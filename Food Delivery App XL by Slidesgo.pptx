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 id="2147483692" r:id="rId2"/>
    <p:sldMasterId id="2147483693" r:id="rId3"/>
    <p:sldMasterId id="2147483694" r:id="rId4"/>
  </p:sldMasterIdLst>
  <p:notesMasterIdLst>
    <p:notesMasterId r:id="rId98"/>
  </p:notesMasterIdLst>
  <p:sldIdLst>
    <p:sldId id="256" r:id="rId5"/>
    <p:sldId id="260" r:id="rId6"/>
    <p:sldId id="263" r:id="rId7"/>
    <p:sldId id="298" r:id="rId8"/>
    <p:sldId id="287" r:id="rId9"/>
    <p:sldId id="351" r:id="rId10"/>
    <p:sldId id="258" r:id="rId11"/>
    <p:sldId id="261" r:id="rId12"/>
    <p:sldId id="262"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8" r:id="rId37"/>
    <p:sldId id="289" r:id="rId38"/>
    <p:sldId id="290" r:id="rId39"/>
    <p:sldId id="291" r:id="rId40"/>
    <p:sldId id="292" r:id="rId41"/>
    <p:sldId id="293" r:id="rId42"/>
    <p:sldId id="294" r:id="rId43"/>
    <p:sldId id="295" r:id="rId44"/>
    <p:sldId id="296" r:id="rId45"/>
    <p:sldId id="297"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4" r:id="rId91"/>
    <p:sldId id="345" r:id="rId92"/>
    <p:sldId id="346" r:id="rId93"/>
    <p:sldId id="347" r:id="rId94"/>
    <p:sldId id="348" r:id="rId95"/>
    <p:sldId id="349" r:id="rId96"/>
    <p:sldId id="350" r:id="rId97"/>
  </p:sldIdLst>
  <p:sldSz cx="9144000" cy="5143500" type="screen16x9"/>
  <p:notesSz cx="6858000" cy="9144000"/>
  <p:embeddedFontLst>
    <p:embeddedFont>
      <p:font typeface="Roboto" panose="020B0604020202020204" charset="0"/>
      <p:regular r:id="rId99"/>
      <p:bold r:id="rId100"/>
      <p:italic r:id="rId101"/>
      <p:boldItalic r:id="rId102"/>
    </p:embeddedFont>
    <p:embeddedFont>
      <p:font typeface="Proxima Nova" panose="020B0604020202020204" charset="0"/>
      <p:regular r:id="rId103"/>
      <p:bold r:id="rId104"/>
      <p:italic r:id="rId105"/>
      <p:boldItalic r:id="rId106"/>
    </p:embeddedFont>
    <p:embeddedFont>
      <p:font typeface="Coiny" panose="020B0604020202020204" charset="0"/>
      <p:regular r:id="rId107"/>
    </p:embeddedFont>
    <p:embeddedFont>
      <p:font typeface="Open Sans" panose="020B0604020202020204" charset="0"/>
      <p:regular r:id="rId108"/>
      <p:bold r:id="rId109"/>
      <p:italic r:id="rId110"/>
      <p:boldItalic r:id="rId111"/>
    </p:embeddedFont>
    <p:embeddedFont>
      <p:font typeface="Advent Pro" panose="020B0604020202020204" charset="0"/>
      <p:regular r:id="rId112"/>
      <p:bold r:id="rId113"/>
      <p:italic r:id="rId114"/>
      <p:boldItalic r:id="rId115"/>
    </p:embeddedFont>
    <p:embeddedFont>
      <p:font typeface="Roboto Medium" panose="020B0604020202020204" charset="0"/>
      <p:regular r:id="rId116"/>
      <p:bold r:id="rId117"/>
      <p:italic r:id="rId118"/>
      <p:boldItalic r:id="rId119"/>
    </p:embeddedFont>
    <p:embeddedFont>
      <p:font typeface="Calibri" panose="020F0502020204030204" pitchFamily="34" charset="0"/>
      <p:regular r:id="rId120"/>
      <p:bold r:id="rId121"/>
      <p:italic r:id="rId122"/>
      <p:boldItalic r:id="rId123"/>
    </p:embeddedFont>
    <p:embeddedFont>
      <p:font typeface="Amatic SC" panose="020B0604020202020204" charset="-79"/>
      <p:regular r:id="rId124"/>
      <p:bold r:id="rId125"/>
    </p:embeddedFont>
    <p:embeddedFont>
      <p:font typeface="Nunito ExtraBold" panose="020B0604020202020204" charset="0"/>
      <p:bold r:id="rId126"/>
      <p:boldItalic r:id="rId127"/>
    </p:embeddedFont>
    <p:embeddedFont>
      <p:font typeface="Proxima Nova Semibold" panose="020B0604020202020204" charset="0"/>
      <p:regular r:id="rId128"/>
      <p:bold r:id="rId129"/>
      <p:boldItalic r:id="rId1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3"/>
            <p14:sldId id="298"/>
            <p14:sldId id="287"/>
            <p14:sldId id="351"/>
            <p14:sldId id="258"/>
            <p14:sldId id="261"/>
            <p14:sldId id="262"/>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8"/>
            <p14:sldId id="289"/>
            <p14:sldId id="290"/>
            <p14:sldId id="291"/>
            <p14:sldId id="292"/>
            <p14:sldId id="293"/>
            <p14:sldId id="294"/>
            <p14:sldId id="295"/>
            <p14:sldId id="296"/>
            <p14:sldId id="297"/>
            <p14:sldId id="299"/>
            <p14:sldId id="300"/>
            <p14:sldId id="301"/>
            <p14:sldId id="302"/>
            <p14:sldId id="303"/>
            <p14:sldId id="304"/>
            <p14:sldId id="305"/>
            <p14:sldId id="306"/>
            <p14:sldId id="307"/>
            <p14:sldId id="308"/>
            <p14:sldId id="309"/>
            <p14:sldId id="310"/>
            <p14:sldId id="311"/>
            <p14:sldId id="312"/>
            <p14:sldId id="313"/>
            <p14:sldId id="314"/>
          </p14:sldIdLst>
        </p14:section>
        <p14:section name="Section sans titre" id="{F5A69B30-EC3B-4696-B5D4-BEA3DC08E478}">
          <p14:sldIdLst>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778" y="77"/>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notesMaster" Target="notesMasters/notesMaster1.xml"/><Relationship Id="rId99" Type="http://schemas.openxmlformats.org/officeDocument/2006/relationships/font" Target="fonts/font1.fntdata"/><Relationship Id="rId100" Type="http://schemas.openxmlformats.org/officeDocument/2006/relationships/font" Target="fonts/font2.fntdata"/><Relationship Id="rId101" Type="http://schemas.openxmlformats.org/officeDocument/2006/relationships/font" Target="fonts/font3.fntdata"/><Relationship Id="rId102" Type="http://schemas.openxmlformats.org/officeDocument/2006/relationships/font" Target="fonts/font4.fntdata"/><Relationship Id="rId103" Type="http://schemas.openxmlformats.org/officeDocument/2006/relationships/font" Target="fonts/font5.fntdata"/><Relationship Id="rId104" Type="http://schemas.openxmlformats.org/officeDocument/2006/relationships/font" Target="fonts/font6.fntdata"/><Relationship Id="rId105" Type="http://schemas.openxmlformats.org/officeDocument/2006/relationships/font" Target="fonts/font7.fntdata"/><Relationship Id="rId106" Type="http://schemas.openxmlformats.org/officeDocument/2006/relationships/font" Target="fonts/font8.fntdata"/><Relationship Id="rId107" Type="http://schemas.openxmlformats.org/officeDocument/2006/relationships/font" Target="fonts/font9.fntdata"/><Relationship Id="rId108" Type="http://schemas.openxmlformats.org/officeDocument/2006/relationships/font" Target="fonts/font10.fntdata"/><Relationship Id="rId109" Type="http://schemas.openxmlformats.org/officeDocument/2006/relationships/font" Target="fonts/font11.fntdata"/><Relationship Id="rId110" Type="http://schemas.openxmlformats.org/officeDocument/2006/relationships/font" Target="fonts/font12.fntdata"/><Relationship Id="rId111" Type="http://schemas.openxmlformats.org/officeDocument/2006/relationships/font" Target="fonts/font13.fntdata"/><Relationship Id="rId112" Type="http://schemas.openxmlformats.org/officeDocument/2006/relationships/font" Target="fonts/font14.fntdata"/><Relationship Id="rId113" Type="http://schemas.openxmlformats.org/officeDocument/2006/relationships/font" Target="fonts/font15.fntdata"/><Relationship Id="rId114" Type="http://schemas.openxmlformats.org/officeDocument/2006/relationships/font" Target="fonts/font16.fntdata"/><Relationship Id="rId115" Type="http://schemas.openxmlformats.org/officeDocument/2006/relationships/font" Target="fonts/font17.fntdata"/><Relationship Id="rId116" Type="http://schemas.openxmlformats.org/officeDocument/2006/relationships/font" Target="fonts/font18.fntdata"/><Relationship Id="rId117" Type="http://schemas.openxmlformats.org/officeDocument/2006/relationships/font" Target="fonts/font19.fntdata"/><Relationship Id="rId118" Type="http://schemas.openxmlformats.org/officeDocument/2006/relationships/font" Target="fonts/font20.fntdata"/><Relationship Id="rId119" Type="http://schemas.openxmlformats.org/officeDocument/2006/relationships/font" Target="fonts/font21.fntdata"/><Relationship Id="rId120" Type="http://schemas.openxmlformats.org/officeDocument/2006/relationships/font" Target="fonts/font22.fntdata"/><Relationship Id="rId121" Type="http://schemas.openxmlformats.org/officeDocument/2006/relationships/font" Target="fonts/font23.fntdata"/><Relationship Id="rId122" Type="http://schemas.openxmlformats.org/officeDocument/2006/relationships/font" Target="fonts/font24.fntdata"/><Relationship Id="rId123" Type="http://schemas.openxmlformats.org/officeDocument/2006/relationships/font" Target="fonts/font25.fntdata"/><Relationship Id="rId124" Type="http://schemas.openxmlformats.org/officeDocument/2006/relationships/font" Target="fonts/font26.fntdata"/><Relationship Id="rId125" Type="http://schemas.openxmlformats.org/officeDocument/2006/relationships/font" Target="fonts/font27.fntdata"/><Relationship Id="rId126" Type="http://schemas.openxmlformats.org/officeDocument/2006/relationships/font" Target="fonts/font28.fntdata"/><Relationship Id="rId127" Type="http://schemas.openxmlformats.org/officeDocument/2006/relationships/font" Target="fonts/font29.fntdata"/><Relationship Id="rId128" Type="http://schemas.openxmlformats.org/officeDocument/2006/relationships/font" Target="fonts/font30.fntdata"/><Relationship Id="rId129" Type="http://schemas.openxmlformats.org/officeDocument/2006/relationships/font" Target="fonts/font31.fntdata"/><Relationship Id="rId130" Type="http://schemas.openxmlformats.org/officeDocument/2006/relationships/font" Target="fonts/font32.fntdata"/><Relationship Id="rId131" Type="http://schemas.openxmlformats.org/officeDocument/2006/relationships/commentAuthors" Target="commentAuthors.xml"/><Relationship Id="rId132" Type="http://schemas.openxmlformats.org/officeDocument/2006/relationships/presProps" Target="presProps.xml"/><Relationship Id="rId133" Type="http://schemas.openxmlformats.org/officeDocument/2006/relationships/viewProps" Target="viewProps.xml"/><Relationship Id="rId134" Type="http://schemas.openxmlformats.org/officeDocument/2006/relationships/theme" Target="theme/theme1.xml"/><Relationship Id="rId135"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err="1" smtClean="0"/>
              <a:t>Bjr</a:t>
            </a:r>
            <a:r>
              <a:rPr lang="fr-FR" dirty="0" smtClean="0"/>
              <a:t> tout</a:t>
            </a:r>
            <a:r>
              <a:rPr lang="fr-FR" baseline="0" dirty="0" smtClean="0"/>
              <a:t> le monde </a:t>
            </a:r>
            <a:r>
              <a:rPr lang="fr-FR" baseline="0" dirty="0" err="1" smtClean="0"/>
              <a:t>jespre</a:t>
            </a:r>
            <a:r>
              <a:rPr lang="fr-FR" baseline="0" dirty="0" smtClean="0"/>
              <a:t> que vous allez bien alors maintenant on va vous </a:t>
            </a:r>
            <a:r>
              <a:rPr lang="fr-FR" baseline="0" dirty="0" err="1" smtClean="0"/>
              <a:t>presenter</a:t>
            </a:r>
            <a:r>
              <a:rPr lang="fr-FR" baseline="0" dirty="0" smtClean="0"/>
              <a:t> notre application </a:t>
            </a:r>
            <a:r>
              <a:rPr lang="fr-FR" baseline="0" dirty="0" err="1" smtClean="0"/>
              <a:t>marhaba</a:t>
            </a:r>
            <a:r>
              <a:rPr lang="fr-FR" baseline="0" dirty="0" smtClean="0"/>
              <a:t> qui va t </a:t>
            </a:r>
            <a:r>
              <a:rPr lang="fr-FR" baseline="0" dirty="0" err="1" smtClean="0"/>
              <a:t>etre</a:t>
            </a:r>
            <a:r>
              <a:rPr lang="fr-FR" baseline="0" dirty="0" smtClean="0"/>
              <a:t> votre de livraison de repas en fait  ce travailler est </a:t>
            </a:r>
            <a:r>
              <a:rPr lang="fr-FR" baseline="0" dirty="0" err="1" smtClean="0"/>
              <a:t>realiser</a:t>
            </a:r>
            <a:r>
              <a:rPr lang="fr-FR" baseline="0" dirty="0" smtClean="0"/>
              <a:t> par moi-même </a:t>
            </a:r>
            <a:r>
              <a:rPr lang="fr-FR" baseline="0" dirty="0" err="1" smtClean="0"/>
              <a:t>azddine</a:t>
            </a:r>
            <a:r>
              <a:rPr lang="fr-FR" baseline="0" dirty="0" smtClean="0"/>
              <a:t> et mon </a:t>
            </a:r>
            <a:r>
              <a:rPr lang="fr-FR" baseline="0" dirty="0" err="1" smtClean="0"/>
              <a:t>collegue</a:t>
            </a:r>
            <a:r>
              <a:rPr lang="fr-FR" baseline="0" dirty="0" smtClean="0"/>
              <a:t> </a:t>
            </a:r>
            <a:r>
              <a:rPr lang="fr-FR" baseline="0" dirty="0" err="1" smtClean="0"/>
              <a:t>zakaria</a:t>
            </a:r>
            <a:r>
              <a:rPr lang="fr-FR" baseline="0" dirty="0" smtClean="0"/>
              <a:t> et encadre=</a:t>
            </a:r>
            <a:r>
              <a:rPr lang="fr-FR" baseline="0" dirty="0" err="1" smtClean="0"/>
              <a:t>ée</a:t>
            </a:r>
            <a:r>
              <a:rPr lang="fr-FR" baseline="0" dirty="0" smtClean="0"/>
              <a:t> par notre cher </a:t>
            </a:r>
            <a:r>
              <a:rPr lang="fr-FR" baseline="0" dirty="0" err="1" smtClean="0"/>
              <a:t>rofesseur</a:t>
            </a:r>
            <a:r>
              <a:rPr lang="fr-FR" baseline="0" dirty="0" smtClean="0"/>
              <a:t> Younes </a:t>
            </a:r>
            <a:r>
              <a:rPr lang="fr-FR" baseline="0" dirty="0" err="1" smtClean="0"/>
              <a:t>lkhrissi</a:t>
            </a:r>
            <a:r>
              <a:rPr lang="fr-FR" baseline="0" dirty="0" smtClean="0"/>
              <a:t>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smtClean="0"/>
              <a:t>Notre projet consiste à créer </a:t>
            </a:r>
            <a:r>
              <a:rPr lang="fr-FR" i="1" dirty="0" smtClean="0"/>
              <a:t>MARHABA</a:t>
            </a:r>
            <a:r>
              <a:rPr lang="fr-FR" dirty="0" smtClean="0"/>
              <a:t>, en fait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6b9affec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 name="Google Shape;586;g6b9affece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4"/>
        <p:cNvGrpSpPr/>
        <p:nvPr/>
      </p:nvGrpSpPr>
      <p:grpSpPr>
        <a:xfrm>
          <a:off x="0" y="0"/>
          <a:ext cx="0" cy="0"/>
          <a:chOff x="0" y="0"/>
          <a:chExt cx="0" cy="0"/>
        </a:xfrm>
      </p:grpSpPr>
      <p:sp>
        <p:nvSpPr>
          <p:cNvPr id="1995" name="Google Shape;1995;g6b9affecee_0_32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6" name="Google Shape;1996;g6b9affecee_0_32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g6b5a0b769d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1" name="Google Shape;371;g6b5a0b769d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6b5a0b769d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6b5a0b769d_0_2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gb308cb1a8e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 name="Google Shape;546;gb308cb1a8e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g6b9affecee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4" name="Google Shape;634;g6b9affecee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abebe735e1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abebe735e1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b308cb1a8e_0_5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b308cb1a8e_0_5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6b9affecee_0_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6b9affecee_0_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b353a86397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b353a86397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6"/>
        <p:cNvGrpSpPr/>
        <p:nvPr/>
      </p:nvGrpSpPr>
      <p:grpSpPr>
        <a:xfrm>
          <a:off x="0" y="0"/>
          <a:ext cx="0" cy="0"/>
          <a:chOff x="0" y="0"/>
          <a:chExt cx="0" cy="0"/>
        </a:xfrm>
      </p:grpSpPr>
      <p:sp>
        <p:nvSpPr>
          <p:cNvPr id="1097" name="Google Shape;1097;g6b9affecee_0_310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 name="Google Shape;1098;g6b9affecee_0_310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2"/>
        <p:cNvGrpSpPr/>
        <p:nvPr/>
      </p:nvGrpSpPr>
      <p:grpSpPr>
        <a:xfrm>
          <a:off x="0" y="0"/>
          <a:ext cx="0" cy="0"/>
          <a:chOff x="0" y="0"/>
          <a:chExt cx="0" cy="0"/>
        </a:xfrm>
      </p:grpSpPr>
      <p:sp>
        <p:nvSpPr>
          <p:cNvPr id="1183" name="Google Shape;1183;g6b9affecee_0_31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4" name="Google Shape;1184;g6b9affecee_0_31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gb353a86397_0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3" name="Google Shape;1203;gb353a86397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8"/>
        <p:cNvGrpSpPr/>
        <p:nvPr/>
      </p:nvGrpSpPr>
      <p:grpSpPr>
        <a:xfrm>
          <a:off x="0" y="0"/>
          <a:ext cx="0" cy="0"/>
          <a:chOff x="0" y="0"/>
          <a:chExt cx="0" cy="0"/>
        </a:xfrm>
      </p:grpSpPr>
      <p:sp>
        <p:nvSpPr>
          <p:cNvPr id="1219" name="Google Shape;1219;gb308cb1a8e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0" name="Google Shape;1220;gb308cb1a8e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1"/>
        <p:cNvGrpSpPr/>
        <p:nvPr/>
      </p:nvGrpSpPr>
      <p:grpSpPr>
        <a:xfrm>
          <a:off x="0" y="0"/>
          <a:ext cx="0" cy="0"/>
          <a:chOff x="0" y="0"/>
          <a:chExt cx="0" cy="0"/>
        </a:xfrm>
      </p:grpSpPr>
      <p:sp>
        <p:nvSpPr>
          <p:cNvPr id="1282" name="Google Shape;1282;g6b9affecee_0_313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3" name="Google Shape;1283;g6b9affecee_0_313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3"/>
        <p:cNvGrpSpPr/>
        <p:nvPr/>
      </p:nvGrpSpPr>
      <p:grpSpPr>
        <a:xfrm>
          <a:off x="0" y="0"/>
          <a:ext cx="0" cy="0"/>
          <a:chOff x="0" y="0"/>
          <a:chExt cx="0" cy="0"/>
        </a:xfrm>
      </p:grpSpPr>
      <p:sp>
        <p:nvSpPr>
          <p:cNvPr id="1394" name="Google Shape;1394;gb353a86397_0_2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5" name="Google Shape;1395;gb353a86397_0_2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9"/>
        <p:cNvGrpSpPr/>
        <p:nvPr/>
      </p:nvGrpSpPr>
      <p:grpSpPr>
        <a:xfrm>
          <a:off x="0" y="0"/>
          <a:ext cx="0" cy="0"/>
          <a:chOff x="0" y="0"/>
          <a:chExt cx="0" cy="0"/>
        </a:xfrm>
      </p:grpSpPr>
      <p:sp>
        <p:nvSpPr>
          <p:cNvPr id="1490" name="Google Shape;1490;g6b9affecee_0_319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1" name="Google Shape;1491;g6b9affecee_0_319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
        <p:cNvGrpSpPr/>
        <p:nvPr/>
      </p:nvGrpSpPr>
      <p:grpSpPr>
        <a:xfrm>
          <a:off x="0" y="0"/>
          <a:ext cx="0" cy="0"/>
          <a:chOff x="0" y="0"/>
          <a:chExt cx="0" cy="0"/>
        </a:xfrm>
      </p:grpSpPr>
      <p:sp>
        <p:nvSpPr>
          <p:cNvPr id="1557" name="Google Shape;1557;g6b9affecee_0_320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8" name="Google Shape;1558;g6b9affecee_0_320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3"/>
        <p:cNvGrpSpPr/>
        <p:nvPr/>
      </p:nvGrpSpPr>
      <p:grpSpPr>
        <a:xfrm>
          <a:off x="0" y="0"/>
          <a:ext cx="0" cy="0"/>
          <a:chOff x="0" y="0"/>
          <a:chExt cx="0" cy="0"/>
        </a:xfrm>
      </p:grpSpPr>
      <p:sp>
        <p:nvSpPr>
          <p:cNvPr id="1584" name="Google Shape;1584;g6b9affecee_0_32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5" name="Google Shape;1585;g6b9affecee_0_32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4"/>
        <p:cNvGrpSpPr/>
        <p:nvPr/>
      </p:nvGrpSpPr>
      <p:grpSpPr>
        <a:xfrm>
          <a:off x="0" y="0"/>
          <a:ext cx="0" cy="0"/>
          <a:chOff x="0" y="0"/>
          <a:chExt cx="0" cy="0"/>
        </a:xfrm>
      </p:grpSpPr>
      <p:sp>
        <p:nvSpPr>
          <p:cNvPr id="1595" name="Google Shape;1595;g6ba8e432a2_0_7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6" name="Google Shape;1596;g6ba8e432a2_0_7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6"/>
        <p:cNvGrpSpPr/>
        <p:nvPr/>
      </p:nvGrpSpPr>
      <p:grpSpPr>
        <a:xfrm>
          <a:off x="0" y="0"/>
          <a:ext cx="0" cy="0"/>
          <a:chOff x="0" y="0"/>
          <a:chExt cx="0" cy="0"/>
        </a:xfrm>
      </p:grpSpPr>
      <p:sp>
        <p:nvSpPr>
          <p:cNvPr id="1617" name="Google Shape;1617;gb353a86397_0_3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8" name="Google Shape;1618;gb353a86397_0_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4"/>
        <p:cNvGrpSpPr/>
        <p:nvPr/>
      </p:nvGrpSpPr>
      <p:grpSpPr>
        <a:xfrm>
          <a:off x="0" y="0"/>
          <a:ext cx="0" cy="0"/>
          <a:chOff x="0" y="0"/>
          <a:chExt cx="0" cy="0"/>
        </a:xfrm>
      </p:grpSpPr>
      <p:sp>
        <p:nvSpPr>
          <p:cNvPr id="1745" name="Google Shape;1745;gb353a86397_0_9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6" name="Google Shape;1746;gb353a86397_0_9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4"/>
        <p:cNvGrpSpPr/>
        <p:nvPr/>
      </p:nvGrpSpPr>
      <p:grpSpPr>
        <a:xfrm>
          <a:off x="0" y="0"/>
          <a:ext cx="0" cy="0"/>
          <a:chOff x="0" y="0"/>
          <a:chExt cx="0" cy="0"/>
        </a:xfrm>
      </p:grpSpPr>
      <p:sp>
        <p:nvSpPr>
          <p:cNvPr id="1865" name="Google Shape;1865;g6ba8e432a2_1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6" name="Google Shape;1866;g6ba8e432a2_1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0"/>
        <p:cNvGrpSpPr/>
        <p:nvPr/>
      </p:nvGrpSpPr>
      <p:grpSpPr>
        <a:xfrm>
          <a:off x="0" y="0"/>
          <a:ext cx="0" cy="0"/>
          <a:chOff x="0" y="0"/>
          <a:chExt cx="0" cy="0"/>
        </a:xfrm>
      </p:grpSpPr>
      <p:sp>
        <p:nvSpPr>
          <p:cNvPr id="1871" name="Google Shape;1871;gb353a86397_0_1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2" name="Google Shape;1872;gb353a86397_0_1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6"/>
        <p:cNvGrpSpPr/>
        <p:nvPr/>
      </p:nvGrpSpPr>
      <p:grpSpPr>
        <a:xfrm>
          <a:off x="0" y="0"/>
          <a:ext cx="0" cy="0"/>
          <a:chOff x="0" y="0"/>
          <a:chExt cx="0" cy="0"/>
        </a:xfrm>
      </p:grpSpPr>
      <p:sp>
        <p:nvSpPr>
          <p:cNvPr id="1877" name="Google Shape;1877;gb353a86397_0_9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8" name="Google Shape;1878;gb353a86397_0_9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4"/>
        <p:cNvGrpSpPr/>
        <p:nvPr/>
      </p:nvGrpSpPr>
      <p:grpSpPr>
        <a:xfrm>
          <a:off x="0" y="0"/>
          <a:ext cx="0" cy="0"/>
          <a:chOff x="0" y="0"/>
          <a:chExt cx="0" cy="0"/>
        </a:xfrm>
      </p:grpSpPr>
      <p:sp>
        <p:nvSpPr>
          <p:cNvPr id="1975" name="Google Shape;1975;g6bb3228cbe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6" name="Google Shape;1976;g6bb3228cbe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4"/>
        <p:cNvGrpSpPr/>
        <p:nvPr/>
      </p:nvGrpSpPr>
      <p:grpSpPr>
        <a:xfrm>
          <a:off x="0" y="0"/>
          <a:ext cx="0" cy="0"/>
          <a:chOff x="0" y="0"/>
          <a:chExt cx="0" cy="0"/>
        </a:xfrm>
      </p:grpSpPr>
      <p:sp>
        <p:nvSpPr>
          <p:cNvPr id="1985" name="Google Shape;1985;gb353a86397_0_1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6" name="Google Shape;1986;gb353a86397_0_1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0"/>
        <p:cNvGrpSpPr/>
        <p:nvPr/>
      </p:nvGrpSpPr>
      <p:grpSpPr>
        <a:xfrm>
          <a:off x="0" y="0"/>
          <a:ext cx="0" cy="0"/>
          <a:chOff x="0" y="0"/>
          <a:chExt cx="0" cy="0"/>
        </a:xfrm>
      </p:grpSpPr>
      <p:sp>
        <p:nvSpPr>
          <p:cNvPr id="2101" name="Google Shape;2101;g6ba8e432a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2" name="Google Shape;2102;g6ba8e432a2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4"/>
        <p:cNvGrpSpPr/>
        <p:nvPr/>
      </p:nvGrpSpPr>
      <p:grpSpPr>
        <a:xfrm>
          <a:off x="0" y="0"/>
          <a:ext cx="0" cy="0"/>
          <a:chOff x="0" y="0"/>
          <a:chExt cx="0" cy="0"/>
        </a:xfrm>
      </p:grpSpPr>
      <p:sp>
        <p:nvSpPr>
          <p:cNvPr id="2205" name="Google Shape;2205;gb353a86397_0_1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6" name="Google Shape;2206;gb353a86397_0_1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4"/>
        <p:cNvGrpSpPr/>
        <p:nvPr/>
      </p:nvGrpSpPr>
      <p:grpSpPr>
        <a:xfrm>
          <a:off x="0" y="0"/>
          <a:ext cx="0" cy="0"/>
          <a:chOff x="0" y="0"/>
          <a:chExt cx="0" cy="0"/>
        </a:xfrm>
      </p:grpSpPr>
      <p:sp>
        <p:nvSpPr>
          <p:cNvPr id="2315" name="Google Shape;2315;gb353a86397_0_15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6" name="Google Shape;2316;gb353a86397_0_15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5"/>
        <p:cNvGrpSpPr/>
        <p:nvPr/>
      </p:nvGrpSpPr>
      <p:grpSpPr>
        <a:xfrm>
          <a:off x="0" y="0"/>
          <a:ext cx="0" cy="0"/>
          <a:chOff x="0" y="0"/>
          <a:chExt cx="0" cy="0"/>
        </a:xfrm>
      </p:grpSpPr>
      <p:sp>
        <p:nvSpPr>
          <p:cNvPr id="2336" name="Google Shape;2336;gb353a86397_0_2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7" name="Google Shape;2337;gb353a86397_0_2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5"/>
        <p:cNvGrpSpPr/>
        <p:nvPr/>
      </p:nvGrpSpPr>
      <p:grpSpPr>
        <a:xfrm>
          <a:off x="0" y="0"/>
          <a:ext cx="0" cy="0"/>
          <a:chOff x="0" y="0"/>
          <a:chExt cx="0" cy="0"/>
        </a:xfrm>
      </p:grpSpPr>
      <p:sp>
        <p:nvSpPr>
          <p:cNvPr id="2356" name="Google Shape;2356;g6ba8e432a2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7" name="Google Shape;2357;g6ba8e432a2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0"/>
        <p:cNvGrpSpPr/>
        <p:nvPr/>
      </p:nvGrpSpPr>
      <p:grpSpPr>
        <a:xfrm>
          <a:off x="0" y="0"/>
          <a:ext cx="0" cy="0"/>
          <a:chOff x="0" y="0"/>
          <a:chExt cx="0" cy="0"/>
        </a:xfrm>
      </p:grpSpPr>
      <p:sp>
        <p:nvSpPr>
          <p:cNvPr id="2381" name="Google Shape;2381;gb353a86397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2" name="Google Shape;2382;gb353a86397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1"/>
        <p:cNvGrpSpPr/>
        <p:nvPr/>
      </p:nvGrpSpPr>
      <p:grpSpPr>
        <a:xfrm>
          <a:off x="0" y="0"/>
          <a:ext cx="0" cy="0"/>
          <a:chOff x="0" y="0"/>
          <a:chExt cx="0" cy="0"/>
        </a:xfrm>
      </p:grpSpPr>
      <p:sp>
        <p:nvSpPr>
          <p:cNvPr id="2472" name="Google Shape;2472;g6ba8e432a2_0_2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3" name="Google Shape;2473;g6ba8e432a2_0_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6"/>
        <p:cNvGrpSpPr/>
        <p:nvPr/>
      </p:nvGrpSpPr>
      <p:grpSpPr>
        <a:xfrm>
          <a:off x="0" y="0"/>
          <a:ext cx="0" cy="0"/>
          <a:chOff x="0" y="0"/>
          <a:chExt cx="0" cy="0"/>
        </a:xfrm>
      </p:grpSpPr>
      <p:sp>
        <p:nvSpPr>
          <p:cNvPr id="2487" name="Google Shape;2487;gb353a86397_0_1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8" name="Google Shape;2488;gb353a86397_0_16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5"/>
        <p:cNvGrpSpPr/>
        <p:nvPr/>
      </p:nvGrpSpPr>
      <p:grpSpPr>
        <a:xfrm>
          <a:off x="0" y="0"/>
          <a:ext cx="0" cy="0"/>
          <a:chOff x="0" y="0"/>
          <a:chExt cx="0" cy="0"/>
        </a:xfrm>
      </p:grpSpPr>
      <p:sp>
        <p:nvSpPr>
          <p:cNvPr id="2536" name="Google Shape;2536;gb353a86397_0_1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7" name="Google Shape;2537;gb353a86397_0_1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1"/>
        <p:cNvGrpSpPr/>
        <p:nvPr/>
      </p:nvGrpSpPr>
      <p:grpSpPr>
        <a:xfrm>
          <a:off x="0" y="0"/>
          <a:ext cx="0" cy="0"/>
          <a:chOff x="0" y="0"/>
          <a:chExt cx="0" cy="0"/>
        </a:xfrm>
      </p:grpSpPr>
      <p:sp>
        <p:nvSpPr>
          <p:cNvPr id="2652" name="Google Shape;2652;gb353a86397_0_19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3" name="Google Shape;2653;gb353a86397_0_19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5"/>
        <p:cNvGrpSpPr/>
        <p:nvPr/>
      </p:nvGrpSpPr>
      <p:grpSpPr>
        <a:xfrm>
          <a:off x="0" y="0"/>
          <a:ext cx="0" cy="0"/>
          <a:chOff x="0" y="0"/>
          <a:chExt cx="0" cy="0"/>
        </a:xfrm>
      </p:grpSpPr>
      <p:sp>
        <p:nvSpPr>
          <p:cNvPr id="2706" name="Google Shape;2706;gb353a86397_0_13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7" name="Google Shape;2707;gb353a86397_0_1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8"/>
        <p:cNvGrpSpPr/>
        <p:nvPr/>
      </p:nvGrpSpPr>
      <p:grpSpPr>
        <a:xfrm>
          <a:off x="0" y="0"/>
          <a:ext cx="0" cy="0"/>
          <a:chOff x="0" y="0"/>
          <a:chExt cx="0" cy="0"/>
        </a:xfrm>
      </p:grpSpPr>
      <p:sp>
        <p:nvSpPr>
          <p:cNvPr id="2719" name="Google Shape;2719;g6ba8e432a2_0_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0" name="Google Shape;2720;g6ba8e432a2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0"/>
        <p:cNvGrpSpPr/>
        <p:nvPr/>
      </p:nvGrpSpPr>
      <p:grpSpPr>
        <a:xfrm>
          <a:off x="0" y="0"/>
          <a:ext cx="0" cy="0"/>
          <a:chOff x="0" y="0"/>
          <a:chExt cx="0" cy="0"/>
        </a:xfrm>
      </p:grpSpPr>
      <p:sp>
        <p:nvSpPr>
          <p:cNvPr id="2911" name="Google Shape;2911;g6ba8e432a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2" name="Google Shape;2912;g6ba8e432a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6"/>
        <p:cNvGrpSpPr/>
        <p:nvPr/>
      </p:nvGrpSpPr>
      <p:grpSpPr>
        <a:xfrm>
          <a:off x="0" y="0"/>
          <a:ext cx="0" cy="0"/>
          <a:chOff x="0" y="0"/>
          <a:chExt cx="0" cy="0"/>
        </a:xfrm>
      </p:grpSpPr>
      <p:sp>
        <p:nvSpPr>
          <p:cNvPr id="2917" name="Google Shape;2917;gb353a86397_0_1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8" name="Google Shape;2918;gb353a86397_0_1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8"/>
        <p:cNvGrpSpPr/>
        <p:nvPr/>
      </p:nvGrpSpPr>
      <p:grpSpPr>
        <a:xfrm>
          <a:off x="0" y="0"/>
          <a:ext cx="0" cy="0"/>
          <a:chOff x="0" y="0"/>
          <a:chExt cx="0" cy="0"/>
        </a:xfrm>
      </p:grpSpPr>
      <p:sp>
        <p:nvSpPr>
          <p:cNvPr id="2959" name="Google Shape;2959;gb353a86397_0_15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0" name="Google Shape;2960;gb353a86397_0_15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2"/>
        <p:cNvGrpSpPr/>
        <p:nvPr/>
      </p:nvGrpSpPr>
      <p:grpSpPr>
        <a:xfrm>
          <a:off x="0" y="0"/>
          <a:ext cx="0" cy="0"/>
          <a:chOff x="0" y="0"/>
          <a:chExt cx="0" cy="0"/>
        </a:xfrm>
      </p:grpSpPr>
      <p:sp>
        <p:nvSpPr>
          <p:cNvPr id="2983" name="Google Shape;2983;gb353a86397_0_15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4" name="Google Shape;2984;gb353a86397_0_1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9"/>
        <p:cNvGrpSpPr/>
        <p:nvPr/>
      </p:nvGrpSpPr>
      <p:grpSpPr>
        <a:xfrm>
          <a:off x="0" y="0"/>
          <a:ext cx="0" cy="0"/>
          <a:chOff x="0" y="0"/>
          <a:chExt cx="0" cy="0"/>
        </a:xfrm>
      </p:grpSpPr>
      <p:sp>
        <p:nvSpPr>
          <p:cNvPr id="3030" name="Google Shape;3030;g6ba8e432a2_0_5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1" name="Google Shape;3031;g6ba8e432a2_0_5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1"/>
        <p:cNvGrpSpPr/>
        <p:nvPr/>
      </p:nvGrpSpPr>
      <p:grpSpPr>
        <a:xfrm>
          <a:off x="0" y="0"/>
          <a:ext cx="0" cy="0"/>
          <a:chOff x="0" y="0"/>
          <a:chExt cx="0" cy="0"/>
        </a:xfrm>
      </p:grpSpPr>
      <p:sp>
        <p:nvSpPr>
          <p:cNvPr id="3052" name="Google Shape;3052;gb353a86397_0_1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3" name="Google Shape;3053;gb353a86397_0_1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7"/>
        <p:cNvGrpSpPr/>
        <p:nvPr/>
      </p:nvGrpSpPr>
      <p:grpSpPr>
        <a:xfrm>
          <a:off x="0" y="0"/>
          <a:ext cx="0" cy="0"/>
          <a:chOff x="0" y="0"/>
          <a:chExt cx="0" cy="0"/>
        </a:xfrm>
      </p:grpSpPr>
      <p:sp>
        <p:nvSpPr>
          <p:cNvPr id="3088" name="Google Shape;3088;gb353a86397_0_1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9" name="Google Shape;3089;gb353a86397_0_12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2"/>
        <p:cNvGrpSpPr/>
        <p:nvPr/>
      </p:nvGrpSpPr>
      <p:grpSpPr>
        <a:xfrm>
          <a:off x="0" y="0"/>
          <a:ext cx="0" cy="0"/>
          <a:chOff x="0" y="0"/>
          <a:chExt cx="0" cy="0"/>
        </a:xfrm>
      </p:grpSpPr>
      <p:sp>
        <p:nvSpPr>
          <p:cNvPr id="3163" name="Google Shape;3163;gb353a86397_0_1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64" name="Google Shape;3164;gb353a86397_0_1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9"/>
        <p:cNvGrpSpPr/>
        <p:nvPr/>
      </p:nvGrpSpPr>
      <p:grpSpPr>
        <a:xfrm>
          <a:off x="0" y="0"/>
          <a:ext cx="0" cy="0"/>
          <a:chOff x="0" y="0"/>
          <a:chExt cx="0" cy="0"/>
        </a:xfrm>
      </p:grpSpPr>
      <p:sp>
        <p:nvSpPr>
          <p:cNvPr id="3270" name="Google Shape;3270;g6ba8e432a2_0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1" name="Google Shape;3271;g6ba8e432a2_0_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3"/>
        <p:cNvGrpSpPr/>
        <p:nvPr/>
      </p:nvGrpSpPr>
      <p:grpSpPr>
        <a:xfrm>
          <a:off x="0" y="0"/>
          <a:ext cx="0" cy="0"/>
          <a:chOff x="0" y="0"/>
          <a:chExt cx="0" cy="0"/>
        </a:xfrm>
      </p:grpSpPr>
      <p:sp>
        <p:nvSpPr>
          <p:cNvPr id="3294" name="Google Shape;3294;gb353a86397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5" name="Google Shape;3295;gb353a86397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8"/>
        <p:cNvGrpSpPr/>
        <p:nvPr/>
      </p:nvGrpSpPr>
      <p:grpSpPr>
        <a:xfrm>
          <a:off x="0" y="0"/>
          <a:ext cx="0" cy="0"/>
          <a:chOff x="0" y="0"/>
          <a:chExt cx="0" cy="0"/>
        </a:xfrm>
      </p:grpSpPr>
      <p:sp>
        <p:nvSpPr>
          <p:cNvPr id="3319" name="Google Shape;3319;g6ba8e432a2_0_6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0" name="Google Shape;3320;g6ba8e432a2_0_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7"/>
        <p:cNvGrpSpPr/>
        <p:nvPr/>
      </p:nvGrpSpPr>
      <p:grpSpPr>
        <a:xfrm>
          <a:off x="0" y="0"/>
          <a:ext cx="0" cy="0"/>
          <a:chOff x="0" y="0"/>
          <a:chExt cx="0" cy="0"/>
        </a:xfrm>
      </p:grpSpPr>
      <p:sp>
        <p:nvSpPr>
          <p:cNvPr id="3328" name="Google Shape;3328;gb353a86397_0_20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9" name="Google Shape;3329;gb353a86397_0_20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5"/>
        <p:cNvGrpSpPr/>
        <p:nvPr/>
      </p:nvGrpSpPr>
      <p:grpSpPr>
        <a:xfrm>
          <a:off x="0" y="0"/>
          <a:ext cx="0" cy="0"/>
          <a:chOff x="0" y="0"/>
          <a:chExt cx="0" cy="0"/>
        </a:xfrm>
      </p:grpSpPr>
      <p:sp>
        <p:nvSpPr>
          <p:cNvPr id="3436" name="Google Shape;3436;g6ba8e432a2_1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7" name="Google Shape;3437;g6ba8e432a2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1"/>
        <p:cNvGrpSpPr/>
        <p:nvPr/>
      </p:nvGrpSpPr>
      <p:grpSpPr>
        <a:xfrm>
          <a:off x="0" y="0"/>
          <a:ext cx="0" cy="0"/>
          <a:chOff x="0" y="0"/>
          <a:chExt cx="0" cy="0"/>
        </a:xfrm>
      </p:grpSpPr>
      <p:sp>
        <p:nvSpPr>
          <p:cNvPr id="3922" name="Google Shape;3922;gb308cb1a8e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3" name="Google Shape;3923;gb308cb1a8e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0"/>
        <p:cNvGrpSpPr/>
        <p:nvPr/>
      </p:nvGrpSpPr>
      <p:grpSpPr>
        <a:xfrm>
          <a:off x="0" y="0"/>
          <a:ext cx="0" cy="0"/>
          <a:chOff x="0" y="0"/>
          <a:chExt cx="0" cy="0"/>
        </a:xfrm>
      </p:grpSpPr>
      <p:sp>
        <p:nvSpPr>
          <p:cNvPr id="4401" name="Google Shape;4401;g6ba8e432a2_1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2" name="Google Shape;4402;g6ba8e432a2_1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5"/>
        <p:cNvGrpSpPr/>
        <p:nvPr/>
      </p:nvGrpSpPr>
      <p:grpSpPr>
        <a:xfrm>
          <a:off x="0" y="0"/>
          <a:ext cx="0" cy="0"/>
          <a:chOff x="0" y="0"/>
          <a:chExt cx="0" cy="0"/>
        </a:xfrm>
      </p:grpSpPr>
      <p:sp>
        <p:nvSpPr>
          <p:cNvPr id="4666" name="Google Shape;4666;gb308cb1a8e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7" name="Google Shape;4667;gb308cb1a8e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5"/>
        <p:cNvGrpSpPr/>
        <p:nvPr/>
      </p:nvGrpSpPr>
      <p:grpSpPr>
        <a:xfrm>
          <a:off x="0" y="0"/>
          <a:ext cx="0" cy="0"/>
          <a:chOff x="0" y="0"/>
          <a:chExt cx="0" cy="0"/>
        </a:xfrm>
      </p:grpSpPr>
      <p:sp>
        <p:nvSpPr>
          <p:cNvPr id="4696" name="Google Shape;4696;gb4a7fdaf96_2_15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7" name="Google Shape;4697;gb4a7fdaf96_2_15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3"/>
        <p:cNvGrpSpPr/>
        <p:nvPr/>
      </p:nvGrpSpPr>
      <p:grpSpPr>
        <a:xfrm>
          <a:off x="0" y="0"/>
          <a:ext cx="0" cy="0"/>
          <a:chOff x="0" y="0"/>
          <a:chExt cx="0" cy="0"/>
        </a:xfrm>
      </p:grpSpPr>
      <p:sp>
        <p:nvSpPr>
          <p:cNvPr id="4964" name="Google Shape;4964;gb4a7fdaf96_2_159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65" name="Google Shape;4965;gb4a7fdaf96_2_159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8"/>
        <p:cNvGrpSpPr/>
        <p:nvPr/>
      </p:nvGrpSpPr>
      <p:grpSpPr>
        <a:xfrm>
          <a:off x="0" y="0"/>
          <a:ext cx="0" cy="0"/>
          <a:chOff x="0" y="0"/>
          <a:chExt cx="0" cy="0"/>
        </a:xfrm>
      </p:grpSpPr>
      <p:sp>
        <p:nvSpPr>
          <p:cNvPr id="5029" name="Google Shape;5029;g6ba8e432a2_1_1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0" name="Google Shape;5030;g6ba8e432a2_1_1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5"/>
        <p:cNvGrpSpPr/>
        <p:nvPr/>
      </p:nvGrpSpPr>
      <p:grpSpPr>
        <a:xfrm>
          <a:off x="0" y="0"/>
          <a:ext cx="0" cy="0"/>
          <a:chOff x="0" y="0"/>
          <a:chExt cx="0" cy="0"/>
        </a:xfrm>
      </p:grpSpPr>
      <p:sp>
        <p:nvSpPr>
          <p:cNvPr id="5036" name="Google Shape;5036;g6ba8e432a2_1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7" name="Google Shape;5037;g6ba8e432a2_1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4"/>
        <p:cNvGrpSpPr/>
        <p:nvPr/>
      </p:nvGrpSpPr>
      <p:grpSpPr>
        <a:xfrm>
          <a:off x="0" y="0"/>
          <a:ext cx="0" cy="0"/>
          <a:chOff x="0" y="0"/>
          <a:chExt cx="0" cy="0"/>
        </a:xfrm>
      </p:grpSpPr>
      <p:sp>
        <p:nvSpPr>
          <p:cNvPr id="5065" name="Google Shape;5065;gb308cb1a8e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6" name="Google Shape;5066;gb308cb1a8e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1"/>
        <p:cNvGrpSpPr/>
        <p:nvPr/>
      </p:nvGrpSpPr>
      <p:grpSpPr>
        <a:xfrm>
          <a:off x="0" y="0"/>
          <a:ext cx="0" cy="0"/>
          <a:chOff x="0" y="0"/>
          <a:chExt cx="0" cy="0"/>
        </a:xfrm>
      </p:grpSpPr>
      <p:sp>
        <p:nvSpPr>
          <p:cNvPr id="5072" name="Google Shape;5072;SLIDES_API132788654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3" name="Google Shape;5073;SLIDES_API132788654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8"/>
        <p:cNvGrpSpPr/>
        <p:nvPr/>
      </p:nvGrpSpPr>
      <p:grpSpPr>
        <a:xfrm>
          <a:off x="0" y="0"/>
          <a:ext cx="0" cy="0"/>
          <a:chOff x="0" y="0"/>
          <a:chExt cx="0" cy="0"/>
        </a:xfrm>
      </p:grpSpPr>
      <p:sp>
        <p:nvSpPr>
          <p:cNvPr id="5079" name="Google Shape;5079;gec9528db0f_0_79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0" name="Google Shape;5080;gec9528db0f_0_7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5"/>
        <p:cNvGrpSpPr/>
        <p:nvPr/>
      </p:nvGrpSpPr>
      <p:grpSpPr>
        <a:xfrm>
          <a:off x="0" y="0"/>
          <a:ext cx="0" cy="0"/>
          <a:chOff x="0" y="0"/>
          <a:chExt cx="0" cy="0"/>
        </a:xfrm>
      </p:grpSpPr>
      <p:sp>
        <p:nvSpPr>
          <p:cNvPr id="5086" name="Google Shape;5086;gec9528db0f_0_79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7" name="Google Shape;5087;gec9528db0f_0_79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2"/>
        <p:cNvGrpSpPr/>
        <p:nvPr/>
      </p:nvGrpSpPr>
      <p:grpSpPr>
        <a:xfrm>
          <a:off x="0" y="0"/>
          <a:ext cx="0" cy="0"/>
          <a:chOff x="0" y="0"/>
          <a:chExt cx="0" cy="0"/>
        </a:xfrm>
      </p:grpSpPr>
      <p:sp>
        <p:nvSpPr>
          <p:cNvPr id="5093" name="Google Shape;5093;g6b9affecee_0_157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4" name="Google Shape;5094;g6b9affecee_0_157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4"/>
        <p:cNvGrpSpPr/>
        <p:nvPr/>
      </p:nvGrpSpPr>
      <p:grpSpPr>
        <a:xfrm>
          <a:off x="0" y="0"/>
          <a:ext cx="0" cy="0"/>
          <a:chOff x="0" y="0"/>
          <a:chExt cx="0" cy="0"/>
        </a:xfrm>
      </p:grpSpPr>
      <p:sp>
        <p:nvSpPr>
          <p:cNvPr id="5115" name="Google Shape;5115;gb4a7fdaf96_2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6" name="Google Shape;5116;gb4a7fdaf96_2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0"/>
        <p:cNvGrpSpPr/>
        <p:nvPr/>
      </p:nvGrpSpPr>
      <p:grpSpPr>
        <a:xfrm>
          <a:off x="0" y="0"/>
          <a:ext cx="0" cy="0"/>
          <a:chOff x="0" y="0"/>
          <a:chExt cx="0" cy="0"/>
        </a:xfrm>
      </p:grpSpPr>
      <p:sp>
        <p:nvSpPr>
          <p:cNvPr id="5131" name="Google Shape;5131;gb4a7fdaf96_2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2" name="Google Shape;5132;gb4a7fdaf96_2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7"/>
        <p:cNvGrpSpPr/>
        <p:nvPr/>
      </p:nvGrpSpPr>
      <p:grpSpPr>
        <a:xfrm>
          <a:off x="0" y="0"/>
          <a:ext cx="0" cy="0"/>
          <a:chOff x="0" y="0"/>
          <a:chExt cx="0" cy="0"/>
        </a:xfrm>
      </p:grpSpPr>
      <p:sp>
        <p:nvSpPr>
          <p:cNvPr id="5468" name="Google Shape;5468;gb4a7fdaf96_2_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9" name="Google Shape;5469;gb4a7fdaf96_2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54"/>
        <p:cNvGrpSpPr/>
        <p:nvPr/>
      </p:nvGrpSpPr>
      <p:grpSpPr>
        <a:xfrm>
          <a:off x="0" y="0"/>
          <a:ext cx="0" cy="0"/>
          <a:chOff x="0" y="0"/>
          <a:chExt cx="0" cy="0"/>
        </a:xfrm>
      </p:grpSpPr>
      <p:sp>
        <p:nvSpPr>
          <p:cNvPr id="8255" name="Google Shape;8255;gb4a7fdaf96_2_3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56" name="Google Shape;8256;gb4a7fdaf96_2_3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3"/>
        <p:cNvGrpSpPr/>
        <p:nvPr/>
      </p:nvGrpSpPr>
      <p:grpSpPr>
        <a:xfrm>
          <a:off x="0" y="0"/>
          <a:ext cx="0" cy="0"/>
          <a:chOff x="0" y="0"/>
          <a:chExt cx="0" cy="0"/>
        </a:xfrm>
      </p:grpSpPr>
      <p:sp>
        <p:nvSpPr>
          <p:cNvPr id="8674" name="Google Shape;8674;gb4a7fdaf96_2_35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75" name="Google Shape;8675;gb4a7fdaf96_2_35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43"/>
        <p:cNvGrpSpPr/>
        <p:nvPr/>
      </p:nvGrpSpPr>
      <p:grpSpPr>
        <a:xfrm>
          <a:off x="0" y="0"/>
          <a:ext cx="0" cy="0"/>
          <a:chOff x="0" y="0"/>
          <a:chExt cx="0" cy="0"/>
        </a:xfrm>
      </p:grpSpPr>
      <p:sp>
        <p:nvSpPr>
          <p:cNvPr id="8844" name="Google Shape;8844;gb4a7fdaf96_2_37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5" name="Google Shape;8845;gb4a7fdaf96_2_37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48"/>
        <p:cNvGrpSpPr/>
        <p:nvPr/>
      </p:nvGrpSpPr>
      <p:grpSpPr>
        <a:xfrm>
          <a:off x="0" y="0"/>
          <a:ext cx="0" cy="0"/>
          <a:chOff x="0" y="0"/>
          <a:chExt cx="0" cy="0"/>
        </a:xfrm>
      </p:grpSpPr>
      <p:sp>
        <p:nvSpPr>
          <p:cNvPr id="9249" name="Google Shape;9249;gb4a7fdaf96_2_4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50" name="Google Shape;9250;gb4a7fdaf96_2_4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8"/>
        <p:cNvGrpSpPr/>
        <p:nvPr/>
      </p:nvGrpSpPr>
      <p:grpSpPr>
        <a:xfrm>
          <a:off x="0" y="0"/>
          <a:ext cx="0" cy="0"/>
          <a:chOff x="0" y="0"/>
          <a:chExt cx="0" cy="0"/>
        </a:xfrm>
      </p:grpSpPr>
      <p:sp>
        <p:nvSpPr>
          <p:cNvPr id="9629" name="Google Shape;9629;gb4a7fdaf96_2_4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30" name="Google Shape;9630;gb4a7fdaf96_2_4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96"/>
        <p:cNvGrpSpPr/>
        <p:nvPr/>
      </p:nvGrpSpPr>
      <p:grpSpPr>
        <a:xfrm>
          <a:off x="0" y="0"/>
          <a:ext cx="0" cy="0"/>
          <a:chOff x="0" y="0"/>
          <a:chExt cx="0" cy="0"/>
        </a:xfrm>
      </p:grpSpPr>
      <p:sp>
        <p:nvSpPr>
          <p:cNvPr id="10397" name="Google Shape;10397;gb4a7fdaf96_2_5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98" name="Google Shape;10398;gb4a7fdaf96_2_5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3"/>
        <p:cNvGrpSpPr/>
        <p:nvPr/>
      </p:nvGrpSpPr>
      <p:grpSpPr>
        <a:xfrm>
          <a:off x="0" y="0"/>
          <a:ext cx="0" cy="0"/>
          <a:chOff x="0" y="0"/>
          <a:chExt cx="0" cy="0"/>
        </a:xfrm>
      </p:grpSpPr>
      <p:sp>
        <p:nvSpPr>
          <p:cNvPr id="11804" name="Google Shape;11804;gb4a7fdaf96_2_66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05" name="Google Shape;11805;gb4a7fdaf96_2_66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97"/>
        <p:cNvGrpSpPr/>
        <p:nvPr/>
      </p:nvGrpSpPr>
      <p:grpSpPr>
        <a:xfrm>
          <a:off x="0" y="0"/>
          <a:ext cx="0" cy="0"/>
          <a:chOff x="0" y="0"/>
          <a:chExt cx="0" cy="0"/>
        </a:xfrm>
      </p:grpSpPr>
      <p:sp>
        <p:nvSpPr>
          <p:cNvPr id="14198" name="Google Shape;14198;gb4a7fdaf96_2_90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99" name="Google Shape;14199;gb4a7fdaf96_2_90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11"/>
        <p:cNvGrpSpPr/>
        <p:nvPr/>
      </p:nvGrpSpPr>
      <p:grpSpPr>
        <a:xfrm>
          <a:off x="0" y="0"/>
          <a:ext cx="0" cy="0"/>
          <a:chOff x="0" y="0"/>
          <a:chExt cx="0" cy="0"/>
        </a:xfrm>
      </p:grpSpPr>
      <p:sp>
        <p:nvSpPr>
          <p:cNvPr id="16212" name="Google Shape;16212;gb4a7fdaf96_2_1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13" name="Google Shape;16213;gb4a7fdaf96_2_1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47"/>
        <p:cNvGrpSpPr/>
        <p:nvPr/>
      </p:nvGrpSpPr>
      <p:grpSpPr>
        <a:xfrm>
          <a:off x="0" y="0"/>
          <a:ext cx="0" cy="0"/>
          <a:chOff x="0" y="0"/>
          <a:chExt cx="0" cy="0"/>
        </a:xfrm>
      </p:grpSpPr>
      <p:sp>
        <p:nvSpPr>
          <p:cNvPr id="17848" name="Google Shape;17848;gb4a7fdaf96_2_127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49" name="Google Shape;17849;gb4a7fdaf96_2_127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89"/>
        <p:cNvGrpSpPr/>
        <p:nvPr/>
      </p:nvGrpSpPr>
      <p:grpSpPr>
        <a:xfrm>
          <a:off x="0" y="0"/>
          <a:ext cx="0" cy="0"/>
          <a:chOff x="0" y="0"/>
          <a:chExt cx="0" cy="0"/>
        </a:xfrm>
      </p:grpSpPr>
      <p:sp>
        <p:nvSpPr>
          <p:cNvPr id="18890" name="Google Shape;18890;gb4a7fdaf96_2_137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91" name="Google Shape;18891;gb4a7fdaf96_2_137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24"/>
        <p:cNvGrpSpPr/>
        <p:nvPr/>
      </p:nvGrpSpPr>
      <p:grpSpPr>
        <a:xfrm>
          <a:off x="0" y="0"/>
          <a:ext cx="0" cy="0"/>
          <a:chOff x="0" y="0"/>
          <a:chExt cx="0" cy="0"/>
        </a:xfrm>
      </p:grpSpPr>
      <p:sp>
        <p:nvSpPr>
          <p:cNvPr id="20425" name="Google Shape;20425;gec9528db0f_0_39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26" name="Google Shape;20426;gec9528db0f_0_39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77"/>
        <p:cNvGrpSpPr/>
        <p:nvPr/>
      </p:nvGrpSpPr>
      <p:grpSpPr>
        <a:xfrm>
          <a:off x="0" y="0"/>
          <a:ext cx="0" cy="0"/>
          <a:chOff x="0" y="0"/>
          <a:chExt cx="0" cy="0"/>
        </a:xfrm>
      </p:grpSpPr>
      <p:sp>
        <p:nvSpPr>
          <p:cNvPr id="20578" name="Google Shape;20578;gec9528db0f_0_4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79" name="Google Shape;20579;gec9528db0f_0_4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20"/>
        <p:cNvGrpSpPr/>
        <p:nvPr/>
      </p:nvGrpSpPr>
      <p:grpSpPr>
        <a:xfrm>
          <a:off x="0" y="0"/>
          <a:ext cx="0" cy="0"/>
          <a:chOff x="0" y="0"/>
          <a:chExt cx="0" cy="0"/>
        </a:xfrm>
      </p:grpSpPr>
      <p:sp>
        <p:nvSpPr>
          <p:cNvPr id="20621" name="Google Shape;20621;gec9528db0f_0_41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22" name="Google Shape;20622;gec9528db0f_0_41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02"/>
        <p:cNvGrpSpPr/>
        <p:nvPr/>
      </p:nvGrpSpPr>
      <p:grpSpPr>
        <a:xfrm>
          <a:off x="0" y="0"/>
          <a:ext cx="0" cy="0"/>
          <a:chOff x="0" y="0"/>
          <a:chExt cx="0" cy="0"/>
        </a:xfrm>
      </p:grpSpPr>
      <p:sp>
        <p:nvSpPr>
          <p:cNvPr id="21203" name="Google Shape;21203;gec9528db0f_0_4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04" name="Google Shape;21204;gec9528db0f_0_4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66"/>
        <p:cNvGrpSpPr/>
        <p:nvPr/>
      </p:nvGrpSpPr>
      <p:grpSpPr>
        <a:xfrm>
          <a:off x="0" y="0"/>
          <a:ext cx="0" cy="0"/>
          <a:chOff x="0" y="0"/>
          <a:chExt cx="0" cy="0"/>
        </a:xfrm>
      </p:grpSpPr>
      <p:sp>
        <p:nvSpPr>
          <p:cNvPr id="22167" name="Google Shape;22167;gec9528db0f_0_57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68" name="Google Shape;22168;gec9528db0f_0_57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18"/>
        <p:cNvGrpSpPr/>
        <p:nvPr/>
      </p:nvGrpSpPr>
      <p:grpSpPr>
        <a:xfrm>
          <a:off x="0" y="0"/>
          <a:ext cx="0" cy="0"/>
          <a:chOff x="0" y="0"/>
          <a:chExt cx="0" cy="0"/>
        </a:xfrm>
      </p:grpSpPr>
      <p:sp>
        <p:nvSpPr>
          <p:cNvPr id="22819" name="Google Shape;22819;gec9528db0f_0_63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20" name="Google Shape;22820;gec9528db0f_0_63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38"/>
        <p:cNvGrpSpPr/>
        <p:nvPr/>
      </p:nvGrpSpPr>
      <p:grpSpPr>
        <a:xfrm>
          <a:off x="0" y="0"/>
          <a:ext cx="0" cy="0"/>
          <a:chOff x="0" y="0"/>
          <a:chExt cx="0" cy="0"/>
        </a:xfrm>
      </p:grpSpPr>
      <p:sp>
        <p:nvSpPr>
          <p:cNvPr id="23639" name="Google Shape;23639;gec9528db0f_0_7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40" name="Google Shape;23640;gec9528db0f_0_7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97"/>
        <p:cNvGrpSpPr/>
        <p:nvPr/>
      </p:nvGrpSpPr>
      <p:grpSpPr>
        <a:xfrm>
          <a:off x="0" y="0"/>
          <a:ext cx="0" cy="0"/>
          <a:chOff x="0" y="0"/>
          <a:chExt cx="0" cy="0"/>
        </a:xfrm>
      </p:grpSpPr>
      <p:sp>
        <p:nvSpPr>
          <p:cNvPr id="24398" name="Google Shape;24398;g6b9affecee_0_310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99" name="Google Shape;24399;g6b9affecee_0_310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5347800" y="2174900"/>
            <a:ext cx="3083100" cy="1160700"/>
          </a:xfrm>
          <a:prstGeom prst="rect">
            <a:avLst/>
          </a:prstGeom>
        </p:spPr>
        <p:txBody>
          <a:bodyPr spcFirstLastPara="1" wrap="square" lIns="91425" tIns="91425" rIns="91425" bIns="91425" anchor="b" anchorCtr="0">
            <a:noAutofit/>
          </a:bodyPr>
          <a:lstStyle>
            <a:lvl1pPr lvl="0" rtl="0">
              <a:lnSpc>
                <a:spcPct val="80000"/>
              </a:lnSpc>
              <a:spcBef>
                <a:spcPts val="0"/>
              </a:spcBef>
              <a:spcAft>
                <a:spcPts val="0"/>
              </a:spcAft>
              <a:buClr>
                <a:schemeClr val="accent6"/>
              </a:buClr>
              <a:buSzPts val="3600"/>
              <a:buNone/>
              <a:defRPr sz="3600">
                <a:solidFill>
                  <a:schemeClr val="accent6"/>
                </a:solidFill>
              </a:defRPr>
            </a:lvl1pPr>
            <a:lvl2pPr lvl="1" rtl="0">
              <a:spcBef>
                <a:spcPts val="0"/>
              </a:spcBef>
              <a:spcAft>
                <a:spcPts val="0"/>
              </a:spcAft>
              <a:buClr>
                <a:schemeClr val="accent6"/>
              </a:buClr>
              <a:buSzPts val="5200"/>
              <a:buNone/>
              <a:defRPr sz="5200">
                <a:solidFill>
                  <a:schemeClr val="accent6"/>
                </a:solidFill>
              </a:defRPr>
            </a:lvl2pPr>
            <a:lvl3pPr lvl="2" rtl="0">
              <a:spcBef>
                <a:spcPts val="0"/>
              </a:spcBef>
              <a:spcAft>
                <a:spcPts val="0"/>
              </a:spcAft>
              <a:buClr>
                <a:schemeClr val="accent6"/>
              </a:buClr>
              <a:buSzPts val="5200"/>
              <a:buNone/>
              <a:defRPr sz="5200">
                <a:solidFill>
                  <a:schemeClr val="accent6"/>
                </a:solidFill>
              </a:defRPr>
            </a:lvl3pPr>
            <a:lvl4pPr lvl="3" rtl="0">
              <a:spcBef>
                <a:spcPts val="0"/>
              </a:spcBef>
              <a:spcAft>
                <a:spcPts val="0"/>
              </a:spcAft>
              <a:buClr>
                <a:schemeClr val="accent6"/>
              </a:buClr>
              <a:buSzPts val="5200"/>
              <a:buNone/>
              <a:defRPr sz="5200">
                <a:solidFill>
                  <a:schemeClr val="accent6"/>
                </a:solidFill>
              </a:defRPr>
            </a:lvl4pPr>
            <a:lvl5pPr lvl="4" rtl="0">
              <a:spcBef>
                <a:spcPts val="0"/>
              </a:spcBef>
              <a:spcAft>
                <a:spcPts val="0"/>
              </a:spcAft>
              <a:buClr>
                <a:schemeClr val="accent6"/>
              </a:buClr>
              <a:buSzPts val="5200"/>
              <a:buNone/>
              <a:defRPr sz="5200">
                <a:solidFill>
                  <a:schemeClr val="accent6"/>
                </a:solidFill>
              </a:defRPr>
            </a:lvl5pPr>
            <a:lvl6pPr lvl="5" rtl="0">
              <a:spcBef>
                <a:spcPts val="0"/>
              </a:spcBef>
              <a:spcAft>
                <a:spcPts val="0"/>
              </a:spcAft>
              <a:buClr>
                <a:schemeClr val="accent6"/>
              </a:buClr>
              <a:buSzPts val="5200"/>
              <a:buNone/>
              <a:defRPr sz="5200">
                <a:solidFill>
                  <a:schemeClr val="accent6"/>
                </a:solidFill>
              </a:defRPr>
            </a:lvl6pPr>
            <a:lvl7pPr lvl="6" rtl="0">
              <a:spcBef>
                <a:spcPts val="0"/>
              </a:spcBef>
              <a:spcAft>
                <a:spcPts val="0"/>
              </a:spcAft>
              <a:buClr>
                <a:schemeClr val="accent6"/>
              </a:buClr>
              <a:buSzPts val="5200"/>
              <a:buNone/>
              <a:defRPr sz="5200">
                <a:solidFill>
                  <a:schemeClr val="accent6"/>
                </a:solidFill>
              </a:defRPr>
            </a:lvl7pPr>
            <a:lvl8pPr lvl="7" rtl="0">
              <a:spcBef>
                <a:spcPts val="0"/>
              </a:spcBef>
              <a:spcAft>
                <a:spcPts val="0"/>
              </a:spcAft>
              <a:buClr>
                <a:schemeClr val="accent6"/>
              </a:buClr>
              <a:buSzPts val="5200"/>
              <a:buNone/>
              <a:defRPr sz="5200">
                <a:solidFill>
                  <a:schemeClr val="accent6"/>
                </a:solidFill>
              </a:defRPr>
            </a:lvl8pPr>
            <a:lvl9pPr lvl="8" rtl="0">
              <a:spcBef>
                <a:spcPts val="0"/>
              </a:spcBef>
              <a:spcAft>
                <a:spcPts val="0"/>
              </a:spcAft>
              <a:buClr>
                <a:schemeClr val="accent6"/>
              </a:buClr>
              <a:buSzPts val="5200"/>
              <a:buNone/>
              <a:defRPr sz="5200">
                <a:solidFill>
                  <a:schemeClr val="accent6"/>
                </a:solidFill>
              </a:defRPr>
            </a:lvl9pPr>
          </a:lstStyle>
          <a:p>
            <a:endParaRPr/>
          </a:p>
        </p:txBody>
      </p:sp>
      <p:sp>
        <p:nvSpPr>
          <p:cNvPr id="13" name="Google Shape;13;p3"/>
          <p:cNvSpPr txBox="1">
            <a:spLocks noGrp="1"/>
          </p:cNvSpPr>
          <p:nvPr>
            <p:ph type="subTitle" idx="1"/>
          </p:nvPr>
        </p:nvSpPr>
        <p:spPr>
          <a:xfrm>
            <a:off x="5347800" y="3372625"/>
            <a:ext cx="3083100" cy="79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a:lvl1pPr>
            <a:lvl2pPr lvl="1" rtl="0">
              <a:lnSpc>
                <a:spcPct val="100000"/>
              </a:lnSpc>
              <a:spcBef>
                <a:spcPts val="0"/>
              </a:spcBef>
              <a:spcAft>
                <a:spcPts val="0"/>
              </a:spcAft>
              <a:buSzPts val="2400"/>
              <a:buNone/>
              <a:defRPr sz="2400"/>
            </a:lvl2pPr>
            <a:lvl3pPr lvl="2" rtl="0">
              <a:lnSpc>
                <a:spcPct val="100000"/>
              </a:lnSpc>
              <a:spcBef>
                <a:spcPts val="0"/>
              </a:spcBef>
              <a:spcAft>
                <a:spcPts val="0"/>
              </a:spcAft>
              <a:buSzPts val="2400"/>
              <a:buNone/>
              <a:defRPr sz="2400"/>
            </a:lvl3pPr>
            <a:lvl4pPr lvl="3" rtl="0">
              <a:lnSpc>
                <a:spcPct val="100000"/>
              </a:lnSpc>
              <a:spcBef>
                <a:spcPts val="0"/>
              </a:spcBef>
              <a:spcAft>
                <a:spcPts val="0"/>
              </a:spcAft>
              <a:buSzPts val="2400"/>
              <a:buNone/>
              <a:defRPr sz="2400"/>
            </a:lvl4pPr>
            <a:lvl5pPr lvl="4" rtl="0">
              <a:lnSpc>
                <a:spcPct val="100000"/>
              </a:lnSpc>
              <a:spcBef>
                <a:spcPts val="0"/>
              </a:spcBef>
              <a:spcAft>
                <a:spcPts val="0"/>
              </a:spcAft>
              <a:buSzPts val="2400"/>
              <a:buNone/>
              <a:defRPr sz="2400"/>
            </a:lvl5pPr>
            <a:lvl6pPr lvl="5" rtl="0">
              <a:lnSpc>
                <a:spcPct val="100000"/>
              </a:lnSpc>
              <a:spcBef>
                <a:spcPts val="0"/>
              </a:spcBef>
              <a:spcAft>
                <a:spcPts val="0"/>
              </a:spcAft>
              <a:buSzPts val="2400"/>
              <a:buNone/>
              <a:defRPr sz="2400"/>
            </a:lvl6pPr>
            <a:lvl7pPr lvl="6" rtl="0">
              <a:lnSpc>
                <a:spcPct val="100000"/>
              </a:lnSpc>
              <a:spcBef>
                <a:spcPts val="0"/>
              </a:spcBef>
              <a:spcAft>
                <a:spcPts val="0"/>
              </a:spcAft>
              <a:buSzPts val="2400"/>
              <a:buNone/>
              <a:defRPr sz="2400"/>
            </a:lvl7pPr>
            <a:lvl8pPr lvl="7" rtl="0">
              <a:lnSpc>
                <a:spcPct val="100000"/>
              </a:lnSpc>
              <a:spcBef>
                <a:spcPts val="0"/>
              </a:spcBef>
              <a:spcAft>
                <a:spcPts val="0"/>
              </a:spcAft>
              <a:buSzPts val="2400"/>
              <a:buNone/>
              <a:defRPr sz="2400"/>
            </a:lvl8pPr>
            <a:lvl9pPr lvl="8" rtl="0">
              <a:lnSpc>
                <a:spcPct val="100000"/>
              </a:lnSpc>
              <a:spcBef>
                <a:spcPts val="0"/>
              </a:spcBef>
              <a:spcAft>
                <a:spcPts val="0"/>
              </a:spcAft>
              <a:buSzPts val="2400"/>
              <a:buNone/>
              <a:defRPr sz="2400"/>
            </a:lvl9pPr>
          </a:lstStyle>
          <a:p>
            <a:endParaRPr/>
          </a:p>
        </p:txBody>
      </p:sp>
      <p:sp>
        <p:nvSpPr>
          <p:cNvPr id="14" name="Google Shape;14;p3"/>
          <p:cNvSpPr txBox="1">
            <a:spLocks noGrp="1"/>
          </p:cNvSpPr>
          <p:nvPr>
            <p:ph type="title" idx="2" hasCustomPrompt="1"/>
          </p:nvPr>
        </p:nvSpPr>
        <p:spPr>
          <a:xfrm>
            <a:off x="5347800" y="1262375"/>
            <a:ext cx="3083100" cy="792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accent6"/>
              </a:buClr>
              <a:buSzPts val="7200"/>
              <a:buNone/>
              <a:defRPr sz="7200">
                <a:solidFill>
                  <a:schemeClr val="accent6"/>
                </a:solidFill>
              </a:defRPr>
            </a:lvl1pPr>
            <a:lvl2pPr lvl="1" rtl="0">
              <a:spcBef>
                <a:spcPts val="0"/>
              </a:spcBef>
              <a:spcAft>
                <a:spcPts val="0"/>
              </a:spcAft>
              <a:buClr>
                <a:schemeClr val="accent6"/>
              </a:buClr>
              <a:buSzPts val="6000"/>
              <a:buNone/>
              <a:defRPr sz="6000">
                <a:solidFill>
                  <a:schemeClr val="accent6"/>
                </a:solidFill>
              </a:defRPr>
            </a:lvl2pPr>
            <a:lvl3pPr lvl="2" rtl="0">
              <a:spcBef>
                <a:spcPts val="0"/>
              </a:spcBef>
              <a:spcAft>
                <a:spcPts val="0"/>
              </a:spcAft>
              <a:buClr>
                <a:schemeClr val="accent6"/>
              </a:buClr>
              <a:buSzPts val="6000"/>
              <a:buNone/>
              <a:defRPr sz="6000">
                <a:solidFill>
                  <a:schemeClr val="accent6"/>
                </a:solidFill>
              </a:defRPr>
            </a:lvl3pPr>
            <a:lvl4pPr lvl="3" rtl="0">
              <a:spcBef>
                <a:spcPts val="0"/>
              </a:spcBef>
              <a:spcAft>
                <a:spcPts val="0"/>
              </a:spcAft>
              <a:buClr>
                <a:schemeClr val="accent6"/>
              </a:buClr>
              <a:buSzPts val="6000"/>
              <a:buNone/>
              <a:defRPr sz="6000">
                <a:solidFill>
                  <a:schemeClr val="accent6"/>
                </a:solidFill>
              </a:defRPr>
            </a:lvl4pPr>
            <a:lvl5pPr lvl="4" rtl="0">
              <a:spcBef>
                <a:spcPts val="0"/>
              </a:spcBef>
              <a:spcAft>
                <a:spcPts val="0"/>
              </a:spcAft>
              <a:buClr>
                <a:schemeClr val="accent6"/>
              </a:buClr>
              <a:buSzPts val="6000"/>
              <a:buNone/>
              <a:defRPr sz="6000">
                <a:solidFill>
                  <a:schemeClr val="accent6"/>
                </a:solidFill>
              </a:defRPr>
            </a:lvl5pPr>
            <a:lvl6pPr lvl="5" rtl="0">
              <a:spcBef>
                <a:spcPts val="0"/>
              </a:spcBef>
              <a:spcAft>
                <a:spcPts val="0"/>
              </a:spcAft>
              <a:buClr>
                <a:schemeClr val="accent6"/>
              </a:buClr>
              <a:buSzPts val="6000"/>
              <a:buNone/>
              <a:defRPr sz="6000">
                <a:solidFill>
                  <a:schemeClr val="accent6"/>
                </a:solidFill>
              </a:defRPr>
            </a:lvl6pPr>
            <a:lvl7pPr lvl="6" rtl="0">
              <a:spcBef>
                <a:spcPts val="0"/>
              </a:spcBef>
              <a:spcAft>
                <a:spcPts val="0"/>
              </a:spcAft>
              <a:buClr>
                <a:schemeClr val="accent6"/>
              </a:buClr>
              <a:buSzPts val="6000"/>
              <a:buNone/>
              <a:defRPr sz="6000">
                <a:solidFill>
                  <a:schemeClr val="accent6"/>
                </a:solidFill>
              </a:defRPr>
            </a:lvl7pPr>
            <a:lvl8pPr lvl="7" rtl="0">
              <a:spcBef>
                <a:spcPts val="0"/>
              </a:spcBef>
              <a:spcAft>
                <a:spcPts val="0"/>
              </a:spcAft>
              <a:buClr>
                <a:schemeClr val="accent6"/>
              </a:buClr>
              <a:buSzPts val="6000"/>
              <a:buNone/>
              <a:defRPr sz="6000">
                <a:solidFill>
                  <a:schemeClr val="accent6"/>
                </a:solidFill>
              </a:defRPr>
            </a:lvl8pPr>
            <a:lvl9pPr lvl="8" rtl="0">
              <a:spcBef>
                <a:spcPts val="0"/>
              </a:spcBef>
              <a:spcAft>
                <a:spcPts val="0"/>
              </a:spcAft>
              <a:buClr>
                <a:schemeClr val="accent6"/>
              </a:buClr>
              <a:buSzPts val="6000"/>
              <a:buNone/>
              <a:defRPr sz="6000">
                <a:solidFill>
                  <a:schemeClr val="accent6"/>
                </a:solidFill>
              </a:defRPr>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body" idx="1"/>
          </p:nvPr>
        </p:nvSpPr>
        <p:spPr>
          <a:xfrm>
            <a:off x="737000" y="1408100"/>
            <a:ext cx="3600600" cy="31668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1" name="Google Shape;21;p5"/>
          <p:cNvSpPr txBox="1">
            <a:spLocks noGrp="1"/>
          </p:cNvSpPr>
          <p:nvPr>
            <p:ph type="body" idx="2"/>
          </p:nvPr>
        </p:nvSpPr>
        <p:spPr>
          <a:xfrm>
            <a:off x="4806426" y="1408100"/>
            <a:ext cx="3600600" cy="31668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2" name="Google Shape;22;p5"/>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3" name="Google Shape;23;p5"/>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713225" y="1374600"/>
            <a:ext cx="4450800" cy="23943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1"/>
              </a:buClr>
              <a:buSzPts val="4000"/>
              <a:buNone/>
              <a:defRPr sz="7200">
                <a:solidFill>
                  <a:schemeClr val="accent6"/>
                </a:solidFill>
              </a:defRPr>
            </a:lvl1pPr>
            <a:lvl2pPr lvl="1" algn="r">
              <a:spcBef>
                <a:spcPts val="0"/>
              </a:spcBef>
              <a:spcAft>
                <a:spcPts val="0"/>
              </a:spcAft>
              <a:buClr>
                <a:schemeClr val="accent1"/>
              </a:buClr>
              <a:buSzPts val="3600"/>
              <a:buNone/>
              <a:defRPr sz="3600">
                <a:solidFill>
                  <a:schemeClr val="accent1"/>
                </a:solidFill>
              </a:defRPr>
            </a:lvl2pPr>
            <a:lvl3pPr lvl="2" algn="r">
              <a:spcBef>
                <a:spcPts val="0"/>
              </a:spcBef>
              <a:spcAft>
                <a:spcPts val="0"/>
              </a:spcAft>
              <a:buClr>
                <a:schemeClr val="accent1"/>
              </a:buClr>
              <a:buSzPts val="3600"/>
              <a:buNone/>
              <a:defRPr sz="3600">
                <a:solidFill>
                  <a:schemeClr val="accent1"/>
                </a:solidFill>
              </a:defRPr>
            </a:lvl3pPr>
            <a:lvl4pPr lvl="3" algn="r">
              <a:spcBef>
                <a:spcPts val="0"/>
              </a:spcBef>
              <a:spcAft>
                <a:spcPts val="0"/>
              </a:spcAft>
              <a:buClr>
                <a:schemeClr val="accent1"/>
              </a:buClr>
              <a:buSzPts val="3600"/>
              <a:buNone/>
              <a:defRPr sz="3600">
                <a:solidFill>
                  <a:schemeClr val="accent1"/>
                </a:solidFill>
              </a:defRPr>
            </a:lvl4pPr>
            <a:lvl5pPr lvl="4" algn="r">
              <a:spcBef>
                <a:spcPts val="0"/>
              </a:spcBef>
              <a:spcAft>
                <a:spcPts val="0"/>
              </a:spcAft>
              <a:buClr>
                <a:schemeClr val="accent1"/>
              </a:buClr>
              <a:buSzPts val="3600"/>
              <a:buNone/>
              <a:defRPr sz="3600">
                <a:solidFill>
                  <a:schemeClr val="accent1"/>
                </a:solidFill>
              </a:defRPr>
            </a:lvl5pPr>
            <a:lvl6pPr lvl="5" algn="r">
              <a:spcBef>
                <a:spcPts val="0"/>
              </a:spcBef>
              <a:spcAft>
                <a:spcPts val="0"/>
              </a:spcAft>
              <a:buClr>
                <a:schemeClr val="accent1"/>
              </a:buClr>
              <a:buSzPts val="3600"/>
              <a:buNone/>
              <a:defRPr sz="3600">
                <a:solidFill>
                  <a:schemeClr val="accent1"/>
                </a:solidFill>
              </a:defRPr>
            </a:lvl6pPr>
            <a:lvl7pPr lvl="6" algn="r">
              <a:spcBef>
                <a:spcPts val="0"/>
              </a:spcBef>
              <a:spcAft>
                <a:spcPts val="0"/>
              </a:spcAft>
              <a:buClr>
                <a:schemeClr val="accent1"/>
              </a:buClr>
              <a:buSzPts val="3600"/>
              <a:buNone/>
              <a:defRPr sz="3600">
                <a:solidFill>
                  <a:schemeClr val="accent1"/>
                </a:solidFill>
              </a:defRPr>
            </a:lvl7pPr>
            <a:lvl8pPr lvl="7" algn="r">
              <a:spcBef>
                <a:spcPts val="0"/>
              </a:spcBef>
              <a:spcAft>
                <a:spcPts val="0"/>
              </a:spcAft>
              <a:buClr>
                <a:schemeClr val="accent1"/>
              </a:buClr>
              <a:buSzPts val="3600"/>
              <a:buNone/>
              <a:defRPr sz="3600">
                <a:solidFill>
                  <a:schemeClr val="accent1"/>
                </a:solidFill>
              </a:defRPr>
            </a:lvl8pPr>
            <a:lvl9pPr lvl="8" algn="r">
              <a:spcBef>
                <a:spcPts val="0"/>
              </a:spcBef>
              <a:spcAft>
                <a:spcPts val="0"/>
              </a:spcAft>
              <a:buClr>
                <a:schemeClr val="accent1"/>
              </a:buClr>
              <a:buSzPts val="3600"/>
              <a:buNone/>
              <a:defRPr sz="3600">
                <a:solidFill>
                  <a:schemeClr val="accen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3"/>
        <p:cNvGrpSpPr/>
        <p:nvPr/>
      </p:nvGrpSpPr>
      <p:grpSpPr>
        <a:xfrm>
          <a:off x="0" y="0"/>
          <a:ext cx="0" cy="0"/>
          <a:chOff x="0" y="0"/>
          <a:chExt cx="0" cy="0"/>
        </a:xfrm>
      </p:grpSpPr>
      <p:sp>
        <p:nvSpPr>
          <p:cNvPr id="34" name="Google Shape;34;p9"/>
          <p:cNvSpPr txBox="1">
            <a:spLocks noGrp="1"/>
          </p:cNvSpPr>
          <p:nvPr>
            <p:ph type="subTitle" idx="1"/>
          </p:nvPr>
        </p:nvSpPr>
        <p:spPr>
          <a:xfrm>
            <a:off x="719850" y="1550350"/>
            <a:ext cx="3821700" cy="507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6"/>
              </a:buClr>
              <a:buSzPts val="1800"/>
              <a:buFont typeface="Advent Pro"/>
              <a:buNone/>
              <a:defRPr sz="2200" b="1">
                <a:solidFill>
                  <a:schemeClr val="accent6"/>
                </a:solidFill>
                <a:latin typeface="Advent Pro"/>
                <a:ea typeface="Advent Pro"/>
                <a:cs typeface="Advent Pro"/>
                <a:sym typeface="Advent Pro"/>
              </a:defRPr>
            </a:lvl1pPr>
            <a:lvl2pPr lvl="1">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2pPr>
            <a:lvl3pPr lvl="2">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3pPr>
            <a:lvl4pPr lvl="3">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4pPr>
            <a:lvl5pPr lvl="4">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5pPr>
            <a:lvl6pPr lvl="5">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6pPr>
            <a:lvl7pPr lvl="6">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7pPr>
            <a:lvl8pPr lvl="7">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8pPr>
            <a:lvl9pPr lvl="8">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9pPr>
          </a:lstStyle>
          <a:p>
            <a:endParaRPr/>
          </a:p>
        </p:txBody>
      </p:sp>
      <p:sp>
        <p:nvSpPr>
          <p:cNvPr id="35" name="Google Shape;35;p9"/>
          <p:cNvSpPr txBox="1">
            <a:spLocks noGrp="1"/>
          </p:cNvSpPr>
          <p:nvPr>
            <p:ph type="body" idx="2"/>
          </p:nvPr>
        </p:nvSpPr>
        <p:spPr>
          <a:xfrm>
            <a:off x="719850" y="2187075"/>
            <a:ext cx="3821700" cy="21717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17500">
              <a:spcBef>
                <a:spcPts val="10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6" name="Google Shape;36;p9"/>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37" name="Google Shape;37;p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8"/>
        <p:cNvGrpSpPr/>
        <p:nvPr/>
      </p:nvGrpSpPr>
      <p:grpSpPr>
        <a:xfrm>
          <a:off x="0" y="0"/>
          <a:ext cx="0" cy="0"/>
          <a:chOff x="0" y="0"/>
          <a:chExt cx="0" cy="0"/>
        </a:xfrm>
      </p:grpSpPr>
      <p:sp>
        <p:nvSpPr>
          <p:cNvPr id="39" name="Google Shape;39;p10"/>
          <p:cNvSpPr txBox="1">
            <a:spLocks noGrp="1"/>
          </p:cNvSpPr>
          <p:nvPr>
            <p:ph type="title"/>
          </p:nvPr>
        </p:nvSpPr>
        <p:spPr>
          <a:xfrm>
            <a:off x="5108600" y="1906375"/>
            <a:ext cx="3135000" cy="23943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accent1"/>
              </a:buClr>
              <a:buSzPts val="4000"/>
              <a:buNone/>
              <a:defRPr sz="4000">
                <a:solidFill>
                  <a:schemeClr val="lt1"/>
                </a:solidFill>
              </a:defRPr>
            </a:lvl1pPr>
            <a:lvl2pPr lvl="1" algn="r" rtl="0">
              <a:spcBef>
                <a:spcPts val="0"/>
              </a:spcBef>
              <a:spcAft>
                <a:spcPts val="0"/>
              </a:spcAft>
              <a:buClr>
                <a:schemeClr val="accent1"/>
              </a:buClr>
              <a:buSzPts val="3600"/>
              <a:buNone/>
              <a:defRPr sz="3600">
                <a:solidFill>
                  <a:schemeClr val="accent1"/>
                </a:solidFill>
              </a:defRPr>
            </a:lvl2pPr>
            <a:lvl3pPr lvl="2" algn="r" rtl="0">
              <a:spcBef>
                <a:spcPts val="0"/>
              </a:spcBef>
              <a:spcAft>
                <a:spcPts val="0"/>
              </a:spcAft>
              <a:buClr>
                <a:schemeClr val="accent1"/>
              </a:buClr>
              <a:buSzPts val="3600"/>
              <a:buNone/>
              <a:defRPr sz="3600">
                <a:solidFill>
                  <a:schemeClr val="accent1"/>
                </a:solidFill>
              </a:defRPr>
            </a:lvl3pPr>
            <a:lvl4pPr lvl="3" algn="r" rtl="0">
              <a:spcBef>
                <a:spcPts val="0"/>
              </a:spcBef>
              <a:spcAft>
                <a:spcPts val="0"/>
              </a:spcAft>
              <a:buClr>
                <a:schemeClr val="accent1"/>
              </a:buClr>
              <a:buSzPts val="3600"/>
              <a:buNone/>
              <a:defRPr sz="3600">
                <a:solidFill>
                  <a:schemeClr val="accent1"/>
                </a:solidFill>
              </a:defRPr>
            </a:lvl4pPr>
            <a:lvl5pPr lvl="4" algn="r" rtl="0">
              <a:spcBef>
                <a:spcPts val="0"/>
              </a:spcBef>
              <a:spcAft>
                <a:spcPts val="0"/>
              </a:spcAft>
              <a:buClr>
                <a:schemeClr val="accent1"/>
              </a:buClr>
              <a:buSzPts val="3600"/>
              <a:buNone/>
              <a:defRPr sz="3600">
                <a:solidFill>
                  <a:schemeClr val="accent1"/>
                </a:solidFill>
              </a:defRPr>
            </a:lvl5pPr>
            <a:lvl6pPr lvl="5" algn="r" rtl="0">
              <a:spcBef>
                <a:spcPts val="0"/>
              </a:spcBef>
              <a:spcAft>
                <a:spcPts val="0"/>
              </a:spcAft>
              <a:buClr>
                <a:schemeClr val="accent1"/>
              </a:buClr>
              <a:buSzPts val="3600"/>
              <a:buNone/>
              <a:defRPr sz="3600">
                <a:solidFill>
                  <a:schemeClr val="accent1"/>
                </a:solidFill>
              </a:defRPr>
            </a:lvl6pPr>
            <a:lvl7pPr lvl="6" algn="r" rtl="0">
              <a:spcBef>
                <a:spcPts val="0"/>
              </a:spcBef>
              <a:spcAft>
                <a:spcPts val="0"/>
              </a:spcAft>
              <a:buClr>
                <a:schemeClr val="accent1"/>
              </a:buClr>
              <a:buSzPts val="3600"/>
              <a:buNone/>
              <a:defRPr sz="3600">
                <a:solidFill>
                  <a:schemeClr val="accent1"/>
                </a:solidFill>
              </a:defRPr>
            </a:lvl7pPr>
            <a:lvl8pPr lvl="7" algn="r" rtl="0">
              <a:spcBef>
                <a:spcPts val="0"/>
              </a:spcBef>
              <a:spcAft>
                <a:spcPts val="0"/>
              </a:spcAft>
              <a:buClr>
                <a:schemeClr val="accent1"/>
              </a:buClr>
              <a:buSzPts val="3600"/>
              <a:buNone/>
              <a:defRPr sz="3600">
                <a:solidFill>
                  <a:schemeClr val="accent1"/>
                </a:solidFill>
              </a:defRPr>
            </a:lvl8pPr>
            <a:lvl9pPr lvl="8" algn="r" rtl="0">
              <a:spcBef>
                <a:spcPts val="0"/>
              </a:spcBef>
              <a:spcAft>
                <a:spcPts val="0"/>
              </a:spcAft>
              <a:buClr>
                <a:schemeClr val="accent1"/>
              </a:buClr>
              <a:buSzPts val="3600"/>
              <a:buNone/>
              <a:defRPr sz="3600">
                <a:solidFill>
                  <a:schemeClr val="accent1"/>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1"/>
          <p:cNvSpPr txBox="1">
            <a:spLocks noGrp="1"/>
          </p:cNvSpPr>
          <p:nvPr>
            <p:ph type="title" hasCustomPrompt="1"/>
          </p:nvPr>
        </p:nvSpPr>
        <p:spPr>
          <a:xfrm>
            <a:off x="730812" y="1182325"/>
            <a:ext cx="4395600" cy="19635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6"/>
              </a:buClr>
              <a:buSzPts val="9600"/>
              <a:buNone/>
              <a:defRPr sz="9600">
                <a:solidFill>
                  <a:schemeClr val="accent6"/>
                </a:solidFill>
              </a:defRPr>
            </a:lvl1pPr>
            <a:lvl2pPr lvl="1" algn="r">
              <a:spcBef>
                <a:spcPts val="0"/>
              </a:spcBef>
              <a:spcAft>
                <a:spcPts val="0"/>
              </a:spcAft>
              <a:buSzPts val="12000"/>
              <a:buNone/>
              <a:defRPr sz="12000"/>
            </a:lvl2pPr>
            <a:lvl3pPr lvl="2" algn="r">
              <a:spcBef>
                <a:spcPts val="0"/>
              </a:spcBef>
              <a:spcAft>
                <a:spcPts val="0"/>
              </a:spcAft>
              <a:buSzPts val="12000"/>
              <a:buNone/>
              <a:defRPr sz="12000"/>
            </a:lvl3pPr>
            <a:lvl4pPr lvl="3" algn="r">
              <a:spcBef>
                <a:spcPts val="0"/>
              </a:spcBef>
              <a:spcAft>
                <a:spcPts val="0"/>
              </a:spcAft>
              <a:buSzPts val="12000"/>
              <a:buNone/>
              <a:defRPr sz="12000"/>
            </a:lvl4pPr>
            <a:lvl5pPr lvl="4" algn="r">
              <a:spcBef>
                <a:spcPts val="0"/>
              </a:spcBef>
              <a:spcAft>
                <a:spcPts val="0"/>
              </a:spcAft>
              <a:buSzPts val="12000"/>
              <a:buNone/>
              <a:defRPr sz="12000"/>
            </a:lvl5pPr>
            <a:lvl6pPr lvl="5" algn="r">
              <a:spcBef>
                <a:spcPts val="0"/>
              </a:spcBef>
              <a:spcAft>
                <a:spcPts val="0"/>
              </a:spcAft>
              <a:buSzPts val="12000"/>
              <a:buNone/>
              <a:defRPr sz="12000"/>
            </a:lvl6pPr>
            <a:lvl7pPr lvl="6" algn="r">
              <a:spcBef>
                <a:spcPts val="0"/>
              </a:spcBef>
              <a:spcAft>
                <a:spcPts val="0"/>
              </a:spcAft>
              <a:buSzPts val="12000"/>
              <a:buNone/>
              <a:defRPr sz="12000"/>
            </a:lvl7pPr>
            <a:lvl8pPr lvl="7" algn="r">
              <a:spcBef>
                <a:spcPts val="0"/>
              </a:spcBef>
              <a:spcAft>
                <a:spcPts val="0"/>
              </a:spcAft>
              <a:buSzPts val="12000"/>
              <a:buNone/>
              <a:defRPr sz="12000"/>
            </a:lvl8pPr>
            <a:lvl9pPr lvl="8" algn="r">
              <a:spcBef>
                <a:spcPts val="0"/>
              </a:spcBef>
              <a:spcAft>
                <a:spcPts val="0"/>
              </a:spcAft>
              <a:buSzPts val="12000"/>
              <a:buNone/>
              <a:defRPr sz="12000"/>
            </a:lvl9pPr>
          </a:lstStyle>
          <a:p>
            <a:r>
              <a:t>xx%</a:t>
            </a:r>
          </a:p>
        </p:txBody>
      </p:sp>
      <p:sp>
        <p:nvSpPr>
          <p:cNvPr id="42" name="Google Shape;42;p11"/>
          <p:cNvSpPr txBox="1">
            <a:spLocks noGrp="1"/>
          </p:cNvSpPr>
          <p:nvPr>
            <p:ph type="body" idx="1"/>
          </p:nvPr>
        </p:nvSpPr>
        <p:spPr>
          <a:xfrm>
            <a:off x="730812" y="3228425"/>
            <a:ext cx="4395600" cy="1300800"/>
          </a:xfrm>
          <a:prstGeom prst="rect">
            <a:avLst/>
          </a:prstGeom>
        </p:spPr>
        <p:txBody>
          <a:bodyPr spcFirstLastPara="1" wrap="square" lIns="91425" tIns="91425" rIns="91425" bIns="91425" anchor="t" anchorCtr="0">
            <a:noAutofit/>
          </a:bodyPr>
          <a:lstStyle>
            <a:lvl1pPr marL="457200" lvl="0" indent="-342900" algn="r">
              <a:spcBef>
                <a:spcPts val="0"/>
              </a:spcBef>
              <a:spcAft>
                <a:spcPts val="0"/>
              </a:spcAft>
              <a:buSzPts val="1800"/>
              <a:buChar char="●"/>
              <a:defRPr sz="1400"/>
            </a:lvl1pPr>
            <a:lvl2pPr marL="914400" lvl="1" indent="-317500" algn="r">
              <a:spcBef>
                <a:spcPts val="0"/>
              </a:spcBef>
              <a:spcAft>
                <a:spcPts val="0"/>
              </a:spcAft>
              <a:buSzPts val="1400"/>
              <a:buChar char="○"/>
              <a:defRPr/>
            </a:lvl2pPr>
            <a:lvl3pPr marL="1371600" lvl="2" indent="-317500" algn="r">
              <a:spcBef>
                <a:spcPts val="1600"/>
              </a:spcBef>
              <a:spcAft>
                <a:spcPts val="0"/>
              </a:spcAft>
              <a:buSzPts val="1400"/>
              <a:buChar char="■"/>
              <a:defRPr/>
            </a:lvl3pPr>
            <a:lvl4pPr marL="1828800" lvl="3" indent="-317500" algn="r">
              <a:spcBef>
                <a:spcPts val="1600"/>
              </a:spcBef>
              <a:spcAft>
                <a:spcPts val="0"/>
              </a:spcAft>
              <a:buSzPts val="1400"/>
              <a:buChar char="●"/>
              <a:defRPr/>
            </a:lvl4pPr>
            <a:lvl5pPr marL="2286000" lvl="4" indent="-317500" algn="r">
              <a:spcBef>
                <a:spcPts val="1600"/>
              </a:spcBef>
              <a:spcAft>
                <a:spcPts val="0"/>
              </a:spcAft>
              <a:buSzPts val="1400"/>
              <a:buChar char="○"/>
              <a:defRPr/>
            </a:lvl5pPr>
            <a:lvl6pPr marL="2743200" lvl="5" indent="-317500" algn="r">
              <a:spcBef>
                <a:spcPts val="1600"/>
              </a:spcBef>
              <a:spcAft>
                <a:spcPts val="0"/>
              </a:spcAft>
              <a:buSzPts val="1400"/>
              <a:buChar char="■"/>
              <a:defRPr/>
            </a:lvl6pPr>
            <a:lvl7pPr marL="3200400" lvl="6" indent="-317500" algn="r">
              <a:spcBef>
                <a:spcPts val="1600"/>
              </a:spcBef>
              <a:spcAft>
                <a:spcPts val="0"/>
              </a:spcAft>
              <a:buSzPts val="1400"/>
              <a:buChar char="●"/>
              <a:defRPr/>
            </a:lvl7pPr>
            <a:lvl8pPr marL="3657600" lvl="7" indent="-317500" algn="r">
              <a:spcBef>
                <a:spcPts val="1600"/>
              </a:spcBef>
              <a:spcAft>
                <a:spcPts val="0"/>
              </a:spcAft>
              <a:buSzPts val="1400"/>
              <a:buChar char="○"/>
              <a:defRPr/>
            </a:lvl8pPr>
            <a:lvl9pPr marL="4114800" lvl="8" indent="-317500" algn="r">
              <a:spcBef>
                <a:spcPts val="1600"/>
              </a:spcBef>
              <a:spcAft>
                <a:spcPts val="1600"/>
              </a:spcAft>
              <a:buSzPts val="14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3"/>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SECTION_TITLE_AND_DESCRIPTION_1">
    <p:spTree>
      <p:nvGrpSpPr>
        <p:cNvPr id="1" name="Shape 45"/>
        <p:cNvGrpSpPr/>
        <p:nvPr/>
      </p:nvGrpSpPr>
      <p:grpSpPr>
        <a:xfrm>
          <a:off x="0" y="0"/>
          <a:ext cx="0" cy="0"/>
          <a:chOff x="0" y="0"/>
          <a:chExt cx="0" cy="0"/>
        </a:xfrm>
      </p:grpSpPr>
      <p:sp>
        <p:nvSpPr>
          <p:cNvPr id="46" name="Google Shape;46;p14"/>
          <p:cNvSpPr txBox="1">
            <a:spLocks noGrp="1"/>
          </p:cNvSpPr>
          <p:nvPr>
            <p:ph type="title"/>
          </p:nvPr>
        </p:nvSpPr>
        <p:spPr>
          <a:xfrm>
            <a:off x="1186513" y="1874275"/>
            <a:ext cx="16047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47" name="Google Shape;47;p14"/>
          <p:cNvSpPr txBox="1">
            <a:spLocks noGrp="1"/>
          </p:cNvSpPr>
          <p:nvPr>
            <p:ph type="subTitle" idx="1"/>
          </p:nvPr>
        </p:nvSpPr>
        <p:spPr>
          <a:xfrm>
            <a:off x="1186513" y="3291775"/>
            <a:ext cx="1604700" cy="123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8" name="Google Shape;48;p14"/>
          <p:cNvSpPr txBox="1">
            <a:spLocks noGrp="1"/>
          </p:cNvSpPr>
          <p:nvPr>
            <p:ph type="title" idx="2"/>
          </p:nvPr>
        </p:nvSpPr>
        <p:spPr>
          <a:xfrm>
            <a:off x="2908602" y="1874275"/>
            <a:ext cx="16047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49" name="Google Shape;49;p14"/>
          <p:cNvSpPr txBox="1">
            <a:spLocks noGrp="1"/>
          </p:cNvSpPr>
          <p:nvPr>
            <p:ph type="subTitle" idx="3"/>
          </p:nvPr>
        </p:nvSpPr>
        <p:spPr>
          <a:xfrm>
            <a:off x="2908602" y="3291775"/>
            <a:ext cx="1604700" cy="123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0" name="Google Shape;50;p14"/>
          <p:cNvSpPr txBox="1">
            <a:spLocks noGrp="1"/>
          </p:cNvSpPr>
          <p:nvPr>
            <p:ph type="title" idx="4"/>
          </p:nvPr>
        </p:nvSpPr>
        <p:spPr>
          <a:xfrm>
            <a:off x="4630692" y="1874275"/>
            <a:ext cx="16047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51" name="Google Shape;51;p14"/>
          <p:cNvSpPr txBox="1">
            <a:spLocks noGrp="1"/>
          </p:cNvSpPr>
          <p:nvPr>
            <p:ph type="subTitle" idx="5"/>
          </p:nvPr>
        </p:nvSpPr>
        <p:spPr>
          <a:xfrm>
            <a:off x="4630692" y="3291775"/>
            <a:ext cx="1604700" cy="123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2" name="Google Shape;52;p14"/>
          <p:cNvSpPr txBox="1">
            <a:spLocks noGrp="1"/>
          </p:cNvSpPr>
          <p:nvPr>
            <p:ph type="title" idx="6"/>
          </p:nvPr>
        </p:nvSpPr>
        <p:spPr>
          <a:xfrm>
            <a:off x="6352782" y="1874275"/>
            <a:ext cx="16047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53" name="Google Shape;53;p14"/>
          <p:cNvSpPr txBox="1">
            <a:spLocks noGrp="1"/>
          </p:cNvSpPr>
          <p:nvPr>
            <p:ph type="subTitle" idx="7"/>
          </p:nvPr>
        </p:nvSpPr>
        <p:spPr>
          <a:xfrm>
            <a:off x="6352782" y="3291775"/>
            <a:ext cx="1604700" cy="123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 name="Google Shape;54;p14"/>
          <p:cNvSpPr txBox="1">
            <a:spLocks noGrp="1"/>
          </p:cNvSpPr>
          <p:nvPr>
            <p:ph type="title" idx="8" hasCustomPrompt="1"/>
          </p:nvPr>
        </p:nvSpPr>
        <p:spPr>
          <a:xfrm>
            <a:off x="955525" y="1057000"/>
            <a:ext cx="2066700" cy="14064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dk2"/>
              </a:buClr>
              <a:buSzPts val="8000"/>
              <a:buNone/>
              <a:defRPr sz="8000">
                <a:solidFill>
                  <a:schemeClr val="dk2"/>
                </a:solidFill>
              </a:defRPr>
            </a:lvl1pPr>
            <a:lvl2pPr lvl="1" algn="ctr" rtl="0">
              <a:spcBef>
                <a:spcPts val="0"/>
              </a:spcBef>
              <a:spcAft>
                <a:spcPts val="0"/>
              </a:spcAft>
              <a:buSzPts val="8000"/>
              <a:buNone/>
              <a:defRPr sz="8000"/>
            </a:lvl2pPr>
            <a:lvl3pPr lvl="2" algn="ctr" rtl="0">
              <a:spcBef>
                <a:spcPts val="0"/>
              </a:spcBef>
              <a:spcAft>
                <a:spcPts val="0"/>
              </a:spcAft>
              <a:buSzPts val="8000"/>
              <a:buNone/>
              <a:defRPr sz="8000"/>
            </a:lvl3pPr>
            <a:lvl4pPr lvl="3" algn="ctr" rtl="0">
              <a:spcBef>
                <a:spcPts val="0"/>
              </a:spcBef>
              <a:spcAft>
                <a:spcPts val="0"/>
              </a:spcAft>
              <a:buSzPts val="8000"/>
              <a:buNone/>
              <a:defRPr sz="8000"/>
            </a:lvl4pPr>
            <a:lvl5pPr lvl="4" algn="ctr" rtl="0">
              <a:spcBef>
                <a:spcPts val="0"/>
              </a:spcBef>
              <a:spcAft>
                <a:spcPts val="0"/>
              </a:spcAft>
              <a:buSzPts val="8000"/>
              <a:buNone/>
              <a:defRPr sz="8000"/>
            </a:lvl5pPr>
            <a:lvl6pPr lvl="5" algn="ctr" rtl="0">
              <a:spcBef>
                <a:spcPts val="0"/>
              </a:spcBef>
              <a:spcAft>
                <a:spcPts val="0"/>
              </a:spcAft>
              <a:buSzPts val="8000"/>
              <a:buNone/>
              <a:defRPr sz="8000"/>
            </a:lvl6pPr>
            <a:lvl7pPr lvl="6" algn="ctr" rtl="0">
              <a:spcBef>
                <a:spcPts val="0"/>
              </a:spcBef>
              <a:spcAft>
                <a:spcPts val="0"/>
              </a:spcAft>
              <a:buSzPts val="8000"/>
              <a:buNone/>
              <a:defRPr sz="8000"/>
            </a:lvl7pPr>
            <a:lvl8pPr lvl="7" algn="ctr" rtl="0">
              <a:spcBef>
                <a:spcPts val="0"/>
              </a:spcBef>
              <a:spcAft>
                <a:spcPts val="0"/>
              </a:spcAft>
              <a:buSzPts val="8000"/>
              <a:buNone/>
              <a:defRPr sz="8000"/>
            </a:lvl8pPr>
            <a:lvl9pPr lvl="8" algn="ctr" rtl="0">
              <a:spcBef>
                <a:spcPts val="0"/>
              </a:spcBef>
              <a:spcAft>
                <a:spcPts val="0"/>
              </a:spcAft>
              <a:buSzPts val="8000"/>
              <a:buNone/>
              <a:defRPr sz="8000"/>
            </a:lvl9pPr>
          </a:lstStyle>
          <a:p>
            <a:r>
              <a:t>xx%</a:t>
            </a:r>
          </a:p>
        </p:txBody>
      </p:sp>
      <p:sp>
        <p:nvSpPr>
          <p:cNvPr id="55" name="Google Shape;55;p14"/>
          <p:cNvSpPr txBox="1">
            <a:spLocks noGrp="1"/>
          </p:cNvSpPr>
          <p:nvPr>
            <p:ph type="title" idx="9" hasCustomPrompt="1"/>
          </p:nvPr>
        </p:nvSpPr>
        <p:spPr>
          <a:xfrm>
            <a:off x="2677600" y="1057000"/>
            <a:ext cx="2066700" cy="14064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dk2"/>
              </a:buClr>
              <a:buSzPts val="8000"/>
              <a:buNone/>
              <a:defRPr sz="8000">
                <a:solidFill>
                  <a:schemeClr val="dk2"/>
                </a:solidFill>
              </a:defRPr>
            </a:lvl1pPr>
            <a:lvl2pPr lvl="1" algn="ctr" rtl="0">
              <a:spcBef>
                <a:spcPts val="0"/>
              </a:spcBef>
              <a:spcAft>
                <a:spcPts val="0"/>
              </a:spcAft>
              <a:buSzPts val="8000"/>
              <a:buNone/>
              <a:defRPr sz="8000"/>
            </a:lvl2pPr>
            <a:lvl3pPr lvl="2" algn="ctr" rtl="0">
              <a:spcBef>
                <a:spcPts val="0"/>
              </a:spcBef>
              <a:spcAft>
                <a:spcPts val="0"/>
              </a:spcAft>
              <a:buSzPts val="8000"/>
              <a:buNone/>
              <a:defRPr sz="8000"/>
            </a:lvl3pPr>
            <a:lvl4pPr lvl="3" algn="ctr" rtl="0">
              <a:spcBef>
                <a:spcPts val="0"/>
              </a:spcBef>
              <a:spcAft>
                <a:spcPts val="0"/>
              </a:spcAft>
              <a:buSzPts val="8000"/>
              <a:buNone/>
              <a:defRPr sz="8000"/>
            </a:lvl4pPr>
            <a:lvl5pPr lvl="4" algn="ctr" rtl="0">
              <a:spcBef>
                <a:spcPts val="0"/>
              </a:spcBef>
              <a:spcAft>
                <a:spcPts val="0"/>
              </a:spcAft>
              <a:buSzPts val="8000"/>
              <a:buNone/>
              <a:defRPr sz="8000"/>
            </a:lvl5pPr>
            <a:lvl6pPr lvl="5" algn="ctr" rtl="0">
              <a:spcBef>
                <a:spcPts val="0"/>
              </a:spcBef>
              <a:spcAft>
                <a:spcPts val="0"/>
              </a:spcAft>
              <a:buSzPts val="8000"/>
              <a:buNone/>
              <a:defRPr sz="8000"/>
            </a:lvl6pPr>
            <a:lvl7pPr lvl="6" algn="ctr" rtl="0">
              <a:spcBef>
                <a:spcPts val="0"/>
              </a:spcBef>
              <a:spcAft>
                <a:spcPts val="0"/>
              </a:spcAft>
              <a:buSzPts val="8000"/>
              <a:buNone/>
              <a:defRPr sz="8000"/>
            </a:lvl7pPr>
            <a:lvl8pPr lvl="7" algn="ctr" rtl="0">
              <a:spcBef>
                <a:spcPts val="0"/>
              </a:spcBef>
              <a:spcAft>
                <a:spcPts val="0"/>
              </a:spcAft>
              <a:buSzPts val="8000"/>
              <a:buNone/>
              <a:defRPr sz="8000"/>
            </a:lvl8pPr>
            <a:lvl9pPr lvl="8" algn="ctr" rtl="0">
              <a:spcBef>
                <a:spcPts val="0"/>
              </a:spcBef>
              <a:spcAft>
                <a:spcPts val="0"/>
              </a:spcAft>
              <a:buSzPts val="8000"/>
              <a:buNone/>
              <a:defRPr sz="8000"/>
            </a:lvl9pPr>
          </a:lstStyle>
          <a:p>
            <a:r>
              <a:t>xx%</a:t>
            </a:r>
          </a:p>
        </p:txBody>
      </p:sp>
      <p:sp>
        <p:nvSpPr>
          <p:cNvPr id="56" name="Google Shape;56;p14"/>
          <p:cNvSpPr txBox="1">
            <a:spLocks noGrp="1"/>
          </p:cNvSpPr>
          <p:nvPr>
            <p:ph type="title" idx="13" hasCustomPrompt="1"/>
          </p:nvPr>
        </p:nvSpPr>
        <p:spPr>
          <a:xfrm>
            <a:off x="4399700" y="1057000"/>
            <a:ext cx="2066700" cy="14064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dk2"/>
              </a:buClr>
              <a:buSzPts val="8000"/>
              <a:buNone/>
              <a:defRPr sz="8000">
                <a:solidFill>
                  <a:schemeClr val="dk2"/>
                </a:solidFill>
              </a:defRPr>
            </a:lvl1pPr>
            <a:lvl2pPr lvl="1" algn="ctr" rtl="0">
              <a:spcBef>
                <a:spcPts val="0"/>
              </a:spcBef>
              <a:spcAft>
                <a:spcPts val="0"/>
              </a:spcAft>
              <a:buSzPts val="8000"/>
              <a:buNone/>
              <a:defRPr sz="8000"/>
            </a:lvl2pPr>
            <a:lvl3pPr lvl="2" algn="ctr" rtl="0">
              <a:spcBef>
                <a:spcPts val="0"/>
              </a:spcBef>
              <a:spcAft>
                <a:spcPts val="0"/>
              </a:spcAft>
              <a:buSzPts val="8000"/>
              <a:buNone/>
              <a:defRPr sz="8000"/>
            </a:lvl3pPr>
            <a:lvl4pPr lvl="3" algn="ctr" rtl="0">
              <a:spcBef>
                <a:spcPts val="0"/>
              </a:spcBef>
              <a:spcAft>
                <a:spcPts val="0"/>
              </a:spcAft>
              <a:buSzPts val="8000"/>
              <a:buNone/>
              <a:defRPr sz="8000"/>
            </a:lvl4pPr>
            <a:lvl5pPr lvl="4" algn="ctr" rtl="0">
              <a:spcBef>
                <a:spcPts val="0"/>
              </a:spcBef>
              <a:spcAft>
                <a:spcPts val="0"/>
              </a:spcAft>
              <a:buSzPts val="8000"/>
              <a:buNone/>
              <a:defRPr sz="8000"/>
            </a:lvl5pPr>
            <a:lvl6pPr lvl="5" algn="ctr" rtl="0">
              <a:spcBef>
                <a:spcPts val="0"/>
              </a:spcBef>
              <a:spcAft>
                <a:spcPts val="0"/>
              </a:spcAft>
              <a:buSzPts val="8000"/>
              <a:buNone/>
              <a:defRPr sz="8000"/>
            </a:lvl6pPr>
            <a:lvl7pPr lvl="6" algn="ctr" rtl="0">
              <a:spcBef>
                <a:spcPts val="0"/>
              </a:spcBef>
              <a:spcAft>
                <a:spcPts val="0"/>
              </a:spcAft>
              <a:buSzPts val="8000"/>
              <a:buNone/>
              <a:defRPr sz="8000"/>
            </a:lvl7pPr>
            <a:lvl8pPr lvl="7" algn="ctr" rtl="0">
              <a:spcBef>
                <a:spcPts val="0"/>
              </a:spcBef>
              <a:spcAft>
                <a:spcPts val="0"/>
              </a:spcAft>
              <a:buSzPts val="8000"/>
              <a:buNone/>
              <a:defRPr sz="8000"/>
            </a:lvl8pPr>
            <a:lvl9pPr lvl="8" algn="ctr" rtl="0">
              <a:spcBef>
                <a:spcPts val="0"/>
              </a:spcBef>
              <a:spcAft>
                <a:spcPts val="0"/>
              </a:spcAft>
              <a:buSzPts val="8000"/>
              <a:buNone/>
              <a:defRPr sz="8000"/>
            </a:lvl9pPr>
          </a:lstStyle>
          <a:p>
            <a:r>
              <a:t>xx%</a:t>
            </a:r>
          </a:p>
        </p:txBody>
      </p:sp>
      <p:sp>
        <p:nvSpPr>
          <p:cNvPr id="57" name="Google Shape;57;p14"/>
          <p:cNvSpPr txBox="1">
            <a:spLocks noGrp="1"/>
          </p:cNvSpPr>
          <p:nvPr>
            <p:ph type="title" idx="14" hasCustomPrompt="1"/>
          </p:nvPr>
        </p:nvSpPr>
        <p:spPr>
          <a:xfrm>
            <a:off x="6121775" y="1057000"/>
            <a:ext cx="2066700" cy="14064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dk2"/>
              </a:buClr>
              <a:buSzPts val="8000"/>
              <a:buNone/>
              <a:defRPr sz="8000">
                <a:solidFill>
                  <a:schemeClr val="dk2"/>
                </a:solidFill>
              </a:defRPr>
            </a:lvl1pPr>
            <a:lvl2pPr lvl="1" algn="ctr" rtl="0">
              <a:spcBef>
                <a:spcPts val="0"/>
              </a:spcBef>
              <a:spcAft>
                <a:spcPts val="0"/>
              </a:spcAft>
              <a:buSzPts val="8000"/>
              <a:buNone/>
              <a:defRPr sz="8000"/>
            </a:lvl2pPr>
            <a:lvl3pPr lvl="2" algn="ctr" rtl="0">
              <a:spcBef>
                <a:spcPts val="0"/>
              </a:spcBef>
              <a:spcAft>
                <a:spcPts val="0"/>
              </a:spcAft>
              <a:buSzPts val="8000"/>
              <a:buNone/>
              <a:defRPr sz="8000"/>
            </a:lvl3pPr>
            <a:lvl4pPr lvl="3" algn="ctr" rtl="0">
              <a:spcBef>
                <a:spcPts val="0"/>
              </a:spcBef>
              <a:spcAft>
                <a:spcPts val="0"/>
              </a:spcAft>
              <a:buSzPts val="8000"/>
              <a:buNone/>
              <a:defRPr sz="8000"/>
            </a:lvl4pPr>
            <a:lvl5pPr lvl="4" algn="ctr" rtl="0">
              <a:spcBef>
                <a:spcPts val="0"/>
              </a:spcBef>
              <a:spcAft>
                <a:spcPts val="0"/>
              </a:spcAft>
              <a:buSzPts val="8000"/>
              <a:buNone/>
              <a:defRPr sz="8000"/>
            </a:lvl5pPr>
            <a:lvl6pPr lvl="5" algn="ctr" rtl="0">
              <a:spcBef>
                <a:spcPts val="0"/>
              </a:spcBef>
              <a:spcAft>
                <a:spcPts val="0"/>
              </a:spcAft>
              <a:buSzPts val="8000"/>
              <a:buNone/>
              <a:defRPr sz="8000"/>
            </a:lvl6pPr>
            <a:lvl7pPr lvl="6" algn="ctr" rtl="0">
              <a:spcBef>
                <a:spcPts val="0"/>
              </a:spcBef>
              <a:spcAft>
                <a:spcPts val="0"/>
              </a:spcAft>
              <a:buSzPts val="8000"/>
              <a:buNone/>
              <a:defRPr sz="8000"/>
            </a:lvl7pPr>
            <a:lvl8pPr lvl="7" algn="ctr" rtl="0">
              <a:spcBef>
                <a:spcPts val="0"/>
              </a:spcBef>
              <a:spcAft>
                <a:spcPts val="0"/>
              </a:spcAft>
              <a:buSzPts val="8000"/>
              <a:buNone/>
              <a:defRPr sz="8000"/>
            </a:lvl8pPr>
            <a:lvl9pPr lvl="8" algn="ctr" rtl="0">
              <a:spcBef>
                <a:spcPts val="0"/>
              </a:spcBef>
              <a:spcAft>
                <a:spcPts val="0"/>
              </a:spcAft>
              <a:buSzPts val="8000"/>
              <a:buNone/>
              <a:defRPr sz="8000"/>
            </a:lvl9pPr>
          </a:lstStyle>
          <a:p>
            <a:r>
              <a:t>xx%</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1">
  <p:cSld name="CUSTOM_12">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1871700" y="3005750"/>
            <a:ext cx="3135000" cy="20277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1"/>
              </a:buClr>
              <a:buSzPts val="4000"/>
              <a:buNone/>
              <a:defRPr sz="3400">
                <a:solidFill>
                  <a:schemeClr val="lt1"/>
                </a:solidFill>
              </a:defRPr>
            </a:lvl1pPr>
            <a:lvl2pPr lvl="1" algn="r" rtl="0">
              <a:spcBef>
                <a:spcPts val="0"/>
              </a:spcBef>
              <a:spcAft>
                <a:spcPts val="0"/>
              </a:spcAft>
              <a:buClr>
                <a:schemeClr val="accent1"/>
              </a:buClr>
              <a:buSzPts val="3600"/>
              <a:buNone/>
              <a:defRPr sz="3600">
                <a:solidFill>
                  <a:schemeClr val="accent1"/>
                </a:solidFill>
              </a:defRPr>
            </a:lvl2pPr>
            <a:lvl3pPr lvl="2" algn="r" rtl="0">
              <a:spcBef>
                <a:spcPts val="0"/>
              </a:spcBef>
              <a:spcAft>
                <a:spcPts val="0"/>
              </a:spcAft>
              <a:buClr>
                <a:schemeClr val="accent1"/>
              </a:buClr>
              <a:buSzPts val="3600"/>
              <a:buNone/>
              <a:defRPr sz="3600">
                <a:solidFill>
                  <a:schemeClr val="accent1"/>
                </a:solidFill>
              </a:defRPr>
            </a:lvl3pPr>
            <a:lvl4pPr lvl="3" algn="r" rtl="0">
              <a:spcBef>
                <a:spcPts val="0"/>
              </a:spcBef>
              <a:spcAft>
                <a:spcPts val="0"/>
              </a:spcAft>
              <a:buClr>
                <a:schemeClr val="accent1"/>
              </a:buClr>
              <a:buSzPts val="3600"/>
              <a:buNone/>
              <a:defRPr sz="3600">
                <a:solidFill>
                  <a:schemeClr val="accent1"/>
                </a:solidFill>
              </a:defRPr>
            </a:lvl4pPr>
            <a:lvl5pPr lvl="4" algn="r" rtl="0">
              <a:spcBef>
                <a:spcPts val="0"/>
              </a:spcBef>
              <a:spcAft>
                <a:spcPts val="0"/>
              </a:spcAft>
              <a:buClr>
                <a:schemeClr val="accent1"/>
              </a:buClr>
              <a:buSzPts val="3600"/>
              <a:buNone/>
              <a:defRPr sz="3600">
                <a:solidFill>
                  <a:schemeClr val="accent1"/>
                </a:solidFill>
              </a:defRPr>
            </a:lvl5pPr>
            <a:lvl6pPr lvl="5" algn="r" rtl="0">
              <a:spcBef>
                <a:spcPts val="0"/>
              </a:spcBef>
              <a:spcAft>
                <a:spcPts val="0"/>
              </a:spcAft>
              <a:buClr>
                <a:schemeClr val="accent1"/>
              </a:buClr>
              <a:buSzPts val="3600"/>
              <a:buNone/>
              <a:defRPr sz="3600">
                <a:solidFill>
                  <a:schemeClr val="accent1"/>
                </a:solidFill>
              </a:defRPr>
            </a:lvl6pPr>
            <a:lvl7pPr lvl="6" algn="r" rtl="0">
              <a:spcBef>
                <a:spcPts val="0"/>
              </a:spcBef>
              <a:spcAft>
                <a:spcPts val="0"/>
              </a:spcAft>
              <a:buClr>
                <a:schemeClr val="accent1"/>
              </a:buClr>
              <a:buSzPts val="3600"/>
              <a:buNone/>
              <a:defRPr sz="3600">
                <a:solidFill>
                  <a:schemeClr val="accent1"/>
                </a:solidFill>
              </a:defRPr>
            </a:lvl7pPr>
            <a:lvl8pPr lvl="7" algn="r" rtl="0">
              <a:spcBef>
                <a:spcPts val="0"/>
              </a:spcBef>
              <a:spcAft>
                <a:spcPts val="0"/>
              </a:spcAft>
              <a:buClr>
                <a:schemeClr val="accent1"/>
              </a:buClr>
              <a:buSzPts val="3600"/>
              <a:buNone/>
              <a:defRPr sz="3600">
                <a:solidFill>
                  <a:schemeClr val="accent1"/>
                </a:solidFill>
              </a:defRPr>
            </a:lvl8pPr>
            <a:lvl9pPr lvl="8" algn="r" rtl="0">
              <a:spcBef>
                <a:spcPts val="0"/>
              </a:spcBef>
              <a:spcAft>
                <a:spcPts val="0"/>
              </a:spcAft>
              <a:buClr>
                <a:schemeClr val="accent1"/>
              </a:buClr>
              <a:buSzPts val="3600"/>
              <a:buNone/>
              <a:defRPr sz="3600">
                <a:solidFill>
                  <a:schemeClr val="accent1"/>
                </a:solidFil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wo columns 1">
  <p:cSld name="ONE_COLUMN_TEXT_1">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65" name="Google Shape;65;p17"/>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66" name="Google Shape;66;p17"/>
          <p:cNvSpPr txBox="1">
            <a:spLocks noGrp="1"/>
          </p:cNvSpPr>
          <p:nvPr>
            <p:ph type="title" idx="2"/>
          </p:nvPr>
        </p:nvSpPr>
        <p:spPr>
          <a:xfrm>
            <a:off x="1197350" y="3267525"/>
            <a:ext cx="2776800" cy="5481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67" name="Google Shape;67;p17"/>
          <p:cNvSpPr txBox="1">
            <a:spLocks noGrp="1"/>
          </p:cNvSpPr>
          <p:nvPr>
            <p:ph type="subTitle" idx="1"/>
          </p:nvPr>
        </p:nvSpPr>
        <p:spPr>
          <a:xfrm>
            <a:off x="1197350" y="3750925"/>
            <a:ext cx="2776800" cy="75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68" name="Google Shape;68;p17"/>
          <p:cNvSpPr txBox="1">
            <a:spLocks noGrp="1"/>
          </p:cNvSpPr>
          <p:nvPr>
            <p:ph type="title" idx="3"/>
          </p:nvPr>
        </p:nvSpPr>
        <p:spPr>
          <a:xfrm>
            <a:off x="5169860" y="3267525"/>
            <a:ext cx="2776800" cy="5481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69" name="Google Shape;69;p17"/>
          <p:cNvSpPr txBox="1">
            <a:spLocks noGrp="1"/>
          </p:cNvSpPr>
          <p:nvPr>
            <p:ph type="subTitle" idx="4"/>
          </p:nvPr>
        </p:nvSpPr>
        <p:spPr>
          <a:xfrm>
            <a:off x="5169860" y="3750925"/>
            <a:ext cx="2776800" cy="75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lumns 1">
  <p:cSld name="ONE_COLUMN_TEXT_1_2">
    <p:spTree>
      <p:nvGrpSpPr>
        <p:cNvPr id="1" name="Shape 74"/>
        <p:cNvGrpSpPr/>
        <p:nvPr/>
      </p:nvGrpSpPr>
      <p:grpSpPr>
        <a:xfrm>
          <a:off x="0" y="0"/>
          <a:ext cx="0" cy="0"/>
          <a:chOff x="0" y="0"/>
          <a:chExt cx="0" cy="0"/>
        </a:xfrm>
      </p:grpSpPr>
      <p:sp>
        <p:nvSpPr>
          <p:cNvPr id="75" name="Google Shape;75;p19"/>
          <p:cNvSpPr txBox="1">
            <a:spLocks noGrp="1"/>
          </p:cNvSpPr>
          <p:nvPr>
            <p:ph type="title"/>
          </p:nvPr>
        </p:nvSpPr>
        <p:spPr>
          <a:xfrm>
            <a:off x="1197363" y="2538100"/>
            <a:ext cx="27768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6" name="Google Shape;76;p19"/>
          <p:cNvCxnSpPr/>
          <p:nvPr/>
        </p:nvCxnSpPr>
        <p:spPr>
          <a:xfrm>
            <a:off x="2323550" y="3386325"/>
            <a:ext cx="524400" cy="0"/>
          </a:xfrm>
          <a:prstGeom prst="straightConnector1">
            <a:avLst/>
          </a:prstGeom>
          <a:noFill/>
          <a:ln w="38100" cap="flat" cmpd="sng">
            <a:solidFill>
              <a:schemeClr val="accent6"/>
            </a:solidFill>
            <a:prstDash val="solid"/>
            <a:round/>
            <a:headEnd type="none" w="med" len="med"/>
            <a:tailEnd type="none" w="med" len="med"/>
          </a:ln>
        </p:spPr>
      </p:cxnSp>
      <p:sp>
        <p:nvSpPr>
          <p:cNvPr id="77" name="Google Shape;77;p19"/>
          <p:cNvSpPr txBox="1">
            <a:spLocks noGrp="1"/>
          </p:cNvSpPr>
          <p:nvPr>
            <p:ph type="subTitle" idx="1"/>
          </p:nvPr>
        </p:nvSpPr>
        <p:spPr>
          <a:xfrm>
            <a:off x="1197350" y="3602775"/>
            <a:ext cx="2776800" cy="109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78" name="Google Shape;78;p19"/>
          <p:cNvSpPr txBox="1">
            <a:spLocks noGrp="1"/>
          </p:cNvSpPr>
          <p:nvPr>
            <p:ph type="subTitle" idx="2"/>
          </p:nvPr>
        </p:nvSpPr>
        <p:spPr>
          <a:xfrm>
            <a:off x="5196038" y="3602775"/>
            <a:ext cx="2776800" cy="109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79" name="Google Shape;79;p19"/>
          <p:cNvSpPr txBox="1">
            <a:spLocks noGrp="1"/>
          </p:cNvSpPr>
          <p:nvPr>
            <p:ph type="title" idx="3"/>
          </p:nvPr>
        </p:nvSpPr>
        <p:spPr>
          <a:xfrm>
            <a:off x="5196038" y="2538100"/>
            <a:ext cx="27768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80" name="Google Shape;80;p19"/>
          <p:cNvCxnSpPr/>
          <p:nvPr/>
        </p:nvCxnSpPr>
        <p:spPr>
          <a:xfrm>
            <a:off x="6296050" y="3386325"/>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umns 2">
  <p:cSld name="CUSTOM_6">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692175" y="631525"/>
            <a:ext cx="2776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83" name="Google Shape;83;p20"/>
          <p:cNvSpPr txBox="1">
            <a:spLocks noGrp="1"/>
          </p:cNvSpPr>
          <p:nvPr>
            <p:ph type="subTitle" idx="1"/>
          </p:nvPr>
        </p:nvSpPr>
        <p:spPr>
          <a:xfrm>
            <a:off x="692175" y="1387225"/>
            <a:ext cx="2776800" cy="109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84" name="Google Shape;84;p20"/>
          <p:cNvSpPr txBox="1">
            <a:spLocks noGrp="1"/>
          </p:cNvSpPr>
          <p:nvPr>
            <p:ph type="subTitle" idx="2"/>
          </p:nvPr>
        </p:nvSpPr>
        <p:spPr>
          <a:xfrm>
            <a:off x="5653977" y="3418588"/>
            <a:ext cx="2776800" cy="1095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85" name="Google Shape;85;p20"/>
          <p:cNvSpPr txBox="1">
            <a:spLocks noGrp="1"/>
          </p:cNvSpPr>
          <p:nvPr>
            <p:ph type="title" idx="3"/>
          </p:nvPr>
        </p:nvSpPr>
        <p:spPr>
          <a:xfrm>
            <a:off x="5653975" y="2662888"/>
            <a:ext cx="2776800" cy="7557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four columns">
  <p:cSld name="SECTION_TITLE_AND_DESCRIPTION_1_1">
    <p:spTree>
      <p:nvGrpSpPr>
        <p:cNvPr id="1" name="Shape 86"/>
        <p:cNvGrpSpPr/>
        <p:nvPr/>
      </p:nvGrpSpPr>
      <p:grpSpPr>
        <a:xfrm>
          <a:off x="0" y="0"/>
          <a:ext cx="0" cy="0"/>
          <a:chOff x="0" y="0"/>
          <a:chExt cx="0" cy="0"/>
        </a:xfrm>
      </p:grpSpPr>
      <p:sp>
        <p:nvSpPr>
          <p:cNvPr id="87" name="Google Shape;87;p21"/>
          <p:cNvSpPr txBox="1">
            <a:spLocks noGrp="1"/>
          </p:cNvSpPr>
          <p:nvPr>
            <p:ph type="title"/>
          </p:nvPr>
        </p:nvSpPr>
        <p:spPr>
          <a:xfrm>
            <a:off x="1930750" y="1474962"/>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88" name="Google Shape;88;p21"/>
          <p:cNvSpPr txBox="1">
            <a:spLocks noGrp="1"/>
          </p:cNvSpPr>
          <p:nvPr>
            <p:ph type="subTitle" idx="1"/>
          </p:nvPr>
        </p:nvSpPr>
        <p:spPr>
          <a:xfrm>
            <a:off x="1930750" y="2210942"/>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89" name="Google Shape;89;p21"/>
          <p:cNvSpPr txBox="1">
            <a:spLocks noGrp="1"/>
          </p:cNvSpPr>
          <p:nvPr>
            <p:ph type="title" idx="2"/>
          </p:nvPr>
        </p:nvSpPr>
        <p:spPr>
          <a:xfrm>
            <a:off x="1930750" y="3019844"/>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90" name="Google Shape;90;p21"/>
          <p:cNvSpPr txBox="1">
            <a:spLocks noGrp="1"/>
          </p:cNvSpPr>
          <p:nvPr>
            <p:ph type="subTitle" idx="3"/>
          </p:nvPr>
        </p:nvSpPr>
        <p:spPr>
          <a:xfrm>
            <a:off x="1930750" y="3747687"/>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91" name="Google Shape;91;p21"/>
          <p:cNvSpPr txBox="1">
            <a:spLocks noGrp="1"/>
          </p:cNvSpPr>
          <p:nvPr>
            <p:ph type="title" idx="4"/>
          </p:nvPr>
        </p:nvSpPr>
        <p:spPr>
          <a:xfrm>
            <a:off x="5866369" y="1474962"/>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92" name="Google Shape;92;p21"/>
          <p:cNvSpPr txBox="1">
            <a:spLocks noGrp="1"/>
          </p:cNvSpPr>
          <p:nvPr>
            <p:ph type="subTitle" idx="5"/>
          </p:nvPr>
        </p:nvSpPr>
        <p:spPr>
          <a:xfrm>
            <a:off x="5866369" y="2210942"/>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93" name="Google Shape;93;p21"/>
          <p:cNvSpPr txBox="1">
            <a:spLocks noGrp="1"/>
          </p:cNvSpPr>
          <p:nvPr>
            <p:ph type="title" idx="6"/>
          </p:nvPr>
        </p:nvSpPr>
        <p:spPr>
          <a:xfrm>
            <a:off x="5866369" y="3019844"/>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94" name="Google Shape;94;p21"/>
          <p:cNvSpPr txBox="1">
            <a:spLocks noGrp="1"/>
          </p:cNvSpPr>
          <p:nvPr>
            <p:ph type="subTitle" idx="7"/>
          </p:nvPr>
        </p:nvSpPr>
        <p:spPr>
          <a:xfrm>
            <a:off x="5866369" y="3747687"/>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95" name="Google Shape;95;p21"/>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96" name="Google Shape;96;p21"/>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four columns 1">
  <p:cSld name="CUSTOM_7">
    <p:spTree>
      <p:nvGrpSpPr>
        <p:cNvPr id="1" name="Shape 97"/>
        <p:cNvGrpSpPr/>
        <p:nvPr/>
      </p:nvGrpSpPr>
      <p:grpSpPr>
        <a:xfrm>
          <a:off x="0" y="0"/>
          <a:ext cx="0" cy="0"/>
          <a:chOff x="0" y="0"/>
          <a:chExt cx="0" cy="0"/>
        </a:xfrm>
      </p:grpSpPr>
      <p:sp>
        <p:nvSpPr>
          <p:cNvPr id="98" name="Google Shape;98;p22"/>
          <p:cNvSpPr txBox="1">
            <a:spLocks noGrp="1"/>
          </p:cNvSpPr>
          <p:nvPr>
            <p:ph type="title"/>
          </p:nvPr>
        </p:nvSpPr>
        <p:spPr>
          <a:xfrm>
            <a:off x="859238" y="1511562"/>
            <a:ext cx="2423100" cy="7518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99" name="Google Shape;99;p22"/>
          <p:cNvSpPr txBox="1">
            <a:spLocks noGrp="1"/>
          </p:cNvSpPr>
          <p:nvPr>
            <p:ph type="subTitle" idx="1"/>
          </p:nvPr>
        </p:nvSpPr>
        <p:spPr>
          <a:xfrm>
            <a:off x="859238" y="2247542"/>
            <a:ext cx="2423100" cy="751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00" name="Google Shape;100;p22"/>
          <p:cNvSpPr txBox="1">
            <a:spLocks noGrp="1"/>
          </p:cNvSpPr>
          <p:nvPr>
            <p:ph type="title" idx="2"/>
          </p:nvPr>
        </p:nvSpPr>
        <p:spPr>
          <a:xfrm>
            <a:off x="859238" y="2827844"/>
            <a:ext cx="2423100" cy="7518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101" name="Google Shape;101;p22"/>
          <p:cNvSpPr txBox="1">
            <a:spLocks noGrp="1"/>
          </p:cNvSpPr>
          <p:nvPr>
            <p:ph type="subTitle" idx="3"/>
          </p:nvPr>
        </p:nvSpPr>
        <p:spPr>
          <a:xfrm>
            <a:off x="859238" y="3555687"/>
            <a:ext cx="2423100" cy="751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02" name="Google Shape;102;p22"/>
          <p:cNvSpPr txBox="1">
            <a:spLocks noGrp="1"/>
          </p:cNvSpPr>
          <p:nvPr>
            <p:ph type="title" idx="4"/>
          </p:nvPr>
        </p:nvSpPr>
        <p:spPr>
          <a:xfrm>
            <a:off x="5861657" y="1511562"/>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103" name="Google Shape;103;p22"/>
          <p:cNvSpPr txBox="1">
            <a:spLocks noGrp="1"/>
          </p:cNvSpPr>
          <p:nvPr>
            <p:ph type="subTitle" idx="5"/>
          </p:nvPr>
        </p:nvSpPr>
        <p:spPr>
          <a:xfrm>
            <a:off x="5861657" y="2247542"/>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04" name="Google Shape;104;p22"/>
          <p:cNvSpPr txBox="1">
            <a:spLocks noGrp="1"/>
          </p:cNvSpPr>
          <p:nvPr>
            <p:ph type="title" idx="6"/>
          </p:nvPr>
        </p:nvSpPr>
        <p:spPr>
          <a:xfrm>
            <a:off x="5861657" y="2827844"/>
            <a:ext cx="2423100" cy="751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rtl="0">
              <a:spcBef>
                <a:spcPts val="0"/>
              </a:spcBef>
              <a:spcAft>
                <a:spcPts val="0"/>
              </a:spcAft>
              <a:buClr>
                <a:schemeClr val="accent6"/>
              </a:buClr>
              <a:buSzPts val="2200"/>
              <a:buNone/>
              <a:defRPr sz="2200">
                <a:solidFill>
                  <a:schemeClr val="accent6"/>
                </a:solidFill>
              </a:defRPr>
            </a:lvl2pPr>
            <a:lvl3pPr lvl="2" rtl="0">
              <a:spcBef>
                <a:spcPts val="0"/>
              </a:spcBef>
              <a:spcAft>
                <a:spcPts val="0"/>
              </a:spcAft>
              <a:buClr>
                <a:schemeClr val="accent6"/>
              </a:buClr>
              <a:buSzPts val="2200"/>
              <a:buNone/>
              <a:defRPr sz="2200">
                <a:solidFill>
                  <a:schemeClr val="accent6"/>
                </a:solidFill>
              </a:defRPr>
            </a:lvl3pPr>
            <a:lvl4pPr lvl="3" rtl="0">
              <a:spcBef>
                <a:spcPts val="0"/>
              </a:spcBef>
              <a:spcAft>
                <a:spcPts val="0"/>
              </a:spcAft>
              <a:buClr>
                <a:schemeClr val="accent6"/>
              </a:buClr>
              <a:buSzPts val="2200"/>
              <a:buNone/>
              <a:defRPr sz="2200">
                <a:solidFill>
                  <a:schemeClr val="accent6"/>
                </a:solidFill>
              </a:defRPr>
            </a:lvl4pPr>
            <a:lvl5pPr lvl="4" rtl="0">
              <a:spcBef>
                <a:spcPts val="0"/>
              </a:spcBef>
              <a:spcAft>
                <a:spcPts val="0"/>
              </a:spcAft>
              <a:buClr>
                <a:schemeClr val="accent6"/>
              </a:buClr>
              <a:buSzPts val="2200"/>
              <a:buNone/>
              <a:defRPr sz="2200">
                <a:solidFill>
                  <a:schemeClr val="accent6"/>
                </a:solidFill>
              </a:defRPr>
            </a:lvl5pPr>
            <a:lvl6pPr lvl="5" rtl="0">
              <a:spcBef>
                <a:spcPts val="0"/>
              </a:spcBef>
              <a:spcAft>
                <a:spcPts val="0"/>
              </a:spcAft>
              <a:buClr>
                <a:schemeClr val="accent6"/>
              </a:buClr>
              <a:buSzPts val="2200"/>
              <a:buNone/>
              <a:defRPr sz="2200">
                <a:solidFill>
                  <a:schemeClr val="accent6"/>
                </a:solidFill>
              </a:defRPr>
            </a:lvl6pPr>
            <a:lvl7pPr lvl="6" rtl="0">
              <a:spcBef>
                <a:spcPts val="0"/>
              </a:spcBef>
              <a:spcAft>
                <a:spcPts val="0"/>
              </a:spcAft>
              <a:buClr>
                <a:schemeClr val="accent6"/>
              </a:buClr>
              <a:buSzPts val="2200"/>
              <a:buNone/>
              <a:defRPr sz="2200">
                <a:solidFill>
                  <a:schemeClr val="accent6"/>
                </a:solidFill>
              </a:defRPr>
            </a:lvl7pPr>
            <a:lvl8pPr lvl="7" rtl="0">
              <a:spcBef>
                <a:spcPts val="0"/>
              </a:spcBef>
              <a:spcAft>
                <a:spcPts val="0"/>
              </a:spcAft>
              <a:buClr>
                <a:schemeClr val="accent6"/>
              </a:buClr>
              <a:buSzPts val="2200"/>
              <a:buNone/>
              <a:defRPr sz="2200">
                <a:solidFill>
                  <a:schemeClr val="accent6"/>
                </a:solidFill>
              </a:defRPr>
            </a:lvl8pPr>
            <a:lvl9pPr lvl="8" rtl="0">
              <a:spcBef>
                <a:spcPts val="0"/>
              </a:spcBef>
              <a:spcAft>
                <a:spcPts val="0"/>
              </a:spcAft>
              <a:buClr>
                <a:schemeClr val="accent6"/>
              </a:buClr>
              <a:buSzPts val="2200"/>
              <a:buNone/>
              <a:defRPr sz="2200">
                <a:solidFill>
                  <a:schemeClr val="accent6"/>
                </a:solidFill>
              </a:defRPr>
            </a:lvl9pPr>
          </a:lstStyle>
          <a:p>
            <a:endParaRPr/>
          </a:p>
        </p:txBody>
      </p:sp>
      <p:sp>
        <p:nvSpPr>
          <p:cNvPr id="105" name="Google Shape;105;p22"/>
          <p:cNvSpPr txBox="1">
            <a:spLocks noGrp="1"/>
          </p:cNvSpPr>
          <p:nvPr>
            <p:ph type="subTitle" idx="7"/>
          </p:nvPr>
        </p:nvSpPr>
        <p:spPr>
          <a:xfrm>
            <a:off x="5861657" y="3555687"/>
            <a:ext cx="2423100" cy="75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06" name="Google Shape;106;p22"/>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07" name="Google Shape;107;p22"/>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four columns 2">
  <p:cSld name="CUSTOM_16">
    <p:spTree>
      <p:nvGrpSpPr>
        <p:cNvPr id="1" name="Shape 108"/>
        <p:cNvGrpSpPr/>
        <p:nvPr/>
      </p:nvGrpSpPr>
      <p:grpSpPr>
        <a:xfrm>
          <a:off x="0" y="0"/>
          <a:ext cx="0" cy="0"/>
          <a:chOff x="0" y="0"/>
          <a:chExt cx="0" cy="0"/>
        </a:xfrm>
      </p:grpSpPr>
      <p:sp>
        <p:nvSpPr>
          <p:cNvPr id="109" name="Google Shape;109;p23"/>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10" name="Google Shape;110;p23"/>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111" name="Google Shape;111;p23"/>
          <p:cNvSpPr txBox="1">
            <a:spLocks noGrp="1"/>
          </p:cNvSpPr>
          <p:nvPr>
            <p:ph type="title" idx="2"/>
          </p:nvPr>
        </p:nvSpPr>
        <p:spPr>
          <a:xfrm>
            <a:off x="5007425" y="1356350"/>
            <a:ext cx="2933400" cy="5055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algn="r" rtl="0">
              <a:spcBef>
                <a:spcPts val="0"/>
              </a:spcBef>
              <a:spcAft>
                <a:spcPts val="0"/>
              </a:spcAft>
              <a:buClr>
                <a:schemeClr val="accent6"/>
              </a:buClr>
              <a:buSzPts val="2200"/>
              <a:buNone/>
              <a:defRPr sz="2200">
                <a:solidFill>
                  <a:schemeClr val="accent6"/>
                </a:solidFill>
              </a:defRPr>
            </a:lvl2pPr>
            <a:lvl3pPr lvl="2" algn="r" rtl="0">
              <a:spcBef>
                <a:spcPts val="0"/>
              </a:spcBef>
              <a:spcAft>
                <a:spcPts val="0"/>
              </a:spcAft>
              <a:buClr>
                <a:schemeClr val="accent6"/>
              </a:buClr>
              <a:buSzPts val="2200"/>
              <a:buNone/>
              <a:defRPr sz="2200">
                <a:solidFill>
                  <a:schemeClr val="accent6"/>
                </a:solidFill>
              </a:defRPr>
            </a:lvl3pPr>
            <a:lvl4pPr lvl="3" algn="r" rtl="0">
              <a:spcBef>
                <a:spcPts val="0"/>
              </a:spcBef>
              <a:spcAft>
                <a:spcPts val="0"/>
              </a:spcAft>
              <a:buClr>
                <a:schemeClr val="accent6"/>
              </a:buClr>
              <a:buSzPts val="2200"/>
              <a:buNone/>
              <a:defRPr sz="2200">
                <a:solidFill>
                  <a:schemeClr val="accent6"/>
                </a:solidFill>
              </a:defRPr>
            </a:lvl4pPr>
            <a:lvl5pPr lvl="4" algn="r" rtl="0">
              <a:spcBef>
                <a:spcPts val="0"/>
              </a:spcBef>
              <a:spcAft>
                <a:spcPts val="0"/>
              </a:spcAft>
              <a:buClr>
                <a:schemeClr val="accent6"/>
              </a:buClr>
              <a:buSzPts val="2200"/>
              <a:buNone/>
              <a:defRPr sz="2200">
                <a:solidFill>
                  <a:schemeClr val="accent6"/>
                </a:solidFill>
              </a:defRPr>
            </a:lvl5pPr>
            <a:lvl6pPr lvl="5" algn="r" rtl="0">
              <a:spcBef>
                <a:spcPts val="0"/>
              </a:spcBef>
              <a:spcAft>
                <a:spcPts val="0"/>
              </a:spcAft>
              <a:buClr>
                <a:schemeClr val="accent6"/>
              </a:buClr>
              <a:buSzPts val="2200"/>
              <a:buNone/>
              <a:defRPr sz="2200">
                <a:solidFill>
                  <a:schemeClr val="accent6"/>
                </a:solidFill>
              </a:defRPr>
            </a:lvl6pPr>
            <a:lvl7pPr lvl="6" algn="r" rtl="0">
              <a:spcBef>
                <a:spcPts val="0"/>
              </a:spcBef>
              <a:spcAft>
                <a:spcPts val="0"/>
              </a:spcAft>
              <a:buClr>
                <a:schemeClr val="accent6"/>
              </a:buClr>
              <a:buSzPts val="2200"/>
              <a:buNone/>
              <a:defRPr sz="2200">
                <a:solidFill>
                  <a:schemeClr val="accent6"/>
                </a:solidFill>
              </a:defRPr>
            </a:lvl7pPr>
            <a:lvl8pPr lvl="7" algn="r" rtl="0">
              <a:spcBef>
                <a:spcPts val="0"/>
              </a:spcBef>
              <a:spcAft>
                <a:spcPts val="0"/>
              </a:spcAft>
              <a:buClr>
                <a:schemeClr val="accent6"/>
              </a:buClr>
              <a:buSzPts val="2200"/>
              <a:buNone/>
              <a:defRPr sz="2200">
                <a:solidFill>
                  <a:schemeClr val="accent6"/>
                </a:solidFill>
              </a:defRPr>
            </a:lvl8pPr>
            <a:lvl9pPr lvl="8" algn="r" rtl="0">
              <a:spcBef>
                <a:spcPts val="0"/>
              </a:spcBef>
              <a:spcAft>
                <a:spcPts val="0"/>
              </a:spcAft>
              <a:buClr>
                <a:schemeClr val="accent6"/>
              </a:buClr>
              <a:buSzPts val="2200"/>
              <a:buNone/>
              <a:defRPr sz="2200">
                <a:solidFill>
                  <a:schemeClr val="accent6"/>
                </a:solidFill>
              </a:defRPr>
            </a:lvl9pPr>
          </a:lstStyle>
          <a:p>
            <a:endParaRPr/>
          </a:p>
        </p:txBody>
      </p:sp>
      <p:sp>
        <p:nvSpPr>
          <p:cNvPr id="112" name="Google Shape;112;p23"/>
          <p:cNvSpPr txBox="1">
            <a:spLocks noGrp="1"/>
          </p:cNvSpPr>
          <p:nvPr>
            <p:ph type="subTitle" idx="1"/>
          </p:nvPr>
        </p:nvSpPr>
        <p:spPr>
          <a:xfrm>
            <a:off x="5007425" y="1763897"/>
            <a:ext cx="2933400" cy="371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r" rtl="0">
              <a:lnSpc>
                <a:spcPct val="100000"/>
              </a:lnSpc>
              <a:spcBef>
                <a:spcPts val="1600"/>
              </a:spcBef>
              <a:spcAft>
                <a:spcPts val="0"/>
              </a:spcAft>
              <a:buSzPts val="1600"/>
              <a:buNone/>
              <a:defRPr sz="1600"/>
            </a:lvl2pPr>
            <a:lvl3pPr lvl="2" algn="r" rtl="0">
              <a:lnSpc>
                <a:spcPct val="100000"/>
              </a:lnSpc>
              <a:spcBef>
                <a:spcPts val="0"/>
              </a:spcBef>
              <a:spcAft>
                <a:spcPts val="0"/>
              </a:spcAft>
              <a:buSzPts val="1600"/>
              <a:buNone/>
              <a:defRPr sz="1600"/>
            </a:lvl3pPr>
            <a:lvl4pPr lvl="3" algn="r" rtl="0">
              <a:lnSpc>
                <a:spcPct val="100000"/>
              </a:lnSpc>
              <a:spcBef>
                <a:spcPts val="0"/>
              </a:spcBef>
              <a:spcAft>
                <a:spcPts val="0"/>
              </a:spcAft>
              <a:buSzPts val="1600"/>
              <a:buNone/>
              <a:defRPr sz="1600"/>
            </a:lvl4pPr>
            <a:lvl5pPr lvl="4" algn="r" rtl="0">
              <a:lnSpc>
                <a:spcPct val="100000"/>
              </a:lnSpc>
              <a:spcBef>
                <a:spcPts val="0"/>
              </a:spcBef>
              <a:spcAft>
                <a:spcPts val="0"/>
              </a:spcAft>
              <a:buSzPts val="1600"/>
              <a:buNone/>
              <a:defRPr sz="1600"/>
            </a:lvl5pPr>
            <a:lvl6pPr lvl="5" algn="r" rtl="0">
              <a:lnSpc>
                <a:spcPct val="100000"/>
              </a:lnSpc>
              <a:spcBef>
                <a:spcPts val="0"/>
              </a:spcBef>
              <a:spcAft>
                <a:spcPts val="0"/>
              </a:spcAft>
              <a:buSzPts val="1600"/>
              <a:buNone/>
              <a:defRPr sz="1600"/>
            </a:lvl6pPr>
            <a:lvl7pPr lvl="6" algn="r" rtl="0">
              <a:lnSpc>
                <a:spcPct val="100000"/>
              </a:lnSpc>
              <a:spcBef>
                <a:spcPts val="0"/>
              </a:spcBef>
              <a:spcAft>
                <a:spcPts val="0"/>
              </a:spcAft>
              <a:buSzPts val="1600"/>
              <a:buNone/>
              <a:defRPr sz="1600"/>
            </a:lvl7pPr>
            <a:lvl8pPr lvl="7" algn="r" rtl="0">
              <a:lnSpc>
                <a:spcPct val="100000"/>
              </a:lnSpc>
              <a:spcBef>
                <a:spcPts val="0"/>
              </a:spcBef>
              <a:spcAft>
                <a:spcPts val="0"/>
              </a:spcAft>
              <a:buSzPts val="1600"/>
              <a:buNone/>
              <a:defRPr sz="1600"/>
            </a:lvl8pPr>
            <a:lvl9pPr lvl="8" algn="r" rtl="0">
              <a:lnSpc>
                <a:spcPct val="100000"/>
              </a:lnSpc>
              <a:spcBef>
                <a:spcPts val="0"/>
              </a:spcBef>
              <a:spcAft>
                <a:spcPts val="0"/>
              </a:spcAft>
              <a:buSzPts val="1600"/>
              <a:buNone/>
              <a:defRPr sz="1600"/>
            </a:lvl9pPr>
          </a:lstStyle>
          <a:p>
            <a:endParaRPr/>
          </a:p>
        </p:txBody>
      </p:sp>
      <p:sp>
        <p:nvSpPr>
          <p:cNvPr id="113" name="Google Shape;113;p23"/>
          <p:cNvSpPr txBox="1">
            <a:spLocks noGrp="1"/>
          </p:cNvSpPr>
          <p:nvPr>
            <p:ph type="title" idx="3"/>
          </p:nvPr>
        </p:nvSpPr>
        <p:spPr>
          <a:xfrm>
            <a:off x="5007425" y="2127300"/>
            <a:ext cx="2933400" cy="5055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algn="r" rtl="0">
              <a:spcBef>
                <a:spcPts val="0"/>
              </a:spcBef>
              <a:spcAft>
                <a:spcPts val="0"/>
              </a:spcAft>
              <a:buClr>
                <a:schemeClr val="accent6"/>
              </a:buClr>
              <a:buSzPts val="2200"/>
              <a:buNone/>
              <a:defRPr sz="2200">
                <a:solidFill>
                  <a:schemeClr val="accent6"/>
                </a:solidFill>
              </a:defRPr>
            </a:lvl2pPr>
            <a:lvl3pPr lvl="2" algn="r" rtl="0">
              <a:spcBef>
                <a:spcPts val="0"/>
              </a:spcBef>
              <a:spcAft>
                <a:spcPts val="0"/>
              </a:spcAft>
              <a:buClr>
                <a:schemeClr val="accent6"/>
              </a:buClr>
              <a:buSzPts val="2200"/>
              <a:buNone/>
              <a:defRPr sz="2200">
                <a:solidFill>
                  <a:schemeClr val="accent6"/>
                </a:solidFill>
              </a:defRPr>
            </a:lvl3pPr>
            <a:lvl4pPr lvl="3" algn="r" rtl="0">
              <a:spcBef>
                <a:spcPts val="0"/>
              </a:spcBef>
              <a:spcAft>
                <a:spcPts val="0"/>
              </a:spcAft>
              <a:buClr>
                <a:schemeClr val="accent6"/>
              </a:buClr>
              <a:buSzPts val="2200"/>
              <a:buNone/>
              <a:defRPr sz="2200">
                <a:solidFill>
                  <a:schemeClr val="accent6"/>
                </a:solidFill>
              </a:defRPr>
            </a:lvl4pPr>
            <a:lvl5pPr lvl="4" algn="r" rtl="0">
              <a:spcBef>
                <a:spcPts val="0"/>
              </a:spcBef>
              <a:spcAft>
                <a:spcPts val="0"/>
              </a:spcAft>
              <a:buClr>
                <a:schemeClr val="accent6"/>
              </a:buClr>
              <a:buSzPts val="2200"/>
              <a:buNone/>
              <a:defRPr sz="2200">
                <a:solidFill>
                  <a:schemeClr val="accent6"/>
                </a:solidFill>
              </a:defRPr>
            </a:lvl5pPr>
            <a:lvl6pPr lvl="5" algn="r" rtl="0">
              <a:spcBef>
                <a:spcPts val="0"/>
              </a:spcBef>
              <a:spcAft>
                <a:spcPts val="0"/>
              </a:spcAft>
              <a:buClr>
                <a:schemeClr val="accent6"/>
              </a:buClr>
              <a:buSzPts val="2200"/>
              <a:buNone/>
              <a:defRPr sz="2200">
                <a:solidFill>
                  <a:schemeClr val="accent6"/>
                </a:solidFill>
              </a:defRPr>
            </a:lvl6pPr>
            <a:lvl7pPr lvl="6" algn="r" rtl="0">
              <a:spcBef>
                <a:spcPts val="0"/>
              </a:spcBef>
              <a:spcAft>
                <a:spcPts val="0"/>
              </a:spcAft>
              <a:buClr>
                <a:schemeClr val="accent6"/>
              </a:buClr>
              <a:buSzPts val="2200"/>
              <a:buNone/>
              <a:defRPr sz="2200">
                <a:solidFill>
                  <a:schemeClr val="accent6"/>
                </a:solidFill>
              </a:defRPr>
            </a:lvl7pPr>
            <a:lvl8pPr lvl="7" algn="r" rtl="0">
              <a:spcBef>
                <a:spcPts val="0"/>
              </a:spcBef>
              <a:spcAft>
                <a:spcPts val="0"/>
              </a:spcAft>
              <a:buClr>
                <a:schemeClr val="accent6"/>
              </a:buClr>
              <a:buSzPts val="2200"/>
              <a:buNone/>
              <a:defRPr sz="2200">
                <a:solidFill>
                  <a:schemeClr val="accent6"/>
                </a:solidFill>
              </a:defRPr>
            </a:lvl8pPr>
            <a:lvl9pPr lvl="8" algn="r" rtl="0">
              <a:spcBef>
                <a:spcPts val="0"/>
              </a:spcBef>
              <a:spcAft>
                <a:spcPts val="0"/>
              </a:spcAft>
              <a:buClr>
                <a:schemeClr val="accent6"/>
              </a:buClr>
              <a:buSzPts val="2200"/>
              <a:buNone/>
              <a:defRPr sz="2200">
                <a:solidFill>
                  <a:schemeClr val="accent6"/>
                </a:solidFill>
              </a:defRPr>
            </a:lvl9pPr>
          </a:lstStyle>
          <a:p>
            <a:endParaRPr/>
          </a:p>
        </p:txBody>
      </p:sp>
      <p:sp>
        <p:nvSpPr>
          <p:cNvPr id="114" name="Google Shape;114;p23"/>
          <p:cNvSpPr txBox="1">
            <a:spLocks noGrp="1"/>
          </p:cNvSpPr>
          <p:nvPr>
            <p:ph type="subTitle" idx="4"/>
          </p:nvPr>
        </p:nvSpPr>
        <p:spPr>
          <a:xfrm>
            <a:off x="5007425" y="2534847"/>
            <a:ext cx="2933400" cy="371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r" rtl="0">
              <a:lnSpc>
                <a:spcPct val="100000"/>
              </a:lnSpc>
              <a:spcBef>
                <a:spcPts val="0"/>
              </a:spcBef>
              <a:spcAft>
                <a:spcPts val="0"/>
              </a:spcAft>
              <a:buSzPts val="1600"/>
              <a:buNone/>
              <a:defRPr sz="1600"/>
            </a:lvl2pPr>
            <a:lvl3pPr lvl="2" algn="r" rtl="0">
              <a:lnSpc>
                <a:spcPct val="100000"/>
              </a:lnSpc>
              <a:spcBef>
                <a:spcPts val="0"/>
              </a:spcBef>
              <a:spcAft>
                <a:spcPts val="0"/>
              </a:spcAft>
              <a:buSzPts val="1600"/>
              <a:buNone/>
              <a:defRPr sz="1600"/>
            </a:lvl3pPr>
            <a:lvl4pPr lvl="3" algn="r" rtl="0">
              <a:lnSpc>
                <a:spcPct val="100000"/>
              </a:lnSpc>
              <a:spcBef>
                <a:spcPts val="0"/>
              </a:spcBef>
              <a:spcAft>
                <a:spcPts val="0"/>
              </a:spcAft>
              <a:buSzPts val="1600"/>
              <a:buNone/>
              <a:defRPr sz="1600"/>
            </a:lvl4pPr>
            <a:lvl5pPr lvl="4" algn="r" rtl="0">
              <a:lnSpc>
                <a:spcPct val="100000"/>
              </a:lnSpc>
              <a:spcBef>
                <a:spcPts val="0"/>
              </a:spcBef>
              <a:spcAft>
                <a:spcPts val="0"/>
              </a:spcAft>
              <a:buSzPts val="1600"/>
              <a:buNone/>
              <a:defRPr sz="1600"/>
            </a:lvl5pPr>
            <a:lvl6pPr lvl="5" algn="r" rtl="0">
              <a:lnSpc>
                <a:spcPct val="100000"/>
              </a:lnSpc>
              <a:spcBef>
                <a:spcPts val="0"/>
              </a:spcBef>
              <a:spcAft>
                <a:spcPts val="0"/>
              </a:spcAft>
              <a:buSzPts val="1600"/>
              <a:buNone/>
              <a:defRPr sz="1600"/>
            </a:lvl6pPr>
            <a:lvl7pPr lvl="6" algn="r" rtl="0">
              <a:lnSpc>
                <a:spcPct val="100000"/>
              </a:lnSpc>
              <a:spcBef>
                <a:spcPts val="0"/>
              </a:spcBef>
              <a:spcAft>
                <a:spcPts val="0"/>
              </a:spcAft>
              <a:buSzPts val="1600"/>
              <a:buNone/>
              <a:defRPr sz="1600"/>
            </a:lvl7pPr>
            <a:lvl8pPr lvl="7" algn="r" rtl="0">
              <a:lnSpc>
                <a:spcPct val="100000"/>
              </a:lnSpc>
              <a:spcBef>
                <a:spcPts val="0"/>
              </a:spcBef>
              <a:spcAft>
                <a:spcPts val="0"/>
              </a:spcAft>
              <a:buSzPts val="1600"/>
              <a:buNone/>
              <a:defRPr sz="1600"/>
            </a:lvl8pPr>
            <a:lvl9pPr lvl="8" algn="r" rtl="0">
              <a:lnSpc>
                <a:spcPct val="100000"/>
              </a:lnSpc>
              <a:spcBef>
                <a:spcPts val="0"/>
              </a:spcBef>
              <a:spcAft>
                <a:spcPts val="0"/>
              </a:spcAft>
              <a:buSzPts val="1600"/>
              <a:buNone/>
              <a:defRPr sz="1600"/>
            </a:lvl9pPr>
          </a:lstStyle>
          <a:p>
            <a:endParaRPr/>
          </a:p>
        </p:txBody>
      </p:sp>
      <p:sp>
        <p:nvSpPr>
          <p:cNvPr id="115" name="Google Shape;115;p23"/>
          <p:cNvSpPr txBox="1">
            <a:spLocks noGrp="1"/>
          </p:cNvSpPr>
          <p:nvPr>
            <p:ph type="title" idx="5"/>
          </p:nvPr>
        </p:nvSpPr>
        <p:spPr>
          <a:xfrm>
            <a:off x="5007425" y="2898238"/>
            <a:ext cx="2933400" cy="5055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algn="r" rtl="0">
              <a:spcBef>
                <a:spcPts val="0"/>
              </a:spcBef>
              <a:spcAft>
                <a:spcPts val="0"/>
              </a:spcAft>
              <a:buClr>
                <a:schemeClr val="accent6"/>
              </a:buClr>
              <a:buSzPts val="2200"/>
              <a:buNone/>
              <a:defRPr sz="2200">
                <a:solidFill>
                  <a:schemeClr val="accent6"/>
                </a:solidFill>
              </a:defRPr>
            </a:lvl2pPr>
            <a:lvl3pPr lvl="2" algn="r" rtl="0">
              <a:spcBef>
                <a:spcPts val="0"/>
              </a:spcBef>
              <a:spcAft>
                <a:spcPts val="0"/>
              </a:spcAft>
              <a:buClr>
                <a:schemeClr val="accent6"/>
              </a:buClr>
              <a:buSzPts val="2200"/>
              <a:buNone/>
              <a:defRPr sz="2200">
                <a:solidFill>
                  <a:schemeClr val="accent6"/>
                </a:solidFill>
              </a:defRPr>
            </a:lvl3pPr>
            <a:lvl4pPr lvl="3" algn="r" rtl="0">
              <a:spcBef>
                <a:spcPts val="0"/>
              </a:spcBef>
              <a:spcAft>
                <a:spcPts val="0"/>
              </a:spcAft>
              <a:buClr>
                <a:schemeClr val="accent6"/>
              </a:buClr>
              <a:buSzPts val="2200"/>
              <a:buNone/>
              <a:defRPr sz="2200">
                <a:solidFill>
                  <a:schemeClr val="accent6"/>
                </a:solidFill>
              </a:defRPr>
            </a:lvl4pPr>
            <a:lvl5pPr lvl="4" algn="r" rtl="0">
              <a:spcBef>
                <a:spcPts val="0"/>
              </a:spcBef>
              <a:spcAft>
                <a:spcPts val="0"/>
              </a:spcAft>
              <a:buClr>
                <a:schemeClr val="accent6"/>
              </a:buClr>
              <a:buSzPts val="2200"/>
              <a:buNone/>
              <a:defRPr sz="2200">
                <a:solidFill>
                  <a:schemeClr val="accent6"/>
                </a:solidFill>
              </a:defRPr>
            </a:lvl5pPr>
            <a:lvl6pPr lvl="5" algn="r" rtl="0">
              <a:spcBef>
                <a:spcPts val="0"/>
              </a:spcBef>
              <a:spcAft>
                <a:spcPts val="0"/>
              </a:spcAft>
              <a:buClr>
                <a:schemeClr val="accent6"/>
              </a:buClr>
              <a:buSzPts val="2200"/>
              <a:buNone/>
              <a:defRPr sz="2200">
                <a:solidFill>
                  <a:schemeClr val="accent6"/>
                </a:solidFill>
              </a:defRPr>
            </a:lvl6pPr>
            <a:lvl7pPr lvl="6" algn="r" rtl="0">
              <a:spcBef>
                <a:spcPts val="0"/>
              </a:spcBef>
              <a:spcAft>
                <a:spcPts val="0"/>
              </a:spcAft>
              <a:buClr>
                <a:schemeClr val="accent6"/>
              </a:buClr>
              <a:buSzPts val="2200"/>
              <a:buNone/>
              <a:defRPr sz="2200">
                <a:solidFill>
                  <a:schemeClr val="accent6"/>
                </a:solidFill>
              </a:defRPr>
            </a:lvl7pPr>
            <a:lvl8pPr lvl="7" algn="r" rtl="0">
              <a:spcBef>
                <a:spcPts val="0"/>
              </a:spcBef>
              <a:spcAft>
                <a:spcPts val="0"/>
              </a:spcAft>
              <a:buClr>
                <a:schemeClr val="accent6"/>
              </a:buClr>
              <a:buSzPts val="2200"/>
              <a:buNone/>
              <a:defRPr sz="2200">
                <a:solidFill>
                  <a:schemeClr val="accent6"/>
                </a:solidFill>
              </a:defRPr>
            </a:lvl8pPr>
            <a:lvl9pPr lvl="8" algn="r" rtl="0">
              <a:spcBef>
                <a:spcPts val="0"/>
              </a:spcBef>
              <a:spcAft>
                <a:spcPts val="0"/>
              </a:spcAft>
              <a:buClr>
                <a:schemeClr val="accent6"/>
              </a:buClr>
              <a:buSzPts val="2200"/>
              <a:buNone/>
              <a:defRPr sz="2200">
                <a:solidFill>
                  <a:schemeClr val="accent6"/>
                </a:solidFill>
              </a:defRPr>
            </a:lvl9pPr>
          </a:lstStyle>
          <a:p>
            <a:endParaRPr/>
          </a:p>
        </p:txBody>
      </p:sp>
      <p:sp>
        <p:nvSpPr>
          <p:cNvPr id="116" name="Google Shape;116;p23"/>
          <p:cNvSpPr txBox="1">
            <a:spLocks noGrp="1"/>
          </p:cNvSpPr>
          <p:nvPr>
            <p:ph type="subTitle" idx="6"/>
          </p:nvPr>
        </p:nvSpPr>
        <p:spPr>
          <a:xfrm>
            <a:off x="5007425" y="3295973"/>
            <a:ext cx="2933400" cy="371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r" rtl="0">
              <a:lnSpc>
                <a:spcPct val="100000"/>
              </a:lnSpc>
              <a:spcBef>
                <a:spcPts val="0"/>
              </a:spcBef>
              <a:spcAft>
                <a:spcPts val="0"/>
              </a:spcAft>
              <a:buSzPts val="1600"/>
              <a:buNone/>
              <a:defRPr sz="1600"/>
            </a:lvl2pPr>
            <a:lvl3pPr lvl="2" algn="r" rtl="0">
              <a:lnSpc>
                <a:spcPct val="100000"/>
              </a:lnSpc>
              <a:spcBef>
                <a:spcPts val="0"/>
              </a:spcBef>
              <a:spcAft>
                <a:spcPts val="0"/>
              </a:spcAft>
              <a:buSzPts val="1600"/>
              <a:buNone/>
              <a:defRPr sz="1600"/>
            </a:lvl3pPr>
            <a:lvl4pPr lvl="3" algn="r" rtl="0">
              <a:lnSpc>
                <a:spcPct val="100000"/>
              </a:lnSpc>
              <a:spcBef>
                <a:spcPts val="0"/>
              </a:spcBef>
              <a:spcAft>
                <a:spcPts val="0"/>
              </a:spcAft>
              <a:buSzPts val="1600"/>
              <a:buNone/>
              <a:defRPr sz="1600"/>
            </a:lvl4pPr>
            <a:lvl5pPr lvl="4" algn="r" rtl="0">
              <a:lnSpc>
                <a:spcPct val="100000"/>
              </a:lnSpc>
              <a:spcBef>
                <a:spcPts val="0"/>
              </a:spcBef>
              <a:spcAft>
                <a:spcPts val="0"/>
              </a:spcAft>
              <a:buSzPts val="1600"/>
              <a:buNone/>
              <a:defRPr sz="1600"/>
            </a:lvl5pPr>
            <a:lvl6pPr lvl="5" algn="r" rtl="0">
              <a:lnSpc>
                <a:spcPct val="100000"/>
              </a:lnSpc>
              <a:spcBef>
                <a:spcPts val="0"/>
              </a:spcBef>
              <a:spcAft>
                <a:spcPts val="0"/>
              </a:spcAft>
              <a:buSzPts val="1600"/>
              <a:buNone/>
              <a:defRPr sz="1600"/>
            </a:lvl6pPr>
            <a:lvl7pPr lvl="6" algn="r" rtl="0">
              <a:lnSpc>
                <a:spcPct val="100000"/>
              </a:lnSpc>
              <a:spcBef>
                <a:spcPts val="0"/>
              </a:spcBef>
              <a:spcAft>
                <a:spcPts val="0"/>
              </a:spcAft>
              <a:buSzPts val="1600"/>
              <a:buNone/>
              <a:defRPr sz="1600"/>
            </a:lvl7pPr>
            <a:lvl8pPr lvl="7" algn="r" rtl="0">
              <a:lnSpc>
                <a:spcPct val="100000"/>
              </a:lnSpc>
              <a:spcBef>
                <a:spcPts val="0"/>
              </a:spcBef>
              <a:spcAft>
                <a:spcPts val="0"/>
              </a:spcAft>
              <a:buSzPts val="1600"/>
              <a:buNone/>
              <a:defRPr sz="1600"/>
            </a:lvl8pPr>
            <a:lvl9pPr lvl="8" algn="r" rtl="0">
              <a:lnSpc>
                <a:spcPct val="100000"/>
              </a:lnSpc>
              <a:spcBef>
                <a:spcPts val="0"/>
              </a:spcBef>
              <a:spcAft>
                <a:spcPts val="0"/>
              </a:spcAft>
              <a:buSzPts val="1600"/>
              <a:buNone/>
              <a:defRPr sz="1600"/>
            </a:lvl9pPr>
          </a:lstStyle>
          <a:p>
            <a:endParaRPr/>
          </a:p>
        </p:txBody>
      </p:sp>
      <p:sp>
        <p:nvSpPr>
          <p:cNvPr id="117" name="Google Shape;117;p23"/>
          <p:cNvSpPr txBox="1">
            <a:spLocks noGrp="1"/>
          </p:cNvSpPr>
          <p:nvPr>
            <p:ph type="title" idx="7"/>
          </p:nvPr>
        </p:nvSpPr>
        <p:spPr>
          <a:xfrm>
            <a:off x="5007425" y="3663550"/>
            <a:ext cx="2933400" cy="5055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2200"/>
              <a:buNone/>
              <a:defRPr sz="2200">
                <a:solidFill>
                  <a:schemeClr val="accent6"/>
                </a:solidFill>
              </a:defRPr>
            </a:lvl1pPr>
            <a:lvl2pPr lvl="1" algn="r" rtl="0">
              <a:spcBef>
                <a:spcPts val="0"/>
              </a:spcBef>
              <a:spcAft>
                <a:spcPts val="0"/>
              </a:spcAft>
              <a:buClr>
                <a:schemeClr val="accent6"/>
              </a:buClr>
              <a:buSzPts val="2200"/>
              <a:buNone/>
              <a:defRPr sz="2200">
                <a:solidFill>
                  <a:schemeClr val="accent6"/>
                </a:solidFill>
              </a:defRPr>
            </a:lvl2pPr>
            <a:lvl3pPr lvl="2" algn="r" rtl="0">
              <a:spcBef>
                <a:spcPts val="0"/>
              </a:spcBef>
              <a:spcAft>
                <a:spcPts val="0"/>
              </a:spcAft>
              <a:buClr>
                <a:schemeClr val="accent6"/>
              </a:buClr>
              <a:buSzPts val="2200"/>
              <a:buNone/>
              <a:defRPr sz="2200">
                <a:solidFill>
                  <a:schemeClr val="accent6"/>
                </a:solidFill>
              </a:defRPr>
            </a:lvl3pPr>
            <a:lvl4pPr lvl="3" algn="r" rtl="0">
              <a:spcBef>
                <a:spcPts val="0"/>
              </a:spcBef>
              <a:spcAft>
                <a:spcPts val="0"/>
              </a:spcAft>
              <a:buClr>
                <a:schemeClr val="accent6"/>
              </a:buClr>
              <a:buSzPts val="2200"/>
              <a:buNone/>
              <a:defRPr sz="2200">
                <a:solidFill>
                  <a:schemeClr val="accent6"/>
                </a:solidFill>
              </a:defRPr>
            </a:lvl4pPr>
            <a:lvl5pPr lvl="4" algn="r" rtl="0">
              <a:spcBef>
                <a:spcPts val="0"/>
              </a:spcBef>
              <a:spcAft>
                <a:spcPts val="0"/>
              </a:spcAft>
              <a:buClr>
                <a:schemeClr val="accent6"/>
              </a:buClr>
              <a:buSzPts val="2200"/>
              <a:buNone/>
              <a:defRPr sz="2200">
                <a:solidFill>
                  <a:schemeClr val="accent6"/>
                </a:solidFill>
              </a:defRPr>
            </a:lvl5pPr>
            <a:lvl6pPr lvl="5" algn="r" rtl="0">
              <a:spcBef>
                <a:spcPts val="0"/>
              </a:spcBef>
              <a:spcAft>
                <a:spcPts val="0"/>
              </a:spcAft>
              <a:buClr>
                <a:schemeClr val="accent6"/>
              </a:buClr>
              <a:buSzPts val="2200"/>
              <a:buNone/>
              <a:defRPr sz="2200">
                <a:solidFill>
                  <a:schemeClr val="accent6"/>
                </a:solidFill>
              </a:defRPr>
            </a:lvl6pPr>
            <a:lvl7pPr lvl="6" algn="r" rtl="0">
              <a:spcBef>
                <a:spcPts val="0"/>
              </a:spcBef>
              <a:spcAft>
                <a:spcPts val="0"/>
              </a:spcAft>
              <a:buClr>
                <a:schemeClr val="accent6"/>
              </a:buClr>
              <a:buSzPts val="2200"/>
              <a:buNone/>
              <a:defRPr sz="2200">
                <a:solidFill>
                  <a:schemeClr val="accent6"/>
                </a:solidFill>
              </a:defRPr>
            </a:lvl7pPr>
            <a:lvl8pPr lvl="7" algn="r" rtl="0">
              <a:spcBef>
                <a:spcPts val="0"/>
              </a:spcBef>
              <a:spcAft>
                <a:spcPts val="0"/>
              </a:spcAft>
              <a:buClr>
                <a:schemeClr val="accent6"/>
              </a:buClr>
              <a:buSzPts val="2200"/>
              <a:buNone/>
              <a:defRPr sz="2200">
                <a:solidFill>
                  <a:schemeClr val="accent6"/>
                </a:solidFill>
              </a:defRPr>
            </a:lvl8pPr>
            <a:lvl9pPr lvl="8" algn="r" rtl="0">
              <a:spcBef>
                <a:spcPts val="0"/>
              </a:spcBef>
              <a:spcAft>
                <a:spcPts val="0"/>
              </a:spcAft>
              <a:buClr>
                <a:schemeClr val="accent6"/>
              </a:buClr>
              <a:buSzPts val="2200"/>
              <a:buNone/>
              <a:defRPr sz="2200">
                <a:solidFill>
                  <a:schemeClr val="accent6"/>
                </a:solidFill>
              </a:defRPr>
            </a:lvl9pPr>
          </a:lstStyle>
          <a:p>
            <a:endParaRPr/>
          </a:p>
        </p:txBody>
      </p:sp>
      <p:sp>
        <p:nvSpPr>
          <p:cNvPr id="118" name="Google Shape;118;p23"/>
          <p:cNvSpPr txBox="1">
            <a:spLocks noGrp="1"/>
          </p:cNvSpPr>
          <p:nvPr>
            <p:ph type="subTitle" idx="8"/>
          </p:nvPr>
        </p:nvSpPr>
        <p:spPr>
          <a:xfrm>
            <a:off x="5007425" y="4057100"/>
            <a:ext cx="2933400" cy="371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r" rtl="0">
              <a:lnSpc>
                <a:spcPct val="100000"/>
              </a:lnSpc>
              <a:spcBef>
                <a:spcPts val="0"/>
              </a:spcBef>
              <a:spcAft>
                <a:spcPts val="0"/>
              </a:spcAft>
              <a:buSzPts val="1600"/>
              <a:buNone/>
              <a:defRPr sz="1600"/>
            </a:lvl2pPr>
            <a:lvl3pPr lvl="2" algn="r" rtl="0">
              <a:lnSpc>
                <a:spcPct val="100000"/>
              </a:lnSpc>
              <a:spcBef>
                <a:spcPts val="0"/>
              </a:spcBef>
              <a:spcAft>
                <a:spcPts val="0"/>
              </a:spcAft>
              <a:buSzPts val="1600"/>
              <a:buNone/>
              <a:defRPr sz="1600"/>
            </a:lvl3pPr>
            <a:lvl4pPr lvl="3" algn="r" rtl="0">
              <a:lnSpc>
                <a:spcPct val="100000"/>
              </a:lnSpc>
              <a:spcBef>
                <a:spcPts val="0"/>
              </a:spcBef>
              <a:spcAft>
                <a:spcPts val="0"/>
              </a:spcAft>
              <a:buSzPts val="1600"/>
              <a:buNone/>
              <a:defRPr sz="1600"/>
            </a:lvl4pPr>
            <a:lvl5pPr lvl="4" algn="r" rtl="0">
              <a:lnSpc>
                <a:spcPct val="100000"/>
              </a:lnSpc>
              <a:spcBef>
                <a:spcPts val="0"/>
              </a:spcBef>
              <a:spcAft>
                <a:spcPts val="0"/>
              </a:spcAft>
              <a:buSzPts val="1600"/>
              <a:buNone/>
              <a:defRPr sz="1600"/>
            </a:lvl5pPr>
            <a:lvl6pPr lvl="5" algn="r" rtl="0">
              <a:lnSpc>
                <a:spcPct val="100000"/>
              </a:lnSpc>
              <a:spcBef>
                <a:spcPts val="0"/>
              </a:spcBef>
              <a:spcAft>
                <a:spcPts val="0"/>
              </a:spcAft>
              <a:buSzPts val="1600"/>
              <a:buNone/>
              <a:defRPr sz="1600"/>
            </a:lvl6pPr>
            <a:lvl7pPr lvl="6" algn="r" rtl="0">
              <a:lnSpc>
                <a:spcPct val="100000"/>
              </a:lnSpc>
              <a:spcBef>
                <a:spcPts val="0"/>
              </a:spcBef>
              <a:spcAft>
                <a:spcPts val="0"/>
              </a:spcAft>
              <a:buSzPts val="1600"/>
              <a:buNone/>
              <a:defRPr sz="1600"/>
            </a:lvl7pPr>
            <a:lvl8pPr lvl="7" algn="r" rtl="0">
              <a:lnSpc>
                <a:spcPct val="100000"/>
              </a:lnSpc>
              <a:spcBef>
                <a:spcPts val="0"/>
              </a:spcBef>
              <a:spcAft>
                <a:spcPts val="0"/>
              </a:spcAft>
              <a:buSzPts val="1600"/>
              <a:buNone/>
              <a:defRPr sz="1600"/>
            </a:lvl8pPr>
            <a:lvl9pPr lvl="8" algn="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1">
  <p:cSld name="SECTION_TITLE_AND_DESCRIPTION_3">
    <p:spTree>
      <p:nvGrpSpPr>
        <p:cNvPr id="1" name="Shape 119"/>
        <p:cNvGrpSpPr/>
        <p:nvPr/>
      </p:nvGrpSpPr>
      <p:grpSpPr>
        <a:xfrm>
          <a:off x="0" y="0"/>
          <a:ext cx="0" cy="0"/>
          <a:chOff x="0" y="0"/>
          <a:chExt cx="0" cy="0"/>
        </a:xfrm>
      </p:grpSpPr>
      <p:sp>
        <p:nvSpPr>
          <p:cNvPr id="120" name="Google Shape;120;p24"/>
          <p:cNvSpPr txBox="1">
            <a:spLocks noGrp="1"/>
          </p:cNvSpPr>
          <p:nvPr>
            <p:ph type="subTitle" idx="1"/>
          </p:nvPr>
        </p:nvSpPr>
        <p:spPr>
          <a:xfrm>
            <a:off x="5208325" y="1199550"/>
            <a:ext cx="3111000" cy="1450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accent6"/>
              </a:buClr>
              <a:buSzPts val="3000"/>
              <a:buFont typeface="Advent Pro"/>
              <a:buNone/>
              <a:defRPr sz="3000" b="1">
                <a:solidFill>
                  <a:schemeClr val="accent6"/>
                </a:solidFill>
                <a:latin typeface="Advent Pro"/>
                <a:ea typeface="Advent Pro"/>
                <a:cs typeface="Advent Pro"/>
                <a:sym typeface="Advent Pro"/>
              </a:defRPr>
            </a:lvl1pPr>
            <a:lvl2pPr lvl="1"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2pPr>
            <a:lvl3pPr lvl="2"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3pPr>
            <a:lvl4pPr lvl="3"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4pPr>
            <a:lvl5pPr lvl="4"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5pPr>
            <a:lvl6pPr lvl="5"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6pPr>
            <a:lvl7pPr lvl="6"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7pPr>
            <a:lvl8pPr lvl="7"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8pPr>
            <a:lvl9pPr lvl="8"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9pPr>
          </a:lstStyle>
          <a:p>
            <a:endParaRPr/>
          </a:p>
        </p:txBody>
      </p:sp>
      <p:sp>
        <p:nvSpPr>
          <p:cNvPr id="121" name="Google Shape;121;p24"/>
          <p:cNvSpPr txBox="1">
            <a:spLocks noGrp="1"/>
          </p:cNvSpPr>
          <p:nvPr>
            <p:ph type="body" idx="2"/>
          </p:nvPr>
        </p:nvSpPr>
        <p:spPr>
          <a:xfrm>
            <a:off x="5208325" y="2778821"/>
            <a:ext cx="3111000" cy="15099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sz="1400"/>
            </a:lvl1pPr>
            <a:lvl2pPr marL="914400" lvl="1" indent="-342900" rtl="0">
              <a:spcBef>
                <a:spcPts val="1600"/>
              </a:spcBef>
              <a:spcAft>
                <a:spcPts val="0"/>
              </a:spcAft>
              <a:buSzPts val="1800"/>
              <a:buChar char="○"/>
              <a:defRPr sz="1800"/>
            </a:lvl2pPr>
            <a:lvl3pPr marL="1371600" lvl="2" indent="-342900" rtl="0">
              <a:spcBef>
                <a:spcPts val="1600"/>
              </a:spcBef>
              <a:spcAft>
                <a:spcPts val="0"/>
              </a:spcAft>
              <a:buSzPts val="1800"/>
              <a:buChar char="■"/>
              <a:defRPr sz="1800"/>
            </a:lvl3pPr>
            <a:lvl4pPr marL="1828800" lvl="3" indent="-342900" rtl="0">
              <a:spcBef>
                <a:spcPts val="1600"/>
              </a:spcBef>
              <a:spcAft>
                <a:spcPts val="0"/>
              </a:spcAft>
              <a:buSzPts val="1800"/>
              <a:buChar char="●"/>
              <a:defRPr sz="1800"/>
            </a:lvl4pPr>
            <a:lvl5pPr marL="2286000" lvl="4" indent="-342900" rtl="0">
              <a:spcBef>
                <a:spcPts val="1600"/>
              </a:spcBef>
              <a:spcAft>
                <a:spcPts val="0"/>
              </a:spcAft>
              <a:buSzPts val="1800"/>
              <a:buChar char="○"/>
              <a:defRPr sz="1800"/>
            </a:lvl5pPr>
            <a:lvl6pPr marL="2743200" lvl="5" indent="-342900" rtl="0">
              <a:spcBef>
                <a:spcPts val="1600"/>
              </a:spcBef>
              <a:spcAft>
                <a:spcPts val="0"/>
              </a:spcAft>
              <a:buSzPts val="1800"/>
              <a:buChar char="■"/>
              <a:defRPr sz="1800"/>
            </a:lvl6pPr>
            <a:lvl7pPr marL="3200400" lvl="6" indent="-342900" rtl="0">
              <a:spcBef>
                <a:spcPts val="1600"/>
              </a:spcBef>
              <a:spcAft>
                <a:spcPts val="0"/>
              </a:spcAft>
              <a:buSzPts val="1800"/>
              <a:buChar char="●"/>
              <a:defRPr sz="1800"/>
            </a:lvl7pPr>
            <a:lvl8pPr marL="3657600" lvl="7" indent="-342900" rtl="0">
              <a:spcBef>
                <a:spcPts val="1600"/>
              </a:spcBef>
              <a:spcAft>
                <a:spcPts val="0"/>
              </a:spcAft>
              <a:buSzPts val="1800"/>
              <a:buChar char="○"/>
              <a:defRPr sz="1800"/>
            </a:lvl8pPr>
            <a:lvl9pPr marL="4114800" lvl="8" indent="-342900" rtl="0">
              <a:spcBef>
                <a:spcPts val="1600"/>
              </a:spcBef>
              <a:spcAft>
                <a:spcPts val="1600"/>
              </a:spcAft>
              <a:buSzPts val="1800"/>
              <a:buChar char="■"/>
              <a:defRPr sz="18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1">
  <p:cSld name="CUSTOM_10">
    <p:spTree>
      <p:nvGrpSpPr>
        <p:cNvPr id="1" name="Shape 122"/>
        <p:cNvGrpSpPr/>
        <p:nvPr/>
      </p:nvGrpSpPr>
      <p:grpSpPr>
        <a:xfrm>
          <a:off x="0" y="0"/>
          <a:ext cx="0" cy="0"/>
          <a:chOff x="0" y="0"/>
          <a:chExt cx="0" cy="0"/>
        </a:xfrm>
      </p:grpSpPr>
      <p:sp>
        <p:nvSpPr>
          <p:cNvPr id="123" name="Google Shape;123;p25"/>
          <p:cNvSpPr txBox="1">
            <a:spLocks noGrp="1"/>
          </p:cNvSpPr>
          <p:nvPr>
            <p:ph type="title" hasCustomPrompt="1"/>
          </p:nvPr>
        </p:nvSpPr>
        <p:spPr>
          <a:xfrm>
            <a:off x="2374200" y="1186650"/>
            <a:ext cx="4395600" cy="1963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9600"/>
              <a:buNone/>
              <a:defRPr sz="9600">
                <a:solidFill>
                  <a:schemeClr val="accent6"/>
                </a:solidFill>
              </a:defRPr>
            </a:lvl1pPr>
            <a:lvl2pPr lvl="1" algn="r" rtl="0">
              <a:spcBef>
                <a:spcPts val="0"/>
              </a:spcBef>
              <a:spcAft>
                <a:spcPts val="0"/>
              </a:spcAft>
              <a:buSzPts val="12000"/>
              <a:buNone/>
              <a:defRPr sz="12000"/>
            </a:lvl2pPr>
            <a:lvl3pPr lvl="2" algn="r" rtl="0">
              <a:spcBef>
                <a:spcPts val="0"/>
              </a:spcBef>
              <a:spcAft>
                <a:spcPts val="0"/>
              </a:spcAft>
              <a:buSzPts val="12000"/>
              <a:buNone/>
              <a:defRPr sz="12000"/>
            </a:lvl3pPr>
            <a:lvl4pPr lvl="3" algn="r" rtl="0">
              <a:spcBef>
                <a:spcPts val="0"/>
              </a:spcBef>
              <a:spcAft>
                <a:spcPts val="0"/>
              </a:spcAft>
              <a:buSzPts val="12000"/>
              <a:buNone/>
              <a:defRPr sz="12000"/>
            </a:lvl4pPr>
            <a:lvl5pPr lvl="4" algn="r" rtl="0">
              <a:spcBef>
                <a:spcPts val="0"/>
              </a:spcBef>
              <a:spcAft>
                <a:spcPts val="0"/>
              </a:spcAft>
              <a:buSzPts val="12000"/>
              <a:buNone/>
              <a:defRPr sz="12000"/>
            </a:lvl5pPr>
            <a:lvl6pPr lvl="5" algn="r" rtl="0">
              <a:spcBef>
                <a:spcPts val="0"/>
              </a:spcBef>
              <a:spcAft>
                <a:spcPts val="0"/>
              </a:spcAft>
              <a:buSzPts val="12000"/>
              <a:buNone/>
              <a:defRPr sz="12000"/>
            </a:lvl6pPr>
            <a:lvl7pPr lvl="6" algn="r" rtl="0">
              <a:spcBef>
                <a:spcPts val="0"/>
              </a:spcBef>
              <a:spcAft>
                <a:spcPts val="0"/>
              </a:spcAft>
              <a:buSzPts val="12000"/>
              <a:buNone/>
              <a:defRPr sz="12000"/>
            </a:lvl7pPr>
            <a:lvl8pPr lvl="7" algn="r" rtl="0">
              <a:spcBef>
                <a:spcPts val="0"/>
              </a:spcBef>
              <a:spcAft>
                <a:spcPts val="0"/>
              </a:spcAft>
              <a:buSzPts val="12000"/>
              <a:buNone/>
              <a:defRPr sz="12000"/>
            </a:lvl8pPr>
            <a:lvl9pPr lvl="8" algn="r" rtl="0">
              <a:spcBef>
                <a:spcPts val="0"/>
              </a:spcBef>
              <a:spcAft>
                <a:spcPts val="0"/>
              </a:spcAft>
              <a:buSzPts val="12000"/>
              <a:buNone/>
              <a:defRPr sz="12000"/>
            </a:lvl9pPr>
          </a:lstStyle>
          <a:p>
            <a:r>
              <a:t>xx%</a:t>
            </a:r>
          </a:p>
        </p:txBody>
      </p:sp>
      <p:sp>
        <p:nvSpPr>
          <p:cNvPr id="124" name="Google Shape;124;p25"/>
          <p:cNvSpPr txBox="1">
            <a:spLocks noGrp="1"/>
          </p:cNvSpPr>
          <p:nvPr>
            <p:ph type="body" idx="1"/>
          </p:nvPr>
        </p:nvSpPr>
        <p:spPr>
          <a:xfrm>
            <a:off x="2374200" y="3073950"/>
            <a:ext cx="4395600" cy="7713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sz="1400"/>
            </a:lvl1pPr>
            <a:lvl2pPr marL="914400" lvl="1" indent="-317500" algn="r" rtl="0">
              <a:spcBef>
                <a:spcPts val="0"/>
              </a:spcBef>
              <a:spcAft>
                <a:spcPts val="0"/>
              </a:spcAft>
              <a:buSzPts val="1400"/>
              <a:buChar char="○"/>
              <a:defRPr/>
            </a:lvl2pPr>
            <a:lvl3pPr marL="1371600" lvl="2" indent="-317500" algn="r" rtl="0">
              <a:spcBef>
                <a:spcPts val="1600"/>
              </a:spcBef>
              <a:spcAft>
                <a:spcPts val="0"/>
              </a:spcAft>
              <a:buSzPts val="1400"/>
              <a:buChar char="■"/>
              <a:defRPr/>
            </a:lvl3pPr>
            <a:lvl4pPr marL="1828800" lvl="3" indent="-317500" algn="r" rtl="0">
              <a:spcBef>
                <a:spcPts val="1600"/>
              </a:spcBef>
              <a:spcAft>
                <a:spcPts val="0"/>
              </a:spcAft>
              <a:buSzPts val="1400"/>
              <a:buChar char="●"/>
              <a:defRPr/>
            </a:lvl4pPr>
            <a:lvl5pPr marL="2286000" lvl="4" indent="-317500" algn="r" rtl="0">
              <a:spcBef>
                <a:spcPts val="1600"/>
              </a:spcBef>
              <a:spcAft>
                <a:spcPts val="0"/>
              </a:spcAft>
              <a:buSzPts val="1400"/>
              <a:buChar char="○"/>
              <a:defRPr/>
            </a:lvl5pPr>
            <a:lvl6pPr marL="2743200" lvl="5" indent="-317500" algn="r" rtl="0">
              <a:spcBef>
                <a:spcPts val="1600"/>
              </a:spcBef>
              <a:spcAft>
                <a:spcPts val="0"/>
              </a:spcAft>
              <a:buSzPts val="1400"/>
              <a:buChar char="■"/>
              <a:defRPr/>
            </a:lvl6pPr>
            <a:lvl7pPr marL="3200400" lvl="6" indent="-317500" algn="r" rtl="0">
              <a:spcBef>
                <a:spcPts val="1600"/>
              </a:spcBef>
              <a:spcAft>
                <a:spcPts val="0"/>
              </a:spcAft>
              <a:buSzPts val="1400"/>
              <a:buChar char="●"/>
              <a:defRPr/>
            </a:lvl7pPr>
            <a:lvl8pPr marL="3657600" lvl="7" indent="-317500" algn="r" rtl="0">
              <a:spcBef>
                <a:spcPts val="1600"/>
              </a:spcBef>
              <a:spcAft>
                <a:spcPts val="0"/>
              </a:spcAft>
              <a:buSzPts val="1400"/>
              <a:buChar char="○"/>
              <a:defRPr/>
            </a:lvl8pPr>
            <a:lvl9pPr marL="4114800" lvl="8" indent="-317500" algn="r" rtl="0">
              <a:spcBef>
                <a:spcPts val="1600"/>
              </a:spcBef>
              <a:spcAft>
                <a:spcPts val="1600"/>
              </a:spcAft>
              <a:buSzPts val="1400"/>
              <a:buChar cha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wo columns 2">
  <p:cSld name="TITLE_ONLY_1">
    <p:spTree>
      <p:nvGrpSpPr>
        <p:cNvPr id="1" name="Shape 125"/>
        <p:cNvGrpSpPr/>
        <p:nvPr/>
      </p:nvGrpSpPr>
      <p:grpSpPr>
        <a:xfrm>
          <a:off x="0" y="0"/>
          <a:ext cx="0" cy="0"/>
          <a:chOff x="0" y="0"/>
          <a:chExt cx="0" cy="0"/>
        </a:xfrm>
      </p:grpSpPr>
      <p:sp>
        <p:nvSpPr>
          <p:cNvPr id="126" name="Google Shape;126;p26"/>
          <p:cNvSpPr txBox="1">
            <a:spLocks noGrp="1"/>
          </p:cNvSpPr>
          <p:nvPr>
            <p:ph type="title"/>
          </p:nvPr>
        </p:nvSpPr>
        <p:spPr>
          <a:xfrm>
            <a:off x="796050" y="201100"/>
            <a:ext cx="75519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27" name="Google Shape;127;p2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128" name="Google Shape;128;p26"/>
          <p:cNvSpPr txBox="1">
            <a:spLocks noGrp="1"/>
          </p:cNvSpPr>
          <p:nvPr>
            <p:ph type="subTitle" idx="1"/>
          </p:nvPr>
        </p:nvSpPr>
        <p:spPr>
          <a:xfrm>
            <a:off x="5917025" y="3156192"/>
            <a:ext cx="2066700" cy="562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29" name="Google Shape;129;p26"/>
          <p:cNvSpPr txBox="1">
            <a:spLocks noGrp="1"/>
          </p:cNvSpPr>
          <p:nvPr>
            <p:ph type="title" idx="2" hasCustomPrompt="1"/>
          </p:nvPr>
        </p:nvSpPr>
        <p:spPr>
          <a:xfrm>
            <a:off x="5917025" y="2570292"/>
            <a:ext cx="2066700" cy="662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
        <p:nvSpPr>
          <p:cNvPr id="130" name="Google Shape;130;p26"/>
          <p:cNvSpPr txBox="1">
            <a:spLocks noGrp="1"/>
          </p:cNvSpPr>
          <p:nvPr>
            <p:ph type="subTitle" idx="3"/>
          </p:nvPr>
        </p:nvSpPr>
        <p:spPr>
          <a:xfrm>
            <a:off x="5917025" y="4276092"/>
            <a:ext cx="2066700" cy="562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31" name="Google Shape;131;p26"/>
          <p:cNvSpPr txBox="1">
            <a:spLocks noGrp="1"/>
          </p:cNvSpPr>
          <p:nvPr>
            <p:ph type="title" idx="4" hasCustomPrompt="1"/>
          </p:nvPr>
        </p:nvSpPr>
        <p:spPr>
          <a:xfrm>
            <a:off x="5917025" y="3690192"/>
            <a:ext cx="2066700" cy="662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8000"/>
              <a:buNone/>
              <a:defRPr sz="8000"/>
            </a:lvl2pPr>
            <a:lvl3pPr lvl="2" rtl="0">
              <a:spcBef>
                <a:spcPts val="0"/>
              </a:spcBef>
              <a:spcAft>
                <a:spcPts val="0"/>
              </a:spcAft>
              <a:buSzPts val="8000"/>
              <a:buNone/>
              <a:defRPr sz="8000"/>
            </a:lvl3pPr>
            <a:lvl4pPr lvl="3" rtl="0">
              <a:spcBef>
                <a:spcPts val="0"/>
              </a:spcBef>
              <a:spcAft>
                <a:spcPts val="0"/>
              </a:spcAft>
              <a:buSzPts val="8000"/>
              <a:buNone/>
              <a:defRPr sz="8000"/>
            </a:lvl4pPr>
            <a:lvl5pPr lvl="4" rtl="0">
              <a:spcBef>
                <a:spcPts val="0"/>
              </a:spcBef>
              <a:spcAft>
                <a:spcPts val="0"/>
              </a:spcAft>
              <a:buSzPts val="8000"/>
              <a:buNone/>
              <a:defRPr sz="8000"/>
            </a:lvl5pPr>
            <a:lvl6pPr lvl="5" rtl="0">
              <a:spcBef>
                <a:spcPts val="0"/>
              </a:spcBef>
              <a:spcAft>
                <a:spcPts val="0"/>
              </a:spcAft>
              <a:buSzPts val="8000"/>
              <a:buNone/>
              <a:defRPr sz="8000"/>
            </a:lvl6pPr>
            <a:lvl7pPr lvl="6" rtl="0">
              <a:spcBef>
                <a:spcPts val="0"/>
              </a:spcBef>
              <a:spcAft>
                <a:spcPts val="0"/>
              </a:spcAft>
              <a:buSzPts val="8000"/>
              <a:buNone/>
              <a:defRPr sz="8000"/>
            </a:lvl7pPr>
            <a:lvl8pPr lvl="7" rtl="0">
              <a:spcBef>
                <a:spcPts val="0"/>
              </a:spcBef>
              <a:spcAft>
                <a:spcPts val="0"/>
              </a:spcAft>
              <a:buSzPts val="8000"/>
              <a:buNone/>
              <a:defRPr sz="8000"/>
            </a:lvl8pPr>
            <a:lvl9pPr lvl="8" rtl="0">
              <a:spcBef>
                <a:spcPts val="0"/>
              </a:spcBef>
              <a:spcAft>
                <a:spcPts val="0"/>
              </a:spcAft>
              <a:buSzPts val="8000"/>
              <a:buNone/>
              <a:defRPr sz="8000"/>
            </a:lvl9pPr>
          </a:lstStyle>
          <a:p>
            <a:r>
              <a:t>xx%</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One column text 2">
  <p:cSld name="CUSTOM_13">
    <p:spTree>
      <p:nvGrpSpPr>
        <p:cNvPr id="1" name="Shape 132"/>
        <p:cNvGrpSpPr/>
        <p:nvPr/>
      </p:nvGrpSpPr>
      <p:grpSpPr>
        <a:xfrm>
          <a:off x="0" y="0"/>
          <a:ext cx="0" cy="0"/>
          <a:chOff x="0" y="0"/>
          <a:chExt cx="0" cy="0"/>
        </a:xfrm>
      </p:grpSpPr>
      <p:sp>
        <p:nvSpPr>
          <p:cNvPr id="133" name="Google Shape;133;p27"/>
          <p:cNvSpPr txBox="1">
            <a:spLocks noGrp="1"/>
          </p:cNvSpPr>
          <p:nvPr>
            <p:ph type="title"/>
          </p:nvPr>
        </p:nvSpPr>
        <p:spPr>
          <a:xfrm>
            <a:off x="854275" y="1242775"/>
            <a:ext cx="3158700" cy="15504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rtl="0">
              <a:spcBef>
                <a:spcPts val="0"/>
              </a:spcBef>
              <a:spcAft>
                <a:spcPts val="0"/>
              </a:spcAft>
              <a:buClr>
                <a:schemeClr val="accent6"/>
              </a:buClr>
              <a:buSzPts val="2400"/>
              <a:buNone/>
              <a:defRPr sz="2400">
                <a:solidFill>
                  <a:schemeClr val="accent6"/>
                </a:solidFill>
              </a:defRPr>
            </a:lvl2pPr>
            <a:lvl3pPr lvl="2" rtl="0">
              <a:spcBef>
                <a:spcPts val="0"/>
              </a:spcBef>
              <a:spcAft>
                <a:spcPts val="0"/>
              </a:spcAft>
              <a:buClr>
                <a:schemeClr val="accent6"/>
              </a:buClr>
              <a:buSzPts val="2400"/>
              <a:buNone/>
              <a:defRPr sz="2400">
                <a:solidFill>
                  <a:schemeClr val="accent6"/>
                </a:solidFill>
              </a:defRPr>
            </a:lvl3pPr>
            <a:lvl4pPr lvl="3" rtl="0">
              <a:spcBef>
                <a:spcPts val="0"/>
              </a:spcBef>
              <a:spcAft>
                <a:spcPts val="0"/>
              </a:spcAft>
              <a:buClr>
                <a:schemeClr val="accent6"/>
              </a:buClr>
              <a:buSzPts val="2400"/>
              <a:buNone/>
              <a:defRPr sz="2400">
                <a:solidFill>
                  <a:schemeClr val="accent6"/>
                </a:solidFill>
              </a:defRPr>
            </a:lvl4pPr>
            <a:lvl5pPr lvl="4" rtl="0">
              <a:spcBef>
                <a:spcPts val="0"/>
              </a:spcBef>
              <a:spcAft>
                <a:spcPts val="0"/>
              </a:spcAft>
              <a:buClr>
                <a:schemeClr val="accent6"/>
              </a:buClr>
              <a:buSzPts val="2400"/>
              <a:buNone/>
              <a:defRPr sz="2400">
                <a:solidFill>
                  <a:schemeClr val="accent6"/>
                </a:solidFill>
              </a:defRPr>
            </a:lvl5pPr>
            <a:lvl6pPr lvl="5" rtl="0">
              <a:spcBef>
                <a:spcPts val="0"/>
              </a:spcBef>
              <a:spcAft>
                <a:spcPts val="0"/>
              </a:spcAft>
              <a:buClr>
                <a:schemeClr val="accent6"/>
              </a:buClr>
              <a:buSzPts val="2400"/>
              <a:buNone/>
              <a:defRPr sz="2400">
                <a:solidFill>
                  <a:schemeClr val="accent6"/>
                </a:solidFill>
              </a:defRPr>
            </a:lvl6pPr>
            <a:lvl7pPr lvl="6" rtl="0">
              <a:spcBef>
                <a:spcPts val="0"/>
              </a:spcBef>
              <a:spcAft>
                <a:spcPts val="0"/>
              </a:spcAft>
              <a:buClr>
                <a:schemeClr val="accent6"/>
              </a:buClr>
              <a:buSzPts val="2400"/>
              <a:buNone/>
              <a:defRPr sz="2400">
                <a:solidFill>
                  <a:schemeClr val="accent6"/>
                </a:solidFill>
              </a:defRPr>
            </a:lvl7pPr>
            <a:lvl8pPr lvl="7" rtl="0">
              <a:spcBef>
                <a:spcPts val="0"/>
              </a:spcBef>
              <a:spcAft>
                <a:spcPts val="0"/>
              </a:spcAft>
              <a:buClr>
                <a:schemeClr val="accent6"/>
              </a:buClr>
              <a:buSzPts val="2400"/>
              <a:buNone/>
              <a:defRPr sz="2400">
                <a:solidFill>
                  <a:schemeClr val="accent6"/>
                </a:solidFill>
              </a:defRPr>
            </a:lvl8pPr>
            <a:lvl9pPr lvl="8" rtl="0">
              <a:spcBef>
                <a:spcPts val="0"/>
              </a:spcBef>
              <a:spcAft>
                <a:spcPts val="0"/>
              </a:spcAft>
              <a:buClr>
                <a:schemeClr val="accent6"/>
              </a:buClr>
              <a:buSzPts val="2400"/>
              <a:buNone/>
              <a:defRPr sz="2400">
                <a:solidFill>
                  <a:schemeClr val="accent6"/>
                </a:solidFill>
              </a:defRPr>
            </a:lvl9pPr>
          </a:lstStyle>
          <a:p>
            <a:endParaRPr/>
          </a:p>
        </p:txBody>
      </p:sp>
      <p:sp>
        <p:nvSpPr>
          <p:cNvPr id="134" name="Google Shape;134;p27"/>
          <p:cNvSpPr txBox="1">
            <a:spLocks noGrp="1"/>
          </p:cNvSpPr>
          <p:nvPr>
            <p:ph type="subTitle" idx="1"/>
          </p:nvPr>
        </p:nvSpPr>
        <p:spPr>
          <a:xfrm>
            <a:off x="854250" y="2774825"/>
            <a:ext cx="3158700" cy="1278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hree columns">
  <p:cSld name="SECTION_TITLE_AND_DESCRIPTION_1_2">
    <p:spTree>
      <p:nvGrpSpPr>
        <p:cNvPr id="1" name="Shape 135"/>
        <p:cNvGrpSpPr/>
        <p:nvPr/>
      </p:nvGrpSpPr>
      <p:grpSpPr>
        <a:xfrm>
          <a:off x="0" y="0"/>
          <a:ext cx="0" cy="0"/>
          <a:chOff x="0" y="0"/>
          <a:chExt cx="0" cy="0"/>
        </a:xfrm>
      </p:grpSpPr>
      <p:sp>
        <p:nvSpPr>
          <p:cNvPr id="136" name="Google Shape;136;p28"/>
          <p:cNvSpPr txBox="1">
            <a:spLocks noGrp="1"/>
          </p:cNvSpPr>
          <p:nvPr>
            <p:ph type="title"/>
          </p:nvPr>
        </p:nvSpPr>
        <p:spPr>
          <a:xfrm>
            <a:off x="1167625" y="2881600"/>
            <a:ext cx="1869600" cy="709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37" name="Google Shape;137;p28"/>
          <p:cNvSpPr txBox="1">
            <a:spLocks noGrp="1"/>
          </p:cNvSpPr>
          <p:nvPr>
            <p:ph type="subTitle" idx="1"/>
          </p:nvPr>
        </p:nvSpPr>
        <p:spPr>
          <a:xfrm>
            <a:off x="1167625" y="35263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38" name="Google Shape;138;p28"/>
          <p:cNvSpPr txBox="1">
            <a:spLocks noGrp="1"/>
          </p:cNvSpPr>
          <p:nvPr>
            <p:ph type="title" idx="2"/>
          </p:nvPr>
        </p:nvSpPr>
        <p:spPr>
          <a:xfrm>
            <a:off x="3637201" y="2881600"/>
            <a:ext cx="1869600" cy="709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39" name="Google Shape;139;p28"/>
          <p:cNvSpPr txBox="1">
            <a:spLocks noGrp="1"/>
          </p:cNvSpPr>
          <p:nvPr>
            <p:ph type="subTitle" idx="3"/>
          </p:nvPr>
        </p:nvSpPr>
        <p:spPr>
          <a:xfrm>
            <a:off x="3637201" y="35263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0" name="Google Shape;140;p28"/>
          <p:cNvSpPr txBox="1">
            <a:spLocks noGrp="1"/>
          </p:cNvSpPr>
          <p:nvPr>
            <p:ph type="title" idx="4"/>
          </p:nvPr>
        </p:nvSpPr>
        <p:spPr>
          <a:xfrm>
            <a:off x="6106776" y="2881600"/>
            <a:ext cx="1869600" cy="709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1" name="Google Shape;141;p28"/>
          <p:cNvSpPr txBox="1">
            <a:spLocks noGrp="1"/>
          </p:cNvSpPr>
          <p:nvPr>
            <p:ph type="subTitle" idx="5"/>
          </p:nvPr>
        </p:nvSpPr>
        <p:spPr>
          <a:xfrm>
            <a:off x="6106776" y="35263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2" name="Google Shape;142;p28"/>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43" name="Google Shape;143;p2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six columns">
  <p:cSld name="SECTION_TITLE_AND_DESCRIPTION_1_2_1">
    <p:spTree>
      <p:nvGrpSpPr>
        <p:cNvPr id="1" name="Shape 153"/>
        <p:cNvGrpSpPr/>
        <p:nvPr/>
      </p:nvGrpSpPr>
      <p:grpSpPr>
        <a:xfrm>
          <a:off x="0" y="0"/>
          <a:ext cx="0" cy="0"/>
          <a:chOff x="0" y="0"/>
          <a:chExt cx="0" cy="0"/>
        </a:xfrm>
      </p:grpSpPr>
      <p:sp>
        <p:nvSpPr>
          <p:cNvPr id="154" name="Google Shape;154;p30"/>
          <p:cNvSpPr txBox="1">
            <a:spLocks noGrp="1"/>
          </p:cNvSpPr>
          <p:nvPr>
            <p:ph type="title"/>
          </p:nvPr>
        </p:nvSpPr>
        <p:spPr>
          <a:xfrm>
            <a:off x="3637201" y="16109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5" name="Google Shape;155;p30"/>
          <p:cNvSpPr txBox="1">
            <a:spLocks noGrp="1"/>
          </p:cNvSpPr>
          <p:nvPr>
            <p:ph type="title" idx="2"/>
          </p:nvPr>
        </p:nvSpPr>
        <p:spPr>
          <a:xfrm>
            <a:off x="1167625" y="33058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6" name="Google Shape;156;p30"/>
          <p:cNvSpPr txBox="1">
            <a:spLocks noGrp="1"/>
          </p:cNvSpPr>
          <p:nvPr>
            <p:ph type="subTitle" idx="1"/>
          </p:nvPr>
        </p:nvSpPr>
        <p:spPr>
          <a:xfrm>
            <a:off x="1167625" y="39073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57" name="Google Shape;157;p30"/>
          <p:cNvSpPr txBox="1">
            <a:spLocks noGrp="1"/>
          </p:cNvSpPr>
          <p:nvPr>
            <p:ph type="title" idx="3"/>
          </p:nvPr>
        </p:nvSpPr>
        <p:spPr>
          <a:xfrm>
            <a:off x="3637201" y="33058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8" name="Google Shape;158;p30"/>
          <p:cNvSpPr txBox="1">
            <a:spLocks noGrp="1"/>
          </p:cNvSpPr>
          <p:nvPr>
            <p:ph type="subTitle" idx="4"/>
          </p:nvPr>
        </p:nvSpPr>
        <p:spPr>
          <a:xfrm>
            <a:off x="3637200" y="39073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59" name="Google Shape;159;p30"/>
          <p:cNvSpPr txBox="1">
            <a:spLocks noGrp="1"/>
          </p:cNvSpPr>
          <p:nvPr>
            <p:ph type="title" idx="5"/>
          </p:nvPr>
        </p:nvSpPr>
        <p:spPr>
          <a:xfrm>
            <a:off x="6106776" y="33058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60" name="Google Shape;160;p30"/>
          <p:cNvSpPr txBox="1">
            <a:spLocks noGrp="1"/>
          </p:cNvSpPr>
          <p:nvPr>
            <p:ph type="subTitle" idx="6"/>
          </p:nvPr>
        </p:nvSpPr>
        <p:spPr>
          <a:xfrm>
            <a:off x="6106775" y="39073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61" name="Google Shape;161;p30"/>
          <p:cNvSpPr txBox="1">
            <a:spLocks noGrp="1"/>
          </p:cNvSpPr>
          <p:nvPr>
            <p:ph type="title" idx="7"/>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62" name="Google Shape;162;p30"/>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163" name="Google Shape;163;p30"/>
          <p:cNvSpPr txBox="1">
            <a:spLocks noGrp="1"/>
          </p:cNvSpPr>
          <p:nvPr>
            <p:ph type="title" idx="8"/>
          </p:nvPr>
        </p:nvSpPr>
        <p:spPr>
          <a:xfrm>
            <a:off x="1167625" y="16109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64" name="Google Shape;164;p30"/>
          <p:cNvSpPr txBox="1">
            <a:spLocks noGrp="1"/>
          </p:cNvSpPr>
          <p:nvPr>
            <p:ph type="subTitle" idx="9"/>
          </p:nvPr>
        </p:nvSpPr>
        <p:spPr>
          <a:xfrm>
            <a:off x="1167625" y="22124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65" name="Google Shape;165;p30"/>
          <p:cNvSpPr txBox="1">
            <a:spLocks noGrp="1"/>
          </p:cNvSpPr>
          <p:nvPr>
            <p:ph type="subTitle" idx="13"/>
          </p:nvPr>
        </p:nvSpPr>
        <p:spPr>
          <a:xfrm>
            <a:off x="3637200" y="22124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66" name="Google Shape;166;p30"/>
          <p:cNvSpPr txBox="1">
            <a:spLocks noGrp="1"/>
          </p:cNvSpPr>
          <p:nvPr>
            <p:ph type="title" idx="14"/>
          </p:nvPr>
        </p:nvSpPr>
        <p:spPr>
          <a:xfrm>
            <a:off x="6106776" y="1610950"/>
            <a:ext cx="1869600" cy="6663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67" name="Google Shape;167;p30"/>
          <p:cNvSpPr txBox="1">
            <a:spLocks noGrp="1"/>
          </p:cNvSpPr>
          <p:nvPr>
            <p:ph type="subTitle" idx="15"/>
          </p:nvPr>
        </p:nvSpPr>
        <p:spPr>
          <a:xfrm>
            <a:off x="6106775" y="2212450"/>
            <a:ext cx="1869600" cy="666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six columns 1">
  <p:cSld name="CUSTOM_8">
    <p:spTree>
      <p:nvGrpSpPr>
        <p:cNvPr id="1" name="Shape 168"/>
        <p:cNvGrpSpPr/>
        <p:nvPr/>
      </p:nvGrpSpPr>
      <p:grpSpPr>
        <a:xfrm>
          <a:off x="0" y="0"/>
          <a:ext cx="0" cy="0"/>
          <a:chOff x="0" y="0"/>
          <a:chExt cx="0" cy="0"/>
        </a:xfrm>
      </p:grpSpPr>
      <p:sp>
        <p:nvSpPr>
          <p:cNvPr id="169" name="Google Shape;169;p31"/>
          <p:cNvSpPr txBox="1">
            <a:spLocks noGrp="1"/>
          </p:cNvSpPr>
          <p:nvPr>
            <p:ph type="title"/>
          </p:nvPr>
        </p:nvSpPr>
        <p:spPr>
          <a:xfrm>
            <a:off x="1673525" y="2185138"/>
            <a:ext cx="25713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70" name="Google Shape;170;p31"/>
          <p:cNvSpPr txBox="1">
            <a:spLocks noGrp="1"/>
          </p:cNvSpPr>
          <p:nvPr>
            <p:ph type="subTitle" idx="1"/>
          </p:nvPr>
        </p:nvSpPr>
        <p:spPr>
          <a:xfrm>
            <a:off x="1673525" y="2786638"/>
            <a:ext cx="25713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71" name="Google Shape;171;p31"/>
          <p:cNvSpPr txBox="1">
            <a:spLocks noGrp="1"/>
          </p:cNvSpPr>
          <p:nvPr>
            <p:ph type="title" idx="2"/>
          </p:nvPr>
        </p:nvSpPr>
        <p:spPr>
          <a:xfrm>
            <a:off x="5753026" y="1001350"/>
            <a:ext cx="25674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72" name="Google Shape;172;p31"/>
          <p:cNvSpPr txBox="1">
            <a:spLocks noGrp="1"/>
          </p:cNvSpPr>
          <p:nvPr>
            <p:ph type="subTitle" idx="3"/>
          </p:nvPr>
        </p:nvSpPr>
        <p:spPr>
          <a:xfrm>
            <a:off x="5753025" y="1602850"/>
            <a:ext cx="25674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73" name="Google Shape;173;p31"/>
          <p:cNvSpPr txBox="1">
            <a:spLocks noGrp="1"/>
          </p:cNvSpPr>
          <p:nvPr>
            <p:ph type="title" idx="4"/>
          </p:nvPr>
        </p:nvSpPr>
        <p:spPr>
          <a:xfrm>
            <a:off x="5753026" y="3394750"/>
            <a:ext cx="25674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74" name="Google Shape;174;p31"/>
          <p:cNvSpPr txBox="1">
            <a:spLocks noGrp="1"/>
          </p:cNvSpPr>
          <p:nvPr>
            <p:ph type="subTitle" idx="5"/>
          </p:nvPr>
        </p:nvSpPr>
        <p:spPr>
          <a:xfrm>
            <a:off x="5753025" y="3996250"/>
            <a:ext cx="25674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75" name="Google Shape;175;p31"/>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176" name="Google Shape;176;p31"/>
          <p:cNvSpPr txBox="1">
            <a:spLocks noGrp="1"/>
          </p:cNvSpPr>
          <p:nvPr>
            <p:ph type="title" idx="7"/>
          </p:nvPr>
        </p:nvSpPr>
        <p:spPr>
          <a:xfrm>
            <a:off x="1670725" y="1001350"/>
            <a:ext cx="25713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77" name="Google Shape;177;p31"/>
          <p:cNvSpPr txBox="1">
            <a:spLocks noGrp="1"/>
          </p:cNvSpPr>
          <p:nvPr>
            <p:ph type="subTitle" idx="8"/>
          </p:nvPr>
        </p:nvSpPr>
        <p:spPr>
          <a:xfrm>
            <a:off x="1670725" y="1602850"/>
            <a:ext cx="25713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78" name="Google Shape;178;p31"/>
          <p:cNvSpPr txBox="1">
            <a:spLocks noGrp="1"/>
          </p:cNvSpPr>
          <p:nvPr>
            <p:ph type="title" idx="9"/>
          </p:nvPr>
        </p:nvSpPr>
        <p:spPr>
          <a:xfrm>
            <a:off x="1670726" y="3394750"/>
            <a:ext cx="25713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79" name="Google Shape;179;p31"/>
          <p:cNvSpPr txBox="1">
            <a:spLocks noGrp="1"/>
          </p:cNvSpPr>
          <p:nvPr>
            <p:ph type="subTitle" idx="13"/>
          </p:nvPr>
        </p:nvSpPr>
        <p:spPr>
          <a:xfrm>
            <a:off x="1670725" y="3996250"/>
            <a:ext cx="25713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80" name="Google Shape;180;p31"/>
          <p:cNvSpPr txBox="1">
            <a:spLocks noGrp="1"/>
          </p:cNvSpPr>
          <p:nvPr>
            <p:ph type="title" idx="14"/>
          </p:nvPr>
        </p:nvSpPr>
        <p:spPr>
          <a:xfrm>
            <a:off x="5756872" y="2185138"/>
            <a:ext cx="2567400" cy="6663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81" name="Google Shape;181;p31"/>
          <p:cNvSpPr txBox="1">
            <a:spLocks noGrp="1"/>
          </p:cNvSpPr>
          <p:nvPr>
            <p:ph type="subTitle" idx="15"/>
          </p:nvPr>
        </p:nvSpPr>
        <p:spPr>
          <a:xfrm>
            <a:off x="5756870" y="2786638"/>
            <a:ext cx="2567400" cy="66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cxnSp>
        <p:nvCxnSpPr>
          <p:cNvPr id="182" name="Google Shape;182;p31"/>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ext 2">
  <p:cSld name="SECTION_TITLE_AND_DESCRIPTION_2">
    <p:spTree>
      <p:nvGrpSpPr>
        <p:cNvPr id="1" name="Shape 183"/>
        <p:cNvGrpSpPr/>
        <p:nvPr/>
      </p:nvGrpSpPr>
      <p:grpSpPr>
        <a:xfrm>
          <a:off x="0" y="0"/>
          <a:ext cx="0" cy="0"/>
          <a:chOff x="0" y="0"/>
          <a:chExt cx="0" cy="0"/>
        </a:xfrm>
      </p:grpSpPr>
      <p:sp>
        <p:nvSpPr>
          <p:cNvPr id="184" name="Google Shape;184;p32"/>
          <p:cNvSpPr txBox="1">
            <a:spLocks noGrp="1"/>
          </p:cNvSpPr>
          <p:nvPr>
            <p:ph type="subTitle" idx="1"/>
          </p:nvPr>
        </p:nvSpPr>
        <p:spPr>
          <a:xfrm>
            <a:off x="5429475" y="2012425"/>
            <a:ext cx="3001200" cy="507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6"/>
              </a:buClr>
              <a:buSzPts val="2200"/>
              <a:buFont typeface="Advent Pro"/>
              <a:buNone/>
              <a:defRPr sz="2200" b="1">
                <a:solidFill>
                  <a:schemeClr val="accent6"/>
                </a:solidFill>
                <a:latin typeface="Advent Pro"/>
                <a:ea typeface="Advent Pro"/>
                <a:cs typeface="Advent Pro"/>
                <a:sym typeface="Advent Pro"/>
              </a:defRPr>
            </a:lvl1pPr>
            <a:lvl2pPr lvl="1"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2pPr>
            <a:lvl3pPr lvl="2"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3pPr>
            <a:lvl4pPr lvl="3"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4pPr>
            <a:lvl5pPr lvl="4"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5pPr>
            <a:lvl6pPr lvl="5"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6pPr>
            <a:lvl7pPr lvl="6"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7pPr>
            <a:lvl8pPr lvl="7"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8pPr>
            <a:lvl9pPr lvl="8" rtl="0">
              <a:lnSpc>
                <a:spcPct val="100000"/>
              </a:lnSpc>
              <a:spcBef>
                <a:spcPts val="0"/>
              </a:spcBef>
              <a:spcAft>
                <a:spcPts val="0"/>
              </a:spcAft>
              <a:buClr>
                <a:schemeClr val="accent6"/>
              </a:buClr>
              <a:buSzPts val="2100"/>
              <a:buFont typeface="Advent Pro"/>
              <a:buNone/>
              <a:defRPr sz="2100" b="1">
                <a:solidFill>
                  <a:schemeClr val="accent6"/>
                </a:solidFill>
                <a:latin typeface="Advent Pro"/>
                <a:ea typeface="Advent Pro"/>
                <a:cs typeface="Advent Pro"/>
                <a:sym typeface="Advent Pro"/>
              </a:defRPr>
            </a:lvl9pPr>
          </a:lstStyle>
          <a:p>
            <a:endParaRPr/>
          </a:p>
        </p:txBody>
      </p:sp>
      <p:sp>
        <p:nvSpPr>
          <p:cNvPr id="185" name="Google Shape;185;p32"/>
          <p:cNvSpPr txBox="1">
            <a:spLocks noGrp="1"/>
          </p:cNvSpPr>
          <p:nvPr>
            <p:ph type="body" idx="2"/>
          </p:nvPr>
        </p:nvSpPr>
        <p:spPr>
          <a:xfrm>
            <a:off x="5429475" y="2649150"/>
            <a:ext cx="3001200" cy="16161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
        <p:nvSpPr>
          <p:cNvPr id="186" name="Google Shape;186;p3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87" name="Google Shape;187;p32"/>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text 3">
  <p:cSld name="CUSTOM_5">
    <p:spTree>
      <p:nvGrpSpPr>
        <p:cNvPr id="1" name="Shape 188"/>
        <p:cNvGrpSpPr/>
        <p:nvPr/>
      </p:nvGrpSpPr>
      <p:grpSpPr>
        <a:xfrm>
          <a:off x="0" y="0"/>
          <a:ext cx="0" cy="0"/>
          <a:chOff x="0" y="0"/>
          <a:chExt cx="0" cy="0"/>
        </a:xfrm>
      </p:grpSpPr>
      <p:sp>
        <p:nvSpPr>
          <p:cNvPr id="189" name="Google Shape;189;p33"/>
          <p:cNvSpPr txBox="1">
            <a:spLocks noGrp="1"/>
          </p:cNvSpPr>
          <p:nvPr>
            <p:ph type="title"/>
          </p:nvPr>
        </p:nvSpPr>
        <p:spPr>
          <a:xfrm>
            <a:off x="4846475" y="1698363"/>
            <a:ext cx="3411300" cy="7557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190" name="Google Shape;190;p33"/>
          <p:cNvSpPr txBox="1">
            <a:spLocks noGrp="1"/>
          </p:cNvSpPr>
          <p:nvPr>
            <p:ph type="subTitle" idx="1"/>
          </p:nvPr>
        </p:nvSpPr>
        <p:spPr>
          <a:xfrm>
            <a:off x="4846475" y="2435763"/>
            <a:ext cx="3411300" cy="1278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list">
  <p:cSld name="CUSTOM_2">
    <p:spTree>
      <p:nvGrpSpPr>
        <p:cNvPr id="1" name="Shape 191"/>
        <p:cNvGrpSpPr/>
        <p:nvPr/>
      </p:nvGrpSpPr>
      <p:grpSpPr>
        <a:xfrm>
          <a:off x="0" y="0"/>
          <a:ext cx="0" cy="0"/>
          <a:chOff x="0" y="0"/>
          <a:chExt cx="0" cy="0"/>
        </a:xfrm>
      </p:grpSpPr>
      <p:sp>
        <p:nvSpPr>
          <p:cNvPr id="192" name="Google Shape;192;p34"/>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193" name="Google Shape;193;p34"/>
          <p:cNvSpPr txBox="1">
            <a:spLocks noGrp="1"/>
          </p:cNvSpPr>
          <p:nvPr>
            <p:ph type="title" idx="2"/>
          </p:nvPr>
        </p:nvSpPr>
        <p:spPr>
          <a:xfrm>
            <a:off x="3484850" y="1388875"/>
            <a:ext cx="4923600" cy="6021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94" name="Google Shape;194;p34"/>
          <p:cNvSpPr txBox="1">
            <a:spLocks noGrp="1"/>
          </p:cNvSpPr>
          <p:nvPr>
            <p:ph type="subTitle" idx="1"/>
          </p:nvPr>
        </p:nvSpPr>
        <p:spPr>
          <a:xfrm>
            <a:off x="3484850" y="2078275"/>
            <a:ext cx="2461800" cy="1948800"/>
          </a:xfrm>
          <a:prstGeom prst="rect">
            <a:avLst/>
          </a:prstGeom>
        </p:spPr>
        <p:txBody>
          <a:bodyPr spcFirstLastPara="1" wrap="square" lIns="91425" tIns="91425" rIns="91425" bIns="91425" anchor="b" anchorCtr="0">
            <a:noAutofit/>
          </a:bodyPr>
          <a:lstStyle>
            <a:lvl1pPr lvl="0">
              <a:spcBef>
                <a:spcPts val="0"/>
              </a:spcBef>
              <a:spcAft>
                <a:spcPts val="0"/>
              </a:spcAft>
              <a:buClr>
                <a:schemeClr val="dk2"/>
              </a:buClr>
              <a:buSzPts val="1400"/>
              <a:buChar char="●"/>
              <a:defRPr sz="1400"/>
            </a:lvl1pPr>
            <a:lvl2pPr lvl="1">
              <a:spcBef>
                <a:spcPts val="1000"/>
              </a:spcBef>
              <a:spcAft>
                <a:spcPts val="0"/>
              </a:spcAft>
              <a:buClr>
                <a:schemeClr val="dk2"/>
              </a:buClr>
              <a:buSzPts val="1400"/>
              <a:buChar char="○"/>
              <a:defRPr/>
            </a:lvl2pPr>
            <a:lvl3pPr lvl="2">
              <a:spcBef>
                <a:spcPts val="1600"/>
              </a:spcBef>
              <a:spcAft>
                <a:spcPts val="0"/>
              </a:spcAft>
              <a:buClr>
                <a:schemeClr val="dk2"/>
              </a:buClr>
              <a:buSzPts val="1400"/>
              <a:buChar char="■"/>
              <a:defRPr/>
            </a:lvl3pPr>
            <a:lvl4pPr lvl="3">
              <a:spcBef>
                <a:spcPts val="1600"/>
              </a:spcBef>
              <a:spcAft>
                <a:spcPts val="0"/>
              </a:spcAft>
              <a:buClr>
                <a:schemeClr val="dk2"/>
              </a:buClr>
              <a:buSzPts val="1400"/>
              <a:buChar char="●"/>
              <a:defRPr/>
            </a:lvl4pPr>
            <a:lvl5pPr lvl="4">
              <a:spcBef>
                <a:spcPts val="1600"/>
              </a:spcBef>
              <a:spcAft>
                <a:spcPts val="0"/>
              </a:spcAft>
              <a:buClr>
                <a:schemeClr val="dk2"/>
              </a:buClr>
              <a:buSzPts val="1400"/>
              <a:buChar char="○"/>
              <a:defRPr/>
            </a:lvl5pPr>
            <a:lvl6pPr lvl="5">
              <a:spcBef>
                <a:spcPts val="1600"/>
              </a:spcBef>
              <a:spcAft>
                <a:spcPts val="0"/>
              </a:spcAft>
              <a:buClr>
                <a:schemeClr val="dk2"/>
              </a:buClr>
              <a:buSzPts val="1400"/>
              <a:buChar char="■"/>
              <a:defRPr/>
            </a:lvl6pPr>
            <a:lvl7pPr lvl="6">
              <a:spcBef>
                <a:spcPts val="1600"/>
              </a:spcBef>
              <a:spcAft>
                <a:spcPts val="0"/>
              </a:spcAft>
              <a:buClr>
                <a:schemeClr val="dk2"/>
              </a:buClr>
              <a:buSzPts val="1400"/>
              <a:buChar char="●"/>
              <a:defRPr/>
            </a:lvl7pPr>
            <a:lvl8pPr lvl="7">
              <a:spcBef>
                <a:spcPts val="1600"/>
              </a:spcBef>
              <a:spcAft>
                <a:spcPts val="0"/>
              </a:spcAft>
              <a:buClr>
                <a:schemeClr val="dk2"/>
              </a:buClr>
              <a:buSzPts val="1400"/>
              <a:buChar char="○"/>
              <a:defRPr/>
            </a:lvl8pPr>
            <a:lvl9pPr lvl="8">
              <a:spcBef>
                <a:spcPts val="1600"/>
              </a:spcBef>
              <a:spcAft>
                <a:spcPts val="1600"/>
              </a:spcAft>
              <a:buClr>
                <a:schemeClr val="dk2"/>
              </a:buClr>
              <a:buSzPts val="1400"/>
              <a:buChar char="■"/>
              <a:defRPr/>
            </a:lvl9pPr>
          </a:lstStyle>
          <a:p>
            <a:endParaRPr/>
          </a:p>
        </p:txBody>
      </p:sp>
      <p:cxnSp>
        <p:nvCxnSpPr>
          <p:cNvPr id="195" name="Google Shape;195;p34"/>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196" name="Google Shape;196;p34"/>
          <p:cNvSpPr txBox="1">
            <a:spLocks noGrp="1"/>
          </p:cNvSpPr>
          <p:nvPr>
            <p:ph type="subTitle" idx="3"/>
          </p:nvPr>
        </p:nvSpPr>
        <p:spPr>
          <a:xfrm>
            <a:off x="5946650" y="2078275"/>
            <a:ext cx="2461800" cy="1948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dk2"/>
              </a:buClr>
              <a:buSzPts val="1400"/>
              <a:buChar char="●"/>
              <a:defRPr sz="1400"/>
            </a:lvl1pPr>
            <a:lvl2pPr lvl="1" rtl="0">
              <a:spcBef>
                <a:spcPts val="1000"/>
              </a:spcBef>
              <a:spcAft>
                <a:spcPts val="0"/>
              </a:spcAft>
              <a:buClr>
                <a:schemeClr val="dk2"/>
              </a:buClr>
              <a:buSzPts val="1400"/>
              <a:buChar char="○"/>
              <a:defRPr/>
            </a:lvl2pPr>
            <a:lvl3pPr lvl="2" rtl="0">
              <a:spcBef>
                <a:spcPts val="1600"/>
              </a:spcBef>
              <a:spcAft>
                <a:spcPts val="0"/>
              </a:spcAft>
              <a:buClr>
                <a:schemeClr val="dk2"/>
              </a:buClr>
              <a:buSzPts val="1400"/>
              <a:buChar char="■"/>
              <a:defRPr/>
            </a:lvl3pPr>
            <a:lvl4pPr lvl="3" rtl="0">
              <a:spcBef>
                <a:spcPts val="1600"/>
              </a:spcBef>
              <a:spcAft>
                <a:spcPts val="0"/>
              </a:spcAft>
              <a:buClr>
                <a:schemeClr val="dk2"/>
              </a:buClr>
              <a:buSzPts val="1400"/>
              <a:buChar char="●"/>
              <a:defRPr/>
            </a:lvl4pPr>
            <a:lvl5pPr lvl="4" rtl="0">
              <a:spcBef>
                <a:spcPts val="1600"/>
              </a:spcBef>
              <a:spcAft>
                <a:spcPts val="0"/>
              </a:spcAft>
              <a:buClr>
                <a:schemeClr val="dk2"/>
              </a:buClr>
              <a:buSzPts val="1400"/>
              <a:buChar char="○"/>
              <a:defRPr/>
            </a:lvl5pPr>
            <a:lvl6pPr lvl="5" rtl="0">
              <a:spcBef>
                <a:spcPts val="1600"/>
              </a:spcBef>
              <a:spcAft>
                <a:spcPts val="0"/>
              </a:spcAft>
              <a:buClr>
                <a:schemeClr val="dk2"/>
              </a:buClr>
              <a:buSzPts val="1400"/>
              <a:buChar char="■"/>
              <a:defRPr/>
            </a:lvl6pPr>
            <a:lvl7pPr lvl="6" rtl="0">
              <a:spcBef>
                <a:spcPts val="1600"/>
              </a:spcBef>
              <a:spcAft>
                <a:spcPts val="0"/>
              </a:spcAft>
              <a:buClr>
                <a:schemeClr val="dk2"/>
              </a:buClr>
              <a:buSzPts val="1400"/>
              <a:buChar char="●"/>
              <a:defRPr/>
            </a:lvl7pPr>
            <a:lvl8pPr lvl="7" rtl="0">
              <a:spcBef>
                <a:spcPts val="1600"/>
              </a:spcBef>
              <a:spcAft>
                <a:spcPts val="0"/>
              </a:spcAft>
              <a:buClr>
                <a:schemeClr val="dk2"/>
              </a:buClr>
              <a:buSzPts val="1400"/>
              <a:buChar char="○"/>
              <a:defRPr/>
            </a:lvl8pPr>
            <a:lvl9pPr lvl="8" rtl="0">
              <a:spcBef>
                <a:spcPts val="1600"/>
              </a:spcBef>
              <a:spcAft>
                <a:spcPts val="1600"/>
              </a:spcAft>
              <a:buClr>
                <a:schemeClr val="dk2"/>
              </a:buClr>
              <a:buSzPts val="1400"/>
              <a:buChar char="■"/>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11">
    <p:spTree>
      <p:nvGrpSpPr>
        <p:cNvPr id="1" name="Shape 197"/>
        <p:cNvGrpSpPr/>
        <p:nvPr/>
      </p:nvGrpSpPr>
      <p:grpSpPr>
        <a:xfrm>
          <a:off x="0" y="0"/>
          <a:ext cx="0" cy="0"/>
          <a:chOff x="0" y="0"/>
          <a:chExt cx="0" cy="0"/>
        </a:xfrm>
      </p:grpSpPr>
      <p:sp>
        <p:nvSpPr>
          <p:cNvPr id="198" name="Google Shape;198;p35"/>
          <p:cNvSpPr txBox="1">
            <a:spLocks noGrp="1"/>
          </p:cNvSpPr>
          <p:nvPr>
            <p:ph type="title" hasCustomPrompt="1"/>
          </p:nvPr>
        </p:nvSpPr>
        <p:spPr>
          <a:xfrm>
            <a:off x="4368875" y="460725"/>
            <a:ext cx="4049400" cy="10932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3"/>
              </a:buClr>
              <a:buSzPts val="12000"/>
              <a:buNone/>
              <a:defRPr sz="5000">
                <a:solidFill>
                  <a:schemeClr val="accent6"/>
                </a:solidFill>
              </a:defRPr>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199" name="Google Shape;199;p35"/>
          <p:cNvSpPr txBox="1">
            <a:spLocks noGrp="1"/>
          </p:cNvSpPr>
          <p:nvPr>
            <p:ph type="subTitle" idx="1"/>
          </p:nvPr>
        </p:nvSpPr>
        <p:spPr>
          <a:xfrm>
            <a:off x="4368875" y="1412200"/>
            <a:ext cx="4049400" cy="631800"/>
          </a:xfrm>
          <a:prstGeom prst="rect">
            <a:avLst/>
          </a:prstGeom>
        </p:spPr>
        <p:txBody>
          <a:bodyPr spcFirstLastPara="1" wrap="square" lIns="91425" tIns="91425" rIns="91425" bIns="91425" anchor="t" anchorCtr="0">
            <a:noAutofit/>
          </a:bodyPr>
          <a:lstStyle>
            <a:lvl1pPr lvl="0" algn="r" rtl="0">
              <a:spcBef>
                <a:spcPts val="0"/>
              </a:spcBef>
              <a:spcAft>
                <a:spcPts val="0"/>
              </a:spcAft>
              <a:buNone/>
              <a:defRPr sz="1400"/>
            </a:lvl1pPr>
            <a:lvl2pPr lvl="1" algn="r" rtl="0">
              <a:spcBef>
                <a:spcPts val="0"/>
              </a:spcBef>
              <a:spcAft>
                <a:spcPts val="0"/>
              </a:spcAft>
              <a:buNone/>
              <a:defRPr/>
            </a:lvl2pPr>
            <a:lvl3pPr lvl="2" algn="r" rtl="0">
              <a:spcBef>
                <a:spcPts val="0"/>
              </a:spcBef>
              <a:spcAft>
                <a:spcPts val="0"/>
              </a:spcAft>
              <a:buNone/>
              <a:defRPr/>
            </a:lvl3pPr>
            <a:lvl4pPr lvl="3" algn="r" rtl="0">
              <a:spcBef>
                <a:spcPts val="0"/>
              </a:spcBef>
              <a:spcAft>
                <a:spcPts val="0"/>
              </a:spcAft>
              <a:buNone/>
              <a:defRPr/>
            </a:lvl4pPr>
            <a:lvl5pPr lvl="4" algn="r" rtl="0">
              <a:spcBef>
                <a:spcPts val="0"/>
              </a:spcBef>
              <a:spcAft>
                <a:spcPts val="0"/>
              </a:spcAft>
              <a:buNone/>
              <a:defRPr/>
            </a:lvl5pPr>
            <a:lvl6pPr lvl="5" algn="r" rtl="0">
              <a:spcBef>
                <a:spcPts val="0"/>
              </a:spcBef>
              <a:spcAft>
                <a:spcPts val="0"/>
              </a:spcAft>
              <a:buNone/>
              <a:defRPr/>
            </a:lvl6pPr>
            <a:lvl7pPr lvl="6" algn="r" rtl="0">
              <a:spcBef>
                <a:spcPts val="0"/>
              </a:spcBef>
              <a:spcAft>
                <a:spcPts val="0"/>
              </a:spcAft>
              <a:buNone/>
              <a:defRPr/>
            </a:lvl7pPr>
            <a:lvl8pPr lvl="7" algn="r" rtl="0">
              <a:spcBef>
                <a:spcPts val="0"/>
              </a:spcBef>
              <a:spcAft>
                <a:spcPts val="0"/>
              </a:spcAft>
              <a:buNone/>
              <a:defRPr/>
            </a:lvl8pPr>
            <a:lvl9pPr lvl="8" algn="r" rtl="0">
              <a:spcBef>
                <a:spcPts val="0"/>
              </a:spcBef>
              <a:spcAft>
                <a:spcPts val="0"/>
              </a:spcAft>
              <a:buNone/>
              <a:defRPr/>
            </a:lvl9pPr>
          </a:lstStyle>
          <a:p>
            <a:endParaRPr/>
          </a:p>
        </p:txBody>
      </p:sp>
      <p:sp>
        <p:nvSpPr>
          <p:cNvPr id="200" name="Google Shape;200;p35"/>
          <p:cNvSpPr txBox="1">
            <a:spLocks noGrp="1"/>
          </p:cNvSpPr>
          <p:nvPr>
            <p:ph type="title" idx="2" hasCustomPrompt="1"/>
          </p:nvPr>
        </p:nvSpPr>
        <p:spPr>
          <a:xfrm>
            <a:off x="4368875" y="1663000"/>
            <a:ext cx="4049400" cy="11904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3"/>
              </a:buClr>
              <a:buSzPts val="12000"/>
              <a:buNone/>
              <a:defRPr sz="5000">
                <a:solidFill>
                  <a:schemeClr val="accent6"/>
                </a:solidFill>
              </a:defRPr>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201" name="Google Shape;201;p35"/>
          <p:cNvSpPr txBox="1">
            <a:spLocks noGrp="1"/>
          </p:cNvSpPr>
          <p:nvPr>
            <p:ph type="subTitle" idx="3"/>
          </p:nvPr>
        </p:nvSpPr>
        <p:spPr>
          <a:xfrm>
            <a:off x="4368875" y="2731300"/>
            <a:ext cx="4049400" cy="631800"/>
          </a:xfrm>
          <a:prstGeom prst="rect">
            <a:avLst/>
          </a:prstGeom>
        </p:spPr>
        <p:txBody>
          <a:bodyPr spcFirstLastPara="1" wrap="square" lIns="91425" tIns="91425" rIns="91425" bIns="91425" anchor="t" anchorCtr="0">
            <a:noAutofit/>
          </a:bodyPr>
          <a:lstStyle>
            <a:lvl1pPr lvl="0" algn="r" rtl="0">
              <a:spcBef>
                <a:spcPts val="0"/>
              </a:spcBef>
              <a:spcAft>
                <a:spcPts val="0"/>
              </a:spcAft>
              <a:buNone/>
              <a:defRPr sz="1400"/>
            </a:lvl1pPr>
            <a:lvl2pPr lvl="1" algn="r" rtl="0">
              <a:spcBef>
                <a:spcPts val="0"/>
              </a:spcBef>
              <a:spcAft>
                <a:spcPts val="0"/>
              </a:spcAft>
              <a:buNone/>
              <a:defRPr/>
            </a:lvl2pPr>
            <a:lvl3pPr lvl="2" algn="r" rtl="0">
              <a:spcBef>
                <a:spcPts val="0"/>
              </a:spcBef>
              <a:spcAft>
                <a:spcPts val="0"/>
              </a:spcAft>
              <a:buNone/>
              <a:defRPr/>
            </a:lvl3pPr>
            <a:lvl4pPr lvl="3" algn="r" rtl="0">
              <a:spcBef>
                <a:spcPts val="0"/>
              </a:spcBef>
              <a:spcAft>
                <a:spcPts val="0"/>
              </a:spcAft>
              <a:buNone/>
              <a:defRPr/>
            </a:lvl4pPr>
            <a:lvl5pPr lvl="4" algn="r" rtl="0">
              <a:spcBef>
                <a:spcPts val="0"/>
              </a:spcBef>
              <a:spcAft>
                <a:spcPts val="0"/>
              </a:spcAft>
              <a:buNone/>
              <a:defRPr/>
            </a:lvl5pPr>
            <a:lvl6pPr lvl="5" algn="r" rtl="0">
              <a:spcBef>
                <a:spcPts val="0"/>
              </a:spcBef>
              <a:spcAft>
                <a:spcPts val="0"/>
              </a:spcAft>
              <a:buNone/>
              <a:defRPr/>
            </a:lvl6pPr>
            <a:lvl7pPr lvl="6" algn="r" rtl="0">
              <a:spcBef>
                <a:spcPts val="0"/>
              </a:spcBef>
              <a:spcAft>
                <a:spcPts val="0"/>
              </a:spcAft>
              <a:buNone/>
              <a:defRPr/>
            </a:lvl7pPr>
            <a:lvl8pPr lvl="7" algn="r" rtl="0">
              <a:spcBef>
                <a:spcPts val="0"/>
              </a:spcBef>
              <a:spcAft>
                <a:spcPts val="0"/>
              </a:spcAft>
              <a:buNone/>
              <a:defRPr/>
            </a:lvl8pPr>
            <a:lvl9pPr lvl="8" algn="r" rtl="0">
              <a:spcBef>
                <a:spcPts val="0"/>
              </a:spcBef>
              <a:spcAft>
                <a:spcPts val="0"/>
              </a:spcAft>
              <a:buNone/>
              <a:defRPr/>
            </a:lvl9pPr>
          </a:lstStyle>
          <a:p>
            <a:endParaRPr/>
          </a:p>
        </p:txBody>
      </p:sp>
      <p:sp>
        <p:nvSpPr>
          <p:cNvPr id="202" name="Google Shape;202;p35"/>
          <p:cNvSpPr txBox="1">
            <a:spLocks noGrp="1"/>
          </p:cNvSpPr>
          <p:nvPr>
            <p:ph type="title" idx="4" hasCustomPrompt="1"/>
          </p:nvPr>
        </p:nvSpPr>
        <p:spPr>
          <a:xfrm>
            <a:off x="4368875" y="2982700"/>
            <a:ext cx="4049400" cy="11904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accent3"/>
              </a:buClr>
              <a:buSzPts val="12000"/>
              <a:buNone/>
              <a:defRPr sz="5000">
                <a:solidFill>
                  <a:schemeClr val="accent6"/>
                </a:solidFill>
              </a:defRPr>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203" name="Google Shape;203;p35"/>
          <p:cNvSpPr txBox="1">
            <a:spLocks noGrp="1"/>
          </p:cNvSpPr>
          <p:nvPr>
            <p:ph type="subTitle" idx="5"/>
          </p:nvPr>
        </p:nvSpPr>
        <p:spPr>
          <a:xfrm>
            <a:off x="4368875" y="4051000"/>
            <a:ext cx="4049400" cy="631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None/>
              <a:defRPr sz="1400"/>
            </a:lvl1pPr>
            <a:lvl2pPr lvl="1" algn="r" rtl="0">
              <a:lnSpc>
                <a:spcPct val="100000"/>
              </a:lnSpc>
              <a:spcBef>
                <a:spcPts val="1600"/>
              </a:spcBef>
              <a:spcAft>
                <a:spcPts val="0"/>
              </a:spcAft>
              <a:buNone/>
              <a:defRPr/>
            </a:lvl2pPr>
            <a:lvl3pPr lvl="2" algn="r" rtl="0">
              <a:lnSpc>
                <a:spcPct val="100000"/>
              </a:lnSpc>
              <a:spcBef>
                <a:spcPts val="1600"/>
              </a:spcBef>
              <a:spcAft>
                <a:spcPts val="0"/>
              </a:spcAft>
              <a:buNone/>
              <a:defRPr/>
            </a:lvl3pPr>
            <a:lvl4pPr lvl="3" algn="r" rtl="0">
              <a:lnSpc>
                <a:spcPct val="100000"/>
              </a:lnSpc>
              <a:spcBef>
                <a:spcPts val="1600"/>
              </a:spcBef>
              <a:spcAft>
                <a:spcPts val="0"/>
              </a:spcAft>
              <a:buNone/>
              <a:defRPr/>
            </a:lvl4pPr>
            <a:lvl5pPr lvl="4" algn="r" rtl="0">
              <a:lnSpc>
                <a:spcPct val="100000"/>
              </a:lnSpc>
              <a:spcBef>
                <a:spcPts val="1600"/>
              </a:spcBef>
              <a:spcAft>
                <a:spcPts val="0"/>
              </a:spcAft>
              <a:buNone/>
              <a:defRPr/>
            </a:lvl5pPr>
            <a:lvl6pPr lvl="5" algn="r" rtl="0">
              <a:lnSpc>
                <a:spcPct val="100000"/>
              </a:lnSpc>
              <a:spcBef>
                <a:spcPts val="1600"/>
              </a:spcBef>
              <a:spcAft>
                <a:spcPts val="0"/>
              </a:spcAft>
              <a:buNone/>
              <a:defRPr/>
            </a:lvl6pPr>
            <a:lvl7pPr lvl="6" algn="r" rtl="0">
              <a:lnSpc>
                <a:spcPct val="100000"/>
              </a:lnSpc>
              <a:spcBef>
                <a:spcPts val="1600"/>
              </a:spcBef>
              <a:spcAft>
                <a:spcPts val="0"/>
              </a:spcAft>
              <a:buNone/>
              <a:defRPr/>
            </a:lvl7pPr>
            <a:lvl8pPr lvl="7" algn="r" rtl="0">
              <a:lnSpc>
                <a:spcPct val="100000"/>
              </a:lnSpc>
              <a:spcBef>
                <a:spcPts val="1600"/>
              </a:spcBef>
              <a:spcAft>
                <a:spcPts val="0"/>
              </a:spcAft>
              <a:buNone/>
              <a:defRPr/>
            </a:lvl8pPr>
            <a:lvl9pPr lvl="8" algn="r" rtl="0">
              <a:lnSpc>
                <a:spcPct val="100000"/>
              </a:lnSpc>
              <a:spcBef>
                <a:spcPts val="1600"/>
              </a:spcBef>
              <a:spcAft>
                <a:spcPts val="1600"/>
              </a:spcAft>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Numbers and text 1">
  <p:cSld name="CUSTOM_14">
    <p:spTree>
      <p:nvGrpSpPr>
        <p:cNvPr id="1" name="Shape 204"/>
        <p:cNvGrpSpPr/>
        <p:nvPr/>
      </p:nvGrpSpPr>
      <p:grpSpPr>
        <a:xfrm>
          <a:off x="0" y="0"/>
          <a:ext cx="0" cy="0"/>
          <a:chOff x="0" y="0"/>
          <a:chExt cx="0" cy="0"/>
        </a:xfrm>
      </p:grpSpPr>
      <p:sp>
        <p:nvSpPr>
          <p:cNvPr id="205" name="Google Shape;205;p36"/>
          <p:cNvSpPr txBox="1">
            <a:spLocks noGrp="1"/>
          </p:cNvSpPr>
          <p:nvPr>
            <p:ph type="title" hasCustomPrompt="1"/>
          </p:nvPr>
        </p:nvSpPr>
        <p:spPr>
          <a:xfrm>
            <a:off x="709175" y="1390575"/>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2"/>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06" name="Google Shape;206;p36"/>
          <p:cNvSpPr txBox="1">
            <a:spLocks noGrp="1"/>
          </p:cNvSpPr>
          <p:nvPr>
            <p:ph type="title" idx="2" hasCustomPrompt="1"/>
          </p:nvPr>
        </p:nvSpPr>
        <p:spPr>
          <a:xfrm>
            <a:off x="2691000" y="1390575"/>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2"/>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07" name="Google Shape;207;p36"/>
          <p:cNvSpPr txBox="1">
            <a:spLocks noGrp="1"/>
          </p:cNvSpPr>
          <p:nvPr>
            <p:ph type="title" idx="3" hasCustomPrompt="1"/>
          </p:nvPr>
        </p:nvSpPr>
        <p:spPr>
          <a:xfrm>
            <a:off x="4672825" y="1390575"/>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2"/>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08" name="Google Shape;208;p36"/>
          <p:cNvSpPr txBox="1">
            <a:spLocks noGrp="1"/>
          </p:cNvSpPr>
          <p:nvPr>
            <p:ph type="subTitle" idx="1"/>
          </p:nvPr>
        </p:nvSpPr>
        <p:spPr>
          <a:xfrm>
            <a:off x="709163" y="3626575"/>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09" name="Google Shape;209;p36"/>
          <p:cNvSpPr txBox="1">
            <a:spLocks noGrp="1"/>
          </p:cNvSpPr>
          <p:nvPr>
            <p:ph type="subTitle" idx="4"/>
          </p:nvPr>
        </p:nvSpPr>
        <p:spPr>
          <a:xfrm>
            <a:off x="2690988" y="3626575"/>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10" name="Google Shape;210;p36"/>
          <p:cNvSpPr txBox="1">
            <a:spLocks noGrp="1"/>
          </p:cNvSpPr>
          <p:nvPr>
            <p:ph type="subTitle" idx="5"/>
          </p:nvPr>
        </p:nvSpPr>
        <p:spPr>
          <a:xfrm>
            <a:off x="4672813" y="3626575"/>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11" name="Google Shape;211;p36"/>
          <p:cNvSpPr txBox="1">
            <a:spLocks noGrp="1"/>
          </p:cNvSpPr>
          <p:nvPr>
            <p:ph type="title" idx="6" hasCustomPrompt="1"/>
          </p:nvPr>
        </p:nvSpPr>
        <p:spPr>
          <a:xfrm>
            <a:off x="6654650" y="1390575"/>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2"/>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12" name="Google Shape;212;p36"/>
          <p:cNvSpPr txBox="1">
            <a:spLocks noGrp="1"/>
          </p:cNvSpPr>
          <p:nvPr>
            <p:ph type="subTitle" idx="7"/>
          </p:nvPr>
        </p:nvSpPr>
        <p:spPr>
          <a:xfrm>
            <a:off x="6654638" y="3626575"/>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13" name="Google Shape;213;p36"/>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14" name="Google Shape;214;p3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Numbers and text 2">
  <p:cSld name="CUSTOM_15">
    <p:spTree>
      <p:nvGrpSpPr>
        <p:cNvPr id="1" name="Shape 215"/>
        <p:cNvGrpSpPr/>
        <p:nvPr/>
      </p:nvGrpSpPr>
      <p:grpSpPr>
        <a:xfrm>
          <a:off x="0" y="0"/>
          <a:ext cx="0" cy="0"/>
          <a:chOff x="0" y="0"/>
          <a:chExt cx="0" cy="0"/>
        </a:xfrm>
      </p:grpSpPr>
      <p:sp>
        <p:nvSpPr>
          <p:cNvPr id="216" name="Google Shape;216;p37"/>
          <p:cNvSpPr txBox="1">
            <a:spLocks noGrp="1"/>
          </p:cNvSpPr>
          <p:nvPr>
            <p:ph type="title" hasCustomPrompt="1"/>
          </p:nvPr>
        </p:nvSpPr>
        <p:spPr>
          <a:xfrm>
            <a:off x="1057550" y="1378547"/>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3"/>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17" name="Google Shape;217;p37"/>
          <p:cNvSpPr txBox="1">
            <a:spLocks noGrp="1"/>
          </p:cNvSpPr>
          <p:nvPr>
            <p:ph type="title" idx="2" hasCustomPrompt="1"/>
          </p:nvPr>
        </p:nvSpPr>
        <p:spPr>
          <a:xfrm>
            <a:off x="3644375" y="1378547"/>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3"/>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18" name="Google Shape;218;p37"/>
          <p:cNvSpPr txBox="1">
            <a:spLocks noGrp="1"/>
          </p:cNvSpPr>
          <p:nvPr>
            <p:ph type="subTitle" idx="1"/>
          </p:nvPr>
        </p:nvSpPr>
        <p:spPr>
          <a:xfrm>
            <a:off x="1057550" y="3843063"/>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19" name="Google Shape;219;p37"/>
          <p:cNvSpPr txBox="1">
            <a:spLocks noGrp="1"/>
          </p:cNvSpPr>
          <p:nvPr>
            <p:ph type="subTitle" idx="3"/>
          </p:nvPr>
        </p:nvSpPr>
        <p:spPr>
          <a:xfrm>
            <a:off x="3644375" y="3843063"/>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20" name="Google Shape;220;p37"/>
          <p:cNvSpPr txBox="1">
            <a:spLocks noGrp="1"/>
          </p:cNvSpPr>
          <p:nvPr>
            <p:ph type="subTitle" idx="4"/>
          </p:nvPr>
        </p:nvSpPr>
        <p:spPr>
          <a:xfrm>
            <a:off x="1045000" y="3381200"/>
            <a:ext cx="1780200" cy="444900"/>
          </a:xfrm>
          <a:prstGeom prst="rect">
            <a:avLst/>
          </a:prstGeom>
        </p:spPr>
        <p:txBody>
          <a:bodyPr spcFirstLastPara="1" wrap="square" lIns="91425" tIns="91425" rIns="91425" bIns="91425" anchor="t" anchorCtr="0">
            <a:noAutofit/>
          </a:bodyPr>
          <a:lstStyle>
            <a:lvl1pPr lvl="0" algn="ctr">
              <a:spcBef>
                <a:spcPts val="0"/>
              </a:spcBef>
              <a:spcAft>
                <a:spcPts val="0"/>
              </a:spcAft>
              <a:buSzPts val="2200"/>
              <a:buFont typeface="Advent Pro"/>
              <a:buNone/>
              <a:defRPr sz="2200" b="1">
                <a:solidFill>
                  <a:schemeClr val="accent1"/>
                </a:solidFill>
                <a:latin typeface="Advent Pro"/>
                <a:ea typeface="Advent Pro"/>
                <a:cs typeface="Advent Pro"/>
                <a:sym typeface="Advent Pro"/>
              </a:defRPr>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
        <p:nvSpPr>
          <p:cNvPr id="221" name="Google Shape;221;p37"/>
          <p:cNvSpPr txBox="1">
            <a:spLocks noGrp="1"/>
          </p:cNvSpPr>
          <p:nvPr>
            <p:ph type="subTitle" idx="5"/>
          </p:nvPr>
        </p:nvSpPr>
        <p:spPr>
          <a:xfrm>
            <a:off x="3644375" y="3381200"/>
            <a:ext cx="1780200" cy="444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Advent Pro"/>
              <a:buNone/>
              <a:defRPr sz="2200" b="1">
                <a:solidFill>
                  <a:schemeClr val="accent1"/>
                </a:solidFill>
                <a:latin typeface="Advent Pro"/>
                <a:ea typeface="Advent Pro"/>
                <a:cs typeface="Advent Pro"/>
                <a:sym typeface="Advent Pr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22" name="Google Shape;222;p37"/>
          <p:cNvSpPr txBox="1">
            <a:spLocks noGrp="1"/>
          </p:cNvSpPr>
          <p:nvPr>
            <p:ph type="title" idx="6" hasCustomPrompt="1"/>
          </p:nvPr>
        </p:nvSpPr>
        <p:spPr>
          <a:xfrm>
            <a:off x="6318700" y="1378550"/>
            <a:ext cx="1780200" cy="71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500"/>
              <a:buNone/>
              <a:defRPr sz="3500">
                <a:solidFill>
                  <a:schemeClr val="accent3"/>
                </a:solidFill>
              </a:defRPr>
            </a:lvl1pPr>
            <a:lvl2pPr lvl="1" algn="ctr" rtl="0">
              <a:spcBef>
                <a:spcPts val="0"/>
              </a:spcBef>
              <a:spcAft>
                <a:spcPts val="0"/>
              </a:spcAft>
              <a:buSzPts val="4500"/>
              <a:buNone/>
              <a:defRPr sz="4500"/>
            </a:lvl2pPr>
            <a:lvl3pPr lvl="2" algn="ctr" rtl="0">
              <a:spcBef>
                <a:spcPts val="0"/>
              </a:spcBef>
              <a:spcAft>
                <a:spcPts val="0"/>
              </a:spcAft>
              <a:buSzPts val="4500"/>
              <a:buNone/>
              <a:defRPr sz="4500"/>
            </a:lvl3pPr>
            <a:lvl4pPr lvl="3" algn="ctr" rtl="0">
              <a:spcBef>
                <a:spcPts val="0"/>
              </a:spcBef>
              <a:spcAft>
                <a:spcPts val="0"/>
              </a:spcAft>
              <a:buSzPts val="4500"/>
              <a:buNone/>
              <a:defRPr sz="4500"/>
            </a:lvl4pPr>
            <a:lvl5pPr lvl="4" algn="ctr" rtl="0">
              <a:spcBef>
                <a:spcPts val="0"/>
              </a:spcBef>
              <a:spcAft>
                <a:spcPts val="0"/>
              </a:spcAft>
              <a:buSzPts val="4500"/>
              <a:buNone/>
              <a:defRPr sz="4500"/>
            </a:lvl5pPr>
            <a:lvl6pPr lvl="5" algn="ctr" rtl="0">
              <a:spcBef>
                <a:spcPts val="0"/>
              </a:spcBef>
              <a:spcAft>
                <a:spcPts val="0"/>
              </a:spcAft>
              <a:buSzPts val="4500"/>
              <a:buNone/>
              <a:defRPr sz="4500"/>
            </a:lvl6pPr>
            <a:lvl7pPr lvl="6" algn="ctr" rtl="0">
              <a:spcBef>
                <a:spcPts val="0"/>
              </a:spcBef>
              <a:spcAft>
                <a:spcPts val="0"/>
              </a:spcAft>
              <a:buSzPts val="4500"/>
              <a:buNone/>
              <a:defRPr sz="4500"/>
            </a:lvl7pPr>
            <a:lvl8pPr lvl="7" algn="ctr" rtl="0">
              <a:spcBef>
                <a:spcPts val="0"/>
              </a:spcBef>
              <a:spcAft>
                <a:spcPts val="0"/>
              </a:spcAft>
              <a:buSzPts val="4500"/>
              <a:buNone/>
              <a:defRPr sz="4500"/>
            </a:lvl8pPr>
            <a:lvl9pPr lvl="8" algn="ctr" rtl="0">
              <a:spcBef>
                <a:spcPts val="0"/>
              </a:spcBef>
              <a:spcAft>
                <a:spcPts val="0"/>
              </a:spcAft>
              <a:buSzPts val="4500"/>
              <a:buNone/>
              <a:defRPr sz="4500"/>
            </a:lvl9pPr>
          </a:lstStyle>
          <a:p>
            <a:r>
              <a:t>xx%</a:t>
            </a:r>
          </a:p>
        </p:txBody>
      </p:sp>
      <p:sp>
        <p:nvSpPr>
          <p:cNvPr id="223" name="Google Shape;223;p37"/>
          <p:cNvSpPr txBox="1">
            <a:spLocks noGrp="1"/>
          </p:cNvSpPr>
          <p:nvPr>
            <p:ph type="subTitle" idx="7"/>
          </p:nvPr>
        </p:nvSpPr>
        <p:spPr>
          <a:xfrm>
            <a:off x="6318750" y="3843063"/>
            <a:ext cx="1780200" cy="71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24" name="Google Shape;224;p37"/>
          <p:cNvSpPr txBox="1">
            <a:spLocks noGrp="1"/>
          </p:cNvSpPr>
          <p:nvPr>
            <p:ph type="subTitle" idx="8"/>
          </p:nvPr>
        </p:nvSpPr>
        <p:spPr>
          <a:xfrm>
            <a:off x="6318750" y="3381200"/>
            <a:ext cx="1780200" cy="444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Advent Pro"/>
              <a:buNone/>
              <a:defRPr sz="2200" b="1">
                <a:solidFill>
                  <a:schemeClr val="accent1"/>
                </a:solidFill>
                <a:latin typeface="Advent Pro"/>
                <a:ea typeface="Advent Pro"/>
                <a:cs typeface="Advent Pro"/>
                <a:sym typeface="Advent Pr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25" name="Google Shape;225;p37"/>
          <p:cNvSpPr txBox="1">
            <a:spLocks noGrp="1"/>
          </p:cNvSpPr>
          <p:nvPr>
            <p:ph type="title" idx="9"/>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26" name="Google Shape;226;p37"/>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1">
  <p:cSld name="CUSTOM_3">
    <p:spTree>
      <p:nvGrpSpPr>
        <p:cNvPr id="1" name="Shape 227"/>
        <p:cNvGrpSpPr/>
        <p:nvPr/>
      </p:nvGrpSpPr>
      <p:grpSpPr>
        <a:xfrm>
          <a:off x="0" y="0"/>
          <a:ext cx="0" cy="0"/>
          <a:chOff x="0" y="0"/>
          <a:chExt cx="0" cy="0"/>
        </a:xfrm>
      </p:grpSpPr>
      <p:sp>
        <p:nvSpPr>
          <p:cNvPr id="228" name="Google Shape;228;p38"/>
          <p:cNvSpPr txBox="1">
            <a:spLocks noGrp="1"/>
          </p:cNvSpPr>
          <p:nvPr>
            <p:ph type="ctrTitle"/>
          </p:nvPr>
        </p:nvSpPr>
        <p:spPr>
          <a:xfrm>
            <a:off x="726575" y="1979350"/>
            <a:ext cx="3149100" cy="1233600"/>
          </a:xfrm>
          <a:prstGeom prst="rect">
            <a:avLst/>
          </a:prstGeom>
        </p:spPr>
        <p:txBody>
          <a:bodyPr spcFirstLastPara="1" wrap="square" lIns="91425" tIns="91425" rIns="91425" bIns="91425" anchor="b" anchorCtr="0">
            <a:noAutofit/>
          </a:bodyPr>
          <a:lstStyle>
            <a:lvl1pPr lvl="0" algn="r" rtl="0">
              <a:lnSpc>
                <a:spcPct val="80000"/>
              </a:lnSpc>
              <a:spcBef>
                <a:spcPts val="0"/>
              </a:spcBef>
              <a:spcAft>
                <a:spcPts val="0"/>
              </a:spcAft>
              <a:buClr>
                <a:schemeClr val="accent6"/>
              </a:buClr>
              <a:buSzPts val="3600"/>
              <a:buNone/>
              <a:defRPr sz="3600">
                <a:solidFill>
                  <a:schemeClr val="accent6"/>
                </a:solidFill>
              </a:defRPr>
            </a:lvl1pPr>
            <a:lvl2pPr lvl="1" algn="r" rtl="0">
              <a:spcBef>
                <a:spcPts val="0"/>
              </a:spcBef>
              <a:spcAft>
                <a:spcPts val="0"/>
              </a:spcAft>
              <a:buClr>
                <a:schemeClr val="accent6"/>
              </a:buClr>
              <a:buSzPts val="5200"/>
              <a:buNone/>
              <a:defRPr sz="5200">
                <a:solidFill>
                  <a:schemeClr val="accent6"/>
                </a:solidFill>
              </a:defRPr>
            </a:lvl2pPr>
            <a:lvl3pPr lvl="2" algn="r" rtl="0">
              <a:spcBef>
                <a:spcPts val="0"/>
              </a:spcBef>
              <a:spcAft>
                <a:spcPts val="0"/>
              </a:spcAft>
              <a:buClr>
                <a:schemeClr val="accent6"/>
              </a:buClr>
              <a:buSzPts val="5200"/>
              <a:buNone/>
              <a:defRPr sz="5200">
                <a:solidFill>
                  <a:schemeClr val="accent6"/>
                </a:solidFill>
              </a:defRPr>
            </a:lvl3pPr>
            <a:lvl4pPr lvl="3" algn="r" rtl="0">
              <a:spcBef>
                <a:spcPts val="0"/>
              </a:spcBef>
              <a:spcAft>
                <a:spcPts val="0"/>
              </a:spcAft>
              <a:buClr>
                <a:schemeClr val="accent6"/>
              </a:buClr>
              <a:buSzPts val="5200"/>
              <a:buNone/>
              <a:defRPr sz="5200">
                <a:solidFill>
                  <a:schemeClr val="accent6"/>
                </a:solidFill>
              </a:defRPr>
            </a:lvl4pPr>
            <a:lvl5pPr lvl="4" algn="r" rtl="0">
              <a:spcBef>
                <a:spcPts val="0"/>
              </a:spcBef>
              <a:spcAft>
                <a:spcPts val="0"/>
              </a:spcAft>
              <a:buClr>
                <a:schemeClr val="accent6"/>
              </a:buClr>
              <a:buSzPts val="5200"/>
              <a:buNone/>
              <a:defRPr sz="5200">
                <a:solidFill>
                  <a:schemeClr val="accent6"/>
                </a:solidFill>
              </a:defRPr>
            </a:lvl5pPr>
            <a:lvl6pPr lvl="5" algn="r" rtl="0">
              <a:spcBef>
                <a:spcPts val="0"/>
              </a:spcBef>
              <a:spcAft>
                <a:spcPts val="0"/>
              </a:spcAft>
              <a:buClr>
                <a:schemeClr val="accent6"/>
              </a:buClr>
              <a:buSzPts val="5200"/>
              <a:buNone/>
              <a:defRPr sz="5200">
                <a:solidFill>
                  <a:schemeClr val="accent6"/>
                </a:solidFill>
              </a:defRPr>
            </a:lvl6pPr>
            <a:lvl7pPr lvl="6" algn="r" rtl="0">
              <a:spcBef>
                <a:spcPts val="0"/>
              </a:spcBef>
              <a:spcAft>
                <a:spcPts val="0"/>
              </a:spcAft>
              <a:buClr>
                <a:schemeClr val="accent6"/>
              </a:buClr>
              <a:buSzPts val="5200"/>
              <a:buNone/>
              <a:defRPr sz="5200">
                <a:solidFill>
                  <a:schemeClr val="accent6"/>
                </a:solidFill>
              </a:defRPr>
            </a:lvl7pPr>
            <a:lvl8pPr lvl="7" algn="r" rtl="0">
              <a:spcBef>
                <a:spcPts val="0"/>
              </a:spcBef>
              <a:spcAft>
                <a:spcPts val="0"/>
              </a:spcAft>
              <a:buClr>
                <a:schemeClr val="accent6"/>
              </a:buClr>
              <a:buSzPts val="5200"/>
              <a:buNone/>
              <a:defRPr sz="5200">
                <a:solidFill>
                  <a:schemeClr val="accent6"/>
                </a:solidFill>
              </a:defRPr>
            </a:lvl8pPr>
            <a:lvl9pPr lvl="8" algn="r" rtl="0">
              <a:spcBef>
                <a:spcPts val="0"/>
              </a:spcBef>
              <a:spcAft>
                <a:spcPts val="0"/>
              </a:spcAft>
              <a:buClr>
                <a:schemeClr val="accent6"/>
              </a:buClr>
              <a:buSzPts val="5200"/>
              <a:buNone/>
              <a:defRPr sz="5200">
                <a:solidFill>
                  <a:schemeClr val="accent6"/>
                </a:solidFill>
              </a:defRPr>
            </a:lvl9pPr>
          </a:lstStyle>
          <a:p>
            <a:endParaRPr/>
          </a:p>
        </p:txBody>
      </p:sp>
      <p:sp>
        <p:nvSpPr>
          <p:cNvPr id="229" name="Google Shape;229;p38"/>
          <p:cNvSpPr txBox="1">
            <a:spLocks noGrp="1"/>
          </p:cNvSpPr>
          <p:nvPr>
            <p:ph type="subTitle" idx="1"/>
          </p:nvPr>
        </p:nvSpPr>
        <p:spPr>
          <a:xfrm>
            <a:off x="726575" y="3250025"/>
            <a:ext cx="3149100" cy="792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800"/>
              <a:buNone/>
              <a:defRPr>
                <a:solidFill>
                  <a:schemeClr val="dk1"/>
                </a:solidFill>
              </a:defRPr>
            </a:lvl1pPr>
            <a:lvl2pPr lvl="1" algn="r" rtl="0">
              <a:lnSpc>
                <a:spcPct val="100000"/>
              </a:lnSpc>
              <a:spcBef>
                <a:spcPts val="0"/>
              </a:spcBef>
              <a:spcAft>
                <a:spcPts val="0"/>
              </a:spcAft>
              <a:buSzPts val="2400"/>
              <a:buNone/>
              <a:defRPr sz="2400"/>
            </a:lvl2pPr>
            <a:lvl3pPr lvl="2" algn="r" rtl="0">
              <a:lnSpc>
                <a:spcPct val="100000"/>
              </a:lnSpc>
              <a:spcBef>
                <a:spcPts val="0"/>
              </a:spcBef>
              <a:spcAft>
                <a:spcPts val="0"/>
              </a:spcAft>
              <a:buSzPts val="2400"/>
              <a:buNone/>
              <a:defRPr sz="2400"/>
            </a:lvl3pPr>
            <a:lvl4pPr lvl="3" algn="r" rtl="0">
              <a:lnSpc>
                <a:spcPct val="100000"/>
              </a:lnSpc>
              <a:spcBef>
                <a:spcPts val="0"/>
              </a:spcBef>
              <a:spcAft>
                <a:spcPts val="0"/>
              </a:spcAft>
              <a:buSzPts val="2400"/>
              <a:buNone/>
              <a:defRPr sz="2400"/>
            </a:lvl4pPr>
            <a:lvl5pPr lvl="4" algn="r" rtl="0">
              <a:lnSpc>
                <a:spcPct val="100000"/>
              </a:lnSpc>
              <a:spcBef>
                <a:spcPts val="0"/>
              </a:spcBef>
              <a:spcAft>
                <a:spcPts val="0"/>
              </a:spcAft>
              <a:buSzPts val="2400"/>
              <a:buNone/>
              <a:defRPr sz="2400"/>
            </a:lvl5pPr>
            <a:lvl6pPr lvl="5" algn="r" rtl="0">
              <a:lnSpc>
                <a:spcPct val="100000"/>
              </a:lnSpc>
              <a:spcBef>
                <a:spcPts val="0"/>
              </a:spcBef>
              <a:spcAft>
                <a:spcPts val="0"/>
              </a:spcAft>
              <a:buSzPts val="2400"/>
              <a:buNone/>
              <a:defRPr sz="2400"/>
            </a:lvl6pPr>
            <a:lvl7pPr lvl="6" algn="r" rtl="0">
              <a:lnSpc>
                <a:spcPct val="100000"/>
              </a:lnSpc>
              <a:spcBef>
                <a:spcPts val="0"/>
              </a:spcBef>
              <a:spcAft>
                <a:spcPts val="0"/>
              </a:spcAft>
              <a:buSzPts val="2400"/>
              <a:buNone/>
              <a:defRPr sz="2400"/>
            </a:lvl7pPr>
            <a:lvl8pPr lvl="7" algn="r" rtl="0">
              <a:lnSpc>
                <a:spcPct val="100000"/>
              </a:lnSpc>
              <a:spcBef>
                <a:spcPts val="0"/>
              </a:spcBef>
              <a:spcAft>
                <a:spcPts val="0"/>
              </a:spcAft>
              <a:buSzPts val="2400"/>
              <a:buNone/>
              <a:defRPr sz="2400"/>
            </a:lvl8pPr>
            <a:lvl9pPr lvl="8" algn="r" rtl="0">
              <a:lnSpc>
                <a:spcPct val="100000"/>
              </a:lnSpc>
              <a:spcBef>
                <a:spcPts val="0"/>
              </a:spcBef>
              <a:spcAft>
                <a:spcPts val="0"/>
              </a:spcAft>
              <a:buSzPts val="2400"/>
              <a:buNone/>
              <a:defRPr sz="2400"/>
            </a:lvl9pPr>
          </a:lstStyle>
          <a:p>
            <a:endParaRPr/>
          </a:p>
        </p:txBody>
      </p:sp>
      <p:sp>
        <p:nvSpPr>
          <p:cNvPr id="230" name="Google Shape;230;p38"/>
          <p:cNvSpPr txBox="1">
            <a:spLocks noGrp="1"/>
          </p:cNvSpPr>
          <p:nvPr>
            <p:ph type="title" idx="2" hasCustomPrompt="1"/>
          </p:nvPr>
        </p:nvSpPr>
        <p:spPr>
          <a:xfrm>
            <a:off x="726575" y="1139775"/>
            <a:ext cx="3149100" cy="792600"/>
          </a:xfrm>
          <a:prstGeom prst="rect">
            <a:avLst/>
          </a:prstGeom>
        </p:spPr>
        <p:txBody>
          <a:bodyPr spcFirstLastPara="1" wrap="square" lIns="91425" tIns="91425" rIns="91425" bIns="91425" anchor="ctr" anchorCtr="0">
            <a:noAutofit/>
          </a:bodyPr>
          <a:lstStyle>
            <a:lvl1pPr lvl="0" algn="r" rtl="0">
              <a:spcBef>
                <a:spcPts val="0"/>
              </a:spcBef>
              <a:spcAft>
                <a:spcPts val="0"/>
              </a:spcAft>
              <a:buClr>
                <a:schemeClr val="accent6"/>
              </a:buClr>
              <a:buSzPts val="7200"/>
              <a:buNone/>
              <a:defRPr sz="7200">
                <a:solidFill>
                  <a:schemeClr val="accent6"/>
                </a:solidFill>
              </a:defRPr>
            </a:lvl1pPr>
            <a:lvl2pPr lvl="1" algn="r" rtl="0">
              <a:spcBef>
                <a:spcPts val="0"/>
              </a:spcBef>
              <a:spcAft>
                <a:spcPts val="0"/>
              </a:spcAft>
              <a:buClr>
                <a:schemeClr val="accent6"/>
              </a:buClr>
              <a:buSzPts val="6000"/>
              <a:buNone/>
              <a:defRPr sz="6000">
                <a:solidFill>
                  <a:schemeClr val="accent6"/>
                </a:solidFill>
              </a:defRPr>
            </a:lvl2pPr>
            <a:lvl3pPr lvl="2" algn="r" rtl="0">
              <a:spcBef>
                <a:spcPts val="0"/>
              </a:spcBef>
              <a:spcAft>
                <a:spcPts val="0"/>
              </a:spcAft>
              <a:buClr>
                <a:schemeClr val="accent6"/>
              </a:buClr>
              <a:buSzPts val="6000"/>
              <a:buNone/>
              <a:defRPr sz="6000">
                <a:solidFill>
                  <a:schemeClr val="accent6"/>
                </a:solidFill>
              </a:defRPr>
            </a:lvl3pPr>
            <a:lvl4pPr lvl="3" algn="r" rtl="0">
              <a:spcBef>
                <a:spcPts val="0"/>
              </a:spcBef>
              <a:spcAft>
                <a:spcPts val="0"/>
              </a:spcAft>
              <a:buClr>
                <a:schemeClr val="accent6"/>
              </a:buClr>
              <a:buSzPts val="6000"/>
              <a:buNone/>
              <a:defRPr sz="6000">
                <a:solidFill>
                  <a:schemeClr val="accent6"/>
                </a:solidFill>
              </a:defRPr>
            </a:lvl4pPr>
            <a:lvl5pPr lvl="4" algn="r" rtl="0">
              <a:spcBef>
                <a:spcPts val="0"/>
              </a:spcBef>
              <a:spcAft>
                <a:spcPts val="0"/>
              </a:spcAft>
              <a:buClr>
                <a:schemeClr val="accent6"/>
              </a:buClr>
              <a:buSzPts val="6000"/>
              <a:buNone/>
              <a:defRPr sz="6000">
                <a:solidFill>
                  <a:schemeClr val="accent6"/>
                </a:solidFill>
              </a:defRPr>
            </a:lvl5pPr>
            <a:lvl6pPr lvl="5" algn="r" rtl="0">
              <a:spcBef>
                <a:spcPts val="0"/>
              </a:spcBef>
              <a:spcAft>
                <a:spcPts val="0"/>
              </a:spcAft>
              <a:buClr>
                <a:schemeClr val="accent6"/>
              </a:buClr>
              <a:buSzPts val="6000"/>
              <a:buNone/>
              <a:defRPr sz="6000">
                <a:solidFill>
                  <a:schemeClr val="accent6"/>
                </a:solidFill>
              </a:defRPr>
            </a:lvl6pPr>
            <a:lvl7pPr lvl="6" algn="r" rtl="0">
              <a:spcBef>
                <a:spcPts val="0"/>
              </a:spcBef>
              <a:spcAft>
                <a:spcPts val="0"/>
              </a:spcAft>
              <a:buClr>
                <a:schemeClr val="accent6"/>
              </a:buClr>
              <a:buSzPts val="6000"/>
              <a:buNone/>
              <a:defRPr sz="6000">
                <a:solidFill>
                  <a:schemeClr val="accent6"/>
                </a:solidFill>
              </a:defRPr>
            </a:lvl7pPr>
            <a:lvl8pPr lvl="7" algn="r" rtl="0">
              <a:spcBef>
                <a:spcPts val="0"/>
              </a:spcBef>
              <a:spcAft>
                <a:spcPts val="0"/>
              </a:spcAft>
              <a:buClr>
                <a:schemeClr val="accent6"/>
              </a:buClr>
              <a:buSzPts val="6000"/>
              <a:buNone/>
              <a:defRPr sz="6000">
                <a:solidFill>
                  <a:schemeClr val="accent6"/>
                </a:solidFill>
              </a:defRPr>
            </a:lvl8pPr>
            <a:lvl9pPr lvl="8" algn="r" rtl="0">
              <a:spcBef>
                <a:spcPts val="0"/>
              </a:spcBef>
              <a:spcAft>
                <a:spcPts val="0"/>
              </a:spcAft>
              <a:buClr>
                <a:schemeClr val="accent6"/>
              </a:buClr>
              <a:buSzPts val="6000"/>
              <a:buNone/>
              <a:defRPr sz="6000">
                <a:solidFill>
                  <a:schemeClr val="accent6"/>
                </a:solidFill>
              </a:defRPr>
            </a:lvl9pPr>
          </a:lstStyle>
          <a:p>
            <a:r>
              <a:t>xx%</a:t>
            </a: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bullet ">
  <p:cSld name="TITLE_AND_TWO_COLUMNS_1">
    <p:spTree>
      <p:nvGrpSpPr>
        <p:cNvPr id="1" name="Shape 236"/>
        <p:cNvGrpSpPr/>
        <p:nvPr/>
      </p:nvGrpSpPr>
      <p:grpSpPr>
        <a:xfrm>
          <a:off x="0" y="0"/>
          <a:ext cx="0" cy="0"/>
          <a:chOff x="0" y="0"/>
          <a:chExt cx="0" cy="0"/>
        </a:xfrm>
      </p:grpSpPr>
      <p:sp>
        <p:nvSpPr>
          <p:cNvPr id="237" name="Google Shape;237;p40"/>
          <p:cNvSpPr txBox="1">
            <a:spLocks noGrp="1"/>
          </p:cNvSpPr>
          <p:nvPr>
            <p:ph type="body" idx="1"/>
          </p:nvPr>
        </p:nvSpPr>
        <p:spPr>
          <a:xfrm>
            <a:off x="737000" y="1408100"/>
            <a:ext cx="3834900" cy="3166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Clr>
                <a:schemeClr val="dk2"/>
              </a:buClr>
              <a:buSzPts val="1400"/>
              <a:buChar char="●"/>
              <a:defRPr sz="1400"/>
            </a:lvl1pPr>
            <a:lvl2pPr marL="914400" lvl="1" indent="-317500" rtl="0">
              <a:spcBef>
                <a:spcPts val="1600"/>
              </a:spcBef>
              <a:spcAft>
                <a:spcPts val="0"/>
              </a:spcAft>
              <a:buClr>
                <a:schemeClr val="dk2"/>
              </a:buClr>
              <a:buSzPts val="1400"/>
              <a:buChar char="○"/>
              <a:defRPr/>
            </a:lvl2pPr>
            <a:lvl3pPr marL="1371600" lvl="2" indent="-317500" rtl="0">
              <a:spcBef>
                <a:spcPts val="1600"/>
              </a:spcBef>
              <a:spcAft>
                <a:spcPts val="0"/>
              </a:spcAft>
              <a:buClr>
                <a:schemeClr val="dk2"/>
              </a:buClr>
              <a:buSzPts val="1400"/>
              <a:buChar char="■"/>
              <a:defRPr/>
            </a:lvl3pPr>
            <a:lvl4pPr marL="1828800" lvl="3" indent="-317500" rtl="0">
              <a:spcBef>
                <a:spcPts val="1600"/>
              </a:spcBef>
              <a:spcAft>
                <a:spcPts val="0"/>
              </a:spcAft>
              <a:buClr>
                <a:schemeClr val="dk2"/>
              </a:buClr>
              <a:buSzPts val="1400"/>
              <a:buChar char="●"/>
              <a:defRPr/>
            </a:lvl4pPr>
            <a:lvl5pPr marL="2286000" lvl="4" indent="-317500" rtl="0">
              <a:spcBef>
                <a:spcPts val="1600"/>
              </a:spcBef>
              <a:spcAft>
                <a:spcPts val="0"/>
              </a:spcAft>
              <a:buClr>
                <a:schemeClr val="dk2"/>
              </a:buClr>
              <a:buSzPts val="1400"/>
              <a:buChar char="○"/>
              <a:defRPr/>
            </a:lvl5pPr>
            <a:lvl6pPr marL="2743200" lvl="5" indent="-317500" rtl="0">
              <a:spcBef>
                <a:spcPts val="1600"/>
              </a:spcBef>
              <a:spcAft>
                <a:spcPts val="0"/>
              </a:spcAft>
              <a:buClr>
                <a:schemeClr val="dk2"/>
              </a:buClr>
              <a:buSzPts val="1400"/>
              <a:buChar char="■"/>
              <a:defRPr/>
            </a:lvl6pPr>
            <a:lvl7pPr marL="3200400" lvl="6" indent="-317500" rtl="0">
              <a:spcBef>
                <a:spcPts val="1600"/>
              </a:spcBef>
              <a:spcAft>
                <a:spcPts val="0"/>
              </a:spcAft>
              <a:buClr>
                <a:schemeClr val="dk2"/>
              </a:buClr>
              <a:buSzPts val="1400"/>
              <a:buChar char="●"/>
              <a:defRPr/>
            </a:lvl7pPr>
            <a:lvl8pPr marL="3657600" lvl="7" indent="-317500" rtl="0">
              <a:spcBef>
                <a:spcPts val="1600"/>
              </a:spcBef>
              <a:spcAft>
                <a:spcPts val="0"/>
              </a:spcAft>
              <a:buClr>
                <a:schemeClr val="dk2"/>
              </a:buClr>
              <a:buSzPts val="1400"/>
              <a:buChar char="○"/>
              <a:defRPr/>
            </a:lvl8pPr>
            <a:lvl9pPr marL="4114800" lvl="8" indent="-317500" rtl="0">
              <a:spcBef>
                <a:spcPts val="1600"/>
              </a:spcBef>
              <a:spcAft>
                <a:spcPts val="1600"/>
              </a:spcAft>
              <a:buClr>
                <a:schemeClr val="dk2"/>
              </a:buClr>
              <a:buSzPts val="1400"/>
              <a:buChar char="■"/>
              <a:defRPr/>
            </a:lvl9pPr>
          </a:lstStyle>
          <a:p>
            <a:endParaRPr/>
          </a:p>
        </p:txBody>
      </p:sp>
      <p:sp>
        <p:nvSpPr>
          <p:cNvPr id="238" name="Google Shape;238;p4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39" name="Google Shape;239;p40"/>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43"/>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47"/>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248"/>
        <p:cNvGrpSpPr/>
        <p:nvPr/>
      </p:nvGrpSpPr>
      <p:grpSpPr>
        <a:xfrm>
          <a:off x="0" y="0"/>
          <a:ext cx="0" cy="0"/>
          <a:chOff x="0" y="0"/>
          <a:chExt cx="0" cy="0"/>
        </a:xfrm>
      </p:grpSpPr>
      <p:sp>
        <p:nvSpPr>
          <p:cNvPr id="249" name="Google Shape;249;p4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4" r:id="rId35"/>
    <p:sldLayoutId id="2147483686" r:id="rId36"/>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40"/>
        <p:cNvGrpSpPr/>
        <p:nvPr/>
      </p:nvGrpSpPr>
      <p:grpSpPr>
        <a:xfrm>
          <a:off x="0" y="0"/>
          <a:ext cx="0" cy="0"/>
          <a:chOff x="0" y="0"/>
          <a:chExt cx="0" cy="0"/>
        </a:xfrm>
      </p:grpSpPr>
      <p:sp>
        <p:nvSpPr>
          <p:cNvPr id="241" name="Google Shape;241;p41"/>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42" name="Google Shape;242;p41"/>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7" r:id="rId1"/>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44"/>
        <p:cNvGrpSpPr/>
        <p:nvPr/>
      </p:nvGrpSpPr>
      <p:grpSpPr>
        <a:xfrm>
          <a:off x="0" y="0"/>
          <a:ext cx="0" cy="0"/>
          <a:chOff x="0" y="0"/>
          <a:chExt cx="0" cy="0"/>
        </a:xfrm>
      </p:grpSpPr>
      <p:sp>
        <p:nvSpPr>
          <p:cNvPr id="245" name="Google Shape;245;p4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246" name="Google Shape;246;p4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50"/>
        <p:cNvGrpSpPr/>
        <p:nvPr/>
      </p:nvGrpSpPr>
      <p:grpSpPr>
        <a:xfrm>
          <a:off x="0" y="0"/>
          <a:ext cx="0" cy="0"/>
          <a:chOff x="0" y="0"/>
          <a:chExt cx="0" cy="0"/>
        </a:xfrm>
      </p:grpSpPr>
      <p:sp>
        <p:nvSpPr>
          <p:cNvPr id="251" name="Google Shape;251;p4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252" name="Google Shape;252;p4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9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hyperlink" Target="https://docs.google.com/spreadsheets/d/1pUFHZpVnH9AA5DyjIdHjMLHbxys7WF05pMUM-WuMsC8/copy" TargetMode="Externa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 Id="rId3" Type="http://schemas.openxmlformats.org/officeDocument/2006/relationships/image" Target="../media/image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 Id="rId3" Type="http://schemas.openxmlformats.org/officeDocument/2006/relationships/image" Target="../media/image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hyperlink" Target="https://docs.google.com/spreadsheets/d/1pUFHZpVnH9AA5DyjIdHjMLHbxys7WF05pMUM-WuMsC8/copy" TargetMode="External"/><Relationship Id="rId4"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hyperlink" Target="https://docs.google.com/spreadsheets/d/1pUFHZpVnH9AA5DyjIdHjMLHbxys7WF05pMUM-WuMsC8/copy" TargetMode="External"/><Relationship Id="rId4"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 Id="rId3" Type="http://schemas.openxmlformats.org/officeDocument/2006/relationships/hyperlink" Target="https://docs.google.com/spreadsheets/d/1G61f4eR-ZK5DIzbsNqkDnaMm1NtgWIndN6_xwo3MoDQ/copy" TargetMode="External"/><Relationship Id="rId4"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hyperlink" Target="https://docs.google.com/spreadsheets/d/1pUFHZpVnH9AA5DyjIdHjMLHbxys7WF05pMUM-WuMsC8/copy" TargetMode="Externa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7.xml"/><Relationship Id="rId3" Type="http://schemas.openxmlformats.org/officeDocument/2006/relationships/image" Target="../media/image10.png"/><Relationship Id="rId4"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61.xml"/><Relationship Id="rId3" Type="http://schemas.openxmlformats.org/officeDocument/2006/relationships/hyperlink" Target="https://www.freepik.com/free-vector/safe-food-delivery-landing-page_8247878.htm#page=1&amp;query=food%20delivery&amp;position=5/?utm_source=slidesgo_template&amp;utm_medium=referral-link&amp;utm_campaign=sg_resources&amp;utm_content=freepik" TargetMode="External"/><Relationship Id="rId4" Type="http://schemas.openxmlformats.org/officeDocument/2006/relationships/hyperlink" Target="https://www.freepik.com/free-vector/man-delivering-food-while-wearing-medical-mask_8623830.htm/?utm_source=slidesgo_template&amp;utm_medium=referral-link&amp;utm_campaign=sg_resources&amp;utm_content=freepik" TargetMode="External"/><Relationship Id="rId5" Type="http://schemas.openxmlformats.org/officeDocument/2006/relationships/hyperlink" Target="https://www.freepik.com/free-vector/food-delivery-onboarding-screens_8513910.htm/?utm_source=slidesgo_template&amp;utm_medium=referral-link&amp;utm_campaign=sg_resources&amp;utm_content=freepik" TargetMode="External"/><Relationship Id="rId6" Type="http://schemas.openxmlformats.org/officeDocument/2006/relationships/hyperlink" Target="https://www.freepik.com/free-vector/safe-food-delivery-landing-page-template_8622601.htm/?utm_source=slidesgo_template&amp;utm_medium=referral-link&amp;utm_campaign=sg_resources&amp;utm_content=freepik" TargetMode="External"/><Relationship Id="rId7" Type="http://schemas.openxmlformats.org/officeDocument/2006/relationships/hyperlink" Target="https://www.freepik.com/free-photo/close-up-opened-pizza-box-motorcycle_5180670.htm#page=2&amp;query=food+delivery&amp;position=28/?utm_source=slidesgo_template&amp;utm_medium=referral-link&amp;utm_campaign=sg_resources&amp;utm_content=freepik" TargetMode="External"/><Relationship Id="rId8" Type="http://schemas.openxmlformats.org/officeDocument/2006/relationships/hyperlink" Target="https://www.freepik.com/free-photo/high-angle-arrangement-with-pizza-fries_5180388.htm/?utm_source=slidesgo_template&amp;utm_medium=referral-link&amp;utm_campaign=sg_resources&amp;utm_content=freepik"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hyperlink" Target="https://www.freepik.com/free-photo/pretty-girls-having-pizza-floor_1891798.htm/?utm_source=slidesgo_template&amp;utm_medium=referral-link&amp;utm_campaign=sg_resources&amp;utm_content=freepik" TargetMode="External"/><Relationship Id="rId4" Type="http://schemas.openxmlformats.org/officeDocument/2006/relationships/hyperlink" Target="https://www.freepik.com/free-photo/close-up-delivery-guy-holding-pizza-slice_5180697.htm/?utm_source=slidesgo_template&amp;utm_medium=referral-link&amp;utm_campaign=sg_resources&amp;utm_content=freepik" TargetMode="External"/><Relationship Id="rId5" Type="http://schemas.openxmlformats.org/officeDocument/2006/relationships/hyperlink" Target="https://www.freepik.com/free-vector/flat-family-sitting-around-table-illustration_4252907.htm" TargetMode="External"/><Relationship Id="rId6" Type="http://schemas.openxmlformats.org/officeDocument/2006/relationships/hyperlink" Target="https://www.freepik.com/free-vector/flat-family-sitting-around-table-illustration_4252907.htm/?utm_source=slidesgo_template&amp;utm_medium=referral-link&amp;utm_campaign=sg_resources&amp;utm_content=freepik" TargetMode="External"/><Relationship Id="rId7" Type="http://schemas.openxmlformats.org/officeDocument/2006/relationships/hyperlink" Target="https://www.freepik.com/free-vector/flat-delivery-girl-bike-background_4424685.htm/?utm_source=slidesgo_template&amp;utm_medium=referral-link&amp;utm_campaign=sg_resources&amp;utm_content=freepik" TargetMode="External"/><Relationship Id="rId8" Type="http://schemas.openxmlformats.org/officeDocument/2006/relationships/hyperlink" Target="https://www.freepik.com/free-vector/bicycle-delivery_4370448.htm/?utm_source=slidesgo_template&amp;utm_medium=referral-link&amp;utm_campaign=sg_resources&amp;utm_content=freepik" TargetMode="External"/><Relationship Id="rId9" Type="http://schemas.openxmlformats.org/officeDocument/2006/relationships/hyperlink" Target="https://www.freepik.com/free-vector/flat-colorful-design-delivery-man-landing-pages_5402992.htm/?utm_source=slidesgo_template&amp;utm_medium=referral-link&amp;utm_campaign=sg_resources&amp;utm_content=freepik" TargetMode="External"/><Relationship Id="rId10" Type="http://schemas.openxmlformats.org/officeDocument/2006/relationships/hyperlink" Target="https://www.freepik.com/free-vector/people-sitting-sofa_4012490.htm/?utm_source=slidesgo_template&amp;utm_medium=referral-link&amp;utm_campaign=sg_resources&amp;utm_content=freepik" TargetMode="External"/><Relationship Id="rId11" Type="http://schemas.openxmlformats.org/officeDocument/2006/relationships/hyperlink" Target="https://www.freepik.com/free-vector/happy-students-jumping-with-flat-design_2784926.htm/?utm_source=slidesgo_template&amp;utm_medium=referral-link&amp;utm_campaign=sg_resources&amp;utm_content=freepik" TargetMode="External"/><Relationship Id="rId12" Type="http://schemas.openxmlformats.org/officeDocument/2006/relationships/hyperlink" Target="https://www.freepik.com/free-vector/bicycle-delivery-concept-flat-style_4461442.htm/?utm_source=slidesgo_template&amp;utm_medium=referral-link&amp;utm_campaign=sg_resources&amp;utm_content=freepik" TargetMode="External"/><Relationship Id="rId13" Type="http://schemas.openxmlformats.org/officeDocument/2006/relationships/hyperlink" Target="https://www.freepik.com/free-vector/friendship-concept-killed-by-social-media_5308196.htm/?utm_source=slidesgo_template&amp;utm_medium=referral-link&amp;utm_campaign=sg_resources&amp;utm_content=freepik" TargetMode="External"/><Relationship Id="rId14" Type="http://schemas.openxmlformats.org/officeDocument/2006/relationships/hyperlink" Target="https://www.freepik.com/free-vector/delivery-logo-template_2719865.htm/?utm_source=slidesgo_template&amp;utm_medium=referral-link&amp;utm_campaign=sg_resources&amp;utm_content=freepik" TargetMode="External"/><Relationship Id="rId15" Type="http://schemas.openxmlformats.org/officeDocument/2006/relationships/hyperlink" Target="https://www.freepik.com/free-vector/landing-page-with-smartphone_6008397.htm" TargetMode="External"/><Relationship Id="rId16" Type="http://schemas.openxmlformats.org/officeDocument/2006/relationships/hyperlink" Target="https://www.freepik.com/free-vector/landing-page-with-smartphone_6008397.htm/?utm_source=slidesgo_template&amp;utm_medium=referral-link&amp;utm_campaign=sg_resources&amp;utm_content=freepik" TargetMode="External"/><Relationship Id="rId17" Type="http://schemas.openxmlformats.org/officeDocument/2006/relationships/hyperlink" Target="https://www.freepik.com/free-vector/people-with-food-collection_4002866.htm/?utm_source=slidesgo_template&amp;utm_medium=referral-link&amp;utm_campaign=sg_resources&amp;utm_content=freepik"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65.xml"/><Relationship Id="rId3" Type="http://schemas.openxmlformats.org/officeDocument/2006/relationships/hyperlink" Target="https://www.freepik.com/free-vector/mobile-apps-concept-landing-page_5337084.htm/?utm_source=slidesgo_template&amp;utm_medium=referral-link&amp;utm_campaign=sg_resources&amp;utm_content=freepik" TargetMode="External"/><Relationship Id="rId4" Type="http://schemas.openxmlformats.org/officeDocument/2006/relationships/hyperlink" Target="https://www.freepik.com/free-vector/delivery-illustrated-concept-landing-page_5538678.htm/?utm_source=slidesgo_template&amp;utm_medium=referral-link&amp;utm_campaign=sg_resources&amp;utm_content=freepik" TargetMode="External"/><Relationship Id="rId5" Type="http://schemas.openxmlformats.org/officeDocument/2006/relationships/hyperlink" Target="https://www.freepik.com/free-vector/dating-app-concept-flat-design_5822318.htm/?utm_source=slidesgo_template&amp;utm_medium=referral-link&amp;utm_campaign=sg_resources&amp;utm_content=freepik" TargetMode="External"/><Relationship Id="rId6" Type="http://schemas.openxmlformats.org/officeDocument/2006/relationships/hyperlink" Target="https://www.freepik.com/free-vector/flat-delivery-boy-bike-background_4424661.htm/?utm_source=slidesgo_template&amp;utm_medium=referral-link&amp;utm_campaign=sg_resources&amp;utm_content=freepik" TargetMode="External"/><Relationship Id="rId7" Type="http://schemas.openxmlformats.org/officeDocument/2006/relationships/hyperlink" Target="https://www.flaticon.com/packs/food-68/?utm_source=slidesgo_template&amp;utm_medium=referral-link&amp;utm_campaign=sg_resources&amp;utm_content=flaticon"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hyperlink" Target="https://www.freepik.com/premium-vector/food-delivery-onboarding-screens_8431298.htm#page=2&amp;query=food+delivery+app&amp;position=7/?utm_source=slidesgo_template&amp;utm_medium=referral-link&amp;utm_campaign=sg_resources&amp;utm_content=freepik" TargetMode="External"/><Relationship Id="rId4" Type="http://schemas.openxmlformats.org/officeDocument/2006/relationships/hyperlink" Target="https://www.freepik.com/premium-vector/onboarding-screens-food-delivery-mobile-phone_8299356.htm/?utm_source=slidesgo_template&amp;utm_medium=referral-link&amp;utm_campaign=sg_resources&amp;utm_content=freepik" TargetMode="External"/><Relationship Id="rId5" Type="http://schemas.openxmlformats.org/officeDocument/2006/relationships/hyperlink" Target="https://www.freepik.com/premium-vector/teamwork-concept-landing-page_5168259.htm#page=1&amp;query=team&amp;position=0/?utm_source=slidesgo_template&amp;utm_medium=referral-link&amp;utm_campaign=sg_resources&amp;utm_content=freepik" TargetMode="External"/><Relationship Id="rId6" Type="http://schemas.openxmlformats.org/officeDocument/2006/relationships/hyperlink" Target="https://www.freepik.com/premium-vector/drive-thru-window_10116068.htm#page=3&amp;query=hungry&amp;position=7/?utm_source=slidesgo_template&amp;utm_medium=referral-link&amp;utm_campaign=sg_resources&amp;utm_content=freepik" TargetMode="External"/><Relationship Id="rId7" Type="http://schemas.openxmlformats.org/officeDocument/2006/relationships/hyperlink" Target="https://www.freepik.com/premium-vector/safe-food-delivery-landing-page_8398838.htm#page=1&amp;query=food%20delivery&amp;position=25#position=25&amp;page=1&amp;query=food%20delivery/?utm_source=slidesgo_template&amp;utm_medium=referral-link&amp;utm_campaign=sg_resources&amp;utm_content=freepik" TargetMode="External"/><Relationship Id="rId8" Type="http://schemas.openxmlformats.org/officeDocument/2006/relationships/hyperlink" Target="https://www.freepik.com/premium-vector/order-by-phone-receive-food-door_8396526.htm#page=1&amp;query=food%20delivery&amp;position=17/?utm_source=slidesgo_template&amp;utm_medium=referral-link&amp;utm_campaign=sg_resources&amp;utm_content=freepik" TargetMode="External"/><Relationship Id="rId9" Type="http://schemas.openxmlformats.org/officeDocument/2006/relationships/hyperlink" Target="https://www.freepik.com/premium-vector/man-with-medical-mask-delivering-food_8417895.htm/?utm_source=slidesgo_template&amp;utm_medium=referral-link&amp;utm_campaign=sg_resources&amp;utm_content=freepik" TargetMode="External"/><Relationship Id="rId10" Type="http://schemas.openxmlformats.org/officeDocument/2006/relationships/hyperlink" Target="https://www.freepik.com/premium-vector/safe-food-delivery-concept_8725281.htm/?utm_source=slidesgo_template&amp;utm_medium=referral-link&amp;utm_campaign=sg_resources&amp;utm_content=freepik" TargetMode="External"/><Relationship Id="rId11" Type="http://schemas.openxmlformats.org/officeDocument/2006/relationships/hyperlink" Target="https://www.flaticon.es/packs/food-delivery-103?word=food%20delivery/?utm_source=slidesgo_template&amp;utm_medium=referral-link&amp;utm_campaign=sg_resources&amp;utm_content=flaticon" TargetMode="External"/><Relationship Id="rId12" Type="http://schemas.openxmlformats.org/officeDocument/2006/relationships/hyperlink" Target="https://www.freepik.com/premium-photo/arrangement-with-pizza-crispy-copy-space_5180396.htm/?utm_source=slidesgo_template&amp;utm_medium=referral-link&amp;utm_campaign=sg_resources&amp;utm_content=freepik" TargetMode="External"/><Relationship Id="rId13" Type="http://schemas.openxmlformats.org/officeDocument/2006/relationships/hyperlink" Target="https://www.freepik.com/premium-photo/crop-hands-taking-pizza_2146167.htm#page=4&amp;query=food+delivery&amp;position=44/?utm_source=slidesgo_template&amp;utm_medium=referral-link&amp;utm_campaign=sg_resources&amp;utm_content=freepik"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67.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68.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69.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0.xml"/><Relationship Id="rId3" Type="http://schemas.openxmlformats.org/officeDocument/2006/relationships/hyperlink" Target="https://fonts.google.com/specimen/Advent+Pro" TargetMode="External"/><Relationship Id="rId4" Type="http://schemas.openxmlformats.org/officeDocument/2006/relationships/hyperlink" Target="https://fonts.google.com/specimen/Roboto"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1.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image" Target="../media/image12.gif"/><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9" Type="http://schemas.openxmlformats.org/officeDocument/2006/relationships/image" Target="../media/image13.gif"/><Relationship Id="rId10" Type="http://schemas.openxmlformats.org/officeDocument/2006/relationships/image" Target="../media/image14.gif"/><Relationship Id="rId11" Type="http://schemas.openxmlformats.org/officeDocument/2006/relationships/image" Target="../media/image15.gif"/><Relationship Id="rId12" Type="http://schemas.openxmlformats.org/officeDocument/2006/relationships/image" Target="../media/image16.gif"/><Relationship Id="rId13"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2.xml"/><Relationship Id="rId3" Type="http://schemas.openxmlformats.org/officeDocument/2006/relationships/hyperlink" Target="https://bit.ly/2ZjL1pd"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8.xml"/><Relationship Id="rId3" Type="http://schemas.openxmlformats.org/officeDocument/2006/relationships/hyperlink" Target="https://chrome.google.com/webstore/detail/flaticon-for-gsuit-gslide/haekgjfnhhdkgfgmldhfokhmfkgmciba"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2.xml"/><Relationship Id="rId3" Type="http://schemas.openxmlformats.org/officeDocument/2006/relationships/hyperlink" Target="http://bit.ly/2PfT4lq" TargetMode="Externa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191730"/>
            <a:ext cx="4907807" cy="3158122"/>
          </a:xfrm>
          <a:prstGeom prst="rect">
            <a:avLst/>
          </a:prstGeom>
        </p:spPr>
        <p:txBody>
          <a:bodyPr spcFirstLastPara="1" wrap="square" lIns="91425" tIns="91425" rIns="91425" bIns="91425" anchor="b" anchorCtr="0">
            <a:noAutofit/>
          </a:bodyPr>
          <a:lstStyle/>
          <a:p>
            <a:r>
              <a:rPr lang="en" sz="5400" dirty="0" smtClean="0"/>
              <a:t>Marhaba:</a:t>
            </a:r>
            <a:r>
              <a:rPr lang="en" sz="5400" dirty="0"/>
              <a:t> </a:t>
            </a:r>
            <a:r>
              <a:rPr lang="fr-FR" sz="5400" dirty="0" smtClean="0"/>
              <a:t>Votre </a:t>
            </a:r>
            <a:r>
              <a:rPr lang="fr-FR" sz="5400" dirty="0"/>
              <a:t>Solution de Livraison de </a:t>
            </a:r>
            <a:r>
              <a:rPr lang="fr-FR" sz="5400" dirty="0" smtClean="0"/>
              <a:t>Repas</a:t>
            </a:r>
            <a:endParaRPr lang="fr-FR" sz="5400" dirty="0"/>
          </a:p>
        </p:txBody>
      </p:sp>
      <p:sp>
        <p:nvSpPr>
          <p:cNvPr id="265" name="Google Shape;265;p48"/>
          <p:cNvSpPr txBox="1">
            <a:spLocks noGrp="1"/>
          </p:cNvSpPr>
          <p:nvPr>
            <p:ph type="subTitle" idx="1"/>
          </p:nvPr>
        </p:nvSpPr>
        <p:spPr>
          <a:xfrm>
            <a:off x="73004" y="3955175"/>
            <a:ext cx="3850068" cy="98553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smtClean="0">
                <a:solidFill>
                  <a:schemeClr val="accent6">
                    <a:lumMod val="75000"/>
                  </a:schemeClr>
                </a:solidFill>
              </a:rPr>
              <a:t>Preparer par:</a:t>
            </a:r>
            <a:r>
              <a:rPr lang="en" sz="1800" dirty="0" smtClean="0">
                <a:solidFill>
                  <a:schemeClr val="accent6">
                    <a:lumMod val="75000"/>
                  </a:schemeClr>
                </a:solidFill>
              </a:rPr>
              <a:t> </a:t>
            </a:r>
            <a:endParaRPr sz="1800" dirty="0">
              <a:solidFill>
                <a:schemeClr val="accent6">
                  <a:lumMod val="75000"/>
                </a:schemeClr>
              </a:solidFill>
            </a:endParaRPr>
          </a:p>
          <a:p>
            <a:pPr marL="0" indent="0">
              <a:lnSpc>
                <a:spcPct val="114000"/>
              </a:lnSpc>
              <a:buSzPts val="1600"/>
            </a:pPr>
            <a:r>
              <a:rPr lang="fr-FR" sz="1800" dirty="0" smtClean="0">
                <a:solidFill>
                  <a:srgbClr val="002060"/>
                </a:solidFill>
              </a:rPr>
              <a:t>Mr </a:t>
            </a:r>
            <a:r>
              <a:rPr lang="fr-FR" sz="1800" dirty="0" err="1" smtClean="0">
                <a:solidFill>
                  <a:srgbClr val="002060"/>
                </a:solidFill>
              </a:rPr>
              <a:t>Azeddine</a:t>
            </a:r>
            <a:r>
              <a:rPr lang="fr-FR" sz="1800" dirty="0" smtClean="0">
                <a:solidFill>
                  <a:srgbClr val="002060"/>
                </a:solidFill>
              </a:rPr>
              <a:t> </a:t>
            </a:r>
            <a:r>
              <a:rPr lang="fr-FR" sz="1800" dirty="0" err="1">
                <a:solidFill>
                  <a:srgbClr val="002060"/>
                </a:solidFill>
              </a:rPr>
              <a:t>Maslouh</a:t>
            </a:r>
            <a:endParaRPr lang="fr-FR" sz="1800" dirty="0">
              <a:solidFill>
                <a:srgbClr val="002060"/>
              </a:solidFill>
            </a:endParaRPr>
          </a:p>
          <a:p>
            <a:pPr marL="0" indent="0">
              <a:lnSpc>
                <a:spcPct val="114000"/>
              </a:lnSpc>
              <a:buSzPts val="1600"/>
            </a:pPr>
            <a:r>
              <a:rPr lang="fr-FR" sz="1800" dirty="0" smtClean="0">
                <a:solidFill>
                  <a:srgbClr val="002060"/>
                </a:solidFill>
              </a:rPr>
              <a:t>Mr Zakaria </a:t>
            </a:r>
            <a:r>
              <a:rPr lang="fr-FR" sz="1800" dirty="0" err="1">
                <a:solidFill>
                  <a:srgbClr val="002060"/>
                </a:solidFill>
              </a:rPr>
              <a:t>kerkazou</a:t>
            </a:r>
            <a:endParaRPr lang="fr-FR" sz="18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Rectangle 1"/>
          <p:cNvSpPr/>
          <p:nvPr/>
        </p:nvSpPr>
        <p:spPr>
          <a:xfrm>
            <a:off x="4272991" y="4047530"/>
            <a:ext cx="2350071" cy="553357"/>
          </a:xfrm>
          <a:prstGeom prst="rect">
            <a:avLst/>
          </a:prstGeom>
        </p:spPr>
        <p:txBody>
          <a:bodyPr wrap="square">
            <a:spAutoFit/>
          </a:bodyPr>
          <a:lstStyle/>
          <a:p>
            <a:pPr lvl="0"/>
            <a:r>
              <a:rPr lang="fr-FR" dirty="0" smtClean="0">
                <a:solidFill>
                  <a:schemeClr val="accent6">
                    <a:lumMod val="75000"/>
                  </a:schemeClr>
                </a:solidFill>
              </a:rPr>
              <a:t>Encadrer </a:t>
            </a:r>
            <a:r>
              <a:rPr lang="fr-FR" dirty="0">
                <a:solidFill>
                  <a:schemeClr val="accent6">
                    <a:lumMod val="75000"/>
                  </a:schemeClr>
                </a:solidFill>
              </a:rPr>
              <a:t>par: </a:t>
            </a:r>
          </a:p>
          <a:p>
            <a:pPr marL="0" indent="0">
              <a:lnSpc>
                <a:spcPct val="114000"/>
              </a:lnSpc>
              <a:buSzPts val="1600"/>
            </a:pPr>
            <a:r>
              <a:rPr lang="fr-FR" dirty="0">
                <a:solidFill>
                  <a:srgbClr val="002060"/>
                </a:solidFill>
              </a:rPr>
              <a:t>Mr </a:t>
            </a:r>
            <a:r>
              <a:rPr lang="fr-FR" dirty="0" smtClean="0">
                <a:solidFill>
                  <a:srgbClr val="002060"/>
                </a:solidFill>
              </a:rPr>
              <a:t>Younes </a:t>
            </a:r>
            <a:endParaRPr lang="fr-F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endParaRPr lang="fr-FR" dirty="0"/>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55"/>
          <p:cNvSpPr txBox="1">
            <a:spLocks noGrp="1"/>
          </p:cNvSpPr>
          <p:nvPr>
            <p:ph type="ctrTitle"/>
          </p:nvPr>
        </p:nvSpPr>
        <p:spPr>
          <a:xfrm>
            <a:off x="5225532" y="766005"/>
            <a:ext cx="3091984" cy="701157"/>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smtClean="0"/>
              <a:t>Problematique</a:t>
            </a:r>
            <a:endParaRPr dirty="0"/>
          </a:p>
        </p:txBody>
      </p:sp>
      <p:sp>
        <p:nvSpPr>
          <p:cNvPr id="591" name="Google Shape;591;p55"/>
          <p:cNvSpPr/>
          <p:nvPr/>
        </p:nvSpPr>
        <p:spPr>
          <a:xfrm>
            <a:off x="-449032" y="766006"/>
            <a:ext cx="5261828" cy="3282219"/>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55"/>
          <p:cNvSpPr/>
          <p:nvPr/>
        </p:nvSpPr>
        <p:spPr>
          <a:xfrm>
            <a:off x="-366069" y="4450023"/>
            <a:ext cx="4884806" cy="239712"/>
          </a:xfrm>
          <a:custGeom>
            <a:avLst/>
            <a:gdLst/>
            <a:ahLst/>
            <a:cxnLst/>
            <a:rect l="l" t="t" r="r" b="b"/>
            <a:pathLst>
              <a:path w="260836" h="12800" extrusionOk="0">
                <a:moveTo>
                  <a:pt x="130418" y="1"/>
                </a:moveTo>
                <a:cubicBezTo>
                  <a:pt x="95830" y="1"/>
                  <a:pt x="62657" y="674"/>
                  <a:pt x="38199" y="1875"/>
                </a:cubicBezTo>
                <a:cubicBezTo>
                  <a:pt x="13742" y="3075"/>
                  <a:pt x="1" y="4703"/>
                  <a:pt x="1" y="6399"/>
                </a:cubicBezTo>
                <a:cubicBezTo>
                  <a:pt x="1" y="8096"/>
                  <a:pt x="13742" y="9724"/>
                  <a:pt x="38199" y="10924"/>
                </a:cubicBezTo>
                <a:cubicBezTo>
                  <a:pt x="62657" y="12124"/>
                  <a:pt x="95830" y="12799"/>
                  <a:pt x="130419" y="12799"/>
                </a:cubicBezTo>
                <a:cubicBezTo>
                  <a:pt x="165007" y="12799"/>
                  <a:pt x="198180" y="12124"/>
                  <a:pt x="222637" y="10924"/>
                </a:cubicBezTo>
                <a:cubicBezTo>
                  <a:pt x="247095" y="9724"/>
                  <a:pt x="260836" y="8096"/>
                  <a:pt x="260836" y="6399"/>
                </a:cubicBezTo>
                <a:cubicBezTo>
                  <a:pt x="260836" y="4703"/>
                  <a:pt x="247095" y="3075"/>
                  <a:pt x="222637" y="1875"/>
                </a:cubicBezTo>
                <a:cubicBezTo>
                  <a:pt x="198180" y="674"/>
                  <a:pt x="165007" y="1"/>
                  <a:pt x="130418" y="1"/>
                </a:cubicBezTo>
                <a:close/>
              </a:path>
            </a:pathLst>
          </a:custGeom>
          <a:solidFill>
            <a:srgbClr val="CBEC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3" name="Google Shape;593;p55"/>
          <p:cNvGrpSpPr/>
          <p:nvPr/>
        </p:nvGrpSpPr>
        <p:grpSpPr>
          <a:xfrm>
            <a:off x="284487" y="828012"/>
            <a:ext cx="3674991" cy="3793236"/>
            <a:chOff x="284487" y="828012"/>
            <a:chExt cx="3674991" cy="3793236"/>
          </a:xfrm>
        </p:grpSpPr>
        <p:sp>
          <p:nvSpPr>
            <p:cNvPr id="594" name="Google Shape;594;p55"/>
            <p:cNvSpPr/>
            <p:nvPr/>
          </p:nvSpPr>
          <p:spPr>
            <a:xfrm>
              <a:off x="1720043" y="2281566"/>
              <a:ext cx="842569" cy="1414413"/>
            </a:xfrm>
            <a:custGeom>
              <a:avLst/>
              <a:gdLst/>
              <a:ahLst/>
              <a:cxnLst/>
              <a:rect l="l" t="t" r="r" b="b"/>
              <a:pathLst>
                <a:path w="44991" h="75526" extrusionOk="0">
                  <a:moveTo>
                    <a:pt x="22682" y="0"/>
                  </a:moveTo>
                  <a:lnTo>
                    <a:pt x="8861" y="7179"/>
                  </a:lnTo>
                  <a:lnTo>
                    <a:pt x="8380" y="15390"/>
                  </a:lnTo>
                  <a:cubicBezTo>
                    <a:pt x="8152" y="19298"/>
                    <a:pt x="10426" y="22924"/>
                    <a:pt x="14044" y="24420"/>
                  </a:cubicBezTo>
                  <a:lnTo>
                    <a:pt x="24757" y="28850"/>
                  </a:lnTo>
                  <a:cubicBezTo>
                    <a:pt x="25245" y="29052"/>
                    <a:pt x="25403" y="29665"/>
                    <a:pt x="25076" y="30078"/>
                  </a:cubicBezTo>
                  <a:lnTo>
                    <a:pt x="5607" y="54622"/>
                  </a:lnTo>
                  <a:cubicBezTo>
                    <a:pt x="5491" y="54770"/>
                    <a:pt x="5535" y="54987"/>
                    <a:pt x="5701" y="55079"/>
                  </a:cubicBezTo>
                  <a:lnTo>
                    <a:pt x="7154" y="55869"/>
                  </a:lnTo>
                  <a:lnTo>
                    <a:pt x="5404" y="58748"/>
                  </a:lnTo>
                  <a:lnTo>
                    <a:pt x="5409" y="58752"/>
                  </a:lnTo>
                  <a:cubicBezTo>
                    <a:pt x="5175" y="58665"/>
                    <a:pt x="4934" y="58623"/>
                    <a:pt x="4696" y="58623"/>
                  </a:cubicBezTo>
                  <a:cubicBezTo>
                    <a:pt x="4018" y="58623"/>
                    <a:pt x="3365" y="58962"/>
                    <a:pt x="2979" y="59558"/>
                  </a:cubicBezTo>
                  <a:lnTo>
                    <a:pt x="0" y="64165"/>
                  </a:lnTo>
                  <a:lnTo>
                    <a:pt x="17575" y="75526"/>
                  </a:lnTo>
                  <a:cubicBezTo>
                    <a:pt x="18455" y="74167"/>
                    <a:pt x="18065" y="72354"/>
                    <a:pt x="16705" y="71476"/>
                  </a:cubicBezTo>
                  <a:lnTo>
                    <a:pt x="15173" y="70486"/>
                  </a:lnTo>
                  <a:cubicBezTo>
                    <a:pt x="14149" y="69822"/>
                    <a:pt x="13501" y="68708"/>
                    <a:pt x="13435" y="67489"/>
                  </a:cubicBezTo>
                  <a:lnTo>
                    <a:pt x="13294" y="64926"/>
                  </a:lnTo>
                  <a:cubicBezTo>
                    <a:pt x="13252" y="64185"/>
                    <a:pt x="12859" y="63507"/>
                    <a:pt x="12236" y="63104"/>
                  </a:cubicBezTo>
                  <a:lnTo>
                    <a:pt x="12040" y="62977"/>
                  </a:lnTo>
                  <a:lnTo>
                    <a:pt x="13602" y="59372"/>
                  </a:lnTo>
                  <a:lnTo>
                    <a:pt x="14396" y="59804"/>
                  </a:lnTo>
                  <a:cubicBezTo>
                    <a:pt x="14614" y="59922"/>
                    <a:pt x="14852" y="59980"/>
                    <a:pt x="15088" y="59980"/>
                  </a:cubicBezTo>
                  <a:cubicBezTo>
                    <a:pt x="15473" y="59980"/>
                    <a:pt x="15854" y="59826"/>
                    <a:pt x="16135" y="59532"/>
                  </a:cubicBezTo>
                  <a:lnTo>
                    <a:pt x="40884" y="33644"/>
                  </a:lnTo>
                  <a:cubicBezTo>
                    <a:pt x="44904" y="29931"/>
                    <a:pt x="44990" y="23607"/>
                    <a:pt x="41074" y="19786"/>
                  </a:cubicBezTo>
                  <a:lnTo>
                    <a:pt x="2268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55"/>
            <p:cNvSpPr/>
            <p:nvPr/>
          </p:nvSpPr>
          <p:spPr>
            <a:xfrm>
              <a:off x="1703057" y="3483197"/>
              <a:ext cx="349418" cy="247840"/>
            </a:xfrm>
            <a:custGeom>
              <a:avLst/>
              <a:gdLst/>
              <a:ahLst/>
              <a:cxnLst/>
              <a:rect l="l" t="t" r="r" b="b"/>
              <a:pathLst>
                <a:path w="18658" h="13234" extrusionOk="0">
                  <a:moveTo>
                    <a:pt x="907" y="1"/>
                  </a:moveTo>
                  <a:lnTo>
                    <a:pt x="284" y="963"/>
                  </a:lnTo>
                  <a:cubicBezTo>
                    <a:pt x="0" y="1402"/>
                    <a:pt x="126" y="1988"/>
                    <a:pt x="566" y="2273"/>
                  </a:cubicBezTo>
                  <a:lnTo>
                    <a:pt x="17522" y="13234"/>
                  </a:lnTo>
                  <a:lnTo>
                    <a:pt x="18658" y="11475"/>
                  </a:lnTo>
                  <a:lnTo>
                    <a:pt x="90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55"/>
            <p:cNvSpPr/>
            <p:nvPr/>
          </p:nvSpPr>
          <p:spPr>
            <a:xfrm>
              <a:off x="655497" y="2970644"/>
              <a:ext cx="871746" cy="249825"/>
            </a:xfrm>
            <a:custGeom>
              <a:avLst/>
              <a:gdLst/>
              <a:ahLst/>
              <a:cxnLst/>
              <a:rect l="l" t="t" r="r" b="b"/>
              <a:pathLst>
                <a:path w="46549" h="13340" extrusionOk="0">
                  <a:moveTo>
                    <a:pt x="902" y="1"/>
                  </a:moveTo>
                  <a:cubicBezTo>
                    <a:pt x="402" y="7"/>
                    <a:pt x="1" y="414"/>
                    <a:pt x="1" y="915"/>
                  </a:cubicBezTo>
                  <a:cubicBezTo>
                    <a:pt x="1" y="1414"/>
                    <a:pt x="402" y="1821"/>
                    <a:pt x="902" y="1829"/>
                  </a:cubicBezTo>
                  <a:lnTo>
                    <a:pt x="29998" y="1829"/>
                  </a:lnTo>
                  <a:cubicBezTo>
                    <a:pt x="32369" y="1829"/>
                    <a:pt x="34597" y="2751"/>
                    <a:pt x="36274" y="4428"/>
                  </a:cubicBezTo>
                  <a:lnTo>
                    <a:pt x="44916" y="13071"/>
                  </a:lnTo>
                  <a:cubicBezTo>
                    <a:pt x="45087" y="13243"/>
                    <a:pt x="45321" y="13339"/>
                    <a:pt x="45562" y="13339"/>
                  </a:cubicBezTo>
                  <a:cubicBezTo>
                    <a:pt x="45932" y="13339"/>
                    <a:pt x="46266" y="13116"/>
                    <a:pt x="46407" y="12775"/>
                  </a:cubicBezTo>
                  <a:cubicBezTo>
                    <a:pt x="46548" y="12432"/>
                    <a:pt x="46471" y="12040"/>
                    <a:pt x="46209" y="11778"/>
                  </a:cubicBezTo>
                  <a:lnTo>
                    <a:pt x="37566" y="3135"/>
                  </a:lnTo>
                  <a:cubicBezTo>
                    <a:pt x="35544" y="1113"/>
                    <a:pt x="32856" y="1"/>
                    <a:pt x="2999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55"/>
            <p:cNvSpPr/>
            <p:nvPr/>
          </p:nvSpPr>
          <p:spPr>
            <a:xfrm>
              <a:off x="2471952" y="3196479"/>
              <a:ext cx="1424769" cy="1424769"/>
            </a:xfrm>
            <a:custGeom>
              <a:avLst/>
              <a:gdLst/>
              <a:ahLst/>
              <a:cxnLst/>
              <a:rect l="l" t="t" r="r" b="b"/>
              <a:pathLst>
                <a:path w="76079" h="76079" extrusionOk="0">
                  <a:moveTo>
                    <a:pt x="38039" y="6094"/>
                  </a:moveTo>
                  <a:cubicBezTo>
                    <a:pt x="55655" y="6094"/>
                    <a:pt x="69985" y="20426"/>
                    <a:pt x="69985" y="38040"/>
                  </a:cubicBezTo>
                  <a:cubicBezTo>
                    <a:pt x="69985" y="55654"/>
                    <a:pt x="55655" y="69984"/>
                    <a:pt x="38039" y="69984"/>
                  </a:cubicBezTo>
                  <a:cubicBezTo>
                    <a:pt x="20425" y="69984"/>
                    <a:pt x="6095" y="55654"/>
                    <a:pt x="6095" y="38040"/>
                  </a:cubicBezTo>
                  <a:cubicBezTo>
                    <a:pt x="6095" y="20426"/>
                    <a:pt x="20425" y="6094"/>
                    <a:pt x="38039" y="6094"/>
                  </a:cubicBezTo>
                  <a:close/>
                  <a:moveTo>
                    <a:pt x="38039" y="1"/>
                  </a:moveTo>
                  <a:cubicBezTo>
                    <a:pt x="17065" y="1"/>
                    <a:pt x="0" y="17065"/>
                    <a:pt x="0" y="38040"/>
                  </a:cubicBezTo>
                  <a:cubicBezTo>
                    <a:pt x="0" y="59014"/>
                    <a:pt x="17065" y="76079"/>
                    <a:pt x="38039" y="76079"/>
                  </a:cubicBezTo>
                  <a:cubicBezTo>
                    <a:pt x="59014" y="76079"/>
                    <a:pt x="76078" y="59014"/>
                    <a:pt x="76078" y="38040"/>
                  </a:cubicBezTo>
                  <a:cubicBezTo>
                    <a:pt x="76078" y="17065"/>
                    <a:pt x="59014" y="1"/>
                    <a:pt x="380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55"/>
            <p:cNvSpPr/>
            <p:nvPr/>
          </p:nvSpPr>
          <p:spPr>
            <a:xfrm>
              <a:off x="3093780" y="3818289"/>
              <a:ext cx="189710" cy="189747"/>
            </a:xfrm>
            <a:custGeom>
              <a:avLst/>
              <a:gdLst/>
              <a:ahLst/>
              <a:cxnLst/>
              <a:rect l="l" t="t" r="r" b="b"/>
              <a:pathLst>
                <a:path w="10130" h="10132" extrusionOk="0">
                  <a:moveTo>
                    <a:pt x="5065" y="1"/>
                  </a:moveTo>
                  <a:cubicBezTo>
                    <a:pt x="2260" y="1"/>
                    <a:pt x="1" y="2260"/>
                    <a:pt x="1" y="5067"/>
                  </a:cubicBezTo>
                  <a:cubicBezTo>
                    <a:pt x="1" y="7872"/>
                    <a:pt x="2260" y="10131"/>
                    <a:pt x="5065" y="10131"/>
                  </a:cubicBezTo>
                  <a:cubicBezTo>
                    <a:pt x="7872" y="10131"/>
                    <a:pt x="10130" y="7872"/>
                    <a:pt x="10130" y="5067"/>
                  </a:cubicBezTo>
                  <a:cubicBezTo>
                    <a:pt x="10130" y="2260"/>
                    <a:pt x="7872" y="1"/>
                    <a:pt x="50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55"/>
            <p:cNvSpPr/>
            <p:nvPr/>
          </p:nvSpPr>
          <p:spPr>
            <a:xfrm>
              <a:off x="2413523" y="3126626"/>
              <a:ext cx="826501" cy="826501"/>
            </a:xfrm>
            <a:custGeom>
              <a:avLst/>
              <a:gdLst/>
              <a:ahLst/>
              <a:cxnLst/>
              <a:rect l="l" t="t" r="r" b="b"/>
              <a:pathLst>
                <a:path w="44133" h="44133" extrusionOk="0">
                  <a:moveTo>
                    <a:pt x="37414" y="0"/>
                  </a:moveTo>
                  <a:cubicBezTo>
                    <a:pt x="16784" y="0"/>
                    <a:pt x="0" y="16784"/>
                    <a:pt x="0" y="37415"/>
                  </a:cubicBezTo>
                  <a:lnTo>
                    <a:pt x="0" y="42609"/>
                  </a:lnTo>
                  <a:cubicBezTo>
                    <a:pt x="0" y="43451"/>
                    <a:pt x="682" y="44133"/>
                    <a:pt x="1523" y="44133"/>
                  </a:cubicBezTo>
                  <a:cubicBezTo>
                    <a:pt x="2365" y="44133"/>
                    <a:pt x="3047" y="43451"/>
                    <a:pt x="3047" y="42609"/>
                  </a:cubicBezTo>
                  <a:lnTo>
                    <a:pt x="3047" y="37415"/>
                  </a:lnTo>
                  <a:cubicBezTo>
                    <a:pt x="3047" y="18464"/>
                    <a:pt x="18463" y="3047"/>
                    <a:pt x="37414" y="3047"/>
                  </a:cubicBezTo>
                  <a:lnTo>
                    <a:pt x="42608" y="3047"/>
                  </a:lnTo>
                  <a:cubicBezTo>
                    <a:pt x="43450" y="3047"/>
                    <a:pt x="44132" y="2365"/>
                    <a:pt x="44132" y="1523"/>
                  </a:cubicBezTo>
                  <a:cubicBezTo>
                    <a:pt x="44132" y="683"/>
                    <a:pt x="43450" y="0"/>
                    <a:pt x="4260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55"/>
            <p:cNvSpPr/>
            <p:nvPr/>
          </p:nvSpPr>
          <p:spPr>
            <a:xfrm>
              <a:off x="368030" y="3196479"/>
              <a:ext cx="1424788" cy="1424769"/>
            </a:xfrm>
            <a:custGeom>
              <a:avLst/>
              <a:gdLst/>
              <a:ahLst/>
              <a:cxnLst/>
              <a:rect l="l" t="t" r="r" b="b"/>
              <a:pathLst>
                <a:path w="76080" h="76079" extrusionOk="0">
                  <a:moveTo>
                    <a:pt x="38041" y="6094"/>
                  </a:moveTo>
                  <a:cubicBezTo>
                    <a:pt x="55655" y="6094"/>
                    <a:pt x="69985" y="20426"/>
                    <a:pt x="69985" y="38040"/>
                  </a:cubicBezTo>
                  <a:cubicBezTo>
                    <a:pt x="69985" y="55654"/>
                    <a:pt x="55655" y="69984"/>
                    <a:pt x="38041" y="69984"/>
                  </a:cubicBezTo>
                  <a:cubicBezTo>
                    <a:pt x="20425" y="69984"/>
                    <a:pt x="6096" y="55654"/>
                    <a:pt x="6096" y="38040"/>
                  </a:cubicBezTo>
                  <a:cubicBezTo>
                    <a:pt x="6096" y="20426"/>
                    <a:pt x="20425" y="6094"/>
                    <a:pt x="38041" y="6094"/>
                  </a:cubicBezTo>
                  <a:close/>
                  <a:moveTo>
                    <a:pt x="38041" y="1"/>
                  </a:moveTo>
                  <a:cubicBezTo>
                    <a:pt x="17066" y="1"/>
                    <a:pt x="1" y="17065"/>
                    <a:pt x="1" y="38040"/>
                  </a:cubicBezTo>
                  <a:cubicBezTo>
                    <a:pt x="1" y="59014"/>
                    <a:pt x="17066" y="76079"/>
                    <a:pt x="38041" y="76079"/>
                  </a:cubicBezTo>
                  <a:cubicBezTo>
                    <a:pt x="59016" y="76079"/>
                    <a:pt x="76080" y="59014"/>
                    <a:pt x="76080" y="38040"/>
                  </a:cubicBezTo>
                  <a:cubicBezTo>
                    <a:pt x="76080" y="17065"/>
                    <a:pt x="59016" y="1"/>
                    <a:pt x="380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55"/>
            <p:cNvSpPr/>
            <p:nvPr/>
          </p:nvSpPr>
          <p:spPr>
            <a:xfrm>
              <a:off x="284487" y="3115202"/>
              <a:ext cx="1430669" cy="826501"/>
            </a:xfrm>
            <a:custGeom>
              <a:avLst/>
              <a:gdLst/>
              <a:ahLst/>
              <a:cxnLst/>
              <a:rect l="l" t="t" r="r" b="b"/>
              <a:pathLst>
                <a:path w="76394" h="44133" extrusionOk="0">
                  <a:moveTo>
                    <a:pt x="38582" y="0"/>
                  </a:moveTo>
                  <a:cubicBezTo>
                    <a:pt x="17306" y="0"/>
                    <a:pt x="0" y="16784"/>
                    <a:pt x="0" y="37414"/>
                  </a:cubicBezTo>
                  <a:lnTo>
                    <a:pt x="0" y="42610"/>
                  </a:lnTo>
                  <a:cubicBezTo>
                    <a:pt x="0" y="43450"/>
                    <a:pt x="682" y="44133"/>
                    <a:pt x="1524" y="44133"/>
                  </a:cubicBezTo>
                  <a:cubicBezTo>
                    <a:pt x="2366" y="44133"/>
                    <a:pt x="3048" y="43450"/>
                    <a:pt x="3048" y="42610"/>
                  </a:cubicBezTo>
                  <a:lnTo>
                    <a:pt x="3048" y="37414"/>
                  </a:lnTo>
                  <a:cubicBezTo>
                    <a:pt x="3048" y="18465"/>
                    <a:pt x="18989" y="3047"/>
                    <a:pt x="38582" y="3047"/>
                  </a:cubicBezTo>
                  <a:lnTo>
                    <a:pt x="43944" y="3047"/>
                  </a:lnTo>
                  <a:cubicBezTo>
                    <a:pt x="55777" y="3047"/>
                    <a:pt x="66797" y="8719"/>
                    <a:pt x="73423" y="18220"/>
                  </a:cubicBezTo>
                  <a:cubicBezTo>
                    <a:pt x="73720" y="18637"/>
                    <a:pt x="74188" y="18859"/>
                    <a:pt x="74664" y="18859"/>
                  </a:cubicBezTo>
                  <a:cubicBezTo>
                    <a:pt x="74965" y="18859"/>
                    <a:pt x="75270" y="18770"/>
                    <a:pt x="75535" y="18584"/>
                  </a:cubicBezTo>
                  <a:cubicBezTo>
                    <a:pt x="76220" y="18106"/>
                    <a:pt x="76393" y="17167"/>
                    <a:pt x="75923" y="16476"/>
                  </a:cubicBezTo>
                  <a:cubicBezTo>
                    <a:pt x="68727" y="6160"/>
                    <a:pt x="56771" y="0"/>
                    <a:pt x="439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55"/>
            <p:cNvSpPr/>
            <p:nvPr/>
          </p:nvSpPr>
          <p:spPr>
            <a:xfrm>
              <a:off x="989896" y="3818289"/>
              <a:ext cx="189710" cy="189747"/>
            </a:xfrm>
            <a:custGeom>
              <a:avLst/>
              <a:gdLst/>
              <a:ahLst/>
              <a:cxnLst/>
              <a:rect l="l" t="t" r="r" b="b"/>
              <a:pathLst>
                <a:path w="10130" h="10132" extrusionOk="0">
                  <a:moveTo>
                    <a:pt x="5065" y="1"/>
                  </a:moveTo>
                  <a:cubicBezTo>
                    <a:pt x="2268" y="1"/>
                    <a:pt x="1" y="2269"/>
                    <a:pt x="1" y="5067"/>
                  </a:cubicBezTo>
                  <a:cubicBezTo>
                    <a:pt x="1" y="7863"/>
                    <a:pt x="2268" y="10131"/>
                    <a:pt x="5065" y="10131"/>
                  </a:cubicBezTo>
                  <a:cubicBezTo>
                    <a:pt x="7862" y="10131"/>
                    <a:pt x="10130" y="7863"/>
                    <a:pt x="10130" y="5067"/>
                  </a:cubicBezTo>
                  <a:cubicBezTo>
                    <a:pt x="10130" y="2269"/>
                    <a:pt x="7862" y="1"/>
                    <a:pt x="50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55"/>
            <p:cNvSpPr/>
            <p:nvPr/>
          </p:nvSpPr>
          <p:spPr>
            <a:xfrm>
              <a:off x="1053400" y="2463410"/>
              <a:ext cx="2177184" cy="1558727"/>
            </a:xfrm>
            <a:custGeom>
              <a:avLst/>
              <a:gdLst/>
              <a:ahLst/>
              <a:cxnLst/>
              <a:rect l="l" t="t" r="r" b="b"/>
              <a:pathLst>
                <a:path w="116256" h="83232" extrusionOk="0">
                  <a:moveTo>
                    <a:pt x="91950" y="26828"/>
                  </a:moveTo>
                  <a:lnTo>
                    <a:pt x="45697" y="74629"/>
                  </a:lnTo>
                  <a:cubicBezTo>
                    <a:pt x="45653" y="74560"/>
                    <a:pt x="45621" y="74482"/>
                    <a:pt x="45604" y="74402"/>
                  </a:cubicBezTo>
                  <a:lnTo>
                    <a:pt x="34477" y="27590"/>
                  </a:lnTo>
                  <a:cubicBezTo>
                    <a:pt x="35563" y="27093"/>
                    <a:pt x="36725" y="26828"/>
                    <a:pt x="37916" y="26828"/>
                  </a:cubicBezTo>
                  <a:close/>
                  <a:moveTo>
                    <a:pt x="30803" y="30576"/>
                  </a:moveTo>
                  <a:lnTo>
                    <a:pt x="41455" y="75389"/>
                  </a:lnTo>
                  <a:cubicBezTo>
                    <a:pt x="41855" y="77071"/>
                    <a:pt x="43068" y="78382"/>
                    <a:pt x="44621" y="78807"/>
                  </a:cubicBezTo>
                  <a:cubicBezTo>
                    <a:pt x="44673" y="78821"/>
                    <a:pt x="44723" y="78834"/>
                    <a:pt x="44775" y="78847"/>
                  </a:cubicBezTo>
                  <a:lnTo>
                    <a:pt x="5169" y="74996"/>
                  </a:lnTo>
                  <a:lnTo>
                    <a:pt x="29935" y="31877"/>
                  </a:lnTo>
                  <a:cubicBezTo>
                    <a:pt x="30196" y="31425"/>
                    <a:pt x="30485" y="30990"/>
                    <a:pt x="30803" y="30576"/>
                  </a:cubicBezTo>
                  <a:close/>
                  <a:moveTo>
                    <a:pt x="89153" y="1"/>
                  </a:moveTo>
                  <a:cubicBezTo>
                    <a:pt x="88930" y="1"/>
                    <a:pt x="88703" y="36"/>
                    <a:pt x="88480" y="110"/>
                  </a:cubicBezTo>
                  <a:cubicBezTo>
                    <a:pt x="87361" y="483"/>
                    <a:pt x="86757" y="1690"/>
                    <a:pt x="87130" y="2808"/>
                  </a:cubicBezTo>
                  <a:lnTo>
                    <a:pt x="93708" y="22563"/>
                  </a:lnTo>
                  <a:lnTo>
                    <a:pt x="37916" y="22563"/>
                  </a:lnTo>
                  <a:cubicBezTo>
                    <a:pt x="36399" y="22563"/>
                    <a:pt x="34895" y="22840"/>
                    <a:pt x="33477" y="23381"/>
                  </a:cubicBezTo>
                  <a:lnTo>
                    <a:pt x="31375" y="14532"/>
                  </a:lnTo>
                  <a:cubicBezTo>
                    <a:pt x="31141" y="13552"/>
                    <a:pt x="30265" y="12892"/>
                    <a:pt x="29300" y="12892"/>
                  </a:cubicBezTo>
                  <a:cubicBezTo>
                    <a:pt x="29137" y="12892"/>
                    <a:pt x="28971" y="12911"/>
                    <a:pt x="28806" y="12950"/>
                  </a:cubicBezTo>
                  <a:cubicBezTo>
                    <a:pt x="27659" y="13224"/>
                    <a:pt x="26952" y="14374"/>
                    <a:pt x="27224" y="15519"/>
                  </a:cubicBezTo>
                  <a:lnTo>
                    <a:pt x="29633" y="25655"/>
                  </a:lnTo>
                  <a:cubicBezTo>
                    <a:pt x="28316" y="26762"/>
                    <a:pt x="27162" y="28141"/>
                    <a:pt x="26237" y="29753"/>
                  </a:cubicBezTo>
                  <a:lnTo>
                    <a:pt x="550" y="74475"/>
                  </a:lnTo>
                  <a:cubicBezTo>
                    <a:pt x="25" y="75389"/>
                    <a:pt x="1" y="76537"/>
                    <a:pt x="486" y="77476"/>
                  </a:cubicBezTo>
                  <a:cubicBezTo>
                    <a:pt x="945" y="78367"/>
                    <a:pt x="1798" y="78955"/>
                    <a:pt x="2767" y="79049"/>
                  </a:cubicBezTo>
                  <a:lnTo>
                    <a:pt x="45668" y="83221"/>
                  </a:lnTo>
                  <a:cubicBezTo>
                    <a:pt x="45738" y="83227"/>
                    <a:pt x="45807" y="83231"/>
                    <a:pt x="45877" y="83231"/>
                  </a:cubicBezTo>
                  <a:cubicBezTo>
                    <a:pt x="47016" y="83230"/>
                    <a:pt x="47952" y="82336"/>
                    <a:pt x="48006" y="81199"/>
                  </a:cubicBezTo>
                  <a:cubicBezTo>
                    <a:pt x="48060" y="80063"/>
                    <a:pt x="47214" y="79083"/>
                    <a:pt x="46082" y="78974"/>
                  </a:cubicBezTo>
                  <a:lnTo>
                    <a:pt x="45863" y="78954"/>
                  </a:lnTo>
                  <a:cubicBezTo>
                    <a:pt x="46919" y="78914"/>
                    <a:pt x="47935" y="78459"/>
                    <a:pt x="48724" y="77643"/>
                  </a:cubicBezTo>
                  <a:lnTo>
                    <a:pt x="95834" y="28948"/>
                  </a:lnTo>
                  <a:lnTo>
                    <a:pt x="111993" y="77473"/>
                  </a:lnTo>
                  <a:cubicBezTo>
                    <a:pt x="112284" y="78345"/>
                    <a:pt x="113098" y="78932"/>
                    <a:pt x="114016" y="78932"/>
                  </a:cubicBezTo>
                  <a:cubicBezTo>
                    <a:pt x="114701" y="78932"/>
                    <a:pt x="115345" y="78603"/>
                    <a:pt x="115745" y="78047"/>
                  </a:cubicBezTo>
                  <a:cubicBezTo>
                    <a:pt x="116146" y="77492"/>
                    <a:pt x="116256" y="76776"/>
                    <a:pt x="116040" y="76126"/>
                  </a:cubicBezTo>
                  <a:lnTo>
                    <a:pt x="91178" y="1460"/>
                  </a:lnTo>
                  <a:cubicBezTo>
                    <a:pt x="90880" y="566"/>
                    <a:pt x="90047" y="1"/>
                    <a:pt x="8915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55"/>
            <p:cNvSpPr/>
            <p:nvPr/>
          </p:nvSpPr>
          <p:spPr>
            <a:xfrm>
              <a:off x="2680146" y="2456537"/>
              <a:ext cx="495324" cy="300651"/>
            </a:xfrm>
            <a:custGeom>
              <a:avLst/>
              <a:gdLst/>
              <a:ahLst/>
              <a:cxnLst/>
              <a:rect l="l" t="t" r="r" b="b"/>
              <a:pathLst>
                <a:path w="26449" h="16054" extrusionOk="0">
                  <a:moveTo>
                    <a:pt x="1830" y="1"/>
                  </a:moveTo>
                  <a:cubicBezTo>
                    <a:pt x="820" y="1"/>
                    <a:pt x="1" y="819"/>
                    <a:pt x="1" y="1828"/>
                  </a:cubicBezTo>
                  <a:cubicBezTo>
                    <a:pt x="1" y="2839"/>
                    <a:pt x="820" y="3657"/>
                    <a:pt x="1830" y="3657"/>
                  </a:cubicBezTo>
                  <a:lnTo>
                    <a:pt x="19002" y="3657"/>
                  </a:lnTo>
                  <a:cubicBezTo>
                    <a:pt x="21092" y="3657"/>
                    <a:pt x="22792" y="5357"/>
                    <a:pt x="22792" y="7447"/>
                  </a:cubicBezTo>
                  <a:lnTo>
                    <a:pt x="22792" y="9528"/>
                  </a:lnTo>
                  <a:cubicBezTo>
                    <a:pt x="22792" y="11110"/>
                    <a:pt x="21505" y="12396"/>
                    <a:pt x="19923" y="12396"/>
                  </a:cubicBezTo>
                  <a:lnTo>
                    <a:pt x="17763" y="12396"/>
                  </a:lnTo>
                  <a:cubicBezTo>
                    <a:pt x="16753" y="12396"/>
                    <a:pt x="15934" y="13215"/>
                    <a:pt x="15934" y="14224"/>
                  </a:cubicBezTo>
                  <a:cubicBezTo>
                    <a:pt x="15934" y="15234"/>
                    <a:pt x="16753" y="16053"/>
                    <a:pt x="17763" y="16053"/>
                  </a:cubicBezTo>
                  <a:lnTo>
                    <a:pt x="19923" y="16053"/>
                  </a:lnTo>
                  <a:cubicBezTo>
                    <a:pt x="23521" y="16053"/>
                    <a:pt x="26449" y="13126"/>
                    <a:pt x="26449" y="9528"/>
                  </a:cubicBezTo>
                  <a:lnTo>
                    <a:pt x="26449" y="7447"/>
                  </a:lnTo>
                  <a:cubicBezTo>
                    <a:pt x="26449" y="3341"/>
                    <a:pt x="23108" y="1"/>
                    <a:pt x="1900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55"/>
            <p:cNvSpPr/>
            <p:nvPr/>
          </p:nvSpPr>
          <p:spPr>
            <a:xfrm>
              <a:off x="1722815" y="3783830"/>
              <a:ext cx="362152" cy="362152"/>
            </a:xfrm>
            <a:custGeom>
              <a:avLst/>
              <a:gdLst/>
              <a:ahLst/>
              <a:cxnLst/>
              <a:rect l="l" t="t" r="r" b="b"/>
              <a:pathLst>
                <a:path w="19338" h="19338" extrusionOk="0">
                  <a:moveTo>
                    <a:pt x="9669" y="0"/>
                  </a:moveTo>
                  <a:cubicBezTo>
                    <a:pt x="7104" y="0"/>
                    <a:pt x="4645" y="1019"/>
                    <a:pt x="2831" y="2831"/>
                  </a:cubicBezTo>
                  <a:cubicBezTo>
                    <a:pt x="1019" y="4644"/>
                    <a:pt x="0" y="7104"/>
                    <a:pt x="0" y="9669"/>
                  </a:cubicBezTo>
                  <a:cubicBezTo>
                    <a:pt x="0" y="12233"/>
                    <a:pt x="1019" y="14693"/>
                    <a:pt x="2831" y="16506"/>
                  </a:cubicBezTo>
                  <a:cubicBezTo>
                    <a:pt x="4645" y="18320"/>
                    <a:pt x="7104" y="19337"/>
                    <a:pt x="9669" y="19337"/>
                  </a:cubicBezTo>
                  <a:cubicBezTo>
                    <a:pt x="12233" y="19337"/>
                    <a:pt x="14693" y="18320"/>
                    <a:pt x="16506" y="16506"/>
                  </a:cubicBezTo>
                  <a:cubicBezTo>
                    <a:pt x="18320" y="14693"/>
                    <a:pt x="19337" y="12233"/>
                    <a:pt x="19337" y="9669"/>
                  </a:cubicBezTo>
                  <a:cubicBezTo>
                    <a:pt x="19337" y="7104"/>
                    <a:pt x="18320" y="4644"/>
                    <a:pt x="16506" y="2831"/>
                  </a:cubicBezTo>
                  <a:cubicBezTo>
                    <a:pt x="14693" y="1019"/>
                    <a:pt x="12233" y="0"/>
                    <a:pt x="966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55"/>
            <p:cNvSpPr/>
            <p:nvPr/>
          </p:nvSpPr>
          <p:spPr>
            <a:xfrm>
              <a:off x="1374427" y="2583996"/>
              <a:ext cx="513620" cy="228269"/>
            </a:xfrm>
            <a:custGeom>
              <a:avLst/>
              <a:gdLst/>
              <a:ahLst/>
              <a:cxnLst/>
              <a:rect l="l" t="t" r="r" b="b"/>
              <a:pathLst>
                <a:path w="27426" h="12189" extrusionOk="0">
                  <a:moveTo>
                    <a:pt x="6095" y="0"/>
                  </a:moveTo>
                  <a:cubicBezTo>
                    <a:pt x="2744" y="0"/>
                    <a:pt x="1" y="2743"/>
                    <a:pt x="1" y="6095"/>
                  </a:cubicBezTo>
                  <a:cubicBezTo>
                    <a:pt x="1" y="9447"/>
                    <a:pt x="2744" y="12189"/>
                    <a:pt x="6095" y="12189"/>
                  </a:cubicBezTo>
                  <a:lnTo>
                    <a:pt x="21331" y="12189"/>
                  </a:lnTo>
                  <a:cubicBezTo>
                    <a:pt x="24682" y="12189"/>
                    <a:pt x="27424" y="9447"/>
                    <a:pt x="27426" y="6095"/>
                  </a:cubicBezTo>
                  <a:cubicBezTo>
                    <a:pt x="27426" y="2743"/>
                    <a:pt x="24682" y="0"/>
                    <a:pt x="213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55"/>
            <p:cNvSpPr/>
            <p:nvPr/>
          </p:nvSpPr>
          <p:spPr>
            <a:xfrm>
              <a:off x="1788174" y="828012"/>
              <a:ext cx="1331862" cy="1278302"/>
            </a:xfrm>
            <a:custGeom>
              <a:avLst/>
              <a:gdLst/>
              <a:ahLst/>
              <a:cxnLst/>
              <a:rect l="l" t="t" r="r" b="b"/>
              <a:pathLst>
                <a:path w="71118" h="68258" extrusionOk="0">
                  <a:moveTo>
                    <a:pt x="27369" y="42439"/>
                  </a:moveTo>
                  <a:cubicBezTo>
                    <a:pt x="27378" y="42567"/>
                    <a:pt x="27389" y="42695"/>
                    <a:pt x="27402" y="42823"/>
                  </a:cubicBezTo>
                  <a:cubicBezTo>
                    <a:pt x="27327" y="42735"/>
                    <a:pt x="27251" y="42652"/>
                    <a:pt x="27175" y="42567"/>
                  </a:cubicBezTo>
                  <a:cubicBezTo>
                    <a:pt x="27241" y="42525"/>
                    <a:pt x="27304" y="42482"/>
                    <a:pt x="27369" y="42439"/>
                  </a:cubicBezTo>
                  <a:close/>
                  <a:moveTo>
                    <a:pt x="54505" y="1"/>
                  </a:moveTo>
                  <a:cubicBezTo>
                    <a:pt x="50081" y="1"/>
                    <a:pt x="46059" y="1808"/>
                    <a:pt x="43151" y="4735"/>
                  </a:cubicBezTo>
                  <a:cubicBezTo>
                    <a:pt x="43151" y="4735"/>
                    <a:pt x="43151" y="4735"/>
                    <a:pt x="43151" y="4735"/>
                  </a:cubicBezTo>
                  <a:cubicBezTo>
                    <a:pt x="43099" y="4735"/>
                    <a:pt x="33482" y="14373"/>
                    <a:pt x="26232" y="14373"/>
                  </a:cubicBezTo>
                  <a:cubicBezTo>
                    <a:pt x="26159" y="14373"/>
                    <a:pt x="26087" y="14372"/>
                    <a:pt x="26015" y="14370"/>
                  </a:cubicBezTo>
                  <a:cubicBezTo>
                    <a:pt x="23593" y="14306"/>
                    <a:pt x="19085" y="13023"/>
                    <a:pt x="19061" y="13017"/>
                  </a:cubicBezTo>
                  <a:cubicBezTo>
                    <a:pt x="18070" y="12773"/>
                    <a:pt x="17107" y="12657"/>
                    <a:pt x="16175" y="12657"/>
                  </a:cubicBezTo>
                  <a:cubicBezTo>
                    <a:pt x="8394" y="12657"/>
                    <a:pt x="2834" y="20697"/>
                    <a:pt x="2621" y="28592"/>
                  </a:cubicBezTo>
                  <a:cubicBezTo>
                    <a:pt x="2621" y="28604"/>
                    <a:pt x="2621" y="28615"/>
                    <a:pt x="2621" y="28627"/>
                  </a:cubicBezTo>
                  <a:cubicBezTo>
                    <a:pt x="2581" y="30349"/>
                    <a:pt x="3142" y="32030"/>
                    <a:pt x="4207" y="33385"/>
                  </a:cubicBezTo>
                  <a:cubicBezTo>
                    <a:pt x="5583" y="35133"/>
                    <a:pt x="6736" y="38023"/>
                    <a:pt x="6661" y="40788"/>
                  </a:cubicBezTo>
                  <a:cubicBezTo>
                    <a:pt x="6560" y="44520"/>
                    <a:pt x="4653" y="47969"/>
                    <a:pt x="1547" y="50039"/>
                  </a:cubicBezTo>
                  <a:cubicBezTo>
                    <a:pt x="785" y="50548"/>
                    <a:pt x="268" y="51363"/>
                    <a:pt x="235" y="52280"/>
                  </a:cubicBezTo>
                  <a:cubicBezTo>
                    <a:pt x="232" y="52323"/>
                    <a:pt x="232" y="52366"/>
                    <a:pt x="231" y="52411"/>
                  </a:cubicBezTo>
                  <a:cubicBezTo>
                    <a:pt x="0" y="60929"/>
                    <a:pt x="6720" y="68021"/>
                    <a:pt x="15238" y="68252"/>
                  </a:cubicBezTo>
                  <a:cubicBezTo>
                    <a:pt x="15380" y="68256"/>
                    <a:pt x="15522" y="68257"/>
                    <a:pt x="15663" y="68257"/>
                  </a:cubicBezTo>
                  <a:cubicBezTo>
                    <a:pt x="23991" y="68257"/>
                    <a:pt x="30853" y="61620"/>
                    <a:pt x="31079" y="53244"/>
                  </a:cubicBezTo>
                  <a:cubicBezTo>
                    <a:pt x="31094" y="52688"/>
                    <a:pt x="31079" y="52133"/>
                    <a:pt x="31035" y="51579"/>
                  </a:cubicBezTo>
                  <a:lnTo>
                    <a:pt x="31035" y="51579"/>
                  </a:lnTo>
                  <a:cubicBezTo>
                    <a:pt x="33965" y="55100"/>
                    <a:pt x="38379" y="57355"/>
                    <a:pt x="43351" y="57355"/>
                  </a:cubicBezTo>
                  <a:cubicBezTo>
                    <a:pt x="43750" y="57355"/>
                    <a:pt x="44152" y="57341"/>
                    <a:pt x="44557" y="57311"/>
                  </a:cubicBezTo>
                  <a:cubicBezTo>
                    <a:pt x="52040" y="56768"/>
                    <a:pt x="58235" y="50927"/>
                    <a:pt x="59214" y="43489"/>
                  </a:cubicBezTo>
                  <a:cubicBezTo>
                    <a:pt x="59782" y="39167"/>
                    <a:pt x="58608" y="35109"/>
                    <a:pt x="56291" y="31927"/>
                  </a:cubicBezTo>
                  <a:cubicBezTo>
                    <a:pt x="64637" y="31003"/>
                    <a:pt x="71117" y="23644"/>
                    <a:pt x="70483" y="14811"/>
                  </a:cubicBezTo>
                  <a:cubicBezTo>
                    <a:pt x="69949" y="7383"/>
                    <a:pt x="64202" y="1212"/>
                    <a:pt x="56828" y="166"/>
                  </a:cubicBezTo>
                  <a:cubicBezTo>
                    <a:pt x="56044" y="54"/>
                    <a:pt x="55268" y="1"/>
                    <a:pt x="545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55"/>
            <p:cNvSpPr/>
            <p:nvPr/>
          </p:nvSpPr>
          <p:spPr>
            <a:xfrm>
              <a:off x="1859245" y="3742423"/>
              <a:ext cx="171469" cy="114163"/>
            </a:xfrm>
            <a:custGeom>
              <a:avLst/>
              <a:gdLst/>
              <a:ahLst/>
              <a:cxnLst/>
              <a:rect l="l" t="t" r="r" b="b"/>
              <a:pathLst>
                <a:path w="9156" h="6096" extrusionOk="0">
                  <a:moveTo>
                    <a:pt x="622" y="1"/>
                  </a:moveTo>
                  <a:lnTo>
                    <a:pt x="0" y="4497"/>
                  </a:lnTo>
                  <a:lnTo>
                    <a:pt x="9155" y="6096"/>
                  </a:lnTo>
                  <a:lnTo>
                    <a:pt x="91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55"/>
            <p:cNvSpPr/>
            <p:nvPr/>
          </p:nvSpPr>
          <p:spPr>
            <a:xfrm>
              <a:off x="1789653" y="3983521"/>
              <a:ext cx="467588" cy="122216"/>
            </a:xfrm>
            <a:custGeom>
              <a:avLst/>
              <a:gdLst/>
              <a:ahLst/>
              <a:cxnLst/>
              <a:rect l="l" t="t" r="r" b="b"/>
              <a:pathLst>
                <a:path w="24968" h="6526" extrusionOk="0">
                  <a:moveTo>
                    <a:pt x="405" y="0"/>
                  </a:moveTo>
                  <a:lnTo>
                    <a:pt x="1" y="2432"/>
                  </a:lnTo>
                  <a:lnTo>
                    <a:pt x="24563" y="6525"/>
                  </a:lnTo>
                  <a:lnTo>
                    <a:pt x="24967" y="4093"/>
                  </a:lnTo>
                  <a:lnTo>
                    <a:pt x="405"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55"/>
            <p:cNvSpPr/>
            <p:nvPr/>
          </p:nvSpPr>
          <p:spPr>
            <a:xfrm>
              <a:off x="1797313" y="3826529"/>
              <a:ext cx="461333" cy="233082"/>
            </a:xfrm>
            <a:custGeom>
              <a:avLst/>
              <a:gdLst/>
              <a:ahLst/>
              <a:cxnLst/>
              <a:rect l="l" t="t" r="r" b="b"/>
              <a:pathLst>
                <a:path w="24634" h="12446" extrusionOk="0">
                  <a:moveTo>
                    <a:pt x="3437" y="1"/>
                  </a:moveTo>
                  <a:cubicBezTo>
                    <a:pt x="2280" y="1"/>
                    <a:pt x="1260" y="837"/>
                    <a:pt x="1064" y="2016"/>
                  </a:cubicBezTo>
                  <a:lnTo>
                    <a:pt x="0" y="8392"/>
                  </a:lnTo>
                  <a:lnTo>
                    <a:pt x="24319" y="12446"/>
                  </a:lnTo>
                  <a:cubicBezTo>
                    <a:pt x="24633" y="10565"/>
                    <a:pt x="23364" y="8786"/>
                    <a:pt x="21483" y="8474"/>
                  </a:cubicBezTo>
                  <a:lnTo>
                    <a:pt x="19364" y="8120"/>
                  </a:lnTo>
                  <a:cubicBezTo>
                    <a:pt x="17945" y="7884"/>
                    <a:pt x="16725" y="6983"/>
                    <a:pt x="16082" y="5695"/>
                  </a:cubicBezTo>
                  <a:lnTo>
                    <a:pt x="14729" y="2991"/>
                  </a:lnTo>
                  <a:cubicBezTo>
                    <a:pt x="14337" y="2208"/>
                    <a:pt x="13595" y="1659"/>
                    <a:pt x="12733" y="1515"/>
                  </a:cubicBezTo>
                  <a:lnTo>
                    <a:pt x="3839" y="34"/>
                  </a:lnTo>
                  <a:cubicBezTo>
                    <a:pt x="3704" y="12"/>
                    <a:pt x="3570" y="1"/>
                    <a:pt x="3437"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55"/>
            <p:cNvSpPr/>
            <p:nvPr/>
          </p:nvSpPr>
          <p:spPr>
            <a:xfrm>
              <a:off x="1408474" y="2041873"/>
              <a:ext cx="735504" cy="1771959"/>
            </a:xfrm>
            <a:custGeom>
              <a:avLst/>
              <a:gdLst/>
              <a:ahLst/>
              <a:cxnLst/>
              <a:rect l="l" t="t" r="r" b="b"/>
              <a:pathLst>
                <a:path w="39274" h="94618" extrusionOk="0">
                  <a:moveTo>
                    <a:pt x="8238" y="1"/>
                  </a:moveTo>
                  <a:lnTo>
                    <a:pt x="4791" y="4259"/>
                  </a:lnTo>
                  <a:cubicBezTo>
                    <a:pt x="615" y="9417"/>
                    <a:pt x="0" y="16597"/>
                    <a:pt x="3237" y="22390"/>
                  </a:cubicBezTo>
                  <a:lnTo>
                    <a:pt x="24692" y="57896"/>
                  </a:lnTo>
                  <a:lnTo>
                    <a:pt x="24026" y="91245"/>
                  </a:lnTo>
                  <a:cubicBezTo>
                    <a:pt x="24006" y="92304"/>
                    <a:pt x="24760" y="93222"/>
                    <a:pt x="25806" y="93405"/>
                  </a:cubicBezTo>
                  <a:lnTo>
                    <a:pt x="32559" y="94586"/>
                  </a:lnTo>
                  <a:cubicBezTo>
                    <a:pt x="32678" y="94607"/>
                    <a:pt x="32796" y="94617"/>
                    <a:pt x="32913" y="94617"/>
                  </a:cubicBezTo>
                  <a:cubicBezTo>
                    <a:pt x="33922" y="94617"/>
                    <a:pt x="34806" y="93868"/>
                    <a:pt x="34939" y="92831"/>
                  </a:cubicBezTo>
                  <a:lnTo>
                    <a:pt x="39185" y="59560"/>
                  </a:lnTo>
                  <a:cubicBezTo>
                    <a:pt x="39274" y="58865"/>
                    <a:pt x="39226" y="58158"/>
                    <a:pt x="39047" y="57479"/>
                  </a:cubicBezTo>
                  <a:lnTo>
                    <a:pt x="30645" y="25902"/>
                  </a:lnTo>
                  <a:lnTo>
                    <a:pt x="32006" y="20722"/>
                  </a:lnTo>
                  <a:lnTo>
                    <a:pt x="823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55"/>
            <p:cNvSpPr/>
            <p:nvPr/>
          </p:nvSpPr>
          <p:spPr>
            <a:xfrm>
              <a:off x="1877186" y="4045565"/>
              <a:ext cx="298067" cy="134089"/>
            </a:xfrm>
            <a:custGeom>
              <a:avLst/>
              <a:gdLst/>
              <a:ahLst/>
              <a:cxnLst/>
              <a:rect l="l" t="t" r="r" b="b"/>
              <a:pathLst>
                <a:path w="15916" h="7160" extrusionOk="0">
                  <a:moveTo>
                    <a:pt x="1257" y="0"/>
                  </a:moveTo>
                  <a:cubicBezTo>
                    <a:pt x="965" y="0"/>
                    <a:pt x="708" y="211"/>
                    <a:pt x="657" y="510"/>
                  </a:cubicBezTo>
                  <a:lnTo>
                    <a:pt x="57" y="4116"/>
                  </a:lnTo>
                  <a:cubicBezTo>
                    <a:pt x="1" y="4449"/>
                    <a:pt x="225" y="4762"/>
                    <a:pt x="558" y="4818"/>
                  </a:cubicBezTo>
                  <a:lnTo>
                    <a:pt x="14557" y="7151"/>
                  </a:lnTo>
                  <a:cubicBezTo>
                    <a:pt x="14591" y="7157"/>
                    <a:pt x="14624" y="7160"/>
                    <a:pt x="14657" y="7160"/>
                  </a:cubicBezTo>
                  <a:cubicBezTo>
                    <a:pt x="14950" y="7160"/>
                    <a:pt x="15209" y="6949"/>
                    <a:pt x="15259" y="6651"/>
                  </a:cubicBezTo>
                  <a:lnTo>
                    <a:pt x="15861" y="3044"/>
                  </a:lnTo>
                  <a:cubicBezTo>
                    <a:pt x="15915" y="2712"/>
                    <a:pt x="15691" y="2398"/>
                    <a:pt x="15358" y="2342"/>
                  </a:cubicBezTo>
                  <a:lnTo>
                    <a:pt x="1360" y="9"/>
                  </a:lnTo>
                  <a:cubicBezTo>
                    <a:pt x="1325" y="3"/>
                    <a:pt x="1291" y="0"/>
                    <a:pt x="125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55"/>
            <p:cNvSpPr/>
            <p:nvPr/>
          </p:nvSpPr>
          <p:spPr>
            <a:xfrm>
              <a:off x="2444460" y="1904937"/>
              <a:ext cx="545158" cy="616303"/>
            </a:xfrm>
            <a:custGeom>
              <a:avLst/>
              <a:gdLst/>
              <a:ahLst/>
              <a:cxnLst/>
              <a:rect l="l" t="t" r="r" b="b"/>
              <a:pathLst>
                <a:path w="29110" h="32909" extrusionOk="0">
                  <a:moveTo>
                    <a:pt x="4718" y="1"/>
                  </a:moveTo>
                  <a:cubicBezTo>
                    <a:pt x="3668" y="1"/>
                    <a:pt x="2617" y="386"/>
                    <a:pt x="1794" y="1162"/>
                  </a:cubicBezTo>
                  <a:cubicBezTo>
                    <a:pt x="81" y="2778"/>
                    <a:pt x="0" y="5478"/>
                    <a:pt x="1617" y="7192"/>
                  </a:cubicBezTo>
                  <a:lnTo>
                    <a:pt x="21728" y="28522"/>
                  </a:lnTo>
                  <a:cubicBezTo>
                    <a:pt x="21989" y="28800"/>
                    <a:pt x="22220" y="28916"/>
                    <a:pt x="22449" y="28944"/>
                  </a:cubicBezTo>
                  <a:lnTo>
                    <a:pt x="22394" y="29008"/>
                  </a:lnTo>
                  <a:cubicBezTo>
                    <a:pt x="22394" y="29008"/>
                    <a:pt x="24832" y="29008"/>
                    <a:pt x="24832" y="29983"/>
                  </a:cubicBezTo>
                  <a:lnTo>
                    <a:pt x="24832" y="31989"/>
                  </a:lnTo>
                  <a:cubicBezTo>
                    <a:pt x="24832" y="32497"/>
                    <a:pt x="25243" y="32909"/>
                    <a:pt x="25751" y="32909"/>
                  </a:cubicBezTo>
                  <a:cubicBezTo>
                    <a:pt x="27432" y="32909"/>
                    <a:pt x="28831" y="31613"/>
                    <a:pt x="28961" y="29937"/>
                  </a:cubicBezTo>
                  <a:cubicBezTo>
                    <a:pt x="29109" y="27997"/>
                    <a:pt x="27840" y="26232"/>
                    <a:pt x="25954" y="25756"/>
                  </a:cubicBezTo>
                  <a:lnTo>
                    <a:pt x="26049" y="25596"/>
                  </a:lnTo>
                  <a:lnTo>
                    <a:pt x="7824" y="1340"/>
                  </a:lnTo>
                  <a:cubicBezTo>
                    <a:pt x="6984" y="450"/>
                    <a:pt x="5852" y="1"/>
                    <a:pt x="4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55"/>
            <p:cNvSpPr/>
            <p:nvPr/>
          </p:nvSpPr>
          <p:spPr>
            <a:xfrm>
              <a:off x="1509696" y="1425382"/>
              <a:ext cx="1158839" cy="1016341"/>
            </a:xfrm>
            <a:custGeom>
              <a:avLst/>
              <a:gdLst/>
              <a:ahLst/>
              <a:cxnLst/>
              <a:rect l="l" t="t" r="r" b="b"/>
              <a:pathLst>
                <a:path w="61879" h="54270" extrusionOk="0">
                  <a:moveTo>
                    <a:pt x="50439" y="1"/>
                  </a:moveTo>
                  <a:cubicBezTo>
                    <a:pt x="48123" y="1"/>
                    <a:pt x="45813" y="680"/>
                    <a:pt x="43746" y="2047"/>
                  </a:cubicBezTo>
                  <a:lnTo>
                    <a:pt x="2141" y="29552"/>
                  </a:lnTo>
                  <a:cubicBezTo>
                    <a:pt x="218" y="30823"/>
                    <a:pt x="1" y="33897"/>
                    <a:pt x="1716" y="35564"/>
                  </a:cubicBezTo>
                  <a:lnTo>
                    <a:pt x="18775" y="52136"/>
                  </a:lnTo>
                  <a:cubicBezTo>
                    <a:pt x="20237" y="53556"/>
                    <a:pt x="22041" y="54269"/>
                    <a:pt x="23839" y="54269"/>
                  </a:cubicBezTo>
                  <a:cubicBezTo>
                    <a:pt x="25532" y="54269"/>
                    <a:pt x="27220" y="53636"/>
                    <a:pt x="28610" y="52362"/>
                  </a:cubicBezTo>
                  <a:lnTo>
                    <a:pt x="44476" y="35604"/>
                  </a:lnTo>
                  <a:lnTo>
                    <a:pt x="52532" y="32946"/>
                  </a:lnTo>
                  <a:cubicBezTo>
                    <a:pt x="55395" y="32002"/>
                    <a:pt x="57473" y="29418"/>
                    <a:pt x="57872" y="26310"/>
                  </a:cubicBezTo>
                  <a:lnTo>
                    <a:pt x="59499" y="15670"/>
                  </a:lnTo>
                  <a:cubicBezTo>
                    <a:pt x="61472" y="13848"/>
                    <a:pt x="61878" y="9771"/>
                    <a:pt x="60639" y="7199"/>
                  </a:cubicBezTo>
                  <a:lnTo>
                    <a:pt x="57876" y="2526"/>
                  </a:lnTo>
                  <a:cubicBezTo>
                    <a:pt x="55612" y="846"/>
                    <a:pt x="53022" y="1"/>
                    <a:pt x="504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55"/>
            <p:cNvSpPr/>
            <p:nvPr/>
          </p:nvSpPr>
          <p:spPr>
            <a:xfrm>
              <a:off x="2050527" y="1836807"/>
              <a:ext cx="822156" cy="752939"/>
            </a:xfrm>
            <a:custGeom>
              <a:avLst/>
              <a:gdLst/>
              <a:ahLst/>
              <a:cxnLst/>
              <a:rect l="l" t="t" r="r" b="b"/>
              <a:pathLst>
                <a:path w="43901" h="40205" extrusionOk="0">
                  <a:moveTo>
                    <a:pt x="4008" y="0"/>
                  </a:moveTo>
                  <a:cubicBezTo>
                    <a:pt x="2585" y="2589"/>
                    <a:pt x="0" y="10810"/>
                    <a:pt x="187" y="12425"/>
                  </a:cubicBezTo>
                  <a:cubicBezTo>
                    <a:pt x="504" y="15165"/>
                    <a:pt x="2964" y="18908"/>
                    <a:pt x="6862" y="21311"/>
                  </a:cubicBezTo>
                  <a:lnTo>
                    <a:pt x="35912" y="36033"/>
                  </a:lnTo>
                  <a:cubicBezTo>
                    <a:pt x="36004" y="36083"/>
                    <a:pt x="36098" y="36104"/>
                    <a:pt x="36192" y="36104"/>
                  </a:cubicBezTo>
                  <a:cubicBezTo>
                    <a:pt x="36560" y="36104"/>
                    <a:pt x="36942" y="35778"/>
                    <a:pt x="37325" y="35549"/>
                  </a:cubicBezTo>
                  <a:cubicBezTo>
                    <a:pt x="37976" y="35719"/>
                    <a:pt x="38553" y="36017"/>
                    <a:pt x="38553" y="36548"/>
                  </a:cubicBezTo>
                  <a:lnTo>
                    <a:pt x="38553" y="39055"/>
                  </a:lnTo>
                  <a:cubicBezTo>
                    <a:pt x="38553" y="39690"/>
                    <a:pt x="39067" y="40204"/>
                    <a:pt x="39701" y="40205"/>
                  </a:cubicBezTo>
                  <a:cubicBezTo>
                    <a:pt x="41804" y="40204"/>
                    <a:pt x="43553" y="38586"/>
                    <a:pt x="43714" y="36489"/>
                  </a:cubicBezTo>
                  <a:cubicBezTo>
                    <a:pt x="43901" y="34060"/>
                    <a:pt x="42308" y="31849"/>
                    <a:pt x="39945" y="31258"/>
                  </a:cubicBezTo>
                  <a:lnTo>
                    <a:pt x="39163" y="31063"/>
                  </a:lnTo>
                  <a:lnTo>
                    <a:pt x="10833" y="12745"/>
                  </a:lnTo>
                  <a:cubicBezTo>
                    <a:pt x="10211" y="12355"/>
                    <a:pt x="9733" y="12007"/>
                    <a:pt x="9375" y="11716"/>
                  </a:cubicBezTo>
                  <a:lnTo>
                    <a:pt x="16018" y="3212"/>
                  </a:lnTo>
                  <a:cubicBezTo>
                    <a:pt x="15994" y="3207"/>
                    <a:pt x="15969" y="3205"/>
                    <a:pt x="15945" y="3199"/>
                  </a:cubicBezTo>
                  <a:lnTo>
                    <a:pt x="4584" y="227"/>
                  </a:lnTo>
                  <a:cubicBezTo>
                    <a:pt x="4384" y="174"/>
                    <a:pt x="4191" y="99"/>
                    <a:pt x="4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55"/>
            <p:cNvSpPr/>
            <p:nvPr/>
          </p:nvSpPr>
          <p:spPr>
            <a:xfrm>
              <a:off x="2095717" y="1538946"/>
              <a:ext cx="464348" cy="359325"/>
            </a:xfrm>
            <a:custGeom>
              <a:avLst/>
              <a:gdLst/>
              <a:ahLst/>
              <a:cxnLst/>
              <a:rect l="l" t="t" r="r" b="b"/>
              <a:pathLst>
                <a:path w="24795" h="19187" extrusionOk="0">
                  <a:moveTo>
                    <a:pt x="15388" y="0"/>
                  </a:moveTo>
                  <a:cubicBezTo>
                    <a:pt x="13275" y="0"/>
                    <a:pt x="11272" y="877"/>
                    <a:pt x="9901" y="2365"/>
                  </a:cubicBezTo>
                  <a:lnTo>
                    <a:pt x="995" y="12499"/>
                  </a:lnTo>
                  <a:cubicBezTo>
                    <a:pt x="1" y="13630"/>
                    <a:pt x="352" y="15230"/>
                    <a:pt x="1597" y="15905"/>
                  </a:cubicBezTo>
                  <a:cubicBezTo>
                    <a:pt x="1778" y="16004"/>
                    <a:pt x="1971" y="16081"/>
                    <a:pt x="2173" y="16132"/>
                  </a:cubicBezTo>
                  <a:lnTo>
                    <a:pt x="13532" y="19104"/>
                  </a:lnTo>
                  <a:cubicBezTo>
                    <a:pt x="13556" y="19110"/>
                    <a:pt x="13581" y="19112"/>
                    <a:pt x="13605" y="19117"/>
                  </a:cubicBezTo>
                  <a:cubicBezTo>
                    <a:pt x="13806" y="19164"/>
                    <a:pt x="14010" y="19186"/>
                    <a:pt x="14212" y="19186"/>
                  </a:cubicBezTo>
                  <a:cubicBezTo>
                    <a:pt x="15000" y="19186"/>
                    <a:pt x="15769" y="18844"/>
                    <a:pt x="16263" y="18234"/>
                  </a:cubicBezTo>
                  <a:cubicBezTo>
                    <a:pt x="18824" y="15070"/>
                    <a:pt x="24795" y="6963"/>
                    <a:pt x="21918" y="3357"/>
                  </a:cubicBezTo>
                  <a:cubicBezTo>
                    <a:pt x="20046" y="1010"/>
                    <a:pt x="17654" y="0"/>
                    <a:pt x="1538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55"/>
            <p:cNvSpPr/>
            <p:nvPr/>
          </p:nvSpPr>
          <p:spPr>
            <a:xfrm>
              <a:off x="2502216" y="1108363"/>
              <a:ext cx="505905" cy="457794"/>
            </a:xfrm>
            <a:custGeom>
              <a:avLst/>
              <a:gdLst/>
              <a:ahLst/>
              <a:cxnLst/>
              <a:rect l="l" t="t" r="r" b="b"/>
              <a:pathLst>
                <a:path w="27014" h="24445" extrusionOk="0">
                  <a:moveTo>
                    <a:pt x="27014" y="0"/>
                  </a:moveTo>
                  <a:cubicBezTo>
                    <a:pt x="25588" y="3944"/>
                    <a:pt x="15510" y="4560"/>
                    <a:pt x="11736" y="4652"/>
                  </a:cubicBezTo>
                  <a:cubicBezTo>
                    <a:pt x="11274" y="3474"/>
                    <a:pt x="10134" y="2636"/>
                    <a:pt x="8793" y="2636"/>
                  </a:cubicBezTo>
                  <a:cubicBezTo>
                    <a:pt x="8573" y="2636"/>
                    <a:pt x="8348" y="2659"/>
                    <a:pt x="8119" y="2706"/>
                  </a:cubicBezTo>
                  <a:cubicBezTo>
                    <a:pt x="6932" y="2952"/>
                    <a:pt x="5967" y="3901"/>
                    <a:pt x="5708" y="5084"/>
                  </a:cubicBezTo>
                  <a:cubicBezTo>
                    <a:pt x="5405" y="6458"/>
                    <a:pt x="5998" y="7723"/>
                    <a:pt x="7011" y="8415"/>
                  </a:cubicBezTo>
                  <a:lnTo>
                    <a:pt x="6586" y="9901"/>
                  </a:lnTo>
                  <a:cubicBezTo>
                    <a:pt x="6344" y="11456"/>
                    <a:pt x="6408" y="12770"/>
                    <a:pt x="6683" y="13893"/>
                  </a:cubicBezTo>
                  <a:lnTo>
                    <a:pt x="6331" y="13893"/>
                  </a:lnTo>
                  <a:lnTo>
                    <a:pt x="0" y="18114"/>
                  </a:lnTo>
                  <a:lnTo>
                    <a:pt x="6331" y="24445"/>
                  </a:lnTo>
                  <a:lnTo>
                    <a:pt x="12616" y="20225"/>
                  </a:lnTo>
                  <a:cubicBezTo>
                    <a:pt x="13039" y="20481"/>
                    <a:pt x="13467" y="20732"/>
                    <a:pt x="13893" y="20972"/>
                  </a:cubicBezTo>
                  <a:cubicBezTo>
                    <a:pt x="14870" y="21519"/>
                    <a:pt x="15917" y="21774"/>
                    <a:pt x="16944" y="21774"/>
                  </a:cubicBezTo>
                  <a:cubicBezTo>
                    <a:pt x="19636" y="21774"/>
                    <a:pt x="22185" y="20021"/>
                    <a:pt x="22942" y="17186"/>
                  </a:cubicBezTo>
                  <a:cubicBezTo>
                    <a:pt x="24856" y="10018"/>
                    <a:pt x="27014" y="2"/>
                    <a:pt x="27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55"/>
            <p:cNvSpPr/>
            <p:nvPr/>
          </p:nvSpPr>
          <p:spPr>
            <a:xfrm>
              <a:off x="2723069" y="2498393"/>
              <a:ext cx="38073" cy="14551"/>
            </a:xfrm>
            <a:custGeom>
              <a:avLst/>
              <a:gdLst/>
              <a:ahLst/>
              <a:cxnLst/>
              <a:rect l="l" t="t" r="r" b="b"/>
              <a:pathLst>
                <a:path w="2033" h="777" extrusionOk="0">
                  <a:moveTo>
                    <a:pt x="2032" y="1"/>
                  </a:moveTo>
                  <a:cubicBezTo>
                    <a:pt x="1831" y="1"/>
                    <a:pt x="1628" y="91"/>
                    <a:pt x="1426" y="211"/>
                  </a:cubicBezTo>
                  <a:lnTo>
                    <a:pt x="1426" y="211"/>
                  </a:lnTo>
                  <a:lnTo>
                    <a:pt x="2032" y="1"/>
                  </a:lnTo>
                  <a:close/>
                  <a:moveTo>
                    <a:pt x="1426" y="211"/>
                  </a:moveTo>
                  <a:lnTo>
                    <a:pt x="0" y="706"/>
                  </a:lnTo>
                  <a:cubicBezTo>
                    <a:pt x="92" y="755"/>
                    <a:pt x="185" y="777"/>
                    <a:pt x="279" y="777"/>
                  </a:cubicBezTo>
                  <a:cubicBezTo>
                    <a:pt x="651" y="777"/>
                    <a:pt x="1038" y="441"/>
                    <a:pt x="1426" y="211"/>
                  </a:cubicBezTo>
                  <a:close/>
                </a:path>
              </a:pathLst>
            </a:custGeom>
            <a:solidFill>
              <a:srgbClr val="FFC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55"/>
            <p:cNvSpPr/>
            <p:nvPr/>
          </p:nvSpPr>
          <p:spPr>
            <a:xfrm>
              <a:off x="469908" y="2156017"/>
              <a:ext cx="850341" cy="810339"/>
            </a:xfrm>
            <a:custGeom>
              <a:avLst/>
              <a:gdLst/>
              <a:ahLst/>
              <a:cxnLst/>
              <a:rect l="l" t="t" r="r" b="b"/>
              <a:pathLst>
                <a:path w="45406" h="43270" extrusionOk="0">
                  <a:moveTo>
                    <a:pt x="2240" y="1"/>
                  </a:moveTo>
                  <a:cubicBezTo>
                    <a:pt x="1004" y="1"/>
                    <a:pt x="1" y="1004"/>
                    <a:pt x="1" y="2242"/>
                  </a:cubicBezTo>
                  <a:lnTo>
                    <a:pt x="1" y="41029"/>
                  </a:lnTo>
                  <a:cubicBezTo>
                    <a:pt x="1" y="42266"/>
                    <a:pt x="1002" y="43270"/>
                    <a:pt x="2240" y="43270"/>
                  </a:cubicBezTo>
                  <a:lnTo>
                    <a:pt x="43166" y="43270"/>
                  </a:lnTo>
                  <a:cubicBezTo>
                    <a:pt x="44402" y="43268"/>
                    <a:pt x="45405" y="42266"/>
                    <a:pt x="45405" y="41029"/>
                  </a:cubicBezTo>
                  <a:lnTo>
                    <a:pt x="45405" y="2242"/>
                  </a:lnTo>
                  <a:cubicBezTo>
                    <a:pt x="45405" y="1004"/>
                    <a:pt x="44402" y="1"/>
                    <a:pt x="431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55"/>
            <p:cNvSpPr/>
            <p:nvPr/>
          </p:nvSpPr>
          <p:spPr>
            <a:xfrm>
              <a:off x="800916" y="2144593"/>
              <a:ext cx="188324" cy="247372"/>
            </a:xfrm>
            <a:custGeom>
              <a:avLst/>
              <a:gdLst/>
              <a:ahLst/>
              <a:cxnLst/>
              <a:rect l="l" t="t" r="r" b="b"/>
              <a:pathLst>
                <a:path w="10056" h="13209" extrusionOk="0">
                  <a:moveTo>
                    <a:pt x="573" y="0"/>
                  </a:moveTo>
                  <a:cubicBezTo>
                    <a:pt x="256" y="0"/>
                    <a:pt x="0" y="258"/>
                    <a:pt x="0" y="575"/>
                  </a:cubicBezTo>
                  <a:lnTo>
                    <a:pt x="0" y="12634"/>
                  </a:lnTo>
                  <a:cubicBezTo>
                    <a:pt x="0" y="12979"/>
                    <a:pt x="283" y="13208"/>
                    <a:pt x="578" y="13208"/>
                  </a:cubicBezTo>
                  <a:cubicBezTo>
                    <a:pt x="719" y="13208"/>
                    <a:pt x="862" y="13156"/>
                    <a:pt x="979" y="13039"/>
                  </a:cubicBezTo>
                  <a:lnTo>
                    <a:pt x="4775" y="9243"/>
                  </a:lnTo>
                  <a:cubicBezTo>
                    <a:pt x="4887" y="9131"/>
                    <a:pt x="5034" y="9075"/>
                    <a:pt x="5181" y="9075"/>
                  </a:cubicBezTo>
                  <a:cubicBezTo>
                    <a:pt x="5328" y="9075"/>
                    <a:pt x="5475" y="9131"/>
                    <a:pt x="5587" y="9243"/>
                  </a:cubicBezTo>
                  <a:lnTo>
                    <a:pt x="9076" y="12733"/>
                  </a:lnTo>
                  <a:cubicBezTo>
                    <a:pt x="9193" y="12850"/>
                    <a:pt x="9337" y="12902"/>
                    <a:pt x="9478" y="12902"/>
                  </a:cubicBezTo>
                  <a:cubicBezTo>
                    <a:pt x="9773" y="12902"/>
                    <a:pt x="10056" y="12673"/>
                    <a:pt x="10056" y="12327"/>
                  </a:cubicBezTo>
                  <a:lnTo>
                    <a:pt x="10056" y="575"/>
                  </a:lnTo>
                  <a:cubicBezTo>
                    <a:pt x="10056" y="258"/>
                    <a:pt x="9798" y="0"/>
                    <a:pt x="94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55"/>
            <p:cNvSpPr/>
            <p:nvPr/>
          </p:nvSpPr>
          <p:spPr>
            <a:xfrm>
              <a:off x="554631" y="2669600"/>
              <a:ext cx="273908" cy="171207"/>
            </a:xfrm>
            <a:custGeom>
              <a:avLst/>
              <a:gdLst/>
              <a:ahLst/>
              <a:cxnLst/>
              <a:rect l="l" t="t" r="r" b="b"/>
              <a:pathLst>
                <a:path w="14626" h="9142" extrusionOk="0">
                  <a:moveTo>
                    <a:pt x="11882" y="2440"/>
                  </a:moveTo>
                  <a:cubicBezTo>
                    <a:pt x="12219" y="2440"/>
                    <a:pt x="12492" y="2712"/>
                    <a:pt x="12492" y="3048"/>
                  </a:cubicBezTo>
                  <a:cubicBezTo>
                    <a:pt x="12492" y="3385"/>
                    <a:pt x="12219" y="3659"/>
                    <a:pt x="11882" y="3659"/>
                  </a:cubicBezTo>
                  <a:lnTo>
                    <a:pt x="2742" y="3659"/>
                  </a:lnTo>
                  <a:cubicBezTo>
                    <a:pt x="2405" y="3659"/>
                    <a:pt x="2132" y="3385"/>
                    <a:pt x="2132" y="3048"/>
                  </a:cubicBezTo>
                  <a:cubicBezTo>
                    <a:pt x="2132" y="2712"/>
                    <a:pt x="2405" y="2440"/>
                    <a:pt x="2742" y="2440"/>
                  </a:cubicBezTo>
                  <a:close/>
                  <a:moveTo>
                    <a:pt x="10370" y="5181"/>
                  </a:moveTo>
                  <a:cubicBezTo>
                    <a:pt x="10705" y="5181"/>
                    <a:pt x="10978" y="5454"/>
                    <a:pt x="10978" y="5791"/>
                  </a:cubicBezTo>
                  <a:cubicBezTo>
                    <a:pt x="10978" y="6128"/>
                    <a:pt x="10705" y="6400"/>
                    <a:pt x="10370" y="6400"/>
                  </a:cubicBezTo>
                  <a:cubicBezTo>
                    <a:pt x="10366" y="6400"/>
                    <a:pt x="10363" y="6400"/>
                    <a:pt x="10359" y="6400"/>
                  </a:cubicBezTo>
                  <a:lnTo>
                    <a:pt x="4264" y="6400"/>
                  </a:lnTo>
                  <a:cubicBezTo>
                    <a:pt x="4261" y="6400"/>
                    <a:pt x="4257" y="6400"/>
                    <a:pt x="4254" y="6400"/>
                  </a:cubicBezTo>
                  <a:cubicBezTo>
                    <a:pt x="3918" y="6400"/>
                    <a:pt x="3644" y="6128"/>
                    <a:pt x="3644" y="5791"/>
                  </a:cubicBezTo>
                  <a:cubicBezTo>
                    <a:pt x="3644" y="5454"/>
                    <a:pt x="3918" y="5181"/>
                    <a:pt x="4254" y="5181"/>
                  </a:cubicBezTo>
                  <a:cubicBezTo>
                    <a:pt x="4257" y="5181"/>
                    <a:pt x="4261" y="5181"/>
                    <a:pt x="4264" y="5181"/>
                  </a:cubicBezTo>
                  <a:lnTo>
                    <a:pt x="10359" y="5181"/>
                  </a:lnTo>
                  <a:cubicBezTo>
                    <a:pt x="10363" y="5181"/>
                    <a:pt x="10366" y="5181"/>
                    <a:pt x="10370" y="5181"/>
                  </a:cubicBezTo>
                  <a:close/>
                  <a:moveTo>
                    <a:pt x="1022" y="0"/>
                  </a:moveTo>
                  <a:cubicBezTo>
                    <a:pt x="456" y="0"/>
                    <a:pt x="0" y="458"/>
                    <a:pt x="0" y="1022"/>
                  </a:cubicBezTo>
                  <a:lnTo>
                    <a:pt x="0" y="8120"/>
                  </a:lnTo>
                  <a:cubicBezTo>
                    <a:pt x="0" y="8684"/>
                    <a:pt x="456" y="9142"/>
                    <a:pt x="1022" y="9142"/>
                  </a:cubicBezTo>
                  <a:lnTo>
                    <a:pt x="13603" y="9142"/>
                  </a:lnTo>
                  <a:cubicBezTo>
                    <a:pt x="14167" y="9142"/>
                    <a:pt x="14625" y="8684"/>
                    <a:pt x="14625" y="8120"/>
                  </a:cubicBezTo>
                  <a:lnTo>
                    <a:pt x="14625" y="1022"/>
                  </a:lnTo>
                  <a:cubicBezTo>
                    <a:pt x="14625" y="458"/>
                    <a:pt x="14167" y="0"/>
                    <a:pt x="1360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55"/>
            <p:cNvSpPr/>
            <p:nvPr/>
          </p:nvSpPr>
          <p:spPr>
            <a:xfrm>
              <a:off x="602704" y="2121783"/>
              <a:ext cx="640911" cy="890230"/>
            </a:xfrm>
            <a:custGeom>
              <a:avLst/>
              <a:gdLst/>
              <a:ahLst/>
              <a:cxnLst/>
              <a:rect l="l" t="t" r="r" b="b"/>
              <a:pathLst>
                <a:path w="34223" h="47536" extrusionOk="0">
                  <a:moveTo>
                    <a:pt x="682" y="0"/>
                  </a:moveTo>
                  <a:cubicBezTo>
                    <a:pt x="623" y="0"/>
                    <a:pt x="563" y="9"/>
                    <a:pt x="504" y="27"/>
                  </a:cubicBezTo>
                  <a:cubicBezTo>
                    <a:pt x="182" y="125"/>
                    <a:pt x="1" y="464"/>
                    <a:pt x="98" y="787"/>
                  </a:cubicBezTo>
                  <a:cubicBezTo>
                    <a:pt x="640" y="2566"/>
                    <a:pt x="13573" y="44391"/>
                    <a:pt x="33496" y="47528"/>
                  </a:cubicBezTo>
                  <a:cubicBezTo>
                    <a:pt x="33528" y="47533"/>
                    <a:pt x="33559" y="47536"/>
                    <a:pt x="33592" y="47536"/>
                  </a:cubicBezTo>
                  <a:cubicBezTo>
                    <a:pt x="33909" y="47536"/>
                    <a:pt x="34174" y="47289"/>
                    <a:pt x="34198" y="46973"/>
                  </a:cubicBezTo>
                  <a:cubicBezTo>
                    <a:pt x="34223" y="46656"/>
                    <a:pt x="34000" y="46374"/>
                    <a:pt x="33686" y="46324"/>
                  </a:cubicBezTo>
                  <a:cubicBezTo>
                    <a:pt x="14515" y="43306"/>
                    <a:pt x="1395" y="860"/>
                    <a:pt x="1266" y="433"/>
                  </a:cubicBezTo>
                  <a:cubicBezTo>
                    <a:pt x="1185" y="170"/>
                    <a:pt x="943" y="0"/>
                    <a:pt x="6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55"/>
            <p:cNvSpPr/>
            <p:nvPr/>
          </p:nvSpPr>
          <p:spPr>
            <a:xfrm>
              <a:off x="712373" y="2134143"/>
              <a:ext cx="607895" cy="880736"/>
            </a:xfrm>
            <a:custGeom>
              <a:avLst/>
              <a:gdLst/>
              <a:ahLst/>
              <a:cxnLst/>
              <a:rect l="l" t="t" r="r" b="b"/>
              <a:pathLst>
                <a:path w="32460" h="47029" extrusionOk="0">
                  <a:moveTo>
                    <a:pt x="31801" y="1"/>
                  </a:moveTo>
                  <a:cubicBezTo>
                    <a:pt x="31766" y="1"/>
                    <a:pt x="31730" y="4"/>
                    <a:pt x="31694" y="10"/>
                  </a:cubicBezTo>
                  <a:cubicBezTo>
                    <a:pt x="11379" y="3633"/>
                    <a:pt x="537" y="44527"/>
                    <a:pt x="86" y="46265"/>
                  </a:cubicBezTo>
                  <a:cubicBezTo>
                    <a:pt x="1" y="46591"/>
                    <a:pt x="196" y="46923"/>
                    <a:pt x="522" y="47008"/>
                  </a:cubicBezTo>
                  <a:cubicBezTo>
                    <a:pt x="572" y="47021"/>
                    <a:pt x="624" y="47028"/>
                    <a:pt x="676" y="47028"/>
                  </a:cubicBezTo>
                  <a:cubicBezTo>
                    <a:pt x="953" y="47027"/>
                    <a:pt x="1197" y="46840"/>
                    <a:pt x="1266" y="46570"/>
                  </a:cubicBezTo>
                  <a:cubicBezTo>
                    <a:pt x="1374" y="46152"/>
                    <a:pt x="12355" y="4695"/>
                    <a:pt x="31907" y="1210"/>
                  </a:cubicBezTo>
                  <a:cubicBezTo>
                    <a:pt x="32238" y="1151"/>
                    <a:pt x="32460" y="835"/>
                    <a:pt x="32401" y="504"/>
                  </a:cubicBezTo>
                  <a:cubicBezTo>
                    <a:pt x="32348" y="209"/>
                    <a:pt x="32091" y="1"/>
                    <a:pt x="318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 name="Google Shape;624;p55"/>
            <p:cNvGrpSpPr/>
            <p:nvPr/>
          </p:nvGrpSpPr>
          <p:grpSpPr>
            <a:xfrm>
              <a:off x="638305" y="1087763"/>
              <a:ext cx="3321172" cy="1924251"/>
              <a:chOff x="638305" y="1087763"/>
              <a:chExt cx="3321172" cy="1924251"/>
            </a:xfrm>
          </p:grpSpPr>
          <p:grpSp>
            <p:nvGrpSpPr>
              <p:cNvPr id="625" name="Google Shape;625;p55"/>
              <p:cNvGrpSpPr/>
              <p:nvPr/>
            </p:nvGrpSpPr>
            <p:grpSpPr>
              <a:xfrm>
                <a:off x="638305" y="1087763"/>
                <a:ext cx="570646" cy="645986"/>
                <a:chOff x="638305" y="1087763"/>
                <a:chExt cx="570646" cy="645986"/>
              </a:xfrm>
            </p:grpSpPr>
            <p:sp>
              <p:nvSpPr>
                <p:cNvPr id="626" name="Google Shape;626;p55"/>
                <p:cNvSpPr/>
                <p:nvPr/>
              </p:nvSpPr>
              <p:spPr>
                <a:xfrm>
                  <a:off x="638305" y="1087763"/>
                  <a:ext cx="570646" cy="645986"/>
                </a:xfrm>
                <a:custGeom>
                  <a:avLst/>
                  <a:gdLst/>
                  <a:ahLst/>
                  <a:cxnLst/>
                  <a:rect l="l" t="t" r="r" b="b"/>
                  <a:pathLst>
                    <a:path w="30471" h="34494" extrusionOk="0">
                      <a:moveTo>
                        <a:pt x="3695" y="1"/>
                      </a:moveTo>
                      <a:cubicBezTo>
                        <a:pt x="1654" y="1"/>
                        <a:pt x="1" y="2124"/>
                        <a:pt x="1" y="4744"/>
                      </a:cubicBezTo>
                      <a:lnTo>
                        <a:pt x="1" y="21717"/>
                      </a:lnTo>
                      <a:cubicBezTo>
                        <a:pt x="1" y="24336"/>
                        <a:pt x="1654" y="26459"/>
                        <a:pt x="3695" y="26459"/>
                      </a:cubicBezTo>
                      <a:lnTo>
                        <a:pt x="9358" y="26459"/>
                      </a:lnTo>
                      <a:lnTo>
                        <a:pt x="14990" y="34141"/>
                      </a:lnTo>
                      <a:cubicBezTo>
                        <a:pt x="15163" y="34377"/>
                        <a:pt x="15395" y="34494"/>
                        <a:pt x="15626" y="34494"/>
                      </a:cubicBezTo>
                      <a:cubicBezTo>
                        <a:pt x="15883" y="34494"/>
                        <a:pt x="16138" y="34351"/>
                        <a:pt x="16312" y="34069"/>
                      </a:cubicBezTo>
                      <a:lnTo>
                        <a:pt x="20748" y="26885"/>
                      </a:lnTo>
                      <a:cubicBezTo>
                        <a:pt x="20913" y="26616"/>
                        <a:pt x="21165" y="26459"/>
                        <a:pt x="21433" y="26459"/>
                      </a:cubicBezTo>
                      <a:lnTo>
                        <a:pt x="26777" y="26459"/>
                      </a:lnTo>
                      <a:cubicBezTo>
                        <a:pt x="28816" y="26459"/>
                        <a:pt x="30471" y="24336"/>
                        <a:pt x="30471" y="21717"/>
                      </a:cubicBezTo>
                      <a:lnTo>
                        <a:pt x="30471" y="4744"/>
                      </a:lnTo>
                      <a:cubicBezTo>
                        <a:pt x="30471" y="2125"/>
                        <a:pt x="28817" y="1"/>
                        <a:pt x="267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55"/>
                <p:cNvSpPr/>
                <p:nvPr/>
              </p:nvSpPr>
              <p:spPr>
                <a:xfrm>
                  <a:off x="788088" y="1197337"/>
                  <a:ext cx="275350" cy="275350"/>
                </a:xfrm>
                <a:custGeom>
                  <a:avLst/>
                  <a:gdLst/>
                  <a:ahLst/>
                  <a:cxnLst/>
                  <a:rect l="l" t="t" r="r" b="b"/>
                  <a:pathLst>
                    <a:path w="14703" h="14703" extrusionOk="0">
                      <a:moveTo>
                        <a:pt x="7352" y="856"/>
                      </a:moveTo>
                      <a:cubicBezTo>
                        <a:pt x="10934" y="856"/>
                        <a:pt x="13847" y="3771"/>
                        <a:pt x="13847" y="7350"/>
                      </a:cubicBezTo>
                      <a:cubicBezTo>
                        <a:pt x="13847" y="10931"/>
                        <a:pt x="10932" y="13845"/>
                        <a:pt x="7352" y="13845"/>
                      </a:cubicBezTo>
                      <a:cubicBezTo>
                        <a:pt x="3771" y="13845"/>
                        <a:pt x="858" y="10931"/>
                        <a:pt x="858" y="7350"/>
                      </a:cubicBezTo>
                      <a:cubicBezTo>
                        <a:pt x="858" y="3771"/>
                        <a:pt x="3771" y="856"/>
                        <a:pt x="7352" y="856"/>
                      </a:cubicBezTo>
                      <a:close/>
                      <a:moveTo>
                        <a:pt x="7352" y="0"/>
                      </a:moveTo>
                      <a:cubicBezTo>
                        <a:pt x="3299" y="0"/>
                        <a:pt x="0" y="3297"/>
                        <a:pt x="0" y="7351"/>
                      </a:cubicBezTo>
                      <a:cubicBezTo>
                        <a:pt x="0" y="11404"/>
                        <a:pt x="3299" y="14703"/>
                        <a:pt x="7352" y="14703"/>
                      </a:cubicBezTo>
                      <a:cubicBezTo>
                        <a:pt x="11406" y="14703"/>
                        <a:pt x="14703" y="11404"/>
                        <a:pt x="14703" y="7351"/>
                      </a:cubicBezTo>
                      <a:cubicBezTo>
                        <a:pt x="14703" y="3297"/>
                        <a:pt x="11406" y="0"/>
                        <a:pt x="73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55"/>
                <p:cNvSpPr/>
                <p:nvPr/>
              </p:nvSpPr>
              <p:spPr>
                <a:xfrm>
                  <a:off x="915060" y="1262828"/>
                  <a:ext cx="54385" cy="102252"/>
                </a:xfrm>
                <a:custGeom>
                  <a:avLst/>
                  <a:gdLst/>
                  <a:ahLst/>
                  <a:cxnLst/>
                  <a:rect l="l" t="t" r="r" b="b"/>
                  <a:pathLst>
                    <a:path w="2904" h="5460" extrusionOk="0">
                      <a:moveTo>
                        <a:pt x="429" y="0"/>
                      </a:moveTo>
                      <a:cubicBezTo>
                        <a:pt x="193" y="0"/>
                        <a:pt x="0" y="192"/>
                        <a:pt x="0" y="428"/>
                      </a:cubicBezTo>
                      <a:lnTo>
                        <a:pt x="0" y="5459"/>
                      </a:lnTo>
                      <a:lnTo>
                        <a:pt x="2730" y="2729"/>
                      </a:lnTo>
                      <a:cubicBezTo>
                        <a:pt x="2902" y="2562"/>
                        <a:pt x="2903" y="2289"/>
                        <a:pt x="2735" y="2119"/>
                      </a:cubicBezTo>
                      <a:cubicBezTo>
                        <a:pt x="2650" y="2035"/>
                        <a:pt x="2541" y="1994"/>
                        <a:pt x="2431" y="1994"/>
                      </a:cubicBezTo>
                      <a:cubicBezTo>
                        <a:pt x="2320" y="1994"/>
                        <a:pt x="2209" y="2037"/>
                        <a:pt x="2124" y="2123"/>
                      </a:cubicBezTo>
                      <a:lnTo>
                        <a:pt x="857" y="3391"/>
                      </a:lnTo>
                      <a:lnTo>
                        <a:pt x="857" y="428"/>
                      </a:lnTo>
                      <a:cubicBezTo>
                        <a:pt x="857" y="192"/>
                        <a:pt x="665" y="0"/>
                        <a:pt x="4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 name="Google Shape;629;p55"/>
              <p:cNvGrpSpPr/>
              <p:nvPr/>
            </p:nvGrpSpPr>
            <p:grpSpPr>
              <a:xfrm>
                <a:off x="3388832" y="2366027"/>
                <a:ext cx="570646" cy="645986"/>
                <a:chOff x="3388832" y="2366027"/>
                <a:chExt cx="570646" cy="645986"/>
              </a:xfrm>
            </p:grpSpPr>
            <p:sp>
              <p:nvSpPr>
                <p:cNvPr id="630" name="Google Shape;630;p55"/>
                <p:cNvSpPr/>
                <p:nvPr/>
              </p:nvSpPr>
              <p:spPr>
                <a:xfrm>
                  <a:off x="3388832" y="2366027"/>
                  <a:ext cx="570646" cy="645986"/>
                </a:xfrm>
                <a:custGeom>
                  <a:avLst/>
                  <a:gdLst/>
                  <a:ahLst/>
                  <a:cxnLst/>
                  <a:rect l="l" t="t" r="r" b="b"/>
                  <a:pathLst>
                    <a:path w="30471" h="34494" extrusionOk="0">
                      <a:moveTo>
                        <a:pt x="3696" y="1"/>
                      </a:moveTo>
                      <a:cubicBezTo>
                        <a:pt x="1656" y="1"/>
                        <a:pt x="1" y="2124"/>
                        <a:pt x="1" y="4744"/>
                      </a:cubicBezTo>
                      <a:lnTo>
                        <a:pt x="1" y="21717"/>
                      </a:lnTo>
                      <a:cubicBezTo>
                        <a:pt x="1" y="24336"/>
                        <a:pt x="1656" y="26459"/>
                        <a:pt x="3696" y="26459"/>
                      </a:cubicBezTo>
                      <a:lnTo>
                        <a:pt x="9358" y="26459"/>
                      </a:lnTo>
                      <a:lnTo>
                        <a:pt x="14991" y="34141"/>
                      </a:lnTo>
                      <a:cubicBezTo>
                        <a:pt x="15164" y="34377"/>
                        <a:pt x="15396" y="34493"/>
                        <a:pt x="15627" y="34493"/>
                      </a:cubicBezTo>
                      <a:cubicBezTo>
                        <a:pt x="15883" y="34493"/>
                        <a:pt x="16139" y="34350"/>
                        <a:pt x="16314" y="34069"/>
                      </a:cubicBezTo>
                      <a:lnTo>
                        <a:pt x="20748" y="26885"/>
                      </a:lnTo>
                      <a:cubicBezTo>
                        <a:pt x="20915" y="26615"/>
                        <a:pt x="21167" y="26459"/>
                        <a:pt x="21434" y="26459"/>
                      </a:cubicBezTo>
                      <a:lnTo>
                        <a:pt x="26777" y="26459"/>
                      </a:lnTo>
                      <a:cubicBezTo>
                        <a:pt x="28817" y="26459"/>
                        <a:pt x="30471" y="24336"/>
                        <a:pt x="30471" y="21717"/>
                      </a:cubicBezTo>
                      <a:lnTo>
                        <a:pt x="30471" y="4743"/>
                      </a:lnTo>
                      <a:cubicBezTo>
                        <a:pt x="30471" y="2125"/>
                        <a:pt x="28817" y="1"/>
                        <a:pt x="2677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55"/>
                <p:cNvSpPr/>
                <p:nvPr/>
              </p:nvSpPr>
              <p:spPr>
                <a:xfrm>
                  <a:off x="3514569" y="2453915"/>
                  <a:ext cx="313255" cy="276249"/>
                </a:xfrm>
                <a:custGeom>
                  <a:avLst/>
                  <a:gdLst/>
                  <a:ahLst/>
                  <a:cxnLst/>
                  <a:rect l="l" t="t" r="r" b="b"/>
                  <a:pathLst>
                    <a:path w="16727" h="14751" extrusionOk="0">
                      <a:moveTo>
                        <a:pt x="15854" y="2124"/>
                      </a:moveTo>
                      <a:lnTo>
                        <a:pt x="15854" y="2124"/>
                      </a:lnTo>
                      <a:cubicBezTo>
                        <a:pt x="15641" y="4389"/>
                        <a:pt x="15225" y="9079"/>
                        <a:pt x="13639" y="11838"/>
                      </a:cubicBezTo>
                      <a:lnTo>
                        <a:pt x="13639" y="11840"/>
                      </a:lnTo>
                      <a:cubicBezTo>
                        <a:pt x="13175" y="12645"/>
                        <a:pt x="11410" y="14039"/>
                        <a:pt x="9471" y="14039"/>
                      </a:cubicBezTo>
                      <a:cubicBezTo>
                        <a:pt x="9432" y="14039"/>
                        <a:pt x="9392" y="14038"/>
                        <a:pt x="9352" y="14037"/>
                      </a:cubicBezTo>
                      <a:cubicBezTo>
                        <a:pt x="8391" y="14008"/>
                        <a:pt x="7509" y="13626"/>
                        <a:pt x="6708" y="12915"/>
                      </a:cubicBezTo>
                      <a:cubicBezTo>
                        <a:pt x="10439" y="11073"/>
                        <a:pt x="12596" y="8095"/>
                        <a:pt x="12628" y="8052"/>
                      </a:cubicBezTo>
                      <a:cubicBezTo>
                        <a:pt x="12737" y="7891"/>
                        <a:pt x="12698" y="7672"/>
                        <a:pt x="12538" y="7559"/>
                      </a:cubicBezTo>
                      <a:cubicBezTo>
                        <a:pt x="12476" y="7515"/>
                        <a:pt x="12404" y="7494"/>
                        <a:pt x="12333" y="7494"/>
                      </a:cubicBezTo>
                      <a:cubicBezTo>
                        <a:pt x="12223" y="7494"/>
                        <a:pt x="12116" y="7544"/>
                        <a:pt x="12046" y="7639"/>
                      </a:cubicBezTo>
                      <a:cubicBezTo>
                        <a:pt x="12015" y="7682"/>
                        <a:pt x="9872" y="10642"/>
                        <a:pt x="6182" y="12385"/>
                      </a:cubicBezTo>
                      <a:cubicBezTo>
                        <a:pt x="5810" y="11965"/>
                        <a:pt x="5458" y="11474"/>
                        <a:pt x="5130" y="10894"/>
                      </a:cubicBezTo>
                      <a:cubicBezTo>
                        <a:pt x="4666" y="10077"/>
                        <a:pt x="4550" y="9376"/>
                        <a:pt x="4776" y="8751"/>
                      </a:cubicBezTo>
                      <a:cubicBezTo>
                        <a:pt x="5322" y="7241"/>
                        <a:pt x="7814" y="6300"/>
                        <a:pt x="10224" y="5391"/>
                      </a:cubicBezTo>
                      <a:cubicBezTo>
                        <a:pt x="11203" y="5022"/>
                        <a:pt x="12215" y="4639"/>
                        <a:pt x="13078" y="4222"/>
                      </a:cubicBezTo>
                      <a:cubicBezTo>
                        <a:pt x="14209" y="3675"/>
                        <a:pt x="15214" y="2776"/>
                        <a:pt x="15854" y="2124"/>
                      </a:cubicBezTo>
                      <a:close/>
                      <a:moveTo>
                        <a:pt x="16726" y="1"/>
                      </a:moveTo>
                      <a:lnTo>
                        <a:pt x="16020" y="882"/>
                      </a:lnTo>
                      <a:cubicBezTo>
                        <a:pt x="16004" y="899"/>
                        <a:pt x="14512" y="2737"/>
                        <a:pt x="12767" y="3580"/>
                      </a:cubicBezTo>
                      <a:cubicBezTo>
                        <a:pt x="11933" y="3983"/>
                        <a:pt x="10981" y="4343"/>
                        <a:pt x="9972" y="4723"/>
                      </a:cubicBezTo>
                      <a:cubicBezTo>
                        <a:pt x="7411" y="5690"/>
                        <a:pt x="4763" y="6689"/>
                        <a:pt x="4105" y="8508"/>
                      </a:cubicBezTo>
                      <a:cubicBezTo>
                        <a:pt x="3808" y="9328"/>
                        <a:pt x="3945" y="10249"/>
                        <a:pt x="4509" y="11245"/>
                      </a:cubicBezTo>
                      <a:cubicBezTo>
                        <a:pt x="4794" y="11753"/>
                        <a:pt x="5124" y="12235"/>
                        <a:pt x="5497" y="12683"/>
                      </a:cubicBezTo>
                      <a:cubicBezTo>
                        <a:pt x="4110" y="13249"/>
                        <a:pt x="2533" y="13628"/>
                        <a:pt x="785" y="13628"/>
                      </a:cubicBezTo>
                      <a:cubicBezTo>
                        <a:pt x="652" y="13628"/>
                        <a:pt x="518" y="13626"/>
                        <a:pt x="383" y="13621"/>
                      </a:cubicBezTo>
                      <a:cubicBezTo>
                        <a:pt x="380" y="13621"/>
                        <a:pt x="378" y="13621"/>
                        <a:pt x="375" y="13621"/>
                      </a:cubicBezTo>
                      <a:cubicBezTo>
                        <a:pt x="193" y="13621"/>
                        <a:pt x="38" y="13759"/>
                        <a:pt x="19" y="13942"/>
                      </a:cubicBezTo>
                      <a:cubicBezTo>
                        <a:pt x="0" y="14128"/>
                        <a:pt x="127" y="14296"/>
                        <a:pt x="311" y="14329"/>
                      </a:cubicBezTo>
                      <a:cubicBezTo>
                        <a:pt x="329" y="14332"/>
                        <a:pt x="344" y="14334"/>
                        <a:pt x="360" y="14335"/>
                      </a:cubicBezTo>
                      <a:cubicBezTo>
                        <a:pt x="501" y="14340"/>
                        <a:pt x="640" y="14342"/>
                        <a:pt x="778" y="14342"/>
                      </a:cubicBezTo>
                      <a:cubicBezTo>
                        <a:pt x="2734" y="14342"/>
                        <a:pt x="4489" y="13894"/>
                        <a:pt x="6012" y="13238"/>
                      </a:cubicBezTo>
                      <a:cubicBezTo>
                        <a:pt x="6950" y="14151"/>
                        <a:pt x="7899" y="14547"/>
                        <a:pt x="8709" y="14686"/>
                      </a:cubicBezTo>
                      <a:cubicBezTo>
                        <a:pt x="8915" y="14722"/>
                        <a:pt x="9123" y="14742"/>
                        <a:pt x="9332" y="14748"/>
                      </a:cubicBezTo>
                      <a:cubicBezTo>
                        <a:pt x="9377" y="14750"/>
                        <a:pt x="9422" y="14750"/>
                        <a:pt x="9467" y="14750"/>
                      </a:cubicBezTo>
                      <a:cubicBezTo>
                        <a:pt x="11605" y="14750"/>
                        <a:pt x="13569" y="13260"/>
                        <a:pt x="14238" y="12227"/>
                      </a:cubicBezTo>
                      <a:cubicBezTo>
                        <a:pt x="16095" y="9360"/>
                        <a:pt x="16632" y="1462"/>
                        <a:pt x="16653" y="1126"/>
                      </a:cubicBezTo>
                      <a:lnTo>
                        <a:pt x="1672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7" name="Google Shape;588;p55"/>
          <p:cNvSpPr txBox="1">
            <a:spLocks/>
          </p:cNvSpPr>
          <p:nvPr/>
        </p:nvSpPr>
        <p:spPr>
          <a:xfrm>
            <a:off x="4922465" y="1836807"/>
            <a:ext cx="3395051" cy="107599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80000"/>
              </a:lnSpc>
              <a:spcBef>
                <a:spcPts val="0"/>
              </a:spcBef>
              <a:spcAft>
                <a:spcPts val="0"/>
              </a:spcAft>
              <a:buClr>
                <a:schemeClr val="accent6"/>
              </a:buClr>
              <a:buSzPts val="3600"/>
              <a:buFont typeface="Advent Pro"/>
              <a:buNone/>
              <a:defRPr sz="3600" b="1" i="0" u="none" strike="noStrike" cap="none">
                <a:solidFill>
                  <a:schemeClr val="accent6"/>
                </a:solidFill>
                <a:latin typeface="Advent Pro"/>
                <a:ea typeface="Advent Pro"/>
                <a:cs typeface="Advent Pro"/>
                <a:sym typeface="Advent Pro"/>
              </a:defRPr>
            </a:lvl1pPr>
            <a:lvl2pPr marR="0" lvl="1"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2pPr>
            <a:lvl3pPr marR="0" lvl="2"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3pPr>
            <a:lvl4pPr marR="0" lvl="3"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4pPr>
            <a:lvl5pPr marR="0" lvl="4"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5pPr>
            <a:lvl6pPr marR="0" lvl="5"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6pPr>
            <a:lvl7pPr marR="0" lvl="6"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7pPr>
            <a:lvl8pPr marR="0" lvl="7"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8pPr>
            <a:lvl9pPr marR="0" lvl="8" algn="l" rtl="0">
              <a:lnSpc>
                <a:spcPct val="100000"/>
              </a:lnSpc>
              <a:spcBef>
                <a:spcPts val="0"/>
              </a:spcBef>
              <a:spcAft>
                <a:spcPts val="0"/>
              </a:spcAft>
              <a:buClr>
                <a:schemeClr val="accent6"/>
              </a:buClr>
              <a:buSzPts val="5200"/>
              <a:buFont typeface="Advent Pro"/>
              <a:buNone/>
              <a:defRPr sz="5200" b="1" i="0" u="none" strike="noStrike" cap="none">
                <a:solidFill>
                  <a:schemeClr val="accent6"/>
                </a:solidFill>
                <a:latin typeface="Advent Pro"/>
                <a:ea typeface="Advent Pro"/>
                <a:cs typeface="Advent Pro"/>
                <a:sym typeface="Advent Pro"/>
              </a:defRPr>
            </a:lvl9pPr>
          </a:lstStyle>
          <a:p>
            <a:r>
              <a:rPr lang="fr-FR" sz="1800" b="0" dirty="0">
                <a:solidFill>
                  <a:schemeClr val="tx1"/>
                </a:solidFill>
                <a:latin typeface="Roboto" panose="020B0604020202020204" charset="0"/>
                <a:ea typeface="Roboto" panose="020B0604020202020204" charset="0"/>
              </a:rPr>
              <a:t>Comment aider les restaurants à mieux gérer les commandes et les </a:t>
            </a:r>
            <a:r>
              <a:rPr lang="fr-FR" sz="1800" b="0" dirty="0" smtClean="0">
                <a:solidFill>
                  <a:schemeClr val="tx1"/>
                </a:solidFill>
                <a:latin typeface="Roboto" panose="020B0604020202020204" charset="0"/>
                <a:ea typeface="Roboto" panose="020B0604020202020204" charset="0"/>
              </a:rPr>
              <a:t>livraisons</a:t>
            </a:r>
            <a:endParaRPr lang="fr-FR" sz="1800" b="0" dirty="0">
              <a:solidFill>
                <a:schemeClr val="tx1"/>
              </a:solidFill>
              <a:latin typeface="Roboto" panose="020B0604020202020204" charset="0"/>
              <a:ea typeface="Roboto" panose="020B06040202020202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593"/>
                                        </p:tgtEl>
                                        <p:attrNameLst>
                                          <p:attrName>style.visibility</p:attrName>
                                        </p:attrNameLst>
                                      </p:cBhvr>
                                      <p:to>
                                        <p:strVal val="visible"/>
                                      </p:to>
                                    </p:set>
                                    <p:anim calcmode="lin" valueType="num">
                                      <p:cBhvr additive="base">
                                        <p:cTn id="7" dur="1000"/>
                                        <p:tgtEl>
                                          <p:spTgt spid="593"/>
                                        </p:tgtEl>
                                        <p:attrNameLst>
                                          <p:attrName>ppt_w</p:attrName>
                                        </p:attrNameLst>
                                      </p:cBhvr>
                                      <p:tavLst>
                                        <p:tav tm="0">
                                          <p:val>
                                            <p:strVal val="0"/>
                                          </p:val>
                                        </p:tav>
                                        <p:tav tm="100000">
                                          <p:val>
                                            <p:strVal val="#ppt_w"/>
                                          </p:val>
                                        </p:tav>
                                      </p:tavLst>
                                    </p:anim>
                                    <p:anim calcmode="lin" valueType="num">
                                      <p:cBhvr additive="base">
                                        <p:cTn id="8" dur="1000"/>
                                        <p:tgtEl>
                                          <p:spTgt spid="593"/>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smtClean="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a:t>
            </a:r>
            <a:r>
              <a:rPr lang="fr-FR" sz="2000" b="1" dirty="0">
                <a:solidFill>
                  <a:schemeClr val="accent1"/>
                </a:solidFill>
                <a:latin typeface="Advent Pro"/>
                <a:ea typeface="Advent Pro"/>
                <a:cs typeface="Advent Pro"/>
              </a:rPr>
              <a:t>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t>
            </a:r>
            <a:r>
              <a:rPr lang="fr-FR" sz="2000" b="1" dirty="0">
                <a:solidFill>
                  <a:schemeClr val="accent1"/>
                </a:solidFill>
                <a:latin typeface="Advent Pro"/>
                <a:ea typeface="Advent Pro"/>
                <a:cs typeface="Advent Pro"/>
              </a:rPr>
              <a:t>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a:t>
            </a:r>
            <a:r>
              <a:rPr lang="fr-FR" sz="1200" dirty="0">
                <a:solidFill>
                  <a:schemeClr val="tx1"/>
                </a:solidFill>
              </a:rPr>
              <a:t> </a:t>
            </a:r>
            <a:r>
              <a:rPr lang="fr-FR" sz="1200" dirty="0">
                <a:solidFill>
                  <a:schemeClr val="tx1"/>
                </a:solidFill>
              </a:rPr>
              <a:t>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a:t>
            </a:r>
            <a:r>
              <a:rPr lang="fr-FR" sz="1200" dirty="0" smtClean="0">
                <a:solidFill>
                  <a:schemeClr val="tx1"/>
                </a:solidFill>
                <a:sym typeface="Open Sans"/>
              </a:rPr>
              <a:t>commande </a:t>
            </a:r>
            <a:r>
              <a:rPr lang="fr-FR" sz="1200" dirty="0">
                <a:solidFill>
                  <a:schemeClr val="tx1"/>
                </a:solidFill>
                <a:sym typeface="Open Sans"/>
              </a:rPr>
              <a:t>sans contraintes d’horaire ou localisation </a:t>
            </a:r>
            <a:endParaRPr lang="fr-FR" sz="1200" dirty="0">
              <a:solidFill>
                <a:schemeClr val="tx1"/>
              </a:solidFill>
              <a:sym typeface="Open Sans"/>
            </a:endParaRP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r>
              <a:rPr lang="fr-FR" sz="1200" dirty="0" smtClean="0">
                <a:solidFill>
                  <a:schemeClr val="tx1"/>
                </a:solidFill>
              </a:rPr>
              <a:t/>
            </a:r>
            <a:endParaRPr lang="fr-FR" sz="1200" dirty="0">
              <a:solidFill>
                <a:schemeClr val="tx1"/>
              </a:solidFill>
            </a:endParaRP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97"/>
        <p:cNvGrpSpPr/>
        <p:nvPr/>
      </p:nvGrpSpPr>
      <p:grpSpPr>
        <a:xfrm>
          <a:off x="0" y="0"/>
          <a:ext cx="0" cy="0"/>
          <a:chOff x="0" y="0"/>
          <a:chExt cx="0" cy="0"/>
        </a:xfrm>
      </p:grpSpPr>
      <p:sp>
        <p:nvSpPr>
          <p:cNvPr id="1998" name="Google Shape;1998;p79"/>
          <p:cNvSpPr txBox="1">
            <a:spLocks noGrp="1"/>
          </p:cNvSpPr>
          <p:nvPr>
            <p:ph type="title"/>
          </p:nvPr>
        </p:nvSpPr>
        <p:spPr>
          <a:xfrm>
            <a:off x="2463253" y="2886120"/>
            <a:ext cx="1869600" cy="70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b="0"/>
              <a:t>Challenge</a:t>
            </a:r>
            <a:endParaRPr b="0"/>
          </a:p>
        </p:txBody>
      </p:sp>
      <p:sp>
        <p:nvSpPr>
          <p:cNvPr id="1999" name="Google Shape;1999;p79"/>
          <p:cNvSpPr txBox="1">
            <a:spLocks noGrp="1"/>
          </p:cNvSpPr>
          <p:nvPr>
            <p:ph type="subTitle" idx="1"/>
          </p:nvPr>
        </p:nvSpPr>
        <p:spPr>
          <a:xfrm>
            <a:off x="2463253" y="353087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a:t>
            </a:r>
            <a:endParaRPr/>
          </a:p>
        </p:txBody>
      </p:sp>
      <p:sp>
        <p:nvSpPr>
          <p:cNvPr id="2000" name="Google Shape;2000;p79"/>
          <p:cNvSpPr txBox="1">
            <a:spLocks noGrp="1"/>
          </p:cNvSpPr>
          <p:nvPr>
            <p:ph type="title" idx="2"/>
          </p:nvPr>
        </p:nvSpPr>
        <p:spPr>
          <a:xfrm>
            <a:off x="4796946" y="2935595"/>
            <a:ext cx="1869600" cy="70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b="0"/>
              <a:t>Results</a:t>
            </a:r>
            <a:endParaRPr b="0"/>
          </a:p>
        </p:txBody>
      </p:sp>
      <p:sp>
        <p:nvSpPr>
          <p:cNvPr id="2001" name="Google Shape;2001;p79"/>
          <p:cNvSpPr txBox="1">
            <a:spLocks noGrp="1"/>
          </p:cNvSpPr>
          <p:nvPr>
            <p:ph type="subTitle" idx="3"/>
          </p:nvPr>
        </p:nvSpPr>
        <p:spPr>
          <a:xfrm>
            <a:off x="4796946" y="3580345"/>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dirty="0"/>
              <a:t>Jupiter is the </a:t>
            </a:r>
            <a:endParaRPr dirty="0"/>
          </a:p>
          <a:p>
            <a:pPr marL="0" lvl="0" indent="0" algn="ctr" rtl="0">
              <a:spcBef>
                <a:spcPts val="0"/>
              </a:spcBef>
              <a:spcAft>
                <a:spcPts val="0"/>
              </a:spcAft>
              <a:buClr>
                <a:srgbClr val="000000"/>
              </a:buClr>
              <a:buSzPts val="1100"/>
              <a:buFont typeface="Arial"/>
              <a:buNone/>
            </a:pPr>
            <a:r>
              <a:rPr lang="en" dirty="0"/>
              <a:t>biggest planet in the Solar System</a:t>
            </a:r>
            <a:endParaRPr dirty="0"/>
          </a:p>
        </p:txBody>
      </p:sp>
      <p:sp>
        <p:nvSpPr>
          <p:cNvPr id="2002" name="Google Shape;2002;p79"/>
          <p:cNvSpPr txBox="1">
            <a:spLocks noGrp="1"/>
          </p:cNvSpPr>
          <p:nvPr>
            <p:ph type="title" idx="4"/>
          </p:nvPr>
        </p:nvSpPr>
        <p:spPr>
          <a:xfrm>
            <a:off x="7007251" y="2920529"/>
            <a:ext cx="1869600" cy="709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b="0"/>
              <a:t>Solution</a:t>
            </a:r>
            <a:endParaRPr b="0"/>
          </a:p>
        </p:txBody>
      </p:sp>
      <p:sp>
        <p:nvSpPr>
          <p:cNvPr id="2003" name="Google Shape;2003;p79"/>
          <p:cNvSpPr txBox="1">
            <a:spLocks noGrp="1"/>
          </p:cNvSpPr>
          <p:nvPr>
            <p:ph type="subTitle" idx="5"/>
          </p:nvPr>
        </p:nvSpPr>
        <p:spPr>
          <a:xfrm>
            <a:off x="7007251" y="3565279"/>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mostly of hydrogen and helium</a:t>
            </a:r>
            <a:endParaRPr/>
          </a:p>
        </p:txBody>
      </p:sp>
      <p:sp>
        <p:nvSpPr>
          <p:cNvPr id="2004" name="Google Shape;2004;p7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smtClean="0"/>
              <a:t>Les pages de l’application  </a:t>
            </a:r>
            <a:endParaRPr dirty="0"/>
          </a:p>
        </p:txBody>
      </p:sp>
      <p:sp>
        <p:nvSpPr>
          <p:cNvPr id="2005" name="Google Shape;2005;p79"/>
          <p:cNvSpPr/>
          <p:nvPr/>
        </p:nvSpPr>
        <p:spPr>
          <a:xfrm>
            <a:off x="2807503" y="1655545"/>
            <a:ext cx="1181100" cy="1181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79"/>
          <p:cNvSpPr/>
          <p:nvPr/>
        </p:nvSpPr>
        <p:spPr>
          <a:xfrm>
            <a:off x="5141195" y="1705020"/>
            <a:ext cx="1181100" cy="1181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79"/>
          <p:cNvSpPr/>
          <p:nvPr/>
        </p:nvSpPr>
        <p:spPr>
          <a:xfrm>
            <a:off x="7351500" y="1689954"/>
            <a:ext cx="1181100" cy="1181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08" name="Google Shape;2008;p79"/>
          <p:cNvGrpSpPr/>
          <p:nvPr/>
        </p:nvGrpSpPr>
        <p:grpSpPr>
          <a:xfrm>
            <a:off x="3143805" y="1992033"/>
            <a:ext cx="508498" cy="508132"/>
            <a:chOff x="1749879" y="1970906"/>
            <a:chExt cx="364436" cy="364174"/>
          </a:xfrm>
        </p:grpSpPr>
        <p:sp>
          <p:nvSpPr>
            <p:cNvPr id="2009" name="Google Shape;2009;p79"/>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79"/>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79"/>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79"/>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79"/>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79"/>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79"/>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79"/>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79"/>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79"/>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79"/>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79"/>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79"/>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79"/>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3" name="Google Shape;2023;p79"/>
          <p:cNvGrpSpPr/>
          <p:nvPr/>
        </p:nvGrpSpPr>
        <p:grpSpPr>
          <a:xfrm>
            <a:off x="5481900" y="2046758"/>
            <a:ext cx="499704" cy="497616"/>
            <a:chOff x="3545301" y="2423523"/>
            <a:chExt cx="358134" cy="356637"/>
          </a:xfrm>
        </p:grpSpPr>
        <p:sp>
          <p:nvSpPr>
            <p:cNvPr id="2024" name="Google Shape;2024;p79"/>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79"/>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79"/>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79"/>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79"/>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79"/>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79"/>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79"/>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79"/>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3" name="Google Shape;2033;p79"/>
          <p:cNvGrpSpPr/>
          <p:nvPr/>
        </p:nvGrpSpPr>
        <p:grpSpPr>
          <a:xfrm>
            <a:off x="7671982" y="2034089"/>
            <a:ext cx="540119" cy="492830"/>
            <a:chOff x="1989911" y="2306065"/>
            <a:chExt cx="387099" cy="353207"/>
          </a:xfrm>
        </p:grpSpPr>
        <p:sp>
          <p:nvSpPr>
            <p:cNvPr id="2034" name="Google Shape;2034;p79"/>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79"/>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79"/>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79"/>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79"/>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79"/>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79"/>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1998;p79"/>
          <p:cNvSpPr txBox="1">
            <a:spLocks/>
          </p:cNvSpPr>
          <p:nvPr/>
        </p:nvSpPr>
        <p:spPr>
          <a:xfrm>
            <a:off x="426838" y="2915617"/>
            <a:ext cx="1869600" cy="709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1pPr>
            <a:lvl2pPr marR="0" lvl="1"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2pPr>
            <a:lvl3pPr marR="0" lvl="2"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3pPr>
            <a:lvl4pPr marR="0" lvl="3"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4pPr>
            <a:lvl5pPr marR="0" lvl="4"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5pPr>
            <a:lvl6pPr marR="0" lvl="5"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6pPr>
            <a:lvl7pPr marR="0" lvl="6"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7pPr>
            <a:lvl8pPr marR="0" lvl="7"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8pPr>
            <a:lvl9pPr marR="0" lvl="8" algn="ctr" rtl="0">
              <a:lnSpc>
                <a:spcPct val="100000"/>
              </a:lnSpc>
              <a:spcBef>
                <a:spcPts val="0"/>
              </a:spcBef>
              <a:spcAft>
                <a:spcPts val="0"/>
              </a:spcAft>
              <a:buClr>
                <a:schemeClr val="accent6"/>
              </a:buClr>
              <a:buSzPts val="2200"/>
              <a:buFont typeface="Advent Pro"/>
              <a:buNone/>
              <a:defRPr sz="2200" b="1" i="0" u="none" strike="noStrike" cap="none">
                <a:solidFill>
                  <a:schemeClr val="accent6"/>
                </a:solidFill>
                <a:latin typeface="Advent Pro"/>
                <a:ea typeface="Advent Pro"/>
                <a:cs typeface="Advent Pro"/>
                <a:sym typeface="Advent Pro"/>
              </a:defRPr>
            </a:lvl9pPr>
          </a:lstStyle>
          <a:p>
            <a:r>
              <a:rPr lang="fr-FR" b="0" smtClean="0"/>
              <a:t>Challenge</a:t>
            </a:r>
            <a:endParaRPr lang="fr-FR" b="0"/>
          </a:p>
        </p:txBody>
      </p:sp>
      <p:sp>
        <p:nvSpPr>
          <p:cNvPr id="47" name="Google Shape;1999;p79"/>
          <p:cNvSpPr txBox="1">
            <a:spLocks/>
          </p:cNvSpPr>
          <p:nvPr/>
        </p:nvSpPr>
        <p:spPr>
          <a:xfrm>
            <a:off x="426838" y="3530870"/>
            <a:ext cx="1869600" cy="987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dk1"/>
              </a:buClr>
              <a:buSzPts val="1600"/>
              <a:buFont typeface="Roboto"/>
              <a:buNone/>
              <a:defRPr sz="1400" b="0" i="0" u="none" strike="noStrike" cap="none">
                <a:solidFill>
                  <a:schemeClr val="dk1"/>
                </a:solidFill>
                <a:latin typeface="Roboto"/>
                <a:ea typeface="Roboto"/>
                <a:cs typeface="Roboto"/>
                <a:sym typeface="Roboto"/>
              </a:defRPr>
            </a:lvl1pPr>
            <a:lvl2pPr marL="914400" marR="0" lvl="1"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2pPr>
            <a:lvl3pPr marL="1371600" marR="0" lvl="2"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3pPr>
            <a:lvl4pPr marL="1828800" marR="0" lvl="3"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4pPr>
            <a:lvl5pPr marL="2286000" marR="0" lvl="4"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5pPr>
            <a:lvl6pPr marL="2743200" marR="0" lvl="5"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6pPr>
            <a:lvl7pPr marL="3200400" marR="0" lvl="6"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7pPr>
            <a:lvl8pPr marL="3657600" marR="0" lvl="7"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8pPr>
            <a:lvl9pPr marL="4114800" marR="0" lvl="8" indent="-317500" algn="ctr" rtl="0">
              <a:lnSpc>
                <a:spcPct val="100000"/>
              </a:lnSpc>
              <a:spcBef>
                <a:spcPts val="0"/>
              </a:spcBef>
              <a:spcAft>
                <a:spcPts val="0"/>
              </a:spcAft>
              <a:buClr>
                <a:schemeClr val="dk1"/>
              </a:buClr>
              <a:buSzPts val="1600"/>
              <a:buFont typeface="Roboto"/>
              <a:buNone/>
              <a:defRPr sz="1600" b="0" i="0" u="none" strike="noStrike" cap="none">
                <a:solidFill>
                  <a:schemeClr val="dk1"/>
                </a:solidFill>
                <a:latin typeface="Roboto"/>
                <a:ea typeface="Roboto"/>
                <a:cs typeface="Roboto"/>
                <a:sym typeface="Roboto"/>
              </a:defRPr>
            </a:lvl9pPr>
          </a:lstStyle>
          <a:p>
            <a:pPr marL="0" indent="0"/>
            <a:r>
              <a:rPr lang="en-US" smtClean="0"/>
              <a:t>Despite being red, Mars is actually a cold place</a:t>
            </a:r>
            <a:endParaRPr lang="en-US"/>
          </a:p>
        </p:txBody>
      </p:sp>
      <p:sp>
        <p:nvSpPr>
          <p:cNvPr id="48" name="Google Shape;2005;p79"/>
          <p:cNvSpPr/>
          <p:nvPr/>
        </p:nvSpPr>
        <p:spPr>
          <a:xfrm>
            <a:off x="771088" y="1655545"/>
            <a:ext cx="1181100" cy="11811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2008;p79"/>
          <p:cNvGrpSpPr/>
          <p:nvPr/>
        </p:nvGrpSpPr>
        <p:grpSpPr>
          <a:xfrm>
            <a:off x="1107390" y="1992033"/>
            <a:ext cx="508498" cy="508132"/>
            <a:chOff x="1749879" y="1970906"/>
            <a:chExt cx="364436" cy="364174"/>
          </a:xfrm>
        </p:grpSpPr>
        <p:sp>
          <p:nvSpPr>
            <p:cNvPr id="50" name="Google Shape;2009;p79"/>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010;p79"/>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011;p79"/>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2012;p79"/>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2013;p79"/>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014;p79"/>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2015;p79"/>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2016;p79"/>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017;p79"/>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2018;p79"/>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019;p79"/>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020;p79"/>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2021;p79"/>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2022;p79"/>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2005"/>
                                        </p:tgtEl>
                                        <p:attrNameLst>
                                          <p:attrName>style.visibility</p:attrName>
                                        </p:attrNameLst>
                                      </p:cBhvr>
                                      <p:to>
                                        <p:strVal val="visible"/>
                                      </p:to>
                                    </p:set>
                                    <p:anim calcmode="lin" valueType="num">
                                      <p:cBhvr additive="base">
                                        <p:cTn id="7" dur="1000"/>
                                        <p:tgtEl>
                                          <p:spTgt spid="2005"/>
                                        </p:tgtEl>
                                        <p:attrNameLst>
                                          <p:attrName>ppt_y</p:attrName>
                                        </p:attrNameLst>
                                      </p:cBhvr>
                                      <p:tavLst>
                                        <p:tav tm="0">
                                          <p:val>
                                            <p:strVal val="#ppt_y-1"/>
                                          </p:val>
                                        </p:tav>
                                        <p:tav tm="100000">
                                          <p:val>
                                            <p:strVal val="#ppt_y"/>
                                          </p:val>
                                        </p:tav>
                                      </p:tavLst>
                                    </p:anim>
                                  </p:childTnLst>
                                </p:cTn>
                              </p:par>
                              <p:par>
                                <p:cTn id="8" presetID="2" presetClass="entr" presetSubtype="1" fill="hold" nodeType="withEffect">
                                  <p:stCondLst>
                                    <p:cond delay="0"/>
                                  </p:stCondLst>
                                  <p:childTnLst>
                                    <p:set>
                                      <p:cBhvr>
                                        <p:cTn id="9" dur="1" fill="hold">
                                          <p:stCondLst>
                                            <p:cond delay="0"/>
                                          </p:stCondLst>
                                        </p:cTn>
                                        <p:tgtEl>
                                          <p:spTgt spid="2006"/>
                                        </p:tgtEl>
                                        <p:attrNameLst>
                                          <p:attrName>style.visibility</p:attrName>
                                        </p:attrNameLst>
                                      </p:cBhvr>
                                      <p:to>
                                        <p:strVal val="visible"/>
                                      </p:to>
                                    </p:set>
                                    <p:anim calcmode="lin" valueType="num">
                                      <p:cBhvr additive="base">
                                        <p:cTn id="10" dur="1000"/>
                                        <p:tgtEl>
                                          <p:spTgt spid="2006"/>
                                        </p:tgtEl>
                                        <p:attrNameLst>
                                          <p:attrName>ppt_y</p:attrName>
                                        </p:attrNameLst>
                                      </p:cBhvr>
                                      <p:tavLst>
                                        <p:tav tm="0">
                                          <p:val>
                                            <p:strVal val="#ppt_y-1"/>
                                          </p:val>
                                        </p:tav>
                                        <p:tav tm="100000">
                                          <p:val>
                                            <p:strVal val="#ppt_y"/>
                                          </p:val>
                                        </p:tav>
                                      </p:tavLst>
                                    </p:anim>
                                  </p:childTnLst>
                                </p:cTn>
                              </p:par>
                              <p:par>
                                <p:cTn id="11" presetID="2" presetClass="entr" presetSubtype="1" fill="hold" nodeType="withEffect">
                                  <p:stCondLst>
                                    <p:cond delay="0"/>
                                  </p:stCondLst>
                                  <p:childTnLst>
                                    <p:set>
                                      <p:cBhvr>
                                        <p:cTn id="12" dur="1" fill="hold">
                                          <p:stCondLst>
                                            <p:cond delay="0"/>
                                          </p:stCondLst>
                                        </p:cTn>
                                        <p:tgtEl>
                                          <p:spTgt spid="2007"/>
                                        </p:tgtEl>
                                        <p:attrNameLst>
                                          <p:attrName>style.visibility</p:attrName>
                                        </p:attrNameLst>
                                      </p:cBhvr>
                                      <p:to>
                                        <p:strVal val="visible"/>
                                      </p:to>
                                    </p:set>
                                    <p:anim calcmode="lin" valueType="num">
                                      <p:cBhvr additive="base">
                                        <p:cTn id="13" dur="1000"/>
                                        <p:tgtEl>
                                          <p:spTgt spid="2007"/>
                                        </p:tgtEl>
                                        <p:attrNameLst>
                                          <p:attrName>ppt_y</p:attrName>
                                        </p:attrNameLst>
                                      </p:cBhvr>
                                      <p:tavLst>
                                        <p:tav tm="0">
                                          <p:val>
                                            <p:strVal val="#ppt_y-1"/>
                                          </p:val>
                                        </p:tav>
                                        <p:tav tm="100000">
                                          <p:val>
                                            <p:strVal val="#ppt_y"/>
                                          </p:val>
                                        </p:tav>
                                      </p:tavLst>
                                    </p:anim>
                                  </p:childTnLst>
                                </p:cTn>
                              </p:par>
                              <p:par>
                                <p:cTn id="14" presetID="2" presetClass="entr" presetSubtype="1" fill="hold" nodeType="withEffect">
                                  <p:stCondLst>
                                    <p:cond delay="0"/>
                                  </p:stCondLst>
                                  <p:childTnLst>
                                    <p:set>
                                      <p:cBhvr>
                                        <p:cTn id="15" dur="1" fill="hold">
                                          <p:stCondLst>
                                            <p:cond delay="0"/>
                                          </p:stCondLst>
                                        </p:cTn>
                                        <p:tgtEl>
                                          <p:spTgt spid="2023"/>
                                        </p:tgtEl>
                                        <p:attrNameLst>
                                          <p:attrName>style.visibility</p:attrName>
                                        </p:attrNameLst>
                                      </p:cBhvr>
                                      <p:to>
                                        <p:strVal val="visible"/>
                                      </p:to>
                                    </p:set>
                                    <p:anim calcmode="lin" valueType="num">
                                      <p:cBhvr additive="base">
                                        <p:cTn id="16" dur="1000"/>
                                        <p:tgtEl>
                                          <p:spTgt spid="2023"/>
                                        </p:tgtEl>
                                        <p:attrNameLst>
                                          <p:attrName>ppt_y</p:attrName>
                                        </p:attrNameLst>
                                      </p:cBhvr>
                                      <p:tavLst>
                                        <p:tav tm="0">
                                          <p:val>
                                            <p:strVal val="#ppt_y-1"/>
                                          </p:val>
                                        </p:tav>
                                        <p:tav tm="100000">
                                          <p:val>
                                            <p:strVal val="#ppt_y"/>
                                          </p:val>
                                        </p:tav>
                                      </p:tavLst>
                                    </p:anim>
                                  </p:childTnLst>
                                </p:cTn>
                              </p:par>
                              <p:par>
                                <p:cTn id="17" presetID="2" presetClass="entr" presetSubtype="1" fill="hold" nodeType="withEffect">
                                  <p:stCondLst>
                                    <p:cond delay="0"/>
                                  </p:stCondLst>
                                  <p:childTnLst>
                                    <p:set>
                                      <p:cBhvr>
                                        <p:cTn id="18" dur="1" fill="hold">
                                          <p:stCondLst>
                                            <p:cond delay="0"/>
                                          </p:stCondLst>
                                        </p:cTn>
                                        <p:tgtEl>
                                          <p:spTgt spid="2033"/>
                                        </p:tgtEl>
                                        <p:attrNameLst>
                                          <p:attrName>style.visibility</p:attrName>
                                        </p:attrNameLst>
                                      </p:cBhvr>
                                      <p:to>
                                        <p:strVal val="visible"/>
                                      </p:to>
                                    </p:set>
                                    <p:anim calcmode="lin" valueType="num">
                                      <p:cBhvr additive="base">
                                        <p:cTn id="19" dur="1000"/>
                                        <p:tgtEl>
                                          <p:spTgt spid="2033"/>
                                        </p:tgtEl>
                                        <p:attrNameLst>
                                          <p:attrName>ppt_y</p:attrName>
                                        </p:attrNameLst>
                                      </p:cBhvr>
                                      <p:tavLst>
                                        <p:tav tm="0">
                                          <p:val>
                                            <p:strVal val="#ppt_y-1"/>
                                          </p:val>
                                        </p:tav>
                                        <p:tav tm="100000">
                                          <p:val>
                                            <p:strVal val="#ppt_y"/>
                                          </p:val>
                                        </p:tav>
                                      </p:tavLst>
                                    </p:anim>
                                  </p:childTnLst>
                                </p:cTn>
                              </p:par>
                              <p:par>
                                <p:cTn id="20" presetID="2" presetClass="entr" presetSubtype="1" fill="hold" nodeType="withEffect">
                                  <p:stCondLst>
                                    <p:cond delay="0"/>
                                  </p:stCondLst>
                                  <p:childTnLst>
                                    <p:set>
                                      <p:cBhvr>
                                        <p:cTn id="21" dur="1" fill="hold">
                                          <p:stCondLst>
                                            <p:cond delay="0"/>
                                          </p:stCondLst>
                                        </p:cTn>
                                        <p:tgtEl>
                                          <p:spTgt spid="2008"/>
                                        </p:tgtEl>
                                        <p:attrNameLst>
                                          <p:attrName>style.visibility</p:attrName>
                                        </p:attrNameLst>
                                      </p:cBhvr>
                                      <p:to>
                                        <p:strVal val="visible"/>
                                      </p:to>
                                    </p:set>
                                    <p:anim calcmode="lin" valueType="num">
                                      <p:cBhvr additive="base">
                                        <p:cTn id="22" dur="1000"/>
                                        <p:tgtEl>
                                          <p:spTgt spid="2008"/>
                                        </p:tgtEl>
                                        <p:attrNameLst>
                                          <p:attrName>ppt_y</p:attrName>
                                        </p:attrNameLst>
                                      </p:cBhvr>
                                      <p:tavLst>
                                        <p:tav tm="0">
                                          <p:val>
                                            <p:strVal val="#ppt_y-1"/>
                                          </p:val>
                                        </p:tav>
                                        <p:tav tm="100000">
                                          <p:val>
                                            <p:strVal val="#ppt_y"/>
                                          </p:val>
                                        </p:tav>
                                      </p:tavLst>
                                    </p:anim>
                                  </p:childTnLst>
                                </p:cTn>
                              </p:par>
                              <p:par>
                                <p:cTn id="23" presetID="2" presetClass="entr" presetSubtype="1"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anim calcmode="lin" valueType="num">
                                      <p:cBhvr additive="base">
                                        <p:cTn id="25" dur="1000"/>
                                        <p:tgtEl>
                                          <p:spTgt spid="48"/>
                                        </p:tgtEl>
                                        <p:attrNameLst>
                                          <p:attrName>ppt_y</p:attrName>
                                        </p:attrNameLst>
                                      </p:cBhvr>
                                      <p:tavLst>
                                        <p:tav tm="0">
                                          <p:val>
                                            <p:strVal val="#ppt_y-1"/>
                                          </p:val>
                                        </p:tav>
                                        <p:tav tm="100000">
                                          <p:val>
                                            <p:strVal val="#ppt_y"/>
                                          </p:val>
                                        </p:tav>
                                      </p:tavLst>
                                    </p:anim>
                                  </p:childTnLst>
                                </p:cTn>
                              </p:par>
                              <p:par>
                                <p:cTn id="26" presetID="2" presetClass="entr" presetSubtype="1" fill="hold" nodeType="withEffect">
                                  <p:stCondLst>
                                    <p:cond delay="0"/>
                                  </p:stCondLst>
                                  <p:childTnLst>
                                    <p:set>
                                      <p:cBhvr>
                                        <p:cTn id="27" dur="1" fill="hold">
                                          <p:stCondLst>
                                            <p:cond delay="0"/>
                                          </p:stCondLst>
                                        </p:cTn>
                                        <p:tgtEl>
                                          <p:spTgt spid="49"/>
                                        </p:tgtEl>
                                        <p:attrNameLst>
                                          <p:attrName>style.visibility</p:attrName>
                                        </p:attrNameLst>
                                      </p:cBhvr>
                                      <p:to>
                                        <p:strVal val="visible"/>
                                      </p:to>
                                    </p:set>
                                    <p:anim calcmode="lin" valueType="num">
                                      <p:cBhvr additive="base">
                                        <p:cTn id="28" dur="1000"/>
                                        <p:tgtEl>
                                          <p:spTgt spid="4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smtClean="0">
                <a:solidFill>
                  <a:schemeClr val="accent1">
                    <a:lumMod val="75000"/>
                  </a:schemeClr>
                </a:solidFill>
                <a:latin typeface="Advent Pro" panose="020B0604020202020204" charset="0"/>
              </a:rPr>
              <a:t>   </a:t>
            </a:r>
            <a:r>
              <a:rPr lang="en" sz="6000" b="1" dirty="0" smtClean="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50"/>
          <p:cNvSpPr txBox="1">
            <a:spLocks noGrp="1"/>
          </p:cNvSpPr>
          <p:nvPr>
            <p:ph type="title"/>
          </p:nvPr>
        </p:nvSpPr>
        <p:spPr>
          <a:xfrm>
            <a:off x="1186525" y="2463400"/>
            <a:ext cx="1604700" cy="89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Problem vs. Solution</a:t>
            </a:r>
            <a:endParaRPr/>
          </a:p>
        </p:txBody>
      </p:sp>
      <p:sp>
        <p:nvSpPr>
          <p:cNvPr id="374" name="Google Shape;374;p50"/>
          <p:cNvSpPr txBox="1">
            <a:spLocks noGrp="1"/>
          </p:cNvSpPr>
          <p:nvPr>
            <p:ph type="subTitle" idx="1"/>
          </p:nvPr>
        </p:nvSpPr>
        <p:spPr>
          <a:xfrm>
            <a:off x="1186513" y="3291775"/>
            <a:ext cx="1604700" cy="123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dirty="0"/>
              <a:t>You can describe the topic of the section here</a:t>
            </a:r>
            <a:endParaRPr dirty="0"/>
          </a:p>
          <a:p>
            <a:pPr marL="0" lvl="0" indent="0" algn="ctr" rtl="0">
              <a:spcBef>
                <a:spcPts val="0"/>
              </a:spcBef>
              <a:spcAft>
                <a:spcPts val="0"/>
              </a:spcAft>
              <a:buNone/>
            </a:pPr>
            <a:endParaRPr dirty="0"/>
          </a:p>
        </p:txBody>
      </p:sp>
      <p:sp>
        <p:nvSpPr>
          <p:cNvPr id="375" name="Google Shape;375;p50"/>
          <p:cNvSpPr txBox="1">
            <a:spLocks noGrp="1"/>
          </p:cNvSpPr>
          <p:nvPr>
            <p:ph type="title" idx="2"/>
          </p:nvPr>
        </p:nvSpPr>
        <p:spPr>
          <a:xfrm>
            <a:off x="2908609" y="2463400"/>
            <a:ext cx="1604700" cy="89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All about the Product</a:t>
            </a:r>
            <a:endParaRPr/>
          </a:p>
        </p:txBody>
      </p:sp>
      <p:sp>
        <p:nvSpPr>
          <p:cNvPr id="376" name="Google Shape;376;p50"/>
          <p:cNvSpPr txBox="1">
            <a:spLocks noGrp="1"/>
          </p:cNvSpPr>
          <p:nvPr>
            <p:ph type="subTitle" idx="3"/>
          </p:nvPr>
        </p:nvSpPr>
        <p:spPr>
          <a:xfrm>
            <a:off x="2908602" y="3291775"/>
            <a:ext cx="1604700" cy="123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describe the topic of the section here</a:t>
            </a:r>
            <a:endParaRPr/>
          </a:p>
        </p:txBody>
      </p:sp>
      <p:sp>
        <p:nvSpPr>
          <p:cNvPr id="377" name="Google Shape;377;p50"/>
          <p:cNvSpPr txBox="1">
            <a:spLocks noGrp="1"/>
          </p:cNvSpPr>
          <p:nvPr>
            <p:ph type="title" idx="4"/>
          </p:nvPr>
        </p:nvSpPr>
        <p:spPr>
          <a:xfrm>
            <a:off x="4630692" y="2463400"/>
            <a:ext cx="1604700" cy="89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 &amp; Competition</a:t>
            </a:r>
            <a:endParaRPr/>
          </a:p>
        </p:txBody>
      </p:sp>
      <p:sp>
        <p:nvSpPr>
          <p:cNvPr id="378" name="Google Shape;378;p50"/>
          <p:cNvSpPr txBox="1">
            <a:spLocks noGrp="1"/>
          </p:cNvSpPr>
          <p:nvPr>
            <p:ph type="subTitle" idx="5"/>
          </p:nvPr>
        </p:nvSpPr>
        <p:spPr>
          <a:xfrm>
            <a:off x="4630692" y="3291775"/>
            <a:ext cx="1604700" cy="123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describe the topic of the section here</a:t>
            </a:r>
            <a:endParaRPr/>
          </a:p>
        </p:txBody>
      </p:sp>
      <p:sp>
        <p:nvSpPr>
          <p:cNvPr id="379" name="Google Shape;379;p50"/>
          <p:cNvSpPr/>
          <p:nvPr/>
        </p:nvSpPr>
        <p:spPr>
          <a:xfrm>
            <a:off x="1397125" y="763925"/>
            <a:ext cx="1183500" cy="13248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50"/>
          <p:cNvSpPr/>
          <p:nvPr/>
        </p:nvSpPr>
        <p:spPr>
          <a:xfrm>
            <a:off x="3119213" y="763925"/>
            <a:ext cx="1183500" cy="13248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50"/>
          <p:cNvSpPr/>
          <p:nvPr/>
        </p:nvSpPr>
        <p:spPr>
          <a:xfrm>
            <a:off x="4841275" y="763925"/>
            <a:ext cx="1183500" cy="13248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50"/>
          <p:cNvSpPr/>
          <p:nvPr/>
        </p:nvSpPr>
        <p:spPr>
          <a:xfrm>
            <a:off x="6563375" y="763925"/>
            <a:ext cx="1183500" cy="13248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50"/>
          <p:cNvSpPr txBox="1">
            <a:spLocks noGrp="1"/>
          </p:cNvSpPr>
          <p:nvPr>
            <p:ph type="title" idx="6"/>
          </p:nvPr>
        </p:nvSpPr>
        <p:spPr>
          <a:xfrm>
            <a:off x="6352776" y="2463400"/>
            <a:ext cx="1604700" cy="893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Business Model</a:t>
            </a:r>
            <a:endParaRPr/>
          </a:p>
        </p:txBody>
      </p:sp>
      <p:sp>
        <p:nvSpPr>
          <p:cNvPr id="384" name="Google Shape;384;p50"/>
          <p:cNvSpPr txBox="1">
            <a:spLocks noGrp="1"/>
          </p:cNvSpPr>
          <p:nvPr>
            <p:ph type="subTitle" idx="7"/>
          </p:nvPr>
        </p:nvSpPr>
        <p:spPr>
          <a:xfrm>
            <a:off x="6352782" y="3291775"/>
            <a:ext cx="1604700" cy="123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describe the topic of the section here</a:t>
            </a:r>
            <a:endParaRPr/>
          </a:p>
        </p:txBody>
      </p:sp>
      <p:sp>
        <p:nvSpPr>
          <p:cNvPr id="385" name="Google Shape;385;p50"/>
          <p:cNvSpPr txBox="1">
            <a:spLocks noGrp="1"/>
          </p:cNvSpPr>
          <p:nvPr>
            <p:ph type="title" idx="8"/>
          </p:nvPr>
        </p:nvSpPr>
        <p:spPr>
          <a:xfrm>
            <a:off x="955525" y="1057000"/>
            <a:ext cx="2066700" cy="1406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sp>
        <p:nvSpPr>
          <p:cNvPr id="386" name="Google Shape;386;p50"/>
          <p:cNvSpPr txBox="1">
            <a:spLocks noGrp="1"/>
          </p:cNvSpPr>
          <p:nvPr>
            <p:ph type="title" idx="9"/>
          </p:nvPr>
        </p:nvSpPr>
        <p:spPr>
          <a:xfrm>
            <a:off x="2677600" y="1057000"/>
            <a:ext cx="2066700" cy="1406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02</a:t>
            </a:r>
            <a:endParaRPr/>
          </a:p>
        </p:txBody>
      </p:sp>
      <p:sp>
        <p:nvSpPr>
          <p:cNvPr id="387" name="Google Shape;387;p50"/>
          <p:cNvSpPr txBox="1">
            <a:spLocks noGrp="1"/>
          </p:cNvSpPr>
          <p:nvPr>
            <p:ph type="title" idx="13"/>
          </p:nvPr>
        </p:nvSpPr>
        <p:spPr>
          <a:xfrm>
            <a:off x="4399700" y="1057000"/>
            <a:ext cx="2066700" cy="1406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03</a:t>
            </a:r>
            <a:endParaRPr/>
          </a:p>
        </p:txBody>
      </p:sp>
      <p:sp>
        <p:nvSpPr>
          <p:cNvPr id="388" name="Google Shape;388;p50"/>
          <p:cNvSpPr txBox="1">
            <a:spLocks noGrp="1"/>
          </p:cNvSpPr>
          <p:nvPr>
            <p:ph type="title" idx="14"/>
          </p:nvPr>
        </p:nvSpPr>
        <p:spPr>
          <a:xfrm>
            <a:off x="6121775" y="1057000"/>
            <a:ext cx="2066700" cy="1406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afterEffect">
                                  <p:stCondLst>
                                    <p:cond delay="0"/>
                                  </p:stCondLst>
                                  <p:childTnLst>
                                    <p:set>
                                      <p:cBhvr>
                                        <p:cTn id="6" dur="1" fill="hold">
                                          <p:stCondLst>
                                            <p:cond delay="0"/>
                                          </p:stCondLst>
                                        </p:cTn>
                                        <p:tgtEl>
                                          <p:spTgt spid="379"/>
                                        </p:tgtEl>
                                        <p:attrNameLst>
                                          <p:attrName>style.visibility</p:attrName>
                                        </p:attrNameLst>
                                      </p:cBhvr>
                                      <p:to>
                                        <p:strVal val="visible"/>
                                      </p:to>
                                    </p:set>
                                    <p:anim calcmode="lin" valueType="num">
                                      <p:cBhvr additive="base">
                                        <p:cTn id="7" dur="1000"/>
                                        <p:tgtEl>
                                          <p:spTgt spid="379"/>
                                        </p:tgtEl>
                                        <p:attrNameLst>
                                          <p:attrName>ppt_y</p:attrName>
                                        </p:attrNameLst>
                                      </p:cBhvr>
                                      <p:tavLst>
                                        <p:tav tm="0">
                                          <p:val>
                                            <p:strVal val="#ppt_y-1"/>
                                          </p:val>
                                        </p:tav>
                                        <p:tav tm="100000">
                                          <p:val>
                                            <p:strVal val="#ppt_y"/>
                                          </p:val>
                                        </p:tav>
                                      </p:tavLst>
                                    </p:anim>
                                  </p:childTnLst>
                                </p:cTn>
                              </p:par>
                              <p:par>
                                <p:cTn id="8" presetID="2" presetClass="entr" presetSubtype="1" fill="hold" nodeType="withEffect">
                                  <p:stCondLst>
                                    <p:cond delay="0"/>
                                  </p:stCondLst>
                                  <p:childTnLst>
                                    <p:set>
                                      <p:cBhvr>
                                        <p:cTn id="9" dur="1" fill="hold">
                                          <p:stCondLst>
                                            <p:cond delay="0"/>
                                          </p:stCondLst>
                                        </p:cTn>
                                        <p:tgtEl>
                                          <p:spTgt spid="380"/>
                                        </p:tgtEl>
                                        <p:attrNameLst>
                                          <p:attrName>style.visibility</p:attrName>
                                        </p:attrNameLst>
                                      </p:cBhvr>
                                      <p:to>
                                        <p:strVal val="visible"/>
                                      </p:to>
                                    </p:set>
                                    <p:anim calcmode="lin" valueType="num">
                                      <p:cBhvr additive="base">
                                        <p:cTn id="10" dur="1000"/>
                                        <p:tgtEl>
                                          <p:spTgt spid="380"/>
                                        </p:tgtEl>
                                        <p:attrNameLst>
                                          <p:attrName>ppt_y</p:attrName>
                                        </p:attrNameLst>
                                      </p:cBhvr>
                                      <p:tavLst>
                                        <p:tav tm="0">
                                          <p:val>
                                            <p:strVal val="#ppt_y-1"/>
                                          </p:val>
                                        </p:tav>
                                        <p:tav tm="100000">
                                          <p:val>
                                            <p:strVal val="#ppt_y"/>
                                          </p:val>
                                        </p:tav>
                                      </p:tavLst>
                                    </p:anim>
                                  </p:childTnLst>
                                </p:cTn>
                              </p:par>
                              <p:par>
                                <p:cTn id="11" presetID="2" presetClass="entr" presetSubtype="1" fill="hold" nodeType="withEffect">
                                  <p:stCondLst>
                                    <p:cond delay="0"/>
                                  </p:stCondLst>
                                  <p:childTnLst>
                                    <p:set>
                                      <p:cBhvr>
                                        <p:cTn id="12" dur="1" fill="hold">
                                          <p:stCondLst>
                                            <p:cond delay="0"/>
                                          </p:stCondLst>
                                        </p:cTn>
                                        <p:tgtEl>
                                          <p:spTgt spid="382"/>
                                        </p:tgtEl>
                                        <p:attrNameLst>
                                          <p:attrName>style.visibility</p:attrName>
                                        </p:attrNameLst>
                                      </p:cBhvr>
                                      <p:to>
                                        <p:strVal val="visible"/>
                                      </p:to>
                                    </p:set>
                                    <p:anim calcmode="lin" valueType="num">
                                      <p:cBhvr additive="base">
                                        <p:cTn id="13" dur="1000"/>
                                        <p:tgtEl>
                                          <p:spTgt spid="382"/>
                                        </p:tgtEl>
                                        <p:attrNameLst>
                                          <p:attrName>ppt_y</p:attrName>
                                        </p:attrNameLst>
                                      </p:cBhvr>
                                      <p:tavLst>
                                        <p:tav tm="0">
                                          <p:val>
                                            <p:strVal val="#ppt_y-1"/>
                                          </p:val>
                                        </p:tav>
                                        <p:tav tm="100000">
                                          <p:val>
                                            <p:strVal val="#ppt_y"/>
                                          </p:val>
                                        </p:tav>
                                      </p:tavLst>
                                    </p:anim>
                                  </p:childTnLst>
                                </p:cTn>
                              </p:par>
                              <p:par>
                                <p:cTn id="14" presetID="2" presetClass="entr" presetSubtype="1" fill="hold" nodeType="withEffect">
                                  <p:stCondLst>
                                    <p:cond delay="0"/>
                                  </p:stCondLst>
                                  <p:childTnLst>
                                    <p:set>
                                      <p:cBhvr>
                                        <p:cTn id="15" dur="1" fill="hold">
                                          <p:stCondLst>
                                            <p:cond delay="0"/>
                                          </p:stCondLst>
                                        </p:cTn>
                                        <p:tgtEl>
                                          <p:spTgt spid="381"/>
                                        </p:tgtEl>
                                        <p:attrNameLst>
                                          <p:attrName>style.visibility</p:attrName>
                                        </p:attrNameLst>
                                      </p:cBhvr>
                                      <p:to>
                                        <p:strVal val="visible"/>
                                      </p:to>
                                    </p:set>
                                    <p:anim calcmode="lin" valueType="num">
                                      <p:cBhvr additive="base">
                                        <p:cTn id="16" dur="1000"/>
                                        <p:tgtEl>
                                          <p:spTgt spid="38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53"/>
          <p:cNvSpPr/>
          <p:nvPr/>
        </p:nvSpPr>
        <p:spPr>
          <a:xfrm>
            <a:off x="5301292" y="1411400"/>
            <a:ext cx="2927400" cy="2927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53"/>
          <p:cNvSpPr/>
          <p:nvPr/>
        </p:nvSpPr>
        <p:spPr>
          <a:xfrm>
            <a:off x="5443649" y="1553750"/>
            <a:ext cx="2642700" cy="2642700"/>
          </a:xfrm>
          <a:prstGeom prst="ellipse">
            <a:avLst/>
          </a:prstGeom>
          <a:noFill/>
          <a:ln w="2857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53"/>
          <p:cNvSpPr txBox="1">
            <a:spLocks noGrp="1"/>
          </p:cNvSpPr>
          <p:nvPr>
            <p:ph type="subTitle" idx="1"/>
          </p:nvPr>
        </p:nvSpPr>
        <p:spPr>
          <a:xfrm>
            <a:off x="719850" y="1550350"/>
            <a:ext cx="3821700" cy="50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Our Values</a:t>
            </a:r>
            <a:endParaRPr/>
          </a:p>
        </p:txBody>
      </p:sp>
      <p:sp>
        <p:nvSpPr>
          <p:cNvPr id="529" name="Google Shape;529;p53"/>
          <p:cNvSpPr txBox="1">
            <a:spLocks noGrp="1"/>
          </p:cNvSpPr>
          <p:nvPr>
            <p:ph type="body" idx="2"/>
          </p:nvPr>
        </p:nvSpPr>
        <p:spPr>
          <a:xfrm>
            <a:off x="719850" y="2187075"/>
            <a:ext cx="3821700" cy="21717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Clr>
                <a:schemeClr val="dk1"/>
              </a:buClr>
              <a:buSzPts val="1400"/>
              <a:buChar char="●"/>
            </a:pPr>
            <a:r>
              <a:rPr lang="en">
                <a:solidFill>
                  <a:schemeClr val="dk1"/>
                </a:solidFill>
              </a:rPr>
              <a:t>Here you can talk about your company</a:t>
            </a:r>
            <a:endParaRPr>
              <a:solidFill>
                <a:schemeClr val="dk1"/>
              </a:solidFill>
            </a:endParaRPr>
          </a:p>
          <a:p>
            <a:pPr marL="457200" lvl="0" indent="-317500" algn="l" rtl="0">
              <a:spcBef>
                <a:spcPts val="1000"/>
              </a:spcBef>
              <a:spcAft>
                <a:spcPts val="0"/>
              </a:spcAft>
              <a:buClr>
                <a:schemeClr val="dk1"/>
              </a:buClr>
              <a:buSzPts val="1400"/>
              <a:buChar char="●"/>
            </a:pPr>
            <a:r>
              <a:rPr lang="en">
                <a:solidFill>
                  <a:schemeClr val="dk1"/>
                </a:solidFill>
              </a:rPr>
              <a:t>Here you can talk about your company</a:t>
            </a:r>
            <a:endParaRPr>
              <a:solidFill>
                <a:schemeClr val="dk1"/>
              </a:solidFill>
            </a:endParaRPr>
          </a:p>
          <a:p>
            <a:pPr marL="457200" lvl="0" indent="-317500" algn="l" rtl="0">
              <a:spcBef>
                <a:spcPts val="1000"/>
              </a:spcBef>
              <a:spcAft>
                <a:spcPts val="0"/>
              </a:spcAft>
              <a:buClr>
                <a:schemeClr val="dk1"/>
              </a:buClr>
              <a:buSzPts val="1400"/>
              <a:buChar char="●"/>
            </a:pPr>
            <a:r>
              <a:rPr lang="en">
                <a:solidFill>
                  <a:schemeClr val="dk1"/>
                </a:solidFill>
              </a:rPr>
              <a:t>Here you can talk about your company</a:t>
            </a:r>
            <a:endParaRPr>
              <a:solidFill>
                <a:schemeClr val="dk1"/>
              </a:solidFill>
            </a:endParaRPr>
          </a:p>
          <a:p>
            <a:pPr marL="457200" lvl="0" indent="-317500" algn="l" rtl="0">
              <a:spcBef>
                <a:spcPts val="1000"/>
              </a:spcBef>
              <a:spcAft>
                <a:spcPts val="1000"/>
              </a:spcAft>
              <a:buClr>
                <a:schemeClr val="dk1"/>
              </a:buClr>
              <a:buSzPts val="1400"/>
              <a:buChar char="●"/>
            </a:pPr>
            <a:r>
              <a:rPr lang="en">
                <a:solidFill>
                  <a:schemeClr val="dk1"/>
                </a:solidFill>
              </a:rPr>
              <a:t>Here you can talk about your company</a:t>
            </a:r>
            <a:endParaRPr>
              <a:solidFill>
                <a:schemeClr val="dk1"/>
              </a:solidFill>
            </a:endParaRPr>
          </a:p>
        </p:txBody>
      </p:sp>
      <p:sp>
        <p:nvSpPr>
          <p:cNvPr id="530" name="Google Shape;530;p53"/>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Company</a:t>
            </a:r>
            <a:endParaRPr/>
          </a:p>
        </p:txBody>
      </p:sp>
      <p:sp>
        <p:nvSpPr>
          <p:cNvPr id="531" name="Google Shape;531;p53"/>
          <p:cNvSpPr txBox="1">
            <a:spLocks noGrp="1"/>
          </p:cNvSpPr>
          <p:nvPr>
            <p:ph type="subTitle" idx="1"/>
          </p:nvPr>
        </p:nvSpPr>
        <p:spPr>
          <a:xfrm>
            <a:off x="5396400" y="3189425"/>
            <a:ext cx="2737200" cy="507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4"/>
                </a:solidFill>
                <a:latin typeface="Coiny"/>
                <a:ea typeface="Coiny"/>
                <a:cs typeface="Coiny"/>
                <a:sym typeface="Coiny"/>
              </a:rPr>
              <a:t>MyDelivery</a:t>
            </a:r>
            <a:endParaRPr sz="2200">
              <a:solidFill>
                <a:schemeClr val="accent4"/>
              </a:solidFill>
              <a:latin typeface="Coiny"/>
              <a:ea typeface="Coiny"/>
              <a:cs typeface="Coiny"/>
              <a:sym typeface="Coiny"/>
            </a:endParaRPr>
          </a:p>
        </p:txBody>
      </p:sp>
      <p:grpSp>
        <p:nvGrpSpPr>
          <p:cNvPr id="532" name="Google Shape;532;p53"/>
          <p:cNvGrpSpPr/>
          <p:nvPr/>
        </p:nvGrpSpPr>
        <p:grpSpPr>
          <a:xfrm>
            <a:off x="5977749" y="2108678"/>
            <a:ext cx="1574500" cy="1125798"/>
            <a:chOff x="2135100" y="238125"/>
            <a:chExt cx="2240325" cy="1601875"/>
          </a:xfrm>
        </p:grpSpPr>
        <p:sp>
          <p:nvSpPr>
            <p:cNvPr id="533" name="Google Shape;533;p53"/>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53"/>
            <p:cNvSpPr/>
            <p:nvPr/>
          </p:nvSpPr>
          <p:spPr>
            <a:xfrm>
              <a:off x="2281900" y="238125"/>
              <a:ext cx="2093525"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53"/>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53"/>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53"/>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53"/>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53"/>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53"/>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53"/>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53"/>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53"/>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54"/>
          <p:cNvSpPr/>
          <p:nvPr/>
        </p:nvSpPr>
        <p:spPr>
          <a:xfrm rot="-3325177">
            <a:off x="182516" y="1367988"/>
            <a:ext cx="3548227" cy="2669552"/>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54"/>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Company</a:t>
            </a:r>
            <a:endParaRPr/>
          </a:p>
        </p:txBody>
      </p:sp>
      <p:sp>
        <p:nvSpPr>
          <p:cNvPr id="550" name="Google Shape;550;p54"/>
          <p:cNvSpPr txBox="1">
            <a:spLocks noGrp="1"/>
          </p:cNvSpPr>
          <p:nvPr>
            <p:ph type="title" idx="2"/>
          </p:nvPr>
        </p:nvSpPr>
        <p:spPr>
          <a:xfrm>
            <a:off x="3484850" y="1388875"/>
            <a:ext cx="4923600" cy="602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Values</a:t>
            </a:r>
            <a:endParaRPr/>
          </a:p>
        </p:txBody>
      </p:sp>
      <p:sp>
        <p:nvSpPr>
          <p:cNvPr id="551" name="Google Shape;551;p54"/>
          <p:cNvSpPr txBox="1">
            <a:spLocks noGrp="1"/>
          </p:cNvSpPr>
          <p:nvPr>
            <p:ph type="subTitle" idx="1"/>
          </p:nvPr>
        </p:nvSpPr>
        <p:spPr>
          <a:xfrm>
            <a:off x="3484850" y="2078275"/>
            <a:ext cx="2461800" cy="1948800"/>
          </a:xfrm>
          <a:prstGeom prst="rect">
            <a:avLst/>
          </a:prstGeom>
        </p:spPr>
        <p:txBody>
          <a:bodyPr spcFirstLastPara="1" wrap="square" lIns="91425" tIns="91425" rIns="91425" bIns="91425" anchor="b" anchorCtr="0">
            <a:noAutofit/>
          </a:bodyPr>
          <a:lstStyle/>
          <a:p>
            <a:pPr marL="457200" lvl="0" indent="-317500" algn="l" rtl="0">
              <a:spcBef>
                <a:spcPts val="0"/>
              </a:spcBef>
              <a:spcAft>
                <a:spcPts val="0"/>
              </a:spcAft>
              <a:buClr>
                <a:schemeClr val="dk1"/>
              </a:buClr>
              <a:buSzPts val="1400"/>
              <a:buChar char="●"/>
            </a:pPr>
            <a:r>
              <a:rPr lang="en">
                <a:solidFill>
                  <a:schemeClr val="dk1"/>
                </a:solidFill>
              </a:rPr>
              <a:t>Here you can talk about your company</a:t>
            </a:r>
            <a:endParaRPr>
              <a:solidFill>
                <a:schemeClr val="dk1"/>
              </a:solidFill>
            </a:endParaRPr>
          </a:p>
          <a:p>
            <a:pPr marL="457200" lvl="0" indent="-317500" algn="l" rtl="0">
              <a:spcBef>
                <a:spcPts val="1000"/>
              </a:spcBef>
              <a:spcAft>
                <a:spcPts val="0"/>
              </a:spcAft>
              <a:buClr>
                <a:schemeClr val="dk1"/>
              </a:buClr>
              <a:buSzPts val="1400"/>
              <a:buChar char="●"/>
            </a:pPr>
            <a:r>
              <a:rPr lang="en">
                <a:solidFill>
                  <a:schemeClr val="dk1"/>
                </a:solidFill>
              </a:rPr>
              <a:t>Here you can talk about your company</a:t>
            </a:r>
            <a:endParaRPr>
              <a:solidFill>
                <a:schemeClr val="dk1"/>
              </a:solidFill>
            </a:endParaRPr>
          </a:p>
          <a:p>
            <a:pPr marL="457200" lvl="0" indent="-317500" algn="l" rtl="0">
              <a:spcBef>
                <a:spcPts val="1000"/>
              </a:spcBef>
              <a:spcAft>
                <a:spcPts val="1000"/>
              </a:spcAft>
              <a:buClr>
                <a:schemeClr val="dk1"/>
              </a:buClr>
              <a:buSzPts val="1400"/>
              <a:buChar char="●"/>
            </a:pPr>
            <a:r>
              <a:rPr lang="en">
                <a:solidFill>
                  <a:schemeClr val="dk1"/>
                </a:solidFill>
              </a:rPr>
              <a:t>Here you can talk about your company</a:t>
            </a:r>
            <a:endParaRPr>
              <a:solidFill>
                <a:schemeClr val="dk1"/>
              </a:solidFill>
            </a:endParaRPr>
          </a:p>
        </p:txBody>
      </p:sp>
      <p:grpSp>
        <p:nvGrpSpPr>
          <p:cNvPr id="552" name="Google Shape;552;p54"/>
          <p:cNvGrpSpPr/>
          <p:nvPr/>
        </p:nvGrpSpPr>
        <p:grpSpPr>
          <a:xfrm>
            <a:off x="466066" y="953161"/>
            <a:ext cx="3470313" cy="3706988"/>
            <a:chOff x="2790525" y="1818200"/>
            <a:chExt cx="1942521" cy="2075000"/>
          </a:xfrm>
        </p:grpSpPr>
        <p:sp>
          <p:nvSpPr>
            <p:cNvPr id="553" name="Google Shape;553;p54"/>
            <p:cNvSpPr/>
            <p:nvPr/>
          </p:nvSpPr>
          <p:spPr>
            <a:xfrm>
              <a:off x="3014138" y="2064968"/>
              <a:ext cx="1718908" cy="1480172"/>
            </a:xfrm>
            <a:custGeom>
              <a:avLst/>
              <a:gdLst/>
              <a:ahLst/>
              <a:cxnLst/>
              <a:rect l="l" t="t" r="r" b="b"/>
              <a:pathLst>
                <a:path w="93191" h="80237" extrusionOk="0">
                  <a:moveTo>
                    <a:pt x="46589" y="6049"/>
                  </a:moveTo>
                  <a:cubicBezTo>
                    <a:pt x="54650" y="6049"/>
                    <a:pt x="61174" y="12586"/>
                    <a:pt x="61174" y="20646"/>
                  </a:cubicBezTo>
                  <a:cubicBezTo>
                    <a:pt x="61198" y="28695"/>
                    <a:pt x="54662" y="35231"/>
                    <a:pt x="46589" y="35231"/>
                  </a:cubicBezTo>
                  <a:cubicBezTo>
                    <a:pt x="38541" y="35231"/>
                    <a:pt x="32004" y="28695"/>
                    <a:pt x="32004" y="20646"/>
                  </a:cubicBezTo>
                  <a:cubicBezTo>
                    <a:pt x="32004" y="12586"/>
                    <a:pt x="38541" y="6049"/>
                    <a:pt x="46589" y="6049"/>
                  </a:cubicBezTo>
                  <a:close/>
                  <a:moveTo>
                    <a:pt x="46589" y="1"/>
                  </a:moveTo>
                  <a:cubicBezTo>
                    <a:pt x="0" y="1"/>
                    <a:pt x="46589" y="80237"/>
                    <a:pt x="46589" y="80237"/>
                  </a:cubicBezTo>
                  <a:cubicBezTo>
                    <a:pt x="46589" y="80237"/>
                    <a:pt x="93190" y="1"/>
                    <a:pt x="465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54"/>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54"/>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54"/>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54"/>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54"/>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54"/>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54"/>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54"/>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54"/>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54"/>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54"/>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54"/>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54"/>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54"/>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54"/>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54"/>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54"/>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54"/>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54"/>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54"/>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54"/>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54"/>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54"/>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54"/>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54"/>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54"/>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54"/>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54"/>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54"/>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3" name="Google Shape;583;p54"/>
          <p:cNvSpPr txBox="1">
            <a:spLocks noGrp="1"/>
          </p:cNvSpPr>
          <p:nvPr>
            <p:ph type="subTitle" idx="3"/>
          </p:nvPr>
        </p:nvSpPr>
        <p:spPr>
          <a:xfrm>
            <a:off x="5946650" y="2078275"/>
            <a:ext cx="2461800" cy="1948800"/>
          </a:xfrm>
          <a:prstGeom prst="rect">
            <a:avLst/>
          </a:prstGeom>
        </p:spPr>
        <p:txBody>
          <a:bodyPr spcFirstLastPara="1" wrap="square" lIns="91425" tIns="91425" rIns="91425" bIns="91425" anchor="b" anchorCtr="0">
            <a:noAutofit/>
          </a:bodyPr>
          <a:lstStyle/>
          <a:p>
            <a:pPr marL="457200" lvl="0" indent="-317500" algn="l" rtl="0">
              <a:spcBef>
                <a:spcPts val="0"/>
              </a:spcBef>
              <a:spcAft>
                <a:spcPts val="0"/>
              </a:spcAft>
              <a:buClr>
                <a:schemeClr val="dk1"/>
              </a:buClr>
              <a:buSzPts val="1400"/>
              <a:buChar char="●"/>
            </a:pPr>
            <a:r>
              <a:rPr lang="en"/>
              <a:t>Here you can talk about your company</a:t>
            </a:r>
            <a:endParaRPr/>
          </a:p>
          <a:p>
            <a:pPr marL="457200" lvl="0" indent="-317500" algn="l" rtl="0">
              <a:spcBef>
                <a:spcPts val="1000"/>
              </a:spcBef>
              <a:spcAft>
                <a:spcPts val="0"/>
              </a:spcAft>
              <a:buClr>
                <a:schemeClr val="dk1"/>
              </a:buClr>
              <a:buSzPts val="1400"/>
              <a:buChar char="●"/>
            </a:pPr>
            <a:r>
              <a:rPr lang="en"/>
              <a:t>Here you can talk about your company</a:t>
            </a:r>
            <a:endParaRPr/>
          </a:p>
          <a:p>
            <a:pPr marL="457200" lvl="0" indent="-317500" algn="l" rtl="0">
              <a:spcBef>
                <a:spcPts val="1000"/>
              </a:spcBef>
              <a:spcAft>
                <a:spcPts val="1000"/>
              </a:spcAft>
              <a:buClr>
                <a:schemeClr val="dk1"/>
              </a:buClr>
              <a:buSzPts val="1400"/>
              <a:buChar char="●"/>
            </a:pPr>
            <a:r>
              <a:rPr lang="en"/>
              <a:t>Here you can talk about your company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52"/>
                                        </p:tgtEl>
                                        <p:attrNameLst>
                                          <p:attrName>style.visibility</p:attrName>
                                        </p:attrNameLst>
                                      </p:cBhvr>
                                      <p:to>
                                        <p:strVal val="visible"/>
                                      </p:to>
                                    </p:set>
                                    <p:anim calcmode="lin" valueType="num">
                                      <p:cBhvr additive="base">
                                        <p:cTn id="7" dur="1000"/>
                                        <p:tgtEl>
                                          <p:spTgt spid="5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Team</a:t>
            </a:r>
            <a:endParaRPr/>
          </a:p>
        </p:txBody>
      </p:sp>
      <p:sp>
        <p:nvSpPr>
          <p:cNvPr id="637" name="Google Shape;637;p56"/>
          <p:cNvSpPr txBox="1">
            <a:spLocks noGrp="1"/>
          </p:cNvSpPr>
          <p:nvPr>
            <p:ph type="title" idx="2"/>
          </p:nvPr>
        </p:nvSpPr>
        <p:spPr>
          <a:xfrm>
            <a:off x="1197350" y="3267525"/>
            <a:ext cx="2776800" cy="548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John James</a:t>
            </a:r>
            <a:endParaRPr/>
          </a:p>
        </p:txBody>
      </p:sp>
      <p:sp>
        <p:nvSpPr>
          <p:cNvPr id="638" name="Google Shape;638;p56"/>
          <p:cNvSpPr txBox="1">
            <a:spLocks noGrp="1"/>
          </p:cNvSpPr>
          <p:nvPr>
            <p:ph type="subTitle" idx="1"/>
          </p:nvPr>
        </p:nvSpPr>
        <p:spPr>
          <a:xfrm>
            <a:off x="1197350" y="3750925"/>
            <a:ext cx="2776800" cy="75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You can replace the image on the screen with your own</a:t>
            </a:r>
            <a:endParaRPr>
              <a:solidFill>
                <a:schemeClr val="dk1"/>
              </a:solidFill>
            </a:endParaRPr>
          </a:p>
        </p:txBody>
      </p:sp>
      <p:grpSp>
        <p:nvGrpSpPr>
          <p:cNvPr id="639" name="Google Shape;639;p56"/>
          <p:cNvGrpSpPr/>
          <p:nvPr/>
        </p:nvGrpSpPr>
        <p:grpSpPr>
          <a:xfrm>
            <a:off x="5781682" y="1407683"/>
            <a:ext cx="1553147" cy="1481026"/>
            <a:chOff x="5781682" y="1407683"/>
            <a:chExt cx="1553147" cy="1481026"/>
          </a:xfrm>
        </p:grpSpPr>
        <p:sp>
          <p:nvSpPr>
            <p:cNvPr id="640" name="Google Shape;640;p56"/>
            <p:cNvSpPr/>
            <p:nvPr/>
          </p:nvSpPr>
          <p:spPr>
            <a:xfrm>
              <a:off x="5781682" y="1407683"/>
              <a:ext cx="1553147" cy="134996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56"/>
            <p:cNvSpPr/>
            <p:nvPr/>
          </p:nvSpPr>
          <p:spPr>
            <a:xfrm>
              <a:off x="6911506" y="2614320"/>
              <a:ext cx="315697" cy="27439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 name="Google Shape;642;p56"/>
          <p:cNvSpPr txBox="1">
            <a:spLocks noGrp="1"/>
          </p:cNvSpPr>
          <p:nvPr>
            <p:ph type="title" idx="3"/>
          </p:nvPr>
        </p:nvSpPr>
        <p:spPr>
          <a:xfrm>
            <a:off x="5169860" y="3267525"/>
            <a:ext cx="2776800" cy="5481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Helena Patterson</a:t>
            </a:r>
            <a:endParaRPr/>
          </a:p>
        </p:txBody>
      </p:sp>
      <p:sp>
        <p:nvSpPr>
          <p:cNvPr id="643" name="Google Shape;643;p56"/>
          <p:cNvSpPr txBox="1">
            <a:spLocks noGrp="1"/>
          </p:cNvSpPr>
          <p:nvPr>
            <p:ph type="subTitle" idx="4"/>
          </p:nvPr>
        </p:nvSpPr>
        <p:spPr>
          <a:xfrm>
            <a:off x="5169860" y="3750925"/>
            <a:ext cx="2776800" cy="75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You can replace the image on the screen with your own</a:t>
            </a:r>
            <a:endParaRPr>
              <a:solidFill>
                <a:schemeClr val="dk1"/>
              </a:solidFill>
            </a:endParaRPr>
          </a:p>
        </p:txBody>
      </p:sp>
      <p:grpSp>
        <p:nvGrpSpPr>
          <p:cNvPr id="644" name="Google Shape;644;p56"/>
          <p:cNvGrpSpPr/>
          <p:nvPr/>
        </p:nvGrpSpPr>
        <p:grpSpPr>
          <a:xfrm>
            <a:off x="5687274" y="429700"/>
            <a:ext cx="1741958" cy="2738512"/>
            <a:chOff x="4771350" y="238100"/>
            <a:chExt cx="2257300" cy="3548675"/>
          </a:xfrm>
        </p:grpSpPr>
        <p:sp>
          <p:nvSpPr>
            <p:cNvPr id="645" name="Google Shape;645;p56"/>
            <p:cNvSpPr/>
            <p:nvPr/>
          </p:nvSpPr>
          <p:spPr>
            <a:xfrm>
              <a:off x="5160575" y="610775"/>
              <a:ext cx="1868075" cy="881050"/>
            </a:xfrm>
            <a:custGeom>
              <a:avLst/>
              <a:gdLst/>
              <a:ahLst/>
              <a:cxnLst/>
              <a:rect l="l" t="t" r="r" b="b"/>
              <a:pathLst>
                <a:path w="74723" h="35242" extrusionOk="0">
                  <a:moveTo>
                    <a:pt x="47018" y="1"/>
                  </a:moveTo>
                  <a:cubicBezTo>
                    <a:pt x="40736" y="1"/>
                    <a:pt x="36124" y="6114"/>
                    <a:pt x="30054" y="7780"/>
                  </a:cubicBezTo>
                  <a:cubicBezTo>
                    <a:pt x="28718" y="8147"/>
                    <a:pt x="27350" y="8287"/>
                    <a:pt x="25970" y="8287"/>
                  </a:cubicBezTo>
                  <a:cubicBezTo>
                    <a:pt x="23862" y="8287"/>
                    <a:pt x="21728" y="7960"/>
                    <a:pt x="19642" y="7612"/>
                  </a:cubicBezTo>
                  <a:cubicBezTo>
                    <a:pt x="17305" y="7223"/>
                    <a:pt x="14924" y="6810"/>
                    <a:pt x="12567" y="6810"/>
                  </a:cubicBezTo>
                  <a:cubicBezTo>
                    <a:pt x="11444" y="6810"/>
                    <a:pt x="10325" y="6904"/>
                    <a:pt x="9220" y="7139"/>
                  </a:cubicBezTo>
                  <a:cubicBezTo>
                    <a:pt x="777" y="8929"/>
                    <a:pt x="0" y="18379"/>
                    <a:pt x="5451" y="24015"/>
                  </a:cubicBezTo>
                  <a:cubicBezTo>
                    <a:pt x="10820" y="29567"/>
                    <a:pt x="19783" y="25527"/>
                    <a:pt x="26016" y="28578"/>
                  </a:cubicBezTo>
                  <a:cubicBezTo>
                    <a:pt x="27548" y="29328"/>
                    <a:pt x="28813" y="30517"/>
                    <a:pt x="30177" y="31541"/>
                  </a:cubicBezTo>
                  <a:cubicBezTo>
                    <a:pt x="33247" y="33846"/>
                    <a:pt x="37196" y="35242"/>
                    <a:pt x="40999" y="35242"/>
                  </a:cubicBezTo>
                  <a:cubicBezTo>
                    <a:pt x="43920" y="35242"/>
                    <a:pt x="46755" y="34419"/>
                    <a:pt x="49038" y="32552"/>
                  </a:cubicBezTo>
                  <a:cubicBezTo>
                    <a:pt x="51132" y="30838"/>
                    <a:pt x="52601" y="28414"/>
                    <a:pt x="54849" y="26908"/>
                  </a:cubicBezTo>
                  <a:cubicBezTo>
                    <a:pt x="57071" y="25419"/>
                    <a:pt x="59807" y="24985"/>
                    <a:pt x="62375" y="24237"/>
                  </a:cubicBezTo>
                  <a:cubicBezTo>
                    <a:pt x="66056" y="23164"/>
                    <a:pt x="69649" y="21271"/>
                    <a:pt x="71893" y="18161"/>
                  </a:cubicBezTo>
                  <a:cubicBezTo>
                    <a:pt x="74136" y="15051"/>
                    <a:pt x="74723" y="10561"/>
                    <a:pt x="72584" y="7377"/>
                  </a:cubicBezTo>
                  <a:cubicBezTo>
                    <a:pt x="70782" y="4696"/>
                    <a:pt x="67488" y="3413"/>
                    <a:pt x="64298" y="2893"/>
                  </a:cubicBezTo>
                  <a:cubicBezTo>
                    <a:pt x="61109" y="2372"/>
                    <a:pt x="57830" y="2450"/>
                    <a:pt x="54682" y="1720"/>
                  </a:cubicBezTo>
                  <a:cubicBezTo>
                    <a:pt x="52148" y="1131"/>
                    <a:pt x="49694" y="20"/>
                    <a:pt x="47093" y="1"/>
                  </a:cubicBezTo>
                  <a:cubicBezTo>
                    <a:pt x="47068" y="1"/>
                    <a:pt x="47043" y="1"/>
                    <a:pt x="470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56"/>
            <p:cNvSpPr/>
            <p:nvPr/>
          </p:nvSpPr>
          <p:spPr>
            <a:xfrm>
              <a:off x="5348300" y="3450450"/>
              <a:ext cx="176200" cy="324475"/>
            </a:xfrm>
            <a:custGeom>
              <a:avLst/>
              <a:gdLst/>
              <a:ahLst/>
              <a:cxnLst/>
              <a:rect l="l" t="t" r="r" b="b"/>
              <a:pathLst>
                <a:path w="7048" h="12979" extrusionOk="0">
                  <a:moveTo>
                    <a:pt x="3773" y="1"/>
                  </a:moveTo>
                  <a:lnTo>
                    <a:pt x="1" y="2725"/>
                  </a:lnTo>
                  <a:cubicBezTo>
                    <a:pt x="1" y="2725"/>
                    <a:pt x="4785" y="12979"/>
                    <a:pt x="6108" y="12979"/>
                  </a:cubicBezTo>
                  <a:cubicBezTo>
                    <a:pt x="6231" y="12979"/>
                    <a:pt x="6323" y="12891"/>
                    <a:pt x="6380" y="12699"/>
                  </a:cubicBezTo>
                  <a:cubicBezTo>
                    <a:pt x="7047" y="10433"/>
                    <a:pt x="6825" y="4988"/>
                    <a:pt x="6468" y="4210"/>
                  </a:cubicBezTo>
                  <a:cubicBezTo>
                    <a:pt x="6109" y="3433"/>
                    <a:pt x="3773" y="1"/>
                    <a:pt x="377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56"/>
            <p:cNvSpPr/>
            <p:nvPr/>
          </p:nvSpPr>
          <p:spPr>
            <a:xfrm>
              <a:off x="6350500" y="851825"/>
              <a:ext cx="255200" cy="215550"/>
            </a:xfrm>
            <a:custGeom>
              <a:avLst/>
              <a:gdLst/>
              <a:ahLst/>
              <a:cxnLst/>
              <a:rect l="l" t="t" r="r" b="b"/>
              <a:pathLst>
                <a:path w="10208" h="8622" extrusionOk="0">
                  <a:moveTo>
                    <a:pt x="7184" y="0"/>
                  </a:moveTo>
                  <a:cubicBezTo>
                    <a:pt x="6227" y="0"/>
                    <a:pt x="1376" y="3739"/>
                    <a:pt x="1376" y="3739"/>
                  </a:cubicBezTo>
                  <a:cubicBezTo>
                    <a:pt x="1450" y="1846"/>
                    <a:pt x="184" y="1784"/>
                    <a:pt x="18" y="1784"/>
                  </a:cubicBezTo>
                  <a:cubicBezTo>
                    <a:pt x="7" y="1784"/>
                    <a:pt x="0" y="1784"/>
                    <a:pt x="0" y="1784"/>
                  </a:cubicBezTo>
                  <a:lnTo>
                    <a:pt x="61" y="6732"/>
                  </a:lnTo>
                  <a:cubicBezTo>
                    <a:pt x="61" y="6732"/>
                    <a:pt x="962" y="7383"/>
                    <a:pt x="1204" y="7694"/>
                  </a:cubicBezTo>
                  <a:cubicBezTo>
                    <a:pt x="1732" y="8372"/>
                    <a:pt x="1380" y="7644"/>
                    <a:pt x="1979" y="8621"/>
                  </a:cubicBezTo>
                  <a:cubicBezTo>
                    <a:pt x="4466" y="8533"/>
                    <a:pt x="6136" y="6430"/>
                    <a:pt x="6136" y="6430"/>
                  </a:cubicBezTo>
                  <a:cubicBezTo>
                    <a:pt x="6136" y="6430"/>
                    <a:pt x="6342" y="6435"/>
                    <a:pt x="6660" y="6435"/>
                  </a:cubicBezTo>
                  <a:cubicBezTo>
                    <a:pt x="7733" y="6435"/>
                    <a:pt x="10072" y="6373"/>
                    <a:pt x="10037" y="5830"/>
                  </a:cubicBezTo>
                  <a:cubicBezTo>
                    <a:pt x="10010" y="5425"/>
                    <a:pt x="8773" y="5339"/>
                    <a:pt x="7720" y="5339"/>
                  </a:cubicBezTo>
                  <a:cubicBezTo>
                    <a:pt x="6935" y="5339"/>
                    <a:pt x="6253" y="5387"/>
                    <a:pt x="6253" y="5387"/>
                  </a:cubicBezTo>
                  <a:cubicBezTo>
                    <a:pt x="6253" y="5387"/>
                    <a:pt x="10207" y="4144"/>
                    <a:pt x="9990" y="3523"/>
                  </a:cubicBezTo>
                  <a:cubicBezTo>
                    <a:pt x="9961" y="3440"/>
                    <a:pt x="9852" y="3403"/>
                    <a:pt x="9685" y="3403"/>
                  </a:cubicBezTo>
                  <a:cubicBezTo>
                    <a:pt x="8621" y="3403"/>
                    <a:pt x="5209" y="4881"/>
                    <a:pt x="5209" y="4881"/>
                  </a:cubicBezTo>
                  <a:cubicBezTo>
                    <a:pt x="5209" y="4881"/>
                    <a:pt x="9816" y="2021"/>
                    <a:pt x="9136" y="1563"/>
                  </a:cubicBezTo>
                  <a:cubicBezTo>
                    <a:pt x="9079" y="1524"/>
                    <a:pt x="8995" y="1507"/>
                    <a:pt x="8889" y="1507"/>
                  </a:cubicBezTo>
                  <a:cubicBezTo>
                    <a:pt x="7741" y="1507"/>
                    <a:pt x="4022" y="3602"/>
                    <a:pt x="4022" y="3602"/>
                  </a:cubicBezTo>
                  <a:cubicBezTo>
                    <a:pt x="4022" y="3602"/>
                    <a:pt x="7875" y="437"/>
                    <a:pt x="7297" y="29"/>
                  </a:cubicBezTo>
                  <a:cubicBezTo>
                    <a:pt x="7270" y="9"/>
                    <a:pt x="7232" y="0"/>
                    <a:pt x="71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56"/>
            <p:cNvSpPr/>
            <p:nvPr/>
          </p:nvSpPr>
          <p:spPr>
            <a:xfrm>
              <a:off x="4771350" y="238100"/>
              <a:ext cx="267250" cy="251250"/>
            </a:xfrm>
            <a:custGeom>
              <a:avLst/>
              <a:gdLst/>
              <a:ahLst/>
              <a:cxnLst/>
              <a:rect l="l" t="t" r="r" b="b"/>
              <a:pathLst>
                <a:path w="10690" h="10050" extrusionOk="0">
                  <a:moveTo>
                    <a:pt x="3983" y="1"/>
                  </a:moveTo>
                  <a:cubicBezTo>
                    <a:pt x="3226" y="1"/>
                    <a:pt x="4742" y="5091"/>
                    <a:pt x="4742" y="5091"/>
                  </a:cubicBezTo>
                  <a:cubicBezTo>
                    <a:pt x="4742" y="5091"/>
                    <a:pt x="2780" y="886"/>
                    <a:pt x="2129" y="886"/>
                  </a:cubicBezTo>
                  <a:cubicBezTo>
                    <a:pt x="2106" y="886"/>
                    <a:pt x="2085" y="891"/>
                    <a:pt x="2065" y="902"/>
                  </a:cubicBezTo>
                  <a:cubicBezTo>
                    <a:pt x="1492" y="1222"/>
                    <a:pt x="3624" y="4776"/>
                    <a:pt x="3624" y="4776"/>
                  </a:cubicBezTo>
                  <a:cubicBezTo>
                    <a:pt x="3624" y="4776"/>
                    <a:pt x="1431" y="2533"/>
                    <a:pt x="673" y="2533"/>
                  </a:cubicBezTo>
                  <a:cubicBezTo>
                    <a:pt x="602" y="2533"/>
                    <a:pt x="544" y="2553"/>
                    <a:pt x="501" y="2595"/>
                  </a:cubicBezTo>
                  <a:cubicBezTo>
                    <a:pt x="0" y="3092"/>
                    <a:pt x="3020" y="5634"/>
                    <a:pt x="3020" y="5634"/>
                  </a:cubicBezTo>
                  <a:cubicBezTo>
                    <a:pt x="3020" y="5634"/>
                    <a:pt x="2782" y="8333"/>
                    <a:pt x="4582" y="10049"/>
                  </a:cubicBezTo>
                  <a:cubicBezTo>
                    <a:pt x="5033" y="9911"/>
                    <a:pt x="5187" y="9880"/>
                    <a:pt x="5272" y="9880"/>
                  </a:cubicBezTo>
                  <a:cubicBezTo>
                    <a:pt x="5342" y="9880"/>
                    <a:pt x="5364" y="9902"/>
                    <a:pt x="5468" y="9902"/>
                  </a:cubicBezTo>
                  <a:cubicBezTo>
                    <a:pt x="5543" y="9902"/>
                    <a:pt x="5660" y="9891"/>
                    <a:pt x="5867" y="9853"/>
                  </a:cubicBezTo>
                  <a:cubicBezTo>
                    <a:pt x="6056" y="9818"/>
                    <a:pt x="6431" y="9809"/>
                    <a:pt x="6766" y="9809"/>
                  </a:cubicBezTo>
                  <a:cubicBezTo>
                    <a:pt x="7120" y="9809"/>
                    <a:pt x="7429" y="9819"/>
                    <a:pt x="7429" y="9819"/>
                  </a:cubicBezTo>
                  <a:lnTo>
                    <a:pt x="10690" y="6233"/>
                  </a:lnTo>
                  <a:cubicBezTo>
                    <a:pt x="10690" y="6233"/>
                    <a:pt x="10358" y="5908"/>
                    <a:pt x="9837" y="5908"/>
                  </a:cubicBezTo>
                  <a:cubicBezTo>
                    <a:pt x="9436" y="5908"/>
                    <a:pt x="8924" y="6100"/>
                    <a:pt x="8364" y="6781"/>
                  </a:cubicBezTo>
                  <a:cubicBezTo>
                    <a:pt x="8364" y="6781"/>
                    <a:pt x="7101" y="153"/>
                    <a:pt x="6400" y="76"/>
                  </a:cubicBezTo>
                  <a:cubicBezTo>
                    <a:pt x="6395" y="75"/>
                    <a:pt x="6389" y="75"/>
                    <a:pt x="6384" y="75"/>
                  </a:cubicBezTo>
                  <a:cubicBezTo>
                    <a:pt x="5710" y="75"/>
                    <a:pt x="6478" y="4922"/>
                    <a:pt x="6478" y="4922"/>
                  </a:cubicBezTo>
                  <a:cubicBezTo>
                    <a:pt x="6478" y="4922"/>
                    <a:pt x="4822" y="111"/>
                    <a:pt x="4008" y="2"/>
                  </a:cubicBezTo>
                  <a:cubicBezTo>
                    <a:pt x="3999" y="1"/>
                    <a:pt x="3991" y="1"/>
                    <a:pt x="39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56"/>
            <p:cNvSpPr/>
            <p:nvPr/>
          </p:nvSpPr>
          <p:spPr>
            <a:xfrm>
              <a:off x="5272625" y="1000725"/>
              <a:ext cx="295625" cy="408750"/>
            </a:xfrm>
            <a:custGeom>
              <a:avLst/>
              <a:gdLst/>
              <a:ahLst/>
              <a:cxnLst/>
              <a:rect l="l" t="t" r="r" b="b"/>
              <a:pathLst>
                <a:path w="11825" h="16350" extrusionOk="0">
                  <a:moveTo>
                    <a:pt x="6140" y="0"/>
                  </a:moveTo>
                  <a:cubicBezTo>
                    <a:pt x="4966" y="0"/>
                    <a:pt x="2508" y="1723"/>
                    <a:pt x="1248" y="4449"/>
                  </a:cubicBezTo>
                  <a:cubicBezTo>
                    <a:pt x="509" y="6050"/>
                    <a:pt x="0" y="7675"/>
                    <a:pt x="849" y="10279"/>
                  </a:cubicBezTo>
                  <a:cubicBezTo>
                    <a:pt x="1248" y="11505"/>
                    <a:pt x="2086" y="11657"/>
                    <a:pt x="2272" y="12206"/>
                  </a:cubicBezTo>
                  <a:cubicBezTo>
                    <a:pt x="2508" y="12901"/>
                    <a:pt x="1726" y="15090"/>
                    <a:pt x="1726" y="15090"/>
                  </a:cubicBezTo>
                  <a:lnTo>
                    <a:pt x="4844" y="16350"/>
                  </a:lnTo>
                  <a:cubicBezTo>
                    <a:pt x="5046" y="14846"/>
                    <a:pt x="5276" y="13332"/>
                    <a:pt x="6809" y="12679"/>
                  </a:cubicBezTo>
                  <a:cubicBezTo>
                    <a:pt x="7382" y="12434"/>
                    <a:pt x="7996" y="12279"/>
                    <a:pt x="8537" y="11970"/>
                  </a:cubicBezTo>
                  <a:cubicBezTo>
                    <a:pt x="9998" y="11132"/>
                    <a:pt x="10777" y="9301"/>
                    <a:pt x="11378" y="7801"/>
                  </a:cubicBezTo>
                  <a:cubicBezTo>
                    <a:pt x="11824" y="6682"/>
                    <a:pt x="9040" y="461"/>
                    <a:pt x="6303" y="13"/>
                  </a:cubicBezTo>
                  <a:cubicBezTo>
                    <a:pt x="6252" y="5"/>
                    <a:pt x="6197" y="0"/>
                    <a:pt x="61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56"/>
            <p:cNvSpPr/>
            <p:nvPr/>
          </p:nvSpPr>
          <p:spPr>
            <a:xfrm>
              <a:off x="4819350" y="2011425"/>
              <a:ext cx="623325" cy="1516375"/>
            </a:xfrm>
            <a:custGeom>
              <a:avLst/>
              <a:gdLst/>
              <a:ahLst/>
              <a:cxnLst/>
              <a:rect l="l" t="t" r="r" b="b"/>
              <a:pathLst>
                <a:path w="24933" h="60655" extrusionOk="0">
                  <a:moveTo>
                    <a:pt x="15500" y="0"/>
                  </a:moveTo>
                  <a:cubicBezTo>
                    <a:pt x="15500" y="0"/>
                    <a:pt x="1" y="28742"/>
                    <a:pt x="65" y="36716"/>
                  </a:cubicBezTo>
                  <a:cubicBezTo>
                    <a:pt x="130" y="44689"/>
                    <a:pt x="21352" y="60655"/>
                    <a:pt x="21352" y="60655"/>
                  </a:cubicBezTo>
                  <a:lnTo>
                    <a:pt x="24932" y="57560"/>
                  </a:lnTo>
                  <a:cubicBezTo>
                    <a:pt x="24932" y="57560"/>
                    <a:pt x="18379" y="46135"/>
                    <a:pt x="14877" y="42106"/>
                  </a:cubicBezTo>
                  <a:cubicBezTo>
                    <a:pt x="11374" y="38077"/>
                    <a:pt x="20723" y="2096"/>
                    <a:pt x="20723" y="2096"/>
                  </a:cubicBezTo>
                  <a:lnTo>
                    <a:pt x="1550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56"/>
            <p:cNvSpPr/>
            <p:nvPr/>
          </p:nvSpPr>
          <p:spPr>
            <a:xfrm>
              <a:off x="5904450" y="2729500"/>
              <a:ext cx="368950" cy="152825"/>
            </a:xfrm>
            <a:custGeom>
              <a:avLst/>
              <a:gdLst/>
              <a:ahLst/>
              <a:cxnLst/>
              <a:rect l="l" t="t" r="r" b="b"/>
              <a:pathLst>
                <a:path w="14758" h="6113" extrusionOk="0">
                  <a:moveTo>
                    <a:pt x="10277" y="1"/>
                  </a:moveTo>
                  <a:cubicBezTo>
                    <a:pt x="7741" y="1"/>
                    <a:pt x="4540" y="455"/>
                    <a:pt x="3978" y="771"/>
                  </a:cubicBezTo>
                  <a:cubicBezTo>
                    <a:pt x="3234" y="1192"/>
                    <a:pt x="1" y="3797"/>
                    <a:pt x="1" y="3797"/>
                  </a:cubicBezTo>
                  <a:lnTo>
                    <a:pt x="3249" y="6112"/>
                  </a:lnTo>
                  <a:cubicBezTo>
                    <a:pt x="3249" y="6112"/>
                    <a:pt x="14758" y="651"/>
                    <a:pt x="12445" y="170"/>
                  </a:cubicBezTo>
                  <a:cubicBezTo>
                    <a:pt x="11873" y="50"/>
                    <a:pt x="11111" y="1"/>
                    <a:pt x="10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56"/>
            <p:cNvSpPr/>
            <p:nvPr/>
          </p:nvSpPr>
          <p:spPr>
            <a:xfrm>
              <a:off x="5069450" y="2057550"/>
              <a:ext cx="919600" cy="1147050"/>
            </a:xfrm>
            <a:custGeom>
              <a:avLst/>
              <a:gdLst/>
              <a:ahLst/>
              <a:cxnLst/>
              <a:rect l="l" t="t" r="r" b="b"/>
              <a:pathLst>
                <a:path w="36784" h="45882" extrusionOk="0">
                  <a:moveTo>
                    <a:pt x="15849" y="1"/>
                  </a:moveTo>
                  <a:lnTo>
                    <a:pt x="7926" y="2884"/>
                  </a:lnTo>
                  <a:cubicBezTo>
                    <a:pt x="7926" y="2884"/>
                    <a:pt x="1" y="37740"/>
                    <a:pt x="3026" y="43213"/>
                  </a:cubicBezTo>
                  <a:cubicBezTo>
                    <a:pt x="4054" y="45072"/>
                    <a:pt x="5713" y="45881"/>
                    <a:pt x="7930" y="45881"/>
                  </a:cubicBezTo>
                  <a:cubicBezTo>
                    <a:pt x="12239" y="45881"/>
                    <a:pt x="18658" y="42821"/>
                    <a:pt x="26648" y="38460"/>
                  </a:cubicBezTo>
                  <a:lnTo>
                    <a:pt x="36783" y="32926"/>
                  </a:lnTo>
                  <a:lnTo>
                    <a:pt x="33401" y="30675"/>
                  </a:lnTo>
                  <a:cubicBezTo>
                    <a:pt x="33401" y="30675"/>
                    <a:pt x="21606" y="32987"/>
                    <a:pt x="18294" y="35290"/>
                  </a:cubicBezTo>
                  <a:cubicBezTo>
                    <a:pt x="18294" y="35290"/>
                    <a:pt x="20022" y="30393"/>
                    <a:pt x="22327" y="23479"/>
                  </a:cubicBezTo>
                  <a:cubicBezTo>
                    <a:pt x="24632" y="16566"/>
                    <a:pt x="26220" y="9507"/>
                    <a:pt x="158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56"/>
            <p:cNvSpPr/>
            <p:nvPr/>
          </p:nvSpPr>
          <p:spPr>
            <a:xfrm>
              <a:off x="5221850" y="1364125"/>
              <a:ext cx="214500" cy="230200"/>
            </a:xfrm>
            <a:custGeom>
              <a:avLst/>
              <a:gdLst/>
              <a:ahLst/>
              <a:cxnLst/>
              <a:rect l="l" t="t" r="r" b="b"/>
              <a:pathLst>
                <a:path w="8580" h="9208" extrusionOk="0">
                  <a:moveTo>
                    <a:pt x="3062" y="1"/>
                  </a:moveTo>
                  <a:cubicBezTo>
                    <a:pt x="746" y="1"/>
                    <a:pt x="0" y="1676"/>
                    <a:pt x="0" y="3991"/>
                  </a:cubicBezTo>
                  <a:cubicBezTo>
                    <a:pt x="0" y="6309"/>
                    <a:pt x="2120" y="9207"/>
                    <a:pt x="4437" y="9207"/>
                  </a:cubicBezTo>
                  <a:cubicBezTo>
                    <a:pt x="6753" y="9207"/>
                    <a:pt x="8579" y="5445"/>
                    <a:pt x="8579" y="3129"/>
                  </a:cubicBezTo>
                  <a:cubicBezTo>
                    <a:pt x="8579" y="812"/>
                    <a:pt x="5378" y="1"/>
                    <a:pt x="30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56"/>
            <p:cNvSpPr/>
            <p:nvPr/>
          </p:nvSpPr>
          <p:spPr>
            <a:xfrm>
              <a:off x="4853450" y="469600"/>
              <a:ext cx="414150" cy="1117425"/>
            </a:xfrm>
            <a:custGeom>
              <a:avLst/>
              <a:gdLst/>
              <a:ahLst/>
              <a:cxnLst/>
              <a:rect l="l" t="t" r="r" b="b"/>
              <a:pathLst>
                <a:path w="16566" h="44697" extrusionOk="0">
                  <a:moveTo>
                    <a:pt x="4035" y="1"/>
                  </a:moveTo>
                  <a:lnTo>
                    <a:pt x="1298" y="789"/>
                  </a:lnTo>
                  <a:cubicBezTo>
                    <a:pt x="1298" y="789"/>
                    <a:pt x="1" y="17718"/>
                    <a:pt x="1298" y="20311"/>
                  </a:cubicBezTo>
                  <a:cubicBezTo>
                    <a:pt x="2595" y="22902"/>
                    <a:pt x="8927" y="40164"/>
                    <a:pt x="10857" y="44696"/>
                  </a:cubicBezTo>
                  <a:lnTo>
                    <a:pt x="16566" y="35450"/>
                  </a:lnTo>
                  <a:cubicBezTo>
                    <a:pt x="16566" y="35450"/>
                    <a:pt x="9364" y="27656"/>
                    <a:pt x="7923" y="20022"/>
                  </a:cubicBezTo>
                  <a:cubicBezTo>
                    <a:pt x="6483" y="12388"/>
                    <a:pt x="4035" y="1"/>
                    <a:pt x="403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56"/>
            <p:cNvSpPr/>
            <p:nvPr/>
          </p:nvSpPr>
          <p:spPr>
            <a:xfrm>
              <a:off x="5461000" y="1015350"/>
              <a:ext cx="941525" cy="631525"/>
            </a:xfrm>
            <a:custGeom>
              <a:avLst/>
              <a:gdLst/>
              <a:ahLst/>
              <a:cxnLst/>
              <a:rect l="l" t="t" r="r" b="b"/>
              <a:pathLst>
                <a:path w="37661" h="25261" extrusionOk="0">
                  <a:moveTo>
                    <a:pt x="35947" y="1"/>
                  </a:moveTo>
                  <a:cubicBezTo>
                    <a:pt x="35947" y="1"/>
                    <a:pt x="18767" y="10679"/>
                    <a:pt x="9660" y="13975"/>
                  </a:cubicBezTo>
                  <a:cubicBezTo>
                    <a:pt x="554" y="17269"/>
                    <a:pt x="1" y="19693"/>
                    <a:pt x="1" y="19693"/>
                  </a:cubicBezTo>
                  <a:cubicBezTo>
                    <a:pt x="1904" y="24132"/>
                    <a:pt x="2578" y="25261"/>
                    <a:pt x="3289" y="25261"/>
                  </a:cubicBezTo>
                  <a:cubicBezTo>
                    <a:pt x="3688" y="25261"/>
                    <a:pt x="4099" y="24906"/>
                    <a:pt x="4743" y="24582"/>
                  </a:cubicBezTo>
                  <a:cubicBezTo>
                    <a:pt x="5931" y="23985"/>
                    <a:pt x="17465" y="16529"/>
                    <a:pt x="22896" y="14637"/>
                  </a:cubicBezTo>
                  <a:cubicBezTo>
                    <a:pt x="28326" y="12745"/>
                    <a:pt x="37661" y="1963"/>
                    <a:pt x="37661" y="1963"/>
                  </a:cubicBezTo>
                  <a:lnTo>
                    <a:pt x="359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56"/>
            <p:cNvSpPr/>
            <p:nvPr/>
          </p:nvSpPr>
          <p:spPr>
            <a:xfrm>
              <a:off x="5084650" y="1355825"/>
              <a:ext cx="524875" cy="796150"/>
            </a:xfrm>
            <a:custGeom>
              <a:avLst/>
              <a:gdLst/>
              <a:ahLst/>
              <a:cxnLst/>
              <a:rect l="l" t="t" r="r" b="b"/>
              <a:pathLst>
                <a:path w="20995" h="31846" extrusionOk="0">
                  <a:moveTo>
                    <a:pt x="7318" y="1"/>
                  </a:moveTo>
                  <a:cubicBezTo>
                    <a:pt x="7318" y="1"/>
                    <a:pt x="1" y="2372"/>
                    <a:pt x="1" y="13505"/>
                  </a:cubicBezTo>
                  <a:cubicBezTo>
                    <a:pt x="1" y="13505"/>
                    <a:pt x="6" y="28754"/>
                    <a:pt x="1730" y="31527"/>
                  </a:cubicBezTo>
                  <a:cubicBezTo>
                    <a:pt x="1730" y="31527"/>
                    <a:pt x="2976" y="31846"/>
                    <a:pt x="4842" y="31846"/>
                  </a:cubicBezTo>
                  <a:cubicBezTo>
                    <a:pt x="5775" y="31846"/>
                    <a:pt x="6864" y="31766"/>
                    <a:pt x="8029" y="31527"/>
                  </a:cubicBezTo>
                  <a:cubicBezTo>
                    <a:pt x="11693" y="30773"/>
                    <a:pt x="15241" y="28070"/>
                    <a:pt x="15241" y="28070"/>
                  </a:cubicBezTo>
                  <a:lnTo>
                    <a:pt x="20995" y="10791"/>
                  </a:lnTo>
                  <a:lnTo>
                    <a:pt x="20307" y="2696"/>
                  </a:lnTo>
                  <a:lnTo>
                    <a:pt x="12481" y="1184"/>
                  </a:lnTo>
                  <a:lnTo>
                    <a:pt x="12481" y="1184"/>
                  </a:lnTo>
                  <a:cubicBezTo>
                    <a:pt x="12481" y="1185"/>
                    <a:pt x="14003" y="8292"/>
                    <a:pt x="10011" y="8292"/>
                  </a:cubicBezTo>
                  <a:cubicBezTo>
                    <a:pt x="9154" y="8292"/>
                    <a:pt x="8041" y="7964"/>
                    <a:pt x="6604" y="7166"/>
                  </a:cubicBezTo>
                  <a:cubicBezTo>
                    <a:pt x="5026" y="6290"/>
                    <a:pt x="8926" y="336"/>
                    <a:pt x="8926" y="336"/>
                  </a:cubicBezTo>
                  <a:lnTo>
                    <a:pt x="731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56"/>
            <p:cNvSpPr/>
            <p:nvPr/>
          </p:nvSpPr>
          <p:spPr>
            <a:xfrm>
              <a:off x="5022650" y="1239700"/>
              <a:ext cx="285250" cy="342525"/>
            </a:xfrm>
            <a:custGeom>
              <a:avLst/>
              <a:gdLst/>
              <a:ahLst/>
              <a:cxnLst/>
              <a:rect l="l" t="t" r="r" b="b"/>
              <a:pathLst>
                <a:path w="11410" h="13701" extrusionOk="0">
                  <a:moveTo>
                    <a:pt x="7136" y="0"/>
                  </a:moveTo>
                  <a:cubicBezTo>
                    <a:pt x="517" y="1633"/>
                    <a:pt x="0" y="6189"/>
                    <a:pt x="0" y="6189"/>
                  </a:cubicBezTo>
                  <a:lnTo>
                    <a:pt x="3606" y="13700"/>
                  </a:lnTo>
                  <a:lnTo>
                    <a:pt x="11410" y="4985"/>
                  </a:lnTo>
                  <a:cubicBezTo>
                    <a:pt x="11410" y="4985"/>
                    <a:pt x="9274" y="4052"/>
                    <a:pt x="8540" y="3175"/>
                  </a:cubicBezTo>
                  <a:cubicBezTo>
                    <a:pt x="7805" y="2297"/>
                    <a:pt x="7136" y="0"/>
                    <a:pt x="71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56"/>
            <p:cNvSpPr/>
            <p:nvPr/>
          </p:nvSpPr>
          <p:spPr>
            <a:xfrm>
              <a:off x="5390875" y="1372900"/>
              <a:ext cx="399175" cy="284825"/>
            </a:xfrm>
            <a:custGeom>
              <a:avLst/>
              <a:gdLst/>
              <a:ahLst/>
              <a:cxnLst/>
              <a:rect l="l" t="t" r="r" b="b"/>
              <a:pathLst>
                <a:path w="15967" h="11393" extrusionOk="0">
                  <a:moveTo>
                    <a:pt x="11239" y="1"/>
                  </a:moveTo>
                  <a:cubicBezTo>
                    <a:pt x="11239" y="1"/>
                    <a:pt x="2297" y="540"/>
                    <a:pt x="1140" y="637"/>
                  </a:cubicBezTo>
                  <a:cubicBezTo>
                    <a:pt x="0" y="731"/>
                    <a:pt x="782" y="1609"/>
                    <a:pt x="782" y="1609"/>
                  </a:cubicBezTo>
                  <a:lnTo>
                    <a:pt x="2509" y="11392"/>
                  </a:lnTo>
                  <a:lnTo>
                    <a:pt x="13973" y="9042"/>
                  </a:lnTo>
                  <a:cubicBezTo>
                    <a:pt x="13973" y="9042"/>
                    <a:pt x="15966" y="4912"/>
                    <a:pt x="11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56"/>
            <p:cNvSpPr/>
            <p:nvPr/>
          </p:nvSpPr>
          <p:spPr>
            <a:xfrm>
              <a:off x="4811550" y="1990525"/>
              <a:ext cx="1124425" cy="794575"/>
            </a:xfrm>
            <a:custGeom>
              <a:avLst/>
              <a:gdLst/>
              <a:ahLst/>
              <a:cxnLst/>
              <a:rect l="l" t="t" r="r" b="b"/>
              <a:pathLst>
                <a:path w="44977" h="31783" extrusionOk="0">
                  <a:moveTo>
                    <a:pt x="21244" y="0"/>
                  </a:moveTo>
                  <a:lnTo>
                    <a:pt x="12828" y="2328"/>
                  </a:lnTo>
                  <a:lnTo>
                    <a:pt x="12636" y="2425"/>
                  </a:lnTo>
                  <a:cubicBezTo>
                    <a:pt x="12636" y="2425"/>
                    <a:pt x="1792" y="22473"/>
                    <a:pt x="0" y="26056"/>
                  </a:cubicBezTo>
                  <a:cubicBezTo>
                    <a:pt x="0" y="26056"/>
                    <a:pt x="12467" y="31783"/>
                    <a:pt x="24995" y="31783"/>
                  </a:cubicBezTo>
                  <a:cubicBezTo>
                    <a:pt x="32535" y="31783"/>
                    <a:pt x="40097" y="29708"/>
                    <a:pt x="44976" y="23062"/>
                  </a:cubicBezTo>
                  <a:cubicBezTo>
                    <a:pt x="44976" y="23062"/>
                    <a:pt x="37589" y="7427"/>
                    <a:pt x="26170" y="1474"/>
                  </a:cubicBezTo>
                  <a:lnTo>
                    <a:pt x="2124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56"/>
            <p:cNvSpPr/>
            <p:nvPr/>
          </p:nvSpPr>
          <p:spPr>
            <a:xfrm>
              <a:off x="5527525" y="1173975"/>
              <a:ext cx="87925" cy="59800"/>
            </a:xfrm>
            <a:custGeom>
              <a:avLst/>
              <a:gdLst/>
              <a:ahLst/>
              <a:cxnLst/>
              <a:rect l="l" t="t" r="r" b="b"/>
              <a:pathLst>
                <a:path w="3517" h="2392" extrusionOk="0">
                  <a:moveTo>
                    <a:pt x="2104" y="0"/>
                  </a:moveTo>
                  <a:cubicBezTo>
                    <a:pt x="1442" y="0"/>
                    <a:pt x="761" y="682"/>
                    <a:pt x="761" y="682"/>
                  </a:cubicBezTo>
                  <a:lnTo>
                    <a:pt x="1" y="2392"/>
                  </a:lnTo>
                  <a:cubicBezTo>
                    <a:pt x="1" y="2392"/>
                    <a:pt x="3516" y="1157"/>
                    <a:pt x="2756" y="302"/>
                  </a:cubicBezTo>
                  <a:cubicBezTo>
                    <a:pt x="2560" y="82"/>
                    <a:pt x="2333" y="0"/>
                    <a:pt x="210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56"/>
            <p:cNvSpPr/>
            <p:nvPr/>
          </p:nvSpPr>
          <p:spPr>
            <a:xfrm>
              <a:off x="5318725" y="1292625"/>
              <a:ext cx="75650" cy="35300"/>
            </a:xfrm>
            <a:custGeom>
              <a:avLst/>
              <a:gdLst/>
              <a:ahLst/>
              <a:cxnLst/>
              <a:rect l="l" t="t" r="r" b="b"/>
              <a:pathLst>
                <a:path w="3026" h="1412" extrusionOk="0">
                  <a:moveTo>
                    <a:pt x="0" y="1"/>
                  </a:moveTo>
                  <a:cubicBezTo>
                    <a:pt x="1" y="1"/>
                    <a:pt x="15" y="13"/>
                    <a:pt x="42" y="34"/>
                  </a:cubicBezTo>
                  <a:lnTo>
                    <a:pt x="42" y="34"/>
                  </a:lnTo>
                  <a:cubicBezTo>
                    <a:pt x="28" y="22"/>
                    <a:pt x="15" y="11"/>
                    <a:pt x="0" y="1"/>
                  </a:cubicBezTo>
                  <a:close/>
                  <a:moveTo>
                    <a:pt x="42" y="34"/>
                  </a:moveTo>
                  <a:cubicBezTo>
                    <a:pt x="606" y="507"/>
                    <a:pt x="442" y="1347"/>
                    <a:pt x="442" y="1347"/>
                  </a:cubicBezTo>
                  <a:cubicBezTo>
                    <a:pt x="760" y="1392"/>
                    <a:pt x="1041" y="1411"/>
                    <a:pt x="1289" y="1411"/>
                  </a:cubicBezTo>
                  <a:cubicBezTo>
                    <a:pt x="2645" y="1411"/>
                    <a:pt x="3025" y="841"/>
                    <a:pt x="3025" y="841"/>
                  </a:cubicBezTo>
                  <a:lnTo>
                    <a:pt x="3025" y="841"/>
                  </a:lnTo>
                  <a:cubicBezTo>
                    <a:pt x="2811" y="896"/>
                    <a:pt x="2598" y="920"/>
                    <a:pt x="2391" y="920"/>
                  </a:cubicBezTo>
                  <a:cubicBezTo>
                    <a:pt x="1245" y="920"/>
                    <a:pt x="252" y="198"/>
                    <a:pt x="42" y="34"/>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56"/>
            <p:cNvSpPr/>
            <p:nvPr/>
          </p:nvSpPr>
          <p:spPr>
            <a:xfrm>
              <a:off x="5409450" y="3484200"/>
              <a:ext cx="134650" cy="302575"/>
            </a:xfrm>
            <a:custGeom>
              <a:avLst/>
              <a:gdLst/>
              <a:ahLst/>
              <a:cxnLst/>
              <a:rect l="l" t="t" r="r" b="b"/>
              <a:pathLst>
                <a:path w="5386" h="12103" extrusionOk="0">
                  <a:moveTo>
                    <a:pt x="2211" y="0"/>
                  </a:moveTo>
                  <a:cubicBezTo>
                    <a:pt x="2211" y="1"/>
                    <a:pt x="3246" y="8862"/>
                    <a:pt x="1845" y="8862"/>
                  </a:cubicBezTo>
                  <a:cubicBezTo>
                    <a:pt x="1450" y="8862"/>
                    <a:pt x="861" y="8157"/>
                    <a:pt x="0" y="6349"/>
                  </a:cubicBezTo>
                  <a:lnTo>
                    <a:pt x="0" y="6349"/>
                  </a:lnTo>
                  <a:cubicBezTo>
                    <a:pt x="1" y="6349"/>
                    <a:pt x="1623" y="12103"/>
                    <a:pt x="3358" y="12103"/>
                  </a:cubicBezTo>
                  <a:cubicBezTo>
                    <a:pt x="3429" y="12103"/>
                    <a:pt x="3500" y="12093"/>
                    <a:pt x="3571" y="12073"/>
                  </a:cubicBezTo>
                  <a:cubicBezTo>
                    <a:pt x="5386" y="11562"/>
                    <a:pt x="4022" y="2860"/>
                    <a:pt x="4022" y="2860"/>
                  </a:cubicBezTo>
                  <a:lnTo>
                    <a:pt x="2211" y="0"/>
                  </a:lnTo>
                  <a:close/>
                </a:path>
              </a:pathLst>
            </a:custGeom>
            <a:solidFill>
              <a:srgbClr val="2C37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56"/>
            <p:cNvSpPr/>
            <p:nvPr/>
          </p:nvSpPr>
          <p:spPr>
            <a:xfrm>
              <a:off x="5963275" y="2725675"/>
              <a:ext cx="288425" cy="88550"/>
            </a:xfrm>
            <a:custGeom>
              <a:avLst/>
              <a:gdLst/>
              <a:ahLst/>
              <a:cxnLst/>
              <a:rect l="l" t="t" r="r" b="b"/>
              <a:pathLst>
                <a:path w="11537" h="3542" extrusionOk="0">
                  <a:moveTo>
                    <a:pt x="8609" y="1"/>
                  </a:moveTo>
                  <a:cubicBezTo>
                    <a:pt x="6617" y="1"/>
                    <a:pt x="3851" y="341"/>
                    <a:pt x="2827" y="494"/>
                  </a:cubicBezTo>
                  <a:cubicBezTo>
                    <a:pt x="1278" y="726"/>
                    <a:pt x="1" y="2120"/>
                    <a:pt x="1" y="2120"/>
                  </a:cubicBezTo>
                  <a:cubicBezTo>
                    <a:pt x="1" y="2120"/>
                    <a:pt x="3042" y="1626"/>
                    <a:pt x="5274" y="1626"/>
                  </a:cubicBezTo>
                  <a:cubicBezTo>
                    <a:pt x="6167" y="1626"/>
                    <a:pt x="6930" y="1705"/>
                    <a:pt x="7318" y="1927"/>
                  </a:cubicBezTo>
                  <a:cubicBezTo>
                    <a:pt x="8083" y="2364"/>
                    <a:pt x="6236" y="3541"/>
                    <a:pt x="6236" y="3541"/>
                  </a:cubicBezTo>
                  <a:cubicBezTo>
                    <a:pt x="6236" y="3541"/>
                    <a:pt x="11536" y="1074"/>
                    <a:pt x="10723" y="339"/>
                  </a:cubicBezTo>
                  <a:cubicBezTo>
                    <a:pt x="10448" y="90"/>
                    <a:pt x="9630" y="1"/>
                    <a:pt x="8609" y="1"/>
                  </a:cubicBezTo>
                  <a:close/>
                </a:path>
              </a:pathLst>
            </a:custGeom>
            <a:solidFill>
              <a:srgbClr val="2C37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56"/>
            <p:cNvSpPr/>
            <p:nvPr/>
          </p:nvSpPr>
          <p:spPr>
            <a:xfrm>
              <a:off x="5908375" y="2808575"/>
              <a:ext cx="66950" cy="99825"/>
            </a:xfrm>
            <a:custGeom>
              <a:avLst/>
              <a:gdLst/>
              <a:ahLst/>
              <a:cxnLst/>
              <a:rect l="l" t="t" r="r" b="b"/>
              <a:pathLst>
                <a:path w="2678" h="3993" extrusionOk="0">
                  <a:moveTo>
                    <a:pt x="367" y="1"/>
                  </a:moveTo>
                  <a:lnTo>
                    <a:pt x="0" y="473"/>
                  </a:lnTo>
                  <a:lnTo>
                    <a:pt x="1733" y="3992"/>
                  </a:lnTo>
                  <a:lnTo>
                    <a:pt x="2678" y="3467"/>
                  </a:lnTo>
                  <a:lnTo>
                    <a:pt x="367" y="1"/>
                  </a:lnTo>
                  <a:close/>
                </a:path>
              </a:pathLst>
            </a:custGeom>
            <a:solidFill>
              <a:srgbClr val="2C37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56"/>
            <p:cNvSpPr/>
            <p:nvPr/>
          </p:nvSpPr>
          <p:spPr>
            <a:xfrm>
              <a:off x="5317500" y="3415175"/>
              <a:ext cx="120825" cy="122150"/>
            </a:xfrm>
            <a:custGeom>
              <a:avLst/>
              <a:gdLst/>
              <a:ahLst/>
              <a:cxnLst/>
              <a:rect l="l" t="t" r="r" b="b"/>
              <a:pathLst>
                <a:path w="4833" h="4886" extrusionOk="0">
                  <a:moveTo>
                    <a:pt x="4254" y="1"/>
                  </a:moveTo>
                  <a:lnTo>
                    <a:pt x="0" y="3835"/>
                  </a:lnTo>
                  <a:lnTo>
                    <a:pt x="1261" y="4886"/>
                  </a:lnTo>
                  <a:lnTo>
                    <a:pt x="4832" y="999"/>
                  </a:lnTo>
                  <a:lnTo>
                    <a:pt x="4254" y="1"/>
                  </a:lnTo>
                  <a:close/>
                </a:path>
              </a:pathLst>
            </a:custGeom>
            <a:solidFill>
              <a:srgbClr val="2C37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 name="Google Shape;666;p56"/>
          <p:cNvGrpSpPr/>
          <p:nvPr/>
        </p:nvGrpSpPr>
        <p:grpSpPr>
          <a:xfrm>
            <a:off x="1809181" y="956795"/>
            <a:ext cx="1553149" cy="1767049"/>
            <a:chOff x="1809181" y="956795"/>
            <a:chExt cx="1553149" cy="1767049"/>
          </a:xfrm>
        </p:grpSpPr>
        <p:sp>
          <p:nvSpPr>
            <p:cNvPr id="667" name="Google Shape;667;p56"/>
            <p:cNvSpPr/>
            <p:nvPr/>
          </p:nvSpPr>
          <p:spPr>
            <a:xfrm>
              <a:off x="1809182" y="1373883"/>
              <a:ext cx="1553147" cy="134996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56"/>
            <p:cNvSpPr/>
            <p:nvPr/>
          </p:nvSpPr>
          <p:spPr>
            <a:xfrm>
              <a:off x="1809181" y="956795"/>
              <a:ext cx="315697" cy="27439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 name="Google Shape;669;p56"/>
          <p:cNvGrpSpPr/>
          <p:nvPr/>
        </p:nvGrpSpPr>
        <p:grpSpPr>
          <a:xfrm>
            <a:off x="1583039" y="448601"/>
            <a:ext cx="2005419" cy="2700708"/>
            <a:chOff x="607875" y="545150"/>
            <a:chExt cx="2360150" cy="3178425"/>
          </a:xfrm>
        </p:grpSpPr>
        <p:sp>
          <p:nvSpPr>
            <p:cNvPr id="670" name="Google Shape;670;p56"/>
            <p:cNvSpPr/>
            <p:nvPr/>
          </p:nvSpPr>
          <p:spPr>
            <a:xfrm>
              <a:off x="1464125" y="1325950"/>
              <a:ext cx="191100" cy="192175"/>
            </a:xfrm>
            <a:custGeom>
              <a:avLst/>
              <a:gdLst/>
              <a:ahLst/>
              <a:cxnLst/>
              <a:rect l="l" t="t" r="r" b="b"/>
              <a:pathLst>
                <a:path w="7644" h="7687" extrusionOk="0">
                  <a:moveTo>
                    <a:pt x="1218" y="1"/>
                  </a:moveTo>
                  <a:cubicBezTo>
                    <a:pt x="1218" y="1"/>
                    <a:pt x="1" y="844"/>
                    <a:pt x="610" y="2249"/>
                  </a:cubicBezTo>
                  <a:cubicBezTo>
                    <a:pt x="1208" y="3631"/>
                    <a:pt x="3801" y="7687"/>
                    <a:pt x="7318" y="7687"/>
                  </a:cubicBezTo>
                  <a:cubicBezTo>
                    <a:pt x="7377" y="7687"/>
                    <a:pt x="7436" y="7686"/>
                    <a:pt x="7495" y="7683"/>
                  </a:cubicBezTo>
                  <a:cubicBezTo>
                    <a:pt x="7643" y="7677"/>
                    <a:pt x="2951" y="1"/>
                    <a:pt x="29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56"/>
            <p:cNvSpPr/>
            <p:nvPr/>
          </p:nvSpPr>
          <p:spPr>
            <a:xfrm>
              <a:off x="911175" y="3162500"/>
              <a:ext cx="445475" cy="407950"/>
            </a:xfrm>
            <a:custGeom>
              <a:avLst/>
              <a:gdLst/>
              <a:ahLst/>
              <a:cxnLst/>
              <a:rect l="l" t="t" r="r" b="b"/>
              <a:pathLst>
                <a:path w="17819" h="16318" extrusionOk="0">
                  <a:moveTo>
                    <a:pt x="12279" y="0"/>
                  </a:moveTo>
                  <a:cubicBezTo>
                    <a:pt x="12123" y="0"/>
                    <a:pt x="11983" y="28"/>
                    <a:pt x="11864" y="87"/>
                  </a:cubicBezTo>
                  <a:cubicBezTo>
                    <a:pt x="10099" y="969"/>
                    <a:pt x="0" y="10863"/>
                    <a:pt x="395" y="15524"/>
                  </a:cubicBezTo>
                  <a:cubicBezTo>
                    <a:pt x="441" y="16061"/>
                    <a:pt x="649" y="16318"/>
                    <a:pt x="1014" y="16318"/>
                  </a:cubicBezTo>
                  <a:cubicBezTo>
                    <a:pt x="1945" y="16318"/>
                    <a:pt x="3894" y="14643"/>
                    <a:pt x="6741" y="11690"/>
                  </a:cubicBezTo>
                  <a:cubicBezTo>
                    <a:pt x="8874" y="9478"/>
                    <a:pt x="11304" y="8968"/>
                    <a:pt x="13093" y="8968"/>
                  </a:cubicBezTo>
                  <a:cubicBezTo>
                    <a:pt x="14627" y="8968"/>
                    <a:pt x="15689" y="9343"/>
                    <a:pt x="15689" y="9343"/>
                  </a:cubicBezTo>
                  <a:lnTo>
                    <a:pt x="17819" y="3395"/>
                  </a:lnTo>
                  <a:cubicBezTo>
                    <a:pt x="17819" y="3395"/>
                    <a:pt x="14020" y="0"/>
                    <a:pt x="122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56"/>
            <p:cNvSpPr/>
            <p:nvPr/>
          </p:nvSpPr>
          <p:spPr>
            <a:xfrm>
              <a:off x="1141625" y="3335550"/>
              <a:ext cx="488975" cy="388025"/>
            </a:xfrm>
            <a:custGeom>
              <a:avLst/>
              <a:gdLst/>
              <a:ahLst/>
              <a:cxnLst/>
              <a:rect l="l" t="t" r="r" b="b"/>
              <a:pathLst>
                <a:path w="19559" h="15521" extrusionOk="0">
                  <a:moveTo>
                    <a:pt x="14114" y="1"/>
                  </a:moveTo>
                  <a:cubicBezTo>
                    <a:pt x="14114" y="1"/>
                    <a:pt x="1" y="13233"/>
                    <a:pt x="2205" y="14998"/>
                  </a:cubicBezTo>
                  <a:cubicBezTo>
                    <a:pt x="2637" y="15344"/>
                    <a:pt x="3024" y="15520"/>
                    <a:pt x="3428" y="15520"/>
                  </a:cubicBezTo>
                  <a:cubicBezTo>
                    <a:pt x="4585" y="15520"/>
                    <a:pt x="5885" y="14074"/>
                    <a:pt x="8821" y="11029"/>
                  </a:cubicBezTo>
                  <a:cubicBezTo>
                    <a:pt x="10663" y="9118"/>
                    <a:pt x="12734" y="8607"/>
                    <a:pt x="14422" y="8607"/>
                  </a:cubicBezTo>
                  <a:cubicBezTo>
                    <a:pt x="16364" y="8607"/>
                    <a:pt x="17799" y="9282"/>
                    <a:pt x="17799" y="9282"/>
                  </a:cubicBezTo>
                  <a:lnTo>
                    <a:pt x="19558" y="3269"/>
                  </a:lnTo>
                  <a:lnTo>
                    <a:pt x="1411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56"/>
            <p:cNvSpPr/>
            <p:nvPr/>
          </p:nvSpPr>
          <p:spPr>
            <a:xfrm>
              <a:off x="1921000" y="2328925"/>
              <a:ext cx="566700" cy="362500"/>
            </a:xfrm>
            <a:custGeom>
              <a:avLst/>
              <a:gdLst/>
              <a:ahLst/>
              <a:cxnLst/>
              <a:rect l="l" t="t" r="r" b="b"/>
              <a:pathLst>
                <a:path w="22668" h="14500" extrusionOk="0">
                  <a:moveTo>
                    <a:pt x="21645" y="0"/>
                  </a:moveTo>
                  <a:lnTo>
                    <a:pt x="1" y="8595"/>
                  </a:lnTo>
                  <a:lnTo>
                    <a:pt x="22667" y="14499"/>
                  </a:lnTo>
                  <a:lnTo>
                    <a:pt x="21645" y="0"/>
                  </a:lnTo>
                  <a:close/>
                </a:path>
              </a:pathLst>
            </a:custGeom>
            <a:solidFill>
              <a:srgbClr val="E0A5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56"/>
            <p:cNvSpPr/>
            <p:nvPr/>
          </p:nvSpPr>
          <p:spPr>
            <a:xfrm>
              <a:off x="1848000" y="2556250"/>
              <a:ext cx="731575" cy="1099400"/>
            </a:xfrm>
            <a:custGeom>
              <a:avLst/>
              <a:gdLst/>
              <a:ahLst/>
              <a:cxnLst/>
              <a:rect l="l" t="t" r="r" b="b"/>
              <a:pathLst>
                <a:path w="29263" h="43976" extrusionOk="0">
                  <a:moveTo>
                    <a:pt x="2921" y="0"/>
                  </a:moveTo>
                  <a:lnTo>
                    <a:pt x="12540" y="17310"/>
                  </a:lnTo>
                  <a:lnTo>
                    <a:pt x="13186" y="17163"/>
                  </a:lnTo>
                  <a:lnTo>
                    <a:pt x="13186" y="31832"/>
                  </a:lnTo>
                  <a:lnTo>
                    <a:pt x="4179" y="32420"/>
                  </a:lnTo>
                  <a:lnTo>
                    <a:pt x="0" y="40634"/>
                  </a:lnTo>
                  <a:cubicBezTo>
                    <a:pt x="0" y="40634"/>
                    <a:pt x="8598" y="43975"/>
                    <a:pt x="15831" y="43975"/>
                  </a:cubicBezTo>
                  <a:cubicBezTo>
                    <a:pt x="18301" y="43975"/>
                    <a:pt x="20613" y="43586"/>
                    <a:pt x="22368" y="42540"/>
                  </a:cubicBezTo>
                  <a:cubicBezTo>
                    <a:pt x="29263" y="38433"/>
                    <a:pt x="25387" y="370"/>
                    <a:pt x="25387" y="369"/>
                  </a:cubicBezTo>
                  <a:lnTo>
                    <a:pt x="25387" y="369"/>
                  </a:lnTo>
                  <a:cubicBezTo>
                    <a:pt x="24700" y="599"/>
                    <a:pt x="22845" y="684"/>
                    <a:pt x="20479" y="684"/>
                  </a:cubicBezTo>
                  <a:cubicBezTo>
                    <a:pt x="13763" y="684"/>
                    <a:pt x="2921" y="0"/>
                    <a:pt x="29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56"/>
            <p:cNvSpPr/>
            <p:nvPr/>
          </p:nvSpPr>
          <p:spPr>
            <a:xfrm>
              <a:off x="1175000" y="2556250"/>
              <a:ext cx="1307700" cy="1093400"/>
            </a:xfrm>
            <a:custGeom>
              <a:avLst/>
              <a:gdLst/>
              <a:ahLst/>
              <a:cxnLst/>
              <a:rect l="l" t="t" r="r" b="b"/>
              <a:pathLst>
                <a:path w="52308" h="43736" extrusionOk="0">
                  <a:moveTo>
                    <a:pt x="29841" y="0"/>
                  </a:moveTo>
                  <a:cubicBezTo>
                    <a:pt x="29841" y="0"/>
                    <a:pt x="24066" y="30219"/>
                    <a:pt x="22007" y="30952"/>
                  </a:cubicBezTo>
                  <a:cubicBezTo>
                    <a:pt x="21883" y="30996"/>
                    <a:pt x="21713" y="31017"/>
                    <a:pt x="21501" y="31017"/>
                  </a:cubicBezTo>
                  <a:cubicBezTo>
                    <a:pt x="18201" y="31017"/>
                    <a:pt x="4987" y="25964"/>
                    <a:pt x="4987" y="25964"/>
                  </a:cubicBezTo>
                  <a:cubicBezTo>
                    <a:pt x="4987" y="25964"/>
                    <a:pt x="0" y="28019"/>
                    <a:pt x="1614" y="33007"/>
                  </a:cubicBezTo>
                  <a:cubicBezTo>
                    <a:pt x="1614" y="33007"/>
                    <a:pt x="15298" y="43736"/>
                    <a:pt x="24098" y="43736"/>
                  </a:cubicBezTo>
                  <a:cubicBezTo>
                    <a:pt x="25113" y="43736"/>
                    <a:pt x="26063" y="43593"/>
                    <a:pt x="26920" y="43274"/>
                  </a:cubicBezTo>
                  <a:cubicBezTo>
                    <a:pt x="31561" y="41549"/>
                    <a:pt x="36546" y="28382"/>
                    <a:pt x="40035" y="17132"/>
                  </a:cubicBezTo>
                  <a:lnTo>
                    <a:pt x="52307" y="369"/>
                  </a:lnTo>
                  <a:lnTo>
                    <a:pt x="52307" y="369"/>
                  </a:lnTo>
                  <a:cubicBezTo>
                    <a:pt x="52307" y="369"/>
                    <a:pt x="46671" y="651"/>
                    <a:pt x="44667" y="651"/>
                  </a:cubicBezTo>
                  <a:cubicBezTo>
                    <a:pt x="44641" y="651"/>
                    <a:pt x="44614" y="651"/>
                    <a:pt x="44589" y="651"/>
                  </a:cubicBezTo>
                  <a:cubicBezTo>
                    <a:pt x="40898" y="637"/>
                    <a:pt x="29841" y="0"/>
                    <a:pt x="2984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56"/>
            <p:cNvSpPr/>
            <p:nvPr/>
          </p:nvSpPr>
          <p:spPr>
            <a:xfrm>
              <a:off x="2036500" y="545150"/>
              <a:ext cx="931525" cy="1229150"/>
            </a:xfrm>
            <a:custGeom>
              <a:avLst/>
              <a:gdLst/>
              <a:ahLst/>
              <a:cxnLst/>
              <a:rect l="l" t="t" r="r" b="b"/>
              <a:pathLst>
                <a:path w="37261" h="49166" extrusionOk="0">
                  <a:moveTo>
                    <a:pt x="30487" y="0"/>
                  </a:moveTo>
                  <a:cubicBezTo>
                    <a:pt x="29561" y="0"/>
                    <a:pt x="25819" y="7483"/>
                    <a:pt x="25819" y="7483"/>
                  </a:cubicBezTo>
                  <a:cubicBezTo>
                    <a:pt x="25232" y="6143"/>
                    <a:pt x="24454" y="5856"/>
                    <a:pt x="23895" y="5856"/>
                  </a:cubicBezTo>
                  <a:cubicBezTo>
                    <a:pt x="23475" y="5856"/>
                    <a:pt x="23179" y="6017"/>
                    <a:pt x="23179" y="6017"/>
                  </a:cubicBezTo>
                  <a:lnTo>
                    <a:pt x="25819" y="11591"/>
                  </a:lnTo>
                  <a:cubicBezTo>
                    <a:pt x="20392" y="15699"/>
                    <a:pt x="15990" y="25526"/>
                    <a:pt x="13937" y="28461"/>
                  </a:cubicBezTo>
                  <a:cubicBezTo>
                    <a:pt x="11884" y="31394"/>
                    <a:pt x="1" y="42543"/>
                    <a:pt x="1" y="42543"/>
                  </a:cubicBezTo>
                  <a:lnTo>
                    <a:pt x="2959" y="49166"/>
                  </a:lnTo>
                  <a:lnTo>
                    <a:pt x="18981" y="32514"/>
                  </a:lnTo>
                  <a:cubicBezTo>
                    <a:pt x="23968" y="27674"/>
                    <a:pt x="29487" y="12765"/>
                    <a:pt x="29487" y="12765"/>
                  </a:cubicBezTo>
                  <a:cubicBezTo>
                    <a:pt x="32273" y="11298"/>
                    <a:pt x="32713" y="7925"/>
                    <a:pt x="32713" y="7925"/>
                  </a:cubicBezTo>
                  <a:cubicBezTo>
                    <a:pt x="32713" y="7925"/>
                    <a:pt x="37261" y="5870"/>
                    <a:pt x="36821" y="5093"/>
                  </a:cubicBezTo>
                  <a:cubicBezTo>
                    <a:pt x="36758" y="4983"/>
                    <a:pt x="36622" y="4936"/>
                    <a:pt x="36435" y="4936"/>
                  </a:cubicBezTo>
                  <a:cubicBezTo>
                    <a:pt x="35299" y="4936"/>
                    <a:pt x="32273" y="6674"/>
                    <a:pt x="32273" y="6674"/>
                  </a:cubicBezTo>
                  <a:cubicBezTo>
                    <a:pt x="32273" y="6674"/>
                    <a:pt x="36088" y="3083"/>
                    <a:pt x="35500" y="2497"/>
                  </a:cubicBezTo>
                  <a:cubicBezTo>
                    <a:pt x="35466" y="2463"/>
                    <a:pt x="35420" y="2447"/>
                    <a:pt x="35364" y="2447"/>
                  </a:cubicBezTo>
                  <a:cubicBezTo>
                    <a:pt x="34450" y="2447"/>
                    <a:pt x="30806" y="6673"/>
                    <a:pt x="30806" y="6673"/>
                  </a:cubicBezTo>
                  <a:cubicBezTo>
                    <a:pt x="30806" y="6673"/>
                    <a:pt x="34473" y="884"/>
                    <a:pt x="33447" y="737"/>
                  </a:cubicBezTo>
                  <a:cubicBezTo>
                    <a:pt x="33433" y="734"/>
                    <a:pt x="33419" y="733"/>
                    <a:pt x="33403" y="733"/>
                  </a:cubicBezTo>
                  <a:cubicBezTo>
                    <a:pt x="32320" y="733"/>
                    <a:pt x="28752" y="5870"/>
                    <a:pt x="28752" y="5870"/>
                  </a:cubicBezTo>
                  <a:cubicBezTo>
                    <a:pt x="28752" y="5870"/>
                    <a:pt x="31391" y="149"/>
                    <a:pt x="30513" y="2"/>
                  </a:cubicBezTo>
                  <a:cubicBezTo>
                    <a:pt x="30504" y="1"/>
                    <a:pt x="30496" y="0"/>
                    <a:pt x="304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56"/>
            <p:cNvSpPr/>
            <p:nvPr/>
          </p:nvSpPr>
          <p:spPr>
            <a:xfrm>
              <a:off x="607875" y="1753175"/>
              <a:ext cx="1237350" cy="912475"/>
            </a:xfrm>
            <a:custGeom>
              <a:avLst/>
              <a:gdLst/>
              <a:ahLst/>
              <a:cxnLst/>
              <a:rect l="l" t="t" r="r" b="b"/>
              <a:pathLst>
                <a:path w="49494" h="36499" extrusionOk="0">
                  <a:moveTo>
                    <a:pt x="42962" y="1"/>
                  </a:moveTo>
                  <a:cubicBezTo>
                    <a:pt x="42962" y="1"/>
                    <a:pt x="31703" y="11778"/>
                    <a:pt x="28749" y="13803"/>
                  </a:cubicBezTo>
                  <a:cubicBezTo>
                    <a:pt x="25796" y="15829"/>
                    <a:pt x="15928" y="20140"/>
                    <a:pt x="11771" y="25528"/>
                  </a:cubicBezTo>
                  <a:lnTo>
                    <a:pt x="6222" y="22834"/>
                  </a:lnTo>
                  <a:lnTo>
                    <a:pt x="6222" y="22834"/>
                  </a:lnTo>
                  <a:cubicBezTo>
                    <a:pt x="6222" y="22834"/>
                    <a:pt x="5326" y="24440"/>
                    <a:pt x="7663" y="25489"/>
                  </a:cubicBezTo>
                  <a:cubicBezTo>
                    <a:pt x="7663" y="25489"/>
                    <a:pt x="0" y="29231"/>
                    <a:pt x="140" y="30113"/>
                  </a:cubicBezTo>
                  <a:cubicBezTo>
                    <a:pt x="160" y="30241"/>
                    <a:pt x="299" y="30296"/>
                    <a:pt x="522" y="30296"/>
                  </a:cubicBezTo>
                  <a:cubicBezTo>
                    <a:pt x="1830" y="30296"/>
                    <a:pt x="6023" y="28408"/>
                    <a:pt x="6023" y="28408"/>
                  </a:cubicBezTo>
                  <a:lnTo>
                    <a:pt x="6023" y="28408"/>
                  </a:lnTo>
                  <a:cubicBezTo>
                    <a:pt x="6023" y="28408"/>
                    <a:pt x="707" y="32027"/>
                    <a:pt x="844" y="33054"/>
                  </a:cubicBezTo>
                  <a:cubicBezTo>
                    <a:pt x="861" y="33182"/>
                    <a:pt x="966" y="33238"/>
                    <a:pt x="1138" y="33238"/>
                  </a:cubicBezTo>
                  <a:cubicBezTo>
                    <a:pt x="2341" y="33238"/>
                    <a:pt x="6805" y="30469"/>
                    <a:pt x="6805" y="30469"/>
                  </a:cubicBezTo>
                  <a:lnTo>
                    <a:pt x="6805" y="30469"/>
                  </a:lnTo>
                  <a:cubicBezTo>
                    <a:pt x="6805" y="30469"/>
                    <a:pt x="2004" y="34530"/>
                    <a:pt x="2586" y="35123"/>
                  </a:cubicBezTo>
                  <a:cubicBezTo>
                    <a:pt x="2629" y="35166"/>
                    <a:pt x="2687" y="35186"/>
                    <a:pt x="2759" y="35186"/>
                  </a:cubicBezTo>
                  <a:cubicBezTo>
                    <a:pt x="3675" y="35186"/>
                    <a:pt x="6792" y="31935"/>
                    <a:pt x="6792" y="31935"/>
                  </a:cubicBezTo>
                  <a:lnTo>
                    <a:pt x="6792" y="31935"/>
                  </a:lnTo>
                  <a:cubicBezTo>
                    <a:pt x="6792" y="31935"/>
                    <a:pt x="4396" y="36021"/>
                    <a:pt x="5170" y="36467"/>
                  </a:cubicBezTo>
                  <a:cubicBezTo>
                    <a:pt x="5207" y="36488"/>
                    <a:pt x="5246" y="36498"/>
                    <a:pt x="5288" y="36498"/>
                  </a:cubicBezTo>
                  <a:cubicBezTo>
                    <a:pt x="6137" y="36498"/>
                    <a:pt x="8039" y="32387"/>
                    <a:pt x="8039" y="32387"/>
                  </a:cubicBezTo>
                  <a:cubicBezTo>
                    <a:pt x="8039" y="32387"/>
                    <a:pt x="11417" y="31979"/>
                    <a:pt x="12911" y="29206"/>
                  </a:cubicBezTo>
                  <a:cubicBezTo>
                    <a:pt x="12911" y="29206"/>
                    <a:pt x="27033" y="23587"/>
                    <a:pt x="31921" y="18645"/>
                  </a:cubicBezTo>
                  <a:lnTo>
                    <a:pt x="49493" y="6193"/>
                  </a:lnTo>
                  <a:lnTo>
                    <a:pt x="4296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56"/>
            <p:cNvSpPr/>
            <p:nvPr/>
          </p:nvSpPr>
          <p:spPr>
            <a:xfrm>
              <a:off x="1645050" y="1540875"/>
              <a:ext cx="918475" cy="1132775"/>
            </a:xfrm>
            <a:custGeom>
              <a:avLst/>
              <a:gdLst/>
              <a:ahLst/>
              <a:cxnLst/>
              <a:rect l="l" t="t" r="r" b="b"/>
              <a:pathLst>
                <a:path w="36739" h="45311" extrusionOk="0">
                  <a:moveTo>
                    <a:pt x="16989" y="0"/>
                  </a:moveTo>
                  <a:lnTo>
                    <a:pt x="9362" y="1667"/>
                  </a:lnTo>
                  <a:lnTo>
                    <a:pt x="5695" y="3798"/>
                  </a:lnTo>
                  <a:lnTo>
                    <a:pt x="1" y="9373"/>
                  </a:lnTo>
                  <a:lnTo>
                    <a:pt x="1445" y="15657"/>
                  </a:lnTo>
                  <a:cubicBezTo>
                    <a:pt x="1445" y="15657"/>
                    <a:pt x="7055" y="29126"/>
                    <a:pt x="7903" y="32412"/>
                  </a:cubicBezTo>
                  <a:cubicBezTo>
                    <a:pt x="9222" y="37521"/>
                    <a:pt x="7088" y="45310"/>
                    <a:pt x="7088" y="45310"/>
                  </a:cubicBezTo>
                  <a:cubicBezTo>
                    <a:pt x="7088" y="45310"/>
                    <a:pt x="16600" y="44521"/>
                    <a:pt x="25254" y="44228"/>
                  </a:cubicBezTo>
                  <a:cubicBezTo>
                    <a:pt x="33908" y="43935"/>
                    <a:pt x="36738" y="41147"/>
                    <a:pt x="36738" y="41147"/>
                  </a:cubicBezTo>
                  <a:cubicBezTo>
                    <a:pt x="36738" y="41147"/>
                    <a:pt x="29235" y="16157"/>
                    <a:pt x="24055" y="9172"/>
                  </a:cubicBezTo>
                  <a:cubicBezTo>
                    <a:pt x="18875" y="2186"/>
                    <a:pt x="16989" y="0"/>
                    <a:pt x="169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56"/>
            <p:cNvSpPr/>
            <p:nvPr/>
          </p:nvSpPr>
          <p:spPr>
            <a:xfrm>
              <a:off x="1987575" y="1433450"/>
              <a:ext cx="388650" cy="316125"/>
            </a:xfrm>
            <a:custGeom>
              <a:avLst/>
              <a:gdLst/>
              <a:ahLst/>
              <a:cxnLst/>
              <a:rect l="l" t="t" r="r" b="b"/>
              <a:pathLst>
                <a:path w="15546" h="12645" extrusionOk="0">
                  <a:moveTo>
                    <a:pt x="8391" y="1"/>
                  </a:moveTo>
                  <a:lnTo>
                    <a:pt x="0" y="5258"/>
                  </a:lnTo>
                  <a:lnTo>
                    <a:pt x="8706" y="12644"/>
                  </a:lnTo>
                  <a:lnTo>
                    <a:pt x="14640" y="8854"/>
                  </a:lnTo>
                  <a:cubicBezTo>
                    <a:pt x="14640" y="8854"/>
                    <a:pt x="15546" y="4793"/>
                    <a:pt x="83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56"/>
            <p:cNvSpPr/>
            <p:nvPr/>
          </p:nvSpPr>
          <p:spPr>
            <a:xfrm>
              <a:off x="1428575" y="1761200"/>
              <a:ext cx="518675" cy="396300"/>
            </a:xfrm>
            <a:custGeom>
              <a:avLst/>
              <a:gdLst/>
              <a:ahLst/>
              <a:cxnLst/>
              <a:rect l="l" t="t" r="r" b="b"/>
              <a:pathLst>
                <a:path w="20747" h="15852" extrusionOk="0">
                  <a:moveTo>
                    <a:pt x="11404" y="0"/>
                  </a:moveTo>
                  <a:cubicBezTo>
                    <a:pt x="10946" y="0"/>
                    <a:pt x="10432" y="39"/>
                    <a:pt x="9860" y="119"/>
                  </a:cubicBezTo>
                  <a:cubicBezTo>
                    <a:pt x="6610" y="575"/>
                    <a:pt x="675" y="8803"/>
                    <a:pt x="3" y="8803"/>
                  </a:cubicBezTo>
                  <a:cubicBezTo>
                    <a:pt x="2" y="8803"/>
                    <a:pt x="1" y="8803"/>
                    <a:pt x="1" y="8803"/>
                  </a:cubicBezTo>
                  <a:lnTo>
                    <a:pt x="1" y="8803"/>
                  </a:lnTo>
                  <a:cubicBezTo>
                    <a:pt x="1" y="8803"/>
                    <a:pt x="4183" y="15631"/>
                    <a:pt x="7497" y="15852"/>
                  </a:cubicBezTo>
                  <a:cubicBezTo>
                    <a:pt x="7497" y="15852"/>
                    <a:pt x="20747" y="0"/>
                    <a:pt x="1140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56"/>
            <p:cNvSpPr/>
            <p:nvPr/>
          </p:nvSpPr>
          <p:spPr>
            <a:xfrm>
              <a:off x="1459425" y="1167550"/>
              <a:ext cx="502700" cy="535750"/>
            </a:xfrm>
            <a:custGeom>
              <a:avLst/>
              <a:gdLst/>
              <a:ahLst/>
              <a:cxnLst/>
              <a:rect l="l" t="t" r="r" b="b"/>
              <a:pathLst>
                <a:path w="20108" h="21430" extrusionOk="0">
                  <a:moveTo>
                    <a:pt x="8519" y="0"/>
                  </a:moveTo>
                  <a:cubicBezTo>
                    <a:pt x="7903" y="0"/>
                    <a:pt x="7136" y="612"/>
                    <a:pt x="4496" y="2181"/>
                  </a:cubicBezTo>
                  <a:cubicBezTo>
                    <a:pt x="0" y="4853"/>
                    <a:pt x="2562" y="9473"/>
                    <a:pt x="4570" y="11863"/>
                  </a:cubicBezTo>
                  <a:cubicBezTo>
                    <a:pt x="6468" y="14121"/>
                    <a:pt x="8642" y="15089"/>
                    <a:pt x="10598" y="15252"/>
                  </a:cubicBezTo>
                  <a:lnTo>
                    <a:pt x="13378" y="21430"/>
                  </a:lnTo>
                  <a:lnTo>
                    <a:pt x="20108" y="18501"/>
                  </a:lnTo>
                  <a:cubicBezTo>
                    <a:pt x="20108" y="18501"/>
                    <a:pt x="15381" y="14968"/>
                    <a:pt x="15545" y="13560"/>
                  </a:cubicBezTo>
                  <a:cubicBezTo>
                    <a:pt x="15586" y="13205"/>
                    <a:pt x="16240" y="12629"/>
                    <a:pt x="16411" y="12118"/>
                  </a:cubicBezTo>
                  <a:cubicBezTo>
                    <a:pt x="17328" y="9368"/>
                    <a:pt x="12908" y="2281"/>
                    <a:pt x="10191" y="788"/>
                  </a:cubicBezTo>
                  <a:cubicBezTo>
                    <a:pt x="9310" y="303"/>
                    <a:pt x="8952" y="0"/>
                    <a:pt x="85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56"/>
            <p:cNvSpPr/>
            <p:nvPr/>
          </p:nvSpPr>
          <p:spPr>
            <a:xfrm>
              <a:off x="1726500" y="1584050"/>
              <a:ext cx="314900" cy="221175"/>
            </a:xfrm>
            <a:custGeom>
              <a:avLst/>
              <a:gdLst/>
              <a:ahLst/>
              <a:cxnLst/>
              <a:rect l="l" t="t" r="r" b="b"/>
              <a:pathLst>
                <a:path w="12596" h="8847" extrusionOk="0">
                  <a:moveTo>
                    <a:pt x="7496" y="0"/>
                  </a:moveTo>
                  <a:cubicBezTo>
                    <a:pt x="6592" y="0"/>
                    <a:pt x="5626" y="184"/>
                    <a:pt x="4676" y="571"/>
                  </a:cubicBezTo>
                  <a:cubicBezTo>
                    <a:pt x="1693" y="1788"/>
                    <a:pt x="0" y="4550"/>
                    <a:pt x="895" y="6744"/>
                  </a:cubicBezTo>
                  <a:cubicBezTo>
                    <a:pt x="1509" y="8254"/>
                    <a:pt x="3810" y="8846"/>
                    <a:pt x="5732" y="8846"/>
                  </a:cubicBezTo>
                  <a:cubicBezTo>
                    <a:pt x="6601" y="8846"/>
                    <a:pt x="7393" y="8725"/>
                    <a:pt x="7915" y="8512"/>
                  </a:cubicBezTo>
                  <a:cubicBezTo>
                    <a:pt x="9591" y="7828"/>
                    <a:pt x="12596" y="4531"/>
                    <a:pt x="11699" y="2338"/>
                  </a:cubicBezTo>
                  <a:cubicBezTo>
                    <a:pt x="11088" y="844"/>
                    <a:pt x="9433" y="0"/>
                    <a:pt x="74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56"/>
            <p:cNvSpPr/>
            <p:nvPr/>
          </p:nvSpPr>
          <p:spPr>
            <a:xfrm>
              <a:off x="1528800" y="1464075"/>
              <a:ext cx="100250" cy="43525"/>
            </a:xfrm>
            <a:custGeom>
              <a:avLst/>
              <a:gdLst/>
              <a:ahLst/>
              <a:cxnLst/>
              <a:rect l="l" t="t" r="r" b="b"/>
              <a:pathLst>
                <a:path w="4010" h="1741" extrusionOk="0">
                  <a:moveTo>
                    <a:pt x="1710" y="0"/>
                  </a:moveTo>
                  <a:cubicBezTo>
                    <a:pt x="1385" y="0"/>
                    <a:pt x="238" y="63"/>
                    <a:pt x="91" y="939"/>
                  </a:cubicBezTo>
                  <a:cubicBezTo>
                    <a:pt x="0" y="1487"/>
                    <a:pt x="814" y="1741"/>
                    <a:pt x="1759" y="1741"/>
                  </a:cubicBezTo>
                  <a:cubicBezTo>
                    <a:pt x="2578" y="1741"/>
                    <a:pt x="3496" y="1550"/>
                    <a:pt x="4010" y="1194"/>
                  </a:cubicBezTo>
                  <a:lnTo>
                    <a:pt x="1795" y="2"/>
                  </a:lnTo>
                  <a:cubicBezTo>
                    <a:pt x="1795" y="2"/>
                    <a:pt x="1764" y="0"/>
                    <a:pt x="17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56"/>
            <p:cNvSpPr/>
            <p:nvPr/>
          </p:nvSpPr>
          <p:spPr>
            <a:xfrm>
              <a:off x="1433250" y="1054775"/>
              <a:ext cx="321425" cy="432775"/>
            </a:xfrm>
            <a:custGeom>
              <a:avLst/>
              <a:gdLst/>
              <a:ahLst/>
              <a:cxnLst/>
              <a:rect l="l" t="t" r="r" b="b"/>
              <a:pathLst>
                <a:path w="12857" h="17311" extrusionOk="0">
                  <a:moveTo>
                    <a:pt x="7494" y="1"/>
                  </a:moveTo>
                  <a:cubicBezTo>
                    <a:pt x="7462" y="1"/>
                    <a:pt x="7432" y="3"/>
                    <a:pt x="7404" y="7"/>
                  </a:cubicBezTo>
                  <a:cubicBezTo>
                    <a:pt x="6404" y="174"/>
                    <a:pt x="6163" y="1508"/>
                    <a:pt x="6091" y="2625"/>
                  </a:cubicBezTo>
                  <a:cubicBezTo>
                    <a:pt x="5754" y="2303"/>
                    <a:pt x="5340" y="2162"/>
                    <a:pt x="4933" y="2162"/>
                  </a:cubicBezTo>
                  <a:cubicBezTo>
                    <a:pt x="4496" y="2162"/>
                    <a:pt x="4067" y="2326"/>
                    <a:pt x="3751" y="2607"/>
                  </a:cubicBezTo>
                  <a:cubicBezTo>
                    <a:pt x="3142" y="3149"/>
                    <a:pt x="2855" y="4009"/>
                    <a:pt x="2589" y="4840"/>
                  </a:cubicBezTo>
                  <a:cubicBezTo>
                    <a:pt x="2324" y="5672"/>
                    <a:pt x="2044" y="6534"/>
                    <a:pt x="1445" y="7086"/>
                  </a:cubicBezTo>
                  <a:cubicBezTo>
                    <a:pt x="885" y="7601"/>
                    <a:pt x="1" y="7991"/>
                    <a:pt x="115" y="8866"/>
                  </a:cubicBezTo>
                  <a:cubicBezTo>
                    <a:pt x="254" y="9910"/>
                    <a:pt x="1616" y="10280"/>
                    <a:pt x="2247" y="11169"/>
                  </a:cubicBezTo>
                  <a:cubicBezTo>
                    <a:pt x="2236" y="11153"/>
                    <a:pt x="2225" y="11146"/>
                    <a:pt x="2214" y="11146"/>
                  </a:cubicBezTo>
                  <a:cubicBezTo>
                    <a:pt x="2075" y="11146"/>
                    <a:pt x="1966" y="12361"/>
                    <a:pt x="2050" y="12580"/>
                  </a:cubicBezTo>
                  <a:cubicBezTo>
                    <a:pt x="2318" y="13292"/>
                    <a:pt x="2989" y="13762"/>
                    <a:pt x="3475" y="14306"/>
                  </a:cubicBezTo>
                  <a:cubicBezTo>
                    <a:pt x="4510" y="15467"/>
                    <a:pt x="5016" y="16635"/>
                    <a:pt x="6384" y="17311"/>
                  </a:cubicBezTo>
                  <a:cubicBezTo>
                    <a:pt x="6092" y="15464"/>
                    <a:pt x="4125" y="14091"/>
                    <a:pt x="4222" y="12292"/>
                  </a:cubicBezTo>
                  <a:lnTo>
                    <a:pt x="4222" y="12292"/>
                  </a:lnTo>
                  <a:cubicBezTo>
                    <a:pt x="4225" y="12292"/>
                    <a:pt x="4227" y="12292"/>
                    <a:pt x="4230" y="12292"/>
                  </a:cubicBezTo>
                  <a:cubicBezTo>
                    <a:pt x="5169" y="12292"/>
                    <a:pt x="5771" y="11128"/>
                    <a:pt x="5342" y="10132"/>
                  </a:cubicBezTo>
                  <a:cubicBezTo>
                    <a:pt x="5173" y="9739"/>
                    <a:pt x="4887" y="9404"/>
                    <a:pt x="4703" y="9017"/>
                  </a:cubicBezTo>
                  <a:cubicBezTo>
                    <a:pt x="4521" y="8629"/>
                    <a:pt x="4472" y="8124"/>
                    <a:pt x="4752" y="7905"/>
                  </a:cubicBezTo>
                  <a:cubicBezTo>
                    <a:pt x="4885" y="7802"/>
                    <a:pt x="5065" y="7784"/>
                    <a:pt x="5236" y="7766"/>
                  </a:cubicBezTo>
                  <a:cubicBezTo>
                    <a:pt x="5461" y="7743"/>
                    <a:pt x="5712" y="7735"/>
                    <a:pt x="5980" y="7735"/>
                  </a:cubicBezTo>
                  <a:cubicBezTo>
                    <a:pt x="6728" y="7735"/>
                    <a:pt x="7609" y="7801"/>
                    <a:pt x="8432" y="7801"/>
                  </a:cubicBezTo>
                  <a:cubicBezTo>
                    <a:pt x="9146" y="7801"/>
                    <a:pt x="9816" y="7751"/>
                    <a:pt x="10318" y="7565"/>
                  </a:cubicBezTo>
                  <a:cubicBezTo>
                    <a:pt x="11544" y="7111"/>
                    <a:pt x="12857" y="6228"/>
                    <a:pt x="12729" y="4726"/>
                  </a:cubicBezTo>
                  <a:cubicBezTo>
                    <a:pt x="12618" y="3420"/>
                    <a:pt x="11463" y="2359"/>
                    <a:pt x="10404" y="1559"/>
                  </a:cubicBezTo>
                  <a:cubicBezTo>
                    <a:pt x="9822" y="1119"/>
                    <a:pt x="8205" y="1"/>
                    <a:pt x="74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56"/>
            <p:cNvSpPr/>
            <p:nvPr/>
          </p:nvSpPr>
          <p:spPr>
            <a:xfrm>
              <a:off x="1724375" y="1530550"/>
              <a:ext cx="85950" cy="39525"/>
            </a:xfrm>
            <a:custGeom>
              <a:avLst/>
              <a:gdLst/>
              <a:ahLst/>
              <a:cxnLst/>
              <a:rect l="l" t="t" r="r" b="b"/>
              <a:pathLst>
                <a:path w="3438" h="1581" extrusionOk="0">
                  <a:moveTo>
                    <a:pt x="3438" y="0"/>
                  </a:moveTo>
                  <a:lnTo>
                    <a:pt x="3438" y="0"/>
                  </a:lnTo>
                  <a:cubicBezTo>
                    <a:pt x="2269" y="720"/>
                    <a:pt x="148" y="732"/>
                    <a:pt x="7" y="732"/>
                  </a:cubicBezTo>
                  <a:cubicBezTo>
                    <a:pt x="3" y="732"/>
                    <a:pt x="0" y="732"/>
                    <a:pt x="0" y="732"/>
                  </a:cubicBezTo>
                  <a:lnTo>
                    <a:pt x="0" y="732"/>
                  </a:lnTo>
                  <a:lnTo>
                    <a:pt x="368" y="1581"/>
                  </a:lnTo>
                  <a:cubicBezTo>
                    <a:pt x="2414" y="1257"/>
                    <a:pt x="3438" y="0"/>
                    <a:pt x="343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669"/>
                                        </p:tgtEl>
                                        <p:attrNameLst>
                                          <p:attrName>style.visibility</p:attrName>
                                        </p:attrNameLst>
                                      </p:cBhvr>
                                      <p:to>
                                        <p:strVal val="visible"/>
                                      </p:to>
                                    </p:set>
                                    <p:anim calcmode="lin" valueType="num">
                                      <p:cBhvr additive="base">
                                        <p:cTn id="7" dur="1000"/>
                                        <p:tgtEl>
                                          <p:spTgt spid="669"/>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644"/>
                                        </p:tgtEl>
                                        <p:attrNameLst>
                                          <p:attrName>style.visibility</p:attrName>
                                        </p:attrNameLst>
                                      </p:cBhvr>
                                      <p:to>
                                        <p:strVal val="visible"/>
                                      </p:to>
                                    </p:set>
                                    <p:anim calcmode="lin" valueType="num">
                                      <p:cBhvr additive="base">
                                        <p:cTn id="10" dur="1000"/>
                                        <p:tgtEl>
                                          <p:spTgt spid="644"/>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57"/>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Team</a:t>
            </a:r>
            <a:endParaRPr/>
          </a:p>
        </p:txBody>
      </p:sp>
      <p:sp>
        <p:nvSpPr>
          <p:cNvPr id="691" name="Google Shape;691;p57"/>
          <p:cNvSpPr txBox="1">
            <a:spLocks noGrp="1"/>
          </p:cNvSpPr>
          <p:nvPr>
            <p:ph type="title" idx="2"/>
          </p:nvPr>
        </p:nvSpPr>
        <p:spPr>
          <a:xfrm>
            <a:off x="5007425" y="1356350"/>
            <a:ext cx="2933400" cy="505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John James</a:t>
            </a:r>
            <a:endParaRPr/>
          </a:p>
        </p:txBody>
      </p:sp>
      <p:sp>
        <p:nvSpPr>
          <p:cNvPr id="692" name="Google Shape;692;p57"/>
          <p:cNvSpPr txBox="1">
            <a:spLocks noGrp="1"/>
          </p:cNvSpPr>
          <p:nvPr>
            <p:ph type="subTitle" idx="1"/>
          </p:nvPr>
        </p:nvSpPr>
        <p:spPr>
          <a:xfrm>
            <a:off x="5007425" y="1763897"/>
            <a:ext cx="2933400" cy="371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Clr>
                <a:schemeClr val="dk1"/>
              </a:buClr>
              <a:buSzPts val="1100"/>
              <a:buFont typeface="Arial"/>
              <a:buNone/>
            </a:pPr>
            <a:r>
              <a:rPr lang="en"/>
              <a:t>It’s the closest planet to the Sun</a:t>
            </a:r>
            <a:endParaRPr/>
          </a:p>
        </p:txBody>
      </p:sp>
      <p:sp>
        <p:nvSpPr>
          <p:cNvPr id="693" name="Google Shape;693;p57"/>
          <p:cNvSpPr txBox="1">
            <a:spLocks noGrp="1"/>
          </p:cNvSpPr>
          <p:nvPr>
            <p:ph type="title" idx="3"/>
          </p:nvPr>
        </p:nvSpPr>
        <p:spPr>
          <a:xfrm>
            <a:off x="5007425" y="2127300"/>
            <a:ext cx="2933400" cy="505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Helena Patterson</a:t>
            </a:r>
            <a:endParaRPr/>
          </a:p>
        </p:txBody>
      </p:sp>
      <p:sp>
        <p:nvSpPr>
          <p:cNvPr id="694" name="Google Shape;694;p57"/>
          <p:cNvSpPr txBox="1">
            <a:spLocks noGrp="1"/>
          </p:cNvSpPr>
          <p:nvPr>
            <p:ph type="subTitle" idx="4"/>
          </p:nvPr>
        </p:nvSpPr>
        <p:spPr>
          <a:xfrm>
            <a:off x="5007425" y="2534847"/>
            <a:ext cx="2933400" cy="371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a:t>
            </a:r>
            <a:endParaRPr/>
          </a:p>
          <a:p>
            <a:pPr marL="0" lvl="0" indent="0" algn="r" rtl="0">
              <a:spcBef>
                <a:spcPts val="0"/>
              </a:spcBef>
              <a:spcAft>
                <a:spcPts val="0"/>
              </a:spcAft>
              <a:buClr>
                <a:schemeClr val="dk1"/>
              </a:buClr>
              <a:buSzPts val="1100"/>
              <a:buFont typeface="Arial"/>
              <a:buNone/>
            </a:pPr>
            <a:endParaRPr/>
          </a:p>
        </p:txBody>
      </p:sp>
      <p:sp>
        <p:nvSpPr>
          <p:cNvPr id="695" name="Google Shape;695;p57"/>
          <p:cNvSpPr txBox="1">
            <a:spLocks noGrp="1"/>
          </p:cNvSpPr>
          <p:nvPr>
            <p:ph type="title" idx="5"/>
          </p:nvPr>
        </p:nvSpPr>
        <p:spPr>
          <a:xfrm>
            <a:off x="5007425" y="2898238"/>
            <a:ext cx="2933400" cy="505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Jenna Smith</a:t>
            </a:r>
            <a:endParaRPr/>
          </a:p>
        </p:txBody>
      </p:sp>
      <p:sp>
        <p:nvSpPr>
          <p:cNvPr id="696" name="Google Shape;696;p57"/>
          <p:cNvSpPr txBox="1">
            <a:spLocks noGrp="1"/>
          </p:cNvSpPr>
          <p:nvPr>
            <p:ph type="subTitle" idx="6"/>
          </p:nvPr>
        </p:nvSpPr>
        <p:spPr>
          <a:xfrm>
            <a:off x="5007425" y="3295973"/>
            <a:ext cx="2933400" cy="371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Despite being red, Mars is cold</a:t>
            </a:r>
            <a:endParaRPr/>
          </a:p>
        </p:txBody>
      </p:sp>
      <p:sp>
        <p:nvSpPr>
          <p:cNvPr id="697" name="Google Shape;697;p57"/>
          <p:cNvSpPr txBox="1">
            <a:spLocks noGrp="1"/>
          </p:cNvSpPr>
          <p:nvPr>
            <p:ph type="title" idx="7"/>
          </p:nvPr>
        </p:nvSpPr>
        <p:spPr>
          <a:xfrm>
            <a:off x="5007425" y="3663550"/>
            <a:ext cx="2933400" cy="505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Jim Johnson</a:t>
            </a:r>
            <a:endParaRPr/>
          </a:p>
        </p:txBody>
      </p:sp>
      <p:sp>
        <p:nvSpPr>
          <p:cNvPr id="698" name="Google Shape;698;p57"/>
          <p:cNvSpPr txBox="1">
            <a:spLocks noGrp="1"/>
          </p:cNvSpPr>
          <p:nvPr>
            <p:ph type="subTitle" idx="8"/>
          </p:nvPr>
        </p:nvSpPr>
        <p:spPr>
          <a:xfrm>
            <a:off x="5007425" y="4057100"/>
            <a:ext cx="2933400" cy="371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Saturn is the ringed one</a:t>
            </a:r>
            <a:endParaRPr/>
          </a:p>
        </p:txBody>
      </p:sp>
      <p:sp>
        <p:nvSpPr>
          <p:cNvPr id="699" name="Google Shape;699;p57"/>
          <p:cNvSpPr/>
          <p:nvPr/>
        </p:nvSpPr>
        <p:spPr>
          <a:xfrm rot="1438582" flipH="1">
            <a:off x="805924" y="1691837"/>
            <a:ext cx="3864204" cy="2267788"/>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0" name="Google Shape;700;p57"/>
          <p:cNvGrpSpPr/>
          <p:nvPr/>
        </p:nvGrpSpPr>
        <p:grpSpPr>
          <a:xfrm>
            <a:off x="1251868" y="1613004"/>
            <a:ext cx="3022677" cy="2305404"/>
            <a:chOff x="956482" y="1551839"/>
            <a:chExt cx="3354803" cy="2558717"/>
          </a:xfrm>
        </p:grpSpPr>
        <p:sp>
          <p:nvSpPr>
            <p:cNvPr id="701" name="Google Shape;701;p57"/>
            <p:cNvSpPr/>
            <p:nvPr/>
          </p:nvSpPr>
          <p:spPr>
            <a:xfrm rot="-817844">
              <a:off x="3563101" y="3846028"/>
              <a:ext cx="240228" cy="235591"/>
            </a:xfrm>
            <a:custGeom>
              <a:avLst/>
              <a:gdLst/>
              <a:ahLst/>
              <a:cxnLst/>
              <a:rect l="l" t="t" r="r" b="b"/>
              <a:pathLst>
                <a:path w="10123" h="9150" extrusionOk="0">
                  <a:moveTo>
                    <a:pt x="8694" y="0"/>
                  </a:moveTo>
                  <a:lnTo>
                    <a:pt x="8694" y="0"/>
                  </a:lnTo>
                  <a:cubicBezTo>
                    <a:pt x="8755" y="152"/>
                    <a:pt x="8785" y="334"/>
                    <a:pt x="8694" y="456"/>
                  </a:cubicBezTo>
                  <a:cubicBezTo>
                    <a:pt x="8664" y="578"/>
                    <a:pt x="8481" y="578"/>
                    <a:pt x="8360" y="608"/>
                  </a:cubicBezTo>
                  <a:cubicBezTo>
                    <a:pt x="7995" y="699"/>
                    <a:pt x="7600" y="730"/>
                    <a:pt x="7235" y="730"/>
                  </a:cubicBezTo>
                  <a:cubicBezTo>
                    <a:pt x="7045" y="736"/>
                    <a:pt x="6856" y="740"/>
                    <a:pt x="6666" y="740"/>
                  </a:cubicBezTo>
                  <a:cubicBezTo>
                    <a:pt x="5977" y="740"/>
                    <a:pt x="5295" y="690"/>
                    <a:pt x="4651" y="547"/>
                  </a:cubicBezTo>
                  <a:cubicBezTo>
                    <a:pt x="4530" y="486"/>
                    <a:pt x="4347" y="486"/>
                    <a:pt x="4195" y="426"/>
                  </a:cubicBezTo>
                  <a:lnTo>
                    <a:pt x="4195" y="486"/>
                  </a:lnTo>
                  <a:cubicBezTo>
                    <a:pt x="4195" y="608"/>
                    <a:pt x="4195" y="730"/>
                    <a:pt x="4135" y="851"/>
                  </a:cubicBezTo>
                  <a:cubicBezTo>
                    <a:pt x="4104" y="942"/>
                    <a:pt x="4074" y="1034"/>
                    <a:pt x="4074" y="1094"/>
                  </a:cubicBezTo>
                  <a:cubicBezTo>
                    <a:pt x="4043" y="1459"/>
                    <a:pt x="3679" y="4073"/>
                    <a:pt x="3588" y="5015"/>
                  </a:cubicBezTo>
                  <a:cubicBezTo>
                    <a:pt x="3496" y="5563"/>
                    <a:pt x="3436" y="6110"/>
                    <a:pt x="3192" y="6657"/>
                  </a:cubicBezTo>
                  <a:cubicBezTo>
                    <a:pt x="3162" y="6718"/>
                    <a:pt x="3071" y="6809"/>
                    <a:pt x="3040" y="6930"/>
                  </a:cubicBezTo>
                  <a:cubicBezTo>
                    <a:pt x="2980" y="7022"/>
                    <a:pt x="2919" y="7113"/>
                    <a:pt x="2828" y="7173"/>
                  </a:cubicBezTo>
                  <a:cubicBezTo>
                    <a:pt x="2706" y="7234"/>
                    <a:pt x="2584" y="7265"/>
                    <a:pt x="2524" y="7295"/>
                  </a:cubicBezTo>
                  <a:cubicBezTo>
                    <a:pt x="1825" y="7629"/>
                    <a:pt x="1247" y="8055"/>
                    <a:pt x="548" y="8359"/>
                  </a:cubicBezTo>
                  <a:cubicBezTo>
                    <a:pt x="426" y="8389"/>
                    <a:pt x="305" y="8480"/>
                    <a:pt x="183" y="8511"/>
                  </a:cubicBezTo>
                  <a:cubicBezTo>
                    <a:pt x="153" y="8511"/>
                    <a:pt x="122" y="8541"/>
                    <a:pt x="92" y="8602"/>
                  </a:cubicBezTo>
                  <a:cubicBezTo>
                    <a:pt x="92" y="8632"/>
                    <a:pt x="31" y="8632"/>
                    <a:pt x="1" y="8632"/>
                  </a:cubicBezTo>
                  <a:cubicBezTo>
                    <a:pt x="31" y="8693"/>
                    <a:pt x="62" y="8784"/>
                    <a:pt x="122" y="8815"/>
                  </a:cubicBezTo>
                  <a:cubicBezTo>
                    <a:pt x="214" y="8906"/>
                    <a:pt x="335" y="8936"/>
                    <a:pt x="518" y="8967"/>
                  </a:cubicBezTo>
                  <a:cubicBezTo>
                    <a:pt x="730" y="8997"/>
                    <a:pt x="913" y="8997"/>
                    <a:pt x="1095" y="8997"/>
                  </a:cubicBezTo>
                  <a:lnTo>
                    <a:pt x="1703" y="8997"/>
                  </a:lnTo>
                  <a:cubicBezTo>
                    <a:pt x="2372" y="8997"/>
                    <a:pt x="2980" y="9058"/>
                    <a:pt x="3618" y="9058"/>
                  </a:cubicBezTo>
                  <a:lnTo>
                    <a:pt x="4439" y="9058"/>
                  </a:lnTo>
                  <a:cubicBezTo>
                    <a:pt x="4834" y="8997"/>
                    <a:pt x="5290" y="8997"/>
                    <a:pt x="5533" y="8815"/>
                  </a:cubicBezTo>
                  <a:cubicBezTo>
                    <a:pt x="5776" y="8693"/>
                    <a:pt x="5898" y="8389"/>
                    <a:pt x="5989" y="8146"/>
                  </a:cubicBezTo>
                  <a:cubicBezTo>
                    <a:pt x="6293" y="7447"/>
                    <a:pt x="6505" y="6657"/>
                    <a:pt x="6901" y="5958"/>
                  </a:cubicBezTo>
                  <a:cubicBezTo>
                    <a:pt x="7113" y="5745"/>
                    <a:pt x="7296" y="5471"/>
                    <a:pt x="7509" y="5289"/>
                  </a:cubicBezTo>
                  <a:cubicBezTo>
                    <a:pt x="7630" y="5167"/>
                    <a:pt x="7782" y="5046"/>
                    <a:pt x="7964" y="4955"/>
                  </a:cubicBezTo>
                  <a:cubicBezTo>
                    <a:pt x="8177" y="4833"/>
                    <a:pt x="8360" y="4711"/>
                    <a:pt x="8542" y="4711"/>
                  </a:cubicBezTo>
                  <a:cubicBezTo>
                    <a:pt x="8633" y="4711"/>
                    <a:pt x="8694" y="4742"/>
                    <a:pt x="8724" y="4803"/>
                  </a:cubicBezTo>
                  <a:cubicBezTo>
                    <a:pt x="8816" y="4863"/>
                    <a:pt x="8846" y="4955"/>
                    <a:pt x="8846" y="5015"/>
                  </a:cubicBezTo>
                  <a:cubicBezTo>
                    <a:pt x="8876" y="5137"/>
                    <a:pt x="8876" y="5198"/>
                    <a:pt x="8876" y="5289"/>
                  </a:cubicBezTo>
                  <a:cubicBezTo>
                    <a:pt x="8876" y="5502"/>
                    <a:pt x="8846" y="5714"/>
                    <a:pt x="8846" y="5775"/>
                  </a:cubicBezTo>
                  <a:cubicBezTo>
                    <a:pt x="8846" y="5775"/>
                    <a:pt x="8876" y="7781"/>
                    <a:pt x="8876" y="8784"/>
                  </a:cubicBezTo>
                  <a:lnTo>
                    <a:pt x="8876" y="8936"/>
                  </a:lnTo>
                  <a:lnTo>
                    <a:pt x="8876" y="9119"/>
                  </a:lnTo>
                  <a:lnTo>
                    <a:pt x="8876" y="9149"/>
                  </a:lnTo>
                  <a:lnTo>
                    <a:pt x="9272" y="9149"/>
                  </a:lnTo>
                  <a:lnTo>
                    <a:pt x="9272" y="9058"/>
                  </a:lnTo>
                  <a:lnTo>
                    <a:pt x="9272" y="8602"/>
                  </a:lnTo>
                  <a:cubicBezTo>
                    <a:pt x="9272" y="8602"/>
                    <a:pt x="9302" y="8146"/>
                    <a:pt x="9302" y="7903"/>
                  </a:cubicBezTo>
                  <a:cubicBezTo>
                    <a:pt x="9363" y="7082"/>
                    <a:pt x="9423" y="6201"/>
                    <a:pt x="9545" y="5350"/>
                  </a:cubicBezTo>
                  <a:cubicBezTo>
                    <a:pt x="9697" y="4286"/>
                    <a:pt x="10123" y="3344"/>
                    <a:pt x="10123" y="2371"/>
                  </a:cubicBezTo>
                  <a:cubicBezTo>
                    <a:pt x="10123" y="2158"/>
                    <a:pt x="10123" y="1945"/>
                    <a:pt x="10062" y="1763"/>
                  </a:cubicBezTo>
                  <a:cubicBezTo>
                    <a:pt x="10031" y="1459"/>
                    <a:pt x="9910" y="1186"/>
                    <a:pt x="9758" y="942"/>
                  </a:cubicBezTo>
                  <a:lnTo>
                    <a:pt x="9302" y="486"/>
                  </a:lnTo>
                  <a:cubicBezTo>
                    <a:pt x="9211" y="395"/>
                    <a:pt x="9059" y="274"/>
                    <a:pt x="8907" y="152"/>
                  </a:cubicBezTo>
                  <a:cubicBezTo>
                    <a:pt x="8816" y="122"/>
                    <a:pt x="8755" y="91"/>
                    <a:pt x="86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57"/>
            <p:cNvSpPr/>
            <p:nvPr/>
          </p:nvSpPr>
          <p:spPr>
            <a:xfrm rot="-875994">
              <a:off x="3562879" y="3844489"/>
              <a:ext cx="247973" cy="238668"/>
            </a:xfrm>
            <a:custGeom>
              <a:avLst/>
              <a:gdLst/>
              <a:ahLst/>
              <a:cxnLst/>
              <a:rect l="l" t="t" r="r" b="b"/>
              <a:pathLst>
                <a:path w="10396" h="9531" extrusionOk="0">
                  <a:moveTo>
                    <a:pt x="8785" y="1"/>
                  </a:moveTo>
                  <a:lnTo>
                    <a:pt x="8481" y="943"/>
                  </a:lnTo>
                  <a:cubicBezTo>
                    <a:pt x="8420" y="1247"/>
                    <a:pt x="8329" y="1551"/>
                    <a:pt x="8177" y="1855"/>
                  </a:cubicBezTo>
                  <a:cubicBezTo>
                    <a:pt x="7812" y="2676"/>
                    <a:pt x="7234" y="3435"/>
                    <a:pt x="6718" y="4195"/>
                  </a:cubicBezTo>
                  <a:cubicBezTo>
                    <a:pt x="6201" y="5046"/>
                    <a:pt x="5715" y="5867"/>
                    <a:pt x="5137" y="6718"/>
                  </a:cubicBezTo>
                  <a:cubicBezTo>
                    <a:pt x="4864" y="7144"/>
                    <a:pt x="4529" y="7478"/>
                    <a:pt x="4043" y="7508"/>
                  </a:cubicBezTo>
                  <a:cubicBezTo>
                    <a:pt x="3921" y="7539"/>
                    <a:pt x="3800" y="7554"/>
                    <a:pt x="3678" y="7554"/>
                  </a:cubicBezTo>
                  <a:cubicBezTo>
                    <a:pt x="3557" y="7554"/>
                    <a:pt x="3435" y="7539"/>
                    <a:pt x="3313" y="7508"/>
                  </a:cubicBezTo>
                  <a:cubicBezTo>
                    <a:pt x="3161" y="7478"/>
                    <a:pt x="3009" y="7417"/>
                    <a:pt x="2888" y="7417"/>
                  </a:cubicBezTo>
                  <a:cubicBezTo>
                    <a:pt x="2797" y="7417"/>
                    <a:pt x="2675" y="7478"/>
                    <a:pt x="2553" y="7508"/>
                  </a:cubicBezTo>
                  <a:cubicBezTo>
                    <a:pt x="2189" y="7752"/>
                    <a:pt x="1794" y="8025"/>
                    <a:pt x="1429" y="8208"/>
                  </a:cubicBezTo>
                  <a:cubicBezTo>
                    <a:pt x="1064" y="8390"/>
                    <a:pt x="699" y="8512"/>
                    <a:pt x="365" y="8664"/>
                  </a:cubicBezTo>
                  <a:cubicBezTo>
                    <a:pt x="243" y="8694"/>
                    <a:pt x="91" y="8785"/>
                    <a:pt x="61" y="8876"/>
                  </a:cubicBezTo>
                  <a:cubicBezTo>
                    <a:pt x="0" y="9089"/>
                    <a:pt x="213" y="9271"/>
                    <a:pt x="365" y="9332"/>
                  </a:cubicBezTo>
                  <a:cubicBezTo>
                    <a:pt x="626" y="9471"/>
                    <a:pt x="946" y="9501"/>
                    <a:pt x="1263" y="9501"/>
                  </a:cubicBezTo>
                  <a:cubicBezTo>
                    <a:pt x="1501" y="9501"/>
                    <a:pt x="1737" y="9484"/>
                    <a:pt x="1946" y="9484"/>
                  </a:cubicBezTo>
                  <a:cubicBezTo>
                    <a:pt x="2582" y="9484"/>
                    <a:pt x="3229" y="9530"/>
                    <a:pt x="3874" y="9530"/>
                  </a:cubicBezTo>
                  <a:cubicBezTo>
                    <a:pt x="4277" y="9530"/>
                    <a:pt x="4679" y="9512"/>
                    <a:pt x="5076" y="9454"/>
                  </a:cubicBezTo>
                  <a:cubicBezTo>
                    <a:pt x="5411" y="9423"/>
                    <a:pt x="5745" y="9332"/>
                    <a:pt x="5958" y="9089"/>
                  </a:cubicBezTo>
                  <a:cubicBezTo>
                    <a:pt x="6383" y="8572"/>
                    <a:pt x="6535" y="7812"/>
                    <a:pt x="6778" y="7205"/>
                  </a:cubicBezTo>
                  <a:cubicBezTo>
                    <a:pt x="6961" y="6718"/>
                    <a:pt x="7234" y="6201"/>
                    <a:pt x="7599" y="5806"/>
                  </a:cubicBezTo>
                  <a:cubicBezTo>
                    <a:pt x="7873" y="5533"/>
                    <a:pt x="8237" y="5320"/>
                    <a:pt x="8602" y="5198"/>
                  </a:cubicBezTo>
                  <a:cubicBezTo>
                    <a:pt x="8663" y="5183"/>
                    <a:pt x="8709" y="5168"/>
                    <a:pt x="8750" y="5168"/>
                  </a:cubicBezTo>
                  <a:cubicBezTo>
                    <a:pt x="8792" y="5168"/>
                    <a:pt x="8830" y="5183"/>
                    <a:pt x="8876" y="5229"/>
                  </a:cubicBezTo>
                  <a:cubicBezTo>
                    <a:pt x="8967" y="5472"/>
                    <a:pt x="8876" y="5837"/>
                    <a:pt x="8876" y="6080"/>
                  </a:cubicBezTo>
                  <a:cubicBezTo>
                    <a:pt x="8876" y="6566"/>
                    <a:pt x="8906" y="8967"/>
                    <a:pt x="8906" y="9150"/>
                  </a:cubicBezTo>
                  <a:cubicBezTo>
                    <a:pt x="8906" y="9241"/>
                    <a:pt x="8876" y="9423"/>
                    <a:pt x="8906" y="9454"/>
                  </a:cubicBezTo>
                  <a:cubicBezTo>
                    <a:pt x="8919" y="9493"/>
                    <a:pt x="8921" y="9504"/>
                    <a:pt x="8929" y="9504"/>
                  </a:cubicBezTo>
                  <a:cubicBezTo>
                    <a:pt x="8938" y="9504"/>
                    <a:pt x="8958" y="9484"/>
                    <a:pt x="9028" y="9484"/>
                  </a:cubicBezTo>
                  <a:cubicBezTo>
                    <a:pt x="9068" y="9484"/>
                    <a:pt x="9217" y="9511"/>
                    <a:pt x="9338" y="9511"/>
                  </a:cubicBezTo>
                  <a:cubicBezTo>
                    <a:pt x="9399" y="9511"/>
                    <a:pt x="9453" y="9504"/>
                    <a:pt x="9484" y="9484"/>
                  </a:cubicBezTo>
                  <a:cubicBezTo>
                    <a:pt x="9544" y="9423"/>
                    <a:pt x="9514" y="8967"/>
                    <a:pt x="9514" y="8815"/>
                  </a:cubicBezTo>
                  <a:cubicBezTo>
                    <a:pt x="9514" y="8329"/>
                    <a:pt x="9544" y="7873"/>
                    <a:pt x="9575" y="7357"/>
                  </a:cubicBezTo>
                  <a:cubicBezTo>
                    <a:pt x="9666" y="6445"/>
                    <a:pt x="9696" y="5502"/>
                    <a:pt x="9970" y="4621"/>
                  </a:cubicBezTo>
                  <a:cubicBezTo>
                    <a:pt x="10152" y="3922"/>
                    <a:pt x="10396" y="3253"/>
                    <a:pt x="10335" y="2493"/>
                  </a:cubicBezTo>
                  <a:cubicBezTo>
                    <a:pt x="10304" y="2098"/>
                    <a:pt x="10274" y="1673"/>
                    <a:pt x="10092" y="1277"/>
                  </a:cubicBezTo>
                  <a:cubicBezTo>
                    <a:pt x="9788" y="761"/>
                    <a:pt x="9210" y="366"/>
                    <a:pt x="8785"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57"/>
            <p:cNvSpPr/>
            <p:nvPr/>
          </p:nvSpPr>
          <p:spPr>
            <a:xfrm>
              <a:off x="1163719" y="2819978"/>
              <a:ext cx="386467" cy="1285828"/>
            </a:xfrm>
            <a:custGeom>
              <a:avLst/>
              <a:gdLst/>
              <a:ahLst/>
              <a:cxnLst/>
              <a:rect l="l" t="t" r="r" b="b"/>
              <a:pathLst>
                <a:path w="14682" h="48849" extrusionOk="0">
                  <a:moveTo>
                    <a:pt x="2402" y="0"/>
                  </a:moveTo>
                  <a:cubicBezTo>
                    <a:pt x="2158" y="304"/>
                    <a:pt x="1915" y="608"/>
                    <a:pt x="1702" y="912"/>
                  </a:cubicBezTo>
                  <a:cubicBezTo>
                    <a:pt x="1186" y="1611"/>
                    <a:pt x="730" y="2280"/>
                    <a:pt x="426" y="3040"/>
                  </a:cubicBezTo>
                  <a:cubicBezTo>
                    <a:pt x="122" y="3800"/>
                    <a:pt x="0" y="4620"/>
                    <a:pt x="61" y="5411"/>
                  </a:cubicBezTo>
                  <a:cubicBezTo>
                    <a:pt x="91" y="6292"/>
                    <a:pt x="304" y="7143"/>
                    <a:pt x="578" y="7994"/>
                  </a:cubicBezTo>
                  <a:cubicBezTo>
                    <a:pt x="699" y="8420"/>
                    <a:pt x="851" y="8876"/>
                    <a:pt x="1003" y="9271"/>
                  </a:cubicBezTo>
                  <a:cubicBezTo>
                    <a:pt x="1125" y="9605"/>
                    <a:pt x="1186" y="9970"/>
                    <a:pt x="1368" y="10274"/>
                  </a:cubicBezTo>
                  <a:cubicBezTo>
                    <a:pt x="1459" y="10426"/>
                    <a:pt x="1611" y="10487"/>
                    <a:pt x="1702" y="10639"/>
                  </a:cubicBezTo>
                  <a:cubicBezTo>
                    <a:pt x="1733" y="10760"/>
                    <a:pt x="1733" y="10882"/>
                    <a:pt x="1733" y="10943"/>
                  </a:cubicBezTo>
                  <a:cubicBezTo>
                    <a:pt x="1733" y="11520"/>
                    <a:pt x="2037" y="12006"/>
                    <a:pt x="2098" y="12554"/>
                  </a:cubicBezTo>
                  <a:cubicBezTo>
                    <a:pt x="2128" y="12736"/>
                    <a:pt x="2067" y="12918"/>
                    <a:pt x="2037" y="13131"/>
                  </a:cubicBezTo>
                  <a:cubicBezTo>
                    <a:pt x="2006" y="13313"/>
                    <a:pt x="2067" y="13526"/>
                    <a:pt x="2098" y="13739"/>
                  </a:cubicBezTo>
                  <a:cubicBezTo>
                    <a:pt x="2128" y="14073"/>
                    <a:pt x="2128" y="14438"/>
                    <a:pt x="2128" y="14833"/>
                  </a:cubicBezTo>
                  <a:lnTo>
                    <a:pt x="2128" y="16262"/>
                  </a:lnTo>
                  <a:cubicBezTo>
                    <a:pt x="2128" y="17143"/>
                    <a:pt x="2128" y="18055"/>
                    <a:pt x="2189" y="18937"/>
                  </a:cubicBezTo>
                  <a:cubicBezTo>
                    <a:pt x="2219" y="19453"/>
                    <a:pt x="2219" y="20031"/>
                    <a:pt x="2250" y="20578"/>
                  </a:cubicBezTo>
                  <a:cubicBezTo>
                    <a:pt x="2250" y="20912"/>
                    <a:pt x="2250" y="21277"/>
                    <a:pt x="2189" y="21642"/>
                  </a:cubicBezTo>
                  <a:cubicBezTo>
                    <a:pt x="2128" y="21946"/>
                    <a:pt x="2067" y="22189"/>
                    <a:pt x="2067" y="22462"/>
                  </a:cubicBezTo>
                  <a:cubicBezTo>
                    <a:pt x="2067" y="22706"/>
                    <a:pt x="2067" y="22918"/>
                    <a:pt x="1976" y="23162"/>
                  </a:cubicBezTo>
                  <a:cubicBezTo>
                    <a:pt x="1915" y="23405"/>
                    <a:pt x="1824" y="23709"/>
                    <a:pt x="1824" y="24013"/>
                  </a:cubicBezTo>
                  <a:cubicBezTo>
                    <a:pt x="1824" y="24256"/>
                    <a:pt x="1915" y="24438"/>
                    <a:pt x="1946" y="24621"/>
                  </a:cubicBezTo>
                  <a:cubicBezTo>
                    <a:pt x="1976" y="24894"/>
                    <a:pt x="1946" y="25137"/>
                    <a:pt x="1915" y="25380"/>
                  </a:cubicBezTo>
                  <a:cubicBezTo>
                    <a:pt x="1915" y="25806"/>
                    <a:pt x="1915" y="26232"/>
                    <a:pt x="1885" y="26657"/>
                  </a:cubicBezTo>
                  <a:cubicBezTo>
                    <a:pt x="1794" y="27508"/>
                    <a:pt x="1642" y="28390"/>
                    <a:pt x="1581" y="29271"/>
                  </a:cubicBezTo>
                  <a:cubicBezTo>
                    <a:pt x="1490" y="30183"/>
                    <a:pt x="1429" y="31064"/>
                    <a:pt x="1429" y="31976"/>
                  </a:cubicBezTo>
                  <a:cubicBezTo>
                    <a:pt x="1429" y="32827"/>
                    <a:pt x="1490" y="33739"/>
                    <a:pt x="1642" y="34621"/>
                  </a:cubicBezTo>
                  <a:cubicBezTo>
                    <a:pt x="1763" y="35502"/>
                    <a:pt x="1946" y="36384"/>
                    <a:pt x="2067" y="37296"/>
                  </a:cubicBezTo>
                  <a:cubicBezTo>
                    <a:pt x="2189" y="38268"/>
                    <a:pt x="2219" y="39271"/>
                    <a:pt x="2280" y="40244"/>
                  </a:cubicBezTo>
                  <a:cubicBezTo>
                    <a:pt x="2341" y="41095"/>
                    <a:pt x="2493" y="41916"/>
                    <a:pt x="2554" y="42767"/>
                  </a:cubicBezTo>
                  <a:cubicBezTo>
                    <a:pt x="2584" y="43223"/>
                    <a:pt x="2584" y="43679"/>
                    <a:pt x="2645" y="44135"/>
                  </a:cubicBezTo>
                  <a:cubicBezTo>
                    <a:pt x="2645" y="44347"/>
                    <a:pt x="2645" y="44590"/>
                    <a:pt x="2736" y="44803"/>
                  </a:cubicBezTo>
                  <a:cubicBezTo>
                    <a:pt x="2554" y="44834"/>
                    <a:pt x="2523" y="45046"/>
                    <a:pt x="2432" y="45198"/>
                  </a:cubicBezTo>
                  <a:cubicBezTo>
                    <a:pt x="2219" y="45867"/>
                    <a:pt x="2189" y="46627"/>
                    <a:pt x="2098" y="47326"/>
                  </a:cubicBezTo>
                  <a:cubicBezTo>
                    <a:pt x="2067" y="47630"/>
                    <a:pt x="2067" y="47964"/>
                    <a:pt x="2098" y="48268"/>
                  </a:cubicBezTo>
                  <a:cubicBezTo>
                    <a:pt x="2098" y="48329"/>
                    <a:pt x="2128" y="48451"/>
                    <a:pt x="2189" y="48481"/>
                  </a:cubicBezTo>
                  <a:cubicBezTo>
                    <a:pt x="2341" y="48724"/>
                    <a:pt x="2705" y="48755"/>
                    <a:pt x="2949" y="48755"/>
                  </a:cubicBezTo>
                  <a:cubicBezTo>
                    <a:pt x="3557" y="48846"/>
                    <a:pt x="4104" y="48846"/>
                    <a:pt x="4712" y="48846"/>
                  </a:cubicBezTo>
                  <a:lnTo>
                    <a:pt x="7842" y="48846"/>
                  </a:lnTo>
                  <a:cubicBezTo>
                    <a:pt x="8251" y="48846"/>
                    <a:pt x="8664" y="48848"/>
                    <a:pt x="9080" y="48848"/>
                  </a:cubicBezTo>
                  <a:cubicBezTo>
                    <a:pt x="10122" y="48848"/>
                    <a:pt x="11186" y="48833"/>
                    <a:pt x="12250" y="48724"/>
                  </a:cubicBezTo>
                  <a:cubicBezTo>
                    <a:pt x="12888" y="48633"/>
                    <a:pt x="13587" y="48542"/>
                    <a:pt x="14195" y="48238"/>
                  </a:cubicBezTo>
                  <a:cubicBezTo>
                    <a:pt x="14408" y="48116"/>
                    <a:pt x="14590" y="47995"/>
                    <a:pt x="14590" y="47721"/>
                  </a:cubicBezTo>
                  <a:cubicBezTo>
                    <a:pt x="14681" y="47265"/>
                    <a:pt x="14529" y="46657"/>
                    <a:pt x="13952" y="46445"/>
                  </a:cubicBezTo>
                  <a:cubicBezTo>
                    <a:pt x="13496" y="46262"/>
                    <a:pt x="12949" y="46323"/>
                    <a:pt x="12432" y="46293"/>
                  </a:cubicBezTo>
                  <a:cubicBezTo>
                    <a:pt x="11763" y="46262"/>
                    <a:pt x="11125" y="46019"/>
                    <a:pt x="10517" y="45715"/>
                  </a:cubicBezTo>
                  <a:cubicBezTo>
                    <a:pt x="9848" y="45411"/>
                    <a:pt x="9241" y="44986"/>
                    <a:pt x="8693" y="44590"/>
                  </a:cubicBezTo>
                  <a:cubicBezTo>
                    <a:pt x="8420" y="44347"/>
                    <a:pt x="8116" y="44165"/>
                    <a:pt x="7842" y="43891"/>
                  </a:cubicBezTo>
                  <a:cubicBezTo>
                    <a:pt x="7782" y="43831"/>
                    <a:pt x="7660" y="43709"/>
                    <a:pt x="7538" y="43679"/>
                  </a:cubicBezTo>
                  <a:cubicBezTo>
                    <a:pt x="7508" y="43679"/>
                    <a:pt x="7417" y="43679"/>
                    <a:pt x="7386" y="43618"/>
                  </a:cubicBezTo>
                  <a:cubicBezTo>
                    <a:pt x="7569" y="43496"/>
                    <a:pt x="7447" y="43283"/>
                    <a:pt x="7417" y="43101"/>
                  </a:cubicBezTo>
                  <a:cubicBezTo>
                    <a:pt x="7295" y="42706"/>
                    <a:pt x="7174" y="42341"/>
                    <a:pt x="7052" y="41946"/>
                  </a:cubicBezTo>
                  <a:cubicBezTo>
                    <a:pt x="6961" y="41703"/>
                    <a:pt x="6961" y="41399"/>
                    <a:pt x="6900" y="41125"/>
                  </a:cubicBezTo>
                  <a:cubicBezTo>
                    <a:pt x="6809" y="40700"/>
                    <a:pt x="6505" y="40305"/>
                    <a:pt x="6535" y="39879"/>
                  </a:cubicBezTo>
                  <a:cubicBezTo>
                    <a:pt x="6535" y="39758"/>
                    <a:pt x="6596" y="39636"/>
                    <a:pt x="6535" y="39545"/>
                  </a:cubicBezTo>
                  <a:cubicBezTo>
                    <a:pt x="6505" y="39454"/>
                    <a:pt x="6383" y="39362"/>
                    <a:pt x="6353" y="39241"/>
                  </a:cubicBezTo>
                  <a:cubicBezTo>
                    <a:pt x="6323" y="39058"/>
                    <a:pt x="6353" y="38846"/>
                    <a:pt x="6353" y="38633"/>
                  </a:cubicBezTo>
                  <a:cubicBezTo>
                    <a:pt x="6353" y="38177"/>
                    <a:pt x="6323" y="37782"/>
                    <a:pt x="6323" y="37326"/>
                  </a:cubicBezTo>
                  <a:cubicBezTo>
                    <a:pt x="6292" y="36505"/>
                    <a:pt x="6292" y="35745"/>
                    <a:pt x="6292" y="34955"/>
                  </a:cubicBezTo>
                  <a:cubicBezTo>
                    <a:pt x="6323" y="34195"/>
                    <a:pt x="6353" y="33466"/>
                    <a:pt x="6444" y="32706"/>
                  </a:cubicBezTo>
                  <a:cubicBezTo>
                    <a:pt x="6566" y="31855"/>
                    <a:pt x="6627" y="30973"/>
                    <a:pt x="6657" y="30061"/>
                  </a:cubicBezTo>
                  <a:cubicBezTo>
                    <a:pt x="6657" y="29727"/>
                    <a:pt x="6687" y="29362"/>
                    <a:pt x="6779" y="28998"/>
                  </a:cubicBezTo>
                  <a:cubicBezTo>
                    <a:pt x="6839" y="28663"/>
                    <a:pt x="6809" y="28298"/>
                    <a:pt x="6839" y="27964"/>
                  </a:cubicBezTo>
                  <a:cubicBezTo>
                    <a:pt x="6839" y="27721"/>
                    <a:pt x="6930" y="27478"/>
                    <a:pt x="7022" y="27204"/>
                  </a:cubicBezTo>
                  <a:cubicBezTo>
                    <a:pt x="7113" y="26870"/>
                    <a:pt x="7204" y="26536"/>
                    <a:pt x="7326" y="26201"/>
                  </a:cubicBezTo>
                  <a:cubicBezTo>
                    <a:pt x="7386" y="25928"/>
                    <a:pt x="7538" y="25684"/>
                    <a:pt x="7660" y="25441"/>
                  </a:cubicBezTo>
                  <a:cubicBezTo>
                    <a:pt x="7812" y="25107"/>
                    <a:pt x="7873" y="24773"/>
                    <a:pt x="7964" y="24469"/>
                  </a:cubicBezTo>
                  <a:cubicBezTo>
                    <a:pt x="8116" y="23678"/>
                    <a:pt x="8116" y="22918"/>
                    <a:pt x="8116" y="22128"/>
                  </a:cubicBezTo>
                  <a:cubicBezTo>
                    <a:pt x="8146" y="21399"/>
                    <a:pt x="8298" y="20639"/>
                    <a:pt x="8481" y="19909"/>
                  </a:cubicBezTo>
                  <a:cubicBezTo>
                    <a:pt x="8693" y="19028"/>
                    <a:pt x="8937" y="18177"/>
                    <a:pt x="9180" y="17326"/>
                  </a:cubicBezTo>
                  <a:cubicBezTo>
                    <a:pt x="9362" y="16627"/>
                    <a:pt x="9545" y="15897"/>
                    <a:pt x="9696" y="15168"/>
                  </a:cubicBezTo>
                  <a:cubicBezTo>
                    <a:pt x="9848" y="14408"/>
                    <a:pt x="10000" y="13678"/>
                    <a:pt x="10122" y="12918"/>
                  </a:cubicBezTo>
                  <a:cubicBezTo>
                    <a:pt x="10244" y="12067"/>
                    <a:pt x="10365" y="11186"/>
                    <a:pt x="10426" y="10335"/>
                  </a:cubicBezTo>
                  <a:cubicBezTo>
                    <a:pt x="10456" y="9970"/>
                    <a:pt x="10456" y="9544"/>
                    <a:pt x="10517" y="9149"/>
                  </a:cubicBezTo>
                  <a:cubicBezTo>
                    <a:pt x="10548" y="8815"/>
                    <a:pt x="10608" y="8481"/>
                    <a:pt x="10639" y="8177"/>
                  </a:cubicBezTo>
                  <a:cubicBezTo>
                    <a:pt x="10700" y="7873"/>
                    <a:pt x="10608" y="7569"/>
                    <a:pt x="10608" y="7234"/>
                  </a:cubicBezTo>
                  <a:cubicBezTo>
                    <a:pt x="10608" y="6839"/>
                    <a:pt x="10730" y="6474"/>
                    <a:pt x="10852" y="6110"/>
                  </a:cubicBezTo>
                  <a:lnTo>
                    <a:pt x="11064" y="5563"/>
                  </a:lnTo>
                  <a:cubicBezTo>
                    <a:pt x="11186" y="5350"/>
                    <a:pt x="11307" y="5198"/>
                    <a:pt x="11338" y="5015"/>
                  </a:cubicBezTo>
                  <a:lnTo>
                    <a:pt x="11581" y="3891"/>
                  </a:lnTo>
                  <a:cubicBezTo>
                    <a:pt x="11611" y="3496"/>
                    <a:pt x="11642" y="3161"/>
                    <a:pt x="11642" y="2797"/>
                  </a:cubicBezTo>
                  <a:lnTo>
                    <a:pt x="240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57"/>
            <p:cNvSpPr/>
            <p:nvPr/>
          </p:nvSpPr>
          <p:spPr>
            <a:xfrm>
              <a:off x="1243529" y="3948529"/>
              <a:ext cx="304522" cy="128212"/>
            </a:xfrm>
            <a:custGeom>
              <a:avLst/>
              <a:gdLst/>
              <a:ahLst/>
              <a:cxnLst/>
              <a:rect l="l" t="t" r="r" b="b"/>
              <a:pathLst>
                <a:path w="12555" h="5286" extrusionOk="0">
                  <a:moveTo>
                    <a:pt x="5213" y="0"/>
                  </a:moveTo>
                  <a:cubicBezTo>
                    <a:pt x="4594" y="0"/>
                    <a:pt x="4308" y="760"/>
                    <a:pt x="3922" y="1119"/>
                  </a:cubicBezTo>
                  <a:cubicBezTo>
                    <a:pt x="3679" y="1393"/>
                    <a:pt x="3283" y="1514"/>
                    <a:pt x="2919" y="1545"/>
                  </a:cubicBezTo>
                  <a:cubicBezTo>
                    <a:pt x="2768" y="1572"/>
                    <a:pt x="2624" y="1587"/>
                    <a:pt x="2478" y="1587"/>
                  </a:cubicBezTo>
                  <a:cubicBezTo>
                    <a:pt x="2299" y="1587"/>
                    <a:pt x="2116" y="1564"/>
                    <a:pt x="1916" y="1514"/>
                  </a:cubicBezTo>
                  <a:cubicBezTo>
                    <a:pt x="1581" y="1423"/>
                    <a:pt x="1277" y="1332"/>
                    <a:pt x="943" y="1241"/>
                  </a:cubicBezTo>
                  <a:lnTo>
                    <a:pt x="669" y="1241"/>
                  </a:lnTo>
                  <a:cubicBezTo>
                    <a:pt x="487" y="1301"/>
                    <a:pt x="457" y="1484"/>
                    <a:pt x="365" y="1636"/>
                  </a:cubicBezTo>
                  <a:cubicBezTo>
                    <a:pt x="153" y="2304"/>
                    <a:pt x="92" y="3064"/>
                    <a:pt x="31" y="3763"/>
                  </a:cubicBezTo>
                  <a:cubicBezTo>
                    <a:pt x="1" y="4067"/>
                    <a:pt x="1" y="4402"/>
                    <a:pt x="31" y="4706"/>
                  </a:cubicBezTo>
                  <a:cubicBezTo>
                    <a:pt x="31" y="4797"/>
                    <a:pt x="61" y="4888"/>
                    <a:pt x="92" y="4949"/>
                  </a:cubicBezTo>
                  <a:cubicBezTo>
                    <a:pt x="244" y="5162"/>
                    <a:pt x="639" y="5192"/>
                    <a:pt x="852" y="5192"/>
                  </a:cubicBezTo>
                  <a:cubicBezTo>
                    <a:pt x="1460" y="5283"/>
                    <a:pt x="2037" y="5283"/>
                    <a:pt x="2645" y="5283"/>
                  </a:cubicBezTo>
                  <a:lnTo>
                    <a:pt x="5745" y="5283"/>
                  </a:lnTo>
                  <a:cubicBezTo>
                    <a:pt x="6162" y="5283"/>
                    <a:pt x="6582" y="5286"/>
                    <a:pt x="7002" y="5286"/>
                  </a:cubicBezTo>
                  <a:cubicBezTo>
                    <a:pt x="8053" y="5286"/>
                    <a:pt x="9111" y="5270"/>
                    <a:pt x="10153" y="5162"/>
                  </a:cubicBezTo>
                  <a:cubicBezTo>
                    <a:pt x="10822" y="5101"/>
                    <a:pt x="11490" y="4979"/>
                    <a:pt x="12098" y="4675"/>
                  </a:cubicBezTo>
                  <a:cubicBezTo>
                    <a:pt x="12341" y="4554"/>
                    <a:pt x="12524" y="4432"/>
                    <a:pt x="12524" y="4189"/>
                  </a:cubicBezTo>
                  <a:cubicBezTo>
                    <a:pt x="12554" y="3611"/>
                    <a:pt x="12402" y="3034"/>
                    <a:pt x="11855" y="2791"/>
                  </a:cubicBezTo>
                  <a:cubicBezTo>
                    <a:pt x="11600" y="2689"/>
                    <a:pt x="11307" y="2672"/>
                    <a:pt x="11013" y="2672"/>
                  </a:cubicBezTo>
                  <a:cubicBezTo>
                    <a:pt x="10873" y="2672"/>
                    <a:pt x="10733" y="2676"/>
                    <a:pt x="10597" y="2676"/>
                  </a:cubicBezTo>
                  <a:cubicBezTo>
                    <a:pt x="10508" y="2676"/>
                    <a:pt x="10420" y="2675"/>
                    <a:pt x="10335" y="2669"/>
                  </a:cubicBezTo>
                  <a:cubicBezTo>
                    <a:pt x="9636" y="2608"/>
                    <a:pt x="8998" y="2396"/>
                    <a:pt x="8390" y="2092"/>
                  </a:cubicBezTo>
                  <a:cubicBezTo>
                    <a:pt x="7752" y="1788"/>
                    <a:pt x="7144" y="1362"/>
                    <a:pt x="6566" y="937"/>
                  </a:cubicBezTo>
                  <a:cubicBezTo>
                    <a:pt x="6293" y="724"/>
                    <a:pt x="5989" y="511"/>
                    <a:pt x="5715" y="268"/>
                  </a:cubicBezTo>
                  <a:cubicBezTo>
                    <a:pt x="5654" y="177"/>
                    <a:pt x="5533" y="86"/>
                    <a:pt x="5411" y="25"/>
                  </a:cubicBezTo>
                  <a:cubicBezTo>
                    <a:pt x="5341" y="8"/>
                    <a:pt x="5275" y="0"/>
                    <a:pt x="52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57"/>
            <p:cNvSpPr/>
            <p:nvPr/>
          </p:nvSpPr>
          <p:spPr>
            <a:xfrm>
              <a:off x="2861494" y="1551839"/>
              <a:ext cx="1449791" cy="1043319"/>
            </a:xfrm>
            <a:custGeom>
              <a:avLst/>
              <a:gdLst/>
              <a:ahLst/>
              <a:cxnLst/>
              <a:rect l="l" t="t" r="r" b="b"/>
              <a:pathLst>
                <a:path w="55078" h="39636" extrusionOk="0">
                  <a:moveTo>
                    <a:pt x="3162" y="0"/>
                  </a:moveTo>
                  <a:cubicBezTo>
                    <a:pt x="1399" y="0"/>
                    <a:pt x="1" y="1429"/>
                    <a:pt x="1" y="3161"/>
                  </a:cubicBezTo>
                  <a:lnTo>
                    <a:pt x="1" y="36475"/>
                  </a:lnTo>
                  <a:cubicBezTo>
                    <a:pt x="1" y="38238"/>
                    <a:pt x="1399" y="39636"/>
                    <a:pt x="3162" y="39636"/>
                  </a:cubicBezTo>
                  <a:lnTo>
                    <a:pt x="51917" y="39636"/>
                  </a:lnTo>
                  <a:cubicBezTo>
                    <a:pt x="53649" y="39636"/>
                    <a:pt x="55048" y="38238"/>
                    <a:pt x="55078" y="36475"/>
                  </a:cubicBezTo>
                  <a:lnTo>
                    <a:pt x="55078" y="3161"/>
                  </a:lnTo>
                  <a:cubicBezTo>
                    <a:pt x="55078" y="1398"/>
                    <a:pt x="53680" y="0"/>
                    <a:pt x="5191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57"/>
            <p:cNvSpPr/>
            <p:nvPr/>
          </p:nvSpPr>
          <p:spPr>
            <a:xfrm>
              <a:off x="2894318" y="1575029"/>
              <a:ext cx="1383379" cy="996938"/>
            </a:xfrm>
            <a:custGeom>
              <a:avLst/>
              <a:gdLst/>
              <a:ahLst/>
              <a:cxnLst/>
              <a:rect l="l" t="t" r="r" b="b"/>
              <a:pathLst>
                <a:path w="52555" h="37874" extrusionOk="0">
                  <a:moveTo>
                    <a:pt x="3161" y="1"/>
                  </a:moveTo>
                  <a:cubicBezTo>
                    <a:pt x="1398" y="1"/>
                    <a:pt x="0" y="1399"/>
                    <a:pt x="0" y="3162"/>
                  </a:cubicBezTo>
                  <a:lnTo>
                    <a:pt x="0" y="34712"/>
                  </a:lnTo>
                  <a:cubicBezTo>
                    <a:pt x="0" y="36475"/>
                    <a:pt x="1398" y="37874"/>
                    <a:pt x="3161" y="37874"/>
                  </a:cubicBezTo>
                  <a:lnTo>
                    <a:pt x="49393" y="37874"/>
                  </a:lnTo>
                  <a:cubicBezTo>
                    <a:pt x="51156" y="37874"/>
                    <a:pt x="52554" y="36475"/>
                    <a:pt x="52554" y="34712"/>
                  </a:cubicBezTo>
                  <a:lnTo>
                    <a:pt x="52554" y="3162"/>
                  </a:lnTo>
                  <a:cubicBezTo>
                    <a:pt x="52554" y="1399"/>
                    <a:pt x="51156" y="1"/>
                    <a:pt x="49393" y="1"/>
                  </a:cubicBezTo>
                  <a:close/>
                </a:path>
              </a:pathLst>
            </a:cu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57"/>
            <p:cNvSpPr/>
            <p:nvPr/>
          </p:nvSpPr>
          <p:spPr>
            <a:xfrm>
              <a:off x="3497577" y="2311901"/>
              <a:ext cx="272859" cy="26"/>
            </a:xfrm>
            <a:custGeom>
              <a:avLst/>
              <a:gdLst/>
              <a:ahLst/>
              <a:cxnLst/>
              <a:rect l="l" t="t" r="r" b="b"/>
              <a:pathLst>
                <a:path w="10366" h="1" fill="none" extrusionOk="0">
                  <a:moveTo>
                    <a:pt x="1" y="1"/>
                  </a:moveTo>
                  <a:lnTo>
                    <a:pt x="10365" y="1"/>
                  </a:lnTo>
                </a:path>
              </a:pathLst>
            </a:custGeom>
            <a:noFill/>
            <a:ln w="136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57"/>
            <p:cNvSpPr/>
            <p:nvPr/>
          </p:nvSpPr>
          <p:spPr>
            <a:xfrm>
              <a:off x="3497577" y="2351911"/>
              <a:ext cx="272859" cy="26"/>
            </a:xfrm>
            <a:custGeom>
              <a:avLst/>
              <a:gdLst/>
              <a:ahLst/>
              <a:cxnLst/>
              <a:rect l="l" t="t" r="r" b="b"/>
              <a:pathLst>
                <a:path w="10366" h="1" fill="none" extrusionOk="0">
                  <a:moveTo>
                    <a:pt x="1" y="1"/>
                  </a:moveTo>
                  <a:lnTo>
                    <a:pt x="10365" y="1"/>
                  </a:lnTo>
                </a:path>
              </a:pathLst>
            </a:custGeom>
            <a:noFill/>
            <a:ln w="136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57"/>
            <p:cNvSpPr/>
            <p:nvPr/>
          </p:nvSpPr>
          <p:spPr>
            <a:xfrm>
              <a:off x="3497577" y="2391921"/>
              <a:ext cx="272859" cy="26"/>
            </a:xfrm>
            <a:custGeom>
              <a:avLst/>
              <a:gdLst/>
              <a:ahLst/>
              <a:cxnLst/>
              <a:rect l="l" t="t" r="r" b="b"/>
              <a:pathLst>
                <a:path w="10366" h="1" fill="none" extrusionOk="0">
                  <a:moveTo>
                    <a:pt x="1" y="1"/>
                  </a:moveTo>
                  <a:lnTo>
                    <a:pt x="10365" y="1"/>
                  </a:lnTo>
                </a:path>
              </a:pathLst>
            </a:custGeom>
            <a:noFill/>
            <a:ln w="136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57"/>
            <p:cNvSpPr/>
            <p:nvPr/>
          </p:nvSpPr>
          <p:spPr>
            <a:xfrm>
              <a:off x="3497577" y="2431116"/>
              <a:ext cx="272859" cy="26"/>
            </a:xfrm>
            <a:custGeom>
              <a:avLst/>
              <a:gdLst/>
              <a:ahLst/>
              <a:cxnLst/>
              <a:rect l="l" t="t" r="r" b="b"/>
              <a:pathLst>
                <a:path w="10366" h="1" fill="none" extrusionOk="0">
                  <a:moveTo>
                    <a:pt x="1" y="1"/>
                  </a:moveTo>
                  <a:lnTo>
                    <a:pt x="10365" y="1"/>
                  </a:lnTo>
                </a:path>
              </a:pathLst>
            </a:custGeom>
            <a:noFill/>
            <a:ln w="136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57"/>
            <p:cNvSpPr/>
            <p:nvPr/>
          </p:nvSpPr>
          <p:spPr>
            <a:xfrm>
              <a:off x="3497577" y="2471126"/>
              <a:ext cx="105632" cy="26"/>
            </a:xfrm>
            <a:custGeom>
              <a:avLst/>
              <a:gdLst/>
              <a:ahLst/>
              <a:cxnLst/>
              <a:rect l="l" t="t" r="r" b="b"/>
              <a:pathLst>
                <a:path w="4013" h="1" fill="none" extrusionOk="0">
                  <a:moveTo>
                    <a:pt x="1" y="1"/>
                  </a:moveTo>
                  <a:lnTo>
                    <a:pt x="4013" y="1"/>
                  </a:lnTo>
                </a:path>
              </a:pathLst>
            </a:custGeom>
            <a:noFill/>
            <a:ln w="136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57"/>
            <p:cNvSpPr/>
            <p:nvPr/>
          </p:nvSpPr>
          <p:spPr>
            <a:xfrm>
              <a:off x="3267939" y="1767841"/>
              <a:ext cx="391284" cy="26"/>
            </a:xfrm>
            <a:custGeom>
              <a:avLst/>
              <a:gdLst/>
              <a:ahLst/>
              <a:cxnLst/>
              <a:rect l="l" t="t" r="r" b="b"/>
              <a:pathLst>
                <a:path w="14865" h="1" fill="none" extrusionOk="0">
                  <a:moveTo>
                    <a:pt x="1" y="1"/>
                  </a:moveTo>
                  <a:lnTo>
                    <a:pt x="14864" y="1"/>
                  </a:lnTo>
                </a:path>
              </a:pathLst>
            </a:custGeom>
            <a:noFill/>
            <a:ln w="19000"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57"/>
            <p:cNvSpPr/>
            <p:nvPr/>
          </p:nvSpPr>
          <p:spPr>
            <a:xfrm>
              <a:off x="3267939" y="1823855"/>
              <a:ext cx="391284" cy="26"/>
            </a:xfrm>
            <a:custGeom>
              <a:avLst/>
              <a:gdLst/>
              <a:ahLst/>
              <a:cxnLst/>
              <a:rect l="l" t="t" r="r" b="b"/>
              <a:pathLst>
                <a:path w="14865" h="1" fill="none" extrusionOk="0">
                  <a:moveTo>
                    <a:pt x="1" y="1"/>
                  </a:moveTo>
                  <a:lnTo>
                    <a:pt x="14864" y="1"/>
                  </a:lnTo>
                </a:path>
              </a:pathLst>
            </a:custGeom>
            <a:noFill/>
            <a:ln w="19000"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57"/>
            <p:cNvSpPr/>
            <p:nvPr/>
          </p:nvSpPr>
          <p:spPr>
            <a:xfrm>
              <a:off x="3267939" y="1881475"/>
              <a:ext cx="391284" cy="26"/>
            </a:xfrm>
            <a:custGeom>
              <a:avLst/>
              <a:gdLst/>
              <a:ahLst/>
              <a:cxnLst/>
              <a:rect l="l" t="t" r="r" b="b"/>
              <a:pathLst>
                <a:path w="14865" h="1" fill="none" extrusionOk="0">
                  <a:moveTo>
                    <a:pt x="1" y="0"/>
                  </a:moveTo>
                  <a:lnTo>
                    <a:pt x="14864" y="0"/>
                  </a:lnTo>
                </a:path>
              </a:pathLst>
            </a:custGeom>
            <a:noFill/>
            <a:ln w="19000"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57"/>
            <p:cNvSpPr/>
            <p:nvPr/>
          </p:nvSpPr>
          <p:spPr>
            <a:xfrm>
              <a:off x="3267939" y="1938279"/>
              <a:ext cx="391284" cy="26"/>
            </a:xfrm>
            <a:custGeom>
              <a:avLst/>
              <a:gdLst/>
              <a:ahLst/>
              <a:cxnLst/>
              <a:rect l="l" t="t" r="r" b="b"/>
              <a:pathLst>
                <a:path w="14865" h="1" fill="none" extrusionOk="0">
                  <a:moveTo>
                    <a:pt x="1" y="0"/>
                  </a:moveTo>
                  <a:lnTo>
                    <a:pt x="14864" y="0"/>
                  </a:lnTo>
                </a:path>
              </a:pathLst>
            </a:custGeom>
            <a:noFill/>
            <a:ln w="19000"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57"/>
            <p:cNvSpPr/>
            <p:nvPr/>
          </p:nvSpPr>
          <p:spPr>
            <a:xfrm>
              <a:off x="3267939" y="1995083"/>
              <a:ext cx="151249" cy="26"/>
            </a:xfrm>
            <a:custGeom>
              <a:avLst/>
              <a:gdLst/>
              <a:ahLst/>
              <a:cxnLst/>
              <a:rect l="l" t="t" r="r" b="b"/>
              <a:pathLst>
                <a:path w="5746" h="1" fill="none" extrusionOk="0">
                  <a:moveTo>
                    <a:pt x="1" y="0"/>
                  </a:moveTo>
                  <a:lnTo>
                    <a:pt x="5746" y="0"/>
                  </a:lnTo>
                </a:path>
              </a:pathLst>
            </a:custGeom>
            <a:noFill/>
            <a:ln w="19000"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57"/>
            <p:cNvSpPr/>
            <p:nvPr/>
          </p:nvSpPr>
          <p:spPr>
            <a:xfrm>
              <a:off x="1262112" y="2346041"/>
              <a:ext cx="459301" cy="344877"/>
            </a:xfrm>
            <a:custGeom>
              <a:avLst/>
              <a:gdLst/>
              <a:ahLst/>
              <a:cxnLst/>
              <a:rect l="l" t="t" r="r" b="b"/>
              <a:pathLst>
                <a:path w="17449" h="13102" extrusionOk="0">
                  <a:moveTo>
                    <a:pt x="2821" y="1"/>
                  </a:moveTo>
                  <a:cubicBezTo>
                    <a:pt x="2735" y="1"/>
                    <a:pt x="2646" y="4"/>
                    <a:pt x="2554" y="11"/>
                  </a:cubicBezTo>
                  <a:cubicBezTo>
                    <a:pt x="1977" y="72"/>
                    <a:pt x="1399" y="315"/>
                    <a:pt x="943" y="649"/>
                  </a:cubicBezTo>
                  <a:cubicBezTo>
                    <a:pt x="639" y="892"/>
                    <a:pt x="426" y="1227"/>
                    <a:pt x="275" y="1592"/>
                  </a:cubicBezTo>
                  <a:cubicBezTo>
                    <a:pt x="92" y="2169"/>
                    <a:pt x="1" y="2807"/>
                    <a:pt x="153" y="3385"/>
                  </a:cubicBezTo>
                  <a:cubicBezTo>
                    <a:pt x="244" y="3689"/>
                    <a:pt x="335" y="3962"/>
                    <a:pt x="457" y="4206"/>
                  </a:cubicBezTo>
                  <a:cubicBezTo>
                    <a:pt x="639" y="4601"/>
                    <a:pt x="791" y="4965"/>
                    <a:pt x="1034" y="5361"/>
                  </a:cubicBezTo>
                  <a:cubicBezTo>
                    <a:pt x="1399" y="6090"/>
                    <a:pt x="1825" y="6820"/>
                    <a:pt x="2250" y="7488"/>
                  </a:cubicBezTo>
                  <a:cubicBezTo>
                    <a:pt x="2433" y="7792"/>
                    <a:pt x="2615" y="8096"/>
                    <a:pt x="2767" y="8431"/>
                  </a:cubicBezTo>
                  <a:cubicBezTo>
                    <a:pt x="2889" y="8735"/>
                    <a:pt x="3010" y="9038"/>
                    <a:pt x="3162" y="9282"/>
                  </a:cubicBezTo>
                  <a:cubicBezTo>
                    <a:pt x="3284" y="9464"/>
                    <a:pt x="3436" y="9586"/>
                    <a:pt x="3588" y="9707"/>
                  </a:cubicBezTo>
                  <a:cubicBezTo>
                    <a:pt x="3892" y="9859"/>
                    <a:pt x="4226" y="10011"/>
                    <a:pt x="4530" y="10194"/>
                  </a:cubicBezTo>
                  <a:cubicBezTo>
                    <a:pt x="5199" y="10619"/>
                    <a:pt x="5867" y="11075"/>
                    <a:pt x="6566" y="11440"/>
                  </a:cubicBezTo>
                  <a:cubicBezTo>
                    <a:pt x="7326" y="11835"/>
                    <a:pt x="7904" y="12017"/>
                    <a:pt x="8633" y="12291"/>
                  </a:cubicBezTo>
                  <a:cubicBezTo>
                    <a:pt x="9454" y="12534"/>
                    <a:pt x="10275" y="12686"/>
                    <a:pt x="10852" y="12808"/>
                  </a:cubicBezTo>
                  <a:cubicBezTo>
                    <a:pt x="11308" y="12899"/>
                    <a:pt x="11764" y="12960"/>
                    <a:pt x="12372" y="13051"/>
                  </a:cubicBezTo>
                  <a:cubicBezTo>
                    <a:pt x="12817" y="13086"/>
                    <a:pt x="13231" y="13101"/>
                    <a:pt x="13589" y="13101"/>
                  </a:cubicBezTo>
                  <a:cubicBezTo>
                    <a:pt x="13842" y="13101"/>
                    <a:pt x="14068" y="13094"/>
                    <a:pt x="14257" y="13081"/>
                  </a:cubicBezTo>
                  <a:cubicBezTo>
                    <a:pt x="15260" y="12595"/>
                    <a:pt x="16263" y="12139"/>
                    <a:pt x="17296" y="11622"/>
                  </a:cubicBezTo>
                  <a:cubicBezTo>
                    <a:pt x="17326" y="11166"/>
                    <a:pt x="17387" y="10710"/>
                    <a:pt x="17448" y="10224"/>
                  </a:cubicBezTo>
                  <a:cubicBezTo>
                    <a:pt x="17083" y="9768"/>
                    <a:pt x="16779" y="9312"/>
                    <a:pt x="16445" y="8856"/>
                  </a:cubicBezTo>
                  <a:cubicBezTo>
                    <a:pt x="16232" y="8826"/>
                    <a:pt x="15959" y="8735"/>
                    <a:pt x="15716" y="8704"/>
                  </a:cubicBezTo>
                  <a:cubicBezTo>
                    <a:pt x="14956" y="9099"/>
                    <a:pt x="14196" y="9464"/>
                    <a:pt x="13436" y="9798"/>
                  </a:cubicBezTo>
                  <a:cubicBezTo>
                    <a:pt x="13223" y="10102"/>
                    <a:pt x="13041" y="10376"/>
                    <a:pt x="12798" y="10680"/>
                  </a:cubicBezTo>
                  <a:cubicBezTo>
                    <a:pt x="12463" y="10710"/>
                    <a:pt x="12068" y="10710"/>
                    <a:pt x="11734" y="10771"/>
                  </a:cubicBezTo>
                  <a:cubicBezTo>
                    <a:pt x="10822" y="10254"/>
                    <a:pt x="10153" y="9798"/>
                    <a:pt x="9728" y="9464"/>
                  </a:cubicBezTo>
                  <a:cubicBezTo>
                    <a:pt x="9089" y="8978"/>
                    <a:pt x="8664" y="8583"/>
                    <a:pt x="7873" y="8096"/>
                  </a:cubicBezTo>
                  <a:cubicBezTo>
                    <a:pt x="7296" y="7731"/>
                    <a:pt x="6962" y="7579"/>
                    <a:pt x="6962" y="7579"/>
                  </a:cubicBezTo>
                  <a:cubicBezTo>
                    <a:pt x="6658" y="7428"/>
                    <a:pt x="6293" y="7276"/>
                    <a:pt x="5989" y="7032"/>
                  </a:cubicBezTo>
                  <a:cubicBezTo>
                    <a:pt x="5624" y="6728"/>
                    <a:pt x="5442" y="6303"/>
                    <a:pt x="5229" y="5847"/>
                  </a:cubicBezTo>
                  <a:cubicBezTo>
                    <a:pt x="5077" y="5452"/>
                    <a:pt x="4925" y="5057"/>
                    <a:pt x="4773" y="4631"/>
                  </a:cubicBezTo>
                  <a:cubicBezTo>
                    <a:pt x="4621" y="4266"/>
                    <a:pt x="4469" y="3932"/>
                    <a:pt x="4317" y="3537"/>
                  </a:cubicBezTo>
                  <a:cubicBezTo>
                    <a:pt x="4104" y="2960"/>
                    <a:pt x="3770" y="2261"/>
                    <a:pt x="3345" y="1410"/>
                  </a:cubicBezTo>
                  <a:lnTo>
                    <a:pt x="3345" y="1410"/>
                  </a:lnTo>
                  <a:lnTo>
                    <a:pt x="4256" y="3233"/>
                  </a:lnTo>
                  <a:cubicBezTo>
                    <a:pt x="4560" y="2899"/>
                    <a:pt x="4712" y="2503"/>
                    <a:pt x="4743" y="2017"/>
                  </a:cubicBezTo>
                  <a:cubicBezTo>
                    <a:pt x="4743" y="1683"/>
                    <a:pt x="4712" y="1288"/>
                    <a:pt x="4530" y="984"/>
                  </a:cubicBezTo>
                  <a:cubicBezTo>
                    <a:pt x="4348" y="649"/>
                    <a:pt x="4044" y="376"/>
                    <a:pt x="3679" y="193"/>
                  </a:cubicBezTo>
                  <a:cubicBezTo>
                    <a:pt x="3416" y="50"/>
                    <a:pt x="3135" y="1"/>
                    <a:pt x="2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57"/>
            <p:cNvSpPr/>
            <p:nvPr/>
          </p:nvSpPr>
          <p:spPr>
            <a:xfrm>
              <a:off x="1196517" y="1962285"/>
              <a:ext cx="258461" cy="383256"/>
            </a:xfrm>
            <a:custGeom>
              <a:avLst/>
              <a:gdLst/>
              <a:ahLst/>
              <a:cxnLst/>
              <a:rect l="l" t="t" r="r" b="b"/>
              <a:pathLst>
                <a:path w="9819" h="14560" extrusionOk="0">
                  <a:moveTo>
                    <a:pt x="5563" y="0"/>
                  </a:moveTo>
                  <a:lnTo>
                    <a:pt x="1125" y="1581"/>
                  </a:lnTo>
                  <a:lnTo>
                    <a:pt x="973" y="8207"/>
                  </a:lnTo>
                  <a:cubicBezTo>
                    <a:pt x="943" y="8541"/>
                    <a:pt x="852" y="8876"/>
                    <a:pt x="760" y="9180"/>
                  </a:cubicBezTo>
                  <a:lnTo>
                    <a:pt x="0" y="11186"/>
                  </a:lnTo>
                  <a:lnTo>
                    <a:pt x="1156" y="13040"/>
                  </a:lnTo>
                  <a:lnTo>
                    <a:pt x="4469" y="14560"/>
                  </a:lnTo>
                  <a:cubicBezTo>
                    <a:pt x="4469" y="14560"/>
                    <a:pt x="5715" y="14286"/>
                    <a:pt x="5411" y="13648"/>
                  </a:cubicBezTo>
                  <a:cubicBezTo>
                    <a:pt x="5107" y="12979"/>
                    <a:pt x="4894" y="11429"/>
                    <a:pt x="4894" y="11429"/>
                  </a:cubicBezTo>
                  <a:cubicBezTo>
                    <a:pt x="4955" y="11125"/>
                    <a:pt x="5168" y="10851"/>
                    <a:pt x="5350" y="10639"/>
                  </a:cubicBezTo>
                  <a:cubicBezTo>
                    <a:pt x="5472" y="10517"/>
                    <a:pt x="5624" y="10456"/>
                    <a:pt x="5776" y="10395"/>
                  </a:cubicBezTo>
                  <a:cubicBezTo>
                    <a:pt x="5822" y="10391"/>
                    <a:pt x="5870" y="10389"/>
                    <a:pt x="5917" y="10389"/>
                  </a:cubicBezTo>
                  <a:cubicBezTo>
                    <a:pt x="6212" y="10389"/>
                    <a:pt x="6526" y="10460"/>
                    <a:pt x="6840" y="10487"/>
                  </a:cubicBezTo>
                  <a:cubicBezTo>
                    <a:pt x="7006" y="10507"/>
                    <a:pt x="7200" y="10556"/>
                    <a:pt x="7394" y="10556"/>
                  </a:cubicBezTo>
                  <a:cubicBezTo>
                    <a:pt x="7484" y="10556"/>
                    <a:pt x="7573" y="10546"/>
                    <a:pt x="7660" y="10517"/>
                  </a:cubicBezTo>
                  <a:cubicBezTo>
                    <a:pt x="8116" y="10426"/>
                    <a:pt x="8116" y="10000"/>
                    <a:pt x="8116" y="9605"/>
                  </a:cubicBezTo>
                  <a:cubicBezTo>
                    <a:pt x="8116" y="9484"/>
                    <a:pt x="8116" y="9332"/>
                    <a:pt x="8207" y="9240"/>
                  </a:cubicBezTo>
                  <a:cubicBezTo>
                    <a:pt x="8268" y="9088"/>
                    <a:pt x="8390" y="8997"/>
                    <a:pt x="8450" y="8845"/>
                  </a:cubicBezTo>
                  <a:cubicBezTo>
                    <a:pt x="8542" y="8693"/>
                    <a:pt x="8542" y="8511"/>
                    <a:pt x="8542" y="8328"/>
                  </a:cubicBezTo>
                  <a:cubicBezTo>
                    <a:pt x="8542" y="8237"/>
                    <a:pt x="8572" y="8146"/>
                    <a:pt x="8633" y="8085"/>
                  </a:cubicBezTo>
                  <a:cubicBezTo>
                    <a:pt x="8754" y="8025"/>
                    <a:pt x="8846" y="8025"/>
                    <a:pt x="8876" y="7903"/>
                  </a:cubicBezTo>
                  <a:cubicBezTo>
                    <a:pt x="8906" y="7751"/>
                    <a:pt x="8876" y="7569"/>
                    <a:pt x="8906" y="7386"/>
                  </a:cubicBezTo>
                  <a:cubicBezTo>
                    <a:pt x="8998" y="7113"/>
                    <a:pt x="9393" y="7204"/>
                    <a:pt x="9636" y="7143"/>
                  </a:cubicBezTo>
                  <a:cubicBezTo>
                    <a:pt x="9818" y="7052"/>
                    <a:pt x="9788" y="6839"/>
                    <a:pt x="9758" y="6626"/>
                  </a:cubicBezTo>
                  <a:cubicBezTo>
                    <a:pt x="9636" y="6292"/>
                    <a:pt x="9393" y="5958"/>
                    <a:pt x="9271" y="5654"/>
                  </a:cubicBezTo>
                  <a:cubicBezTo>
                    <a:pt x="9150" y="5441"/>
                    <a:pt x="8998" y="5228"/>
                    <a:pt x="8998" y="5015"/>
                  </a:cubicBezTo>
                  <a:cubicBezTo>
                    <a:pt x="8967" y="4590"/>
                    <a:pt x="9058" y="4225"/>
                    <a:pt x="9058" y="3830"/>
                  </a:cubicBezTo>
                  <a:cubicBezTo>
                    <a:pt x="9058" y="3404"/>
                    <a:pt x="9058" y="3009"/>
                    <a:pt x="8998" y="2584"/>
                  </a:cubicBezTo>
                  <a:lnTo>
                    <a:pt x="8876" y="2006"/>
                  </a:lnTo>
                  <a:lnTo>
                    <a:pt x="556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57"/>
            <p:cNvSpPr/>
            <p:nvPr/>
          </p:nvSpPr>
          <p:spPr>
            <a:xfrm>
              <a:off x="1106099" y="2822373"/>
              <a:ext cx="308079" cy="1194199"/>
            </a:xfrm>
            <a:custGeom>
              <a:avLst/>
              <a:gdLst/>
              <a:ahLst/>
              <a:cxnLst/>
              <a:rect l="l" t="t" r="r" b="b"/>
              <a:pathLst>
                <a:path w="11704" h="45368" extrusionOk="0">
                  <a:moveTo>
                    <a:pt x="2402" y="0"/>
                  </a:moveTo>
                  <a:cubicBezTo>
                    <a:pt x="2128" y="244"/>
                    <a:pt x="1885" y="608"/>
                    <a:pt x="1673" y="912"/>
                  </a:cubicBezTo>
                  <a:cubicBezTo>
                    <a:pt x="1186" y="1551"/>
                    <a:pt x="730" y="2280"/>
                    <a:pt x="426" y="3040"/>
                  </a:cubicBezTo>
                  <a:cubicBezTo>
                    <a:pt x="153" y="3739"/>
                    <a:pt x="1" y="4590"/>
                    <a:pt x="31" y="5380"/>
                  </a:cubicBezTo>
                  <a:cubicBezTo>
                    <a:pt x="62" y="6262"/>
                    <a:pt x="305" y="7143"/>
                    <a:pt x="578" y="7964"/>
                  </a:cubicBezTo>
                  <a:cubicBezTo>
                    <a:pt x="730" y="8390"/>
                    <a:pt x="821" y="8845"/>
                    <a:pt x="973" y="9271"/>
                  </a:cubicBezTo>
                  <a:cubicBezTo>
                    <a:pt x="1095" y="9605"/>
                    <a:pt x="1186" y="9940"/>
                    <a:pt x="1369" y="10244"/>
                  </a:cubicBezTo>
                  <a:cubicBezTo>
                    <a:pt x="1429" y="10396"/>
                    <a:pt x="1581" y="10487"/>
                    <a:pt x="1673" y="10639"/>
                  </a:cubicBezTo>
                  <a:cubicBezTo>
                    <a:pt x="1703" y="10700"/>
                    <a:pt x="1703" y="10821"/>
                    <a:pt x="1703" y="10943"/>
                  </a:cubicBezTo>
                  <a:cubicBezTo>
                    <a:pt x="1703" y="11490"/>
                    <a:pt x="2037" y="11946"/>
                    <a:pt x="2098" y="12523"/>
                  </a:cubicBezTo>
                  <a:cubicBezTo>
                    <a:pt x="2098" y="12766"/>
                    <a:pt x="2037" y="12918"/>
                    <a:pt x="2007" y="13101"/>
                  </a:cubicBezTo>
                  <a:cubicBezTo>
                    <a:pt x="2007" y="13314"/>
                    <a:pt x="2037" y="13526"/>
                    <a:pt x="2098" y="13709"/>
                  </a:cubicBezTo>
                  <a:cubicBezTo>
                    <a:pt x="2128" y="14074"/>
                    <a:pt x="2128" y="14469"/>
                    <a:pt x="2128" y="14803"/>
                  </a:cubicBezTo>
                  <a:lnTo>
                    <a:pt x="2128" y="16262"/>
                  </a:lnTo>
                  <a:cubicBezTo>
                    <a:pt x="2128" y="17113"/>
                    <a:pt x="2128" y="18025"/>
                    <a:pt x="2159" y="18906"/>
                  </a:cubicBezTo>
                  <a:cubicBezTo>
                    <a:pt x="2189" y="19454"/>
                    <a:pt x="2250" y="20001"/>
                    <a:pt x="2250" y="20548"/>
                  </a:cubicBezTo>
                  <a:cubicBezTo>
                    <a:pt x="2250" y="20882"/>
                    <a:pt x="2250" y="21277"/>
                    <a:pt x="2159" y="21612"/>
                  </a:cubicBezTo>
                  <a:cubicBezTo>
                    <a:pt x="2098" y="21885"/>
                    <a:pt x="2007" y="22128"/>
                    <a:pt x="2037" y="22432"/>
                  </a:cubicBezTo>
                  <a:cubicBezTo>
                    <a:pt x="2037" y="22675"/>
                    <a:pt x="2037" y="22888"/>
                    <a:pt x="1976" y="23131"/>
                  </a:cubicBezTo>
                  <a:cubicBezTo>
                    <a:pt x="1885" y="23435"/>
                    <a:pt x="1825" y="23709"/>
                    <a:pt x="1825" y="24013"/>
                  </a:cubicBezTo>
                  <a:cubicBezTo>
                    <a:pt x="1825" y="24195"/>
                    <a:pt x="1885" y="24378"/>
                    <a:pt x="1946" y="24621"/>
                  </a:cubicBezTo>
                  <a:cubicBezTo>
                    <a:pt x="1976" y="24864"/>
                    <a:pt x="1885" y="25107"/>
                    <a:pt x="1885" y="25381"/>
                  </a:cubicBezTo>
                  <a:cubicBezTo>
                    <a:pt x="1855" y="25776"/>
                    <a:pt x="1885" y="26201"/>
                    <a:pt x="1855" y="26627"/>
                  </a:cubicBezTo>
                  <a:cubicBezTo>
                    <a:pt x="1794" y="27508"/>
                    <a:pt x="1642" y="28359"/>
                    <a:pt x="1551" y="29241"/>
                  </a:cubicBezTo>
                  <a:cubicBezTo>
                    <a:pt x="1490" y="30122"/>
                    <a:pt x="1399" y="31034"/>
                    <a:pt x="1399" y="31946"/>
                  </a:cubicBezTo>
                  <a:cubicBezTo>
                    <a:pt x="1399" y="32858"/>
                    <a:pt x="1521" y="33739"/>
                    <a:pt x="1642" y="34591"/>
                  </a:cubicBezTo>
                  <a:cubicBezTo>
                    <a:pt x="1794" y="35502"/>
                    <a:pt x="1946" y="36384"/>
                    <a:pt x="2037" y="37265"/>
                  </a:cubicBezTo>
                  <a:cubicBezTo>
                    <a:pt x="2159" y="38238"/>
                    <a:pt x="2189" y="39241"/>
                    <a:pt x="2280" y="40214"/>
                  </a:cubicBezTo>
                  <a:cubicBezTo>
                    <a:pt x="2341" y="41065"/>
                    <a:pt x="2463" y="41885"/>
                    <a:pt x="2554" y="42737"/>
                  </a:cubicBezTo>
                  <a:cubicBezTo>
                    <a:pt x="2584" y="43192"/>
                    <a:pt x="2584" y="43648"/>
                    <a:pt x="2615" y="44104"/>
                  </a:cubicBezTo>
                  <a:cubicBezTo>
                    <a:pt x="2615" y="44347"/>
                    <a:pt x="2615" y="44560"/>
                    <a:pt x="2736" y="44773"/>
                  </a:cubicBezTo>
                  <a:cubicBezTo>
                    <a:pt x="2736" y="44773"/>
                    <a:pt x="4754" y="45368"/>
                    <a:pt x="5842" y="45368"/>
                  </a:cubicBezTo>
                  <a:cubicBezTo>
                    <a:pt x="6056" y="45368"/>
                    <a:pt x="6234" y="45345"/>
                    <a:pt x="6353" y="45290"/>
                  </a:cubicBezTo>
                  <a:lnTo>
                    <a:pt x="7417" y="43588"/>
                  </a:lnTo>
                  <a:cubicBezTo>
                    <a:pt x="7600" y="43466"/>
                    <a:pt x="7478" y="43223"/>
                    <a:pt x="7448" y="43040"/>
                  </a:cubicBezTo>
                  <a:cubicBezTo>
                    <a:pt x="7296" y="42676"/>
                    <a:pt x="7174" y="42281"/>
                    <a:pt x="7053" y="41916"/>
                  </a:cubicBezTo>
                  <a:cubicBezTo>
                    <a:pt x="6992" y="41642"/>
                    <a:pt x="6961" y="41338"/>
                    <a:pt x="6901" y="41065"/>
                  </a:cubicBezTo>
                  <a:cubicBezTo>
                    <a:pt x="6840" y="40639"/>
                    <a:pt x="6536" y="40274"/>
                    <a:pt x="6566" y="39819"/>
                  </a:cubicBezTo>
                  <a:cubicBezTo>
                    <a:pt x="6566" y="39727"/>
                    <a:pt x="6597" y="39636"/>
                    <a:pt x="6566" y="39515"/>
                  </a:cubicBezTo>
                  <a:cubicBezTo>
                    <a:pt x="6566" y="39393"/>
                    <a:pt x="6445" y="39332"/>
                    <a:pt x="6414" y="39211"/>
                  </a:cubicBezTo>
                  <a:cubicBezTo>
                    <a:pt x="6384" y="39028"/>
                    <a:pt x="6414" y="38785"/>
                    <a:pt x="6414" y="38603"/>
                  </a:cubicBezTo>
                  <a:cubicBezTo>
                    <a:pt x="6414" y="38147"/>
                    <a:pt x="6384" y="37721"/>
                    <a:pt x="6384" y="37265"/>
                  </a:cubicBezTo>
                  <a:cubicBezTo>
                    <a:pt x="6353" y="36475"/>
                    <a:pt x="6293" y="35715"/>
                    <a:pt x="6353" y="34894"/>
                  </a:cubicBezTo>
                  <a:cubicBezTo>
                    <a:pt x="6353" y="34135"/>
                    <a:pt x="6414" y="33375"/>
                    <a:pt x="6505" y="32676"/>
                  </a:cubicBezTo>
                  <a:cubicBezTo>
                    <a:pt x="6566" y="31764"/>
                    <a:pt x="6688" y="30882"/>
                    <a:pt x="6718" y="30001"/>
                  </a:cubicBezTo>
                  <a:cubicBezTo>
                    <a:pt x="6749" y="29636"/>
                    <a:pt x="6749" y="29271"/>
                    <a:pt x="6840" y="28937"/>
                  </a:cubicBezTo>
                  <a:cubicBezTo>
                    <a:pt x="6901" y="28603"/>
                    <a:pt x="6901" y="28268"/>
                    <a:pt x="6901" y="27934"/>
                  </a:cubicBezTo>
                  <a:cubicBezTo>
                    <a:pt x="6901" y="27660"/>
                    <a:pt x="6992" y="27387"/>
                    <a:pt x="7053" y="27174"/>
                  </a:cubicBezTo>
                  <a:cubicBezTo>
                    <a:pt x="7174" y="26809"/>
                    <a:pt x="7265" y="26475"/>
                    <a:pt x="7357" y="26141"/>
                  </a:cubicBezTo>
                  <a:cubicBezTo>
                    <a:pt x="7448" y="25867"/>
                    <a:pt x="7600" y="25654"/>
                    <a:pt x="7721" y="25381"/>
                  </a:cubicBezTo>
                  <a:cubicBezTo>
                    <a:pt x="7873" y="25077"/>
                    <a:pt x="7934" y="24773"/>
                    <a:pt x="8025" y="24438"/>
                  </a:cubicBezTo>
                  <a:cubicBezTo>
                    <a:pt x="8177" y="23618"/>
                    <a:pt x="8116" y="22858"/>
                    <a:pt x="8177" y="22068"/>
                  </a:cubicBezTo>
                  <a:cubicBezTo>
                    <a:pt x="8208" y="21338"/>
                    <a:pt x="8390" y="20578"/>
                    <a:pt x="8542" y="19879"/>
                  </a:cubicBezTo>
                  <a:cubicBezTo>
                    <a:pt x="8724" y="18998"/>
                    <a:pt x="8998" y="18147"/>
                    <a:pt x="9241" y="17295"/>
                  </a:cubicBezTo>
                  <a:cubicBezTo>
                    <a:pt x="9423" y="16566"/>
                    <a:pt x="9606" y="15836"/>
                    <a:pt x="9758" y="15107"/>
                  </a:cubicBezTo>
                  <a:cubicBezTo>
                    <a:pt x="9940" y="14408"/>
                    <a:pt x="10092" y="13648"/>
                    <a:pt x="10183" y="12888"/>
                  </a:cubicBezTo>
                  <a:cubicBezTo>
                    <a:pt x="10305" y="12037"/>
                    <a:pt x="10396" y="11156"/>
                    <a:pt x="10487" y="10304"/>
                  </a:cubicBezTo>
                  <a:cubicBezTo>
                    <a:pt x="10518" y="9909"/>
                    <a:pt x="10518" y="9484"/>
                    <a:pt x="10548" y="9119"/>
                  </a:cubicBezTo>
                  <a:cubicBezTo>
                    <a:pt x="10609" y="8754"/>
                    <a:pt x="10670" y="8450"/>
                    <a:pt x="10700" y="8116"/>
                  </a:cubicBezTo>
                  <a:cubicBezTo>
                    <a:pt x="10700" y="7782"/>
                    <a:pt x="10670" y="7478"/>
                    <a:pt x="10670" y="7174"/>
                  </a:cubicBezTo>
                  <a:cubicBezTo>
                    <a:pt x="10670" y="6779"/>
                    <a:pt x="10791" y="6414"/>
                    <a:pt x="10913" y="6079"/>
                  </a:cubicBezTo>
                  <a:cubicBezTo>
                    <a:pt x="10943" y="5867"/>
                    <a:pt x="11065" y="5684"/>
                    <a:pt x="11126" y="5502"/>
                  </a:cubicBezTo>
                  <a:cubicBezTo>
                    <a:pt x="11217" y="5350"/>
                    <a:pt x="11369" y="5168"/>
                    <a:pt x="11399" y="4985"/>
                  </a:cubicBezTo>
                  <a:cubicBezTo>
                    <a:pt x="11521" y="4590"/>
                    <a:pt x="11582" y="4225"/>
                    <a:pt x="11642" y="3830"/>
                  </a:cubicBezTo>
                  <a:cubicBezTo>
                    <a:pt x="11673" y="3465"/>
                    <a:pt x="11703" y="3101"/>
                    <a:pt x="11703" y="2736"/>
                  </a:cubicBezTo>
                  <a:lnTo>
                    <a:pt x="240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57"/>
            <p:cNvSpPr/>
            <p:nvPr/>
          </p:nvSpPr>
          <p:spPr>
            <a:xfrm>
              <a:off x="1153321" y="2231117"/>
              <a:ext cx="347246" cy="672961"/>
            </a:xfrm>
            <a:custGeom>
              <a:avLst/>
              <a:gdLst/>
              <a:ahLst/>
              <a:cxnLst/>
              <a:rect l="l" t="t" r="r" b="b"/>
              <a:pathLst>
                <a:path w="13192" h="25566" extrusionOk="0">
                  <a:moveTo>
                    <a:pt x="2006" y="0"/>
                  </a:moveTo>
                  <a:lnTo>
                    <a:pt x="1094" y="2462"/>
                  </a:lnTo>
                  <a:cubicBezTo>
                    <a:pt x="973" y="3131"/>
                    <a:pt x="638" y="3647"/>
                    <a:pt x="456" y="4255"/>
                  </a:cubicBezTo>
                  <a:cubicBezTo>
                    <a:pt x="122" y="5502"/>
                    <a:pt x="0" y="6809"/>
                    <a:pt x="122" y="8085"/>
                  </a:cubicBezTo>
                  <a:cubicBezTo>
                    <a:pt x="213" y="9423"/>
                    <a:pt x="608" y="10760"/>
                    <a:pt x="1125" y="11976"/>
                  </a:cubicBezTo>
                  <a:lnTo>
                    <a:pt x="3252" y="19119"/>
                  </a:lnTo>
                  <a:cubicBezTo>
                    <a:pt x="3192" y="19271"/>
                    <a:pt x="3100" y="19423"/>
                    <a:pt x="2949" y="19484"/>
                  </a:cubicBezTo>
                  <a:cubicBezTo>
                    <a:pt x="2857" y="19575"/>
                    <a:pt x="2705" y="19605"/>
                    <a:pt x="2614" y="19727"/>
                  </a:cubicBezTo>
                  <a:cubicBezTo>
                    <a:pt x="2553" y="19818"/>
                    <a:pt x="2493" y="20031"/>
                    <a:pt x="2432" y="20183"/>
                  </a:cubicBezTo>
                  <a:cubicBezTo>
                    <a:pt x="2310" y="20335"/>
                    <a:pt x="2158" y="20426"/>
                    <a:pt x="2006" y="20547"/>
                  </a:cubicBezTo>
                  <a:cubicBezTo>
                    <a:pt x="1824" y="20699"/>
                    <a:pt x="1702" y="20821"/>
                    <a:pt x="1581" y="21034"/>
                  </a:cubicBezTo>
                  <a:cubicBezTo>
                    <a:pt x="1550" y="21155"/>
                    <a:pt x="1429" y="21277"/>
                    <a:pt x="1216" y="21550"/>
                  </a:cubicBezTo>
                  <a:cubicBezTo>
                    <a:pt x="912" y="21885"/>
                    <a:pt x="486" y="22158"/>
                    <a:pt x="152" y="22341"/>
                  </a:cubicBezTo>
                  <a:cubicBezTo>
                    <a:pt x="2523" y="24506"/>
                    <a:pt x="3605" y="25097"/>
                    <a:pt x="4065" y="25097"/>
                  </a:cubicBezTo>
                  <a:cubicBezTo>
                    <a:pt x="4147" y="25097"/>
                    <a:pt x="4209" y="25078"/>
                    <a:pt x="4256" y="25046"/>
                  </a:cubicBezTo>
                  <a:cubicBezTo>
                    <a:pt x="4377" y="24955"/>
                    <a:pt x="5046" y="24195"/>
                    <a:pt x="5167" y="24165"/>
                  </a:cubicBezTo>
                  <a:cubicBezTo>
                    <a:pt x="5193" y="24152"/>
                    <a:pt x="5218" y="24145"/>
                    <a:pt x="5241" y="24145"/>
                  </a:cubicBezTo>
                  <a:cubicBezTo>
                    <a:pt x="5273" y="24145"/>
                    <a:pt x="5302" y="24159"/>
                    <a:pt x="5319" y="24195"/>
                  </a:cubicBezTo>
                  <a:cubicBezTo>
                    <a:pt x="5350" y="24286"/>
                    <a:pt x="5350" y="24347"/>
                    <a:pt x="5350" y="24438"/>
                  </a:cubicBezTo>
                  <a:lnTo>
                    <a:pt x="5471" y="25107"/>
                  </a:lnTo>
                  <a:cubicBezTo>
                    <a:pt x="5502" y="25228"/>
                    <a:pt x="5502" y="25472"/>
                    <a:pt x="5623" y="25532"/>
                  </a:cubicBezTo>
                  <a:cubicBezTo>
                    <a:pt x="5671" y="25556"/>
                    <a:pt x="5728" y="25566"/>
                    <a:pt x="5787" y="25566"/>
                  </a:cubicBezTo>
                  <a:cubicBezTo>
                    <a:pt x="5951" y="25566"/>
                    <a:pt x="6134" y="25494"/>
                    <a:pt x="6201" y="25472"/>
                  </a:cubicBezTo>
                  <a:cubicBezTo>
                    <a:pt x="6445" y="25354"/>
                    <a:pt x="6772" y="25314"/>
                    <a:pt x="7151" y="25314"/>
                  </a:cubicBezTo>
                  <a:cubicBezTo>
                    <a:pt x="7935" y="25314"/>
                    <a:pt x="8940" y="25483"/>
                    <a:pt x="9894" y="25483"/>
                  </a:cubicBezTo>
                  <a:cubicBezTo>
                    <a:pt x="10032" y="25483"/>
                    <a:pt x="10169" y="25480"/>
                    <a:pt x="10304" y="25472"/>
                  </a:cubicBezTo>
                  <a:cubicBezTo>
                    <a:pt x="10973" y="25411"/>
                    <a:pt x="11976" y="25198"/>
                    <a:pt x="13192" y="24468"/>
                  </a:cubicBezTo>
                  <a:cubicBezTo>
                    <a:pt x="13131" y="24165"/>
                    <a:pt x="13070" y="23739"/>
                    <a:pt x="12979" y="23253"/>
                  </a:cubicBezTo>
                  <a:cubicBezTo>
                    <a:pt x="12918" y="22706"/>
                    <a:pt x="12493" y="16991"/>
                    <a:pt x="12371" y="15988"/>
                  </a:cubicBezTo>
                  <a:cubicBezTo>
                    <a:pt x="12280" y="15076"/>
                    <a:pt x="12128" y="14164"/>
                    <a:pt x="11976" y="13252"/>
                  </a:cubicBezTo>
                  <a:cubicBezTo>
                    <a:pt x="11885" y="12857"/>
                    <a:pt x="11854" y="12462"/>
                    <a:pt x="11885" y="12037"/>
                  </a:cubicBezTo>
                  <a:cubicBezTo>
                    <a:pt x="11915" y="11581"/>
                    <a:pt x="12006" y="11125"/>
                    <a:pt x="12037" y="10669"/>
                  </a:cubicBezTo>
                  <a:cubicBezTo>
                    <a:pt x="12128" y="9970"/>
                    <a:pt x="12006" y="9149"/>
                    <a:pt x="11611" y="8511"/>
                  </a:cubicBezTo>
                  <a:cubicBezTo>
                    <a:pt x="11399" y="8146"/>
                    <a:pt x="11095" y="7781"/>
                    <a:pt x="10760" y="7508"/>
                  </a:cubicBezTo>
                  <a:lnTo>
                    <a:pt x="6900" y="3070"/>
                  </a:lnTo>
                  <a:lnTo>
                    <a:pt x="6718" y="3070"/>
                  </a:lnTo>
                  <a:cubicBezTo>
                    <a:pt x="5988" y="3040"/>
                    <a:pt x="5471" y="2736"/>
                    <a:pt x="5167" y="2553"/>
                  </a:cubicBezTo>
                  <a:cubicBezTo>
                    <a:pt x="4559" y="2158"/>
                    <a:pt x="3374" y="1337"/>
                    <a:pt x="200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57"/>
            <p:cNvSpPr/>
            <p:nvPr/>
          </p:nvSpPr>
          <p:spPr>
            <a:xfrm>
              <a:off x="1222918" y="2423113"/>
              <a:ext cx="110449" cy="350484"/>
            </a:xfrm>
            <a:custGeom>
              <a:avLst/>
              <a:gdLst/>
              <a:ahLst/>
              <a:cxnLst/>
              <a:rect l="l" t="t" r="r" b="b"/>
              <a:pathLst>
                <a:path w="4196" h="13315" extrusionOk="0">
                  <a:moveTo>
                    <a:pt x="2402" y="1"/>
                  </a:moveTo>
                  <a:lnTo>
                    <a:pt x="1" y="4682"/>
                  </a:lnTo>
                  <a:lnTo>
                    <a:pt x="4195" y="13314"/>
                  </a:lnTo>
                  <a:cubicBezTo>
                    <a:pt x="4195" y="13314"/>
                    <a:pt x="2827" y="6019"/>
                    <a:pt x="2706" y="5655"/>
                  </a:cubicBezTo>
                  <a:cubicBezTo>
                    <a:pt x="2554" y="5320"/>
                    <a:pt x="3891" y="123"/>
                    <a:pt x="3891" y="123"/>
                  </a:cubicBezTo>
                  <a:lnTo>
                    <a:pt x="240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57"/>
            <p:cNvSpPr/>
            <p:nvPr/>
          </p:nvSpPr>
          <p:spPr>
            <a:xfrm>
              <a:off x="1160507" y="3967455"/>
              <a:ext cx="330479" cy="139141"/>
            </a:xfrm>
            <a:custGeom>
              <a:avLst/>
              <a:gdLst/>
              <a:ahLst/>
              <a:cxnLst/>
              <a:rect l="l" t="t" r="r" b="b"/>
              <a:pathLst>
                <a:path w="12555" h="5286" extrusionOk="0">
                  <a:moveTo>
                    <a:pt x="5213" y="0"/>
                  </a:moveTo>
                  <a:cubicBezTo>
                    <a:pt x="4594" y="0"/>
                    <a:pt x="4308" y="760"/>
                    <a:pt x="3922" y="1119"/>
                  </a:cubicBezTo>
                  <a:cubicBezTo>
                    <a:pt x="3679" y="1393"/>
                    <a:pt x="3283" y="1514"/>
                    <a:pt x="2919" y="1545"/>
                  </a:cubicBezTo>
                  <a:cubicBezTo>
                    <a:pt x="2768" y="1572"/>
                    <a:pt x="2624" y="1587"/>
                    <a:pt x="2478" y="1587"/>
                  </a:cubicBezTo>
                  <a:cubicBezTo>
                    <a:pt x="2299" y="1587"/>
                    <a:pt x="2116" y="1564"/>
                    <a:pt x="1916" y="1514"/>
                  </a:cubicBezTo>
                  <a:cubicBezTo>
                    <a:pt x="1581" y="1423"/>
                    <a:pt x="1277" y="1332"/>
                    <a:pt x="943" y="1241"/>
                  </a:cubicBezTo>
                  <a:lnTo>
                    <a:pt x="669" y="1241"/>
                  </a:lnTo>
                  <a:cubicBezTo>
                    <a:pt x="487" y="1301"/>
                    <a:pt x="457" y="1484"/>
                    <a:pt x="365" y="1636"/>
                  </a:cubicBezTo>
                  <a:cubicBezTo>
                    <a:pt x="153" y="2304"/>
                    <a:pt x="92" y="3064"/>
                    <a:pt x="31" y="3763"/>
                  </a:cubicBezTo>
                  <a:cubicBezTo>
                    <a:pt x="1" y="4067"/>
                    <a:pt x="1" y="4402"/>
                    <a:pt x="31" y="4706"/>
                  </a:cubicBezTo>
                  <a:cubicBezTo>
                    <a:pt x="31" y="4797"/>
                    <a:pt x="61" y="4888"/>
                    <a:pt x="92" y="4949"/>
                  </a:cubicBezTo>
                  <a:cubicBezTo>
                    <a:pt x="244" y="5162"/>
                    <a:pt x="639" y="5192"/>
                    <a:pt x="852" y="5192"/>
                  </a:cubicBezTo>
                  <a:cubicBezTo>
                    <a:pt x="1460" y="5283"/>
                    <a:pt x="2037" y="5283"/>
                    <a:pt x="2645" y="5283"/>
                  </a:cubicBezTo>
                  <a:lnTo>
                    <a:pt x="5745" y="5283"/>
                  </a:lnTo>
                  <a:cubicBezTo>
                    <a:pt x="6162" y="5283"/>
                    <a:pt x="6582" y="5286"/>
                    <a:pt x="7002" y="5286"/>
                  </a:cubicBezTo>
                  <a:cubicBezTo>
                    <a:pt x="8053" y="5286"/>
                    <a:pt x="9111" y="5270"/>
                    <a:pt x="10153" y="5162"/>
                  </a:cubicBezTo>
                  <a:cubicBezTo>
                    <a:pt x="10822" y="5101"/>
                    <a:pt x="11490" y="4979"/>
                    <a:pt x="12098" y="4675"/>
                  </a:cubicBezTo>
                  <a:cubicBezTo>
                    <a:pt x="12341" y="4554"/>
                    <a:pt x="12524" y="4432"/>
                    <a:pt x="12524" y="4189"/>
                  </a:cubicBezTo>
                  <a:cubicBezTo>
                    <a:pt x="12554" y="3611"/>
                    <a:pt x="12402" y="3034"/>
                    <a:pt x="11855" y="2791"/>
                  </a:cubicBezTo>
                  <a:cubicBezTo>
                    <a:pt x="11600" y="2689"/>
                    <a:pt x="11307" y="2672"/>
                    <a:pt x="11013" y="2672"/>
                  </a:cubicBezTo>
                  <a:cubicBezTo>
                    <a:pt x="10873" y="2672"/>
                    <a:pt x="10733" y="2676"/>
                    <a:pt x="10597" y="2676"/>
                  </a:cubicBezTo>
                  <a:cubicBezTo>
                    <a:pt x="10508" y="2676"/>
                    <a:pt x="10420" y="2675"/>
                    <a:pt x="10335" y="2669"/>
                  </a:cubicBezTo>
                  <a:cubicBezTo>
                    <a:pt x="9636" y="2608"/>
                    <a:pt x="8998" y="2396"/>
                    <a:pt x="8390" y="2092"/>
                  </a:cubicBezTo>
                  <a:cubicBezTo>
                    <a:pt x="7752" y="1788"/>
                    <a:pt x="7144" y="1362"/>
                    <a:pt x="6566" y="937"/>
                  </a:cubicBezTo>
                  <a:cubicBezTo>
                    <a:pt x="6293" y="724"/>
                    <a:pt x="5989" y="511"/>
                    <a:pt x="5715" y="268"/>
                  </a:cubicBezTo>
                  <a:cubicBezTo>
                    <a:pt x="5654" y="177"/>
                    <a:pt x="5533" y="86"/>
                    <a:pt x="5411" y="25"/>
                  </a:cubicBezTo>
                  <a:cubicBezTo>
                    <a:pt x="5341" y="8"/>
                    <a:pt x="5275" y="0"/>
                    <a:pt x="521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57"/>
            <p:cNvSpPr/>
            <p:nvPr/>
          </p:nvSpPr>
          <p:spPr>
            <a:xfrm>
              <a:off x="1165324" y="2349068"/>
              <a:ext cx="380071" cy="583965"/>
            </a:xfrm>
            <a:custGeom>
              <a:avLst/>
              <a:gdLst/>
              <a:ahLst/>
              <a:cxnLst/>
              <a:rect l="l" t="t" r="r" b="b"/>
              <a:pathLst>
                <a:path w="14439" h="22185" extrusionOk="0">
                  <a:moveTo>
                    <a:pt x="3022" y="0"/>
                  </a:moveTo>
                  <a:cubicBezTo>
                    <a:pt x="2837" y="0"/>
                    <a:pt x="2649" y="15"/>
                    <a:pt x="2462" y="48"/>
                  </a:cubicBezTo>
                  <a:cubicBezTo>
                    <a:pt x="2006" y="109"/>
                    <a:pt x="1581" y="352"/>
                    <a:pt x="1246" y="686"/>
                  </a:cubicBezTo>
                  <a:cubicBezTo>
                    <a:pt x="760" y="1173"/>
                    <a:pt x="334" y="1872"/>
                    <a:pt x="152" y="2540"/>
                  </a:cubicBezTo>
                  <a:cubicBezTo>
                    <a:pt x="61" y="2875"/>
                    <a:pt x="30" y="3270"/>
                    <a:pt x="30" y="3604"/>
                  </a:cubicBezTo>
                  <a:cubicBezTo>
                    <a:pt x="30" y="4151"/>
                    <a:pt x="0" y="4638"/>
                    <a:pt x="0" y="5185"/>
                  </a:cubicBezTo>
                  <a:cubicBezTo>
                    <a:pt x="0" y="6188"/>
                    <a:pt x="61" y="7221"/>
                    <a:pt x="152" y="8224"/>
                  </a:cubicBezTo>
                  <a:cubicBezTo>
                    <a:pt x="182" y="8650"/>
                    <a:pt x="182" y="9106"/>
                    <a:pt x="182" y="9592"/>
                  </a:cubicBezTo>
                  <a:cubicBezTo>
                    <a:pt x="152" y="9957"/>
                    <a:pt x="61" y="10352"/>
                    <a:pt x="122" y="10717"/>
                  </a:cubicBezTo>
                  <a:cubicBezTo>
                    <a:pt x="152" y="10990"/>
                    <a:pt x="213" y="11203"/>
                    <a:pt x="334" y="11416"/>
                  </a:cubicBezTo>
                  <a:cubicBezTo>
                    <a:pt x="578" y="11781"/>
                    <a:pt x="821" y="12115"/>
                    <a:pt x="1064" y="12510"/>
                  </a:cubicBezTo>
                  <a:cubicBezTo>
                    <a:pt x="1520" y="13392"/>
                    <a:pt x="1976" y="14243"/>
                    <a:pt x="2493" y="15063"/>
                  </a:cubicBezTo>
                  <a:cubicBezTo>
                    <a:pt x="3009" y="15823"/>
                    <a:pt x="3617" y="16492"/>
                    <a:pt x="4225" y="17191"/>
                  </a:cubicBezTo>
                  <a:cubicBezTo>
                    <a:pt x="4894" y="17951"/>
                    <a:pt x="5593" y="18711"/>
                    <a:pt x="6292" y="19410"/>
                  </a:cubicBezTo>
                  <a:cubicBezTo>
                    <a:pt x="7021" y="20048"/>
                    <a:pt x="7751" y="20717"/>
                    <a:pt x="8511" y="21264"/>
                  </a:cubicBezTo>
                  <a:cubicBezTo>
                    <a:pt x="8815" y="21507"/>
                    <a:pt x="9484" y="21842"/>
                    <a:pt x="10365" y="22024"/>
                  </a:cubicBezTo>
                  <a:cubicBezTo>
                    <a:pt x="10862" y="22140"/>
                    <a:pt x="11328" y="22185"/>
                    <a:pt x="11755" y="22185"/>
                  </a:cubicBezTo>
                  <a:cubicBezTo>
                    <a:pt x="12452" y="22185"/>
                    <a:pt x="13044" y="22065"/>
                    <a:pt x="13496" y="21933"/>
                  </a:cubicBezTo>
                  <a:cubicBezTo>
                    <a:pt x="13709" y="21690"/>
                    <a:pt x="14316" y="20930"/>
                    <a:pt x="14377" y="19744"/>
                  </a:cubicBezTo>
                  <a:cubicBezTo>
                    <a:pt x="14438" y="19045"/>
                    <a:pt x="14286" y="18437"/>
                    <a:pt x="14134" y="18133"/>
                  </a:cubicBezTo>
                  <a:cubicBezTo>
                    <a:pt x="13496" y="18042"/>
                    <a:pt x="12766" y="17829"/>
                    <a:pt x="12006" y="17404"/>
                  </a:cubicBezTo>
                  <a:cubicBezTo>
                    <a:pt x="11915" y="17373"/>
                    <a:pt x="11794" y="17282"/>
                    <a:pt x="11733" y="17252"/>
                  </a:cubicBezTo>
                  <a:cubicBezTo>
                    <a:pt x="12158" y="16978"/>
                    <a:pt x="12523" y="16826"/>
                    <a:pt x="12797" y="16766"/>
                  </a:cubicBezTo>
                  <a:cubicBezTo>
                    <a:pt x="13192" y="16644"/>
                    <a:pt x="13435" y="16644"/>
                    <a:pt x="13526" y="16431"/>
                  </a:cubicBezTo>
                  <a:cubicBezTo>
                    <a:pt x="13587" y="16218"/>
                    <a:pt x="13465" y="15975"/>
                    <a:pt x="13405" y="15823"/>
                  </a:cubicBezTo>
                  <a:cubicBezTo>
                    <a:pt x="13237" y="15593"/>
                    <a:pt x="12955" y="15478"/>
                    <a:pt x="12637" y="15478"/>
                  </a:cubicBezTo>
                  <a:cubicBezTo>
                    <a:pt x="12493" y="15478"/>
                    <a:pt x="12341" y="15502"/>
                    <a:pt x="12189" y="15550"/>
                  </a:cubicBezTo>
                  <a:cubicBezTo>
                    <a:pt x="11003" y="16249"/>
                    <a:pt x="9818" y="16948"/>
                    <a:pt x="8693" y="17677"/>
                  </a:cubicBezTo>
                  <a:cubicBezTo>
                    <a:pt x="8663" y="17647"/>
                    <a:pt x="8572" y="17556"/>
                    <a:pt x="8480" y="17495"/>
                  </a:cubicBezTo>
                  <a:cubicBezTo>
                    <a:pt x="7721" y="16735"/>
                    <a:pt x="7508" y="15975"/>
                    <a:pt x="6991" y="14942"/>
                  </a:cubicBezTo>
                  <a:cubicBezTo>
                    <a:pt x="6535" y="14030"/>
                    <a:pt x="6110" y="13118"/>
                    <a:pt x="5623" y="12206"/>
                  </a:cubicBezTo>
                  <a:cubicBezTo>
                    <a:pt x="5441" y="11811"/>
                    <a:pt x="5198" y="11446"/>
                    <a:pt x="4985" y="11051"/>
                  </a:cubicBezTo>
                  <a:cubicBezTo>
                    <a:pt x="4742" y="10686"/>
                    <a:pt x="4468" y="10352"/>
                    <a:pt x="4286" y="9927"/>
                  </a:cubicBezTo>
                  <a:cubicBezTo>
                    <a:pt x="4012" y="9349"/>
                    <a:pt x="4103" y="8832"/>
                    <a:pt x="4134" y="8224"/>
                  </a:cubicBezTo>
                  <a:cubicBezTo>
                    <a:pt x="4164" y="7677"/>
                    <a:pt x="4255" y="7161"/>
                    <a:pt x="4286" y="6613"/>
                  </a:cubicBezTo>
                  <a:cubicBezTo>
                    <a:pt x="4316" y="6127"/>
                    <a:pt x="4347" y="5671"/>
                    <a:pt x="4407" y="5185"/>
                  </a:cubicBezTo>
                  <a:cubicBezTo>
                    <a:pt x="4458" y="4346"/>
                    <a:pt x="4530" y="3550"/>
                    <a:pt x="4535" y="2725"/>
                  </a:cubicBezTo>
                  <a:lnTo>
                    <a:pt x="4535" y="2725"/>
                  </a:lnTo>
                  <a:lnTo>
                    <a:pt x="4559" y="4790"/>
                  </a:lnTo>
                  <a:cubicBezTo>
                    <a:pt x="5046" y="4607"/>
                    <a:pt x="5441" y="4273"/>
                    <a:pt x="5684" y="3756"/>
                  </a:cubicBezTo>
                  <a:cubicBezTo>
                    <a:pt x="5897" y="3391"/>
                    <a:pt x="6049" y="2966"/>
                    <a:pt x="5988" y="2510"/>
                  </a:cubicBezTo>
                  <a:cubicBezTo>
                    <a:pt x="5988" y="2024"/>
                    <a:pt x="5806" y="1568"/>
                    <a:pt x="5532" y="1173"/>
                  </a:cubicBezTo>
                  <a:cubicBezTo>
                    <a:pt x="5289" y="747"/>
                    <a:pt x="4894" y="504"/>
                    <a:pt x="4468" y="291"/>
                  </a:cubicBezTo>
                  <a:cubicBezTo>
                    <a:pt x="4023" y="113"/>
                    <a:pt x="3529" y="0"/>
                    <a:pt x="302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57"/>
            <p:cNvSpPr/>
            <p:nvPr/>
          </p:nvSpPr>
          <p:spPr>
            <a:xfrm>
              <a:off x="1086910" y="1872236"/>
              <a:ext cx="418475" cy="367594"/>
            </a:xfrm>
            <a:custGeom>
              <a:avLst/>
              <a:gdLst/>
              <a:ahLst/>
              <a:cxnLst/>
              <a:rect l="l" t="t" r="r" b="b"/>
              <a:pathLst>
                <a:path w="15898" h="13965" extrusionOk="0">
                  <a:moveTo>
                    <a:pt x="8186" y="0"/>
                  </a:moveTo>
                  <a:cubicBezTo>
                    <a:pt x="7775" y="0"/>
                    <a:pt x="7255" y="94"/>
                    <a:pt x="6779" y="442"/>
                  </a:cubicBezTo>
                  <a:cubicBezTo>
                    <a:pt x="6140" y="868"/>
                    <a:pt x="5897" y="1476"/>
                    <a:pt x="5836" y="1749"/>
                  </a:cubicBezTo>
                  <a:cubicBezTo>
                    <a:pt x="5596" y="1616"/>
                    <a:pt x="4907" y="1176"/>
                    <a:pt x="4000" y="1176"/>
                  </a:cubicBezTo>
                  <a:cubicBezTo>
                    <a:pt x="3876" y="1176"/>
                    <a:pt x="3749" y="1184"/>
                    <a:pt x="3617" y="1202"/>
                  </a:cubicBezTo>
                  <a:cubicBezTo>
                    <a:pt x="3405" y="1233"/>
                    <a:pt x="2857" y="1324"/>
                    <a:pt x="2341" y="1749"/>
                  </a:cubicBezTo>
                  <a:cubicBezTo>
                    <a:pt x="2280" y="1780"/>
                    <a:pt x="1277" y="2570"/>
                    <a:pt x="1307" y="3725"/>
                  </a:cubicBezTo>
                  <a:cubicBezTo>
                    <a:pt x="1338" y="4576"/>
                    <a:pt x="1946" y="4850"/>
                    <a:pt x="1763" y="5427"/>
                  </a:cubicBezTo>
                  <a:cubicBezTo>
                    <a:pt x="1611" y="5944"/>
                    <a:pt x="1003" y="5853"/>
                    <a:pt x="578" y="6491"/>
                  </a:cubicBezTo>
                  <a:cubicBezTo>
                    <a:pt x="0" y="7403"/>
                    <a:pt x="456" y="8619"/>
                    <a:pt x="517" y="8710"/>
                  </a:cubicBezTo>
                  <a:cubicBezTo>
                    <a:pt x="882" y="9652"/>
                    <a:pt x="1733" y="10078"/>
                    <a:pt x="1915" y="10139"/>
                  </a:cubicBezTo>
                  <a:cubicBezTo>
                    <a:pt x="1794" y="10291"/>
                    <a:pt x="1277" y="10929"/>
                    <a:pt x="1338" y="11841"/>
                  </a:cubicBezTo>
                  <a:cubicBezTo>
                    <a:pt x="1429" y="12692"/>
                    <a:pt x="1946" y="13360"/>
                    <a:pt x="2584" y="13725"/>
                  </a:cubicBezTo>
                  <a:cubicBezTo>
                    <a:pt x="2916" y="13900"/>
                    <a:pt x="3255" y="13964"/>
                    <a:pt x="3575" y="13964"/>
                  </a:cubicBezTo>
                  <a:cubicBezTo>
                    <a:pt x="4367" y="13964"/>
                    <a:pt x="5038" y="13569"/>
                    <a:pt x="5168" y="13482"/>
                  </a:cubicBezTo>
                  <a:cubicBezTo>
                    <a:pt x="6475" y="12692"/>
                    <a:pt x="6900" y="11081"/>
                    <a:pt x="7143" y="10078"/>
                  </a:cubicBezTo>
                  <a:cubicBezTo>
                    <a:pt x="7508" y="8740"/>
                    <a:pt x="7447" y="7707"/>
                    <a:pt x="7721" y="7676"/>
                  </a:cubicBezTo>
                  <a:cubicBezTo>
                    <a:pt x="7724" y="7676"/>
                    <a:pt x="7727" y="7676"/>
                    <a:pt x="7730" y="7676"/>
                  </a:cubicBezTo>
                  <a:cubicBezTo>
                    <a:pt x="8027" y="7676"/>
                    <a:pt x="8267" y="9045"/>
                    <a:pt x="8621" y="9045"/>
                  </a:cubicBezTo>
                  <a:cubicBezTo>
                    <a:pt x="8625" y="9045"/>
                    <a:pt x="8629" y="9045"/>
                    <a:pt x="8633" y="9044"/>
                  </a:cubicBezTo>
                  <a:cubicBezTo>
                    <a:pt x="8815" y="9014"/>
                    <a:pt x="9028" y="8467"/>
                    <a:pt x="9028" y="8041"/>
                  </a:cubicBezTo>
                  <a:cubicBezTo>
                    <a:pt x="9028" y="7646"/>
                    <a:pt x="8876" y="7281"/>
                    <a:pt x="8785" y="7129"/>
                  </a:cubicBezTo>
                  <a:cubicBezTo>
                    <a:pt x="8785" y="6977"/>
                    <a:pt x="8876" y="6825"/>
                    <a:pt x="9028" y="6765"/>
                  </a:cubicBezTo>
                  <a:cubicBezTo>
                    <a:pt x="9087" y="6725"/>
                    <a:pt x="9150" y="6708"/>
                    <a:pt x="9216" y="6708"/>
                  </a:cubicBezTo>
                  <a:cubicBezTo>
                    <a:pt x="9554" y="6708"/>
                    <a:pt x="9973" y="7154"/>
                    <a:pt x="10456" y="7281"/>
                  </a:cubicBezTo>
                  <a:cubicBezTo>
                    <a:pt x="10576" y="7319"/>
                    <a:pt x="10712" y="7343"/>
                    <a:pt x="10866" y="7343"/>
                  </a:cubicBezTo>
                  <a:cubicBezTo>
                    <a:pt x="11341" y="7343"/>
                    <a:pt x="11993" y="7112"/>
                    <a:pt x="12888" y="6309"/>
                  </a:cubicBezTo>
                  <a:cubicBezTo>
                    <a:pt x="12888" y="6339"/>
                    <a:pt x="13070" y="7221"/>
                    <a:pt x="13922" y="7585"/>
                  </a:cubicBezTo>
                  <a:cubicBezTo>
                    <a:pt x="14116" y="7663"/>
                    <a:pt x="14332" y="7700"/>
                    <a:pt x="14544" y="7700"/>
                  </a:cubicBezTo>
                  <a:cubicBezTo>
                    <a:pt x="14995" y="7700"/>
                    <a:pt x="15428" y="7531"/>
                    <a:pt x="15593" y="7221"/>
                  </a:cubicBezTo>
                  <a:cubicBezTo>
                    <a:pt x="15897" y="6643"/>
                    <a:pt x="15016" y="6187"/>
                    <a:pt x="14985" y="4880"/>
                  </a:cubicBezTo>
                  <a:cubicBezTo>
                    <a:pt x="14955" y="3938"/>
                    <a:pt x="15441" y="3816"/>
                    <a:pt x="15320" y="2904"/>
                  </a:cubicBezTo>
                  <a:cubicBezTo>
                    <a:pt x="15289" y="2752"/>
                    <a:pt x="15137" y="1476"/>
                    <a:pt x="14073" y="898"/>
                  </a:cubicBezTo>
                  <a:cubicBezTo>
                    <a:pt x="13706" y="692"/>
                    <a:pt x="13338" y="636"/>
                    <a:pt x="13026" y="636"/>
                  </a:cubicBezTo>
                  <a:cubicBezTo>
                    <a:pt x="12692" y="636"/>
                    <a:pt x="12421" y="700"/>
                    <a:pt x="12280" y="716"/>
                  </a:cubicBezTo>
                  <a:cubicBezTo>
                    <a:pt x="11490" y="898"/>
                    <a:pt x="11004" y="1385"/>
                    <a:pt x="10791" y="1597"/>
                  </a:cubicBezTo>
                  <a:cubicBezTo>
                    <a:pt x="10730" y="1354"/>
                    <a:pt x="10608" y="1050"/>
                    <a:pt x="10335" y="746"/>
                  </a:cubicBezTo>
                  <a:cubicBezTo>
                    <a:pt x="9848" y="230"/>
                    <a:pt x="9180" y="108"/>
                    <a:pt x="8815" y="78"/>
                  </a:cubicBezTo>
                  <a:cubicBezTo>
                    <a:pt x="8682" y="41"/>
                    <a:pt x="8458" y="0"/>
                    <a:pt x="81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57"/>
            <p:cNvSpPr/>
            <p:nvPr/>
          </p:nvSpPr>
          <p:spPr>
            <a:xfrm>
              <a:off x="1250925" y="2062732"/>
              <a:ext cx="55225" cy="74809"/>
            </a:xfrm>
            <a:custGeom>
              <a:avLst/>
              <a:gdLst/>
              <a:ahLst/>
              <a:cxnLst/>
              <a:rect l="l" t="t" r="r" b="b"/>
              <a:pathLst>
                <a:path w="2098" h="2842" extrusionOk="0">
                  <a:moveTo>
                    <a:pt x="898" y="1"/>
                  </a:moveTo>
                  <a:cubicBezTo>
                    <a:pt x="643" y="1"/>
                    <a:pt x="403" y="141"/>
                    <a:pt x="274" y="348"/>
                  </a:cubicBezTo>
                  <a:cubicBezTo>
                    <a:pt x="0" y="774"/>
                    <a:pt x="244" y="1412"/>
                    <a:pt x="426" y="1838"/>
                  </a:cubicBezTo>
                  <a:cubicBezTo>
                    <a:pt x="608" y="2233"/>
                    <a:pt x="973" y="2750"/>
                    <a:pt x="1429" y="2841"/>
                  </a:cubicBezTo>
                  <a:cubicBezTo>
                    <a:pt x="1435" y="2841"/>
                    <a:pt x="1455" y="2842"/>
                    <a:pt x="1483" y="2842"/>
                  </a:cubicBezTo>
                  <a:cubicBezTo>
                    <a:pt x="1597" y="2842"/>
                    <a:pt x="1855" y="2823"/>
                    <a:pt x="1976" y="2628"/>
                  </a:cubicBezTo>
                  <a:cubicBezTo>
                    <a:pt x="2098" y="2476"/>
                    <a:pt x="2067" y="2324"/>
                    <a:pt x="2037" y="2263"/>
                  </a:cubicBezTo>
                  <a:cubicBezTo>
                    <a:pt x="2067" y="1929"/>
                    <a:pt x="2037" y="1503"/>
                    <a:pt x="1976" y="1078"/>
                  </a:cubicBezTo>
                  <a:cubicBezTo>
                    <a:pt x="1976" y="1047"/>
                    <a:pt x="1946" y="956"/>
                    <a:pt x="1915" y="895"/>
                  </a:cubicBezTo>
                  <a:cubicBezTo>
                    <a:pt x="1915" y="895"/>
                    <a:pt x="1885" y="743"/>
                    <a:pt x="1794" y="622"/>
                  </a:cubicBezTo>
                  <a:cubicBezTo>
                    <a:pt x="1642" y="348"/>
                    <a:pt x="1368" y="105"/>
                    <a:pt x="1034" y="14"/>
                  </a:cubicBezTo>
                  <a:cubicBezTo>
                    <a:pt x="988" y="5"/>
                    <a:pt x="943" y="1"/>
                    <a:pt x="89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57"/>
            <p:cNvSpPr/>
            <p:nvPr/>
          </p:nvSpPr>
          <p:spPr>
            <a:xfrm>
              <a:off x="3156727" y="3891277"/>
              <a:ext cx="176861" cy="184863"/>
            </a:xfrm>
            <a:custGeom>
              <a:avLst/>
              <a:gdLst/>
              <a:ahLst/>
              <a:cxnLst/>
              <a:rect l="l" t="t" r="r" b="b"/>
              <a:pathLst>
                <a:path w="6719" h="7023" extrusionOk="0">
                  <a:moveTo>
                    <a:pt x="3284" y="1"/>
                  </a:moveTo>
                  <a:cubicBezTo>
                    <a:pt x="3284" y="1"/>
                    <a:pt x="1" y="2524"/>
                    <a:pt x="1" y="3071"/>
                  </a:cubicBezTo>
                  <a:cubicBezTo>
                    <a:pt x="1" y="3648"/>
                    <a:pt x="1065" y="7022"/>
                    <a:pt x="1065" y="7022"/>
                  </a:cubicBezTo>
                  <a:lnTo>
                    <a:pt x="6262" y="7022"/>
                  </a:lnTo>
                  <a:cubicBezTo>
                    <a:pt x="6262" y="7022"/>
                    <a:pt x="6718" y="5898"/>
                    <a:pt x="6566" y="5472"/>
                  </a:cubicBezTo>
                  <a:cubicBezTo>
                    <a:pt x="6414" y="5047"/>
                    <a:pt x="4743" y="3770"/>
                    <a:pt x="4652" y="3527"/>
                  </a:cubicBezTo>
                  <a:cubicBezTo>
                    <a:pt x="4560" y="3253"/>
                    <a:pt x="3284" y="1"/>
                    <a:pt x="32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57"/>
            <p:cNvSpPr/>
            <p:nvPr/>
          </p:nvSpPr>
          <p:spPr>
            <a:xfrm>
              <a:off x="2375054" y="3890488"/>
              <a:ext cx="199235" cy="196050"/>
            </a:xfrm>
            <a:custGeom>
              <a:avLst/>
              <a:gdLst/>
              <a:ahLst/>
              <a:cxnLst/>
              <a:rect l="l" t="t" r="r" b="b"/>
              <a:pathLst>
                <a:path w="7569" h="7448" extrusionOk="0">
                  <a:moveTo>
                    <a:pt x="4225" y="0"/>
                  </a:moveTo>
                  <a:cubicBezTo>
                    <a:pt x="4225" y="0"/>
                    <a:pt x="3435" y="2554"/>
                    <a:pt x="3040" y="3162"/>
                  </a:cubicBezTo>
                  <a:cubicBezTo>
                    <a:pt x="2675" y="3769"/>
                    <a:pt x="517" y="5320"/>
                    <a:pt x="396" y="5502"/>
                  </a:cubicBezTo>
                  <a:cubicBezTo>
                    <a:pt x="304" y="5684"/>
                    <a:pt x="0" y="7447"/>
                    <a:pt x="0" y="7447"/>
                  </a:cubicBezTo>
                  <a:lnTo>
                    <a:pt x="7235" y="7447"/>
                  </a:lnTo>
                  <a:cubicBezTo>
                    <a:pt x="7235" y="7447"/>
                    <a:pt x="7569" y="4773"/>
                    <a:pt x="7569" y="4256"/>
                  </a:cubicBezTo>
                  <a:cubicBezTo>
                    <a:pt x="7569" y="3678"/>
                    <a:pt x="7326" y="2128"/>
                    <a:pt x="7326" y="2128"/>
                  </a:cubicBezTo>
                  <a:lnTo>
                    <a:pt x="7143" y="304"/>
                  </a:lnTo>
                  <a:lnTo>
                    <a:pt x="42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57"/>
            <p:cNvSpPr/>
            <p:nvPr/>
          </p:nvSpPr>
          <p:spPr>
            <a:xfrm>
              <a:off x="2469473" y="2823979"/>
              <a:ext cx="812918" cy="1127524"/>
            </a:xfrm>
            <a:custGeom>
              <a:avLst/>
              <a:gdLst/>
              <a:ahLst/>
              <a:cxnLst/>
              <a:rect l="l" t="t" r="r" b="b"/>
              <a:pathLst>
                <a:path w="30883" h="42835" extrusionOk="0">
                  <a:moveTo>
                    <a:pt x="22554" y="0"/>
                  </a:moveTo>
                  <a:lnTo>
                    <a:pt x="6292" y="851"/>
                  </a:lnTo>
                  <a:cubicBezTo>
                    <a:pt x="6292" y="851"/>
                    <a:pt x="4407" y="6900"/>
                    <a:pt x="4286" y="8511"/>
                  </a:cubicBezTo>
                  <a:cubicBezTo>
                    <a:pt x="4164" y="10152"/>
                    <a:pt x="2432" y="20882"/>
                    <a:pt x="2189" y="21855"/>
                  </a:cubicBezTo>
                  <a:cubicBezTo>
                    <a:pt x="1125" y="26718"/>
                    <a:pt x="0" y="37387"/>
                    <a:pt x="0" y="37387"/>
                  </a:cubicBezTo>
                  <a:lnTo>
                    <a:pt x="760" y="38390"/>
                  </a:lnTo>
                  <a:lnTo>
                    <a:pt x="0" y="39879"/>
                  </a:lnTo>
                  <a:lnTo>
                    <a:pt x="0" y="41764"/>
                  </a:lnTo>
                  <a:cubicBezTo>
                    <a:pt x="0" y="41764"/>
                    <a:pt x="1216" y="41429"/>
                    <a:pt x="1793" y="41429"/>
                  </a:cubicBezTo>
                  <a:cubicBezTo>
                    <a:pt x="2341" y="41429"/>
                    <a:pt x="3921" y="42068"/>
                    <a:pt x="3921" y="42068"/>
                  </a:cubicBezTo>
                  <a:cubicBezTo>
                    <a:pt x="3921" y="42068"/>
                    <a:pt x="5593" y="37447"/>
                    <a:pt x="5593" y="36748"/>
                  </a:cubicBezTo>
                  <a:cubicBezTo>
                    <a:pt x="5593" y="36080"/>
                    <a:pt x="6353" y="35715"/>
                    <a:pt x="6262" y="35229"/>
                  </a:cubicBezTo>
                  <a:cubicBezTo>
                    <a:pt x="6201" y="34742"/>
                    <a:pt x="6018" y="33405"/>
                    <a:pt x="6262" y="32827"/>
                  </a:cubicBezTo>
                  <a:cubicBezTo>
                    <a:pt x="6505" y="32280"/>
                    <a:pt x="7629" y="27265"/>
                    <a:pt x="7721" y="25928"/>
                  </a:cubicBezTo>
                  <a:cubicBezTo>
                    <a:pt x="7781" y="24590"/>
                    <a:pt x="9301" y="20456"/>
                    <a:pt x="9301" y="20456"/>
                  </a:cubicBezTo>
                  <a:cubicBezTo>
                    <a:pt x="9301" y="20456"/>
                    <a:pt x="11094" y="15168"/>
                    <a:pt x="11398" y="14408"/>
                  </a:cubicBezTo>
                  <a:cubicBezTo>
                    <a:pt x="11672" y="13648"/>
                    <a:pt x="12098" y="9696"/>
                    <a:pt x="13891" y="9696"/>
                  </a:cubicBezTo>
                  <a:cubicBezTo>
                    <a:pt x="15684" y="9696"/>
                    <a:pt x="18511" y="15350"/>
                    <a:pt x="18967" y="17447"/>
                  </a:cubicBezTo>
                  <a:cubicBezTo>
                    <a:pt x="19423" y="19544"/>
                    <a:pt x="22462" y="29727"/>
                    <a:pt x="22918" y="30487"/>
                  </a:cubicBezTo>
                  <a:cubicBezTo>
                    <a:pt x="23374" y="31247"/>
                    <a:pt x="25198" y="33800"/>
                    <a:pt x="25198" y="33800"/>
                  </a:cubicBezTo>
                  <a:lnTo>
                    <a:pt x="24499" y="36536"/>
                  </a:lnTo>
                  <a:lnTo>
                    <a:pt x="24985" y="40274"/>
                  </a:lnTo>
                  <a:cubicBezTo>
                    <a:pt x="24985" y="40274"/>
                    <a:pt x="25289" y="42220"/>
                    <a:pt x="25350" y="42645"/>
                  </a:cubicBezTo>
                  <a:cubicBezTo>
                    <a:pt x="25360" y="42787"/>
                    <a:pt x="25543" y="42834"/>
                    <a:pt x="25781" y="42834"/>
                  </a:cubicBezTo>
                  <a:cubicBezTo>
                    <a:pt x="26259" y="42834"/>
                    <a:pt x="26961" y="42645"/>
                    <a:pt x="26961" y="42645"/>
                  </a:cubicBezTo>
                  <a:cubicBezTo>
                    <a:pt x="26961" y="42645"/>
                    <a:pt x="29909" y="42037"/>
                    <a:pt x="30335" y="41764"/>
                  </a:cubicBezTo>
                  <a:cubicBezTo>
                    <a:pt x="30791" y="41551"/>
                    <a:pt x="30882" y="40487"/>
                    <a:pt x="30761" y="40183"/>
                  </a:cubicBezTo>
                  <a:cubicBezTo>
                    <a:pt x="30700" y="39818"/>
                    <a:pt x="30396" y="39180"/>
                    <a:pt x="30396" y="38846"/>
                  </a:cubicBezTo>
                  <a:cubicBezTo>
                    <a:pt x="30396" y="38511"/>
                    <a:pt x="28390" y="25076"/>
                    <a:pt x="28177" y="24073"/>
                  </a:cubicBezTo>
                  <a:cubicBezTo>
                    <a:pt x="27995" y="23040"/>
                    <a:pt x="26444" y="19393"/>
                    <a:pt x="26110" y="17873"/>
                  </a:cubicBezTo>
                  <a:cubicBezTo>
                    <a:pt x="25745" y="16323"/>
                    <a:pt x="25411" y="12766"/>
                    <a:pt x="25411" y="11642"/>
                  </a:cubicBezTo>
                  <a:cubicBezTo>
                    <a:pt x="25411" y="10487"/>
                    <a:pt x="25228" y="9271"/>
                    <a:pt x="25228" y="8784"/>
                  </a:cubicBezTo>
                  <a:cubicBezTo>
                    <a:pt x="25228" y="8298"/>
                    <a:pt x="22554" y="0"/>
                    <a:pt x="2255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57"/>
            <p:cNvSpPr/>
            <p:nvPr/>
          </p:nvSpPr>
          <p:spPr>
            <a:xfrm>
              <a:off x="2514274" y="2093635"/>
              <a:ext cx="643296" cy="828974"/>
            </a:xfrm>
            <a:custGeom>
              <a:avLst/>
              <a:gdLst/>
              <a:ahLst/>
              <a:cxnLst/>
              <a:rect l="l" t="t" r="r" b="b"/>
              <a:pathLst>
                <a:path w="24439" h="31493" extrusionOk="0">
                  <a:moveTo>
                    <a:pt x="8724" y="1"/>
                  </a:moveTo>
                  <a:cubicBezTo>
                    <a:pt x="8509" y="1"/>
                    <a:pt x="8274" y="24"/>
                    <a:pt x="8025" y="86"/>
                  </a:cubicBezTo>
                  <a:cubicBezTo>
                    <a:pt x="7326" y="299"/>
                    <a:pt x="7265" y="603"/>
                    <a:pt x="6353" y="1089"/>
                  </a:cubicBezTo>
                  <a:cubicBezTo>
                    <a:pt x="5806" y="1393"/>
                    <a:pt x="5715" y="1363"/>
                    <a:pt x="3921" y="2001"/>
                  </a:cubicBezTo>
                  <a:cubicBezTo>
                    <a:pt x="2736" y="2427"/>
                    <a:pt x="2158" y="2639"/>
                    <a:pt x="2098" y="2731"/>
                  </a:cubicBezTo>
                  <a:cubicBezTo>
                    <a:pt x="1094" y="3642"/>
                    <a:pt x="1702" y="5101"/>
                    <a:pt x="1216" y="7472"/>
                  </a:cubicBezTo>
                  <a:cubicBezTo>
                    <a:pt x="942" y="8688"/>
                    <a:pt x="0" y="9874"/>
                    <a:pt x="91" y="10360"/>
                  </a:cubicBezTo>
                  <a:cubicBezTo>
                    <a:pt x="145" y="10792"/>
                    <a:pt x="1424" y="10816"/>
                    <a:pt x="2562" y="10816"/>
                  </a:cubicBezTo>
                  <a:cubicBezTo>
                    <a:pt x="2704" y="10816"/>
                    <a:pt x="2844" y="10816"/>
                    <a:pt x="2979" y="10816"/>
                  </a:cubicBezTo>
                  <a:cubicBezTo>
                    <a:pt x="4017" y="10816"/>
                    <a:pt x="4390" y="10623"/>
                    <a:pt x="4655" y="10623"/>
                  </a:cubicBezTo>
                  <a:cubicBezTo>
                    <a:pt x="4740" y="10623"/>
                    <a:pt x="4813" y="10643"/>
                    <a:pt x="4894" y="10694"/>
                  </a:cubicBezTo>
                  <a:cubicBezTo>
                    <a:pt x="6353" y="11545"/>
                    <a:pt x="3587" y="17017"/>
                    <a:pt x="3769" y="22700"/>
                  </a:cubicBezTo>
                  <a:cubicBezTo>
                    <a:pt x="3800" y="23248"/>
                    <a:pt x="3891" y="24980"/>
                    <a:pt x="3769" y="27351"/>
                  </a:cubicBezTo>
                  <a:cubicBezTo>
                    <a:pt x="3739" y="28415"/>
                    <a:pt x="3648" y="29327"/>
                    <a:pt x="3587" y="29874"/>
                  </a:cubicBezTo>
                  <a:cubicBezTo>
                    <a:pt x="7143" y="30846"/>
                    <a:pt x="10213" y="31211"/>
                    <a:pt x="12462" y="31394"/>
                  </a:cubicBezTo>
                  <a:cubicBezTo>
                    <a:pt x="13365" y="31460"/>
                    <a:pt x="14147" y="31492"/>
                    <a:pt x="14835" y="31492"/>
                  </a:cubicBezTo>
                  <a:cubicBezTo>
                    <a:pt x="16996" y="31492"/>
                    <a:pt x="18225" y="31172"/>
                    <a:pt x="19332" y="30573"/>
                  </a:cubicBezTo>
                  <a:cubicBezTo>
                    <a:pt x="20548" y="29935"/>
                    <a:pt x="21368" y="29084"/>
                    <a:pt x="21885" y="28476"/>
                  </a:cubicBezTo>
                  <a:cubicBezTo>
                    <a:pt x="21429" y="27503"/>
                    <a:pt x="21308" y="26682"/>
                    <a:pt x="21308" y="26135"/>
                  </a:cubicBezTo>
                  <a:cubicBezTo>
                    <a:pt x="21308" y="25314"/>
                    <a:pt x="21460" y="25071"/>
                    <a:pt x="21399" y="24038"/>
                  </a:cubicBezTo>
                  <a:cubicBezTo>
                    <a:pt x="21399" y="23704"/>
                    <a:pt x="21308" y="23278"/>
                    <a:pt x="21125" y="22245"/>
                  </a:cubicBezTo>
                  <a:cubicBezTo>
                    <a:pt x="20821" y="20846"/>
                    <a:pt x="20639" y="20299"/>
                    <a:pt x="20487" y="19600"/>
                  </a:cubicBezTo>
                  <a:cubicBezTo>
                    <a:pt x="20305" y="18719"/>
                    <a:pt x="19575" y="15588"/>
                    <a:pt x="21125" y="13369"/>
                  </a:cubicBezTo>
                  <a:cubicBezTo>
                    <a:pt x="21308" y="13095"/>
                    <a:pt x="21460" y="12913"/>
                    <a:pt x="21581" y="12792"/>
                  </a:cubicBezTo>
                  <a:cubicBezTo>
                    <a:pt x="21815" y="12921"/>
                    <a:pt x="22004" y="13316"/>
                    <a:pt x="22281" y="13316"/>
                  </a:cubicBezTo>
                  <a:cubicBezTo>
                    <a:pt x="22328" y="13316"/>
                    <a:pt x="22379" y="13305"/>
                    <a:pt x="22432" y="13278"/>
                  </a:cubicBezTo>
                  <a:cubicBezTo>
                    <a:pt x="22736" y="13095"/>
                    <a:pt x="23192" y="9813"/>
                    <a:pt x="23587" y="8840"/>
                  </a:cubicBezTo>
                  <a:cubicBezTo>
                    <a:pt x="23891" y="8111"/>
                    <a:pt x="24286" y="7351"/>
                    <a:pt x="24347" y="6256"/>
                  </a:cubicBezTo>
                  <a:cubicBezTo>
                    <a:pt x="24408" y="5770"/>
                    <a:pt x="24438" y="4706"/>
                    <a:pt x="23800" y="3734"/>
                  </a:cubicBezTo>
                  <a:cubicBezTo>
                    <a:pt x="23678" y="3582"/>
                    <a:pt x="23496" y="3278"/>
                    <a:pt x="22827" y="2791"/>
                  </a:cubicBezTo>
                  <a:cubicBezTo>
                    <a:pt x="22584" y="2609"/>
                    <a:pt x="22067" y="2214"/>
                    <a:pt x="20001" y="1272"/>
                  </a:cubicBezTo>
                  <a:cubicBezTo>
                    <a:pt x="19271" y="968"/>
                    <a:pt x="18937" y="785"/>
                    <a:pt x="18572" y="664"/>
                  </a:cubicBezTo>
                  <a:cubicBezTo>
                    <a:pt x="17660" y="360"/>
                    <a:pt x="16870" y="208"/>
                    <a:pt x="16232" y="147"/>
                  </a:cubicBezTo>
                  <a:cubicBezTo>
                    <a:pt x="15563" y="62"/>
                    <a:pt x="14996" y="30"/>
                    <a:pt x="14498" y="30"/>
                  </a:cubicBezTo>
                  <a:cubicBezTo>
                    <a:pt x="13061" y="30"/>
                    <a:pt x="12197" y="294"/>
                    <a:pt x="11104" y="294"/>
                  </a:cubicBezTo>
                  <a:cubicBezTo>
                    <a:pt x="10684" y="294"/>
                    <a:pt x="10230" y="255"/>
                    <a:pt x="9696" y="147"/>
                  </a:cubicBezTo>
                  <a:cubicBezTo>
                    <a:pt x="9476" y="87"/>
                    <a:pt x="9138" y="1"/>
                    <a:pt x="87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57"/>
            <p:cNvSpPr/>
            <p:nvPr/>
          </p:nvSpPr>
          <p:spPr>
            <a:xfrm>
              <a:off x="2813508" y="1967866"/>
              <a:ext cx="124032" cy="142457"/>
            </a:xfrm>
            <a:custGeom>
              <a:avLst/>
              <a:gdLst/>
              <a:ahLst/>
              <a:cxnLst/>
              <a:rect l="l" t="t" r="r" b="b"/>
              <a:pathLst>
                <a:path w="4712" h="5412" extrusionOk="0">
                  <a:moveTo>
                    <a:pt x="3952" y="1"/>
                  </a:moveTo>
                  <a:cubicBezTo>
                    <a:pt x="2918" y="62"/>
                    <a:pt x="1885" y="92"/>
                    <a:pt x="821" y="122"/>
                  </a:cubicBezTo>
                  <a:cubicBezTo>
                    <a:pt x="578" y="1885"/>
                    <a:pt x="304" y="3648"/>
                    <a:pt x="0" y="5411"/>
                  </a:cubicBezTo>
                  <a:lnTo>
                    <a:pt x="4712" y="5411"/>
                  </a:lnTo>
                  <a:cubicBezTo>
                    <a:pt x="4438" y="3618"/>
                    <a:pt x="4225" y="1794"/>
                    <a:pt x="3952" y="1"/>
                  </a:cubicBezTo>
                  <a:close/>
                </a:path>
              </a:pathLst>
            </a:custGeom>
            <a:solidFill>
              <a:srgbClr val="BC6C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57"/>
            <p:cNvSpPr/>
            <p:nvPr/>
          </p:nvSpPr>
          <p:spPr>
            <a:xfrm>
              <a:off x="2725485" y="2079052"/>
              <a:ext cx="279255" cy="132981"/>
            </a:xfrm>
            <a:custGeom>
              <a:avLst/>
              <a:gdLst/>
              <a:ahLst/>
              <a:cxnLst/>
              <a:rect l="l" t="t" r="r" b="b"/>
              <a:pathLst>
                <a:path w="10609" h="5052" extrusionOk="0">
                  <a:moveTo>
                    <a:pt x="4501" y="1"/>
                  </a:moveTo>
                  <a:cubicBezTo>
                    <a:pt x="2574" y="1"/>
                    <a:pt x="1042" y="354"/>
                    <a:pt x="1" y="640"/>
                  </a:cubicBezTo>
                  <a:cubicBezTo>
                    <a:pt x="517" y="3163"/>
                    <a:pt x="2706" y="4987"/>
                    <a:pt x="5198" y="5048"/>
                  </a:cubicBezTo>
                  <a:cubicBezTo>
                    <a:pt x="5266" y="5050"/>
                    <a:pt x="5334" y="5051"/>
                    <a:pt x="5402" y="5051"/>
                  </a:cubicBezTo>
                  <a:cubicBezTo>
                    <a:pt x="7753" y="5051"/>
                    <a:pt x="9870" y="3522"/>
                    <a:pt x="10609" y="1218"/>
                  </a:cubicBezTo>
                  <a:cubicBezTo>
                    <a:pt x="9454" y="762"/>
                    <a:pt x="7691" y="184"/>
                    <a:pt x="5502" y="32"/>
                  </a:cubicBezTo>
                  <a:cubicBezTo>
                    <a:pt x="5158" y="10"/>
                    <a:pt x="4824" y="1"/>
                    <a:pt x="45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57"/>
            <p:cNvSpPr/>
            <p:nvPr/>
          </p:nvSpPr>
          <p:spPr>
            <a:xfrm>
              <a:off x="2786290" y="1759444"/>
              <a:ext cx="203262" cy="180467"/>
            </a:xfrm>
            <a:custGeom>
              <a:avLst/>
              <a:gdLst/>
              <a:ahLst/>
              <a:cxnLst/>
              <a:rect l="l" t="t" r="r" b="b"/>
              <a:pathLst>
                <a:path w="7722" h="6856" extrusionOk="0">
                  <a:moveTo>
                    <a:pt x="3785" y="0"/>
                  </a:moveTo>
                  <a:cubicBezTo>
                    <a:pt x="2211" y="0"/>
                    <a:pt x="737" y="945"/>
                    <a:pt x="1" y="2417"/>
                  </a:cubicBezTo>
                  <a:cubicBezTo>
                    <a:pt x="92" y="3785"/>
                    <a:pt x="153" y="5183"/>
                    <a:pt x="244" y="6551"/>
                  </a:cubicBezTo>
                  <a:cubicBezTo>
                    <a:pt x="2615" y="6673"/>
                    <a:pt x="5046" y="6764"/>
                    <a:pt x="7448" y="6855"/>
                  </a:cubicBezTo>
                  <a:cubicBezTo>
                    <a:pt x="7508" y="5426"/>
                    <a:pt x="7630" y="4028"/>
                    <a:pt x="7721" y="2569"/>
                  </a:cubicBezTo>
                  <a:cubicBezTo>
                    <a:pt x="7053" y="1141"/>
                    <a:pt x="5715" y="138"/>
                    <a:pt x="4135" y="16"/>
                  </a:cubicBezTo>
                  <a:cubicBezTo>
                    <a:pt x="4018" y="6"/>
                    <a:pt x="3901" y="0"/>
                    <a:pt x="378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57"/>
            <p:cNvSpPr/>
            <p:nvPr/>
          </p:nvSpPr>
          <p:spPr>
            <a:xfrm>
              <a:off x="2523065" y="2362545"/>
              <a:ext cx="548087" cy="284625"/>
            </a:xfrm>
            <a:custGeom>
              <a:avLst/>
              <a:gdLst/>
              <a:ahLst/>
              <a:cxnLst/>
              <a:rect l="l" t="t" r="r" b="b"/>
              <a:pathLst>
                <a:path w="20822" h="10813" extrusionOk="0">
                  <a:moveTo>
                    <a:pt x="1553" y="1"/>
                  </a:moveTo>
                  <a:cubicBezTo>
                    <a:pt x="1007" y="1"/>
                    <a:pt x="533" y="48"/>
                    <a:pt x="213" y="144"/>
                  </a:cubicBezTo>
                  <a:cubicBezTo>
                    <a:pt x="1" y="1420"/>
                    <a:pt x="457" y="4734"/>
                    <a:pt x="548" y="7104"/>
                  </a:cubicBezTo>
                  <a:cubicBezTo>
                    <a:pt x="548" y="7500"/>
                    <a:pt x="578" y="8229"/>
                    <a:pt x="1034" y="8837"/>
                  </a:cubicBezTo>
                  <a:cubicBezTo>
                    <a:pt x="1277" y="9111"/>
                    <a:pt x="1672" y="9536"/>
                    <a:pt x="2584" y="9779"/>
                  </a:cubicBezTo>
                  <a:cubicBezTo>
                    <a:pt x="4104" y="10205"/>
                    <a:pt x="8603" y="10600"/>
                    <a:pt x="14591" y="10813"/>
                  </a:cubicBezTo>
                  <a:cubicBezTo>
                    <a:pt x="16019" y="10144"/>
                    <a:pt x="17417" y="9475"/>
                    <a:pt x="18816" y="8807"/>
                  </a:cubicBezTo>
                  <a:cubicBezTo>
                    <a:pt x="20153" y="7408"/>
                    <a:pt x="20822" y="5828"/>
                    <a:pt x="20335" y="5068"/>
                  </a:cubicBezTo>
                  <a:cubicBezTo>
                    <a:pt x="20086" y="4688"/>
                    <a:pt x="19558" y="4526"/>
                    <a:pt x="18913" y="4526"/>
                  </a:cubicBezTo>
                  <a:cubicBezTo>
                    <a:pt x="17907" y="4526"/>
                    <a:pt x="16617" y="4919"/>
                    <a:pt x="15654" y="5493"/>
                  </a:cubicBezTo>
                  <a:cubicBezTo>
                    <a:pt x="14347" y="6284"/>
                    <a:pt x="13648" y="7500"/>
                    <a:pt x="13344" y="8168"/>
                  </a:cubicBezTo>
                  <a:cubicBezTo>
                    <a:pt x="11946" y="7864"/>
                    <a:pt x="10426" y="7500"/>
                    <a:pt x="8815" y="7013"/>
                  </a:cubicBezTo>
                  <a:cubicBezTo>
                    <a:pt x="7417" y="6588"/>
                    <a:pt x="6141" y="6132"/>
                    <a:pt x="4925" y="5676"/>
                  </a:cubicBezTo>
                  <a:cubicBezTo>
                    <a:pt x="5016" y="4916"/>
                    <a:pt x="5137" y="3943"/>
                    <a:pt x="5107" y="2879"/>
                  </a:cubicBezTo>
                  <a:cubicBezTo>
                    <a:pt x="5077" y="1785"/>
                    <a:pt x="4985" y="1238"/>
                    <a:pt x="4833" y="478"/>
                  </a:cubicBezTo>
                  <a:cubicBezTo>
                    <a:pt x="3827" y="163"/>
                    <a:pt x="2565" y="1"/>
                    <a:pt x="15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57"/>
            <p:cNvSpPr/>
            <p:nvPr/>
          </p:nvSpPr>
          <p:spPr>
            <a:xfrm>
              <a:off x="2783105" y="1806140"/>
              <a:ext cx="212054" cy="268226"/>
            </a:xfrm>
            <a:custGeom>
              <a:avLst/>
              <a:gdLst/>
              <a:ahLst/>
              <a:cxnLst/>
              <a:rect l="l" t="t" r="r" b="b"/>
              <a:pathLst>
                <a:path w="8056" h="10190" extrusionOk="0">
                  <a:moveTo>
                    <a:pt x="3895" y="1"/>
                  </a:moveTo>
                  <a:cubicBezTo>
                    <a:pt x="3834" y="1"/>
                    <a:pt x="3771" y="2"/>
                    <a:pt x="3708" y="5"/>
                  </a:cubicBezTo>
                  <a:cubicBezTo>
                    <a:pt x="2401" y="66"/>
                    <a:pt x="1490" y="734"/>
                    <a:pt x="1186" y="978"/>
                  </a:cubicBezTo>
                  <a:cubicBezTo>
                    <a:pt x="1034" y="1950"/>
                    <a:pt x="882" y="2923"/>
                    <a:pt x="730" y="3865"/>
                  </a:cubicBezTo>
                  <a:cubicBezTo>
                    <a:pt x="608" y="3865"/>
                    <a:pt x="395" y="3926"/>
                    <a:pt x="243" y="4078"/>
                  </a:cubicBezTo>
                  <a:cubicBezTo>
                    <a:pt x="213" y="4139"/>
                    <a:pt x="91" y="4260"/>
                    <a:pt x="61" y="5051"/>
                  </a:cubicBezTo>
                  <a:cubicBezTo>
                    <a:pt x="0" y="5659"/>
                    <a:pt x="61" y="5780"/>
                    <a:pt x="122" y="5841"/>
                  </a:cubicBezTo>
                  <a:cubicBezTo>
                    <a:pt x="243" y="5932"/>
                    <a:pt x="426" y="5932"/>
                    <a:pt x="547" y="5932"/>
                  </a:cubicBezTo>
                  <a:cubicBezTo>
                    <a:pt x="608" y="6510"/>
                    <a:pt x="851" y="7452"/>
                    <a:pt x="1520" y="8425"/>
                  </a:cubicBezTo>
                  <a:cubicBezTo>
                    <a:pt x="2037" y="9154"/>
                    <a:pt x="2705" y="10157"/>
                    <a:pt x="3739" y="10187"/>
                  </a:cubicBezTo>
                  <a:cubicBezTo>
                    <a:pt x="3769" y="10189"/>
                    <a:pt x="3799" y="10190"/>
                    <a:pt x="3829" y="10190"/>
                  </a:cubicBezTo>
                  <a:cubicBezTo>
                    <a:pt x="4909" y="10190"/>
                    <a:pt x="5726" y="9139"/>
                    <a:pt x="6140" y="8577"/>
                  </a:cubicBezTo>
                  <a:cubicBezTo>
                    <a:pt x="6839" y="7634"/>
                    <a:pt x="7082" y="6662"/>
                    <a:pt x="7143" y="6114"/>
                  </a:cubicBezTo>
                  <a:cubicBezTo>
                    <a:pt x="7265" y="6114"/>
                    <a:pt x="7508" y="6084"/>
                    <a:pt x="7690" y="5932"/>
                  </a:cubicBezTo>
                  <a:cubicBezTo>
                    <a:pt x="7873" y="5750"/>
                    <a:pt x="7903" y="5507"/>
                    <a:pt x="7964" y="5233"/>
                  </a:cubicBezTo>
                  <a:cubicBezTo>
                    <a:pt x="7994" y="4929"/>
                    <a:pt x="8055" y="4412"/>
                    <a:pt x="7721" y="4169"/>
                  </a:cubicBezTo>
                  <a:cubicBezTo>
                    <a:pt x="7629" y="4093"/>
                    <a:pt x="7516" y="4070"/>
                    <a:pt x="7405" y="4070"/>
                  </a:cubicBezTo>
                  <a:cubicBezTo>
                    <a:pt x="7295" y="4070"/>
                    <a:pt x="7189" y="4093"/>
                    <a:pt x="7113" y="4108"/>
                  </a:cubicBezTo>
                  <a:cubicBezTo>
                    <a:pt x="7082" y="3227"/>
                    <a:pt x="7052" y="2315"/>
                    <a:pt x="6991" y="1434"/>
                  </a:cubicBezTo>
                  <a:cubicBezTo>
                    <a:pt x="6844" y="1257"/>
                    <a:pt x="5702" y="1"/>
                    <a:pt x="389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57"/>
            <p:cNvSpPr/>
            <p:nvPr/>
          </p:nvSpPr>
          <p:spPr>
            <a:xfrm>
              <a:off x="2772708" y="2016694"/>
              <a:ext cx="320845" cy="524739"/>
            </a:xfrm>
            <a:custGeom>
              <a:avLst/>
              <a:gdLst/>
              <a:ahLst/>
              <a:cxnLst/>
              <a:rect l="l" t="t" r="r" b="b"/>
              <a:pathLst>
                <a:path w="12189" h="19935" extrusionOk="0">
                  <a:moveTo>
                    <a:pt x="2006" y="0"/>
                  </a:moveTo>
                  <a:lnTo>
                    <a:pt x="0" y="2037"/>
                  </a:lnTo>
                  <a:cubicBezTo>
                    <a:pt x="61" y="2675"/>
                    <a:pt x="152" y="3344"/>
                    <a:pt x="213" y="4043"/>
                  </a:cubicBezTo>
                  <a:cubicBezTo>
                    <a:pt x="942" y="4711"/>
                    <a:pt x="1611" y="5410"/>
                    <a:pt x="2310" y="6079"/>
                  </a:cubicBezTo>
                  <a:cubicBezTo>
                    <a:pt x="3131" y="11824"/>
                    <a:pt x="3891" y="16049"/>
                    <a:pt x="4195" y="17325"/>
                  </a:cubicBezTo>
                  <a:cubicBezTo>
                    <a:pt x="4347" y="17873"/>
                    <a:pt x="4620" y="18754"/>
                    <a:pt x="5380" y="19362"/>
                  </a:cubicBezTo>
                  <a:cubicBezTo>
                    <a:pt x="5654" y="19544"/>
                    <a:pt x="5866" y="19666"/>
                    <a:pt x="6079" y="19727"/>
                  </a:cubicBezTo>
                  <a:cubicBezTo>
                    <a:pt x="6413" y="19819"/>
                    <a:pt x="6905" y="19935"/>
                    <a:pt x="7465" y="19935"/>
                  </a:cubicBezTo>
                  <a:cubicBezTo>
                    <a:pt x="7824" y="19935"/>
                    <a:pt x="8211" y="19888"/>
                    <a:pt x="8602" y="19757"/>
                  </a:cubicBezTo>
                  <a:cubicBezTo>
                    <a:pt x="10426" y="19271"/>
                    <a:pt x="11794" y="17538"/>
                    <a:pt x="12189" y="15319"/>
                  </a:cubicBezTo>
                  <a:cubicBezTo>
                    <a:pt x="11946" y="15107"/>
                    <a:pt x="11581" y="14803"/>
                    <a:pt x="11094" y="14499"/>
                  </a:cubicBezTo>
                  <a:cubicBezTo>
                    <a:pt x="10183" y="13921"/>
                    <a:pt x="9666" y="13860"/>
                    <a:pt x="9058" y="13435"/>
                  </a:cubicBezTo>
                  <a:cubicBezTo>
                    <a:pt x="8389" y="13009"/>
                    <a:pt x="7994" y="12493"/>
                    <a:pt x="7477" y="11793"/>
                  </a:cubicBezTo>
                  <a:cubicBezTo>
                    <a:pt x="5958" y="9635"/>
                    <a:pt x="4955" y="6657"/>
                    <a:pt x="4651" y="5775"/>
                  </a:cubicBezTo>
                  <a:cubicBezTo>
                    <a:pt x="4772" y="4954"/>
                    <a:pt x="4894" y="4316"/>
                    <a:pt x="4955" y="3860"/>
                  </a:cubicBezTo>
                  <a:cubicBezTo>
                    <a:pt x="5046" y="3404"/>
                    <a:pt x="5107" y="3131"/>
                    <a:pt x="5198" y="2675"/>
                  </a:cubicBezTo>
                  <a:cubicBezTo>
                    <a:pt x="5258" y="2037"/>
                    <a:pt x="5289" y="1459"/>
                    <a:pt x="5350" y="1125"/>
                  </a:cubicBezTo>
                  <a:lnTo>
                    <a:pt x="5350" y="1125"/>
                  </a:lnTo>
                  <a:lnTo>
                    <a:pt x="4772" y="1216"/>
                  </a:lnTo>
                  <a:cubicBezTo>
                    <a:pt x="4559" y="1520"/>
                    <a:pt x="4347" y="1885"/>
                    <a:pt x="4134" y="2188"/>
                  </a:cubicBezTo>
                  <a:cubicBezTo>
                    <a:pt x="3830" y="1793"/>
                    <a:pt x="3496" y="1429"/>
                    <a:pt x="3100" y="1033"/>
                  </a:cubicBezTo>
                  <a:cubicBezTo>
                    <a:pt x="2736" y="669"/>
                    <a:pt x="2340" y="304"/>
                    <a:pt x="200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57"/>
            <p:cNvSpPr/>
            <p:nvPr/>
          </p:nvSpPr>
          <p:spPr>
            <a:xfrm>
              <a:off x="3684888" y="3522446"/>
              <a:ext cx="5528" cy="3238"/>
            </a:xfrm>
            <a:custGeom>
              <a:avLst/>
              <a:gdLst/>
              <a:ahLst/>
              <a:cxnLst/>
              <a:rect l="l" t="t" r="r" b="b"/>
              <a:pathLst>
                <a:path w="210" h="123" extrusionOk="0">
                  <a:moveTo>
                    <a:pt x="28" y="0"/>
                  </a:moveTo>
                  <a:cubicBezTo>
                    <a:pt x="7" y="0"/>
                    <a:pt x="1" y="14"/>
                    <a:pt x="7" y="14"/>
                  </a:cubicBezTo>
                  <a:cubicBezTo>
                    <a:pt x="11" y="14"/>
                    <a:pt x="17" y="11"/>
                    <a:pt x="28" y="0"/>
                  </a:cubicBezTo>
                  <a:close/>
                  <a:moveTo>
                    <a:pt x="28" y="0"/>
                  </a:moveTo>
                  <a:lnTo>
                    <a:pt x="28" y="122"/>
                  </a:lnTo>
                  <a:lnTo>
                    <a:pt x="210" y="31"/>
                  </a:lnTo>
                  <a:cubicBezTo>
                    <a:pt x="149" y="0"/>
                    <a:pt x="88" y="0"/>
                    <a:pt x="28" y="0"/>
                  </a:cubicBezTo>
                  <a:close/>
                </a:path>
              </a:pathLst>
            </a:custGeom>
            <a:solidFill>
              <a:srgbClr val="363A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57"/>
            <p:cNvSpPr/>
            <p:nvPr/>
          </p:nvSpPr>
          <p:spPr>
            <a:xfrm>
              <a:off x="3550380" y="3260011"/>
              <a:ext cx="601706" cy="623290"/>
            </a:xfrm>
            <a:custGeom>
              <a:avLst/>
              <a:gdLst/>
              <a:ahLst/>
              <a:cxnLst/>
              <a:rect l="l" t="t" r="r" b="b"/>
              <a:pathLst>
                <a:path w="22859" h="23679" extrusionOk="0">
                  <a:moveTo>
                    <a:pt x="17326" y="1"/>
                  </a:moveTo>
                  <a:cubicBezTo>
                    <a:pt x="17265" y="365"/>
                    <a:pt x="17022" y="669"/>
                    <a:pt x="16597" y="821"/>
                  </a:cubicBezTo>
                  <a:cubicBezTo>
                    <a:pt x="12615" y="2189"/>
                    <a:pt x="8633" y="3557"/>
                    <a:pt x="4621" y="4834"/>
                  </a:cubicBezTo>
                  <a:lnTo>
                    <a:pt x="4560" y="4834"/>
                  </a:lnTo>
                  <a:lnTo>
                    <a:pt x="4560" y="4925"/>
                  </a:lnTo>
                  <a:cubicBezTo>
                    <a:pt x="4560" y="4955"/>
                    <a:pt x="4530" y="4986"/>
                    <a:pt x="4469" y="4986"/>
                  </a:cubicBezTo>
                  <a:lnTo>
                    <a:pt x="4469" y="4864"/>
                  </a:lnTo>
                  <a:cubicBezTo>
                    <a:pt x="4134" y="4955"/>
                    <a:pt x="3770" y="5016"/>
                    <a:pt x="3375" y="5138"/>
                  </a:cubicBezTo>
                  <a:cubicBezTo>
                    <a:pt x="2402" y="5411"/>
                    <a:pt x="1216" y="5715"/>
                    <a:pt x="548" y="6536"/>
                  </a:cubicBezTo>
                  <a:cubicBezTo>
                    <a:pt x="122" y="7083"/>
                    <a:pt x="1" y="7812"/>
                    <a:pt x="92" y="8481"/>
                  </a:cubicBezTo>
                  <a:cubicBezTo>
                    <a:pt x="153" y="9241"/>
                    <a:pt x="335" y="9970"/>
                    <a:pt x="548" y="10700"/>
                  </a:cubicBezTo>
                  <a:cubicBezTo>
                    <a:pt x="730" y="11521"/>
                    <a:pt x="913" y="12311"/>
                    <a:pt x="1156" y="13162"/>
                  </a:cubicBezTo>
                  <a:cubicBezTo>
                    <a:pt x="1551" y="14834"/>
                    <a:pt x="2098" y="16414"/>
                    <a:pt x="2615" y="18025"/>
                  </a:cubicBezTo>
                  <a:cubicBezTo>
                    <a:pt x="3131" y="19454"/>
                    <a:pt x="3162" y="20913"/>
                    <a:pt x="3314" y="22402"/>
                  </a:cubicBezTo>
                  <a:cubicBezTo>
                    <a:pt x="3344" y="22737"/>
                    <a:pt x="3314" y="23314"/>
                    <a:pt x="3618" y="23527"/>
                  </a:cubicBezTo>
                  <a:cubicBezTo>
                    <a:pt x="3679" y="23618"/>
                    <a:pt x="3800" y="23679"/>
                    <a:pt x="3922" y="23679"/>
                  </a:cubicBezTo>
                  <a:lnTo>
                    <a:pt x="4286" y="23679"/>
                  </a:lnTo>
                  <a:cubicBezTo>
                    <a:pt x="5016" y="23679"/>
                    <a:pt x="5745" y="23527"/>
                    <a:pt x="6414" y="23345"/>
                  </a:cubicBezTo>
                  <a:cubicBezTo>
                    <a:pt x="6718" y="23253"/>
                    <a:pt x="7022" y="23193"/>
                    <a:pt x="7326" y="23041"/>
                  </a:cubicBezTo>
                  <a:cubicBezTo>
                    <a:pt x="7448" y="23010"/>
                    <a:pt x="7569" y="22949"/>
                    <a:pt x="7600" y="22858"/>
                  </a:cubicBezTo>
                  <a:cubicBezTo>
                    <a:pt x="7600" y="22767"/>
                    <a:pt x="7569" y="22615"/>
                    <a:pt x="7478" y="22463"/>
                  </a:cubicBezTo>
                  <a:cubicBezTo>
                    <a:pt x="7448" y="22402"/>
                    <a:pt x="7417" y="22281"/>
                    <a:pt x="7356" y="22250"/>
                  </a:cubicBezTo>
                  <a:cubicBezTo>
                    <a:pt x="7265" y="21946"/>
                    <a:pt x="7144" y="21642"/>
                    <a:pt x="7052" y="21338"/>
                  </a:cubicBezTo>
                  <a:cubicBezTo>
                    <a:pt x="6870" y="20639"/>
                    <a:pt x="6840" y="19910"/>
                    <a:pt x="6809" y="19211"/>
                  </a:cubicBezTo>
                  <a:cubicBezTo>
                    <a:pt x="6718" y="17569"/>
                    <a:pt x="6688" y="15928"/>
                    <a:pt x="6414" y="14347"/>
                  </a:cubicBezTo>
                  <a:cubicBezTo>
                    <a:pt x="5789" y="10546"/>
                    <a:pt x="4934" y="10077"/>
                    <a:pt x="5118" y="10077"/>
                  </a:cubicBezTo>
                  <a:cubicBezTo>
                    <a:pt x="5167" y="10077"/>
                    <a:pt x="5287" y="10110"/>
                    <a:pt x="5502" y="10122"/>
                  </a:cubicBezTo>
                  <a:cubicBezTo>
                    <a:pt x="5581" y="10126"/>
                    <a:pt x="5661" y="10127"/>
                    <a:pt x="5741" y="10127"/>
                  </a:cubicBezTo>
                  <a:cubicBezTo>
                    <a:pt x="6402" y="10127"/>
                    <a:pt x="7101" y="10025"/>
                    <a:pt x="7752" y="9970"/>
                  </a:cubicBezTo>
                  <a:cubicBezTo>
                    <a:pt x="8511" y="9849"/>
                    <a:pt x="9302" y="9727"/>
                    <a:pt x="10062" y="9575"/>
                  </a:cubicBezTo>
                  <a:cubicBezTo>
                    <a:pt x="11733" y="9271"/>
                    <a:pt x="13405" y="8937"/>
                    <a:pt x="15077" y="8572"/>
                  </a:cubicBezTo>
                  <a:cubicBezTo>
                    <a:pt x="16688" y="8208"/>
                    <a:pt x="18268" y="7873"/>
                    <a:pt x="19819" y="7387"/>
                  </a:cubicBezTo>
                  <a:cubicBezTo>
                    <a:pt x="20700" y="7113"/>
                    <a:pt x="21855" y="6840"/>
                    <a:pt x="22372" y="6019"/>
                  </a:cubicBezTo>
                  <a:cubicBezTo>
                    <a:pt x="22858" y="5259"/>
                    <a:pt x="22645" y="4074"/>
                    <a:pt x="22372" y="3283"/>
                  </a:cubicBezTo>
                  <a:lnTo>
                    <a:pt x="22311" y="3314"/>
                  </a:lnTo>
                  <a:lnTo>
                    <a:pt x="22311" y="3071"/>
                  </a:lnTo>
                  <a:cubicBezTo>
                    <a:pt x="22311" y="2979"/>
                    <a:pt x="22341" y="2858"/>
                    <a:pt x="22341" y="2767"/>
                  </a:cubicBezTo>
                  <a:lnTo>
                    <a:pt x="22341" y="2432"/>
                  </a:lnTo>
                  <a:cubicBezTo>
                    <a:pt x="20791" y="1490"/>
                    <a:pt x="19059" y="578"/>
                    <a:pt x="173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57"/>
            <p:cNvSpPr/>
            <p:nvPr/>
          </p:nvSpPr>
          <p:spPr>
            <a:xfrm>
              <a:off x="3696812" y="3452034"/>
              <a:ext cx="441665" cy="84048"/>
            </a:xfrm>
            <a:custGeom>
              <a:avLst/>
              <a:gdLst/>
              <a:ahLst/>
              <a:cxnLst/>
              <a:rect l="l" t="t" r="r" b="b"/>
              <a:pathLst>
                <a:path w="16779" h="3193" extrusionOk="0">
                  <a:moveTo>
                    <a:pt x="760" y="1"/>
                  </a:moveTo>
                  <a:cubicBezTo>
                    <a:pt x="334" y="1"/>
                    <a:pt x="0" y="365"/>
                    <a:pt x="0" y="761"/>
                  </a:cubicBezTo>
                  <a:lnTo>
                    <a:pt x="0" y="2432"/>
                  </a:lnTo>
                  <a:cubicBezTo>
                    <a:pt x="0" y="2858"/>
                    <a:pt x="334" y="3192"/>
                    <a:pt x="760" y="3192"/>
                  </a:cubicBezTo>
                  <a:lnTo>
                    <a:pt x="16019" y="3192"/>
                  </a:lnTo>
                  <a:cubicBezTo>
                    <a:pt x="16444" y="3192"/>
                    <a:pt x="16778" y="2858"/>
                    <a:pt x="16778" y="2432"/>
                  </a:cubicBezTo>
                  <a:lnTo>
                    <a:pt x="16778" y="761"/>
                  </a:lnTo>
                  <a:cubicBezTo>
                    <a:pt x="16778" y="365"/>
                    <a:pt x="16444" y="1"/>
                    <a:pt x="16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57"/>
            <p:cNvSpPr/>
            <p:nvPr/>
          </p:nvSpPr>
          <p:spPr>
            <a:xfrm>
              <a:off x="4170459" y="2728007"/>
              <a:ext cx="78441" cy="490441"/>
            </a:xfrm>
            <a:custGeom>
              <a:avLst/>
              <a:gdLst/>
              <a:ahLst/>
              <a:cxnLst/>
              <a:rect l="l" t="t" r="r" b="b"/>
              <a:pathLst>
                <a:path w="2980" h="18632" extrusionOk="0">
                  <a:moveTo>
                    <a:pt x="879" y="0"/>
                  </a:moveTo>
                  <a:cubicBezTo>
                    <a:pt x="756" y="0"/>
                    <a:pt x="626" y="28"/>
                    <a:pt x="487" y="90"/>
                  </a:cubicBezTo>
                  <a:cubicBezTo>
                    <a:pt x="183" y="211"/>
                    <a:pt x="92" y="667"/>
                    <a:pt x="0" y="850"/>
                  </a:cubicBezTo>
                  <a:cubicBezTo>
                    <a:pt x="92" y="6351"/>
                    <a:pt x="152" y="11853"/>
                    <a:pt x="183" y="17324"/>
                  </a:cubicBezTo>
                  <a:cubicBezTo>
                    <a:pt x="183" y="18054"/>
                    <a:pt x="699" y="18631"/>
                    <a:pt x="1247" y="18631"/>
                  </a:cubicBezTo>
                  <a:lnTo>
                    <a:pt x="1763" y="18631"/>
                  </a:lnTo>
                  <a:cubicBezTo>
                    <a:pt x="2371" y="18631"/>
                    <a:pt x="2858" y="18054"/>
                    <a:pt x="2858" y="17324"/>
                  </a:cubicBezTo>
                  <a:cubicBezTo>
                    <a:pt x="2858" y="14589"/>
                    <a:pt x="2766" y="11914"/>
                    <a:pt x="2888" y="9178"/>
                  </a:cubicBezTo>
                  <a:cubicBezTo>
                    <a:pt x="2979" y="7385"/>
                    <a:pt x="2918" y="5561"/>
                    <a:pt x="2706" y="3768"/>
                  </a:cubicBezTo>
                  <a:cubicBezTo>
                    <a:pt x="2595" y="3047"/>
                    <a:pt x="2155" y="0"/>
                    <a:pt x="8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57"/>
            <p:cNvSpPr/>
            <p:nvPr/>
          </p:nvSpPr>
          <p:spPr>
            <a:xfrm>
              <a:off x="3769620" y="2939982"/>
              <a:ext cx="477674" cy="593704"/>
            </a:xfrm>
            <a:custGeom>
              <a:avLst/>
              <a:gdLst/>
              <a:ahLst/>
              <a:cxnLst/>
              <a:rect l="l" t="t" r="r" b="b"/>
              <a:pathLst>
                <a:path w="18147" h="22555" fill="none" extrusionOk="0">
                  <a:moveTo>
                    <a:pt x="18146" y="1"/>
                  </a:moveTo>
                  <a:lnTo>
                    <a:pt x="18146" y="17296"/>
                  </a:lnTo>
                  <a:cubicBezTo>
                    <a:pt x="18146" y="18694"/>
                    <a:pt x="17599" y="20031"/>
                    <a:pt x="16627" y="21034"/>
                  </a:cubicBezTo>
                  <a:cubicBezTo>
                    <a:pt x="15654" y="22007"/>
                    <a:pt x="14316" y="22554"/>
                    <a:pt x="12918" y="22554"/>
                  </a:cubicBezTo>
                  <a:lnTo>
                    <a:pt x="0" y="22554"/>
                  </a:lnTo>
                </a:path>
              </a:pathLst>
            </a:custGeom>
            <a:solidFill>
              <a:schemeClr val="accent6"/>
            </a:solidFill>
            <a:ln w="3267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57"/>
            <p:cNvSpPr/>
            <p:nvPr/>
          </p:nvSpPr>
          <p:spPr>
            <a:xfrm>
              <a:off x="3928029" y="3536845"/>
              <a:ext cx="34430" cy="493678"/>
            </a:xfrm>
            <a:custGeom>
              <a:avLst/>
              <a:gdLst/>
              <a:ahLst/>
              <a:cxnLst/>
              <a:rect l="l" t="t" r="r" b="b"/>
              <a:pathLst>
                <a:path w="1308" h="18755" extrusionOk="0">
                  <a:moveTo>
                    <a:pt x="0" y="1"/>
                  </a:moveTo>
                  <a:lnTo>
                    <a:pt x="0" y="18755"/>
                  </a:lnTo>
                  <a:lnTo>
                    <a:pt x="1307" y="18755"/>
                  </a:lnTo>
                  <a:lnTo>
                    <a:pt x="1307" y="1"/>
                  </a:ln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57"/>
            <p:cNvSpPr/>
            <p:nvPr/>
          </p:nvSpPr>
          <p:spPr>
            <a:xfrm>
              <a:off x="3900022" y="3761665"/>
              <a:ext cx="90444" cy="169649"/>
            </a:xfrm>
            <a:custGeom>
              <a:avLst/>
              <a:gdLst/>
              <a:ahLst/>
              <a:cxnLst/>
              <a:rect l="l" t="t" r="r" b="b"/>
              <a:pathLst>
                <a:path w="3436" h="6445" extrusionOk="0">
                  <a:moveTo>
                    <a:pt x="1" y="1"/>
                  </a:moveTo>
                  <a:lnTo>
                    <a:pt x="1" y="6445"/>
                  </a:lnTo>
                  <a:lnTo>
                    <a:pt x="3435" y="6445"/>
                  </a:lnTo>
                  <a:lnTo>
                    <a:pt x="3435" y="1"/>
                  </a:ln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57"/>
            <p:cNvSpPr/>
            <p:nvPr/>
          </p:nvSpPr>
          <p:spPr>
            <a:xfrm>
              <a:off x="3643193" y="3931261"/>
              <a:ext cx="603285" cy="116056"/>
            </a:xfrm>
            <a:custGeom>
              <a:avLst/>
              <a:gdLst/>
              <a:ahLst/>
              <a:cxnLst/>
              <a:rect l="l" t="t" r="r" b="b"/>
              <a:pathLst>
                <a:path w="22919" h="4409" extrusionOk="0">
                  <a:moveTo>
                    <a:pt x="11482" y="0"/>
                  </a:moveTo>
                  <a:cubicBezTo>
                    <a:pt x="5730" y="0"/>
                    <a:pt x="1591" y="2325"/>
                    <a:pt x="1" y="3345"/>
                  </a:cubicBezTo>
                  <a:lnTo>
                    <a:pt x="1" y="4409"/>
                  </a:lnTo>
                  <a:cubicBezTo>
                    <a:pt x="1502" y="3388"/>
                    <a:pt x="5644" y="943"/>
                    <a:pt x="11489" y="943"/>
                  </a:cubicBezTo>
                  <a:cubicBezTo>
                    <a:pt x="11560" y="943"/>
                    <a:pt x="11631" y="943"/>
                    <a:pt x="11703" y="944"/>
                  </a:cubicBezTo>
                  <a:cubicBezTo>
                    <a:pt x="17387" y="1035"/>
                    <a:pt x="21399" y="3376"/>
                    <a:pt x="22919" y="4409"/>
                  </a:cubicBezTo>
                  <a:lnTo>
                    <a:pt x="22919" y="3345"/>
                  </a:lnTo>
                  <a:cubicBezTo>
                    <a:pt x="21278" y="2312"/>
                    <a:pt x="17296" y="62"/>
                    <a:pt x="11703" y="2"/>
                  </a:cubicBezTo>
                  <a:cubicBezTo>
                    <a:pt x="11629" y="1"/>
                    <a:pt x="11555" y="0"/>
                    <a:pt x="11482" y="0"/>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57"/>
            <p:cNvSpPr/>
            <p:nvPr/>
          </p:nvSpPr>
          <p:spPr>
            <a:xfrm>
              <a:off x="4208863" y="4008097"/>
              <a:ext cx="77625" cy="78441"/>
            </a:xfrm>
            <a:custGeom>
              <a:avLst/>
              <a:gdLst/>
              <a:ahLst/>
              <a:cxnLst/>
              <a:rect l="l" t="t" r="r" b="b"/>
              <a:pathLst>
                <a:path w="2949" h="2980" extrusionOk="0">
                  <a:moveTo>
                    <a:pt x="1459" y="1"/>
                  </a:moveTo>
                  <a:cubicBezTo>
                    <a:pt x="639" y="1"/>
                    <a:pt x="0" y="669"/>
                    <a:pt x="0" y="1490"/>
                  </a:cubicBezTo>
                  <a:cubicBezTo>
                    <a:pt x="0" y="2311"/>
                    <a:pt x="639" y="2979"/>
                    <a:pt x="1459" y="2979"/>
                  </a:cubicBezTo>
                  <a:cubicBezTo>
                    <a:pt x="2280" y="2979"/>
                    <a:pt x="2949" y="2311"/>
                    <a:pt x="2949" y="1490"/>
                  </a:cubicBezTo>
                  <a:cubicBezTo>
                    <a:pt x="2949" y="669"/>
                    <a:pt x="2280" y="1"/>
                    <a:pt x="1459" y="1"/>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57"/>
            <p:cNvSpPr/>
            <p:nvPr/>
          </p:nvSpPr>
          <p:spPr>
            <a:xfrm>
              <a:off x="3603999" y="4008097"/>
              <a:ext cx="78415" cy="78441"/>
            </a:xfrm>
            <a:custGeom>
              <a:avLst/>
              <a:gdLst/>
              <a:ahLst/>
              <a:cxnLst/>
              <a:rect l="l" t="t" r="r" b="b"/>
              <a:pathLst>
                <a:path w="2979" h="2980" extrusionOk="0">
                  <a:moveTo>
                    <a:pt x="1490" y="1"/>
                  </a:moveTo>
                  <a:cubicBezTo>
                    <a:pt x="669" y="1"/>
                    <a:pt x="0" y="669"/>
                    <a:pt x="0" y="1490"/>
                  </a:cubicBezTo>
                  <a:cubicBezTo>
                    <a:pt x="0" y="2311"/>
                    <a:pt x="669" y="2979"/>
                    <a:pt x="1490" y="2979"/>
                  </a:cubicBezTo>
                  <a:cubicBezTo>
                    <a:pt x="2310" y="2979"/>
                    <a:pt x="2979" y="2311"/>
                    <a:pt x="2979" y="1490"/>
                  </a:cubicBezTo>
                  <a:cubicBezTo>
                    <a:pt x="2979" y="669"/>
                    <a:pt x="2310" y="1"/>
                    <a:pt x="1490" y="1"/>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57"/>
            <p:cNvSpPr/>
            <p:nvPr/>
          </p:nvSpPr>
          <p:spPr>
            <a:xfrm>
              <a:off x="3909629" y="4011308"/>
              <a:ext cx="72018" cy="72018"/>
            </a:xfrm>
            <a:custGeom>
              <a:avLst/>
              <a:gdLst/>
              <a:ahLst/>
              <a:cxnLst/>
              <a:rect l="l" t="t" r="r" b="b"/>
              <a:pathLst>
                <a:path w="2736" h="2736" extrusionOk="0">
                  <a:moveTo>
                    <a:pt x="1368" y="0"/>
                  </a:moveTo>
                  <a:cubicBezTo>
                    <a:pt x="608" y="0"/>
                    <a:pt x="0" y="608"/>
                    <a:pt x="0" y="1368"/>
                  </a:cubicBezTo>
                  <a:cubicBezTo>
                    <a:pt x="0" y="2128"/>
                    <a:pt x="608" y="2736"/>
                    <a:pt x="1368" y="2736"/>
                  </a:cubicBezTo>
                  <a:cubicBezTo>
                    <a:pt x="2128" y="2736"/>
                    <a:pt x="2736" y="2128"/>
                    <a:pt x="2736" y="1368"/>
                  </a:cubicBezTo>
                  <a:cubicBezTo>
                    <a:pt x="2736" y="608"/>
                    <a:pt x="2128" y="0"/>
                    <a:pt x="1368" y="0"/>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57"/>
            <p:cNvSpPr/>
            <p:nvPr/>
          </p:nvSpPr>
          <p:spPr>
            <a:xfrm>
              <a:off x="3814421" y="4090512"/>
              <a:ext cx="26" cy="26"/>
            </a:xfrm>
            <a:custGeom>
              <a:avLst/>
              <a:gdLst/>
              <a:ahLst/>
              <a:cxnLst/>
              <a:rect l="l" t="t" r="r" b="b"/>
              <a:pathLst>
                <a:path w="1" h="1" extrusionOk="0">
                  <a:moveTo>
                    <a:pt x="0" y="0"/>
                  </a:moveTo>
                  <a:close/>
                </a:path>
              </a:pathLst>
            </a:custGeom>
            <a:solidFill>
              <a:srgbClr val="363A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57"/>
            <p:cNvSpPr/>
            <p:nvPr/>
          </p:nvSpPr>
          <p:spPr>
            <a:xfrm>
              <a:off x="3334351" y="3839290"/>
              <a:ext cx="266463" cy="240851"/>
            </a:xfrm>
            <a:custGeom>
              <a:avLst/>
              <a:gdLst/>
              <a:ahLst/>
              <a:cxnLst/>
              <a:rect l="l" t="t" r="r" b="b"/>
              <a:pathLst>
                <a:path w="10123" h="9150" extrusionOk="0">
                  <a:moveTo>
                    <a:pt x="8694" y="0"/>
                  </a:moveTo>
                  <a:lnTo>
                    <a:pt x="8694" y="0"/>
                  </a:lnTo>
                  <a:cubicBezTo>
                    <a:pt x="8755" y="152"/>
                    <a:pt x="8785" y="334"/>
                    <a:pt x="8694" y="456"/>
                  </a:cubicBezTo>
                  <a:cubicBezTo>
                    <a:pt x="8664" y="578"/>
                    <a:pt x="8481" y="578"/>
                    <a:pt x="8360" y="608"/>
                  </a:cubicBezTo>
                  <a:cubicBezTo>
                    <a:pt x="7995" y="699"/>
                    <a:pt x="7600" y="730"/>
                    <a:pt x="7235" y="730"/>
                  </a:cubicBezTo>
                  <a:cubicBezTo>
                    <a:pt x="7045" y="736"/>
                    <a:pt x="6856" y="740"/>
                    <a:pt x="6666" y="740"/>
                  </a:cubicBezTo>
                  <a:cubicBezTo>
                    <a:pt x="5977" y="740"/>
                    <a:pt x="5295" y="690"/>
                    <a:pt x="4651" y="547"/>
                  </a:cubicBezTo>
                  <a:cubicBezTo>
                    <a:pt x="4530" y="486"/>
                    <a:pt x="4347" y="486"/>
                    <a:pt x="4195" y="426"/>
                  </a:cubicBezTo>
                  <a:lnTo>
                    <a:pt x="4195" y="486"/>
                  </a:lnTo>
                  <a:cubicBezTo>
                    <a:pt x="4195" y="608"/>
                    <a:pt x="4195" y="730"/>
                    <a:pt x="4135" y="851"/>
                  </a:cubicBezTo>
                  <a:cubicBezTo>
                    <a:pt x="4104" y="942"/>
                    <a:pt x="4074" y="1034"/>
                    <a:pt x="4074" y="1094"/>
                  </a:cubicBezTo>
                  <a:cubicBezTo>
                    <a:pt x="4043" y="1459"/>
                    <a:pt x="3679" y="4073"/>
                    <a:pt x="3588" y="5015"/>
                  </a:cubicBezTo>
                  <a:cubicBezTo>
                    <a:pt x="3496" y="5563"/>
                    <a:pt x="3436" y="6110"/>
                    <a:pt x="3192" y="6657"/>
                  </a:cubicBezTo>
                  <a:cubicBezTo>
                    <a:pt x="3162" y="6718"/>
                    <a:pt x="3071" y="6809"/>
                    <a:pt x="3040" y="6930"/>
                  </a:cubicBezTo>
                  <a:cubicBezTo>
                    <a:pt x="2980" y="7022"/>
                    <a:pt x="2919" y="7113"/>
                    <a:pt x="2828" y="7173"/>
                  </a:cubicBezTo>
                  <a:cubicBezTo>
                    <a:pt x="2706" y="7234"/>
                    <a:pt x="2584" y="7265"/>
                    <a:pt x="2524" y="7295"/>
                  </a:cubicBezTo>
                  <a:cubicBezTo>
                    <a:pt x="1825" y="7629"/>
                    <a:pt x="1247" y="8055"/>
                    <a:pt x="548" y="8359"/>
                  </a:cubicBezTo>
                  <a:cubicBezTo>
                    <a:pt x="426" y="8389"/>
                    <a:pt x="305" y="8480"/>
                    <a:pt x="183" y="8511"/>
                  </a:cubicBezTo>
                  <a:cubicBezTo>
                    <a:pt x="153" y="8511"/>
                    <a:pt x="122" y="8541"/>
                    <a:pt x="92" y="8602"/>
                  </a:cubicBezTo>
                  <a:cubicBezTo>
                    <a:pt x="92" y="8632"/>
                    <a:pt x="31" y="8632"/>
                    <a:pt x="1" y="8632"/>
                  </a:cubicBezTo>
                  <a:cubicBezTo>
                    <a:pt x="31" y="8693"/>
                    <a:pt x="62" y="8784"/>
                    <a:pt x="122" y="8815"/>
                  </a:cubicBezTo>
                  <a:cubicBezTo>
                    <a:pt x="214" y="8906"/>
                    <a:pt x="335" y="8936"/>
                    <a:pt x="518" y="8967"/>
                  </a:cubicBezTo>
                  <a:cubicBezTo>
                    <a:pt x="730" y="8997"/>
                    <a:pt x="913" y="8997"/>
                    <a:pt x="1095" y="8997"/>
                  </a:cubicBezTo>
                  <a:lnTo>
                    <a:pt x="1703" y="8997"/>
                  </a:lnTo>
                  <a:cubicBezTo>
                    <a:pt x="2372" y="8997"/>
                    <a:pt x="2980" y="9058"/>
                    <a:pt x="3618" y="9058"/>
                  </a:cubicBezTo>
                  <a:lnTo>
                    <a:pt x="4439" y="9058"/>
                  </a:lnTo>
                  <a:cubicBezTo>
                    <a:pt x="4834" y="8997"/>
                    <a:pt x="5290" y="8997"/>
                    <a:pt x="5533" y="8815"/>
                  </a:cubicBezTo>
                  <a:cubicBezTo>
                    <a:pt x="5776" y="8693"/>
                    <a:pt x="5898" y="8389"/>
                    <a:pt x="5989" y="8146"/>
                  </a:cubicBezTo>
                  <a:cubicBezTo>
                    <a:pt x="6293" y="7447"/>
                    <a:pt x="6505" y="6657"/>
                    <a:pt x="6901" y="5958"/>
                  </a:cubicBezTo>
                  <a:cubicBezTo>
                    <a:pt x="7113" y="5745"/>
                    <a:pt x="7296" y="5471"/>
                    <a:pt x="7509" y="5289"/>
                  </a:cubicBezTo>
                  <a:cubicBezTo>
                    <a:pt x="7630" y="5167"/>
                    <a:pt x="7782" y="5046"/>
                    <a:pt x="7964" y="4955"/>
                  </a:cubicBezTo>
                  <a:cubicBezTo>
                    <a:pt x="8177" y="4833"/>
                    <a:pt x="8360" y="4711"/>
                    <a:pt x="8542" y="4711"/>
                  </a:cubicBezTo>
                  <a:cubicBezTo>
                    <a:pt x="8633" y="4711"/>
                    <a:pt x="8694" y="4742"/>
                    <a:pt x="8724" y="4803"/>
                  </a:cubicBezTo>
                  <a:cubicBezTo>
                    <a:pt x="8816" y="4863"/>
                    <a:pt x="8846" y="4955"/>
                    <a:pt x="8846" y="5015"/>
                  </a:cubicBezTo>
                  <a:cubicBezTo>
                    <a:pt x="8876" y="5137"/>
                    <a:pt x="8876" y="5198"/>
                    <a:pt x="8876" y="5289"/>
                  </a:cubicBezTo>
                  <a:cubicBezTo>
                    <a:pt x="8876" y="5502"/>
                    <a:pt x="8846" y="5714"/>
                    <a:pt x="8846" y="5775"/>
                  </a:cubicBezTo>
                  <a:cubicBezTo>
                    <a:pt x="8846" y="5775"/>
                    <a:pt x="8876" y="7781"/>
                    <a:pt x="8876" y="8784"/>
                  </a:cubicBezTo>
                  <a:lnTo>
                    <a:pt x="8876" y="8936"/>
                  </a:lnTo>
                  <a:lnTo>
                    <a:pt x="8876" y="9119"/>
                  </a:lnTo>
                  <a:lnTo>
                    <a:pt x="8876" y="9149"/>
                  </a:lnTo>
                  <a:lnTo>
                    <a:pt x="9272" y="9149"/>
                  </a:lnTo>
                  <a:lnTo>
                    <a:pt x="9272" y="9058"/>
                  </a:lnTo>
                  <a:lnTo>
                    <a:pt x="9272" y="8602"/>
                  </a:lnTo>
                  <a:cubicBezTo>
                    <a:pt x="9272" y="8602"/>
                    <a:pt x="9302" y="8146"/>
                    <a:pt x="9302" y="7903"/>
                  </a:cubicBezTo>
                  <a:cubicBezTo>
                    <a:pt x="9363" y="7082"/>
                    <a:pt x="9423" y="6201"/>
                    <a:pt x="9545" y="5350"/>
                  </a:cubicBezTo>
                  <a:cubicBezTo>
                    <a:pt x="9697" y="4286"/>
                    <a:pt x="10123" y="3344"/>
                    <a:pt x="10123" y="2371"/>
                  </a:cubicBezTo>
                  <a:cubicBezTo>
                    <a:pt x="10123" y="2158"/>
                    <a:pt x="10123" y="1945"/>
                    <a:pt x="10062" y="1763"/>
                  </a:cubicBezTo>
                  <a:cubicBezTo>
                    <a:pt x="10031" y="1459"/>
                    <a:pt x="9910" y="1186"/>
                    <a:pt x="9758" y="942"/>
                  </a:cubicBezTo>
                  <a:lnTo>
                    <a:pt x="9302" y="486"/>
                  </a:lnTo>
                  <a:cubicBezTo>
                    <a:pt x="9211" y="395"/>
                    <a:pt x="9059" y="274"/>
                    <a:pt x="8907" y="152"/>
                  </a:cubicBezTo>
                  <a:cubicBezTo>
                    <a:pt x="8816" y="122"/>
                    <a:pt x="8755" y="91"/>
                    <a:pt x="86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57"/>
            <p:cNvSpPr/>
            <p:nvPr/>
          </p:nvSpPr>
          <p:spPr>
            <a:xfrm>
              <a:off x="3429560" y="3243217"/>
              <a:ext cx="733713" cy="613499"/>
            </a:xfrm>
            <a:custGeom>
              <a:avLst/>
              <a:gdLst/>
              <a:ahLst/>
              <a:cxnLst/>
              <a:rect l="l" t="t" r="r" b="b"/>
              <a:pathLst>
                <a:path w="27874" h="23307" extrusionOk="0">
                  <a:moveTo>
                    <a:pt x="22737" y="0"/>
                  </a:moveTo>
                  <a:cubicBezTo>
                    <a:pt x="22615" y="396"/>
                    <a:pt x="22220" y="700"/>
                    <a:pt x="21703" y="730"/>
                  </a:cubicBezTo>
                  <a:cubicBezTo>
                    <a:pt x="16719" y="1186"/>
                    <a:pt x="11703" y="1611"/>
                    <a:pt x="6688" y="1976"/>
                  </a:cubicBezTo>
                  <a:lnTo>
                    <a:pt x="6597" y="1976"/>
                  </a:lnTo>
                  <a:cubicBezTo>
                    <a:pt x="6658" y="2007"/>
                    <a:pt x="6658" y="2067"/>
                    <a:pt x="6597" y="2098"/>
                  </a:cubicBezTo>
                  <a:cubicBezTo>
                    <a:pt x="6566" y="2128"/>
                    <a:pt x="6536" y="2159"/>
                    <a:pt x="6506" y="2159"/>
                  </a:cubicBezTo>
                  <a:lnTo>
                    <a:pt x="6506" y="2067"/>
                  </a:lnTo>
                  <a:lnTo>
                    <a:pt x="5138" y="2067"/>
                  </a:lnTo>
                  <a:cubicBezTo>
                    <a:pt x="3922" y="2098"/>
                    <a:pt x="2463" y="2098"/>
                    <a:pt x="1429" y="2858"/>
                  </a:cubicBezTo>
                  <a:cubicBezTo>
                    <a:pt x="761" y="3344"/>
                    <a:pt x="457" y="4104"/>
                    <a:pt x="335" y="4894"/>
                  </a:cubicBezTo>
                  <a:cubicBezTo>
                    <a:pt x="214" y="5745"/>
                    <a:pt x="274" y="6627"/>
                    <a:pt x="274" y="7478"/>
                  </a:cubicBezTo>
                  <a:cubicBezTo>
                    <a:pt x="274" y="8481"/>
                    <a:pt x="305" y="9453"/>
                    <a:pt x="305" y="10457"/>
                  </a:cubicBezTo>
                  <a:cubicBezTo>
                    <a:pt x="335" y="12402"/>
                    <a:pt x="487" y="14378"/>
                    <a:pt x="670" y="16292"/>
                  </a:cubicBezTo>
                  <a:cubicBezTo>
                    <a:pt x="822" y="18055"/>
                    <a:pt x="518" y="19697"/>
                    <a:pt x="274" y="21399"/>
                  </a:cubicBezTo>
                  <a:cubicBezTo>
                    <a:pt x="183" y="21764"/>
                    <a:pt x="1" y="22432"/>
                    <a:pt x="62" y="22736"/>
                  </a:cubicBezTo>
                  <a:cubicBezTo>
                    <a:pt x="153" y="22828"/>
                    <a:pt x="274" y="22949"/>
                    <a:pt x="426" y="22979"/>
                  </a:cubicBezTo>
                  <a:cubicBezTo>
                    <a:pt x="578" y="23040"/>
                    <a:pt x="761" y="23071"/>
                    <a:pt x="882" y="23101"/>
                  </a:cubicBezTo>
                  <a:cubicBezTo>
                    <a:pt x="1498" y="23238"/>
                    <a:pt x="2165" y="23306"/>
                    <a:pt x="2819" y="23306"/>
                  </a:cubicBezTo>
                  <a:cubicBezTo>
                    <a:pt x="3037" y="23306"/>
                    <a:pt x="3253" y="23299"/>
                    <a:pt x="3466" y="23283"/>
                  </a:cubicBezTo>
                  <a:cubicBezTo>
                    <a:pt x="3831" y="23253"/>
                    <a:pt x="4226" y="23253"/>
                    <a:pt x="4591" y="23192"/>
                  </a:cubicBezTo>
                  <a:cubicBezTo>
                    <a:pt x="4712" y="23192"/>
                    <a:pt x="4864" y="23131"/>
                    <a:pt x="4925" y="23040"/>
                  </a:cubicBezTo>
                  <a:cubicBezTo>
                    <a:pt x="5016" y="22919"/>
                    <a:pt x="4986" y="22736"/>
                    <a:pt x="4925" y="22584"/>
                  </a:cubicBezTo>
                  <a:cubicBezTo>
                    <a:pt x="4895" y="22463"/>
                    <a:pt x="4864" y="22372"/>
                    <a:pt x="4864" y="22311"/>
                  </a:cubicBezTo>
                  <a:cubicBezTo>
                    <a:pt x="4834" y="21916"/>
                    <a:pt x="4773" y="21581"/>
                    <a:pt x="4773" y="21217"/>
                  </a:cubicBezTo>
                  <a:cubicBezTo>
                    <a:pt x="4773" y="20365"/>
                    <a:pt x="4925" y="19575"/>
                    <a:pt x="5077" y="18724"/>
                  </a:cubicBezTo>
                  <a:cubicBezTo>
                    <a:pt x="5442" y="16870"/>
                    <a:pt x="5837" y="15016"/>
                    <a:pt x="5989" y="13162"/>
                  </a:cubicBezTo>
                  <a:cubicBezTo>
                    <a:pt x="6141" y="11429"/>
                    <a:pt x="6050" y="9697"/>
                    <a:pt x="5746" y="8025"/>
                  </a:cubicBezTo>
                  <a:lnTo>
                    <a:pt x="5746" y="8025"/>
                  </a:lnTo>
                  <a:cubicBezTo>
                    <a:pt x="5746" y="8025"/>
                    <a:pt x="5989" y="8146"/>
                    <a:pt x="6141" y="8177"/>
                  </a:cubicBezTo>
                  <a:cubicBezTo>
                    <a:pt x="7022" y="8450"/>
                    <a:pt x="7934" y="8511"/>
                    <a:pt x="8816" y="8633"/>
                  </a:cubicBezTo>
                  <a:cubicBezTo>
                    <a:pt x="9758" y="8754"/>
                    <a:pt x="10670" y="8815"/>
                    <a:pt x="11612" y="8846"/>
                  </a:cubicBezTo>
                  <a:cubicBezTo>
                    <a:pt x="13679" y="8967"/>
                    <a:pt x="15685" y="9058"/>
                    <a:pt x="17752" y="9089"/>
                  </a:cubicBezTo>
                  <a:cubicBezTo>
                    <a:pt x="18709" y="9104"/>
                    <a:pt x="19682" y="9119"/>
                    <a:pt x="20659" y="9119"/>
                  </a:cubicBezTo>
                  <a:cubicBezTo>
                    <a:pt x="21635" y="9119"/>
                    <a:pt x="22615" y="9104"/>
                    <a:pt x="23588" y="9058"/>
                  </a:cubicBezTo>
                  <a:cubicBezTo>
                    <a:pt x="24652" y="8967"/>
                    <a:pt x="26050" y="8937"/>
                    <a:pt x="26931" y="8177"/>
                  </a:cubicBezTo>
                  <a:cubicBezTo>
                    <a:pt x="27691" y="7447"/>
                    <a:pt x="27783" y="6049"/>
                    <a:pt x="27691" y="5107"/>
                  </a:cubicBezTo>
                  <a:lnTo>
                    <a:pt x="27570" y="5107"/>
                  </a:lnTo>
                  <a:cubicBezTo>
                    <a:pt x="27570" y="5016"/>
                    <a:pt x="27631" y="4894"/>
                    <a:pt x="27661" y="4833"/>
                  </a:cubicBezTo>
                  <a:lnTo>
                    <a:pt x="27783" y="4499"/>
                  </a:lnTo>
                  <a:cubicBezTo>
                    <a:pt x="27813" y="4377"/>
                    <a:pt x="27843" y="4256"/>
                    <a:pt x="27874" y="4104"/>
                  </a:cubicBezTo>
                  <a:cubicBezTo>
                    <a:pt x="26324" y="2614"/>
                    <a:pt x="24621" y="1095"/>
                    <a:pt x="227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57"/>
            <p:cNvSpPr/>
            <p:nvPr/>
          </p:nvSpPr>
          <p:spPr>
            <a:xfrm>
              <a:off x="3849614" y="2406057"/>
              <a:ext cx="305262" cy="403550"/>
            </a:xfrm>
            <a:custGeom>
              <a:avLst/>
              <a:gdLst/>
              <a:ahLst/>
              <a:cxnLst/>
              <a:rect l="l" t="t" r="r" b="b"/>
              <a:pathLst>
                <a:path w="11597" h="15331" extrusionOk="0">
                  <a:moveTo>
                    <a:pt x="4912" y="0"/>
                  </a:moveTo>
                  <a:cubicBezTo>
                    <a:pt x="3449" y="0"/>
                    <a:pt x="2081" y="374"/>
                    <a:pt x="1490" y="801"/>
                  </a:cubicBezTo>
                  <a:cubicBezTo>
                    <a:pt x="1368" y="862"/>
                    <a:pt x="1368" y="983"/>
                    <a:pt x="1368" y="1166"/>
                  </a:cubicBezTo>
                  <a:cubicBezTo>
                    <a:pt x="1368" y="1257"/>
                    <a:pt x="1399" y="1378"/>
                    <a:pt x="1399" y="1500"/>
                  </a:cubicBezTo>
                  <a:lnTo>
                    <a:pt x="1399" y="1561"/>
                  </a:lnTo>
                  <a:cubicBezTo>
                    <a:pt x="1338" y="1774"/>
                    <a:pt x="1247" y="1986"/>
                    <a:pt x="1186" y="2199"/>
                  </a:cubicBezTo>
                  <a:cubicBezTo>
                    <a:pt x="1034" y="2777"/>
                    <a:pt x="943" y="3385"/>
                    <a:pt x="882" y="3962"/>
                  </a:cubicBezTo>
                  <a:cubicBezTo>
                    <a:pt x="791" y="4479"/>
                    <a:pt x="669" y="5026"/>
                    <a:pt x="639" y="5512"/>
                  </a:cubicBezTo>
                  <a:cubicBezTo>
                    <a:pt x="639" y="5786"/>
                    <a:pt x="669" y="6059"/>
                    <a:pt x="578" y="6363"/>
                  </a:cubicBezTo>
                  <a:cubicBezTo>
                    <a:pt x="426" y="6698"/>
                    <a:pt x="183" y="6880"/>
                    <a:pt x="61" y="7123"/>
                  </a:cubicBezTo>
                  <a:cubicBezTo>
                    <a:pt x="31" y="7184"/>
                    <a:pt x="1" y="7306"/>
                    <a:pt x="1" y="7366"/>
                  </a:cubicBezTo>
                  <a:cubicBezTo>
                    <a:pt x="1" y="7458"/>
                    <a:pt x="1" y="7488"/>
                    <a:pt x="31" y="7518"/>
                  </a:cubicBezTo>
                  <a:cubicBezTo>
                    <a:pt x="31" y="7549"/>
                    <a:pt x="61" y="7549"/>
                    <a:pt x="122" y="7610"/>
                  </a:cubicBezTo>
                  <a:cubicBezTo>
                    <a:pt x="274" y="7670"/>
                    <a:pt x="426" y="7670"/>
                    <a:pt x="426" y="7670"/>
                  </a:cubicBezTo>
                  <a:cubicBezTo>
                    <a:pt x="487" y="7670"/>
                    <a:pt x="609" y="7701"/>
                    <a:pt x="761" y="7853"/>
                  </a:cubicBezTo>
                  <a:cubicBezTo>
                    <a:pt x="1429" y="9312"/>
                    <a:pt x="1642" y="9889"/>
                    <a:pt x="1672" y="10072"/>
                  </a:cubicBezTo>
                  <a:cubicBezTo>
                    <a:pt x="1672" y="10102"/>
                    <a:pt x="1703" y="10345"/>
                    <a:pt x="1824" y="10558"/>
                  </a:cubicBezTo>
                  <a:cubicBezTo>
                    <a:pt x="1855" y="10588"/>
                    <a:pt x="1885" y="10649"/>
                    <a:pt x="1946" y="10710"/>
                  </a:cubicBezTo>
                  <a:cubicBezTo>
                    <a:pt x="2007" y="10831"/>
                    <a:pt x="2098" y="10892"/>
                    <a:pt x="2250" y="10983"/>
                  </a:cubicBezTo>
                  <a:cubicBezTo>
                    <a:pt x="2326" y="11027"/>
                    <a:pt x="2407" y="11043"/>
                    <a:pt x="2487" y="11043"/>
                  </a:cubicBezTo>
                  <a:cubicBezTo>
                    <a:pt x="2630" y="11043"/>
                    <a:pt x="2771" y="10992"/>
                    <a:pt x="2888" y="10953"/>
                  </a:cubicBezTo>
                  <a:cubicBezTo>
                    <a:pt x="3162" y="10831"/>
                    <a:pt x="3162" y="10740"/>
                    <a:pt x="3314" y="10740"/>
                  </a:cubicBezTo>
                  <a:cubicBezTo>
                    <a:pt x="3330" y="10739"/>
                    <a:pt x="3345" y="10738"/>
                    <a:pt x="3361" y="10738"/>
                  </a:cubicBezTo>
                  <a:cubicBezTo>
                    <a:pt x="3643" y="10738"/>
                    <a:pt x="3866" y="10987"/>
                    <a:pt x="3952" y="11044"/>
                  </a:cubicBezTo>
                  <a:cubicBezTo>
                    <a:pt x="4165" y="11287"/>
                    <a:pt x="4226" y="11561"/>
                    <a:pt x="4256" y="11652"/>
                  </a:cubicBezTo>
                  <a:lnTo>
                    <a:pt x="4256" y="11713"/>
                  </a:lnTo>
                  <a:cubicBezTo>
                    <a:pt x="4256" y="11804"/>
                    <a:pt x="4165" y="11895"/>
                    <a:pt x="4134" y="11926"/>
                  </a:cubicBezTo>
                  <a:cubicBezTo>
                    <a:pt x="4104" y="11987"/>
                    <a:pt x="4013" y="12017"/>
                    <a:pt x="3982" y="12047"/>
                  </a:cubicBezTo>
                  <a:lnTo>
                    <a:pt x="3770" y="12290"/>
                  </a:lnTo>
                  <a:cubicBezTo>
                    <a:pt x="3618" y="12473"/>
                    <a:pt x="3527" y="12777"/>
                    <a:pt x="3466" y="13050"/>
                  </a:cubicBezTo>
                  <a:cubicBezTo>
                    <a:pt x="3314" y="13658"/>
                    <a:pt x="3162" y="14266"/>
                    <a:pt x="3040" y="14813"/>
                  </a:cubicBezTo>
                  <a:cubicBezTo>
                    <a:pt x="3040" y="14904"/>
                    <a:pt x="3010" y="14965"/>
                    <a:pt x="3010" y="15056"/>
                  </a:cubicBezTo>
                  <a:lnTo>
                    <a:pt x="3010" y="15117"/>
                  </a:lnTo>
                  <a:cubicBezTo>
                    <a:pt x="3040" y="15178"/>
                    <a:pt x="3071" y="15178"/>
                    <a:pt x="3071" y="15208"/>
                  </a:cubicBezTo>
                  <a:lnTo>
                    <a:pt x="3071" y="15330"/>
                  </a:lnTo>
                  <a:cubicBezTo>
                    <a:pt x="4317" y="14509"/>
                    <a:pt x="5624" y="13567"/>
                    <a:pt x="6961" y="12929"/>
                  </a:cubicBezTo>
                  <a:cubicBezTo>
                    <a:pt x="7356" y="12746"/>
                    <a:pt x="7812" y="12503"/>
                    <a:pt x="8359" y="12321"/>
                  </a:cubicBezTo>
                  <a:cubicBezTo>
                    <a:pt x="8724" y="12138"/>
                    <a:pt x="9119" y="11987"/>
                    <a:pt x="9484" y="11865"/>
                  </a:cubicBezTo>
                  <a:lnTo>
                    <a:pt x="9484" y="11804"/>
                  </a:lnTo>
                  <a:lnTo>
                    <a:pt x="9484" y="11743"/>
                  </a:lnTo>
                  <a:cubicBezTo>
                    <a:pt x="9484" y="11683"/>
                    <a:pt x="9545" y="11591"/>
                    <a:pt x="9545" y="11561"/>
                  </a:cubicBezTo>
                  <a:lnTo>
                    <a:pt x="9545" y="11439"/>
                  </a:lnTo>
                  <a:cubicBezTo>
                    <a:pt x="9545" y="11257"/>
                    <a:pt x="9545" y="11014"/>
                    <a:pt x="9454" y="10801"/>
                  </a:cubicBezTo>
                  <a:cubicBezTo>
                    <a:pt x="9393" y="10558"/>
                    <a:pt x="9302" y="10376"/>
                    <a:pt x="9180" y="10254"/>
                  </a:cubicBezTo>
                  <a:cubicBezTo>
                    <a:pt x="9119" y="10193"/>
                    <a:pt x="9028" y="10163"/>
                    <a:pt x="8937" y="10163"/>
                  </a:cubicBezTo>
                  <a:lnTo>
                    <a:pt x="8846" y="10163"/>
                  </a:lnTo>
                  <a:cubicBezTo>
                    <a:pt x="8815" y="10163"/>
                    <a:pt x="8785" y="10163"/>
                    <a:pt x="8724" y="10102"/>
                  </a:cubicBezTo>
                  <a:cubicBezTo>
                    <a:pt x="8694" y="10072"/>
                    <a:pt x="8663" y="10072"/>
                    <a:pt x="8663" y="10041"/>
                  </a:cubicBezTo>
                  <a:cubicBezTo>
                    <a:pt x="8633" y="9950"/>
                    <a:pt x="8633" y="9920"/>
                    <a:pt x="8633" y="9859"/>
                  </a:cubicBezTo>
                  <a:lnTo>
                    <a:pt x="8633" y="9707"/>
                  </a:lnTo>
                  <a:cubicBezTo>
                    <a:pt x="8572" y="9555"/>
                    <a:pt x="8572" y="9342"/>
                    <a:pt x="8572" y="9160"/>
                  </a:cubicBezTo>
                  <a:cubicBezTo>
                    <a:pt x="8572" y="9129"/>
                    <a:pt x="8572" y="9099"/>
                    <a:pt x="8633" y="9038"/>
                  </a:cubicBezTo>
                  <a:lnTo>
                    <a:pt x="8724" y="9038"/>
                  </a:lnTo>
                  <a:lnTo>
                    <a:pt x="8785" y="9008"/>
                  </a:lnTo>
                  <a:cubicBezTo>
                    <a:pt x="8815" y="8977"/>
                    <a:pt x="8846" y="8856"/>
                    <a:pt x="8876" y="8704"/>
                  </a:cubicBezTo>
                  <a:cubicBezTo>
                    <a:pt x="8876" y="8552"/>
                    <a:pt x="8937" y="8400"/>
                    <a:pt x="8967" y="8248"/>
                  </a:cubicBezTo>
                  <a:cubicBezTo>
                    <a:pt x="11597" y="1706"/>
                    <a:pt x="8036" y="0"/>
                    <a:pt x="49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57"/>
            <p:cNvSpPr/>
            <p:nvPr/>
          </p:nvSpPr>
          <p:spPr>
            <a:xfrm>
              <a:off x="4044848" y="2903183"/>
              <a:ext cx="1606" cy="3211"/>
            </a:xfrm>
            <a:custGeom>
              <a:avLst/>
              <a:gdLst/>
              <a:ahLst/>
              <a:cxnLst/>
              <a:rect l="l" t="t" r="r" b="b"/>
              <a:pathLst>
                <a:path w="61" h="122" extrusionOk="0">
                  <a:moveTo>
                    <a:pt x="0" y="0"/>
                  </a:moveTo>
                  <a:cubicBezTo>
                    <a:pt x="0" y="31"/>
                    <a:pt x="31" y="91"/>
                    <a:pt x="61" y="122"/>
                  </a:cubicBezTo>
                  <a:cubicBezTo>
                    <a:pt x="31" y="91"/>
                    <a:pt x="31" y="31"/>
                    <a:pt x="0" y="0"/>
                  </a:cubicBezTo>
                  <a:close/>
                </a:path>
              </a:pathLst>
            </a:custGeom>
            <a:solidFill>
              <a:srgbClr val="D08B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57"/>
            <p:cNvSpPr/>
            <p:nvPr/>
          </p:nvSpPr>
          <p:spPr>
            <a:xfrm>
              <a:off x="3866408" y="2717689"/>
              <a:ext cx="335270" cy="634372"/>
            </a:xfrm>
            <a:custGeom>
              <a:avLst/>
              <a:gdLst/>
              <a:ahLst/>
              <a:cxnLst/>
              <a:rect l="l" t="t" r="r" b="b"/>
              <a:pathLst>
                <a:path w="12737" h="24100" extrusionOk="0">
                  <a:moveTo>
                    <a:pt x="6779" y="7047"/>
                  </a:moveTo>
                  <a:cubicBezTo>
                    <a:pt x="6810" y="7047"/>
                    <a:pt x="6840" y="7078"/>
                    <a:pt x="6840" y="7169"/>
                  </a:cubicBezTo>
                  <a:cubicBezTo>
                    <a:pt x="6810" y="7138"/>
                    <a:pt x="6779" y="7078"/>
                    <a:pt x="6779" y="7047"/>
                  </a:cubicBezTo>
                  <a:close/>
                  <a:moveTo>
                    <a:pt x="7681" y="1"/>
                  </a:moveTo>
                  <a:cubicBezTo>
                    <a:pt x="7582" y="1"/>
                    <a:pt x="7492" y="16"/>
                    <a:pt x="7418" y="56"/>
                  </a:cubicBezTo>
                  <a:cubicBezTo>
                    <a:pt x="6962" y="208"/>
                    <a:pt x="6354" y="360"/>
                    <a:pt x="5928" y="543"/>
                  </a:cubicBezTo>
                  <a:cubicBezTo>
                    <a:pt x="4591" y="1211"/>
                    <a:pt x="3679" y="2670"/>
                    <a:pt x="2433" y="3521"/>
                  </a:cubicBezTo>
                  <a:cubicBezTo>
                    <a:pt x="1916" y="5163"/>
                    <a:pt x="1" y="6439"/>
                    <a:pt x="730" y="10269"/>
                  </a:cubicBezTo>
                  <a:cubicBezTo>
                    <a:pt x="974" y="11576"/>
                    <a:pt x="1278" y="12914"/>
                    <a:pt x="1399" y="14221"/>
                  </a:cubicBezTo>
                  <a:cubicBezTo>
                    <a:pt x="1460" y="14585"/>
                    <a:pt x="1490" y="14950"/>
                    <a:pt x="1490" y="15345"/>
                  </a:cubicBezTo>
                  <a:cubicBezTo>
                    <a:pt x="1490" y="15528"/>
                    <a:pt x="1490" y="15710"/>
                    <a:pt x="1430" y="15892"/>
                  </a:cubicBezTo>
                  <a:cubicBezTo>
                    <a:pt x="1399" y="16318"/>
                    <a:pt x="1247" y="16652"/>
                    <a:pt x="1186" y="17017"/>
                  </a:cubicBezTo>
                  <a:cubicBezTo>
                    <a:pt x="1095" y="17260"/>
                    <a:pt x="1065" y="17564"/>
                    <a:pt x="1034" y="17838"/>
                  </a:cubicBezTo>
                  <a:cubicBezTo>
                    <a:pt x="1034" y="17959"/>
                    <a:pt x="882" y="19084"/>
                    <a:pt x="882" y="19206"/>
                  </a:cubicBezTo>
                  <a:cubicBezTo>
                    <a:pt x="919" y="19213"/>
                    <a:pt x="957" y="19216"/>
                    <a:pt x="995" y="19216"/>
                  </a:cubicBezTo>
                  <a:cubicBezTo>
                    <a:pt x="1532" y="19216"/>
                    <a:pt x="2146" y="18520"/>
                    <a:pt x="2641" y="18520"/>
                  </a:cubicBezTo>
                  <a:cubicBezTo>
                    <a:pt x="2684" y="18520"/>
                    <a:pt x="2726" y="18525"/>
                    <a:pt x="2767" y="18537"/>
                  </a:cubicBezTo>
                  <a:cubicBezTo>
                    <a:pt x="6080" y="19358"/>
                    <a:pt x="8937" y="21759"/>
                    <a:pt x="11369" y="24099"/>
                  </a:cubicBezTo>
                  <a:cubicBezTo>
                    <a:pt x="11430" y="23856"/>
                    <a:pt x="11460" y="23582"/>
                    <a:pt x="11460" y="23309"/>
                  </a:cubicBezTo>
                  <a:lnTo>
                    <a:pt x="11460" y="23248"/>
                  </a:lnTo>
                  <a:cubicBezTo>
                    <a:pt x="11460" y="22671"/>
                    <a:pt x="11217" y="22154"/>
                    <a:pt x="11065" y="21576"/>
                  </a:cubicBezTo>
                  <a:cubicBezTo>
                    <a:pt x="10822" y="20391"/>
                    <a:pt x="11582" y="23096"/>
                    <a:pt x="11004" y="13218"/>
                  </a:cubicBezTo>
                  <a:cubicBezTo>
                    <a:pt x="11004" y="11333"/>
                    <a:pt x="12737" y="9965"/>
                    <a:pt x="10913" y="4707"/>
                  </a:cubicBezTo>
                  <a:cubicBezTo>
                    <a:pt x="10579" y="3673"/>
                    <a:pt x="10153" y="2670"/>
                    <a:pt x="9667" y="1698"/>
                  </a:cubicBezTo>
                  <a:cubicBezTo>
                    <a:pt x="9424" y="1242"/>
                    <a:pt x="9150" y="755"/>
                    <a:pt x="8907" y="330"/>
                  </a:cubicBezTo>
                  <a:cubicBezTo>
                    <a:pt x="8846" y="239"/>
                    <a:pt x="8907" y="87"/>
                    <a:pt x="8846" y="56"/>
                  </a:cubicBezTo>
                  <a:cubicBezTo>
                    <a:pt x="8846" y="53"/>
                    <a:pt x="8845" y="51"/>
                    <a:pt x="8844" y="51"/>
                  </a:cubicBezTo>
                  <a:cubicBezTo>
                    <a:pt x="8836" y="51"/>
                    <a:pt x="8805" y="104"/>
                    <a:pt x="8792" y="104"/>
                  </a:cubicBezTo>
                  <a:cubicBezTo>
                    <a:pt x="8788" y="104"/>
                    <a:pt x="8785" y="99"/>
                    <a:pt x="8785" y="87"/>
                  </a:cubicBezTo>
                  <a:cubicBezTo>
                    <a:pt x="8722" y="106"/>
                    <a:pt x="8652" y="114"/>
                    <a:pt x="8578" y="114"/>
                  </a:cubicBezTo>
                  <a:cubicBezTo>
                    <a:pt x="8295" y="114"/>
                    <a:pt x="7954" y="1"/>
                    <a:pt x="76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57"/>
            <p:cNvSpPr/>
            <p:nvPr/>
          </p:nvSpPr>
          <p:spPr>
            <a:xfrm>
              <a:off x="3582388" y="4084116"/>
              <a:ext cx="26" cy="26"/>
            </a:xfrm>
            <a:custGeom>
              <a:avLst/>
              <a:gdLst/>
              <a:ahLst/>
              <a:cxnLst/>
              <a:rect l="l" t="t" r="r" b="b"/>
              <a:pathLst>
                <a:path w="1" h="1" extrusionOk="0">
                  <a:moveTo>
                    <a:pt x="0" y="0"/>
                  </a:moveTo>
                  <a:close/>
                </a:path>
              </a:pathLst>
            </a:custGeom>
            <a:solidFill>
              <a:srgbClr val="FF6B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57"/>
            <p:cNvSpPr/>
            <p:nvPr/>
          </p:nvSpPr>
          <p:spPr>
            <a:xfrm>
              <a:off x="3960827" y="2713556"/>
              <a:ext cx="26" cy="26"/>
            </a:xfrm>
            <a:custGeom>
              <a:avLst/>
              <a:gdLst/>
              <a:ahLst/>
              <a:cxnLst/>
              <a:rect l="l" t="t" r="r" b="b"/>
              <a:pathLst>
                <a:path w="1" h="1" extrusionOk="0">
                  <a:moveTo>
                    <a:pt x="1" y="1"/>
                  </a:moveTo>
                  <a:close/>
                </a:path>
              </a:pathLst>
            </a:custGeom>
            <a:solidFill>
              <a:srgbClr val="FF6B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57"/>
            <p:cNvSpPr/>
            <p:nvPr/>
          </p:nvSpPr>
          <p:spPr>
            <a:xfrm>
              <a:off x="3907234" y="2718347"/>
              <a:ext cx="273649" cy="667381"/>
            </a:xfrm>
            <a:custGeom>
              <a:avLst/>
              <a:gdLst/>
              <a:ahLst/>
              <a:cxnLst/>
              <a:rect l="l" t="t" r="r" b="b"/>
              <a:pathLst>
                <a:path w="10396" h="25354" extrusionOk="0">
                  <a:moveTo>
                    <a:pt x="7295" y="1"/>
                  </a:moveTo>
                  <a:lnTo>
                    <a:pt x="4225" y="17934"/>
                  </a:lnTo>
                  <a:lnTo>
                    <a:pt x="0" y="21734"/>
                  </a:lnTo>
                  <a:cubicBezTo>
                    <a:pt x="29" y="21732"/>
                    <a:pt x="57" y="21731"/>
                    <a:pt x="85" y="21731"/>
                  </a:cubicBezTo>
                  <a:cubicBezTo>
                    <a:pt x="1435" y="21731"/>
                    <a:pt x="879" y="23892"/>
                    <a:pt x="3739" y="23892"/>
                  </a:cubicBezTo>
                  <a:cubicBezTo>
                    <a:pt x="6848" y="23892"/>
                    <a:pt x="8376" y="25354"/>
                    <a:pt x="9161" y="25354"/>
                  </a:cubicBezTo>
                  <a:cubicBezTo>
                    <a:pt x="9420" y="25354"/>
                    <a:pt x="9599" y="25195"/>
                    <a:pt x="9727" y="24773"/>
                  </a:cubicBezTo>
                  <a:cubicBezTo>
                    <a:pt x="9940" y="24226"/>
                    <a:pt x="10031" y="23649"/>
                    <a:pt x="10031" y="23132"/>
                  </a:cubicBezTo>
                  <a:cubicBezTo>
                    <a:pt x="10031" y="22342"/>
                    <a:pt x="9484" y="21643"/>
                    <a:pt x="9696" y="20852"/>
                  </a:cubicBezTo>
                  <a:cubicBezTo>
                    <a:pt x="9879" y="20275"/>
                    <a:pt x="9940" y="19667"/>
                    <a:pt x="9940" y="19059"/>
                  </a:cubicBezTo>
                  <a:cubicBezTo>
                    <a:pt x="9940" y="18299"/>
                    <a:pt x="9940" y="17509"/>
                    <a:pt x="9848" y="16749"/>
                  </a:cubicBezTo>
                  <a:cubicBezTo>
                    <a:pt x="9788" y="15989"/>
                    <a:pt x="9696" y="15229"/>
                    <a:pt x="9666" y="14469"/>
                  </a:cubicBezTo>
                  <a:cubicBezTo>
                    <a:pt x="9666" y="13861"/>
                    <a:pt x="9544" y="13223"/>
                    <a:pt x="9666" y="12615"/>
                  </a:cubicBezTo>
                  <a:cubicBezTo>
                    <a:pt x="9788" y="11886"/>
                    <a:pt x="10031" y="11247"/>
                    <a:pt x="10183" y="10518"/>
                  </a:cubicBezTo>
                  <a:cubicBezTo>
                    <a:pt x="10304" y="9910"/>
                    <a:pt x="10395" y="9272"/>
                    <a:pt x="10335" y="8633"/>
                  </a:cubicBezTo>
                  <a:cubicBezTo>
                    <a:pt x="10274" y="7053"/>
                    <a:pt x="9818" y="5533"/>
                    <a:pt x="9271" y="4104"/>
                  </a:cubicBezTo>
                  <a:cubicBezTo>
                    <a:pt x="8754" y="2645"/>
                    <a:pt x="8511" y="2037"/>
                    <a:pt x="72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57"/>
            <p:cNvSpPr/>
            <p:nvPr/>
          </p:nvSpPr>
          <p:spPr>
            <a:xfrm>
              <a:off x="3331166" y="3830472"/>
              <a:ext cx="273649" cy="250880"/>
            </a:xfrm>
            <a:custGeom>
              <a:avLst/>
              <a:gdLst/>
              <a:ahLst/>
              <a:cxnLst/>
              <a:rect l="l" t="t" r="r" b="b"/>
              <a:pathLst>
                <a:path w="10396" h="9531" extrusionOk="0">
                  <a:moveTo>
                    <a:pt x="8785" y="1"/>
                  </a:moveTo>
                  <a:lnTo>
                    <a:pt x="8481" y="943"/>
                  </a:lnTo>
                  <a:cubicBezTo>
                    <a:pt x="8420" y="1247"/>
                    <a:pt x="8329" y="1551"/>
                    <a:pt x="8177" y="1855"/>
                  </a:cubicBezTo>
                  <a:cubicBezTo>
                    <a:pt x="7812" y="2676"/>
                    <a:pt x="7234" y="3435"/>
                    <a:pt x="6718" y="4195"/>
                  </a:cubicBezTo>
                  <a:cubicBezTo>
                    <a:pt x="6201" y="5046"/>
                    <a:pt x="5715" y="5867"/>
                    <a:pt x="5137" y="6718"/>
                  </a:cubicBezTo>
                  <a:cubicBezTo>
                    <a:pt x="4864" y="7144"/>
                    <a:pt x="4529" y="7478"/>
                    <a:pt x="4043" y="7508"/>
                  </a:cubicBezTo>
                  <a:cubicBezTo>
                    <a:pt x="3921" y="7539"/>
                    <a:pt x="3800" y="7554"/>
                    <a:pt x="3678" y="7554"/>
                  </a:cubicBezTo>
                  <a:cubicBezTo>
                    <a:pt x="3557" y="7554"/>
                    <a:pt x="3435" y="7539"/>
                    <a:pt x="3313" y="7508"/>
                  </a:cubicBezTo>
                  <a:cubicBezTo>
                    <a:pt x="3161" y="7478"/>
                    <a:pt x="3009" y="7417"/>
                    <a:pt x="2888" y="7417"/>
                  </a:cubicBezTo>
                  <a:cubicBezTo>
                    <a:pt x="2797" y="7417"/>
                    <a:pt x="2675" y="7478"/>
                    <a:pt x="2553" y="7508"/>
                  </a:cubicBezTo>
                  <a:cubicBezTo>
                    <a:pt x="2189" y="7752"/>
                    <a:pt x="1794" y="8025"/>
                    <a:pt x="1429" y="8208"/>
                  </a:cubicBezTo>
                  <a:cubicBezTo>
                    <a:pt x="1064" y="8390"/>
                    <a:pt x="699" y="8512"/>
                    <a:pt x="365" y="8664"/>
                  </a:cubicBezTo>
                  <a:cubicBezTo>
                    <a:pt x="243" y="8694"/>
                    <a:pt x="91" y="8785"/>
                    <a:pt x="61" y="8876"/>
                  </a:cubicBezTo>
                  <a:cubicBezTo>
                    <a:pt x="0" y="9089"/>
                    <a:pt x="213" y="9271"/>
                    <a:pt x="365" y="9332"/>
                  </a:cubicBezTo>
                  <a:cubicBezTo>
                    <a:pt x="626" y="9471"/>
                    <a:pt x="946" y="9501"/>
                    <a:pt x="1263" y="9501"/>
                  </a:cubicBezTo>
                  <a:cubicBezTo>
                    <a:pt x="1501" y="9501"/>
                    <a:pt x="1737" y="9484"/>
                    <a:pt x="1946" y="9484"/>
                  </a:cubicBezTo>
                  <a:cubicBezTo>
                    <a:pt x="2582" y="9484"/>
                    <a:pt x="3229" y="9530"/>
                    <a:pt x="3874" y="9530"/>
                  </a:cubicBezTo>
                  <a:cubicBezTo>
                    <a:pt x="4277" y="9530"/>
                    <a:pt x="4679" y="9512"/>
                    <a:pt x="5076" y="9454"/>
                  </a:cubicBezTo>
                  <a:cubicBezTo>
                    <a:pt x="5411" y="9423"/>
                    <a:pt x="5745" y="9332"/>
                    <a:pt x="5958" y="9089"/>
                  </a:cubicBezTo>
                  <a:cubicBezTo>
                    <a:pt x="6383" y="8572"/>
                    <a:pt x="6535" y="7812"/>
                    <a:pt x="6778" y="7205"/>
                  </a:cubicBezTo>
                  <a:cubicBezTo>
                    <a:pt x="6961" y="6718"/>
                    <a:pt x="7234" y="6201"/>
                    <a:pt x="7599" y="5806"/>
                  </a:cubicBezTo>
                  <a:cubicBezTo>
                    <a:pt x="7873" y="5533"/>
                    <a:pt x="8237" y="5320"/>
                    <a:pt x="8602" y="5198"/>
                  </a:cubicBezTo>
                  <a:cubicBezTo>
                    <a:pt x="8663" y="5183"/>
                    <a:pt x="8709" y="5168"/>
                    <a:pt x="8750" y="5168"/>
                  </a:cubicBezTo>
                  <a:cubicBezTo>
                    <a:pt x="8792" y="5168"/>
                    <a:pt x="8830" y="5183"/>
                    <a:pt x="8876" y="5229"/>
                  </a:cubicBezTo>
                  <a:cubicBezTo>
                    <a:pt x="8967" y="5472"/>
                    <a:pt x="8876" y="5837"/>
                    <a:pt x="8876" y="6080"/>
                  </a:cubicBezTo>
                  <a:cubicBezTo>
                    <a:pt x="8876" y="6566"/>
                    <a:pt x="8906" y="8967"/>
                    <a:pt x="8906" y="9150"/>
                  </a:cubicBezTo>
                  <a:cubicBezTo>
                    <a:pt x="8906" y="9241"/>
                    <a:pt x="8876" y="9423"/>
                    <a:pt x="8906" y="9454"/>
                  </a:cubicBezTo>
                  <a:cubicBezTo>
                    <a:pt x="8919" y="9493"/>
                    <a:pt x="8921" y="9504"/>
                    <a:pt x="8929" y="9504"/>
                  </a:cubicBezTo>
                  <a:cubicBezTo>
                    <a:pt x="8938" y="9504"/>
                    <a:pt x="8958" y="9484"/>
                    <a:pt x="9028" y="9484"/>
                  </a:cubicBezTo>
                  <a:cubicBezTo>
                    <a:pt x="9068" y="9484"/>
                    <a:pt x="9217" y="9511"/>
                    <a:pt x="9338" y="9511"/>
                  </a:cubicBezTo>
                  <a:cubicBezTo>
                    <a:pt x="9399" y="9511"/>
                    <a:pt x="9453" y="9504"/>
                    <a:pt x="9484" y="9484"/>
                  </a:cubicBezTo>
                  <a:cubicBezTo>
                    <a:pt x="9544" y="9423"/>
                    <a:pt x="9514" y="8967"/>
                    <a:pt x="9514" y="8815"/>
                  </a:cubicBezTo>
                  <a:cubicBezTo>
                    <a:pt x="9514" y="8329"/>
                    <a:pt x="9544" y="7873"/>
                    <a:pt x="9575" y="7357"/>
                  </a:cubicBezTo>
                  <a:cubicBezTo>
                    <a:pt x="9666" y="6445"/>
                    <a:pt x="9696" y="5502"/>
                    <a:pt x="9970" y="4621"/>
                  </a:cubicBezTo>
                  <a:cubicBezTo>
                    <a:pt x="10152" y="3922"/>
                    <a:pt x="10396" y="3253"/>
                    <a:pt x="10335" y="2493"/>
                  </a:cubicBezTo>
                  <a:cubicBezTo>
                    <a:pt x="10304" y="2098"/>
                    <a:pt x="10274" y="1673"/>
                    <a:pt x="10092" y="1277"/>
                  </a:cubicBezTo>
                  <a:cubicBezTo>
                    <a:pt x="9788" y="761"/>
                    <a:pt x="9210" y="366"/>
                    <a:pt x="878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57"/>
            <p:cNvSpPr/>
            <p:nvPr/>
          </p:nvSpPr>
          <p:spPr>
            <a:xfrm>
              <a:off x="3918421" y="2670255"/>
              <a:ext cx="187258" cy="137983"/>
            </a:xfrm>
            <a:custGeom>
              <a:avLst/>
              <a:gdLst/>
              <a:ahLst/>
              <a:cxnLst/>
              <a:rect l="l" t="t" r="r" b="b"/>
              <a:pathLst>
                <a:path w="7114" h="5242" extrusionOk="0">
                  <a:moveTo>
                    <a:pt x="6205" y="0"/>
                  </a:moveTo>
                  <a:cubicBezTo>
                    <a:pt x="6175" y="0"/>
                    <a:pt x="6143" y="2"/>
                    <a:pt x="6110" y="4"/>
                  </a:cubicBezTo>
                  <a:cubicBezTo>
                    <a:pt x="5897" y="35"/>
                    <a:pt x="5745" y="65"/>
                    <a:pt x="5593" y="126"/>
                  </a:cubicBezTo>
                  <a:cubicBezTo>
                    <a:pt x="4590" y="339"/>
                    <a:pt x="3648" y="673"/>
                    <a:pt x="2736" y="1098"/>
                  </a:cubicBezTo>
                  <a:cubicBezTo>
                    <a:pt x="2159" y="1372"/>
                    <a:pt x="1490" y="1676"/>
                    <a:pt x="1095" y="2162"/>
                  </a:cubicBezTo>
                  <a:cubicBezTo>
                    <a:pt x="700" y="2649"/>
                    <a:pt x="639" y="3408"/>
                    <a:pt x="487" y="3986"/>
                  </a:cubicBezTo>
                  <a:cubicBezTo>
                    <a:pt x="457" y="4138"/>
                    <a:pt x="1" y="5202"/>
                    <a:pt x="365" y="5232"/>
                  </a:cubicBezTo>
                  <a:cubicBezTo>
                    <a:pt x="392" y="5239"/>
                    <a:pt x="419" y="5242"/>
                    <a:pt x="446" y="5242"/>
                  </a:cubicBezTo>
                  <a:cubicBezTo>
                    <a:pt x="795" y="5242"/>
                    <a:pt x="1199" y="4733"/>
                    <a:pt x="1368" y="4564"/>
                  </a:cubicBezTo>
                  <a:cubicBezTo>
                    <a:pt x="2128" y="3834"/>
                    <a:pt x="2888" y="3196"/>
                    <a:pt x="3800" y="2709"/>
                  </a:cubicBezTo>
                  <a:cubicBezTo>
                    <a:pt x="4438" y="2345"/>
                    <a:pt x="5198" y="2041"/>
                    <a:pt x="5958" y="2010"/>
                  </a:cubicBezTo>
                  <a:cubicBezTo>
                    <a:pt x="6060" y="2010"/>
                    <a:pt x="6188" y="2020"/>
                    <a:pt x="6320" y="2020"/>
                  </a:cubicBezTo>
                  <a:cubicBezTo>
                    <a:pt x="6583" y="2020"/>
                    <a:pt x="6860" y="1980"/>
                    <a:pt x="6961" y="1737"/>
                  </a:cubicBezTo>
                  <a:cubicBezTo>
                    <a:pt x="7113" y="1372"/>
                    <a:pt x="6931" y="794"/>
                    <a:pt x="6809" y="460"/>
                  </a:cubicBezTo>
                  <a:cubicBezTo>
                    <a:pt x="6698" y="154"/>
                    <a:pt x="6535" y="0"/>
                    <a:pt x="620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57"/>
            <p:cNvSpPr/>
            <p:nvPr/>
          </p:nvSpPr>
          <p:spPr>
            <a:xfrm>
              <a:off x="3870409" y="2356597"/>
              <a:ext cx="391284" cy="536005"/>
            </a:xfrm>
            <a:custGeom>
              <a:avLst/>
              <a:gdLst/>
              <a:ahLst/>
              <a:cxnLst/>
              <a:rect l="l" t="t" r="r" b="b"/>
              <a:pathLst>
                <a:path w="14865" h="20363" extrusionOk="0">
                  <a:moveTo>
                    <a:pt x="4054" y="0"/>
                  </a:moveTo>
                  <a:cubicBezTo>
                    <a:pt x="3642" y="0"/>
                    <a:pt x="3196" y="68"/>
                    <a:pt x="2737" y="248"/>
                  </a:cubicBezTo>
                  <a:cubicBezTo>
                    <a:pt x="1217" y="826"/>
                    <a:pt x="639" y="2163"/>
                    <a:pt x="487" y="2528"/>
                  </a:cubicBezTo>
                  <a:cubicBezTo>
                    <a:pt x="305" y="2984"/>
                    <a:pt x="1" y="3926"/>
                    <a:pt x="274" y="4078"/>
                  </a:cubicBezTo>
                  <a:cubicBezTo>
                    <a:pt x="305" y="4109"/>
                    <a:pt x="328" y="4109"/>
                    <a:pt x="358" y="4109"/>
                  </a:cubicBezTo>
                  <a:cubicBezTo>
                    <a:pt x="388" y="4109"/>
                    <a:pt x="426" y="4109"/>
                    <a:pt x="487" y="4139"/>
                  </a:cubicBezTo>
                  <a:cubicBezTo>
                    <a:pt x="913" y="4200"/>
                    <a:pt x="1095" y="4808"/>
                    <a:pt x="1399" y="5264"/>
                  </a:cubicBezTo>
                  <a:cubicBezTo>
                    <a:pt x="1399" y="5264"/>
                    <a:pt x="1794" y="5841"/>
                    <a:pt x="2615" y="6206"/>
                  </a:cubicBezTo>
                  <a:cubicBezTo>
                    <a:pt x="2982" y="6395"/>
                    <a:pt x="3361" y="6462"/>
                    <a:pt x="3717" y="6462"/>
                  </a:cubicBezTo>
                  <a:cubicBezTo>
                    <a:pt x="4333" y="6462"/>
                    <a:pt x="4879" y="6261"/>
                    <a:pt x="5168" y="6145"/>
                  </a:cubicBezTo>
                  <a:lnTo>
                    <a:pt x="5958" y="8546"/>
                  </a:lnTo>
                  <a:cubicBezTo>
                    <a:pt x="6080" y="8911"/>
                    <a:pt x="6232" y="9489"/>
                    <a:pt x="6323" y="10248"/>
                  </a:cubicBezTo>
                  <a:cubicBezTo>
                    <a:pt x="6566" y="12498"/>
                    <a:pt x="5958" y="13136"/>
                    <a:pt x="6475" y="14048"/>
                  </a:cubicBezTo>
                  <a:cubicBezTo>
                    <a:pt x="7144" y="15264"/>
                    <a:pt x="8603" y="14717"/>
                    <a:pt x="9272" y="16024"/>
                  </a:cubicBezTo>
                  <a:cubicBezTo>
                    <a:pt x="9758" y="16966"/>
                    <a:pt x="9120" y="17483"/>
                    <a:pt x="9576" y="18577"/>
                  </a:cubicBezTo>
                  <a:cubicBezTo>
                    <a:pt x="9993" y="19495"/>
                    <a:pt x="11073" y="20363"/>
                    <a:pt x="12092" y="20363"/>
                  </a:cubicBezTo>
                  <a:cubicBezTo>
                    <a:pt x="12186" y="20363"/>
                    <a:pt x="12280" y="20355"/>
                    <a:pt x="12372" y="20340"/>
                  </a:cubicBezTo>
                  <a:cubicBezTo>
                    <a:pt x="13861" y="20097"/>
                    <a:pt x="14864" y="17847"/>
                    <a:pt x="14439" y="16328"/>
                  </a:cubicBezTo>
                  <a:cubicBezTo>
                    <a:pt x="13983" y="14656"/>
                    <a:pt x="12038" y="14595"/>
                    <a:pt x="11612" y="12710"/>
                  </a:cubicBezTo>
                  <a:cubicBezTo>
                    <a:pt x="11369" y="11616"/>
                    <a:pt x="11977" y="11403"/>
                    <a:pt x="11673" y="10157"/>
                  </a:cubicBezTo>
                  <a:cubicBezTo>
                    <a:pt x="11308" y="8729"/>
                    <a:pt x="10427" y="8577"/>
                    <a:pt x="10092" y="7178"/>
                  </a:cubicBezTo>
                  <a:cubicBezTo>
                    <a:pt x="9880" y="6145"/>
                    <a:pt x="10335" y="6054"/>
                    <a:pt x="10214" y="4686"/>
                  </a:cubicBezTo>
                  <a:cubicBezTo>
                    <a:pt x="10183" y="4048"/>
                    <a:pt x="10032" y="2163"/>
                    <a:pt x="8573" y="1160"/>
                  </a:cubicBezTo>
                  <a:cubicBezTo>
                    <a:pt x="8354" y="997"/>
                    <a:pt x="7672" y="564"/>
                    <a:pt x="6591" y="564"/>
                  </a:cubicBezTo>
                  <a:cubicBezTo>
                    <a:pt x="6467" y="564"/>
                    <a:pt x="6337" y="570"/>
                    <a:pt x="6202" y="583"/>
                  </a:cubicBezTo>
                  <a:cubicBezTo>
                    <a:pt x="6024" y="494"/>
                    <a:pt x="5166" y="0"/>
                    <a:pt x="40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57"/>
            <p:cNvSpPr/>
            <p:nvPr/>
          </p:nvSpPr>
          <p:spPr>
            <a:xfrm>
              <a:off x="3991229" y="2512005"/>
              <a:ext cx="53645" cy="83442"/>
            </a:xfrm>
            <a:custGeom>
              <a:avLst/>
              <a:gdLst/>
              <a:ahLst/>
              <a:cxnLst/>
              <a:rect l="l" t="t" r="r" b="b"/>
              <a:pathLst>
                <a:path w="2038" h="3170" extrusionOk="0">
                  <a:moveTo>
                    <a:pt x="1171" y="1"/>
                  </a:moveTo>
                  <a:cubicBezTo>
                    <a:pt x="988" y="1"/>
                    <a:pt x="792" y="66"/>
                    <a:pt x="609" y="211"/>
                  </a:cubicBezTo>
                  <a:lnTo>
                    <a:pt x="1" y="2673"/>
                  </a:lnTo>
                  <a:cubicBezTo>
                    <a:pt x="54" y="2969"/>
                    <a:pt x="347" y="3169"/>
                    <a:pt x="645" y="3169"/>
                  </a:cubicBezTo>
                  <a:cubicBezTo>
                    <a:pt x="683" y="3169"/>
                    <a:pt x="722" y="3166"/>
                    <a:pt x="761" y="3159"/>
                  </a:cubicBezTo>
                  <a:cubicBezTo>
                    <a:pt x="1186" y="3098"/>
                    <a:pt x="1460" y="2642"/>
                    <a:pt x="1612" y="2247"/>
                  </a:cubicBezTo>
                  <a:cubicBezTo>
                    <a:pt x="1824" y="1791"/>
                    <a:pt x="2037" y="1274"/>
                    <a:pt x="1946" y="758"/>
                  </a:cubicBezTo>
                  <a:cubicBezTo>
                    <a:pt x="1905" y="301"/>
                    <a:pt x="1566" y="1"/>
                    <a:pt x="117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57"/>
            <p:cNvSpPr/>
            <p:nvPr/>
          </p:nvSpPr>
          <p:spPr>
            <a:xfrm>
              <a:off x="3749615" y="2827164"/>
              <a:ext cx="380860" cy="504129"/>
            </a:xfrm>
            <a:custGeom>
              <a:avLst/>
              <a:gdLst/>
              <a:ahLst/>
              <a:cxnLst/>
              <a:rect l="l" t="t" r="r" b="b"/>
              <a:pathLst>
                <a:path w="14469" h="19152" extrusionOk="0">
                  <a:moveTo>
                    <a:pt x="14104" y="1"/>
                  </a:moveTo>
                  <a:lnTo>
                    <a:pt x="9484" y="2828"/>
                  </a:lnTo>
                  <a:cubicBezTo>
                    <a:pt x="9392" y="3192"/>
                    <a:pt x="9271" y="3770"/>
                    <a:pt x="9149" y="4408"/>
                  </a:cubicBezTo>
                  <a:cubicBezTo>
                    <a:pt x="9058" y="4864"/>
                    <a:pt x="8876" y="6049"/>
                    <a:pt x="8845" y="8086"/>
                  </a:cubicBezTo>
                  <a:cubicBezTo>
                    <a:pt x="8815" y="9241"/>
                    <a:pt x="8815" y="10730"/>
                    <a:pt x="8937" y="12433"/>
                  </a:cubicBezTo>
                  <a:cubicBezTo>
                    <a:pt x="7781" y="13101"/>
                    <a:pt x="6809" y="13648"/>
                    <a:pt x="5988" y="13983"/>
                  </a:cubicBezTo>
                  <a:cubicBezTo>
                    <a:pt x="4438" y="14743"/>
                    <a:pt x="3648" y="15016"/>
                    <a:pt x="3192" y="15199"/>
                  </a:cubicBezTo>
                  <a:cubicBezTo>
                    <a:pt x="2249" y="15533"/>
                    <a:pt x="1338" y="15715"/>
                    <a:pt x="335" y="15928"/>
                  </a:cubicBezTo>
                  <a:cubicBezTo>
                    <a:pt x="0" y="15989"/>
                    <a:pt x="0" y="16171"/>
                    <a:pt x="61" y="16475"/>
                  </a:cubicBezTo>
                  <a:cubicBezTo>
                    <a:pt x="213" y="17174"/>
                    <a:pt x="578" y="17782"/>
                    <a:pt x="638" y="18512"/>
                  </a:cubicBezTo>
                  <a:cubicBezTo>
                    <a:pt x="669" y="18816"/>
                    <a:pt x="638" y="19150"/>
                    <a:pt x="1034" y="19150"/>
                  </a:cubicBezTo>
                  <a:cubicBezTo>
                    <a:pt x="1061" y="19151"/>
                    <a:pt x="1089" y="19152"/>
                    <a:pt x="1117" y="19152"/>
                  </a:cubicBezTo>
                  <a:cubicBezTo>
                    <a:pt x="1737" y="19152"/>
                    <a:pt x="2458" y="18838"/>
                    <a:pt x="3040" y="18664"/>
                  </a:cubicBezTo>
                  <a:cubicBezTo>
                    <a:pt x="4104" y="18329"/>
                    <a:pt x="5167" y="17965"/>
                    <a:pt x="6201" y="17600"/>
                  </a:cubicBezTo>
                  <a:cubicBezTo>
                    <a:pt x="7174" y="17235"/>
                    <a:pt x="8177" y="16870"/>
                    <a:pt x="9149" y="16475"/>
                  </a:cubicBezTo>
                  <a:cubicBezTo>
                    <a:pt x="10152" y="16110"/>
                    <a:pt x="11125" y="15776"/>
                    <a:pt x="12067" y="15320"/>
                  </a:cubicBezTo>
                  <a:cubicBezTo>
                    <a:pt x="13101" y="14803"/>
                    <a:pt x="13374" y="13740"/>
                    <a:pt x="13557" y="12676"/>
                  </a:cubicBezTo>
                  <a:cubicBezTo>
                    <a:pt x="13709" y="11855"/>
                    <a:pt x="13800" y="10974"/>
                    <a:pt x="13861" y="10153"/>
                  </a:cubicBezTo>
                  <a:cubicBezTo>
                    <a:pt x="14013" y="8663"/>
                    <a:pt x="14134" y="7144"/>
                    <a:pt x="14286" y="5654"/>
                  </a:cubicBezTo>
                  <a:cubicBezTo>
                    <a:pt x="14347" y="4834"/>
                    <a:pt x="14469" y="3952"/>
                    <a:pt x="14469" y="3101"/>
                  </a:cubicBezTo>
                  <a:cubicBezTo>
                    <a:pt x="14469" y="2037"/>
                    <a:pt x="14317" y="1034"/>
                    <a:pt x="1410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57"/>
            <p:cNvSpPr/>
            <p:nvPr/>
          </p:nvSpPr>
          <p:spPr>
            <a:xfrm>
              <a:off x="3585178" y="3235347"/>
              <a:ext cx="179651" cy="75967"/>
            </a:xfrm>
            <a:custGeom>
              <a:avLst/>
              <a:gdLst/>
              <a:ahLst/>
              <a:cxnLst/>
              <a:rect l="l" t="t" r="r" b="b"/>
              <a:pathLst>
                <a:path w="6825" h="2886" extrusionOk="0">
                  <a:moveTo>
                    <a:pt x="3863" y="1"/>
                  </a:moveTo>
                  <a:cubicBezTo>
                    <a:pt x="3508" y="1"/>
                    <a:pt x="2945" y="272"/>
                    <a:pt x="1505" y="1151"/>
                  </a:cubicBezTo>
                  <a:cubicBezTo>
                    <a:pt x="1366" y="1206"/>
                    <a:pt x="0" y="2335"/>
                    <a:pt x="852" y="2335"/>
                  </a:cubicBezTo>
                  <a:cubicBezTo>
                    <a:pt x="929" y="2335"/>
                    <a:pt x="1024" y="2326"/>
                    <a:pt x="1141" y="2306"/>
                  </a:cubicBezTo>
                  <a:cubicBezTo>
                    <a:pt x="1659" y="2219"/>
                    <a:pt x="2085" y="2184"/>
                    <a:pt x="2450" y="2184"/>
                  </a:cubicBezTo>
                  <a:cubicBezTo>
                    <a:pt x="3757" y="2184"/>
                    <a:pt x="4280" y="2639"/>
                    <a:pt x="5396" y="2853"/>
                  </a:cubicBezTo>
                  <a:cubicBezTo>
                    <a:pt x="5570" y="2876"/>
                    <a:pt x="5753" y="2886"/>
                    <a:pt x="5938" y="2886"/>
                  </a:cubicBezTo>
                  <a:cubicBezTo>
                    <a:pt x="6238" y="2886"/>
                    <a:pt x="6543" y="2860"/>
                    <a:pt x="6825" y="2822"/>
                  </a:cubicBezTo>
                  <a:lnTo>
                    <a:pt x="6278" y="695"/>
                  </a:lnTo>
                  <a:cubicBezTo>
                    <a:pt x="4458" y="604"/>
                    <a:pt x="4392" y="1"/>
                    <a:pt x="386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57"/>
            <p:cNvSpPr/>
            <p:nvPr/>
          </p:nvSpPr>
          <p:spPr>
            <a:xfrm>
              <a:off x="1692564" y="3390439"/>
              <a:ext cx="441692" cy="84021"/>
            </a:xfrm>
            <a:custGeom>
              <a:avLst/>
              <a:gdLst/>
              <a:ahLst/>
              <a:cxnLst/>
              <a:rect l="l" t="t" r="r" b="b"/>
              <a:pathLst>
                <a:path w="16780" h="3192" extrusionOk="0">
                  <a:moveTo>
                    <a:pt x="761" y="0"/>
                  </a:moveTo>
                  <a:cubicBezTo>
                    <a:pt x="335" y="0"/>
                    <a:pt x="1" y="335"/>
                    <a:pt x="1" y="760"/>
                  </a:cubicBezTo>
                  <a:lnTo>
                    <a:pt x="1" y="2432"/>
                  </a:lnTo>
                  <a:cubicBezTo>
                    <a:pt x="1" y="2857"/>
                    <a:pt x="335" y="3192"/>
                    <a:pt x="761" y="3192"/>
                  </a:cubicBezTo>
                  <a:lnTo>
                    <a:pt x="16019" y="3192"/>
                  </a:lnTo>
                  <a:cubicBezTo>
                    <a:pt x="16445" y="3192"/>
                    <a:pt x="16779" y="2857"/>
                    <a:pt x="16779" y="2432"/>
                  </a:cubicBezTo>
                  <a:lnTo>
                    <a:pt x="16779" y="760"/>
                  </a:lnTo>
                  <a:cubicBezTo>
                    <a:pt x="16779" y="335"/>
                    <a:pt x="16445" y="0"/>
                    <a:pt x="160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57"/>
            <p:cNvSpPr/>
            <p:nvPr/>
          </p:nvSpPr>
          <p:spPr>
            <a:xfrm>
              <a:off x="1692564" y="3468038"/>
              <a:ext cx="442481" cy="26"/>
            </a:xfrm>
            <a:custGeom>
              <a:avLst/>
              <a:gdLst/>
              <a:ahLst/>
              <a:cxnLst/>
              <a:rect l="l" t="t" r="r" b="b"/>
              <a:pathLst>
                <a:path w="16810" h="1" fill="none" extrusionOk="0">
                  <a:moveTo>
                    <a:pt x="16810" y="1"/>
                  </a:moveTo>
                  <a:lnTo>
                    <a:pt x="1" y="1"/>
                  </a:lnTo>
                </a:path>
              </a:pathLst>
            </a:custGeom>
            <a:solidFill>
              <a:schemeClr val="accent6"/>
            </a:solidFill>
            <a:ln w="2887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57"/>
            <p:cNvSpPr/>
            <p:nvPr/>
          </p:nvSpPr>
          <p:spPr>
            <a:xfrm>
              <a:off x="1897406" y="3474434"/>
              <a:ext cx="33614" cy="556089"/>
            </a:xfrm>
            <a:custGeom>
              <a:avLst/>
              <a:gdLst/>
              <a:ahLst/>
              <a:cxnLst/>
              <a:rect l="l" t="t" r="r" b="b"/>
              <a:pathLst>
                <a:path w="1277" h="21126" extrusionOk="0">
                  <a:moveTo>
                    <a:pt x="0" y="1"/>
                  </a:moveTo>
                  <a:lnTo>
                    <a:pt x="0" y="21126"/>
                  </a:lnTo>
                  <a:lnTo>
                    <a:pt x="1277" y="21126"/>
                  </a:lnTo>
                  <a:lnTo>
                    <a:pt x="1277" y="1"/>
                  </a:lnTo>
                  <a:close/>
                </a:path>
              </a:pathLst>
            </a:custGeom>
            <a:solidFill>
              <a:schemeClr val="accent6"/>
            </a:solidFill>
            <a:ln w="987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57"/>
            <p:cNvSpPr/>
            <p:nvPr/>
          </p:nvSpPr>
          <p:spPr>
            <a:xfrm>
              <a:off x="1867793" y="3761665"/>
              <a:ext cx="90444" cy="169649"/>
            </a:xfrm>
            <a:custGeom>
              <a:avLst/>
              <a:gdLst/>
              <a:ahLst/>
              <a:cxnLst/>
              <a:rect l="l" t="t" r="r" b="b"/>
              <a:pathLst>
                <a:path w="3436" h="6445" extrusionOk="0">
                  <a:moveTo>
                    <a:pt x="0" y="1"/>
                  </a:moveTo>
                  <a:lnTo>
                    <a:pt x="0" y="6445"/>
                  </a:lnTo>
                  <a:lnTo>
                    <a:pt x="3435" y="6445"/>
                  </a:lnTo>
                  <a:lnTo>
                    <a:pt x="3435" y="1"/>
                  </a:ln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57"/>
            <p:cNvSpPr/>
            <p:nvPr/>
          </p:nvSpPr>
          <p:spPr>
            <a:xfrm>
              <a:off x="1612570" y="3931261"/>
              <a:ext cx="602496" cy="116056"/>
            </a:xfrm>
            <a:custGeom>
              <a:avLst/>
              <a:gdLst/>
              <a:ahLst/>
              <a:cxnLst/>
              <a:rect l="l" t="t" r="r" b="b"/>
              <a:pathLst>
                <a:path w="22889" h="4409" extrusionOk="0">
                  <a:moveTo>
                    <a:pt x="11480" y="0"/>
                  </a:moveTo>
                  <a:cubicBezTo>
                    <a:pt x="5700" y="0"/>
                    <a:pt x="1561" y="2325"/>
                    <a:pt x="0" y="3345"/>
                  </a:cubicBezTo>
                  <a:lnTo>
                    <a:pt x="0" y="4409"/>
                  </a:lnTo>
                  <a:cubicBezTo>
                    <a:pt x="1502" y="3388"/>
                    <a:pt x="5614" y="943"/>
                    <a:pt x="11487" y="943"/>
                  </a:cubicBezTo>
                  <a:cubicBezTo>
                    <a:pt x="11559" y="943"/>
                    <a:pt x="11631" y="943"/>
                    <a:pt x="11703" y="944"/>
                  </a:cubicBezTo>
                  <a:cubicBezTo>
                    <a:pt x="17356" y="1035"/>
                    <a:pt x="21368" y="3376"/>
                    <a:pt x="22888" y="4409"/>
                  </a:cubicBezTo>
                  <a:lnTo>
                    <a:pt x="22888" y="3345"/>
                  </a:lnTo>
                  <a:cubicBezTo>
                    <a:pt x="21277" y="2312"/>
                    <a:pt x="17265" y="62"/>
                    <a:pt x="11703" y="2"/>
                  </a:cubicBezTo>
                  <a:cubicBezTo>
                    <a:pt x="11628" y="1"/>
                    <a:pt x="11554" y="0"/>
                    <a:pt x="11480" y="0"/>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57"/>
            <p:cNvSpPr/>
            <p:nvPr/>
          </p:nvSpPr>
          <p:spPr>
            <a:xfrm>
              <a:off x="2175819" y="4008097"/>
              <a:ext cx="78441" cy="78441"/>
            </a:xfrm>
            <a:custGeom>
              <a:avLst/>
              <a:gdLst/>
              <a:ahLst/>
              <a:cxnLst/>
              <a:rect l="l" t="t" r="r" b="b"/>
              <a:pathLst>
                <a:path w="2980" h="2980" extrusionOk="0">
                  <a:moveTo>
                    <a:pt x="1490" y="1"/>
                  </a:moveTo>
                  <a:cubicBezTo>
                    <a:pt x="670" y="1"/>
                    <a:pt x="1" y="669"/>
                    <a:pt x="1" y="1490"/>
                  </a:cubicBezTo>
                  <a:cubicBezTo>
                    <a:pt x="1" y="2311"/>
                    <a:pt x="670" y="2979"/>
                    <a:pt x="1490" y="2979"/>
                  </a:cubicBezTo>
                  <a:cubicBezTo>
                    <a:pt x="2311" y="2979"/>
                    <a:pt x="2980" y="2311"/>
                    <a:pt x="2980" y="1490"/>
                  </a:cubicBezTo>
                  <a:cubicBezTo>
                    <a:pt x="2980" y="669"/>
                    <a:pt x="2311" y="1"/>
                    <a:pt x="1490" y="1"/>
                  </a:cubicBezTo>
                  <a:close/>
                </a:path>
              </a:pathLst>
            </a:custGeom>
            <a:solidFill>
              <a:srgbClr val="034C8A"/>
            </a:solidFill>
            <a:ln w="9125" cap="rnd" cmpd="sng">
              <a:solidFill>
                <a:srgbClr val="034C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57"/>
            <p:cNvSpPr/>
            <p:nvPr/>
          </p:nvSpPr>
          <p:spPr>
            <a:xfrm>
              <a:off x="1573349" y="4008097"/>
              <a:ext cx="77651" cy="78441"/>
            </a:xfrm>
            <a:custGeom>
              <a:avLst/>
              <a:gdLst/>
              <a:ahLst/>
              <a:cxnLst/>
              <a:rect l="l" t="t" r="r" b="b"/>
              <a:pathLst>
                <a:path w="2950" h="2980" extrusionOk="0">
                  <a:moveTo>
                    <a:pt x="1490" y="1"/>
                  </a:moveTo>
                  <a:cubicBezTo>
                    <a:pt x="670" y="1"/>
                    <a:pt x="1" y="669"/>
                    <a:pt x="1" y="1490"/>
                  </a:cubicBezTo>
                  <a:cubicBezTo>
                    <a:pt x="1" y="2311"/>
                    <a:pt x="670" y="2979"/>
                    <a:pt x="1490" y="2979"/>
                  </a:cubicBezTo>
                  <a:cubicBezTo>
                    <a:pt x="2281" y="2979"/>
                    <a:pt x="2949" y="2311"/>
                    <a:pt x="2949" y="1490"/>
                  </a:cubicBezTo>
                  <a:cubicBezTo>
                    <a:pt x="2949" y="669"/>
                    <a:pt x="2281" y="1"/>
                    <a:pt x="1490" y="1"/>
                  </a:cubicBezTo>
                  <a:close/>
                </a:path>
              </a:pathLst>
            </a:custGeom>
            <a:solidFill>
              <a:srgbClr val="034C8A"/>
            </a:solidFill>
            <a:ln w="9125" cap="rnd" cmpd="sng">
              <a:solidFill>
                <a:srgbClr val="034C8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57"/>
            <p:cNvSpPr/>
            <p:nvPr/>
          </p:nvSpPr>
          <p:spPr>
            <a:xfrm>
              <a:off x="1877401" y="4011308"/>
              <a:ext cx="72018" cy="72018"/>
            </a:xfrm>
            <a:custGeom>
              <a:avLst/>
              <a:gdLst/>
              <a:ahLst/>
              <a:cxnLst/>
              <a:rect l="l" t="t" r="r" b="b"/>
              <a:pathLst>
                <a:path w="2736" h="2736" extrusionOk="0">
                  <a:moveTo>
                    <a:pt x="1368" y="0"/>
                  </a:moveTo>
                  <a:cubicBezTo>
                    <a:pt x="608" y="0"/>
                    <a:pt x="0" y="608"/>
                    <a:pt x="0" y="1368"/>
                  </a:cubicBezTo>
                  <a:cubicBezTo>
                    <a:pt x="0" y="2128"/>
                    <a:pt x="608" y="2736"/>
                    <a:pt x="1368" y="2736"/>
                  </a:cubicBezTo>
                  <a:cubicBezTo>
                    <a:pt x="2128" y="2736"/>
                    <a:pt x="2736" y="2128"/>
                    <a:pt x="2736" y="1368"/>
                  </a:cubicBezTo>
                  <a:cubicBezTo>
                    <a:pt x="2736" y="608"/>
                    <a:pt x="2128" y="0"/>
                    <a:pt x="1368" y="0"/>
                  </a:cubicBezTo>
                  <a:close/>
                </a:path>
              </a:pathLst>
            </a:custGeom>
            <a:solidFill>
              <a:schemeClr val="accent6"/>
            </a:solidFill>
            <a:ln w="9125" cap="rnd"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57"/>
            <p:cNvSpPr/>
            <p:nvPr/>
          </p:nvSpPr>
          <p:spPr>
            <a:xfrm>
              <a:off x="2115014" y="3872088"/>
              <a:ext cx="197656" cy="219240"/>
            </a:xfrm>
            <a:custGeom>
              <a:avLst/>
              <a:gdLst/>
              <a:ahLst/>
              <a:cxnLst/>
              <a:rect l="l" t="t" r="r" b="b"/>
              <a:pathLst>
                <a:path w="7509" h="8329" extrusionOk="0">
                  <a:moveTo>
                    <a:pt x="1764" y="0"/>
                  </a:moveTo>
                  <a:lnTo>
                    <a:pt x="1764" y="61"/>
                  </a:lnTo>
                  <a:cubicBezTo>
                    <a:pt x="1764" y="61"/>
                    <a:pt x="396" y="4013"/>
                    <a:pt x="214" y="5745"/>
                  </a:cubicBezTo>
                  <a:cubicBezTo>
                    <a:pt x="1" y="7508"/>
                    <a:pt x="457" y="8329"/>
                    <a:pt x="973" y="8329"/>
                  </a:cubicBezTo>
                  <a:cubicBezTo>
                    <a:pt x="1490" y="8329"/>
                    <a:pt x="6627" y="7903"/>
                    <a:pt x="6627" y="7903"/>
                  </a:cubicBezTo>
                  <a:cubicBezTo>
                    <a:pt x="6627" y="7903"/>
                    <a:pt x="7509" y="6535"/>
                    <a:pt x="7509" y="6292"/>
                  </a:cubicBezTo>
                  <a:cubicBezTo>
                    <a:pt x="7509" y="6019"/>
                    <a:pt x="6445" y="3496"/>
                    <a:pt x="6445" y="2675"/>
                  </a:cubicBezTo>
                  <a:cubicBezTo>
                    <a:pt x="6445" y="1854"/>
                    <a:pt x="5685" y="0"/>
                    <a:pt x="56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57"/>
            <p:cNvSpPr/>
            <p:nvPr/>
          </p:nvSpPr>
          <p:spPr>
            <a:xfrm>
              <a:off x="1493355" y="3872088"/>
              <a:ext cx="201657" cy="213870"/>
            </a:xfrm>
            <a:custGeom>
              <a:avLst/>
              <a:gdLst/>
              <a:ahLst/>
              <a:cxnLst/>
              <a:rect l="l" t="t" r="r" b="b"/>
              <a:pathLst>
                <a:path w="7661" h="8125" extrusionOk="0">
                  <a:moveTo>
                    <a:pt x="2766" y="0"/>
                  </a:moveTo>
                  <a:lnTo>
                    <a:pt x="2766" y="61"/>
                  </a:lnTo>
                  <a:lnTo>
                    <a:pt x="2766" y="3192"/>
                  </a:lnTo>
                  <a:cubicBezTo>
                    <a:pt x="2766" y="3192"/>
                    <a:pt x="0" y="5776"/>
                    <a:pt x="0" y="6657"/>
                  </a:cubicBezTo>
                  <a:cubicBezTo>
                    <a:pt x="0" y="7484"/>
                    <a:pt x="991" y="8124"/>
                    <a:pt x="1791" y="8124"/>
                  </a:cubicBezTo>
                  <a:cubicBezTo>
                    <a:pt x="1844" y="8124"/>
                    <a:pt x="1895" y="8122"/>
                    <a:pt x="1946" y="8116"/>
                  </a:cubicBezTo>
                  <a:cubicBezTo>
                    <a:pt x="2209" y="8075"/>
                    <a:pt x="2841" y="8072"/>
                    <a:pt x="3578" y="8072"/>
                  </a:cubicBezTo>
                  <a:cubicBezTo>
                    <a:pt x="3725" y="8072"/>
                    <a:pt x="3877" y="8072"/>
                    <a:pt x="4031" y="8072"/>
                  </a:cubicBezTo>
                  <a:cubicBezTo>
                    <a:pt x="5416" y="8072"/>
                    <a:pt x="6973" y="8061"/>
                    <a:pt x="7174" y="7842"/>
                  </a:cubicBezTo>
                  <a:cubicBezTo>
                    <a:pt x="7569" y="7447"/>
                    <a:pt x="7660" y="2949"/>
                    <a:pt x="7660" y="2949"/>
                  </a:cubicBezTo>
                  <a:lnTo>
                    <a:pt x="705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57"/>
            <p:cNvSpPr/>
            <p:nvPr/>
          </p:nvSpPr>
          <p:spPr>
            <a:xfrm>
              <a:off x="1518151" y="3139217"/>
              <a:ext cx="824921" cy="772223"/>
            </a:xfrm>
            <a:custGeom>
              <a:avLst/>
              <a:gdLst/>
              <a:ahLst/>
              <a:cxnLst/>
              <a:rect l="l" t="t" r="r" b="b"/>
              <a:pathLst>
                <a:path w="31339" h="29337" extrusionOk="0">
                  <a:moveTo>
                    <a:pt x="8329" y="0"/>
                  </a:moveTo>
                  <a:lnTo>
                    <a:pt x="8329" y="30"/>
                  </a:lnTo>
                  <a:cubicBezTo>
                    <a:pt x="8329" y="30"/>
                    <a:pt x="4590" y="1793"/>
                    <a:pt x="3223" y="3678"/>
                  </a:cubicBezTo>
                  <a:cubicBezTo>
                    <a:pt x="1855" y="5623"/>
                    <a:pt x="1368" y="5441"/>
                    <a:pt x="760" y="6231"/>
                  </a:cubicBezTo>
                  <a:cubicBezTo>
                    <a:pt x="153" y="7021"/>
                    <a:pt x="1" y="7629"/>
                    <a:pt x="457" y="8663"/>
                  </a:cubicBezTo>
                  <a:cubicBezTo>
                    <a:pt x="882" y="9666"/>
                    <a:pt x="1156" y="26870"/>
                    <a:pt x="1156" y="26870"/>
                  </a:cubicBezTo>
                  <a:lnTo>
                    <a:pt x="1156" y="29210"/>
                  </a:lnTo>
                  <a:cubicBezTo>
                    <a:pt x="1156" y="29210"/>
                    <a:pt x="2400" y="28839"/>
                    <a:pt x="3134" y="28839"/>
                  </a:cubicBezTo>
                  <a:cubicBezTo>
                    <a:pt x="3187" y="28839"/>
                    <a:pt x="3237" y="28841"/>
                    <a:pt x="3283" y="28845"/>
                  </a:cubicBezTo>
                  <a:cubicBezTo>
                    <a:pt x="3952" y="28906"/>
                    <a:pt x="5776" y="29210"/>
                    <a:pt x="6475" y="29332"/>
                  </a:cubicBezTo>
                  <a:cubicBezTo>
                    <a:pt x="6493" y="29335"/>
                    <a:pt x="6510" y="29337"/>
                    <a:pt x="6526" y="29337"/>
                  </a:cubicBezTo>
                  <a:cubicBezTo>
                    <a:pt x="7129" y="29337"/>
                    <a:pt x="6870" y="27234"/>
                    <a:pt x="6870" y="27234"/>
                  </a:cubicBezTo>
                  <a:lnTo>
                    <a:pt x="7448" y="25471"/>
                  </a:lnTo>
                  <a:cubicBezTo>
                    <a:pt x="7448" y="25471"/>
                    <a:pt x="7934" y="13739"/>
                    <a:pt x="8329" y="12766"/>
                  </a:cubicBezTo>
                  <a:cubicBezTo>
                    <a:pt x="8694" y="11793"/>
                    <a:pt x="11794" y="10031"/>
                    <a:pt x="11794" y="10031"/>
                  </a:cubicBezTo>
                  <a:cubicBezTo>
                    <a:pt x="11794" y="10031"/>
                    <a:pt x="11794" y="9814"/>
                    <a:pt x="12785" y="9814"/>
                  </a:cubicBezTo>
                  <a:cubicBezTo>
                    <a:pt x="13280" y="9814"/>
                    <a:pt x="14023" y="9868"/>
                    <a:pt x="15138" y="10031"/>
                  </a:cubicBezTo>
                  <a:cubicBezTo>
                    <a:pt x="15600" y="10098"/>
                    <a:pt x="16060" y="10126"/>
                    <a:pt x="16512" y="10126"/>
                  </a:cubicBezTo>
                  <a:cubicBezTo>
                    <a:pt x="18629" y="10126"/>
                    <a:pt x="20557" y="9516"/>
                    <a:pt x="21649" y="9516"/>
                  </a:cubicBezTo>
                  <a:cubicBezTo>
                    <a:pt x="22008" y="9516"/>
                    <a:pt x="22277" y="9582"/>
                    <a:pt x="22433" y="9757"/>
                  </a:cubicBezTo>
                  <a:cubicBezTo>
                    <a:pt x="23192" y="10638"/>
                    <a:pt x="23284" y="14985"/>
                    <a:pt x="23284" y="17325"/>
                  </a:cubicBezTo>
                  <a:cubicBezTo>
                    <a:pt x="23284" y="19696"/>
                    <a:pt x="23557" y="21277"/>
                    <a:pt x="23284" y="22645"/>
                  </a:cubicBezTo>
                  <a:cubicBezTo>
                    <a:pt x="23041" y="24013"/>
                    <a:pt x="23800" y="27599"/>
                    <a:pt x="23892" y="28086"/>
                  </a:cubicBezTo>
                  <a:cubicBezTo>
                    <a:pt x="24013" y="28572"/>
                    <a:pt x="23983" y="29149"/>
                    <a:pt x="23983" y="29149"/>
                  </a:cubicBezTo>
                  <a:cubicBezTo>
                    <a:pt x="23983" y="29149"/>
                    <a:pt x="24621" y="28693"/>
                    <a:pt x="25867" y="28693"/>
                  </a:cubicBezTo>
                  <a:cubicBezTo>
                    <a:pt x="27144" y="28693"/>
                    <a:pt x="29211" y="28572"/>
                    <a:pt x="29211" y="28572"/>
                  </a:cubicBezTo>
                  <a:cubicBezTo>
                    <a:pt x="29211" y="28572"/>
                    <a:pt x="28360" y="25715"/>
                    <a:pt x="29211" y="23861"/>
                  </a:cubicBezTo>
                  <a:cubicBezTo>
                    <a:pt x="30092" y="22006"/>
                    <a:pt x="30487" y="15046"/>
                    <a:pt x="30487" y="13070"/>
                  </a:cubicBezTo>
                  <a:cubicBezTo>
                    <a:pt x="30487" y="11094"/>
                    <a:pt x="31339" y="7265"/>
                    <a:pt x="30487" y="5775"/>
                  </a:cubicBezTo>
                  <a:cubicBezTo>
                    <a:pt x="29606" y="4286"/>
                    <a:pt x="21308" y="0"/>
                    <a:pt x="213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57"/>
            <p:cNvSpPr/>
            <p:nvPr/>
          </p:nvSpPr>
          <p:spPr>
            <a:xfrm>
              <a:off x="1542947" y="2564729"/>
              <a:ext cx="707312" cy="651298"/>
            </a:xfrm>
            <a:custGeom>
              <a:avLst/>
              <a:gdLst/>
              <a:ahLst/>
              <a:cxnLst/>
              <a:rect l="l" t="t" r="r" b="b"/>
              <a:pathLst>
                <a:path w="26871" h="24743" extrusionOk="0">
                  <a:moveTo>
                    <a:pt x="10913" y="1"/>
                  </a:moveTo>
                  <a:lnTo>
                    <a:pt x="10913" y="31"/>
                  </a:lnTo>
                  <a:cubicBezTo>
                    <a:pt x="7235" y="1490"/>
                    <a:pt x="2736" y="2554"/>
                    <a:pt x="1642" y="6870"/>
                  </a:cubicBezTo>
                  <a:cubicBezTo>
                    <a:pt x="1369" y="7934"/>
                    <a:pt x="1217" y="8998"/>
                    <a:pt x="973" y="10032"/>
                  </a:cubicBezTo>
                  <a:cubicBezTo>
                    <a:pt x="761" y="10761"/>
                    <a:pt x="1" y="11916"/>
                    <a:pt x="366" y="12676"/>
                  </a:cubicBezTo>
                  <a:cubicBezTo>
                    <a:pt x="852" y="13649"/>
                    <a:pt x="3344" y="13983"/>
                    <a:pt x="4287" y="14044"/>
                  </a:cubicBezTo>
                  <a:lnTo>
                    <a:pt x="10913" y="24743"/>
                  </a:lnTo>
                  <a:lnTo>
                    <a:pt x="19454" y="22706"/>
                  </a:lnTo>
                  <a:lnTo>
                    <a:pt x="24409" y="13284"/>
                  </a:lnTo>
                  <a:lnTo>
                    <a:pt x="25959" y="12828"/>
                  </a:lnTo>
                  <a:cubicBezTo>
                    <a:pt x="25959" y="12828"/>
                    <a:pt x="25995" y="12830"/>
                    <a:pt x="26054" y="12830"/>
                  </a:cubicBezTo>
                  <a:cubicBezTo>
                    <a:pt x="26287" y="12830"/>
                    <a:pt x="26871" y="12791"/>
                    <a:pt x="26871" y="12402"/>
                  </a:cubicBezTo>
                  <a:cubicBezTo>
                    <a:pt x="26871" y="11187"/>
                    <a:pt x="26354" y="9819"/>
                    <a:pt x="26080" y="8664"/>
                  </a:cubicBezTo>
                  <a:cubicBezTo>
                    <a:pt x="25685" y="6962"/>
                    <a:pt x="25503" y="4803"/>
                    <a:pt x="24743" y="3253"/>
                  </a:cubicBezTo>
                  <a:cubicBezTo>
                    <a:pt x="23861" y="1430"/>
                    <a:pt x="21551" y="1369"/>
                    <a:pt x="19788" y="974"/>
                  </a:cubicBezTo>
                  <a:cubicBezTo>
                    <a:pt x="18481" y="670"/>
                    <a:pt x="17174" y="305"/>
                    <a:pt x="158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57"/>
            <p:cNvSpPr/>
            <p:nvPr/>
          </p:nvSpPr>
          <p:spPr>
            <a:xfrm>
              <a:off x="1709384" y="2775651"/>
              <a:ext cx="48591" cy="236376"/>
            </a:xfrm>
            <a:custGeom>
              <a:avLst/>
              <a:gdLst/>
              <a:ahLst/>
              <a:cxnLst/>
              <a:rect l="l" t="t" r="r" b="b"/>
              <a:pathLst>
                <a:path w="1846" h="8980" extrusionOk="0">
                  <a:moveTo>
                    <a:pt x="1425" y="0"/>
                  </a:moveTo>
                  <a:lnTo>
                    <a:pt x="1425" y="0"/>
                  </a:lnTo>
                  <a:cubicBezTo>
                    <a:pt x="1423" y="0"/>
                    <a:pt x="1424" y="43"/>
                    <a:pt x="1429" y="134"/>
                  </a:cubicBezTo>
                  <a:cubicBezTo>
                    <a:pt x="1459" y="924"/>
                    <a:pt x="1125" y="3964"/>
                    <a:pt x="760" y="5332"/>
                  </a:cubicBezTo>
                  <a:cubicBezTo>
                    <a:pt x="662" y="5683"/>
                    <a:pt x="464" y="5746"/>
                    <a:pt x="335" y="5746"/>
                  </a:cubicBezTo>
                  <a:cubicBezTo>
                    <a:pt x="263" y="5746"/>
                    <a:pt x="213" y="5727"/>
                    <a:pt x="213" y="5727"/>
                  </a:cubicBezTo>
                  <a:lnTo>
                    <a:pt x="0" y="8979"/>
                  </a:lnTo>
                  <a:cubicBezTo>
                    <a:pt x="0" y="8979"/>
                    <a:pt x="1003" y="8006"/>
                    <a:pt x="1429" y="6335"/>
                  </a:cubicBezTo>
                  <a:cubicBezTo>
                    <a:pt x="1846" y="4806"/>
                    <a:pt x="1449" y="0"/>
                    <a:pt x="1425" y="0"/>
                  </a:cubicBezTo>
                  <a:close/>
                </a:path>
              </a:pathLst>
            </a:custGeom>
            <a:solidFill>
              <a:srgbClr val="034C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57"/>
            <p:cNvSpPr/>
            <p:nvPr/>
          </p:nvSpPr>
          <p:spPr>
            <a:xfrm>
              <a:off x="2057631" y="2771650"/>
              <a:ext cx="48618" cy="236376"/>
            </a:xfrm>
            <a:custGeom>
              <a:avLst/>
              <a:gdLst/>
              <a:ahLst/>
              <a:cxnLst/>
              <a:rect l="l" t="t" r="r" b="b"/>
              <a:pathLst>
                <a:path w="1847" h="8980" extrusionOk="0">
                  <a:moveTo>
                    <a:pt x="422" y="1"/>
                  </a:moveTo>
                  <a:lnTo>
                    <a:pt x="422" y="1"/>
                  </a:lnTo>
                  <a:cubicBezTo>
                    <a:pt x="397" y="1"/>
                    <a:pt x="1" y="4806"/>
                    <a:pt x="418" y="6335"/>
                  </a:cubicBezTo>
                  <a:cubicBezTo>
                    <a:pt x="813" y="8006"/>
                    <a:pt x="1846" y="8979"/>
                    <a:pt x="1846" y="8979"/>
                  </a:cubicBezTo>
                  <a:lnTo>
                    <a:pt x="1725" y="6000"/>
                  </a:lnTo>
                  <a:lnTo>
                    <a:pt x="1482" y="5909"/>
                  </a:lnTo>
                  <a:cubicBezTo>
                    <a:pt x="1330" y="5879"/>
                    <a:pt x="1178" y="5727"/>
                    <a:pt x="1117" y="5575"/>
                  </a:cubicBezTo>
                  <a:cubicBezTo>
                    <a:pt x="935" y="4541"/>
                    <a:pt x="357" y="1015"/>
                    <a:pt x="418" y="134"/>
                  </a:cubicBezTo>
                  <a:cubicBezTo>
                    <a:pt x="423" y="43"/>
                    <a:pt x="424" y="1"/>
                    <a:pt x="422" y="1"/>
                  </a:cubicBezTo>
                  <a:close/>
                </a:path>
              </a:pathLst>
            </a:custGeom>
            <a:solidFill>
              <a:srgbClr val="034C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57"/>
            <p:cNvSpPr/>
            <p:nvPr/>
          </p:nvSpPr>
          <p:spPr>
            <a:xfrm>
              <a:off x="1777375" y="2507925"/>
              <a:ext cx="241667" cy="216055"/>
            </a:xfrm>
            <a:custGeom>
              <a:avLst/>
              <a:gdLst/>
              <a:ahLst/>
              <a:cxnLst/>
              <a:rect l="l" t="t" r="r" b="b"/>
              <a:pathLst>
                <a:path w="9181" h="8208" fill="none" extrusionOk="0">
                  <a:moveTo>
                    <a:pt x="9180" y="4104"/>
                  </a:moveTo>
                  <a:cubicBezTo>
                    <a:pt x="9180" y="6384"/>
                    <a:pt x="7144" y="8208"/>
                    <a:pt x="4591" y="8208"/>
                  </a:cubicBezTo>
                  <a:cubicBezTo>
                    <a:pt x="2037" y="8208"/>
                    <a:pt x="1" y="6384"/>
                    <a:pt x="1" y="4104"/>
                  </a:cubicBezTo>
                  <a:cubicBezTo>
                    <a:pt x="1" y="1855"/>
                    <a:pt x="2037" y="1"/>
                    <a:pt x="4591" y="1"/>
                  </a:cubicBezTo>
                  <a:cubicBezTo>
                    <a:pt x="7144" y="1"/>
                    <a:pt x="9180" y="1855"/>
                    <a:pt x="9180" y="4104"/>
                  </a:cubicBezTo>
                  <a:close/>
                </a:path>
              </a:pathLst>
            </a:custGeom>
            <a:noFill/>
            <a:ln w="8350" cap="flat" cmpd="sng">
              <a:solidFill>
                <a:schemeClr val="accent5"/>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57"/>
            <p:cNvSpPr/>
            <p:nvPr/>
          </p:nvSpPr>
          <p:spPr>
            <a:xfrm>
              <a:off x="1812595" y="2525534"/>
              <a:ext cx="184837" cy="174439"/>
            </a:xfrm>
            <a:custGeom>
              <a:avLst/>
              <a:gdLst/>
              <a:ahLst/>
              <a:cxnLst/>
              <a:rect l="l" t="t" r="r" b="b"/>
              <a:pathLst>
                <a:path w="7022" h="6627" extrusionOk="0">
                  <a:moveTo>
                    <a:pt x="7022" y="1"/>
                  </a:moveTo>
                  <a:cubicBezTo>
                    <a:pt x="6991" y="1"/>
                    <a:pt x="61" y="1672"/>
                    <a:pt x="61" y="1672"/>
                  </a:cubicBezTo>
                  <a:cubicBezTo>
                    <a:pt x="0" y="1703"/>
                    <a:pt x="61" y="4013"/>
                    <a:pt x="61" y="4195"/>
                  </a:cubicBezTo>
                  <a:cubicBezTo>
                    <a:pt x="61" y="4590"/>
                    <a:pt x="31" y="4864"/>
                    <a:pt x="183" y="5168"/>
                  </a:cubicBezTo>
                  <a:cubicBezTo>
                    <a:pt x="608" y="5928"/>
                    <a:pt x="1307" y="6536"/>
                    <a:pt x="2189" y="6596"/>
                  </a:cubicBezTo>
                  <a:cubicBezTo>
                    <a:pt x="2386" y="6617"/>
                    <a:pt x="2580" y="6627"/>
                    <a:pt x="2772" y="6627"/>
                  </a:cubicBezTo>
                  <a:cubicBezTo>
                    <a:pt x="4005" y="6627"/>
                    <a:pt x="5141" y="6216"/>
                    <a:pt x="6140" y="5533"/>
                  </a:cubicBezTo>
                  <a:cubicBezTo>
                    <a:pt x="6262" y="5472"/>
                    <a:pt x="7022" y="4560"/>
                    <a:pt x="7022" y="4438"/>
                  </a:cubicBezTo>
                  <a:lnTo>
                    <a:pt x="702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57"/>
            <p:cNvSpPr/>
            <p:nvPr/>
          </p:nvSpPr>
          <p:spPr>
            <a:xfrm>
              <a:off x="1765372" y="2259098"/>
              <a:ext cx="251275" cy="375622"/>
            </a:xfrm>
            <a:custGeom>
              <a:avLst/>
              <a:gdLst/>
              <a:ahLst/>
              <a:cxnLst/>
              <a:rect l="l" t="t" r="r" b="b"/>
              <a:pathLst>
                <a:path w="9546" h="14270" extrusionOk="0">
                  <a:moveTo>
                    <a:pt x="4712" y="1"/>
                  </a:moveTo>
                  <a:cubicBezTo>
                    <a:pt x="3831" y="1"/>
                    <a:pt x="670" y="457"/>
                    <a:pt x="122" y="2828"/>
                  </a:cubicBezTo>
                  <a:cubicBezTo>
                    <a:pt x="122" y="2828"/>
                    <a:pt x="1" y="8451"/>
                    <a:pt x="122" y="10123"/>
                  </a:cubicBezTo>
                  <a:cubicBezTo>
                    <a:pt x="214" y="11764"/>
                    <a:pt x="2098" y="13709"/>
                    <a:pt x="3253" y="13861"/>
                  </a:cubicBezTo>
                  <a:cubicBezTo>
                    <a:pt x="3997" y="13976"/>
                    <a:pt x="4814" y="14270"/>
                    <a:pt x="5491" y="14270"/>
                  </a:cubicBezTo>
                  <a:cubicBezTo>
                    <a:pt x="5893" y="14270"/>
                    <a:pt x="6245" y="14167"/>
                    <a:pt x="6506" y="13861"/>
                  </a:cubicBezTo>
                  <a:cubicBezTo>
                    <a:pt x="7174" y="13071"/>
                    <a:pt x="8937" y="12007"/>
                    <a:pt x="9241" y="10639"/>
                  </a:cubicBezTo>
                  <a:cubicBezTo>
                    <a:pt x="9545" y="9272"/>
                    <a:pt x="9120" y="5442"/>
                    <a:pt x="9241" y="5016"/>
                  </a:cubicBezTo>
                  <a:cubicBezTo>
                    <a:pt x="9332" y="4591"/>
                    <a:pt x="8937" y="1399"/>
                    <a:pt x="8238" y="791"/>
                  </a:cubicBezTo>
                  <a:cubicBezTo>
                    <a:pt x="7539" y="183"/>
                    <a:pt x="5594" y="1"/>
                    <a:pt x="47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57"/>
            <p:cNvSpPr/>
            <p:nvPr/>
          </p:nvSpPr>
          <p:spPr>
            <a:xfrm>
              <a:off x="1786193" y="2331906"/>
              <a:ext cx="211238" cy="208158"/>
            </a:xfrm>
            <a:custGeom>
              <a:avLst/>
              <a:gdLst/>
              <a:ahLst/>
              <a:cxnLst/>
              <a:rect l="l" t="t" r="r" b="b"/>
              <a:pathLst>
                <a:path w="8025" h="7908" extrusionOk="0">
                  <a:moveTo>
                    <a:pt x="1915" y="1"/>
                  </a:moveTo>
                  <a:cubicBezTo>
                    <a:pt x="1186" y="62"/>
                    <a:pt x="608" y="1825"/>
                    <a:pt x="608" y="1825"/>
                  </a:cubicBezTo>
                  <a:cubicBezTo>
                    <a:pt x="608" y="1825"/>
                    <a:pt x="0" y="4560"/>
                    <a:pt x="31" y="5442"/>
                  </a:cubicBezTo>
                  <a:cubicBezTo>
                    <a:pt x="119" y="6300"/>
                    <a:pt x="122" y="7907"/>
                    <a:pt x="795" y="7907"/>
                  </a:cubicBezTo>
                  <a:cubicBezTo>
                    <a:pt x="813" y="7907"/>
                    <a:pt x="832" y="7906"/>
                    <a:pt x="851" y="7904"/>
                  </a:cubicBezTo>
                  <a:cubicBezTo>
                    <a:pt x="1611" y="7843"/>
                    <a:pt x="2401" y="6050"/>
                    <a:pt x="3800" y="6050"/>
                  </a:cubicBezTo>
                  <a:cubicBezTo>
                    <a:pt x="5156" y="6050"/>
                    <a:pt x="5826" y="7452"/>
                    <a:pt x="6698" y="7452"/>
                  </a:cubicBezTo>
                  <a:cubicBezTo>
                    <a:pt x="6724" y="7452"/>
                    <a:pt x="6751" y="7450"/>
                    <a:pt x="6778" y="7448"/>
                  </a:cubicBezTo>
                  <a:cubicBezTo>
                    <a:pt x="7690" y="7387"/>
                    <a:pt x="7873" y="6354"/>
                    <a:pt x="7933" y="4621"/>
                  </a:cubicBezTo>
                  <a:cubicBezTo>
                    <a:pt x="8025" y="2858"/>
                    <a:pt x="6566" y="1"/>
                    <a:pt x="5715" y="1"/>
                  </a:cubicBezTo>
                  <a:cubicBezTo>
                    <a:pt x="4833" y="1"/>
                    <a:pt x="5137" y="882"/>
                    <a:pt x="3952" y="882"/>
                  </a:cubicBezTo>
                  <a:cubicBezTo>
                    <a:pt x="2766" y="882"/>
                    <a:pt x="2705" y="1"/>
                    <a:pt x="19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57"/>
            <p:cNvSpPr/>
            <p:nvPr/>
          </p:nvSpPr>
          <p:spPr>
            <a:xfrm>
              <a:off x="1867003" y="2889785"/>
              <a:ext cx="371253" cy="371858"/>
            </a:xfrm>
            <a:custGeom>
              <a:avLst/>
              <a:gdLst/>
              <a:ahLst/>
              <a:cxnLst/>
              <a:rect l="l" t="t" r="r" b="b"/>
              <a:pathLst>
                <a:path w="14104" h="14127" extrusionOk="0">
                  <a:moveTo>
                    <a:pt x="11680" y="0"/>
                  </a:moveTo>
                  <a:cubicBezTo>
                    <a:pt x="11447" y="0"/>
                    <a:pt x="11227" y="7"/>
                    <a:pt x="11034" y="23"/>
                  </a:cubicBezTo>
                  <a:cubicBezTo>
                    <a:pt x="9909" y="145"/>
                    <a:pt x="8997" y="1512"/>
                    <a:pt x="8997" y="1512"/>
                  </a:cubicBezTo>
                  <a:lnTo>
                    <a:pt x="8815" y="6406"/>
                  </a:lnTo>
                  <a:lnTo>
                    <a:pt x="8177" y="7288"/>
                  </a:lnTo>
                  <a:cubicBezTo>
                    <a:pt x="7538" y="8108"/>
                    <a:pt x="2523" y="11239"/>
                    <a:pt x="2523" y="11239"/>
                  </a:cubicBezTo>
                  <a:lnTo>
                    <a:pt x="1459" y="10540"/>
                  </a:lnTo>
                  <a:lnTo>
                    <a:pt x="0" y="11421"/>
                  </a:lnTo>
                  <a:lnTo>
                    <a:pt x="0" y="14127"/>
                  </a:lnTo>
                  <a:lnTo>
                    <a:pt x="912" y="14127"/>
                  </a:lnTo>
                  <a:lnTo>
                    <a:pt x="1733" y="13063"/>
                  </a:lnTo>
                  <a:lnTo>
                    <a:pt x="2736" y="13245"/>
                  </a:lnTo>
                  <a:lnTo>
                    <a:pt x="3131" y="14127"/>
                  </a:lnTo>
                  <a:lnTo>
                    <a:pt x="3769" y="14127"/>
                  </a:lnTo>
                  <a:lnTo>
                    <a:pt x="11338" y="9719"/>
                  </a:lnTo>
                  <a:cubicBezTo>
                    <a:pt x="11338" y="9719"/>
                    <a:pt x="12736" y="9202"/>
                    <a:pt x="13009" y="8807"/>
                  </a:cubicBezTo>
                  <a:cubicBezTo>
                    <a:pt x="13313" y="8382"/>
                    <a:pt x="12918" y="7531"/>
                    <a:pt x="12918" y="7531"/>
                  </a:cubicBezTo>
                  <a:lnTo>
                    <a:pt x="14104" y="145"/>
                  </a:lnTo>
                  <a:cubicBezTo>
                    <a:pt x="14104" y="145"/>
                    <a:pt x="12764" y="0"/>
                    <a:pt x="1168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57"/>
            <p:cNvSpPr/>
            <p:nvPr/>
          </p:nvSpPr>
          <p:spPr>
            <a:xfrm>
              <a:off x="2053419" y="2855961"/>
              <a:ext cx="220846" cy="120057"/>
            </a:xfrm>
            <a:custGeom>
              <a:avLst/>
              <a:gdLst/>
              <a:ahLst/>
              <a:cxnLst/>
              <a:rect l="l" t="t" r="r" b="b"/>
              <a:pathLst>
                <a:path w="8390" h="4561" extrusionOk="0">
                  <a:moveTo>
                    <a:pt x="3253" y="1"/>
                  </a:moveTo>
                  <a:lnTo>
                    <a:pt x="0" y="3041"/>
                  </a:lnTo>
                  <a:lnTo>
                    <a:pt x="760" y="4560"/>
                  </a:lnTo>
                  <a:cubicBezTo>
                    <a:pt x="760" y="4560"/>
                    <a:pt x="2341" y="2797"/>
                    <a:pt x="3982" y="2645"/>
                  </a:cubicBezTo>
                  <a:cubicBezTo>
                    <a:pt x="5056" y="2564"/>
                    <a:pt x="6535" y="2551"/>
                    <a:pt x="7402" y="2551"/>
                  </a:cubicBezTo>
                  <a:cubicBezTo>
                    <a:pt x="7836" y="2551"/>
                    <a:pt x="8116" y="2554"/>
                    <a:pt x="8116" y="2554"/>
                  </a:cubicBezTo>
                  <a:lnTo>
                    <a:pt x="8390" y="609"/>
                  </a:lnTo>
                  <a:lnTo>
                    <a:pt x="3253" y="1"/>
                  </a:lnTo>
                  <a:close/>
                </a:path>
              </a:pathLst>
            </a:custGeom>
            <a:solidFill>
              <a:srgbClr val="BC6C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57"/>
            <p:cNvSpPr/>
            <p:nvPr/>
          </p:nvSpPr>
          <p:spPr>
            <a:xfrm>
              <a:off x="1577351" y="2903736"/>
              <a:ext cx="406472" cy="448772"/>
            </a:xfrm>
            <a:custGeom>
              <a:avLst/>
              <a:gdLst/>
              <a:ahLst/>
              <a:cxnLst/>
              <a:rect l="l" t="t" r="r" b="b"/>
              <a:pathLst>
                <a:path w="15442" h="17049" extrusionOk="0">
                  <a:moveTo>
                    <a:pt x="2253" y="1"/>
                  </a:moveTo>
                  <a:cubicBezTo>
                    <a:pt x="2162" y="1"/>
                    <a:pt x="2070" y="4"/>
                    <a:pt x="1977" y="10"/>
                  </a:cubicBezTo>
                  <a:cubicBezTo>
                    <a:pt x="1825" y="23"/>
                    <a:pt x="1666" y="28"/>
                    <a:pt x="1504" y="28"/>
                  </a:cubicBezTo>
                  <a:cubicBezTo>
                    <a:pt x="1216" y="28"/>
                    <a:pt x="922" y="14"/>
                    <a:pt x="652" y="14"/>
                  </a:cubicBezTo>
                  <a:cubicBezTo>
                    <a:pt x="406" y="14"/>
                    <a:pt x="180" y="26"/>
                    <a:pt x="1" y="70"/>
                  </a:cubicBezTo>
                  <a:cubicBezTo>
                    <a:pt x="153" y="1378"/>
                    <a:pt x="670" y="3900"/>
                    <a:pt x="1369" y="6302"/>
                  </a:cubicBezTo>
                  <a:cubicBezTo>
                    <a:pt x="1673" y="7426"/>
                    <a:pt x="1764" y="8034"/>
                    <a:pt x="2037" y="8338"/>
                  </a:cubicBezTo>
                  <a:cubicBezTo>
                    <a:pt x="2645" y="9098"/>
                    <a:pt x="9028" y="11682"/>
                    <a:pt x="9120" y="12107"/>
                  </a:cubicBezTo>
                  <a:cubicBezTo>
                    <a:pt x="9180" y="12533"/>
                    <a:pt x="9120" y="15299"/>
                    <a:pt x="9120" y="15299"/>
                  </a:cubicBezTo>
                  <a:lnTo>
                    <a:pt x="11399" y="16818"/>
                  </a:lnTo>
                  <a:cubicBezTo>
                    <a:pt x="11399" y="16818"/>
                    <a:pt x="13353" y="17048"/>
                    <a:pt x="14102" y="17048"/>
                  </a:cubicBezTo>
                  <a:cubicBezTo>
                    <a:pt x="14215" y="17048"/>
                    <a:pt x="14300" y="17043"/>
                    <a:pt x="14348" y="17031"/>
                  </a:cubicBezTo>
                  <a:cubicBezTo>
                    <a:pt x="14743" y="16970"/>
                    <a:pt x="15442" y="14600"/>
                    <a:pt x="15381" y="14265"/>
                  </a:cubicBezTo>
                  <a:cubicBezTo>
                    <a:pt x="15320" y="13931"/>
                    <a:pt x="14135" y="13657"/>
                    <a:pt x="14135" y="13657"/>
                  </a:cubicBezTo>
                  <a:lnTo>
                    <a:pt x="13740" y="12776"/>
                  </a:lnTo>
                  <a:lnTo>
                    <a:pt x="12737" y="12593"/>
                  </a:lnTo>
                  <a:lnTo>
                    <a:pt x="11916" y="13657"/>
                  </a:lnTo>
                  <a:lnTo>
                    <a:pt x="11004" y="13657"/>
                  </a:lnTo>
                  <a:lnTo>
                    <a:pt x="11004" y="10952"/>
                  </a:lnTo>
                  <a:lnTo>
                    <a:pt x="5442" y="5846"/>
                  </a:lnTo>
                  <a:lnTo>
                    <a:pt x="5229" y="861"/>
                  </a:lnTo>
                  <a:cubicBezTo>
                    <a:pt x="4490" y="577"/>
                    <a:pt x="3540" y="1"/>
                    <a:pt x="2253" y="1"/>
                  </a:cubicBezTo>
                  <a:close/>
                </a:path>
              </a:pathLst>
            </a:custGeom>
            <a:solidFill>
              <a:schemeClr val="lt2"/>
            </a:solid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57"/>
            <p:cNvSpPr/>
            <p:nvPr/>
          </p:nvSpPr>
          <p:spPr>
            <a:xfrm>
              <a:off x="1572560" y="2895155"/>
              <a:ext cx="166437" cy="52856"/>
            </a:xfrm>
            <a:custGeom>
              <a:avLst/>
              <a:gdLst/>
              <a:ahLst/>
              <a:cxnLst/>
              <a:rect l="l" t="t" r="r" b="b"/>
              <a:pathLst>
                <a:path w="6323" h="2008" extrusionOk="0">
                  <a:moveTo>
                    <a:pt x="339" y="0"/>
                  </a:moveTo>
                  <a:cubicBezTo>
                    <a:pt x="182" y="0"/>
                    <a:pt x="65" y="10"/>
                    <a:pt x="0" y="32"/>
                  </a:cubicBezTo>
                  <a:lnTo>
                    <a:pt x="0" y="1400"/>
                  </a:lnTo>
                  <a:cubicBezTo>
                    <a:pt x="0" y="1400"/>
                    <a:pt x="1960" y="1148"/>
                    <a:pt x="2727" y="1148"/>
                  </a:cubicBezTo>
                  <a:cubicBezTo>
                    <a:pt x="2804" y="1148"/>
                    <a:pt x="2869" y="1151"/>
                    <a:pt x="2918" y="1156"/>
                  </a:cubicBezTo>
                  <a:cubicBezTo>
                    <a:pt x="3435" y="1217"/>
                    <a:pt x="5745" y="2007"/>
                    <a:pt x="5745" y="2007"/>
                  </a:cubicBezTo>
                  <a:lnTo>
                    <a:pt x="6323" y="761"/>
                  </a:lnTo>
                  <a:cubicBezTo>
                    <a:pt x="6323" y="761"/>
                    <a:pt x="1734" y="0"/>
                    <a:pt x="339" y="0"/>
                  </a:cubicBezTo>
                  <a:close/>
                </a:path>
              </a:pathLst>
            </a:custGeom>
            <a:solidFill>
              <a:srgbClr val="BC6C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57"/>
            <p:cNvSpPr/>
            <p:nvPr/>
          </p:nvSpPr>
          <p:spPr>
            <a:xfrm>
              <a:off x="956482" y="3107209"/>
              <a:ext cx="2733934" cy="96024"/>
            </a:xfrm>
            <a:custGeom>
              <a:avLst/>
              <a:gdLst/>
              <a:ahLst/>
              <a:cxnLst/>
              <a:rect l="l" t="t" r="r" b="b"/>
              <a:pathLst>
                <a:path w="103863" h="3648" extrusionOk="0">
                  <a:moveTo>
                    <a:pt x="1369" y="0"/>
                  </a:moveTo>
                  <a:cubicBezTo>
                    <a:pt x="609" y="0"/>
                    <a:pt x="1" y="608"/>
                    <a:pt x="1" y="1368"/>
                  </a:cubicBezTo>
                  <a:lnTo>
                    <a:pt x="1" y="2280"/>
                  </a:lnTo>
                  <a:cubicBezTo>
                    <a:pt x="1" y="3040"/>
                    <a:pt x="609" y="3648"/>
                    <a:pt x="1369" y="3648"/>
                  </a:cubicBezTo>
                  <a:lnTo>
                    <a:pt x="102495" y="3648"/>
                  </a:lnTo>
                  <a:cubicBezTo>
                    <a:pt x="103255" y="3648"/>
                    <a:pt x="103863" y="3040"/>
                    <a:pt x="103863" y="2280"/>
                  </a:cubicBezTo>
                  <a:lnTo>
                    <a:pt x="103863" y="1368"/>
                  </a:lnTo>
                  <a:cubicBezTo>
                    <a:pt x="103863" y="608"/>
                    <a:pt x="103255" y="0"/>
                    <a:pt x="10249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57"/>
            <p:cNvSpPr/>
            <p:nvPr/>
          </p:nvSpPr>
          <p:spPr>
            <a:xfrm>
              <a:off x="956482" y="3146403"/>
              <a:ext cx="2733934" cy="56830"/>
            </a:xfrm>
            <a:custGeom>
              <a:avLst/>
              <a:gdLst/>
              <a:ahLst/>
              <a:cxnLst/>
              <a:rect l="l" t="t" r="r" b="b"/>
              <a:pathLst>
                <a:path w="103863" h="2159" extrusionOk="0">
                  <a:moveTo>
                    <a:pt x="1" y="1"/>
                  </a:moveTo>
                  <a:lnTo>
                    <a:pt x="1" y="791"/>
                  </a:lnTo>
                  <a:cubicBezTo>
                    <a:pt x="1" y="1551"/>
                    <a:pt x="609" y="2159"/>
                    <a:pt x="1369" y="2159"/>
                  </a:cubicBezTo>
                  <a:lnTo>
                    <a:pt x="102495" y="2159"/>
                  </a:lnTo>
                  <a:cubicBezTo>
                    <a:pt x="103255" y="2159"/>
                    <a:pt x="103863" y="1551"/>
                    <a:pt x="103863" y="791"/>
                  </a:cubicBezTo>
                  <a:lnTo>
                    <a:pt x="103863" y="1"/>
                  </a:lnTo>
                  <a:cubicBezTo>
                    <a:pt x="103863" y="760"/>
                    <a:pt x="103255" y="1368"/>
                    <a:pt x="102495" y="1368"/>
                  </a:cubicBezTo>
                  <a:lnTo>
                    <a:pt x="1369" y="1368"/>
                  </a:lnTo>
                  <a:cubicBezTo>
                    <a:pt x="609" y="1368"/>
                    <a:pt x="1" y="760"/>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57"/>
            <p:cNvSpPr/>
            <p:nvPr/>
          </p:nvSpPr>
          <p:spPr>
            <a:xfrm>
              <a:off x="3228745" y="3203207"/>
              <a:ext cx="192049" cy="51224"/>
            </a:xfrm>
            <a:custGeom>
              <a:avLst/>
              <a:gdLst/>
              <a:ahLst/>
              <a:cxnLst/>
              <a:rect l="l" t="t" r="r" b="b"/>
              <a:pathLst>
                <a:path w="7296" h="1946" extrusionOk="0">
                  <a:moveTo>
                    <a:pt x="1" y="1"/>
                  </a:moveTo>
                  <a:lnTo>
                    <a:pt x="396" y="730"/>
                  </a:lnTo>
                  <a:cubicBezTo>
                    <a:pt x="821" y="1490"/>
                    <a:pt x="1672" y="1946"/>
                    <a:pt x="2523" y="1946"/>
                  </a:cubicBezTo>
                  <a:lnTo>
                    <a:pt x="7296" y="1946"/>
                  </a:lnTo>
                  <a:lnTo>
                    <a:pt x="7083" y="1"/>
                  </a:lnTo>
                  <a:close/>
                </a:path>
              </a:pathLst>
            </a:custGeom>
            <a:solidFill>
              <a:srgbClr val="434E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57"/>
            <p:cNvSpPr/>
            <p:nvPr/>
          </p:nvSpPr>
          <p:spPr>
            <a:xfrm>
              <a:off x="3415161" y="3203207"/>
              <a:ext cx="126453" cy="884120"/>
            </a:xfrm>
            <a:custGeom>
              <a:avLst/>
              <a:gdLst/>
              <a:ahLst/>
              <a:cxnLst/>
              <a:rect l="l" t="t" r="r" b="b"/>
              <a:pathLst>
                <a:path w="4804" h="33588" extrusionOk="0">
                  <a:moveTo>
                    <a:pt x="1" y="1"/>
                  </a:moveTo>
                  <a:lnTo>
                    <a:pt x="214" y="1946"/>
                  </a:lnTo>
                  <a:lnTo>
                    <a:pt x="3405" y="33588"/>
                  </a:lnTo>
                  <a:lnTo>
                    <a:pt x="4803" y="33588"/>
                  </a:lnTo>
                  <a:lnTo>
                    <a:pt x="480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57"/>
            <p:cNvSpPr/>
            <p:nvPr/>
          </p:nvSpPr>
          <p:spPr>
            <a:xfrm>
              <a:off x="1226129" y="3203207"/>
              <a:ext cx="192839" cy="51224"/>
            </a:xfrm>
            <a:custGeom>
              <a:avLst/>
              <a:gdLst/>
              <a:ahLst/>
              <a:cxnLst/>
              <a:rect l="l" t="t" r="r" b="b"/>
              <a:pathLst>
                <a:path w="7326" h="1946" extrusionOk="0">
                  <a:moveTo>
                    <a:pt x="243" y="1"/>
                  </a:moveTo>
                  <a:lnTo>
                    <a:pt x="0" y="1946"/>
                  </a:lnTo>
                  <a:lnTo>
                    <a:pt x="4803" y="1946"/>
                  </a:lnTo>
                  <a:cubicBezTo>
                    <a:pt x="5654" y="1946"/>
                    <a:pt x="6444" y="1490"/>
                    <a:pt x="6930" y="730"/>
                  </a:cubicBezTo>
                  <a:lnTo>
                    <a:pt x="7325" y="1"/>
                  </a:lnTo>
                  <a:close/>
                </a:path>
              </a:pathLst>
            </a:custGeom>
            <a:solidFill>
              <a:srgbClr val="434E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57"/>
            <p:cNvSpPr/>
            <p:nvPr/>
          </p:nvSpPr>
          <p:spPr>
            <a:xfrm>
              <a:off x="1105309" y="3203207"/>
              <a:ext cx="125637" cy="884120"/>
            </a:xfrm>
            <a:custGeom>
              <a:avLst/>
              <a:gdLst/>
              <a:ahLst/>
              <a:cxnLst/>
              <a:rect l="l" t="t" r="r" b="b"/>
              <a:pathLst>
                <a:path w="4773" h="33588" extrusionOk="0">
                  <a:moveTo>
                    <a:pt x="0" y="1"/>
                  </a:moveTo>
                  <a:lnTo>
                    <a:pt x="0" y="33588"/>
                  </a:lnTo>
                  <a:lnTo>
                    <a:pt x="1399" y="33588"/>
                  </a:lnTo>
                  <a:lnTo>
                    <a:pt x="477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57"/>
            <p:cNvSpPr/>
            <p:nvPr/>
          </p:nvSpPr>
          <p:spPr>
            <a:xfrm>
              <a:off x="1388539" y="2726349"/>
              <a:ext cx="402471" cy="353669"/>
            </a:xfrm>
            <a:custGeom>
              <a:avLst/>
              <a:gdLst/>
              <a:ahLst/>
              <a:cxnLst/>
              <a:rect l="l" t="t" r="r" b="b"/>
              <a:pathLst>
                <a:path w="15290" h="13436" extrusionOk="0">
                  <a:moveTo>
                    <a:pt x="4134" y="1"/>
                  </a:moveTo>
                  <a:lnTo>
                    <a:pt x="0" y="13436"/>
                  </a:lnTo>
                  <a:lnTo>
                    <a:pt x="11156" y="13436"/>
                  </a:lnTo>
                  <a:lnTo>
                    <a:pt x="152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57"/>
            <p:cNvSpPr/>
            <p:nvPr/>
          </p:nvSpPr>
          <p:spPr>
            <a:xfrm>
              <a:off x="1413335" y="2726349"/>
              <a:ext cx="401681" cy="353669"/>
            </a:xfrm>
            <a:custGeom>
              <a:avLst/>
              <a:gdLst/>
              <a:ahLst/>
              <a:cxnLst/>
              <a:rect l="l" t="t" r="r" b="b"/>
              <a:pathLst>
                <a:path w="15260" h="13436" extrusionOk="0">
                  <a:moveTo>
                    <a:pt x="4135" y="1"/>
                  </a:moveTo>
                  <a:lnTo>
                    <a:pt x="1" y="13436"/>
                  </a:lnTo>
                  <a:lnTo>
                    <a:pt x="11156" y="13436"/>
                  </a:lnTo>
                  <a:lnTo>
                    <a:pt x="1525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57"/>
            <p:cNvSpPr/>
            <p:nvPr/>
          </p:nvSpPr>
          <p:spPr>
            <a:xfrm>
              <a:off x="1105309" y="3069594"/>
              <a:ext cx="539295" cy="36825"/>
            </a:xfrm>
            <a:custGeom>
              <a:avLst/>
              <a:gdLst/>
              <a:ahLst/>
              <a:cxnLst/>
              <a:rect l="l" t="t" r="r" b="b"/>
              <a:pathLst>
                <a:path w="20488" h="1399" extrusionOk="0">
                  <a:moveTo>
                    <a:pt x="0" y="1"/>
                  </a:moveTo>
                  <a:lnTo>
                    <a:pt x="0" y="1399"/>
                  </a:lnTo>
                  <a:lnTo>
                    <a:pt x="20487" y="1399"/>
                  </a:lnTo>
                  <a:lnTo>
                    <a:pt x="204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57"/>
            <p:cNvSpPr/>
            <p:nvPr/>
          </p:nvSpPr>
          <p:spPr>
            <a:xfrm>
              <a:off x="1374141" y="3069594"/>
              <a:ext cx="309658" cy="36825"/>
            </a:xfrm>
            <a:custGeom>
              <a:avLst/>
              <a:gdLst/>
              <a:ahLst/>
              <a:cxnLst/>
              <a:rect l="l" t="t" r="r" b="b"/>
              <a:pathLst>
                <a:path w="11764" h="1399" extrusionOk="0">
                  <a:moveTo>
                    <a:pt x="0" y="1"/>
                  </a:moveTo>
                  <a:lnTo>
                    <a:pt x="0" y="1399"/>
                  </a:lnTo>
                  <a:lnTo>
                    <a:pt x="11763" y="1399"/>
                  </a:lnTo>
                  <a:lnTo>
                    <a:pt x="117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57"/>
            <p:cNvSpPr/>
            <p:nvPr/>
          </p:nvSpPr>
          <p:spPr>
            <a:xfrm>
              <a:off x="1602173" y="2867253"/>
              <a:ext cx="48828" cy="72440"/>
            </a:xfrm>
            <a:custGeom>
              <a:avLst/>
              <a:gdLst/>
              <a:ahLst/>
              <a:cxnLst/>
              <a:rect l="l" t="t" r="r" b="b"/>
              <a:pathLst>
                <a:path w="1855" h="2752" extrusionOk="0">
                  <a:moveTo>
                    <a:pt x="1056" y="0"/>
                  </a:moveTo>
                  <a:cubicBezTo>
                    <a:pt x="675" y="0"/>
                    <a:pt x="285" y="456"/>
                    <a:pt x="152" y="1122"/>
                  </a:cubicBezTo>
                  <a:cubicBezTo>
                    <a:pt x="0" y="1882"/>
                    <a:pt x="182" y="2581"/>
                    <a:pt x="638" y="2733"/>
                  </a:cubicBezTo>
                  <a:cubicBezTo>
                    <a:pt x="682" y="2746"/>
                    <a:pt x="727" y="2752"/>
                    <a:pt x="772" y="2752"/>
                  </a:cubicBezTo>
                  <a:cubicBezTo>
                    <a:pt x="1161" y="2752"/>
                    <a:pt x="1566" y="2293"/>
                    <a:pt x="1702" y="1639"/>
                  </a:cubicBezTo>
                  <a:cubicBezTo>
                    <a:pt x="1854" y="879"/>
                    <a:pt x="1672" y="180"/>
                    <a:pt x="1216" y="28"/>
                  </a:cubicBezTo>
                  <a:cubicBezTo>
                    <a:pt x="1163" y="9"/>
                    <a:pt x="1110" y="0"/>
                    <a:pt x="1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57"/>
            <p:cNvSpPr/>
            <p:nvPr/>
          </p:nvSpPr>
          <p:spPr>
            <a:xfrm>
              <a:off x="2051024" y="2726349"/>
              <a:ext cx="448062" cy="353669"/>
            </a:xfrm>
            <a:custGeom>
              <a:avLst/>
              <a:gdLst/>
              <a:ahLst/>
              <a:cxnLst/>
              <a:rect l="l" t="t" r="r" b="b"/>
              <a:pathLst>
                <a:path w="17022" h="13436" extrusionOk="0">
                  <a:moveTo>
                    <a:pt x="0" y="1"/>
                  </a:moveTo>
                  <a:lnTo>
                    <a:pt x="0" y="13436"/>
                  </a:lnTo>
                  <a:lnTo>
                    <a:pt x="17022" y="13436"/>
                  </a:lnTo>
                  <a:lnTo>
                    <a:pt x="17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57"/>
            <p:cNvSpPr/>
            <p:nvPr/>
          </p:nvSpPr>
          <p:spPr>
            <a:xfrm>
              <a:off x="2065422" y="2726349"/>
              <a:ext cx="469672" cy="353669"/>
            </a:xfrm>
            <a:custGeom>
              <a:avLst/>
              <a:gdLst/>
              <a:ahLst/>
              <a:cxnLst/>
              <a:rect l="l" t="t" r="r" b="b"/>
              <a:pathLst>
                <a:path w="17843" h="13436" extrusionOk="0">
                  <a:moveTo>
                    <a:pt x="0" y="1"/>
                  </a:moveTo>
                  <a:lnTo>
                    <a:pt x="0" y="13436"/>
                  </a:lnTo>
                  <a:lnTo>
                    <a:pt x="17843" y="13436"/>
                  </a:lnTo>
                  <a:lnTo>
                    <a:pt x="1784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57"/>
            <p:cNvSpPr/>
            <p:nvPr/>
          </p:nvSpPr>
          <p:spPr>
            <a:xfrm>
              <a:off x="2067028" y="3079991"/>
              <a:ext cx="454458" cy="27244"/>
            </a:xfrm>
            <a:custGeom>
              <a:avLst/>
              <a:gdLst/>
              <a:ahLst/>
              <a:cxnLst/>
              <a:rect l="l" t="t" r="r" b="b"/>
              <a:pathLst>
                <a:path w="17265" h="1035" extrusionOk="0">
                  <a:moveTo>
                    <a:pt x="0" y="1"/>
                  </a:moveTo>
                  <a:lnTo>
                    <a:pt x="0" y="1034"/>
                  </a:lnTo>
                  <a:lnTo>
                    <a:pt x="17265" y="1034"/>
                  </a:lnTo>
                  <a:lnTo>
                    <a:pt x="1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57"/>
            <p:cNvSpPr/>
            <p:nvPr/>
          </p:nvSpPr>
          <p:spPr>
            <a:xfrm>
              <a:off x="2259024" y="2867964"/>
              <a:ext cx="70439" cy="70439"/>
            </a:xfrm>
            <a:custGeom>
              <a:avLst/>
              <a:gdLst/>
              <a:ahLst/>
              <a:cxnLst/>
              <a:rect l="l" t="t" r="r" b="b"/>
              <a:pathLst>
                <a:path w="2676" h="2676" extrusionOk="0">
                  <a:moveTo>
                    <a:pt x="1338" y="1"/>
                  </a:moveTo>
                  <a:cubicBezTo>
                    <a:pt x="609" y="1"/>
                    <a:pt x="1" y="609"/>
                    <a:pt x="1" y="1338"/>
                  </a:cubicBezTo>
                  <a:cubicBezTo>
                    <a:pt x="1" y="2068"/>
                    <a:pt x="609" y="2676"/>
                    <a:pt x="1338" y="2676"/>
                  </a:cubicBezTo>
                  <a:cubicBezTo>
                    <a:pt x="2068" y="2676"/>
                    <a:pt x="2676" y="2068"/>
                    <a:pt x="2676" y="1338"/>
                  </a:cubicBezTo>
                  <a:cubicBezTo>
                    <a:pt x="2676" y="609"/>
                    <a:pt x="2068" y="1"/>
                    <a:pt x="13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57"/>
            <p:cNvSpPr/>
            <p:nvPr/>
          </p:nvSpPr>
          <p:spPr>
            <a:xfrm>
              <a:off x="2950306" y="2726349"/>
              <a:ext cx="402471" cy="353669"/>
            </a:xfrm>
            <a:custGeom>
              <a:avLst/>
              <a:gdLst/>
              <a:ahLst/>
              <a:cxnLst/>
              <a:rect l="l" t="t" r="r" b="b"/>
              <a:pathLst>
                <a:path w="15290" h="13436" extrusionOk="0">
                  <a:moveTo>
                    <a:pt x="1" y="1"/>
                  </a:moveTo>
                  <a:lnTo>
                    <a:pt x="4135" y="13436"/>
                  </a:lnTo>
                  <a:lnTo>
                    <a:pt x="15290" y="13436"/>
                  </a:lnTo>
                  <a:lnTo>
                    <a:pt x="1118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57"/>
            <p:cNvSpPr/>
            <p:nvPr/>
          </p:nvSpPr>
          <p:spPr>
            <a:xfrm>
              <a:off x="2925510" y="2726349"/>
              <a:ext cx="403287" cy="353669"/>
            </a:xfrm>
            <a:custGeom>
              <a:avLst/>
              <a:gdLst/>
              <a:ahLst/>
              <a:cxnLst/>
              <a:rect l="l" t="t" r="r" b="b"/>
              <a:pathLst>
                <a:path w="15321" h="13436" extrusionOk="0">
                  <a:moveTo>
                    <a:pt x="1" y="1"/>
                  </a:moveTo>
                  <a:lnTo>
                    <a:pt x="4134" y="13436"/>
                  </a:lnTo>
                  <a:lnTo>
                    <a:pt x="15320" y="13436"/>
                  </a:lnTo>
                  <a:lnTo>
                    <a:pt x="111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57"/>
            <p:cNvSpPr/>
            <p:nvPr/>
          </p:nvSpPr>
          <p:spPr>
            <a:xfrm>
              <a:off x="3096738" y="3070384"/>
              <a:ext cx="539269" cy="36851"/>
            </a:xfrm>
            <a:custGeom>
              <a:avLst/>
              <a:gdLst/>
              <a:ahLst/>
              <a:cxnLst/>
              <a:rect l="l" t="t" r="r" b="b"/>
              <a:pathLst>
                <a:path w="20487" h="1400" extrusionOk="0">
                  <a:moveTo>
                    <a:pt x="0" y="1"/>
                  </a:moveTo>
                  <a:lnTo>
                    <a:pt x="0" y="1399"/>
                  </a:lnTo>
                  <a:lnTo>
                    <a:pt x="20487" y="1399"/>
                  </a:lnTo>
                  <a:lnTo>
                    <a:pt x="204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57"/>
            <p:cNvSpPr/>
            <p:nvPr/>
          </p:nvSpPr>
          <p:spPr>
            <a:xfrm>
              <a:off x="3056728" y="3070384"/>
              <a:ext cx="310474" cy="36851"/>
            </a:xfrm>
            <a:custGeom>
              <a:avLst/>
              <a:gdLst/>
              <a:ahLst/>
              <a:cxnLst/>
              <a:rect l="l" t="t" r="r" b="b"/>
              <a:pathLst>
                <a:path w="11795" h="1400" extrusionOk="0">
                  <a:moveTo>
                    <a:pt x="1" y="1"/>
                  </a:moveTo>
                  <a:lnTo>
                    <a:pt x="1" y="1399"/>
                  </a:lnTo>
                  <a:lnTo>
                    <a:pt x="11794" y="1399"/>
                  </a:lnTo>
                  <a:lnTo>
                    <a:pt x="1179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57"/>
            <p:cNvSpPr/>
            <p:nvPr/>
          </p:nvSpPr>
          <p:spPr>
            <a:xfrm>
              <a:off x="3090341" y="2867253"/>
              <a:ext cx="48828" cy="72650"/>
            </a:xfrm>
            <a:custGeom>
              <a:avLst/>
              <a:gdLst/>
              <a:ahLst/>
              <a:cxnLst/>
              <a:rect l="l" t="t" r="r" b="b"/>
              <a:pathLst>
                <a:path w="1855" h="2760" extrusionOk="0">
                  <a:moveTo>
                    <a:pt x="798" y="0"/>
                  </a:moveTo>
                  <a:cubicBezTo>
                    <a:pt x="744" y="0"/>
                    <a:pt x="691" y="9"/>
                    <a:pt x="638" y="28"/>
                  </a:cubicBezTo>
                  <a:cubicBezTo>
                    <a:pt x="182" y="180"/>
                    <a:pt x="0" y="879"/>
                    <a:pt x="152" y="1639"/>
                  </a:cubicBezTo>
                  <a:cubicBezTo>
                    <a:pt x="286" y="2282"/>
                    <a:pt x="656" y="2760"/>
                    <a:pt x="1054" y="2760"/>
                  </a:cubicBezTo>
                  <a:cubicBezTo>
                    <a:pt x="1108" y="2760"/>
                    <a:pt x="1162" y="2751"/>
                    <a:pt x="1216" y="2733"/>
                  </a:cubicBezTo>
                  <a:cubicBezTo>
                    <a:pt x="1672" y="2581"/>
                    <a:pt x="1854" y="1882"/>
                    <a:pt x="1702" y="1122"/>
                  </a:cubicBezTo>
                  <a:cubicBezTo>
                    <a:pt x="1569" y="456"/>
                    <a:pt x="1179" y="0"/>
                    <a:pt x="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700"/>
                                        </p:tgtEl>
                                        <p:attrNameLst>
                                          <p:attrName>style.visibility</p:attrName>
                                        </p:attrNameLst>
                                      </p:cBhvr>
                                      <p:to>
                                        <p:strVal val="visible"/>
                                      </p:to>
                                    </p:set>
                                    <p:anim calcmode="lin" valueType="num">
                                      <p:cBhvr additive="base">
                                        <p:cTn id="7" dur="1000"/>
                                        <p:tgtEl>
                                          <p:spTgt spid="70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smtClean="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Mercury is the closest planet to</a:t>
            </a:r>
            <a:endParaRPr dirty="0" smtClean="0"/>
          </a:p>
          <a:p>
            <a:pPr marL="0" lvl="0" indent="0" algn="ctr" rtl="0">
              <a:spcBef>
                <a:spcPts val="0"/>
              </a:spcBef>
              <a:spcAft>
                <a:spcPts val="0"/>
              </a:spcAft>
              <a:buNone/>
            </a:pPr>
            <a:r>
              <a:rPr lang="en" dirty="0" smtClean="0"/>
              <a:t>the Sun and the smallest one in</a:t>
            </a:r>
            <a:endParaRPr dirty="0" smtClean="0"/>
          </a:p>
          <a:p>
            <a:pPr marL="0" lvl="0" indent="0" algn="ctr" rtl="0">
              <a:spcBef>
                <a:spcPts val="0"/>
              </a:spcBef>
              <a:spcAft>
                <a:spcPts val="0"/>
              </a:spcAft>
              <a:buNone/>
            </a:pPr>
            <a:r>
              <a:rPr lang="en" dirty="0" smtClean="0"/>
              <a:t>the Solar System—it’s only a bit</a:t>
            </a:r>
            <a:endParaRPr dirty="0" smtClean="0"/>
          </a:p>
          <a:p>
            <a:pPr marL="0" lvl="0" indent="0" algn="ctr" rtl="0">
              <a:spcBef>
                <a:spcPts val="0"/>
              </a:spcBef>
              <a:spcAft>
                <a:spcPts val="0"/>
              </a:spcAft>
              <a:buNone/>
            </a:pPr>
            <a:r>
              <a:rPr lang="en" dirty="0" smtClean="0"/>
              <a:t>larger than the Moon</a:t>
            </a:r>
            <a:endParaRPr dirty="0"/>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59"/>
          <p:cNvSpPr/>
          <p:nvPr/>
        </p:nvSpPr>
        <p:spPr>
          <a:xfrm rot="10800000" flipH="1">
            <a:off x="-1743770" y="1517428"/>
            <a:ext cx="5893767" cy="4581960"/>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59"/>
          <p:cNvSpPr txBox="1">
            <a:spLocks noGrp="1"/>
          </p:cNvSpPr>
          <p:nvPr>
            <p:ph type="title"/>
          </p:nvPr>
        </p:nvSpPr>
        <p:spPr>
          <a:xfrm>
            <a:off x="4846475" y="1698363"/>
            <a:ext cx="3411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Problem</a:t>
            </a:r>
            <a:endParaRPr/>
          </a:p>
        </p:txBody>
      </p:sp>
      <p:sp>
        <p:nvSpPr>
          <p:cNvPr id="851" name="Google Shape;851;p59"/>
          <p:cNvSpPr txBox="1">
            <a:spLocks noGrp="1"/>
          </p:cNvSpPr>
          <p:nvPr>
            <p:ph type="subTitle" idx="1"/>
          </p:nvPr>
        </p:nvSpPr>
        <p:spPr>
          <a:xfrm>
            <a:off x="4846475" y="2435763"/>
            <a:ext cx="3411300" cy="12783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Mercury is the closest planet to</a:t>
            </a:r>
            <a:endParaRPr/>
          </a:p>
          <a:p>
            <a:pPr marL="0" lvl="0" indent="0" algn="r" rtl="0">
              <a:spcBef>
                <a:spcPts val="0"/>
              </a:spcBef>
              <a:spcAft>
                <a:spcPts val="0"/>
              </a:spcAft>
              <a:buClr>
                <a:schemeClr val="dk1"/>
              </a:buClr>
              <a:buSzPts val="1100"/>
              <a:buFont typeface="Arial"/>
              <a:buNone/>
            </a:pPr>
            <a:r>
              <a:rPr lang="en"/>
              <a:t>the Sun and the smallest one in</a:t>
            </a:r>
            <a:endParaRPr/>
          </a:p>
          <a:p>
            <a:pPr marL="0" lvl="0" indent="0" algn="r" rtl="0">
              <a:spcBef>
                <a:spcPts val="0"/>
              </a:spcBef>
              <a:spcAft>
                <a:spcPts val="0"/>
              </a:spcAft>
              <a:buClr>
                <a:schemeClr val="dk1"/>
              </a:buClr>
              <a:buSzPts val="1100"/>
              <a:buFont typeface="Arial"/>
              <a:buNone/>
            </a:pPr>
            <a:r>
              <a:rPr lang="en"/>
              <a:t>the Solar System—it’s only a bit</a:t>
            </a:r>
            <a:endParaRPr/>
          </a:p>
          <a:p>
            <a:pPr marL="0" lvl="0" indent="0" algn="r" rtl="0">
              <a:spcBef>
                <a:spcPts val="0"/>
              </a:spcBef>
              <a:spcAft>
                <a:spcPts val="0"/>
              </a:spcAft>
              <a:buClr>
                <a:schemeClr val="dk1"/>
              </a:buClr>
              <a:buSzPts val="1100"/>
              <a:buFont typeface="Arial"/>
              <a:buNone/>
            </a:pPr>
            <a:r>
              <a:rPr lang="en"/>
              <a:t>larger than the Moon</a:t>
            </a:r>
            <a:endParaRPr/>
          </a:p>
        </p:txBody>
      </p:sp>
      <p:grpSp>
        <p:nvGrpSpPr>
          <p:cNvPr id="852" name="Google Shape;852;p59"/>
          <p:cNvGrpSpPr/>
          <p:nvPr/>
        </p:nvGrpSpPr>
        <p:grpSpPr>
          <a:xfrm>
            <a:off x="2051352" y="2212072"/>
            <a:ext cx="2488344" cy="1902133"/>
            <a:chOff x="2051352" y="2212072"/>
            <a:chExt cx="2488344" cy="1902133"/>
          </a:xfrm>
        </p:grpSpPr>
        <p:sp>
          <p:nvSpPr>
            <p:cNvPr id="853" name="Google Shape;853;p59"/>
            <p:cNvSpPr/>
            <p:nvPr/>
          </p:nvSpPr>
          <p:spPr>
            <a:xfrm flipH="1">
              <a:off x="2307114" y="2604945"/>
              <a:ext cx="135609" cy="240059"/>
            </a:xfrm>
            <a:custGeom>
              <a:avLst/>
              <a:gdLst/>
              <a:ahLst/>
              <a:cxnLst/>
              <a:rect l="l" t="t" r="r" b="b"/>
              <a:pathLst>
                <a:path w="8572" h="15172" extrusionOk="0">
                  <a:moveTo>
                    <a:pt x="7007" y="0"/>
                  </a:moveTo>
                  <a:cubicBezTo>
                    <a:pt x="6972" y="0"/>
                    <a:pt x="6936" y="2"/>
                    <a:pt x="6900" y="4"/>
                  </a:cubicBezTo>
                  <a:cubicBezTo>
                    <a:pt x="6687" y="4"/>
                    <a:pt x="6505" y="65"/>
                    <a:pt x="6292" y="156"/>
                  </a:cubicBezTo>
                  <a:lnTo>
                    <a:pt x="6232" y="187"/>
                  </a:lnTo>
                  <a:cubicBezTo>
                    <a:pt x="6232" y="187"/>
                    <a:pt x="6049" y="247"/>
                    <a:pt x="5806" y="491"/>
                  </a:cubicBezTo>
                  <a:cubicBezTo>
                    <a:pt x="5532" y="703"/>
                    <a:pt x="5228" y="1068"/>
                    <a:pt x="4925" y="1554"/>
                  </a:cubicBezTo>
                  <a:cubicBezTo>
                    <a:pt x="4590" y="2041"/>
                    <a:pt x="4347" y="2770"/>
                    <a:pt x="4013" y="3530"/>
                  </a:cubicBezTo>
                  <a:cubicBezTo>
                    <a:pt x="3830" y="3895"/>
                    <a:pt x="3557" y="4260"/>
                    <a:pt x="3314" y="4624"/>
                  </a:cubicBezTo>
                  <a:cubicBezTo>
                    <a:pt x="3040" y="5019"/>
                    <a:pt x="2736" y="5384"/>
                    <a:pt x="2432" y="5810"/>
                  </a:cubicBezTo>
                  <a:cubicBezTo>
                    <a:pt x="1794" y="6600"/>
                    <a:pt x="1095" y="7481"/>
                    <a:pt x="335" y="8363"/>
                  </a:cubicBezTo>
                  <a:cubicBezTo>
                    <a:pt x="213" y="8454"/>
                    <a:pt x="122" y="8606"/>
                    <a:pt x="0" y="8728"/>
                  </a:cubicBezTo>
                  <a:cubicBezTo>
                    <a:pt x="183" y="10886"/>
                    <a:pt x="365" y="13013"/>
                    <a:pt x="608" y="15172"/>
                  </a:cubicBezTo>
                  <a:cubicBezTo>
                    <a:pt x="912" y="14746"/>
                    <a:pt x="1216" y="14260"/>
                    <a:pt x="1490" y="13865"/>
                  </a:cubicBezTo>
                  <a:cubicBezTo>
                    <a:pt x="2189" y="12710"/>
                    <a:pt x="2858" y="11615"/>
                    <a:pt x="3466" y="10551"/>
                  </a:cubicBezTo>
                  <a:cubicBezTo>
                    <a:pt x="4073" y="9488"/>
                    <a:pt x="4621" y="8515"/>
                    <a:pt x="5137" y="7573"/>
                  </a:cubicBezTo>
                  <a:cubicBezTo>
                    <a:pt x="5380" y="7147"/>
                    <a:pt x="5624" y="6661"/>
                    <a:pt x="5836" y="6266"/>
                  </a:cubicBezTo>
                  <a:cubicBezTo>
                    <a:pt x="6080" y="5840"/>
                    <a:pt x="6292" y="5475"/>
                    <a:pt x="6566" y="5111"/>
                  </a:cubicBezTo>
                  <a:cubicBezTo>
                    <a:pt x="7083" y="4442"/>
                    <a:pt x="7630" y="3895"/>
                    <a:pt x="7934" y="3378"/>
                  </a:cubicBezTo>
                  <a:cubicBezTo>
                    <a:pt x="8268" y="2831"/>
                    <a:pt x="8420" y="2375"/>
                    <a:pt x="8511" y="2041"/>
                  </a:cubicBezTo>
                  <a:cubicBezTo>
                    <a:pt x="8572" y="1706"/>
                    <a:pt x="8572" y="1494"/>
                    <a:pt x="8572" y="1494"/>
                  </a:cubicBezTo>
                  <a:cubicBezTo>
                    <a:pt x="8514" y="677"/>
                    <a:pt x="7840" y="0"/>
                    <a:pt x="70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59"/>
            <p:cNvSpPr/>
            <p:nvPr/>
          </p:nvSpPr>
          <p:spPr>
            <a:xfrm flipH="1">
              <a:off x="4194962" y="2680513"/>
              <a:ext cx="344734" cy="229901"/>
            </a:xfrm>
            <a:custGeom>
              <a:avLst/>
              <a:gdLst/>
              <a:ahLst/>
              <a:cxnLst/>
              <a:rect l="l" t="t" r="r" b="b"/>
              <a:pathLst>
                <a:path w="21791" h="14530" extrusionOk="0">
                  <a:moveTo>
                    <a:pt x="5954" y="0"/>
                  </a:moveTo>
                  <a:cubicBezTo>
                    <a:pt x="3644" y="0"/>
                    <a:pt x="1669" y="1642"/>
                    <a:pt x="1152" y="3891"/>
                  </a:cubicBezTo>
                  <a:lnTo>
                    <a:pt x="665" y="6171"/>
                  </a:lnTo>
                  <a:cubicBezTo>
                    <a:pt x="0" y="9346"/>
                    <a:pt x="2404" y="12280"/>
                    <a:pt x="5631" y="12280"/>
                  </a:cubicBezTo>
                  <a:cubicBezTo>
                    <a:pt x="5648" y="12280"/>
                    <a:pt x="5664" y="12280"/>
                    <a:pt x="5681" y="12280"/>
                  </a:cubicBezTo>
                  <a:lnTo>
                    <a:pt x="14222" y="12250"/>
                  </a:lnTo>
                  <a:cubicBezTo>
                    <a:pt x="16046" y="12250"/>
                    <a:pt x="17778" y="13070"/>
                    <a:pt x="18872" y="14529"/>
                  </a:cubicBezTo>
                  <a:lnTo>
                    <a:pt x="21790" y="8237"/>
                  </a:lnTo>
                  <a:lnTo>
                    <a:pt x="19085" y="8237"/>
                  </a:lnTo>
                  <a:lnTo>
                    <a:pt x="19085" y="5593"/>
                  </a:lnTo>
                  <a:cubicBezTo>
                    <a:pt x="19085" y="2523"/>
                    <a:pt x="16593" y="0"/>
                    <a:pt x="135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59"/>
            <p:cNvSpPr/>
            <p:nvPr/>
          </p:nvSpPr>
          <p:spPr>
            <a:xfrm flipH="1">
              <a:off x="4194487" y="2704563"/>
              <a:ext cx="269778" cy="206325"/>
            </a:xfrm>
            <a:custGeom>
              <a:avLst/>
              <a:gdLst/>
              <a:ahLst/>
              <a:cxnLst/>
              <a:rect l="l" t="t" r="r" b="b"/>
              <a:pathLst>
                <a:path w="17053" h="13040" extrusionOk="0">
                  <a:moveTo>
                    <a:pt x="12585" y="0"/>
                  </a:moveTo>
                  <a:cubicBezTo>
                    <a:pt x="12554" y="2371"/>
                    <a:pt x="11521" y="4742"/>
                    <a:pt x="9758" y="6414"/>
                  </a:cubicBezTo>
                  <a:cubicBezTo>
                    <a:pt x="6962" y="9058"/>
                    <a:pt x="3527" y="10395"/>
                    <a:pt x="1" y="10730"/>
                  </a:cubicBezTo>
                  <a:cubicBezTo>
                    <a:pt x="305" y="10760"/>
                    <a:pt x="609" y="10790"/>
                    <a:pt x="943" y="10790"/>
                  </a:cubicBezTo>
                  <a:lnTo>
                    <a:pt x="9515" y="10760"/>
                  </a:lnTo>
                  <a:cubicBezTo>
                    <a:pt x="11338" y="10760"/>
                    <a:pt x="13041" y="11581"/>
                    <a:pt x="14135" y="13040"/>
                  </a:cubicBezTo>
                  <a:lnTo>
                    <a:pt x="17053" y="6717"/>
                  </a:lnTo>
                  <a:lnTo>
                    <a:pt x="14317" y="6717"/>
                  </a:lnTo>
                  <a:lnTo>
                    <a:pt x="14317" y="4073"/>
                  </a:lnTo>
                  <a:cubicBezTo>
                    <a:pt x="14317" y="2462"/>
                    <a:pt x="13649" y="1034"/>
                    <a:pt x="1258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59"/>
            <p:cNvSpPr/>
            <p:nvPr/>
          </p:nvSpPr>
          <p:spPr>
            <a:xfrm flipH="1">
              <a:off x="2051352" y="2680513"/>
              <a:ext cx="345208" cy="229901"/>
            </a:xfrm>
            <a:custGeom>
              <a:avLst/>
              <a:gdLst/>
              <a:ahLst/>
              <a:cxnLst/>
              <a:rect l="l" t="t" r="r" b="b"/>
              <a:pathLst>
                <a:path w="21821" h="14530" extrusionOk="0">
                  <a:moveTo>
                    <a:pt x="8298" y="0"/>
                  </a:moveTo>
                  <a:cubicBezTo>
                    <a:pt x="5198" y="0"/>
                    <a:pt x="2706" y="2523"/>
                    <a:pt x="2706" y="5593"/>
                  </a:cubicBezTo>
                  <a:lnTo>
                    <a:pt x="2706" y="8237"/>
                  </a:lnTo>
                  <a:lnTo>
                    <a:pt x="0" y="8237"/>
                  </a:lnTo>
                  <a:lnTo>
                    <a:pt x="2918" y="14529"/>
                  </a:lnTo>
                  <a:cubicBezTo>
                    <a:pt x="4043" y="13070"/>
                    <a:pt x="5745" y="12250"/>
                    <a:pt x="7569" y="12250"/>
                  </a:cubicBezTo>
                  <a:lnTo>
                    <a:pt x="16110" y="12280"/>
                  </a:lnTo>
                  <a:cubicBezTo>
                    <a:pt x="16127" y="12280"/>
                    <a:pt x="16144" y="12280"/>
                    <a:pt x="16160" y="12280"/>
                  </a:cubicBezTo>
                  <a:cubicBezTo>
                    <a:pt x="19418" y="12280"/>
                    <a:pt x="21821" y="9346"/>
                    <a:pt x="21125" y="6171"/>
                  </a:cubicBezTo>
                  <a:lnTo>
                    <a:pt x="20639" y="3891"/>
                  </a:lnTo>
                  <a:cubicBezTo>
                    <a:pt x="20153" y="1642"/>
                    <a:pt x="18177" y="0"/>
                    <a:pt x="1583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59"/>
            <p:cNvSpPr/>
            <p:nvPr/>
          </p:nvSpPr>
          <p:spPr>
            <a:xfrm flipH="1">
              <a:off x="2127272" y="2704563"/>
              <a:ext cx="269763" cy="206325"/>
            </a:xfrm>
            <a:custGeom>
              <a:avLst/>
              <a:gdLst/>
              <a:ahLst/>
              <a:cxnLst/>
              <a:rect l="l" t="t" r="r" b="b"/>
              <a:pathLst>
                <a:path w="17052" h="13040" extrusionOk="0">
                  <a:moveTo>
                    <a:pt x="4468" y="0"/>
                  </a:moveTo>
                  <a:cubicBezTo>
                    <a:pt x="3404" y="1034"/>
                    <a:pt x="2736" y="2462"/>
                    <a:pt x="2736" y="4073"/>
                  </a:cubicBezTo>
                  <a:lnTo>
                    <a:pt x="2736" y="6717"/>
                  </a:lnTo>
                  <a:lnTo>
                    <a:pt x="0" y="6717"/>
                  </a:lnTo>
                  <a:lnTo>
                    <a:pt x="2918" y="13040"/>
                  </a:lnTo>
                  <a:cubicBezTo>
                    <a:pt x="4012" y="11581"/>
                    <a:pt x="5745" y="10760"/>
                    <a:pt x="7569" y="10760"/>
                  </a:cubicBezTo>
                  <a:lnTo>
                    <a:pt x="16110" y="10790"/>
                  </a:lnTo>
                  <a:cubicBezTo>
                    <a:pt x="16444" y="10790"/>
                    <a:pt x="16748" y="10760"/>
                    <a:pt x="17052" y="10730"/>
                  </a:cubicBezTo>
                  <a:cubicBezTo>
                    <a:pt x="13526" y="10395"/>
                    <a:pt x="10091" y="9058"/>
                    <a:pt x="7295" y="6414"/>
                  </a:cubicBezTo>
                  <a:cubicBezTo>
                    <a:pt x="5532" y="4742"/>
                    <a:pt x="4529" y="2371"/>
                    <a:pt x="446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59"/>
            <p:cNvSpPr/>
            <p:nvPr/>
          </p:nvSpPr>
          <p:spPr>
            <a:xfrm flipH="1">
              <a:off x="2177279" y="2212072"/>
              <a:ext cx="2237929" cy="1718877"/>
            </a:xfrm>
            <a:custGeom>
              <a:avLst/>
              <a:gdLst/>
              <a:ahLst/>
              <a:cxnLst/>
              <a:rect l="l" t="t" r="r" b="b"/>
              <a:pathLst>
                <a:path w="141462" h="108635" extrusionOk="0">
                  <a:moveTo>
                    <a:pt x="70761" y="1"/>
                  </a:moveTo>
                  <a:cubicBezTo>
                    <a:pt x="50396" y="1"/>
                    <a:pt x="30791" y="3892"/>
                    <a:pt x="30791" y="3892"/>
                  </a:cubicBezTo>
                  <a:cubicBezTo>
                    <a:pt x="26475" y="6627"/>
                    <a:pt x="17539" y="24409"/>
                    <a:pt x="14347" y="33649"/>
                  </a:cubicBezTo>
                  <a:cubicBezTo>
                    <a:pt x="11155" y="42859"/>
                    <a:pt x="9666" y="49059"/>
                    <a:pt x="9666" y="49059"/>
                  </a:cubicBezTo>
                  <a:cubicBezTo>
                    <a:pt x="9666" y="49059"/>
                    <a:pt x="3739" y="54257"/>
                    <a:pt x="1885" y="60154"/>
                  </a:cubicBezTo>
                  <a:cubicBezTo>
                    <a:pt x="0" y="66081"/>
                    <a:pt x="1611" y="105018"/>
                    <a:pt x="1611" y="105018"/>
                  </a:cubicBezTo>
                  <a:cubicBezTo>
                    <a:pt x="1611" y="105018"/>
                    <a:pt x="46536" y="108635"/>
                    <a:pt x="70731" y="108635"/>
                  </a:cubicBezTo>
                  <a:cubicBezTo>
                    <a:pt x="94926" y="108635"/>
                    <a:pt x="139851" y="105018"/>
                    <a:pt x="139851" y="105018"/>
                  </a:cubicBezTo>
                  <a:cubicBezTo>
                    <a:pt x="139851" y="105018"/>
                    <a:pt x="141462" y="66081"/>
                    <a:pt x="139608" y="60154"/>
                  </a:cubicBezTo>
                  <a:cubicBezTo>
                    <a:pt x="137754" y="54227"/>
                    <a:pt x="131857" y="49059"/>
                    <a:pt x="131857" y="49059"/>
                  </a:cubicBezTo>
                  <a:cubicBezTo>
                    <a:pt x="131857" y="49059"/>
                    <a:pt x="130337" y="42859"/>
                    <a:pt x="127176" y="33649"/>
                  </a:cubicBezTo>
                  <a:cubicBezTo>
                    <a:pt x="123984" y="24409"/>
                    <a:pt x="115078" y="5867"/>
                    <a:pt x="110732" y="3132"/>
                  </a:cubicBezTo>
                  <a:cubicBezTo>
                    <a:pt x="110732" y="3132"/>
                    <a:pt x="91127" y="1"/>
                    <a:pt x="707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59"/>
            <p:cNvSpPr/>
            <p:nvPr/>
          </p:nvSpPr>
          <p:spPr>
            <a:xfrm flipH="1">
              <a:off x="2917323" y="2689643"/>
              <a:ext cx="2895" cy="506"/>
            </a:xfrm>
            <a:custGeom>
              <a:avLst/>
              <a:gdLst/>
              <a:ahLst/>
              <a:cxnLst/>
              <a:rect l="l" t="t" r="r" b="b"/>
              <a:pathLst>
                <a:path w="183" h="32" extrusionOk="0">
                  <a:moveTo>
                    <a:pt x="183" y="1"/>
                  </a:moveTo>
                  <a:lnTo>
                    <a:pt x="0" y="31"/>
                  </a:lnTo>
                  <a:cubicBezTo>
                    <a:pt x="61" y="31"/>
                    <a:pt x="122" y="31"/>
                    <a:pt x="183" y="1"/>
                  </a:cubicBezTo>
                  <a:close/>
                </a:path>
              </a:pathLst>
            </a:custGeom>
            <a:solidFill>
              <a:srgbClr val="B56B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59"/>
            <p:cNvSpPr/>
            <p:nvPr/>
          </p:nvSpPr>
          <p:spPr>
            <a:xfrm flipH="1">
              <a:off x="3994918" y="3876109"/>
              <a:ext cx="397209" cy="238097"/>
            </a:xfrm>
            <a:custGeom>
              <a:avLst/>
              <a:gdLst/>
              <a:ahLst/>
              <a:cxnLst/>
              <a:rect l="l" t="t" r="r" b="b"/>
              <a:pathLst>
                <a:path w="25108" h="15048" extrusionOk="0">
                  <a:moveTo>
                    <a:pt x="0" y="1"/>
                  </a:moveTo>
                  <a:lnTo>
                    <a:pt x="0" y="9271"/>
                  </a:lnTo>
                  <a:cubicBezTo>
                    <a:pt x="0" y="12311"/>
                    <a:pt x="2432" y="14773"/>
                    <a:pt x="5471" y="14834"/>
                  </a:cubicBezTo>
                  <a:lnTo>
                    <a:pt x="19484" y="15046"/>
                  </a:lnTo>
                  <a:cubicBezTo>
                    <a:pt x="19521" y="15047"/>
                    <a:pt x="19558" y="15048"/>
                    <a:pt x="19595" y="15048"/>
                  </a:cubicBezTo>
                  <a:cubicBezTo>
                    <a:pt x="22644" y="15048"/>
                    <a:pt x="25107" y="12578"/>
                    <a:pt x="25107" y="9514"/>
                  </a:cubicBezTo>
                  <a:lnTo>
                    <a:pt x="25107" y="1764"/>
                  </a:lnTo>
                  <a:lnTo>
                    <a:pt x="0" y="1"/>
                  </a:lnTo>
                  <a:close/>
                </a:path>
              </a:pathLst>
            </a:custGeom>
            <a:solidFill>
              <a:srgbClr val="193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59"/>
            <p:cNvSpPr/>
            <p:nvPr/>
          </p:nvSpPr>
          <p:spPr>
            <a:xfrm flipH="1">
              <a:off x="2200360" y="3876109"/>
              <a:ext cx="397683" cy="238097"/>
            </a:xfrm>
            <a:custGeom>
              <a:avLst/>
              <a:gdLst/>
              <a:ahLst/>
              <a:cxnLst/>
              <a:rect l="l" t="t" r="r" b="b"/>
              <a:pathLst>
                <a:path w="25138" h="15048" extrusionOk="0">
                  <a:moveTo>
                    <a:pt x="25138" y="1"/>
                  </a:moveTo>
                  <a:lnTo>
                    <a:pt x="1" y="1764"/>
                  </a:lnTo>
                  <a:lnTo>
                    <a:pt x="1" y="9514"/>
                  </a:lnTo>
                  <a:cubicBezTo>
                    <a:pt x="1" y="12578"/>
                    <a:pt x="2493" y="15048"/>
                    <a:pt x="5514" y="15048"/>
                  </a:cubicBezTo>
                  <a:cubicBezTo>
                    <a:pt x="5550" y="15048"/>
                    <a:pt x="5587" y="15047"/>
                    <a:pt x="5624" y="15046"/>
                  </a:cubicBezTo>
                  <a:lnTo>
                    <a:pt x="19667" y="14834"/>
                  </a:lnTo>
                  <a:cubicBezTo>
                    <a:pt x="22706" y="14773"/>
                    <a:pt x="25138" y="12311"/>
                    <a:pt x="25138" y="9271"/>
                  </a:cubicBezTo>
                  <a:lnTo>
                    <a:pt x="25138" y="1"/>
                  </a:lnTo>
                  <a:close/>
                </a:path>
              </a:pathLst>
            </a:custGeom>
            <a:solidFill>
              <a:srgbClr val="1934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59"/>
            <p:cNvSpPr/>
            <p:nvPr/>
          </p:nvSpPr>
          <p:spPr>
            <a:xfrm flipH="1">
              <a:off x="2176314" y="2988308"/>
              <a:ext cx="2239859" cy="942641"/>
            </a:xfrm>
            <a:custGeom>
              <a:avLst/>
              <a:gdLst/>
              <a:ahLst/>
              <a:cxnLst/>
              <a:rect l="l" t="t" r="r" b="b"/>
              <a:pathLst>
                <a:path w="141584" h="59576" extrusionOk="0">
                  <a:moveTo>
                    <a:pt x="9636" y="0"/>
                  </a:moveTo>
                  <a:cubicBezTo>
                    <a:pt x="9636" y="1"/>
                    <a:pt x="3769" y="5198"/>
                    <a:pt x="1915" y="11095"/>
                  </a:cubicBezTo>
                  <a:cubicBezTo>
                    <a:pt x="0" y="17022"/>
                    <a:pt x="1642" y="55959"/>
                    <a:pt x="1642" y="55959"/>
                  </a:cubicBezTo>
                  <a:cubicBezTo>
                    <a:pt x="1642" y="55959"/>
                    <a:pt x="46536" y="59576"/>
                    <a:pt x="70792" y="59576"/>
                  </a:cubicBezTo>
                  <a:cubicBezTo>
                    <a:pt x="95017" y="59576"/>
                    <a:pt x="139942" y="55959"/>
                    <a:pt x="139942" y="55959"/>
                  </a:cubicBezTo>
                  <a:cubicBezTo>
                    <a:pt x="139942" y="55959"/>
                    <a:pt x="141584" y="17022"/>
                    <a:pt x="139699" y="11095"/>
                  </a:cubicBezTo>
                  <a:cubicBezTo>
                    <a:pt x="137845" y="5168"/>
                    <a:pt x="132009" y="1"/>
                    <a:pt x="132009" y="0"/>
                  </a:cubicBezTo>
                  <a:lnTo>
                    <a:pt x="132009" y="0"/>
                  </a:lnTo>
                  <a:cubicBezTo>
                    <a:pt x="132009" y="1"/>
                    <a:pt x="134409" y="19606"/>
                    <a:pt x="70822" y="19606"/>
                  </a:cubicBezTo>
                  <a:cubicBezTo>
                    <a:pt x="7235" y="19606"/>
                    <a:pt x="9636" y="1"/>
                    <a:pt x="96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59"/>
            <p:cNvSpPr/>
            <p:nvPr/>
          </p:nvSpPr>
          <p:spPr>
            <a:xfrm flipH="1">
              <a:off x="2437897" y="2265948"/>
              <a:ext cx="1716691" cy="582901"/>
            </a:xfrm>
            <a:custGeom>
              <a:avLst/>
              <a:gdLst/>
              <a:ahLst/>
              <a:cxnLst/>
              <a:rect l="l" t="t" r="r" b="b"/>
              <a:pathLst>
                <a:path w="108514" h="36840" extrusionOk="0">
                  <a:moveTo>
                    <a:pt x="54257" y="0"/>
                  </a:moveTo>
                  <a:cubicBezTo>
                    <a:pt x="24743" y="0"/>
                    <a:pt x="14499" y="3374"/>
                    <a:pt x="14499" y="3374"/>
                  </a:cubicBezTo>
                  <a:cubicBezTo>
                    <a:pt x="14499" y="3374"/>
                    <a:pt x="4894" y="16323"/>
                    <a:pt x="1" y="36840"/>
                  </a:cubicBezTo>
                  <a:lnTo>
                    <a:pt x="108513" y="36840"/>
                  </a:lnTo>
                  <a:cubicBezTo>
                    <a:pt x="103620" y="16323"/>
                    <a:pt x="94075" y="3374"/>
                    <a:pt x="94075" y="3374"/>
                  </a:cubicBezTo>
                  <a:cubicBezTo>
                    <a:pt x="94075" y="3374"/>
                    <a:pt x="83771" y="0"/>
                    <a:pt x="54257" y="0"/>
                  </a:cubicBezTo>
                  <a:close/>
                </a:path>
              </a:pathLst>
            </a:custGeom>
            <a:solidFill>
              <a:srgbClr val="DCE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59"/>
            <p:cNvSpPr/>
            <p:nvPr/>
          </p:nvSpPr>
          <p:spPr>
            <a:xfrm flipH="1">
              <a:off x="3296227" y="2595388"/>
              <a:ext cx="744394" cy="348696"/>
            </a:xfrm>
            <a:custGeom>
              <a:avLst/>
              <a:gdLst/>
              <a:ahLst/>
              <a:cxnLst/>
              <a:rect l="l" t="t" r="r" b="b"/>
              <a:pathLst>
                <a:path w="47054" h="22038" extrusionOk="0">
                  <a:moveTo>
                    <a:pt x="19302" y="0"/>
                  </a:moveTo>
                  <a:cubicBezTo>
                    <a:pt x="8663" y="0"/>
                    <a:pt x="1" y="8602"/>
                    <a:pt x="1" y="19301"/>
                  </a:cubicBezTo>
                  <a:lnTo>
                    <a:pt x="1" y="22037"/>
                  </a:lnTo>
                  <a:lnTo>
                    <a:pt x="47053" y="22037"/>
                  </a:lnTo>
                  <a:lnTo>
                    <a:pt x="47053" y="19301"/>
                  </a:lnTo>
                  <a:cubicBezTo>
                    <a:pt x="47053" y="8663"/>
                    <a:pt x="38421" y="0"/>
                    <a:pt x="2775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59"/>
            <p:cNvSpPr/>
            <p:nvPr/>
          </p:nvSpPr>
          <p:spPr>
            <a:xfrm flipH="1">
              <a:off x="2544176" y="2595388"/>
              <a:ext cx="744378" cy="348696"/>
            </a:xfrm>
            <a:custGeom>
              <a:avLst/>
              <a:gdLst/>
              <a:ahLst/>
              <a:cxnLst/>
              <a:rect l="l" t="t" r="r" b="b"/>
              <a:pathLst>
                <a:path w="47053" h="22038" extrusionOk="0">
                  <a:moveTo>
                    <a:pt x="19302" y="0"/>
                  </a:moveTo>
                  <a:cubicBezTo>
                    <a:pt x="8663" y="0"/>
                    <a:pt x="0" y="8602"/>
                    <a:pt x="0" y="19301"/>
                  </a:cubicBezTo>
                  <a:lnTo>
                    <a:pt x="0" y="22037"/>
                  </a:lnTo>
                  <a:lnTo>
                    <a:pt x="47053" y="22037"/>
                  </a:lnTo>
                  <a:lnTo>
                    <a:pt x="47053" y="19301"/>
                  </a:lnTo>
                  <a:cubicBezTo>
                    <a:pt x="47053" y="8663"/>
                    <a:pt x="38421" y="0"/>
                    <a:pt x="277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59"/>
            <p:cNvSpPr/>
            <p:nvPr/>
          </p:nvSpPr>
          <p:spPr>
            <a:xfrm flipH="1">
              <a:off x="2326825" y="2645213"/>
              <a:ext cx="481355" cy="301165"/>
            </a:xfrm>
            <a:custGeom>
              <a:avLst/>
              <a:gdLst/>
              <a:ahLst/>
              <a:cxnLst/>
              <a:rect l="l" t="t" r="r" b="b"/>
              <a:pathLst>
                <a:path w="30427" h="19034" extrusionOk="0">
                  <a:moveTo>
                    <a:pt x="28640" y="0"/>
                  </a:moveTo>
                  <a:cubicBezTo>
                    <a:pt x="28518" y="0"/>
                    <a:pt x="28399" y="23"/>
                    <a:pt x="28299" y="73"/>
                  </a:cubicBezTo>
                  <a:lnTo>
                    <a:pt x="28208" y="104"/>
                  </a:lnTo>
                  <a:cubicBezTo>
                    <a:pt x="28208" y="104"/>
                    <a:pt x="28026" y="134"/>
                    <a:pt x="27782" y="347"/>
                  </a:cubicBezTo>
                  <a:cubicBezTo>
                    <a:pt x="27509" y="529"/>
                    <a:pt x="27114" y="833"/>
                    <a:pt x="26749" y="1289"/>
                  </a:cubicBezTo>
                  <a:cubicBezTo>
                    <a:pt x="26323" y="1745"/>
                    <a:pt x="25989" y="2414"/>
                    <a:pt x="25533" y="3113"/>
                  </a:cubicBezTo>
                  <a:cubicBezTo>
                    <a:pt x="25290" y="3447"/>
                    <a:pt x="24986" y="3751"/>
                    <a:pt x="24652" y="4085"/>
                  </a:cubicBezTo>
                  <a:cubicBezTo>
                    <a:pt x="24317" y="4389"/>
                    <a:pt x="23983" y="4754"/>
                    <a:pt x="23588" y="5119"/>
                  </a:cubicBezTo>
                  <a:cubicBezTo>
                    <a:pt x="22858" y="5848"/>
                    <a:pt x="22038" y="6608"/>
                    <a:pt x="21156" y="7368"/>
                  </a:cubicBezTo>
                  <a:cubicBezTo>
                    <a:pt x="20275" y="8128"/>
                    <a:pt x="19332" y="8918"/>
                    <a:pt x="18360" y="9678"/>
                  </a:cubicBezTo>
                  <a:cubicBezTo>
                    <a:pt x="17387" y="10468"/>
                    <a:pt x="16323" y="11228"/>
                    <a:pt x="15320" y="11897"/>
                  </a:cubicBezTo>
                  <a:cubicBezTo>
                    <a:pt x="14773" y="12231"/>
                    <a:pt x="14256" y="12535"/>
                    <a:pt x="13800" y="12748"/>
                  </a:cubicBezTo>
                  <a:cubicBezTo>
                    <a:pt x="13383" y="12971"/>
                    <a:pt x="12915" y="13117"/>
                    <a:pt x="12792" y="13117"/>
                  </a:cubicBezTo>
                  <a:cubicBezTo>
                    <a:pt x="12781" y="13117"/>
                    <a:pt x="12772" y="13115"/>
                    <a:pt x="12767" y="13113"/>
                  </a:cubicBezTo>
                  <a:cubicBezTo>
                    <a:pt x="12888" y="13052"/>
                    <a:pt x="12888" y="13052"/>
                    <a:pt x="12797" y="13022"/>
                  </a:cubicBezTo>
                  <a:cubicBezTo>
                    <a:pt x="12736" y="13022"/>
                    <a:pt x="12615" y="12961"/>
                    <a:pt x="12433" y="12870"/>
                  </a:cubicBezTo>
                  <a:cubicBezTo>
                    <a:pt x="12068" y="12687"/>
                    <a:pt x="11673" y="12414"/>
                    <a:pt x="11217" y="12110"/>
                  </a:cubicBezTo>
                  <a:cubicBezTo>
                    <a:pt x="10335" y="11472"/>
                    <a:pt x="9423" y="10712"/>
                    <a:pt x="8542" y="9861"/>
                  </a:cubicBezTo>
                  <a:cubicBezTo>
                    <a:pt x="7508" y="8918"/>
                    <a:pt x="6414" y="7824"/>
                    <a:pt x="5533" y="6882"/>
                  </a:cubicBezTo>
                  <a:cubicBezTo>
                    <a:pt x="3527" y="8158"/>
                    <a:pt x="1946" y="9374"/>
                    <a:pt x="1" y="10742"/>
                  </a:cubicBezTo>
                  <a:cubicBezTo>
                    <a:pt x="457" y="11198"/>
                    <a:pt x="3071" y="14055"/>
                    <a:pt x="4165" y="14937"/>
                  </a:cubicBezTo>
                  <a:cubicBezTo>
                    <a:pt x="5290" y="15788"/>
                    <a:pt x="6445" y="16700"/>
                    <a:pt x="7873" y="17520"/>
                  </a:cubicBezTo>
                  <a:cubicBezTo>
                    <a:pt x="8572" y="17885"/>
                    <a:pt x="9332" y="18280"/>
                    <a:pt x="10305" y="18614"/>
                  </a:cubicBezTo>
                  <a:cubicBezTo>
                    <a:pt x="10761" y="18766"/>
                    <a:pt x="11277" y="18918"/>
                    <a:pt x="11885" y="18979"/>
                  </a:cubicBezTo>
                  <a:cubicBezTo>
                    <a:pt x="12108" y="19013"/>
                    <a:pt x="12347" y="19034"/>
                    <a:pt x="12594" y="19034"/>
                  </a:cubicBezTo>
                  <a:cubicBezTo>
                    <a:pt x="13023" y="19034"/>
                    <a:pt x="13479" y="18970"/>
                    <a:pt x="13922" y="18797"/>
                  </a:cubicBezTo>
                  <a:lnTo>
                    <a:pt x="14044" y="18797"/>
                  </a:lnTo>
                  <a:cubicBezTo>
                    <a:pt x="14044" y="18797"/>
                    <a:pt x="14160" y="18758"/>
                    <a:pt x="14176" y="18758"/>
                  </a:cubicBezTo>
                  <a:cubicBezTo>
                    <a:pt x="14180" y="18758"/>
                    <a:pt x="14177" y="18760"/>
                    <a:pt x="14165" y="18766"/>
                  </a:cubicBezTo>
                  <a:lnTo>
                    <a:pt x="14226" y="18736"/>
                  </a:lnTo>
                  <a:lnTo>
                    <a:pt x="14347" y="18675"/>
                  </a:lnTo>
                  <a:lnTo>
                    <a:pt x="14591" y="18614"/>
                  </a:lnTo>
                  <a:lnTo>
                    <a:pt x="14803" y="18523"/>
                  </a:lnTo>
                  <a:cubicBezTo>
                    <a:pt x="15077" y="18432"/>
                    <a:pt x="15290" y="18311"/>
                    <a:pt x="15533" y="18189"/>
                  </a:cubicBezTo>
                  <a:cubicBezTo>
                    <a:pt x="15989" y="18007"/>
                    <a:pt x="16384" y="17733"/>
                    <a:pt x="16718" y="17520"/>
                  </a:cubicBezTo>
                  <a:cubicBezTo>
                    <a:pt x="17448" y="17064"/>
                    <a:pt x="17995" y="16517"/>
                    <a:pt x="18572" y="16031"/>
                  </a:cubicBezTo>
                  <a:cubicBezTo>
                    <a:pt x="19667" y="14997"/>
                    <a:pt x="20609" y="13964"/>
                    <a:pt x="21490" y="12961"/>
                  </a:cubicBezTo>
                  <a:cubicBezTo>
                    <a:pt x="22402" y="11927"/>
                    <a:pt x="25837" y="8402"/>
                    <a:pt x="25837" y="8402"/>
                  </a:cubicBezTo>
                  <a:cubicBezTo>
                    <a:pt x="25837" y="8402"/>
                    <a:pt x="27539" y="5362"/>
                    <a:pt x="27843" y="5058"/>
                  </a:cubicBezTo>
                  <a:cubicBezTo>
                    <a:pt x="28451" y="4481"/>
                    <a:pt x="29059" y="4025"/>
                    <a:pt x="29424" y="3538"/>
                  </a:cubicBezTo>
                  <a:cubicBezTo>
                    <a:pt x="29849" y="3082"/>
                    <a:pt x="30092" y="2657"/>
                    <a:pt x="30184" y="2322"/>
                  </a:cubicBezTo>
                  <a:cubicBezTo>
                    <a:pt x="30305" y="2019"/>
                    <a:pt x="30336" y="1775"/>
                    <a:pt x="30336" y="1775"/>
                  </a:cubicBezTo>
                  <a:cubicBezTo>
                    <a:pt x="30427" y="894"/>
                    <a:pt x="29819" y="134"/>
                    <a:pt x="28937" y="43"/>
                  </a:cubicBezTo>
                  <a:cubicBezTo>
                    <a:pt x="28842" y="15"/>
                    <a:pt x="28740" y="0"/>
                    <a:pt x="28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59"/>
            <p:cNvSpPr/>
            <p:nvPr/>
          </p:nvSpPr>
          <p:spPr>
            <a:xfrm flipH="1">
              <a:off x="2778834" y="2653093"/>
              <a:ext cx="373637" cy="255391"/>
            </a:xfrm>
            <a:custGeom>
              <a:avLst/>
              <a:gdLst/>
              <a:ahLst/>
              <a:cxnLst/>
              <a:rect l="l" t="t" r="r" b="b"/>
              <a:pathLst>
                <a:path w="23618" h="16141" extrusionOk="0">
                  <a:moveTo>
                    <a:pt x="10669" y="1"/>
                  </a:moveTo>
                  <a:cubicBezTo>
                    <a:pt x="10244" y="2068"/>
                    <a:pt x="8997" y="4712"/>
                    <a:pt x="5046" y="4742"/>
                  </a:cubicBezTo>
                  <a:cubicBezTo>
                    <a:pt x="3131" y="4773"/>
                    <a:pt x="0" y="10183"/>
                    <a:pt x="31" y="10183"/>
                  </a:cubicBezTo>
                  <a:lnTo>
                    <a:pt x="14043" y="16141"/>
                  </a:lnTo>
                  <a:lnTo>
                    <a:pt x="23618" y="10183"/>
                  </a:lnTo>
                  <a:cubicBezTo>
                    <a:pt x="23618" y="10183"/>
                    <a:pt x="21916" y="4925"/>
                    <a:pt x="21156" y="4894"/>
                  </a:cubicBezTo>
                  <a:cubicBezTo>
                    <a:pt x="16019" y="4712"/>
                    <a:pt x="16627" y="153"/>
                    <a:pt x="16627" y="153"/>
                  </a:cubicBezTo>
                  <a:lnTo>
                    <a:pt x="13162" y="31"/>
                  </a:lnTo>
                  <a:lnTo>
                    <a:pt x="131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9"/>
            <p:cNvSpPr/>
            <p:nvPr/>
          </p:nvSpPr>
          <p:spPr>
            <a:xfrm flipH="1">
              <a:off x="2682174" y="2724152"/>
              <a:ext cx="511650" cy="451258"/>
            </a:xfrm>
            <a:custGeom>
              <a:avLst/>
              <a:gdLst/>
              <a:ahLst/>
              <a:cxnLst/>
              <a:rect l="l" t="t" r="r" b="b"/>
              <a:pathLst>
                <a:path w="32342" h="28520" extrusionOk="0">
                  <a:moveTo>
                    <a:pt x="23876" y="0"/>
                  </a:moveTo>
                  <a:cubicBezTo>
                    <a:pt x="22922" y="0"/>
                    <a:pt x="22311" y="130"/>
                    <a:pt x="22311" y="130"/>
                  </a:cubicBezTo>
                  <a:cubicBezTo>
                    <a:pt x="22311" y="130"/>
                    <a:pt x="22463" y="8732"/>
                    <a:pt x="17204" y="8793"/>
                  </a:cubicBezTo>
                  <a:cubicBezTo>
                    <a:pt x="11915" y="8732"/>
                    <a:pt x="8845" y="130"/>
                    <a:pt x="8845" y="130"/>
                  </a:cubicBezTo>
                  <a:cubicBezTo>
                    <a:pt x="8845" y="130"/>
                    <a:pt x="8754" y="125"/>
                    <a:pt x="8591" y="125"/>
                  </a:cubicBezTo>
                  <a:cubicBezTo>
                    <a:pt x="7775" y="125"/>
                    <a:pt x="5157" y="251"/>
                    <a:pt x="3131" y="1771"/>
                  </a:cubicBezTo>
                  <a:cubicBezTo>
                    <a:pt x="2037" y="2562"/>
                    <a:pt x="0" y="4051"/>
                    <a:pt x="31" y="4051"/>
                  </a:cubicBezTo>
                  <a:lnTo>
                    <a:pt x="2949" y="10677"/>
                  </a:lnTo>
                  <a:lnTo>
                    <a:pt x="5046" y="9674"/>
                  </a:lnTo>
                  <a:cubicBezTo>
                    <a:pt x="5046" y="9674"/>
                    <a:pt x="6627" y="23079"/>
                    <a:pt x="6140" y="26513"/>
                  </a:cubicBezTo>
                  <a:cubicBezTo>
                    <a:pt x="6140" y="26513"/>
                    <a:pt x="9849" y="28519"/>
                    <a:pt x="15593" y="28519"/>
                  </a:cubicBezTo>
                  <a:cubicBezTo>
                    <a:pt x="21369" y="28519"/>
                    <a:pt x="23344" y="26148"/>
                    <a:pt x="23344" y="26148"/>
                  </a:cubicBezTo>
                  <a:cubicBezTo>
                    <a:pt x="22858" y="22744"/>
                    <a:pt x="24560" y="15358"/>
                    <a:pt x="25046" y="13777"/>
                  </a:cubicBezTo>
                  <a:cubicBezTo>
                    <a:pt x="25563" y="12167"/>
                    <a:pt x="25715" y="11315"/>
                    <a:pt x="25715" y="11315"/>
                  </a:cubicBezTo>
                  <a:lnTo>
                    <a:pt x="27600" y="12866"/>
                  </a:lnTo>
                  <a:lnTo>
                    <a:pt x="32341" y="3017"/>
                  </a:lnTo>
                  <a:cubicBezTo>
                    <a:pt x="32341" y="3017"/>
                    <a:pt x="31247" y="2166"/>
                    <a:pt x="27721" y="738"/>
                  </a:cubicBezTo>
                  <a:cubicBezTo>
                    <a:pt x="26270" y="145"/>
                    <a:pt x="24882" y="0"/>
                    <a:pt x="238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9"/>
            <p:cNvSpPr/>
            <p:nvPr/>
          </p:nvSpPr>
          <p:spPr>
            <a:xfrm flipH="1">
              <a:off x="3113981" y="2790638"/>
              <a:ext cx="248627" cy="499516"/>
            </a:xfrm>
            <a:custGeom>
              <a:avLst/>
              <a:gdLst/>
              <a:ahLst/>
              <a:cxnLst/>
              <a:rect l="l" t="t" r="r" b="b"/>
              <a:pathLst>
                <a:path w="15716" h="31570" extrusionOk="0">
                  <a:moveTo>
                    <a:pt x="10761" y="1"/>
                  </a:moveTo>
                  <a:cubicBezTo>
                    <a:pt x="10244" y="366"/>
                    <a:pt x="6931" y="2402"/>
                    <a:pt x="5867" y="3314"/>
                  </a:cubicBezTo>
                  <a:cubicBezTo>
                    <a:pt x="4803" y="4226"/>
                    <a:pt x="3709" y="5199"/>
                    <a:pt x="2645" y="6414"/>
                  </a:cubicBezTo>
                  <a:cubicBezTo>
                    <a:pt x="2098" y="7053"/>
                    <a:pt x="1581" y="7721"/>
                    <a:pt x="1064" y="8572"/>
                  </a:cubicBezTo>
                  <a:cubicBezTo>
                    <a:pt x="852" y="8998"/>
                    <a:pt x="578" y="9484"/>
                    <a:pt x="396" y="10062"/>
                  </a:cubicBezTo>
                  <a:cubicBezTo>
                    <a:pt x="213" y="10639"/>
                    <a:pt x="0" y="11369"/>
                    <a:pt x="0" y="12129"/>
                  </a:cubicBezTo>
                  <a:lnTo>
                    <a:pt x="0" y="12189"/>
                  </a:lnTo>
                  <a:lnTo>
                    <a:pt x="0" y="12220"/>
                  </a:lnTo>
                  <a:lnTo>
                    <a:pt x="0" y="12341"/>
                  </a:lnTo>
                  <a:lnTo>
                    <a:pt x="0" y="12433"/>
                  </a:lnTo>
                  <a:lnTo>
                    <a:pt x="0" y="12524"/>
                  </a:lnTo>
                  <a:lnTo>
                    <a:pt x="61" y="12767"/>
                  </a:lnTo>
                  <a:lnTo>
                    <a:pt x="92" y="13041"/>
                  </a:lnTo>
                  <a:cubicBezTo>
                    <a:pt x="152" y="13284"/>
                    <a:pt x="213" y="13557"/>
                    <a:pt x="274" y="13800"/>
                  </a:cubicBezTo>
                  <a:cubicBezTo>
                    <a:pt x="396" y="14287"/>
                    <a:pt x="578" y="14712"/>
                    <a:pt x="730" y="15077"/>
                  </a:cubicBezTo>
                  <a:cubicBezTo>
                    <a:pt x="1064" y="15837"/>
                    <a:pt x="1459" y="16536"/>
                    <a:pt x="1824" y="17174"/>
                  </a:cubicBezTo>
                  <a:cubicBezTo>
                    <a:pt x="2645" y="18451"/>
                    <a:pt x="3466" y="19606"/>
                    <a:pt x="4317" y="20670"/>
                  </a:cubicBezTo>
                  <a:cubicBezTo>
                    <a:pt x="5137" y="21734"/>
                    <a:pt x="5988" y="22706"/>
                    <a:pt x="6779" y="23618"/>
                  </a:cubicBezTo>
                  <a:cubicBezTo>
                    <a:pt x="7569" y="24530"/>
                    <a:pt x="8329" y="25412"/>
                    <a:pt x="9028" y="26202"/>
                  </a:cubicBezTo>
                  <a:cubicBezTo>
                    <a:pt x="9362" y="26627"/>
                    <a:pt x="9697" y="27023"/>
                    <a:pt x="10001" y="27357"/>
                  </a:cubicBezTo>
                  <a:cubicBezTo>
                    <a:pt x="10305" y="27722"/>
                    <a:pt x="10609" y="28086"/>
                    <a:pt x="10852" y="28421"/>
                  </a:cubicBezTo>
                  <a:cubicBezTo>
                    <a:pt x="11308" y="29150"/>
                    <a:pt x="11612" y="29819"/>
                    <a:pt x="12007" y="30275"/>
                  </a:cubicBezTo>
                  <a:cubicBezTo>
                    <a:pt x="12402" y="30731"/>
                    <a:pt x="12767" y="31035"/>
                    <a:pt x="13071" y="31217"/>
                  </a:cubicBezTo>
                  <a:cubicBezTo>
                    <a:pt x="13375" y="31430"/>
                    <a:pt x="13587" y="31491"/>
                    <a:pt x="13587" y="31491"/>
                  </a:cubicBezTo>
                  <a:cubicBezTo>
                    <a:pt x="13748" y="31544"/>
                    <a:pt x="13913" y="31570"/>
                    <a:pt x="14076" y="31570"/>
                  </a:cubicBezTo>
                  <a:cubicBezTo>
                    <a:pt x="14741" y="31570"/>
                    <a:pt x="15374" y="31141"/>
                    <a:pt x="15593" y="30457"/>
                  </a:cubicBezTo>
                  <a:cubicBezTo>
                    <a:pt x="15654" y="30244"/>
                    <a:pt x="15715" y="30001"/>
                    <a:pt x="15654" y="29819"/>
                  </a:cubicBezTo>
                  <a:lnTo>
                    <a:pt x="15654" y="29758"/>
                  </a:lnTo>
                  <a:cubicBezTo>
                    <a:pt x="15654" y="29758"/>
                    <a:pt x="15624" y="29545"/>
                    <a:pt x="15502" y="29241"/>
                  </a:cubicBezTo>
                  <a:cubicBezTo>
                    <a:pt x="15411" y="28907"/>
                    <a:pt x="15168" y="28482"/>
                    <a:pt x="14803" y="28026"/>
                  </a:cubicBezTo>
                  <a:cubicBezTo>
                    <a:pt x="14408" y="27570"/>
                    <a:pt x="13830" y="27114"/>
                    <a:pt x="13223" y="26506"/>
                  </a:cubicBezTo>
                  <a:cubicBezTo>
                    <a:pt x="12919" y="26202"/>
                    <a:pt x="12706" y="25837"/>
                    <a:pt x="12432" y="25442"/>
                  </a:cubicBezTo>
                  <a:cubicBezTo>
                    <a:pt x="12220" y="25077"/>
                    <a:pt x="11916" y="24652"/>
                    <a:pt x="11642" y="24226"/>
                  </a:cubicBezTo>
                  <a:cubicBezTo>
                    <a:pt x="11095" y="23405"/>
                    <a:pt x="10487" y="22463"/>
                    <a:pt x="9940" y="21430"/>
                  </a:cubicBezTo>
                  <a:cubicBezTo>
                    <a:pt x="9332" y="20396"/>
                    <a:pt x="8754" y="19302"/>
                    <a:pt x="8177" y="18208"/>
                  </a:cubicBezTo>
                  <a:cubicBezTo>
                    <a:pt x="7599" y="17083"/>
                    <a:pt x="7083" y="15928"/>
                    <a:pt x="6627" y="14773"/>
                  </a:cubicBezTo>
                  <a:cubicBezTo>
                    <a:pt x="6384" y="14196"/>
                    <a:pt x="6201" y="13648"/>
                    <a:pt x="6049" y="13132"/>
                  </a:cubicBezTo>
                  <a:cubicBezTo>
                    <a:pt x="5897" y="12645"/>
                    <a:pt x="5867" y="12159"/>
                    <a:pt x="5897" y="12068"/>
                  </a:cubicBezTo>
                  <a:lnTo>
                    <a:pt x="5897" y="12068"/>
                  </a:lnTo>
                  <a:cubicBezTo>
                    <a:pt x="5916" y="12161"/>
                    <a:pt x="5923" y="12197"/>
                    <a:pt x="5940" y="12197"/>
                  </a:cubicBezTo>
                  <a:cubicBezTo>
                    <a:pt x="5950" y="12197"/>
                    <a:pt x="5965" y="12183"/>
                    <a:pt x="5988" y="12159"/>
                  </a:cubicBezTo>
                  <a:cubicBezTo>
                    <a:pt x="6019" y="12068"/>
                    <a:pt x="6080" y="11977"/>
                    <a:pt x="6201" y="11825"/>
                  </a:cubicBezTo>
                  <a:cubicBezTo>
                    <a:pt x="6444" y="11521"/>
                    <a:pt x="6809" y="11126"/>
                    <a:pt x="7204" y="10761"/>
                  </a:cubicBezTo>
                  <a:cubicBezTo>
                    <a:pt x="7995" y="10001"/>
                    <a:pt x="8937" y="9241"/>
                    <a:pt x="9940" y="8542"/>
                  </a:cubicBezTo>
                  <a:cubicBezTo>
                    <a:pt x="11064" y="7721"/>
                    <a:pt x="12371" y="6870"/>
                    <a:pt x="13466" y="6202"/>
                  </a:cubicBezTo>
                  <a:cubicBezTo>
                    <a:pt x="12615" y="3983"/>
                    <a:pt x="11703" y="2159"/>
                    <a:pt x="1076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9"/>
            <p:cNvSpPr/>
            <p:nvPr/>
          </p:nvSpPr>
          <p:spPr>
            <a:xfrm flipH="1">
              <a:off x="2795176" y="2535263"/>
              <a:ext cx="65890" cy="65917"/>
            </a:xfrm>
            <a:custGeom>
              <a:avLst/>
              <a:gdLst/>
              <a:ahLst/>
              <a:cxnLst/>
              <a:rect l="l" t="t" r="r" b="b"/>
              <a:pathLst>
                <a:path w="4165" h="4166" fill="none" extrusionOk="0">
                  <a:moveTo>
                    <a:pt x="4164" y="2068"/>
                  </a:moveTo>
                  <a:cubicBezTo>
                    <a:pt x="4164" y="3223"/>
                    <a:pt x="3222" y="4165"/>
                    <a:pt x="2097" y="4165"/>
                  </a:cubicBezTo>
                  <a:cubicBezTo>
                    <a:pt x="942" y="4165"/>
                    <a:pt x="0" y="3223"/>
                    <a:pt x="0" y="2068"/>
                  </a:cubicBezTo>
                  <a:cubicBezTo>
                    <a:pt x="0" y="913"/>
                    <a:pt x="942" y="1"/>
                    <a:pt x="2097" y="1"/>
                  </a:cubicBezTo>
                  <a:cubicBezTo>
                    <a:pt x="3222" y="1"/>
                    <a:pt x="4164" y="913"/>
                    <a:pt x="4164" y="2068"/>
                  </a:cubicBezTo>
                  <a:close/>
                </a:path>
              </a:pathLst>
            </a:custGeom>
            <a:noFill/>
            <a:ln w="9875" cap="flat"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9"/>
            <p:cNvSpPr/>
            <p:nvPr/>
          </p:nvSpPr>
          <p:spPr>
            <a:xfrm flipH="1">
              <a:off x="2768725" y="2308289"/>
              <a:ext cx="331809" cy="291593"/>
            </a:xfrm>
            <a:custGeom>
              <a:avLst/>
              <a:gdLst/>
              <a:ahLst/>
              <a:cxnLst/>
              <a:rect l="l" t="t" r="r" b="b"/>
              <a:pathLst>
                <a:path w="20974" h="18429" extrusionOk="0">
                  <a:moveTo>
                    <a:pt x="11341" y="1"/>
                  </a:moveTo>
                  <a:cubicBezTo>
                    <a:pt x="10767" y="1"/>
                    <a:pt x="10197" y="146"/>
                    <a:pt x="9666" y="303"/>
                  </a:cubicBezTo>
                  <a:cubicBezTo>
                    <a:pt x="8815" y="577"/>
                    <a:pt x="8481" y="607"/>
                    <a:pt x="7599" y="759"/>
                  </a:cubicBezTo>
                  <a:cubicBezTo>
                    <a:pt x="6748" y="911"/>
                    <a:pt x="6049" y="1458"/>
                    <a:pt x="5137" y="1458"/>
                  </a:cubicBezTo>
                  <a:cubicBezTo>
                    <a:pt x="5123" y="1458"/>
                    <a:pt x="5108" y="1457"/>
                    <a:pt x="5094" y="1457"/>
                  </a:cubicBezTo>
                  <a:cubicBezTo>
                    <a:pt x="4164" y="1457"/>
                    <a:pt x="2247" y="2413"/>
                    <a:pt x="2067" y="5166"/>
                  </a:cubicBezTo>
                  <a:cubicBezTo>
                    <a:pt x="1976" y="6230"/>
                    <a:pt x="304" y="7568"/>
                    <a:pt x="152" y="8631"/>
                  </a:cubicBezTo>
                  <a:cubicBezTo>
                    <a:pt x="0" y="9878"/>
                    <a:pt x="1186" y="10881"/>
                    <a:pt x="1489" y="12157"/>
                  </a:cubicBezTo>
                  <a:cubicBezTo>
                    <a:pt x="1672" y="12887"/>
                    <a:pt x="1520" y="13647"/>
                    <a:pt x="1702" y="14376"/>
                  </a:cubicBezTo>
                  <a:cubicBezTo>
                    <a:pt x="1976" y="15410"/>
                    <a:pt x="2918" y="16109"/>
                    <a:pt x="3921" y="16504"/>
                  </a:cubicBezTo>
                  <a:cubicBezTo>
                    <a:pt x="4894" y="16869"/>
                    <a:pt x="5958" y="17021"/>
                    <a:pt x="6991" y="17325"/>
                  </a:cubicBezTo>
                  <a:cubicBezTo>
                    <a:pt x="8055" y="17629"/>
                    <a:pt x="9058" y="18145"/>
                    <a:pt x="10122" y="18328"/>
                  </a:cubicBezTo>
                  <a:cubicBezTo>
                    <a:pt x="10481" y="18395"/>
                    <a:pt x="10846" y="18428"/>
                    <a:pt x="11211" y="18428"/>
                  </a:cubicBezTo>
                  <a:cubicBezTo>
                    <a:pt x="12484" y="18428"/>
                    <a:pt x="13757" y="18027"/>
                    <a:pt x="14772" y="17294"/>
                  </a:cubicBezTo>
                  <a:cubicBezTo>
                    <a:pt x="15775" y="16625"/>
                    <a:pt x="16566" y="15592"/>
                    <a:pt x="17751" y="15349"/>
                  </a:cubicBezTo>
                  <a:cubicBezTo>
                    <a:pt x="18329" y="15258"/>
                    <a:pt x="19028" y="15288"/>
                    <a:pt x="19393" y="14802"/>
                  </a:cubicBezTo>
                  <a:cubicBezTo>
                    <a:pt x="19697" y="14346"/>
                    <a:pt x="19484" y="13768"/>
                    <a:pt x="19605" y="13221"/>
                  </a:cubicBezTo>
                  <a:cubicBezTo>
                    <a:pt x="19757" y="12279"/>
                    <a:pt x="20973" y="11549"/>
                    <a:pt x="20791" y="10577"/>
                  </a:cubicBezTo>
                  <a:cubicBezTo>
                    <a:pt x="20669" y="9938"/>
                    <a:pt x="20031" y="9513"/>
                    <a:pt x="19757" y="8905"/>
                  </a:cubicBezTo>
                  <a:cubicBezTo>
                    <a:pt x="19423" y="8054"/>
                    <a:pt x="19970" y="7142"/>
                    <a:pt x="20000" y="6291"/>
                  </a:cubicBezTo>
                  <a:cubicBezTo>
                    <a:pt x="20061" y="5288"/>
                    <a:pt x="19301" y="4072"/>
                    <a:pt x="18390" y="3647"/>
                  </a:cubicBezTo>
                  <a:cubicBezTo>
                    <a:pt x="17417" y="3191"/>
                    <a:pt x="17417" y="1367"/>
                    <a:pt x="16019" y="1002"/>
                  </a:cubicBezTo>
                  <a:cubicBezTo>
                    <a:pt x="15380" y="850"/>
                    <a:pt x="14499" y="729"/>
                    <a:pt x="13861" y="546"/>
                  </a:cubicBezTo>
                  <a:cubicBezTo>
                    <a:pt x="13192" y="303"/>
                    <a:pt x="12918" y="394"/>
                    <a:pt x="12280" y="151"/>
                  </a:cubicBezTo>
                  <a:cubicBezTo>
                    <a:pt x="11969" y="44"/>
                    <a:pt x="11655" y="1"/>
                    <a:pt x="113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59"/>
            <p:cNvSpPr/>
            <p:nvPr/>
          </p:nvSpPr>
          <p:spPr>
            <a:xfrm flipH="1">
              <a:off x="2883183" y="2660798"/>
              <a:ext cx="111563" cy="59714"/>
            </a:xfrm>
            <a:custGeom>
              <a:avLst/>
              <a:gdLst/>
              <a:ahLst/>
              <a:cxnLst/>
              <a:rect l="l" t="t" r="r" b="b"/>
              <a:pathLst>
                <a:path w="7052" h="3774" extrusionOk="0">
                  <a:moveTo>
                    <a:pt x="213" y="0"/>
                  </a:moveTo>
                  <a:cubicBezTo>
                    <a:pt x="213" y="0"/>
                    <a:pt x="152" y="1216"/>
                    <a:pt x="0" y="1489"/>
                  </a:cubicBezTo>
                  <a:cubicBezTo>
                    <a:pt x="1054" y="2995"/>
                    <a:pt x="2486" y="3773"/>
                    <a:pt x="3890" y="3773"/>
                  </a:cubicBezTo>
                  <a:cubicBezTo>
                    <a:pt x="5036" y="3773"/>
                    <a:pt x="6164" y="3254"/>
                    <a:pt x="7052" y="2189"/>
                  </a:cubicBezTo>
                  <a:cubicBezTo>
                    <a:pt x="6778" y="1793"/>
                    <a:pt x="6687" y="669"/>
                    <a:pt x="6596" y="274"/>
                  </a:cubicBezTo>
                  <a:lnTo>
                    <a:pt x="21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9"/>
            <p:cNvSpPr/>
            <p:nvPr/>
          </p:nvSpPr>
          <p:spPr>
            <a:xfrm flipH="1">
              <a:off x="2818258" y="2372702"/>
              <a:ext cx="229390" cy="320358"/>
            </a:xfrm>
            <a:custGeom>
              <a:avLst/>
              <a:gdLst/>
              <a:ahLst/>
              <a:cxnLst/>
              <a:rect l="l" t="t" r="r" b="b"/>
              <a:pathLst>
                <a:path w="14500" h="20247" extrusionOk="0">
                  <a:moveTo>
                    <a:pt x="7255" y="0"/>
                  </a:moveTo>
                  <a:cubicBezTo>
                    <a:pt x="7218" y="0"/>
                    <a:pt x="7181" y="0"/>
                    <a:pt x="7144" y="1"/>
                  </a:cubicBezTo>
                  <a:cubicBezTo>
                    <a:pt x="3861" y="32"/>
                    <a:pt x="548" y="2828"/>
                    <a:pt x="213" y="7418"/>
                  </a:cubicBezTo>
                  <a:cubicBezTo>
                    <a:pt x="1" y="10092"/>
                    <a:pt x="609" y="13041"/>
                    <a:pt x="1034" y="14713"/>
                  </a:cubicBezTo>
                  <a:cubicBezTo>
                    <a:pt x="1308" y="15685"/>
                    <a:pt x="1764" y="16597"/>
                    <a:pt x="2402" y="17327"/>
                  </a:cubicBezTo>
                  <a:cubicBezTo>
                    <a:pt x="3888" y="18932"/>
                    <a:pt x="5782" y="20247"/>
                    <a:pt x="7286" y="20247"/>
                  </a:cubicBezTo>
                  <a:cubicBezTo>
                    <a:pt x="7320" y="20247"/>
                    <a:pt x="7353" y="20246"/>
                    <a:pt x="7387" y="20245"/>
                  </a:cubicBezTo>
                  <a:cubicBezTo>
                    <a:pt x="8907" y="20214"/>
                    <a:pt x="10852" y="18846"/>
                    <a:pt x="12280" y="17175"/>
                  </a:cubicBezTo>
                  <a:cubicBezTo>
                    <a:pt x="12919" y="16445"/>
                    <a:pt x="13375" y="15503"/>
                    <a:pt x="13618" y="14500"/>
                  </a:cubicBezTo>
                  <a:cubicBezTo>
                    <a:pt x="13983" y="12798"/>
                    <a:pt x="14499" y="9880"/>
                    <a:pt x="14256" y="7174"/>
                  </a:cubicBezTo>
                  <a:cubicBezTo>
                    <a:pt x="13835" y="2636"/>
                    <a:pt x="10532" y="0"/>
                    <a:pt x="725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9"/>
            <p:cNvSpPr/>
            <p:nvPr/>
          </p:nvSpPr>
          <p:spPr>
            <a:xfrm flipH="1">
              <a:off x="2973104" y="2390550"/>
              <a:ext cx="105804" cy="157450"/>
            </a:xfrm>
            <a:custGeom>
              <a:avLst/>
              <a:gdLst/>
              <a:ahLst/>
              <a:cxnLst/>
              <a:rect l="l" t="t" r="r" b="b"/>
              <a:pathLst>
                <a:path w="6688" h="9951" extrusionOk="0">
                  <a:moveTo>
                    <a:pt x="5499" y="1"/>
                  </a:moveTo>
                  <a:cubicBezTo>
                    <a:pt x="4826" y="1"/>
                    <a:pt x="4021" y="375"/>
                    <a:pt x="3648" y="636"/>
                  </a:cubicBezTo>
                  <a:cubicBezTo>
                    <a:pt x="1338" y="2217"/>
                    <a:pt x="1" y="5135"/>
                    <a:pt x="335" y="7931"/>
                  </a:cubicBezTo>
                  <a:cubicBezTo>
                    <a:pt x="426" y="8539"/>
                    <a:pt x="609" y="9177"/>
                    <a:pt x="1065" y="9603"/>
                  </a:cubicBezTo>
                  <a:cubicBezTo>
                    <a:pt x="1312" y="9817"/>
                    <a:pt x="1676" y="9951"/>
                    <a:pt x="2015" y="9951"/>
                  </a:cubicBezTo>
                  <a:cubicBezTo>
                    <a:pt x="2301" y="9951"/>
                    <a:pt x="2570" y="9856"/>
                    <a:pt x="2737" y="9633"/>
                  </a:cubicBezTo>
                  <a:cubicBezTo>
                    <a:pt x="3040" y="9238"/>
                    <a:pt x="3010" y="8691"/>
                    <a:pt x="2980" y="8144"/>
                  </a:cubicBezTo>
                  <a:cubicBezTo>
                    <a:pt x="2919" y="7627"/>
                    <a:pt x="3040" y="7019"/>
                    <a:pt x="3527" y="6806"/>
                  </a:cubicBezTo>
                  <a:cubicBezTo>
                    <a:pt x="3740" y="6746"/>
                    <a:pt x="3952" y="6746"/>
                    <a:pt x="4135" y="6715"/>
                  </a:cubicBezTo>
                  <a:cubicBezTo>
                    <a:pt x="5442" y="6411"/>
                    <a:pt x="5077" y="4739"/>
                    <a:pt x="4986" y="3858"/>
                  </a:cubicBezTo>
                  <a:cubicBezTo>
                    <a:pt x="4955" y="2977"/>
                    <a:pt x="5259" y="2460"/>
                    <a:pt x="5806" y="1852"/>
                  </a:cubicBezTo>
                  <a:cubicBezTo>
                    <a:pt x="6110" y="1487"/>
                    <a:pt x="6688" y="1092"/>
                    <a:pt x="6475" y="575"/>
                  </a:cubicBezTo>
                  <a:cubicBezTo>
                    <a:pt x="6298" y="151"/>
                    <a:pt x="5925" y="1"/>
                    <a:pt x="549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9"/>
            <p:cNvSpPr/>
            <p:nvPr/>
          </p:nvSpPr>
          <p:spPr>
            <a:xfrm flipH="1">
              <a:off x="2793737" y="2359396"/>
              <a:ext cx="222176" cy="175361"/>
            </a:xfrm>
            <a:custGeom>
              <a:avLst/>
              <a:gdLst/>
              <a:ahLst/>
              <a:cxnLst/>
              <a:rect l="l" t="t" r="r" b="b"/>
              <a:pathLst>
                <a:path w="14044" h="11083" extrusionOk="0">
                  <a:moveTo>
                    <a:pt x="5627" y="0"/>
                  </a:moveTo>
                  <a:cubicBezTo>
                    <a:pt x="5137" y="0"/>
                    <a:pt x="4646" y="25"/>
                    <a:pt x="4165" y="52"/>
                  </a:cubicBezTo>
                  <a:cubicBezTo>
                    <a:pt x="2828" y="113"/>
                    <a:pt x="1" y="690"/>
                    <a:pt x="761" y="2666"/>
                  </a:cubicBezTo>
                  <a:cubicBezTo>
                    <a:pt x="1004" y="3274"/>
                    <a:pt x="1673" y="4064"/>
                    <a:pt x="2098" y="4581"/>
                  </a:cubicBezTo>
                  <a:cubicBezTo>
                    <a:pt x="2615" y="5280"/>
                    <a:pt x="3405" y="5797"/>
                    <a:pt x="4287" y="5857"/>
                  </a:cubicBezTo>
                  <a:cubicBezTo>
                    <a:pt x="4712" y="5888"/>
                    <a:pt x="5168" y="5857"/>
                    <a:pt x="5563" y="6009"/>
                  </a:cubicBezTo>
                  <a:cubicBezTo>
                    <a:pt x="6141" y="6253"/>
                    <a:pt x="6475" y="6891"/>
                    <a:pt x="6809" y="7377"/>
                  </a:cubicBezTo>
                  <a:cubicBezTo>
                    <a:pt x="7110" y="7870"/>
                    <a:pt x="7584" y="8337"/>
                    <a:pt x="8141" y="8337"/>
                  </a:cubicBezTo>
                  <a:cubicBezTo>
                    <a:pt x="8202" y="8337"/>
                    <a:pt x="8265" y="8332"/>
                    <a:pt x="8329" y="8319"/>
                  </a:cubicBezTo>
                  <a:cubicBezTo>
                    <a:pt x="8603" y="8289"/>
                    <a:pt x="8846" y="8137"/>
                    <a:pt x="9089" y="8107"/>
                  </a:cubicBezTo>
                  <a:cubicBezTo>
                    <a:pt x="9484" y="8107"/>
                    <a:pt x="9788" y="8319"/>
                    <a:pt x="10001" y="8623"/>
                  </a:cubicBezTo>
                  <a:cubicBezTo>
                    <a:pt x="10183" y="8927"/>
                    <a:pt x="10305" y="9292"/>
                    <a:pt x="10457" y="9626"/>
                  </a:cubicBezTo>
                  <a:cubicBezTo>
                    <a:pt x="10730" y="10143"/>
                    <a:pt x="11095" y="10660"/>
                    <a:pt x="11673" y="10903"/>
                  </a:cubicBezTo>
                  <a:cubicBezTo>
                    <a:pt x="11909" y="11021"/>
                    <a:pt x="12167" y="11083"/>
                    <a:pt x="12424" y="11083"/>
                  </a:cubicBezTo>
                  <a:cubicBezTo>
                    <a:pt x="12763" y="11083"/>
                    <a:pt x="13098" y="10976"/>
                    <a:pt x="13375" y="10751"/>
                  </a:cubicBezTo>
                  <a:cubicBezTo>
                    <a:pt x="13831" y="10386"/>
                    <a:pt x="14044" y="9778"/>
                    <a:pt x="13983" y="9201"/>
                  </a:cubicBezTo>
                  <a:cubicBezTo>
                    <a:pt x="13952" y="8623"/>
                    <a:pt x="13740" y="8076"/>
                    <a:pt x="13496" y="7529"/>
                  </a:cubicBezTo>
                  <a:cubicBezTo>
                    <a:pt x="12980" y="6344"/>
                    <a:pt x="12402" y="5189"/>
                    <a:pt x="11764" y="4034"/>
                  </a:cubicBezTo>
                  <a:cubicBezTo>
                    <a:pt x="11034" y="2757"/>
                    <a:pt x="10183" y="1420"/>
                    <a:pt x="8907" y="690"/>
                  </a:cubicBezTo>
                  <a:cubicBezTo>
                    <a:pt x="7926" y="136"/>
                    <a:pt x="6780" y="0"/>
                    <a:pt x="562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9"/>
            <p:cNvSpPr/>
            <p:nvPr/>
          </p:nvSpPr>
          <p:spPr>
            <a:xfrm flipH="1">
              <a:off x="2881728" y="2252958"/>
              <a:ext cx="126006" cy="126501"/>
            </a:xfrm>
            <a:custGeom>
              <a:avLst/>
              <a:gdLst/>
              <a:ahLst/>
              <a:cxnLst/>
              <a:rect l="l" t="t" r="r" b="b"/>
              <a:pathLst>
                <a:path w="7965" h="7995" extrusionOk="0">
                  <a:moveTo>
                    <a:pt x="3982" y="1"/>
                  </a:moveTo>
                  <a:cubicBezTo>
                    <a:pt x="1794" y="1"/>
                    <a:pt x="0" y="1794"/>
                    <a:pt x="0" y="3982"/>
                  </a:cubicBezTo>
                  <a:cubicBezTo>
                    <a:pt x="0" y="6201"/>
                    <a:pt x="1794" y="7995"/>
                    <a:pt x="3982" y="7995"/>
                  </a:cubicBezTo>
                  <a:cubicBezTo>
                    <a:pt x="6171" y="7995"/>
                    <a:pt x="7964" y="6201"/>
                    <a:pt x="7964" y="3982"/>
                  </a:cubicBezTo>
                  <a:cubicBezTo>
                    <a:pt x="7964" y="1794"/>
                    <a:pt x="6171" y="1"/>
                    <a:pt x="398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59"/>
            <p:cNvSpPr/>
            <p:nvPr/>
          </p:nvSpPr>
          <p:spPr>
            <a:xfrm flipH="1">
              <a:off x="3031274" y="2545848"/>
              <a:ext cx="43299" cy="62531"/>
            </a:xfrm>
            <a:custGeom>
              <a:avLst/>
              <a:gdLst/>
              <a:ahLst/>
              <a:cxnLst/>
              <a:rect l="l" t="t" r="r" b="b"/>
              <a:pathLst>
                <a:path w="2737" h="3952" fill="none" extrusionOk="0">
                  <a:moveTo>
                    <a:pt x="1095" y="1"/>
                  </a:moveTo>
                  <a:cubicBezTo>
                    <a:pt x="456" y="335"/>
                    <a:pt x="0" y="1064"/>
                    <a:pt x="0" y="1855"/>
                  </a:cubicBezTo>
                  <a:cubicBezTo>
                    <a:pt x="0" y="3010"/>
                    <a:pt x="943" y="3952"/>
                    <a:pt x="2098" y="3952"/>
                  </a:cubicBezTo>
                  <a:cubicBezTo>
                    <a:pt x="2311" y="3952"/>
                    <a:pt x="2554" y="3922"/>
                    <a:pt x="2736" y="3830"/>
                  </a:cubicBezTo>
                </a:path>
              </a:pathLst>
            </a:custGeom>
            <a:noFill/>
            <a:ln w="9875" cap="flat"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59"/>
            <p:cNvSpPr/>
            <p:nvPr/>
          </p:nvSpPr>
          <p:spPr>
            <a:xfrm flipH="1">
              <a:off x="3435206" y="2658393"/>
              <a:ext cx="482795" cy="113985"/>
            </a:xfrm>
            <a:custGeom>
              <a:avLst/>
              <a:gdLst/>
              <a:ahLst/>
              <a:cxnLst/>
              <a:rect l="l" t="t" r="r" b="b"/>
              <a:pathLst>
                <a:path w="30518" h="7204" extrusionOk="0">
                  <a:moveTo>
                    <a:pt x="11794" y="0"/>
                  </a:moveTo>
                  <a:cubicBezTo>
                    <a:pt x="11247" y="882"/>
                    <a:pt x="10335" y="1702"/>
                    <a:pt x="8663" y="1824"/>
                  </a:cubicBezTo>
                  <a:cubicBezTo>
                    <a:pt x="6201" y="3526"/>
                    <a:pt x="2432" y="3222"/>
                    <a:pt x="0" y="7204"/>
                  </a:cubicBezTo>
                  <a:lnTo>
                    <a:pt x="28968" y="7204"/>
                  </a:lnTo>
                  <a:cubicBezTo>
                    <a:pt x="29484" y="6718"/>
                    <a:pt x="30001" y="6262"/>
                    <a:pt x="30518" y="5806"/>
                  </a:cubicBezTo>
                  <a:cubicBezTo>
                    <a:pt x="28268" y="2918"/>
                    <a:pt x="25624" y="3222"/>
                    <a:pt x="23527" y="1915"/>
                  </a:cubicBezTo>
                  <a:cubicBezTo>
                    <a:pt x="21277" y="1854"/>
                    <a:pt x="20153" y="942"/>
                    <a:pt x="195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9"/>
            <p:cNvSpPr/>
            <p:nvPr/>
          </p:nvSpPr>
          <p:spPr>
            <a:xfrm flipH="1">
              <a:off x="3596285" y="2658868"/>
              <a:ext cx="149562" cy="62182"/>
            </a:xfrm>
            <a:custGeom>
              <a:avLst/>
              <a:gdLst/>
              <a:ahLst/>
              <a:cxnLst/>
              <a:rect l="l" t="t" r="r" b="b"/>
              <a:pathLst>
                <a:path w="9454" h="3930" extrusionOk="0">
                  <a:moveTo>
                    <a:pt x="760" y="0"/>
                  </a:moveTo>
                  <a:cubicBezTo>
                    <a:pt x="669" y="396"/>
                    <a:pt x="213" y="852"/>
                    <a:pt x="0" y="1004"/>
                  </a:cubicBezTo>
                  <a:cubicBezTo>
                    <a:pt x="958" y="3010"/>
                    <a:pt x="2933" y="3929"/>
                    <a:pt x="4863" y="3929"/>
                  </a:cubicBezTo>
                  <a:cubicBezTo>
                    <a:pt x="6794" y="3929"/>
                    <a:pt x="8678" y="3010"/>
                    <a:pt x="9453" y="1338"/>
                  </a:cubicBezTo>
                  <a:cubicBezTo>
                    <a:pt x="9240" y="912"/>
                    <a:pt x="9392" y="639"/>
                    <a:pt x="9392" y="639"/>
                  </a:cubicBezTo>
                  <a:lnTo>
                    <a:pt x="76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9"/>
            <p:cNvSpPr/>
            <p:nvPr/>
          </p:nvSpPr>
          <p:spPr>
            <a:xfrm flipH="1">
              <a:off x="3535711" y="2364506"/>
              <a:ext cx="258230" cy="337668"/>
            </a:xfrm>
            <a:custGeom>
              <a:avLst/>
              <a:gdLst/>
              <a:ahLst/>
              <a:cxnLst/>
              <a:rect l="l" t="t" r="r" b="b"/>
              <a:pathLst>
                <a:path w="16323" h="21341" extrusionOk="0">
                  <a:moveTo>
                    <a:pt x="8233" y="0"/>
                  </a:moveTo>
                  <a:cubicBezTo>
                    <a:pt x="8174" y="0"/>
                    <a:pt x="8115" y="1"/>
                    <a:pt x="8055" y="2"/>
                  </a:cubicBezTo>
                  <a:cubicBezTo>
                    <a:pt x="4286" y="63"/>
                    <a:pt x="578" y="2951"/>
                    <a:pt x="213" y="7814"/>
                  </a:cubicBezTo>
                  <a:cubicBezTo>
                    <a:pt x="0" y="10671"/>
                    <a:pt x="669" y="13741"/>
                    <a:pt x="1125" y="15504"/>
                  </a:cubicBezTo>
                  <a:cubicBezTo>
                    <a:pt x="1399" y="16568"/>
                    <a:pt x="1946" y="17510"/>
                    <a:pt x="2706" y="18270"/>
                  </a:cubicBezTo>
                  <a:cubicBezTo>
                    <a:pt x="4390" y="19954"/>
                    <a:pt x="6520" y="21341"/>
                    <a:pt x="8272" y="21341"/>
                  </a:cubicBezTo>
                  <a:cubicBezTo>
                    <a:pt x="8291" y="21341"/>
                    <a:pt x="8310" y="21340"/>
                    <a:pt x="8329" y="21340"/>
                  </a:cubicBezTo>
                  <a:cubicBezTo>
                    <a:pt x="10061" y="21310"/>
                    <a:pt x="12220" y="19851"/>
                    <a:pt x="13861" y="18088"/>
                  </a:cubicBezTo>
                  <a:cubicBezTo>
                    <a:pt x="14590" y="17328"/>
                    <a:pt x="15077" y="16325"/>
                    <a:pt x="15350" y="15261"/>
                  </a:cubicBezTo>
                  <a:cubicBezTo>
                    <a:pt x="15776" y="13468"/>
                    <a:pt x="16323" y="10367"/>
                    <a:pt x="16080" y="7540"/>
                  </a:cubicBezTo>
                  <a:cubicBezTo>
                    <a:pt x="15571" y="2755"/>
                    <a:pt x="11884" y="0"/>
                    <a:pt x="82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9"/>
            <p:cNvSpPr/>
            <p:nvPr/>
          </p:nvSpPr>
          <p:spPr>
            <a:xfrm flipH="1">
              <a:off x="3347199" y="2687728"/>
              <a:ext cx="652543" cy="530006"/>
            </a:xfrm>
            <a:custGeom>
              <a:avLst/>
              <a:gdLst/>
              <a:ahLst/>
              <a:cxnLst/>
              <a:rect l="l" t="t" r="r" b="b"/>
              <a:pathLst>
                <a:path w="41248" h="33497" extrusionOk="0">
                  <a:moveTo>
                    <a:pt x="13891" y="0"/>
                  </a:moveTo>
                  <a:cubicBezTo>
                    <a:pt x="13891" y="0"/>
                    <a:pt x="7538" y="517"/>
                    <a:pt x="5259" y="2584"/>
                  </a:cubicBezTo>
                  <a:cubicBezTo>
                    <a:pt x="2979" y="4620"/>
                    <a:pt x="1125" y="6596"/>
                    <a:pt x="0" y="11459"/>
                  </a:cubicBezTo>
                  <a:lnTo>
                    <a:pt x="7994" y="14377"/>
                  </a:lnTo>
                  <a:lnTo>
                    <a:pt x="6930" y="33496"/>
                  </a:lnTo>
                  <a:lnTo>
                    <a:pt x="34773" y="33496"/>
                  </a:lnTo>
                  <a:lnTo>
                    <a:pt x="34043" y="14651"/>
                  </a:lnTo>
                  <a:lnTo>
                    <a:pt x="41247" y="11459"/>
                  </a:lnTo>
                  <a:cubicBezTo>
                    <a:pt x="39819" y="6839"/>
                    <a:pt x="38694" y="4620"/>
                    <a:pt x="36414" y="2584"/>
                  </a:cubicBezTo>
                  <a:cubicBezTo>
                    <a:pt x="34135" y="517"/>
                    <a:pt x="27660" y="0"/>
                    <a:pt x="27660" y="0"/>
                  </a:cubicBezTo>
                  <a:cubicBezTo>
                    <a:pt x="27660" y="0"/>
                    <a:pt x="26536" y="3830"/>
                    <a:pt x="20821" y="3830"/>
                  </a:cubicBezTo>
                  <a:cubicBezTo>
                    <a:pt x="15168" y="3830"/>
                    <a:pt x="13891" y="0"/>
                    <a:pt x="138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9"/>
            <p:cNvSpPr/>
            <p:nvPr/>
          </p:nvSpPr>
          <p:spPr>
            <a:xfrm flipH="1">
              <a:off x="3468871" y="2316643"/>
              <a:ext cx="377006" cy="362525"/>
            </a:xfrm>
            <a:custGeom>
              <a:avLst/>
              <a:gdLst/>
              <a:ahLst/>
              <a:cxnLst/>
              <a:rect l="l" t="t" r="r" b="b"/>
              <a:pathLst>
                <a:path w="23831" h="22912" extrusionOk="0">
                  <a:moveTo>
                    <a:pt x="12561" y="0"/>
                  </a:moveTo>
                  <a:cubicBezTo>
                    <a:pt x="12406" y="0"/>
                    <a:pt x="12252" y="6"/>
                    <a:pt x="12098" y="18"/>
                  </a:cubicBezTo>
                  <a:cubicBezTo>
                    <a:pt x="9879" y="170"/>
                    <a:pt x="8967" y="565"/>
                    <a:pt x="6505" y="1660"/>
                  </a:cubicBezTo>
                  <a:cubicBezTo>
                    <a:pt x="6251" y="1595"/>
                    <a:pt x="6005" y="1565"/>
                    <a:pt x="5768" y="1565"/>
                  </a:cubicBezTo>
                  <a:cubicBezTo>
                    <a:pt x="3419" y="1565"/>
                    <a:pt x="1885" y="4508"/>
                    <a:pt x="1277" y="6523"/>
                  </a:cubicBezTo>
                  <a:cubicBezTo>
                    <a:pt x="578" y="8711"/>
                    <a:pt x="1825" y="11082"/>
                    <a:pt x="1277" y="12845"/>
                  </a:cubicBezTo>
                  <a:cubicBezTo>
                    <a:pt x="700" y="14638"/>
                    <a:pt x="1" y="16675"/>
                    <a:pt x="943" y="18256"/>
                  </a:cubicBezTo>
                  <a:cubicBezTo>
                    <a:pt x="1916" y="19806"/>
                    <a:pt x="578" y="21781"/>
                    <a:pt x="1794" y="22541"/>
                  </a:cubicBezTo>
                  <a:cubicBezTo>
                    <a:pt x="2197" y="22793"/>
                    <a:pt x="2571" y="22912"/>
                    <a:pt x="2916" y="22912"/>
                  </a:cubicBezTo>
                  <a:cubicBezTo>
                    <a:pt x="3612" y="22912"/>
                    <a:pt x="4194" y="22432"/>
                    <a:pt x="4682" y="21599"/>
                  </a:cubicBezTo>
                  <a:cubicBezTo>
                    <a:pt x="5350" y="20322"/>
                    <a:pt x="4955" y="17708"/>
                    <a:pt x="4256" y="15581"/>
                  </a:cubicBezTo>
                  <a:cubicBezTo>
                    <a:pt x="3587" y="13453"/>
                    <a:pt x="4560" y="11538"/>
                    <a:pt x="5776" y="10353"/>
                  </a:cubicBezTo>
                  <a:cubicBezTo>
                    <a:pt x="6961" y="9137"/>
                    <a:pt x="6901" y="5702"/>
                    <a:pt x="6901" y="5702"/>
                  </a:cubicBezTo>
                  <a:lnTo>
                    <a:pt x="6901" y="5702"/>
                  </a:lnTo>
                  <a:cubicBezTo>
                    <a:pt x="7919" y="7326"/>
                    <a:pt x="8514" y="9075"/>
                    <a:pt x="9858" y="9075"/>
                  </a:cubicBezTo>
                  <a:cubicBezTo>
                    <a:pt x="9998" y="9075"/>
                    <a:pt x="10147" y="9056"/>
                    <a:pt x="10305" y="9015"/>
                  </a:cubicBezTo>
                  <a:cubicBezTo>
                    <a:pt x="10761" y="8889"/>
                    <a:pt x="11206" y="8823"/>
                    <a:pt x="11631" y="8823"/>
                  </a:cubicBezTo>
                  <a:cubicBezTo>
                    <a:pt x="12735" y="8823"/>
                    <a:pt x="13706" y="9266"/>
                    <a:pt x="14408" y="10231"/>
                  </a:cubicBezTo>
                  <a:cubicBezTo>
                    <a:pt x="15442" y="11569"/>
                    <a:pt x="16688" y="12055"/>
                    <a:pt x="17721" y="12055"/>
                  </a:cubicBezTo>
                  <a:cubicBezTo>
                    <a:pt x="18755" y="12055"/>
                    <a:pt x="19211" y="16280"/>
                    <a:pt x="18603" y="18286"/>
                  </a:cubicBezTo>
                  <a:cubicBezTo>
                    <a:pt x="17772" y="21057"/>
                    <a:pt x="19452" y="22348"/>
                    <a:pt x="20718" y="22348"/>
                  </a:cubicBezTo>
                  <a:cubicBezTo>
                    <a:pt x="21258" y="22348"/>
                    <a:pt x="21722" y="22114"/>
                    <a:pt x="21886" y="21660"/>
                  </a:cubicBezTo>
                  <a:cubicBezTo>
                    <a:pt x="22463" y="20140"/>
                    <a:pt x="21582" y="19532"/>
                    <a:pt x="22007" y="16949"/>
                  </a:cubicBezTo>
                  <a:cubicBezTo>
                    <a:pt x="22463" y="14365"/>
                    <a:pt x="23831" y="13879"/>
                    <a:pt x="22463" y="10018"/>
                  </a:cubicBezTo>
                  <a:cubicBezTo>
                    <a:pt x="21065" y="6128"/>
                    <a:pt x="20791" y="5337"/>
                    <a:pt x="19302" y="3423"/>
                  </a:cubicBezTo>
                  <a:cubicBezTo>
                    <a:pt x="17868" y="1644"/>
                    <a:pt x="15160" y="0"/>
                    <a:pt x="1256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9"/>
            <p:cNvSpPr/>
            <p:nvPr/>
          </p:nvSpPr>
          <p:spPr>
            <a:xfrm flipH="1">
              <a:off x="3207762" y="2689010"/>
              <a:ext cx="255825" cy="482602"/>
            </a:xfrm>
            <a:custGeom>
              <a:avLst/>
              <a:gdLst/>
              <a:ahLst/>
              <a:cxnLst/>
              <a:rect l="l" t="t" r="r" b="b"/>
              <a:pathLst>
                <a:path w="16171" h="30501" extrusionOk="0">
                  <a:moveTo>
                    <a:pt x="13352" y="1"/>
                  </a:moveTo>
                  <a:cubicBezTo>
                    <a:pt x="12898" y="1"/>
                    <a:pt x="12439" y="168"/>
                    <a:pt x="12067" y="497"/>
                  </a:cubicBezTo>
                  <a:cubicBezTo>
                    <a:pt x="11824" y="679"/>
                    <a:pt x="11672" y="953"/>
                    <a:pt x="11551" y="1196"/>
                  </a:cubicBezTo>
                  <a:lnTo>
                    <a:pt x="11520" y="1348"/>
                  </a:lnTo>
                  <a:cubicBezTo>
                    <a:pt x="11308" y="1956"/>
                    <a:pt x="11308" y="2533"/>
                    <a:pt x="11338" y="3080"/>
                  </a:cubicBezTo>
                  <a:cubicBezTo>
                    <a:pt x="11368" y="3627"/>
                    <a:pt x="11551" y="4144"/>
                    <a:pt x="11703" y="4661"/>
                  </a:cubicBezTo>
                  <a:cubicBezTo>
                    <a:pt x="11855" y="5208"/>
                    <a:pt x="12067" y="5725"/>
                    <a:pt x="12098" y="6272"/>
                  </a:cubicBezTo>
                  <a:cubicBezTo>
                    <a:pt x="12128" y="6819"/>
                    <a:pt x="12128" y="7366"/>
                    <a:pt x="12098" y="7883"/>
                  </a:cubicBezTo>
                  <a:cubicBezTo>
                    <a:pt x="12067" y="9007"/>
                    <a:pt x="11915" y="10071"/>
                    <a:pt x="11703" y="11074"/>
                  </a:cubicBezTo>
                  <a:cubicBezTo>
                    <a:pt x="11642" y="11622"/>
                    <a:pt x="11520" y="12138"/>
                    <a:pt x="11368" y="12655"/>
                  </a:cubicBezTo>
                  <a:cubicBezTo>
                    <a:pt x="11247" y="13172"/>
                    <a:pt x="11064" y="13658"/>
                    <a:pt x="10912" y="14175"/>
                  </a:cubicBezTo>
                  <a:cubicBezTo>
                    <a:pt x="10760" y="14661"/>
                    <a:pt x="10578" y="15147"/>
                    <a:pt x="10396" y="15603"/>
                  </a:cubicBezTo>
                  <a:cubicBezTo>
                    <a:pt x="10304" y="15877"/>
                    <a:pt x="10183" y="16090"/>
                    <a:pt x="10092" y="16333"/>
                  </a:cubicBezTo>
                  <a:lnTo>
                    <a:pt x="9727" y="17002"/>
                  </a:lnTo>
                  <a:cubicBezTo>
                    <a:pt x="9514" y="17518"/>
                    <a:pt x="9271" y="17974"/>
                    <a:pt x="9028" y="18430"/>
                  </a:cubicBezTo>
                  <a:lnTo>
                    <a:pt x="8906" y="18065"/>
                  </a:lnTo>
                  <a:cubicBezTo>
                    <a:pt x="8724" y="17427"/>
                    <a:pt x="8572" y="16819"/>
                    <a:pt x="8359" y="16211"/>
                  </a:cubicBezTo>
                  <a:cubicBezTo>
                    <a:pt x="8177" y="15573"/>
                    <a:pt x="8025" y="14965"/>
                    <a:pt x="7842" y="14357"/>
                  </a:cubicBezTo>
                  <a:cubicBezTo>
                    <a:pt x="7569" y="13415"/>
                    <a:pt x="7265" y="12503"/>
                    <a:pt x="6961" y="11561"/>
                  </a:cubicBezTo>
                  <a:cubicBezTo>
                    <a:pt x="4681" y="12625"/>
                    <a:pt x="2371" y="13536"/>
                    <a:pt x="0" y="14388"/>
                  </a:cubicBezTo>
                  <a:cubicBezTo>
                    <a:pt x="92" y="16120"/>
                    <a:pt x="244" y="17822"/>
                    <a:pt x="304" y="19494"/>
                  </a:cubicBezTo>
                  <a:cubicBezTo>
                    <a:pt x="426" y="19889"/>
                    <a:pt x="578" y="20284"/>
                    <a:pt x="730" y="20649"/>
                  </a:cubicBezTo>
                  <a:cubicBezTo>
                    <a:pt x="1186" y="21834"/>
                    <a:pt x="1642" y="23050"/>
                    <a:pt x="2128" y="24236"/>
                  </a:cubicBezTo>
                  <a:cubicBezTo>
                    <a:pt x="2584" y="25421"/>
                    <a:pt x="3101" y="26637"/>
                    <a:pt x="3587" y="27792"/>
                  </a:cubicBezTo>
                  <a:lnTo>
                    <a:pt x="3769" y="28248"/>
                  </a:lnTo>
                  <a:cubicBezTo>
                    <a:pt x="4365" y="29667"/>
                    <a:pt x="5719" y="30501"/>
                    <a:pt x="7156" y="30501"/>
                  </a:cubicBezTo>
                  <a:cubicBezTo>
                    <a:pt x="7627" y="30501"/>
                    <a:pt x="8107" y="30411"/>
                    <a:pt x="8572" y="30224"/>
                  </a:cubicBezTo>
                  <a:cubicBezTo>
                    <a:pt x="8967" y="30072"/>
                    <a:pt x="9362" y="29828"/>
                    <a:pt x="9666" y="29525"/>
                  </a:cubicBezTo>
                  <a:lnTo>
                    <a:pt x="9818" y="29373"/>
                  </a:lnTo>
                  <a:lnTo>
                    <a:pt x="9940" y="29251"/>
                  </a:lnTo>
                  <a:lnTo>
                    <a:pt x="10122" y="29008"/>
                  </a:lnTo>
                  <a:lnTo>
                    <a:pt x="10487" y="28613"/>
                  </a:lnTo>
                  <a:cubicBezTo>
                    <a:pt x="10730" y="28339"/>
                    <a:pt x="10912" y="28066"/>
                    <a:pt x="11156" y="27792"/>
                  </a:cubicBezTo>
                  <a:cubicBezTo>
                    <a:pt x="11551" y="27245"/>
                    <a:pt x="11946" y="26698"/>
                    <a:pt x="12280" y="26120"/>
                  </a:cubicBezTo>
                  <a:cubicBezTo>
                    <a:pt x="12615" y="25573"/>
                    <a:pt x="12979" y="24996"/>
                    <a:pt x="13283" y="24418"/>
                  </a:cubicBezTo>
                  <a:cubicBezTo>
                    <a:pt x="13587" y="23841"/>
                    <a:pt x="13830" y="23233"/>
                    <a:pt x="14104" y="22625"/>
                  </a:cubicBezTo>
                  <a:cubicBezTo>
                    <a:pt x="14378" y="22017"/>
                    <a:pt x="14590" y="21409"/>
                    <a:pt x="14803" y="20801"/>
                  </a:cubicBezTo>
                  <a:cubicBezTo>
                    <a:pt x="14985" y="20193"/>
                    <a:pt x="15168" y="19555"/>
                    <a:pt x="15320" y="18947"/>
                  </a:cubicBezTo>
                  <a:cubicBezTo>
                    <a:pt x="15411" y="18612"/>
                    <a:pt x="15441" y="18309"/>
                    <a:pt x="15502" y="18005"/>
                  </a:cubicBezTo>
                  <a:cubicBezTo>
                    <a:pt x="15593" y="17670"/>
                    <a:pt x="15654" y="17366"/>
                    <a:pt x="15715" y="17062"/>
                  </a:cubicBezTo>
                  <a:cubicBezTo>
                    <a:pt x="15806" y="16454"/>
                    <a:pt x="15897" y="15786"/>
                    <a:pt x="15958" y="15178"/>
                  </a:cubicBezTo>
                  <a:cubicBezTo>
                    <a:pt x="16049" y="14570"/>
                    <a:pt x="16110" y="13932"/>
                    <a:pt x="16110" y="13324"/>
                  </a:cubicBezTo>
                  <a:cubicBezTo>
                    <a:pt x="16171" y="12716"/>
                    <a:pt x="16171" y="12077"/>
                    <a:pt x="16171" y="11470"/>
                  </a:cubicBezTo>
                  <a:cubicBezTo>
                    <a:pt x="16171" y="10831"/>
                    <a:pt x="16171" y="10223"/>
                    <a:pt x="16110" y="9615"/>
                  </a:cubicBezTo>
                  <a:cubicBezTo>
                    <a:pt x="16049" y="9007"/>
                    <a:pt x="16049" y="8400"/>
                    <a:pt x="15958" y="7792"/>
                  </a:cubicBezTo>
                  <a:lnTo>
                    <a:pt x="15867" y="6880"/>
                  </a:lnTo>
                  <a:lnTo>
                    <a:pt x="15745" y="5968"/>
                  </a:lnTo>
                  <a:cubicBezTo>
                    <a:pt x="15715" y="5360"/>
                    <a:pt x="15715" y="4752"/>
                    <a:pt x="15745" y="4144"/>
                  </a:cubicBezTo>
                  <a:cubicBezTo>
                    <a:pt x="15776" y="3475"/>
                    <a:pt x="15745" y="2928"/>
                    <a:pt x="15593" y="2320"/>
                  </a:cubicBezTo>
                  <a:cubicBezTo>
                    <a:pt x="15441" y="1713"/>
                    <a:pt x="15198" y="1135"/>
                    <a:pt x="14742" y="649"/>
                  </a:cubicBezTo>
                  <a:cubicBezTo>
                    <a:pt x="14372" y="214"/>
                    <a:pt x="13865" y="1"/>
                    <a:pt x="13352" y="1"/>
                  </a:cubicBezTo>
                  <a:close/>
                </a:path>
              </a:pathLst>
            </a:custGeom>
            <a:solidFill>
              <a:srgbClr val="FFC0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9"/>
            <p:cNvSpPr/>
            <p:nvPr/>
          </p:nvSpPr>
          <p:spPr>
            <a:xfrm flipH="1">
              <a:off x="3577539" y="2867598"/>
              <a:ext cx="463083" cy="306371"/>
            </a:xfrm>
            <a:custGeom>
              <a:avLst/>
              <a:gdLst/>
              <a:ahLst/>
              <a:cxnLst/>
              <a:rect l="l" t="t" r="r" b="b"/>
              <a:pathLst>
                <a:path w="29272" h="19363" extrusionOk="0">
                  <a:moveTo>
                    <a:pt x="2615" y="0"/>
                  </a:moveTo>
                  <a:cubicBezTo>
                    <a:pt x="2615" y="0"/>
                    <a:pt x="2341" y="760"/>
                    <a:pt x="2219" y="1125"/>
                  </a:cubicBezTo>
                  <a:cubicBezTo>
                    <a:pt x="2067" y="1520"/>
                    <a:pt x="1946" y="1885"/>
                    <a:pt x="1855" y="2249"/>
                  </a:cubicBezTo>
                  <a:cubicBezTo>
                    <a:pt x="1794" y="2614"/>
                    <a:pt x="1672" y="2949"/>
                    <a:pt x="1611" y="3313"/>
                  </a:cubicBezTo>
                  <a:cubicBezTo>
                    <a:pt x="1459" y="3982"/>
                    <a:pt x="1308" y="4681"/>
                    <a:pt x="1186" y="5350"/>
                  </a:cubicBezTo>
                  <a:cubicBezTo>
                    <a:pt x="1034" y="6049"/>
                    <a:pt x="912" y="6718"/>
                    <a:pt x="852" y="7356"/>
                  </a:cubicBezTo>
                  <a:cubicBezTo>
                    <a:pt x="730" y="8025"/>
                    <a:pt x="639" y="8693"/>
                    <a:pt x="578" y="9332"/>
                  </a:cubicBezTo>
                  <a:cubicBezTo>
                    <a:pt x="517" y="10031"/>
                    <a:pt x="456" y="10669"/>
                    <a:pt x="396" y="11307"/>
                  </a:cubicBezTo>
                  <a:lnTo>
                    <a:pt x="244" y="13283"/>
                  </a:lnTo>
                  <a:lnTo>
                    <a:pt x="152" y="15137"/>
                  </a:lnTo>
                  <a:lnTo>
                    <a:pt x="122" y="15654"/>
                  </a:lnTo>
                  <a:cubicBezTo>
                    <a:pt x="1" y="17630"/>
                    <a:pt x="1520" y="19241"/>
                    <a:pt x="3466" y="19362"/>
                  </a:cubicBezTo>
                  <a:lnTo>
                    <a:pt x="6688" y="19362"/>
                  </a:lnTo>
                  <a:cubicBezTo>
                    <a:pt x="7721" y="19362"/>
                    <a:pt x="8724" y="19332"/>
                    <a:pt x="9727" y="19301"/>
                  </a:cubicBezTo>
                  <a:cubicBezTo>
                    <a:pt x="11764" y="19210"/>
                    <a:pt x="13800" y="19058"/>
                    <a:pt x="15806" y="18967"/>
                  </a:cubicBezTo>
                  <a:lnTo>
                    <a:pt x="17326" y="18876"/>
                  </a:lnTo>
                  <a:cubicBezTo>
                    <a:pt x="17843" y="18845"/>
                    <a:pt x="18360" y="18815"/>
                    <a:pt x="18846" y="18815"/>
                  </a:cubicBezTo>
                  <a:cubicBezTo>
                    <a:pt x="19879" y="18754"/>
                    <a:pt x="20882" y="18724"/>
                    <a:pt x="21885" y="18724"/>
                  </a:cubicBezTo>
                  <a:cubicBezTo>
                    <a:pt x="22230" y="18724"/>
                    <a:pt x="22574" y="18710"/>
                    <a:pt x="22910" y="18710"/>
                  </a:cubicBezTo>
                  <a:cubicBezTo>
                    <a:pt x="23078" y="18710"/>
                    <a:pt x="23243" y="18714"/>
                    <a:pt x="23405" y="18724"/>
                  </a:cubicBezTo>
                  <a:cubicBezTo>
                    <a:pt x="23922" y="18754"/>
                    <a:pt x="24408" y="18906"/>
                    <a:pt x="24895" y="19028"/>
                  </a:cubicBezTo>
                  <a:cubicBezTo>
                    <a:pt x="25442" y="19180"/>
                    <a:pt x="25928" y="19271"/>
                    <a:pt x="26414" y="19271"/>
                  </a:cubicBezTo>
                  <a:cubicBezTo>
                    <a:pt x="26961" y="19210"/>
                    <a:pt x="27448" y="19149"/>
                    <a:pt x="27965" y="18845"/>
                  </a:cubicBezTo>
                  <a:cubicBezTo>
                    <a:pt x="28968" y="18268"/>
                    <a:pt x="29272" y="17022"/>
                    <a:pt x="28694" y="16079"/>
                  </a:cubicBezTo>
                  <a:cubicBezTo>
                    <a:pt x="28542" y="15836"/>
                    <a:pt x="28390" y="15654"/>
                    <a:pt x="28208" y="15502"/>
                  </a:cubicBezTo>
                  <a:cubicBezTo>
                    <a:pt x="27721" y="15107"/>
                    <a:pt x="27205" y="14955"/>
                    <a:pt x="26718" y="14894"/>
                  </a:cubicBezTo>
                  <a:cubicBezTo>
                    <a:pt x="26475" y="14848"/>
                    <a:pt x="26217" y="14826"/>
                    <a:pt x="25958" y="14826"/>
                  </a:cubicBezTo>
                  <a:cubicBezTo>
                    <a:pt x="25700" y="14826"/>
                    <a:pt x="25442" y="14848"/>
                    <a:pt x="25199" y="14894"/>
                  </a:cubicBezTo>
                  <a:cubicBezTo>
                    <a:pt x="24779" y="14946"/>
                    <a:pt x="24314" y="15022"/>
                    <a:pt x="23881" y="15022"/>
                  </a:cubicBezTo>
                  <a:cubicBezTo>
                    <a:pt x="23813" y="15022"/>
                    <a:pt x="23745" y="15020"/>
                    <a:pt x="23679" y="15016"/>
                  </a:cubicBezTo>
                  <a:cubicBezTo>
                    <a:pt x="23162" y="14955"/>
                    <a:pt x="22645" y="14894"/>
                    <a:pt x="22159" y="14803"/>
                  </a:cubicBezTo>
                  <a:cubicBezTo>
                    <a:pt x="21186" y="14651"/>
                    <a:pt x="20153" y="14468"/>
                    <a:pt x="19150" y="14316"/>
                  </a:cubicBezTo>
                  <a:cubicBezTo>
                    <a:pt x="18663" y="14256"/>
                    <a:pt x="18177" y="14134"/>
                    <a:pt x="17691" y="14043"/>
                  </a:cubicBezTo>
                  <a:lnTo>
                    <a:pt x="16201" y="13800"/>
                  </a:lnTo>
                  <a:cubicBezTo>
                    <a:pt x="14195" y="13405"/>
                    <a:pt x="12220" y="13040"/>
                    <a:pt x="10183" y="12675"/>
                  </a:cubicBezTo>
                  <a:cubicBezTo>
                    <a:pt x="9575" y="12614"/>
                    <a:pt x="8998" y="12493"/>
                    <a:pt x="8451" y="12432"/>
                  </a:cubicBezTo>
                  <a:cubicBezTo>
                    <a:pt x="8694" y="11247"/>
                    <a:pt x="8967" y="10031"/>
                    <a:pt x="9241" y="8876"/>
                  </a:cubicBezTo>
                  <a:lnTo>
                    <a:pt x="9666" y="7174"/>
                  </a:lnTo>
                  <a:cubicBezTo>
                    <a:pt x="9818" y="6596"/>
                    <a:pt x="10821" y="2736"/>
                    <a:pt x="10821" y="2736"/>
                  </a:cubicBezTo>
                  <a:cubicBezTo>
                    <a:pt x="10913" y="2645"/>
                    <a:pt x="2615" y="0"/>
                    <a:pt x="2615" y="0"/>
                  </a:cubicBezTo>
                  <a:close/>
                </a:path>
              </a:pathLst>
            </a:custGeom>
            <a:solidFill>
              <a:srgbClr val="FFC0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9"/>
            <p:cNvSpPr/>
            <p:nvPr/>
          </p:nvSpPr>
          <p:spPr>
            <a:xfrm flipH="1">
              <a:off x="2437389" y="2845000"/>
              <a:ext cx="1771511" cy="453089"/>
            </a:xfrm>
            <a:custGeom>
              <a:avLst/>
              <a:gdLst/>
              <a:ahLst/>
              <a:cxnLst/>
              <a:rect l="l" t="t" r="r" b="b"/>
              <a:pathLst>
                <a:path w="108665" h="24895" extrusionOk="0">
                  <a:moveTo>
                    <a:pt x="0" y="1"/>
                  </a:moveTo>
                  <a:cubicBezTo>
                    <a:pt x="0" y="1"/>
                    <a:pt x="1672" y="10791"/>
                    <a:pt x="11064" y="16931"/>
                  </a:cubicBezTo>
                  <a:cubicBezTo>
                    <a:pt x="17782" y="21277"/>
                    <a:pt x="26627" y="24895"/>
                    <a:pt x="54348" y="24895"/>
                  </a:cubicBezTo>
                  <a:cubicBezTo>
                    <a:pt x="82038" y="24895"/>
                    <a:pt x="90914" y="21277"/>
                    <a:pt x="97601" y="16931"/>
                  </a:cubicBezTo>
                  <a:cubicBezTo>
                    <a:pt x="107023" y="10791"/>
                    <a:pt x="108665" y="1"/>
                    <a:pt x="108665" y="1"/>
                  </a:cubicBezTo>
                  <a:lnTo>
                    <a:pt x="108665" y="1"/>
                  </a:lnTo>
                  <a:lnTo>
                    <a:pt x="54378" y="244"/>
                  </a:lnTo>
                  <a:lnTo>
                    <a:pt x="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9"/>
            <p:cNvSpPr/>
            <p:nvPr/>
          </p:nvSpPr>
          <p:spPr>
            <a:xfrm flipH="1">
              <a:off x="2252281" y="3407383"/>
              <a:ext cx="2088398" cy="523567"/>
            </a:xfrm>
            <a:custGeom>
              <a:avLst/>
              <a:gdLst/>
              <a:ahLst/>
              <a:cxnLst/>
              <a:rect l="l" t="t" r="r" b="b"/>
              <a:pathLst>
                <a:path w="132010" h="33090" extrusionOk="0">
                  <a:moveTo>
                    <a:pt x="10337" y="1"/>
                  </a:moveTo>
                  <a:cubicBezTo>
                    <a:pt x="611" y="1"/>
                    <a:pt x="1" y="29625"/>
                    <a:pt x="1" y="29625"/>
                  </a:cubicBezTo>
                  <a:cubicBezTo>
                    <a:pt x="1" y="29625"/>
                    <a:pt x="42220" y="33090"/>
                    <a:pt x="66020" y="33090"/>
                  </a:cubicBezTo>
                  <a:cubicBezTo>
                    <a:pt x="89850" y="33090"/>
                    <a:pt x="132009" y="29625"/>
                    <a:pt x="132009" y="29625"/>
                  </a:cubicBezTo>
                  <a:cubicBezTo>
                    <a:pt x="132009" y="29625"/>
                    <a:pt x="131427" y="1"/>
                    <a:pt x="121703" y="1"/>
                  </a:cubicBezTo>
                  <a:cubicBezTo>
                    <a:pt x="121248" y="1"/>
                    <a:pt x="120773" y="66"/>
                    <a:pt x="120276" y="202"/>
                  </a:cubicBezTo>
                  <a:cubicBezTo>
                    <a:pt x="109182" y="3241"/>
                    <a:pt x="78786" y="5582"/>
                    <a:pt x="66020" y="5582"/>
                  </a:cubicBezTo>
                  <a:cubicBezTo>
                    <a:pt x="53254" y="5582"/>
                    <a:pt x="22889" y="3181"/>
                    <a:pt x="11764" y="202"/>
                  </a:cubicBezTo>
                  <a:cubicBezTo>
                    <a:pt x="11268" y="66"/>
                    <a:pt x="10792" y="1"/>
                    <a:pt x="103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9"/>
            <p:cNvSpPr/>
            <p:nvPr/>
          </p:nvSpPr>
          <p:spPr>
            <a:xfrm flipH="1">
              <a:off x="2990886" y="3643819"/>
              <a:ext cx="610225" cy="167386"/>
            </a:xfrm>
            <a:custGeom>
              <a:avLst/>
              <a:gdLst/>
              <a:ahLst/>
              <a:cxnLst/>
              <a:rect l="l" t="t" r="r" b="b"/>
              <a:pathLst>
                <a:path w="38573" h="10579" extrusionOk="0">
                  <a:moveTo>
                    <a:pt x="1338" y="1"/>
                  </a:moveTo>
                  <a:cubicBezTo>
                    <a:pt x="608" y="1"/>
                    <a:pt x="0" y="548"/>
                    <a:pt x="0" y="1308"/>
                  </a:cubicBezTo>
                  <a:lnTo>
                    <a:pt x="0" y="9271"/>
                  </a:lnTo>
                  <a:cubicBezTo>
                    <a:pt x="0" y="10031"/>
                    <a:pt x="608" y="10578"/>
                    <a:pt x="1338" y="10578"/>
                  </a:cubicBezTo>
                  <a:lnTo>
                    <a:pt x="37235" y="10578"/>
                  </a:lnTo>
                  <a:cubicBezTo>
                    <a:pt x="37995" y="10578"/>
                    <a:pt x="38572" y="9970"/>
                    <a:pt x="38572" y="9271"/>
                  </a:cubicBezTo>
                  <a:lnTo>
                    <a:pt x="38572" y="1308"/>
                  </a:lnTo>
                  <a:cubicBezTo>
                    <a:pt x="38572" y="548"/>
                    <a:pt x="37964" y="1"/>
                    <a:pt x="372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9"/>
            <p:cNvSpPr/>
            <p:nvPr/>
          </p:nvSpPr>
          <p:spPr>
            <a:xfrm flipH="1">
              <a:off x="2990411" y="3643819"/>
              <a:ext cx="610225" cy="166896"/>
            </a:xfrm>
            <a:custGeom>
              <a:avLst/>
              <a:gdLst/>
              <a:ahLst/>
              <a:cxnLst/>
              <a:rect l="l" t="t" r="r" b="b"/>
              <a:pathLst>
                <a:path w="38573" h="10548" extrusionOk="0">
                  <a:moveTo>
                    <a:pt x="36597" y="1"/>
                  </a:moveTo>
                  <a:lnTo>
                    <a:pt x="36597" y="8451"/>
                  </a:lnTo>
                  <a:lnTo>
                    <a:pt x="1" y="8451"/>
                  </a:lnTo>
                  <a:lnTo>
                    <a:pt x="1" y="9210"/>
                  </a:lnTo>
                  <a:cubicBezTo>
                    <a:pt x="1" y="9940"/>
                    <a:pt x="578" y="10548"/>
                    <a:pt x="1338" y="10548"/>
                  </a:cubicBezTo>
                  <a:lnTo>
                    <a:pt x="37235" y="10548"/>
                  </a:lnTo>
                  <a:cubicBezTo>
                    <a:pt x="37965" y="10548"/>
                    <a:pt x="38573" y="9970"/>
                    <a:pt x="38573" y="9210"/>
                  </a:cubicBezTo>
                  <a:lnTo>
                    <a:pt x="38573" y="1277"/>
                  </a:lnTo>
                  <a:cubicBezTo>
                    <a:pt x="38512" y="548"/>
                    <a:pt x="37934" y="1"/>
                    <a:pt x="37205" y="1"/>
                  </a:cubicBez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9"/>
            <p:cNvSpPr/>
            <p:nvPr/>
          </p:nvSpPr>
          <p:spPr>
            <a:xfrm flipH="1">
              <a:off x="3193809" y="3324473"/>
              <a:ext cx="198130" cy="117846"/>
            </a:xfrm>
            <a:custGeom>
              <a:avLst/>
              <a:gdLst/>
              <a:ahLst/>
              <a:cxnLst/>
              <a:rect l="l" t="t" r="r" b="b"/>
              <a:pathLst>
                <a:path w="12524" h="7448" extrusionOk="0">
                  <a:moveTo>
                    <a:pt x="6262" y="1"/>
                  </a:moveTo>
                  <a:cubicBezTo>
                    <a:pt x="2797" y="1"/>
                    <a:pt x="0" y="1673"/>
                    <a:pt x="0" y="3709"/>
                  </a:cubicBezTo>
                  <a:cubicBezTo>
                    <a:pt x="0" y="5776"/>
                    <a:pt x="2797" y="7448"/>
                    <a:pt x="6262" y="7448"/>
                  </a:cubicBezTo>
                  <a:cubicBezTo>
                    <a:pt x="9727" y="7448"/>
                    <a:pt x="12523" y="5776"/>
                    <a:pt x="12523" y="3709"/>
                  </a:cubicBezTo>
                  <a:cubicBezTo>
                    <a:pt x="12523" y="1673"/>
                    <a:pt x="9727" y="1"/>
                    <a:pt x="6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9"/>
            <p:cNvSpPr/>
            <p:nvPr/>
          </p:nvSpPr>
          <p:spPr>
            <a:xfrm flipH="1">
              <a:off x="3193334" y="3353824"/>
              <a:ext cx="198604" cy="88021"/>
            </a:xfrm>
            <a:custGeom>
              <a:avLst/>
              <a:gdLst/>
              <a:ahLst/>
              <a:cxnLst/>
              <a:rect l="l" t="t" r="r" b="b"/>
              <a:pathLst>
                <a:path w="12554" h="5563" extrusionOk="0">
                  <a:moveTo>
                    <a:pt x="11733" y="0"/>
                  </a:moveTo>
                  <a:cubicBezTo>
                    <a:pt x="10365" y="2280"/>
                    <a:pt x="7599" y="3648"/>
                    <a:pt x="4864" y="3648"/>
                  </a:cubicBezTo>
                  <a:cubicBezTo>
                    <a:pt x="2918" y="3648"/>
                    <a:pt x="1247" y="2705"/>
                    <a:pt x="91" y="1337"/>
                  </a:cubicBezTo>
                  <a:cubicBezTo>
                    <a:pt x="31" y="1489"/>
                    <a:pt x="0" y="1672"/>
                    <a:pt x="0" y="1824"/>
                  </a:cubicBezTo>
                  <a:cubicBezTo>
                    <a:pt x="0" y="3891"/>
                    <a:pt x="2827" y="5562"/>
                    <a:pt x="6262" y="5562"/>
                  </a:cubicBezTo>
                  <a:cubicBezTo>
                    <a:pt x="9727" y="5562"/>
                    <a:pt x="12554" y="3891"/>
                    <a:pt x="12554" y="1824"/>
                  </a:cubicBezTo>
                  <a:cubicBezTo>
                    <a:pt x="12523" y="1186"/>
                    <a:pt x="12250" y="578"/>
                    <a:pt x="11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9"/>
            <p:cNvSpPr/>
            <p:nvPr/>
          </p:nvSpPr>
          <p:spPr>
            <a:xfrm flipH="1">
              <a:off x="3755450" y="3027263"/>
              <a:ext cx="531378" cy="337146"/>
            </a:xfrm>
            <a:custGeom>
              <a:avLst/>
              <a:gdLst/>
              <a:ahLst/>
              <a:cxnLst/>
              <a:rect l="l" t="t" r="r" b="b"/>
              <a:pathLst>
                <a:path w="33589" h="21308" extrusionOk="0">
                  <a:moveTo>
                    <a:pt x="1885" y="0"/>
                  </a:moveTo>
                  <a:cubicBezTo>
                    <a:pt x="274" y="3587"/>
                    <a:pt x="1" y="14256"/>
                    <a:pt x="1703" y="16414"/>
                  </a:cubicBezTo>
                  <a:cubicBezTo>
                    <a:pt x="5624" y="21308"/>
                    <a:pt x="20001" y="20183"/>
                    <a:pt x="33588" y="21308"/>
                  </a:cubicBezTo>
                  <a:lnTo>
                    <a:pt x="28603" y="14560"/>
                  </a:lnTo>
                  <a:lnTo>
                    <a:pt x="18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9"/>
            <p:cNvSpPr/>
            <p:nvPr/>
          </p:nvSpPr>
          <p:spPr>
            <a:xfrm flipH="1">
              <a:off x="3754976" y="3027263"/>
              <a:ext cx="527518" cy="337636"/>
            </a:xfrm>
            <a:custGeom>
              <a:avLst/>
              <a:gdLst/>
              <a:ahLst/>
              <a:cxnLst/>
              <a:rect l="l" t="t" r="r" b="b"/>
              <a:pathLst>
                <a:path w="33345" h="21339" extrusionOk="0">
                  <a:moveTo>
                    <a:pt x="1611" y="0"/>
                  </a:moveTo>
                  <a:cubicBezTo>
                    <a:pt x="0" y="3587"/>
                    <a:pt x="23466" y="11916"/>
                    <a:pt x="33345" y="21338"/>
                  </a:cubicBezTo>
                  <a:lnTo>
                    <a:pt x="28329" y="14560"/>
                  </a:lnTo>
                  <a:lnTo>
                    <a:pt x="1611" y="0"/>
                  </a:ln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59"/>
            <p:cNvSpPr/>
            <p:nvPr/>
          </p:nvSpPr>
          <p:spPr>
            <a:xfrm flipH="1">
              <a:off x="3755450" y="3027263"/>
              <a:ext cx="531378" cy="337146"/>
            </a:xfrm>
            <a:custGeom>
              <a:avLst/>
              <a:gdLst/>
              <a:ahLst/>
              <a:cxnLst/>
              <a:rect l="l" t="t" r="r" b="b"/>
              <a:pathLst>
                <a:path w="33589" h="21308" extrusionOk="0">
                  <a:moveTo>
                    <a:pt x="1885" y="0"/>
                  </a:moveTo>
                  <a:cubicBezTo>
                    <a:pt x="274" y="3587"/>
                    <a:pt x="1" y="14256"/>
                    <a:pt x="1703" y="16414"/>
                  </a:cubicBezTo>
                  <a:cubicBezTo>
                    <a:pt x="5624" y="21308"/>
                    <a:pt x="20001" y="20183"/>
                    <a:pt x="33588" y="21308"/>
                  </a:cubicBezTo>
                  <a:lnTo>
                    <a:pt x="9241" y="16505"/>
                  </a:lnTo>
                  <a:cubicBezTo>
                    <a:pt x="4135" y="14894"/>
                    <a:pt x="2463" y="10700"/>
                    <a:pt x="1885" y="0"/>
                  </a:cubicBez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59"/>
            <p:cNvSpPr/>
            <p:nvPr/>
          </p:nvSpPr>
          <p:spPr>
            <a:xfrm flipH="1">
              <a:off x="2298444" y="3027263"/>
              <a:ext cx="531378" cy="337146"/>
            </a:xfrm>
            <a:custGeom>
              <a:avLst/>
              <a:gdLst/>
              <a:ahLst/>
              <a:cxnLst/>
              <a:rect l="l" t="t" r="r" b="b"/>
              <a:pathLst>
                <a:path w="33589" h="21308" extrusionOk="0">
                  <a:moveTo>
                    <a:pt x="31673" y="0"/>
                  </a:moveTo>
                  <a:lnTo>
                    <a:pt x="4986" y="14560"/>
                  </a:lnTo>
                  <a:lnTo>
                    <a:pt x="1" y="21308"/>
                  </a:lnTo>
                  <a:cubicBezTo>
                    <a:pt x="13557" y="20183"/>
                    <a:pt x="27965" y="21308"/>
                    <a:pt x="31886" y="16414"/>
                  </a:cubicBezTo>
                  <a:cubicBezTo>
                    <a:pt x="33588" y="14256"/>
                    <a:pt x="33315" y="3587"/>
                    <a:pt x="316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59"/>
            <p:cNvSpPr/>
            <p:nvPr/>
          </p:nvSpPr>
          <p:spPr>
            <a:xfrm flipH="1">
              <a:off x="2302779" y="3027263"/>
              <a:ext cx="527518" cy="337636"/>
            </a:xfrm>
            <a:custGeom>
              <a:avLst/>
              <a:gdLst/>
              <a:ahLst/>
              <a:cxnLst/>
              <a:rect l="l" t="t" r="r" b="b"/>
              <a:pathLst>
                <a:path w="33345" h="21339" extrusionOk="0">
                  <a:moveTo>
                    <a:pt x="31703" y="0"/>
                  </a:moveTo>
                  <a:lnTo>
                    <a:pt x="5016" y="14560"/>
                  </a:lnTo>
                  <a:lnTo>
                    <a:pt x="0" y="21338"/>
                  </a:lnTo>
                  <a:cubicBezTo>
                    <a:pt x="9879" y="11916"/>
                    <a:pt x="33345" y="3587"/>
                    <a:pt x="31703" y="0"/>
                  </a:cubicBez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59"/>
            <p:cNvSpPr/>
            <p:nvPr/>
          </p:nvSpPr>
          <p:spPr>
            <a:xfrm flipH="1">
              <a:off x="2298444" y="3027263"/>
              <a:ext cx="531378" cy="337146"/>
            </a:xfrm>
            <a:custGeom>
              <a:avLst/>
              <a:gdLst/>
              <a:ahLst/>
              <a:cxnLst/>
              <a:rect l="l" t="t" r="r" b="b"/>
              <a:pathLst>
                <a:path w="33589" h="21308" extrusionOk="0">
                  <a:moveTo>
                    <a:pt x="31673" y="0"/>
                  </a:moveTo>
                  <a:cubicBezTo>
                    <a:pt x="31126" y="10700"/>
                    <a:pt x="29454" y="14894"/>
                    <a:pt x="24348" y="16505"/>
                  </a:cubicBezTo>
                  <a:lnTo>
                    <a:pt x="1" y="21308"/>
                  </a:lnTo>
                  <a:cubicBezTo>
                    <a:pt x="13557" y="20183"/>
                    <a:pt x="27965" y="21308"/>
                    <a:pt x="31886" y="16414"/>
                  </a:cubicBezTo>
                  <a:cubicBezTo>
                    <a:pt x="33588" y="14256"/>
                    <a:pt x="33315" y="3587"/>
                    <a:pt x="31673" y="0"/>
                  </a:cubicBez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 name="Google Shape;897;p59"/>
          <p:cNvGrpSpPr/>
          <p:nvPr/>
        </p:nvGrpSpPr>
        <p:grpSpPr>
          <a:xfrm>
            <a:off x="8" y="1297832"/>
            <a:ext cx="1847001" cy="2815883"/>
            <a:chOff x="8" y="1297832"/>
            <a:chExt cx="1847001" cy="2815883"/>
          </a:xfrm>
        </p:grpSpPr>
        <p:sp>
          <p:nvSpPr>
            <p:cNvPr id="898" name="Google Shape;898;p59"/>
            <p:cNvSpPr/>
            <p:nvPr/>
          </p:nvSpPr>
          <p:spPr>
            <a:xfrm flipH="1">
              <a:off x="8" y="1297832"/>
              <a:ext cx="1451722" cy="2257507"/>
            </a:xfrm>
            <a:custGeom>
              <a:avLst/>
              <a:gdLst/>
              <a:ahLst/>
              <a:cxnLst/>
              <a:rect l="l" t="t" r="r" b="b"/>
              <a:pathLst>
                <a:path w="91765" h="142677" extrusionOk="0">
                  <a:moveTo>
                    <a:pt x="0" y="0"/>
                  </a:moveTo>
                  <a:lnTo>
                    <a:pt x="0" y="142677"/>
                  </a:lnTo>
                  <a:lnTo>
                    <a:pt x="91765" y="142677"/>
                  </a:lnTo>
                  <a:lnTo>
                    <a:pt x="9176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59"/>
            <p:cNvSpPr/>
            <p:nvPr/>
          </p:nvSpPr>
          <p:spPr>
            <a:xfrm flipH="1">
              <a:off x="554910" y="1676797"/>
              <a:ext cx="896820" cy="1059032"/>
            </a:xfrm>
            <a:custGeom>
              <a:avLst/>
              <a:gdLst/>
              <a:ahLst/>
              <a:cxnLst/>
              <a:rect l="l" t="t" r="r" b="b"/>
              <a:pathLst>
                <a:path w="56689" h="66932" extrusionOk="0">
                  <a:moveTo>
                    <a:pt x="0" y="1"/>
                  </a:moveTo>
                  <a:lnTo>
                    <a:pt x="0" y="66932"/>
                  </a:lnTo>
                  <a:lnTo>
                    <a:pt x="56688" y="66932"/>
                  </a:lnTo>
                  <a:lnTo>
                    <a:pt x="56688" y="1"/>
                  </a:lnTo>
                  <a:close/>
                </a:path>
              </a:pathLst>
            </a:custGeom>
            <a:solidFill>
              <a:schemeClr val="accent3">
                <a:alpha val="6027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59"/>
            <p:cNvSpPr/>
            <p:nvPr/>
          </p:nvSpPr>
          <p:spPr>
            <a:xfrm flipH="1">
              <a:off x="8" y="3555323"/>
              <a:ext cx="1451722" cy="467001"/>
            </a:xfrm>
            <a:custGeom>
              <a:avLst/>
              <a:gdLst/>
              <a:ahLst/>
              <a:cxnLst/>
              <a:rect l="l" t="t" r="r" b="b"/>
              <a:pathLst>
                <a:path w="91765" h="29515" extrusionOk="0">
                  <a:moveTo>
                    <a:pt x="0" y="1"/>
                  </a:moveTo>
                  <a:lnTo>
                    <a:pt x="0" y="29515"/>
                  </a:lnTo>
                  <a:lnTo>
                    <a:pt x="91765" y="29515"/>
                  </a:lnTo>
                  <a:lnTo>
                    <a:pt x="917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59"/>
            <p:cNvSpPr/>
            <p:nvPr/>
          </p:nvSpPr>
          <p:spPr>
            <a:xfrm flipH="1">
              <a:off x="8" y="3930934"/>
              <a:ext cx="1485878" cy="182782"/>
            </a:xfrm>
            <a:custGeom>
              <a:avLst/>
              <a:gdLst/>
              <a:ahLst/>
              <a:cxnLst/>
              <a:rect l="l" t="t" r="r" b="b"/>
              <a:pathLst>
                <a:path w="93924" h="11552" extrusionOk="0">
                  <a:moveTo>
                    <a:pt x="2220" y="1"/>
                  </a:moveTo>
                  <a:cubicBezTo>
                    <a:pt x="1004" y="1"/>
                    <a:pt x="1" y="1004"/>
                    <a:pt x="1" y="2189"/>
                  </a:cubicBezTo>
                  <a:lnTo>
                    <a:pt x="1" y="11551"/>
                  </a:lnTo>
                  <a:lnTo>
                    <a:pt x="93924" y="11551"/>
                  </a:lnTo>
                  <a:lnTo>
                    <a:pt x="939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59"/>
            <p:cNvSpPr/>
            <p:nvPr/>
          </p:nvSpPr>
          <p:spPr>
            <a:xfrm flipH="1">
              <a:off x="957402" y="3002738"/>
              <a:ext cx="495783" cy="351101"/>
            </a:xfrm>
            <a:custGeom>
              <a:avLst/>
              <a:gdLst/>
              <a:ahLst/>
              <a:cxnLst/>
              <a:rect l="l" t="t" r="r" b="b"/>
              <a:pathLst>
                <a:path w="31339" h="22190" extrusionOk="0">
                  <a:moveTo>
                    <a:pt x="1" y="0"/>
                  </a:moveTo>
                  <a:lnTo>
                    <a:pt x="1" y="22189"/>
                  </a:lnTo>
                  <a:lnTo>
                    <a:pt x="28603" y="22189"/>
                  </a:lnTo>
                  <a:cubicBezTo>
                    <a:pt x="30123" y="22189"/>
                    <a:pt x="31339" y="20973"/>
                    <a:pt x="31308" y="19453"/>
                  </a:cubicBezTo>
                  <a:lnTo>
                    <a:pt x="31308" y="2706"/>
                  </a:lnTo>
                  <a:cubicBezTo>
                    <a:pt x="31308" y="1216"/>
                    <a:pt x="30093" y="0"/>
                    <a:pt x="286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59"/>
            <p:cNvSpPr/>
            <p:nvPr/>
          </p:nvSpPr>
          <p:spPr>
            <a:xfrm flipH="1">
              <a:off x="1133384" y="3075838"/>
              <a:ext cx="318346" cy="39936"/>
            </a:xfrm>
            <a:custGeom>
              <a:avLst/>
              <a:gdLst/>
              <a:ahLst/>
              <a:cxnLst/>
              <a:rect l="l" t="t" r="r" b="b"/>
              <a:pathLst>
                <a:path w="20123" h="2524" extrusionOk="0">
                  <a:moveTo>
                    <a:pt x="0" y="0"/>
                  </a:moveTo>
                  <a:lnTo>
                    <a:pt x="0" y="2523"/>
                  </a:lnTo>
                  <a:lnTo>
                    <a:pt x="20122" y="2523"/>
                  </a:lnTo>
                  <a:lnTo>
                    <a:pt x="201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59"/>
            <p:cNvSpPr/>
            <p:nvPr/>
          </p:nvSpPr>
          <p:spPr>
            <a:xfrm flipH="1">
              <a:off x="1055486" y="3155679"/>
              <a:ext cx="396244" cy="30316"/>
            </a:xfrm>
            <a:custGeom>
              <a:avLst/>
              <a:gdLst/>
              <a:ahLst/>
              <a:cxnLst/>
              <a:rect l="l" t="t" r="r" b="b"/>
              <a:pathLst>
                <a:path w="25047" h="1916" extrusionOk="0">
                  <a:moveTo>
                    <a:pt x="0" y="0"/>
                  </a:moveTo>
                  <a:lnTo>
                    <a:pt x="0" y="1915"/>
                  </a:lnTo>
                  <a:lnTo>
                    <a:pt x="25046" y="1915"/>
                  </a:lnTo>
                  <a:lnTo>
                    <a:pt x="2504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59"/>
            <p:cNvSpPr/>
            <p:nvPr/>
          </p:nvSpPr>
          <p:spPr>
            <a:xfrm flipH="1">
              <a:off x="1055486" y="3207608"/>
              <a:ext cx="396244" cy="30806"/>
            </a:xfrm>
            <a:custGeom>
              <a:avLst/>
              <a:gdLst/>
              <a:ahLst/>
              <a:cxnLst/>
              <a:rect l="l" t="t" r="r" b="b"/>
              <a:pathLst>
                <a:path w="25047" h="1947" extrusionOk="0">
                  <a:moveTo>
                    <a:pt x="0" y="1"/>
                  </a:moveTo>
                  <a:lnTo>
                    <a:pt x="0" y="1946"/>
                  </a:lnTo>
                  <a:lnTo>
                    <a:pt x="25046" y="1946"/>
                  </a:lnTo>
                  <a:lnTo>
                    <a:pt x="2504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59"/>
            <p:cNvSpPr/>
            <p:nvPr/>
          </p:nvSpPr>
          <p:spPr>
            <a:xfrm flipH="1">
              <a:off x="1055486" y="3260519"/>
              <a:ext cx="396244" cy="30791"/>
            </a:xfrm>
            <a:custGeom>
              <a:avLst/>
              <a:gdLst/>
              <a:ahLst/>
              <a:cxnLst/>
              <a:rect l="l" t="t" r="r" b="b"/>
              <a:pathLst>
                <a:path w="25047" h="1946" extrusionOk="0">
                  <a:moveTo>
                    <a:pt x="0" y="0"/>
                  </a:moveTo>
                  <a:lnTo>
                    <a:pt x="0" y="1946"/>
                  </a:lnTo>
                  <a:lnTo>
                    <a:pt x="25046" y="1946"/>
                  </a:lnTo>
                  <a:lnTo>
                    <a:pt x="2504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59"/>
            <p:cNvSpPr/>
            <p:nvPr/>
          </p:nvSpPr>
          <p:spPr>
            <a:xfrm flipH="1">
              <a:off x="554910" y="1620058"/>
              <a:ext cx="896820" cy="56281"/>
            </a:xfrm>
            <a:custGeom>
              <a:avLst/>
              <a:gdLst/>
              <a:ahLst/>
              <a:cxnLst/>
              <a:rect l="l" t="t" r="r" b="b"/>
              <a:pathLst>
                <a:path w="56689" h="3557" extrusionOk="0">
                  <a:moveTo>
                    <a:pt x="0" y="0"/>
                  </a:moveTo>
                  <a:lnTo>
                    <a:pt x="0" y="3556"/>
                  </a:lnTo>
                  <a:lnTo>
                    <a:pt x="56688" y="3556"/>
                  </a:lnTo>
                  <a:lnTo>
                    <a:pt x="566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59"/>
            <p:cNvSpPr/>
            <p:nvPr/>
          </p:nvSpPr>
          <p:spPr>
            <a:xfrm flipH="1">
              <a:off x="1085307" y="2055303"/>
              <a:ext cx="191390" cy="261419"/>
            </a:xfrm>
            <a:custGeom>
              <a:avLst/>
              <a:gdLst/>
              <a:ahLst/>
              <a:cxnLst/>
              <a:rect l="l" t="t" r="r" b="b"/>
              <a:pathLst>
                <a:path w="12098" h="16522" extrusionOk="0">
                  <a:moveTo>
                    <a:pt x="2280" y="0"/>
                  </a:moveTo>
                  <a:cubicBezTo>
                    <a:pt x="2432" y="334"/>
                    <a:pt x="2553" y="699"/>
                    <a:pt x="2614" y="1064"/>
                  </a:cubicBezTo>
                  <a:cubicBezTo>
                    <a:pt x="3161" y="3313"/>
                    <a:pt x="2158" y="5593"/>
                    <a:pt x="1368" y="7781"/>
                  </a:cubicBezTo>
                  <a:cubicBezTo>
                    <a:pt x="578" y="9939"/>
                    <a:pt x="0" y="12493"/>
                    <a:pt x="1216" y="14468"/>
                  </a:cubicBezTo>
                  <a:cubicBezTo>
                    <a:pt x="2071" y="15824"/>
                    <a:pt x="3698" y="16521"/>
                    <a:pt x="5323" y="16521"/>
                  </a:cubicBezTo>
                  <a:cubicBezTo>
                    <a:pt x="6067" y="16521"/>
                    <a:pt x="6809" y="16375"/>
                    <a:pt x="7477" y="16079"/>
                  </a:cubicBezTo>
                  <a:cubicBezTo>
                    <a:pt x="9605" y="15137"/>
                    <a:pt x="11064" y="12918"/>
                    <a:pt x="11550" y="10608"/>
                  </a:cubicBezTo>
                  <a:cubicBezTo>
                    <a:pt x="12098" y="8328"/>
                    <a:pt x="11824" y="5897"/>
                    <a:pt x="11399" y="3617"/>
                  </a:cubicBezTo>
                  <a:cubicBezTo>
                    <a:pt x="11186" y="2401"/>
                    <a:pt x="10912" y="1185"/>
                    <a:pt x="106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59"/>
            <p:cNvSpPr/>
            <p:nvPr/>
          </p:nvSpPr>
          <p:spPr>
            <a:xfrm flipH="1">
              <a:off x="1193026" y="2299808"/>
              <a:ext cx="543385" cy="356354"/>
            </a:xfrm>
            <a:custGeom>
              <a:avLst/>
              <a:gdLst/>
              <a:ahLst/>
              <a:cxnLst/>
              <a:rect l="l" t="t" r="r" b="b"/>
              <a:pathLst>
                <a:path w="34348" h="22522" extrusionOk="0">
                  <a:moveTo>
                    <a:pt x="30379" y="0"/>
                  </a:moveTo>
                  <a:cubicBezTo>
                    <a:pt x="28776" y="0"/>
                    <a:pt x="27314" y="1104"/>
                    <a:pt x="26901" y="2754"/>
                  </a:cubicBezTo>
                  <a:lnTo>
                    <a:pt x="26840" y="2845"/>
                  </a:lnTo>
                  <a:cubicBezTo>
                    <a:pt x="26840" y="2845"/>
                    <a:pt x="26810" y="2967"/>
                    <a:pt x="26779" y="3210"/>
                  </a:cubicBezTo>
                  <a:cubicBezTo>
                    <a:pt x="26688" y="3483"/>
                    <a:pt x="26627" y="3818"/>
                    <a:pt x="26475" y="4304"/>
                  </a:cubicBezTo>
                  <a:cubicBezTo>
                    <a:pt x="26202" y="5246"/>
                    <a:pt x="25746" y="6614"/>
                    <a:pt x="25138" y="8225"/>
                  </a:cubicBezTo>
                  <a:cubicBezTo>
                    <a:pt x="24834" y="9015"/>
                    <a:pt x="24469" y="9867"/>
                    <a:pt x="24044" y="10687"/>
                  </a:cubicBezTo>
                  <a:cubicBezTo>
                    <a:pt x="23618" y="11569"/>
                    <a:pt x="23132" y="12389"/>
                    <a:pt x="22585" y="13180"/>
                  </a:cubicBezTo>
                  <a:cubicBezTo>
                    <a:pt x="22068" y="14000"/>
                    <a:pt x="21430" y="14760"/>
                    <a:pt x="20761" y="15307"/>
                  </a:cubicBezTo>
                  <a:cubicBezTo>
                    <a:pt x="20640" y="15459"/>
                    <a:pt x="20427" y="15581"/>
                    <a:pt x="20275" y="15733"/>
                  </a:cubicBezTo>
                  <a:cubicBezTo>
                    <a:pt x="20092" y="15854"/>
                    <a:pt x="19940" y="15976"/>
                    <a:pt x="19758" y="16067"/>
                  </a:cubicBezTo>
                  <a:cubicBezTo>
                    <a:pt x="19454" y="16310"/>
                    <a:pt x="19120" y="16462"/>
                    <a:pt x="18755" y="16584"/>
                  </a:cubicBezTo>
                  <a:cubicBezTo>
                    <a:pt x="18421" y="16675"/>
                    <a:pt x="18056" y="16766"/>
                    <a:pt x="17630" y="16797"/>
                  </a:cubicBezTo>
                  <a:cubicBezTo>
                    <a:pt x="17418" y="16812"/>
                    <a:pt x="17205" y="16820"/>
                    <a:pt x="16984" y="16820"/>
                  </a:cubicBezTo>
                  <a:cubicBezTo>
                    <a:pt x="16764" y="16820"/>
                    <a:pt x="16536" y="16812"/>
                    <a:pt x="16293" y="16797"/>
                  </a:cubicBezTo>
                  <a:cubicBezTo>
                    <a:pt x="15351" y="16706"/>
                    <a:pt x="14287" y="16462"/>
                    <a:pt x="13253" y="16158"/>
                  </a:cubicBezTo>
                  <a:cubicBezTo>
                    <a:pt x="12220" y="15854"/>
                    <a:pt x="11217" y="15429"/>
                    <a:pt x="10214" y="15064"/>
                  </a:cubicBezTo>
                  <a:cubicBezTo>
                    <a:pt x="9241" y="14669"/>
                    <a:pt x="8329" y="14213"/>
                    <a:pt x="7448" y="13848"/>
                  </a:cubicBezTo>
                  <a:cubicBezTo>
                    <a:pt x="6992" y="13666"/>
                    <a:pt x="6566" y="13453"/>
                    <a:pt x="6202" y="13271"/>
                  </a:cubicBezTo>
                  <a:cubicBezTo>
                    <a:pt x="5776" y="13119"/>
                    <a:pt x="5381" y="12967"/>
                    <a:pt x="5047" y="12754"/>
                  </a:cubicBezTo>
                  <a:cubicBezTo>
                    <a:pt x="4743" y="12511"/>
                    <a:pt x="4439" y="12298"/>
                    <a:pt x="4135" y="12085"/>
                  </a:cubicBezTo>
                  <a:cubicBezTo>
                    <a:pt x="3861" y="11903"/>
                    <a:pt x="3557" y="11721"/>
                    <a:pt x="3314" y="11599"/>
                  </a:cubicBezTo>
                  <a:cubicBezTo>
                    <a:pt x="2767" y="11326"/>
                    <a:pt x="2281" y="11265"/>
                    <a:pt x="1946" y="11265"/>
                  </a:cubicBezTo>
                  <a:cubicBezTo>
                    <a:pt x="1873" y="11259"/>
                    <a:pt x="1808" y="11256"/>
                    <a:pt x="1749" y="11256"/>
                  </a:cubicBezTo>
                  <a:cubicBezTo>
                    <a:pt x="1516" y="11256"/>
                    <a:pt x="1399" y="11295"/>
                    <a:pt x="1399" y="11295"/>
                  </a:cubicBezTo>
                  <a:cubicBezTo>
                    <a:pt x="1247" y="11326"/>
                    <a:pt x="1095" y="11417"/>
                    <a:pt x="973" y="11478"/>
                  </a:cubicBezTo>
                  <a:cubicBezTo>
                    <a:pt x="214" y="11994"/>
                    <a:pt x="1" y="12997"/>
                    <a:pt x="487" y="13757"/>
                  </a:cubicBezTo>
                  <a:lnTo>
                    <a:pt x="578" y="13879"/>
                  </a:lnTo>
                  <a:cubicBezTo>
                    <a:pt x="578" y="13879"/>
                    <a:pt x="639" y="14031"/>
                    <a:pt x="882" y="14213"/>
                  </a:cubicBezTo>
                  <a:cubicBezTo>
                    <a:pt x="1095" y="14426"/>
                    <a:pt x="1429" y="14639"/>
                    <a:pt x="1885" y="14821"/>
                  </a:cubicBezTo>
                  <a:cubicBezTo>
                    <a:pt x="2129" y="14943"/>
                    <a:pt x="2402" y="15034"/>
                    <a:pt x="2706" y="15095"/>
                  </a:cubicBezTo>
                  <a:cubicBezTo>
                    <a:pt x="3010" y="15186"/>
                    <a:pt x="3344" y="15247"/>
                    <a:pt x="3679" y="15399"/>
                  </a:cubicBezTo>
                  <a:cubicBezTo>
                    <a:pt x="4013" y="15551"/>
                    <a:pt x="4378" y="15794"/>
                    <a:pt x="4712" y="16006"/>
                  </a:cubicBezTo>
                  <a:cubicBezTo>
                    <a:pt x="5047" y="16219"/>
                    <a:pt x="5442" y="16462"/>
                    <a:pt x="5806" y="16736"/>
                  </a:cubicBezTo>
                  <a:cubicBezTo>
                    <a:pt x="6566" y="17253"/>
                    <a:pt x="7417" y="17830"/>
                    <a:pt x="8329" y="18468"/>
                  </a:cubicBezTo>
                  <a:cubicBezTo>
                    <a:pt x="9241" y="19107"/>
                    <a:pt x="10214" y="19776"/>
                    <a:pt x="11308" y="20414"/>
                  </a:cubicBezTo>
                  <a:cubicBezTo>
                    <a:pt x="11886" y="20718"/>
                    <a:pt x="12463" y="21022"/>
                    <a:pt x="13101" y="21326"/>
                  </a:cubicBezTo>
                  <a:cubicBezTo>
                    <a:pt x="13740" y="21630"/>
                    <a:pt x="14439" y="21903"/>
                    <a:pt x="15168" y="22086"/>
                  </a:cubicBezTo>
                  <a:cubicBezTo>
                    <a:pt x="15867" y="22268"/>
                    <a:pt x="16688" y="22481"/>
                    <a:pt x="17509" y="22511"/>
                  </a:cubicBezTo>
                  <a:cubicBezTo>
                    <a:pt x="17700" y="22518"/>
                    <a:pt x="17891" y="22522"/>
                    <a:pt x="18083" y="22522"/>
                  </a:cubicBezTo>
                  <a:cubicBezTo>
                    <a:pt x="18744" y="22522"/>
                    <a:pt x="19409" y="22477"/>
                    <a:pt x="20092" y="22359"/>
                  </a:cubicBezTo>
                  <a:cubicBezTo>
                    <a:pt x="20974" y="22146"/>
                    <a:pt x="21855" y="21903"/>
                    <a:pt x="22646" y="21508"/>
                  </a:cubicBezTo>
                  <a:cubicBezTo>
                    <a:pt x="23010" y="21326"/>
                    <a:pt x="23406" y="21113"/>
                    <a:pt x="23740" y="20900"/>
                  </a:cubicBezTo>
                  <a:cubicBezTo>
                    <a:pt x="24074" y="20687"/>
                    <a:pt x="24439" y="20444"/>
                    <a:pt x="24743" y="20231"/>
                  </a:cubicBezTo>
                  <a:cubicBezTo>
                    <a:pt x="26020" y="19259"/>
                    <a:pt x="27053" y="18165"/>
                    <a:pt x="27934" y="17101"/>
                  </a:cubicBezTo>
                  <a:cubicBezTo>
                    <a:pt x="28786" y="16006"/>
                    <a:pt x="29515" y="14943"/>
                    <a:pt x="30123" y="13879"/>
                  </a:cubicBezTo>
                  <a:cubicBezTo>
                    <a:pt x="30731" y="12815"/>
                    <a:pt x="31217" y="11842"/>
                    <a:pt x="31643" y="10870"/>
                  </a:cubicBezTo>
                  <a:cubicBezTo>
                    <a:pt x="32524" y="9015"/>
                    <a:pt x="33041" y="7374"/>
                    <a:pt x="33406" y="6249"/>
                  </a:cubicBezTo>
                  <a:cubicBezTo>
                    <a:pt x="33588" y="5672"/>
                    <a:pt x="33679" y="5216"/>
                    <a:pt x="33770" y="4882"/>
                  </a:cubicBezTo>
                  <a:cubicBezTo>
                    <a:pt x="33831" y="4547"/>
                    <a:pt x="33892" y="4335"/>
                    <a:pt x="33892" y="4335"/>
                  </a:cubicBezTo>
                  <a:cubicBezTo>
                    <a:pt x="34348" y="2420"/>
                    <a:pt x="33163" y="474"/>
                    <a:pt x="31248" y="110"/>
                  </a:cubicBezTo>
                  <a:cubicBezTo>
                    <a:pt x="30957" y="36"/>
                    <a:pt x="30666" y="0"/>
                    <a:pt x="3037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59"/>
            <p:cNvSpPr/>
            <p:nvPr/>
          </p:nvSpPr>
          <p:spPr>
            <a:xfrm flipH="1">
              <a:off x="909784" y="2189478"/>
              <a:ext cx="403948" cy="189981"/>
            </a:xfrm>
            <a:custGeom>
              <a:avLst/>
              <a:gdLst/>
              <a:ahLst/>
              <a:cxnLst/>
              <a:rect l="l" t="t" r="r" b="b"/>
              <a:pathLst>
                <a:path w="25534" h="12007" extrusionOk="0">
                  <a:moveTo>
                    <a:pt x="11156" y="0"/>
                  </a:moveTo>
                  <a:cubicBezTo>
                    <a:pt x="11156" y="0"/>
                    <a:pt x="11004" y="5928"/>
                    <a:pt x="5411" y="6080"/>
                  </a:cubicBezTo>
                  <a:cubicBezTo>
                    <a:pt x="3587" y="6110"/>
                    <a:pt x="1" y="12007"/>
                    <a:pt x="1" y="12007"/>
                  </a:cubicBezTo>
                  <a:lnTo>
                    <a:pt x="25533" y="12007"/>
                  </a:lnTo>
                  <a:cubicBezTo>
                    <a:pt x="25533" y="12007"/>
                    <a:pt x="23800" y="6110"/>
                    <a:pt x="23010" y="6080"/>
                  </a:cubicBezTo>
                  <a:cubicBezTo>
                    <a:pt x="17417" y="5928"/>
                    <a:pt x="17965" y="1186"/>
                    <a:pt x="17965" y="1186"/>
                  </a:cubicBezTo>
                  <a:lnTo>
                    <a:pt x="14226" y="1064"/>
                  </a:lnTo>
                  <a:lnTo>
                    <a:pt x="11156"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59"/>
            <p:cNvSpPr/>
            <p:nvPr/>
          </p:nvSpPr>
          <p:spPr>
            <a:xfrm flipH="1">
              <a:off x="861707" y="2280758"/>
              <a:ext cx="416920" cy="488741"/>
            </a:xfrm>
            <a:custGeom>
              <a:avLst/>
              <a:gdLst/>
              <a:ahLst/>
              <a:cxnLst/>
              <a:rect l="l" t="t" r="r" b="b"/>
              <a:pathLst>
                <a:path w="26354" h="30889" extrusionOk="0">
                  <a:moveTo>
                    <a:pt x="19645" y="0"/>
                  </a:moveTo>
                  <a:cubicBezTo>
                    <a:pt x="19296" y="0"/>
                    <a:pt x="19089" y="37"/>
                    <a:pt x="19089" y="37"/>
                  </a:cubicBezTo>
                  <a:cubicBezTo>
                    <a:pt x="19089" y="37"/>
                    <a:pt x="17539" y="2925"/>
                    <a:pt x="11824" y="3016"/>
                  </a:cubicBezTo>
                  <a:cubicBezTo>
                    <a:pt x="6080" y="2925"/>
                    <a:pt x="4530" y="219"/>
                    <a:pt x="4530" y="219"/>
                  </a:cubicBezTo>
                  <a:cubicBezTo>
                    <a:pt x="4530" y="219"/>
                    <a:pt x="2250" y="311"/>
                    <a:pt x="760" y="1040"/>
                  </a:cubicBezTo>
                  <a:cubicBezTo>
                    <a:pt x="2706" y="8122"/>
                    <a:pt x="1" y="11375"/>
                    <a:pt x="517" y="14444"/>
                  </a:cubicBezTo>
                  <a:cubicBezTo>
                    <a:pt x="1004" y="17484"/>
                    <a:pt x="1642" y="30888"/>
                    <a:pt x="1642" y="30888"/>
                  </a:cubicBezTo>
                  <a:lnTo>
                    <a:pt x="21794" y="30098"/>
                  </a:lnTo>
                  <a:cubicBezTo>
                    <a:pt x="20366" y="21131"/>
                    <a:pt x="23679" y="8365"/>
                    <a:pt x="23679" y="8365"/>
                  </a:cubicBezTo>
                  <a:cubicBezTo>
                    <a:pt x="23679" y="8365"/>
                    <a:pt x="26354" y="4232"/>
                    <a:pt x="23983" y="1891"/>
                  </a:cubicBezTo>
                  <a:cubicBezTo>
                    <a:pt x="22326" y="235"/>
                    <a:pt x="20530" y="0"/>
                    <a:pt x="1964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59"/>
            <p:cNvSpPr/>
            <p:nvPr/>
          </p:nvSpPr>
          <p:spPr>
            <a:xfrm flipH="1">
              <a:off x="977114" y="1903217"/>
              <a:ext cx="283241" cy="375278"/>
            </a:xfrm>
            <a:custGeom>
              <a:avLst/>
              <a:gdLst/>
              <a:ahLst/>
              <a:cxnLst/>
              <a:rect l="l" t="t" r="r" b="b"/>
              <a:pathLst>
                <a:path w="17904" h="23718" extrusionOk="0">
                  <a:moveTo>
                    <a:pt x="8901" y="0"/>
                  </a:moveTo>
                  <a:cubicBezTo>
                    <a:pt x="8792" y="0"/>
                    <a:pt x="8682" y="2"/>
                    <a:pt x="8572" y="7"/>
                  </a:cubicBezTo>
                  <a:cubicBezTo>
                    <a:pt x="3709" y="189"/>
                    <a:pt x="1064" y="2499"/>
                    <a:pt x="730" y="6816"/>
                  </a:cubicBezTo>
                  <a:cubicBezTo>
                    <a:pt x="1" y="15630"/>
                    <a:pt x="2402" y="18153"/>
                    <a:pt x="3466" y="18670"/>
                  </a:cubicBezTo>
                  <a:cubicBezTo>
                    <a:pt x="4056" y="18948"/>
                    <a:pt x="4699" y="19047"/>
                    <a:pt x="5316" y="19047"/>
                  </a:cubicBezTo>
                  <a:cubicBezTo>
                    <a:pt x="6857" y="19047"/>
                    <a:pt x="8238" y="18427"/>
                    <a:pt x="8238" y="18427"/>
                  </a:cubicBezTo>
                  <a:lnTo>
                    <a:pt x="8238" y="18427"/>
                  </a:lnTo>
                  <a:lnTo>
                    <a:pt x="8207" y="22257"/>
                  </a:lnTo>
                  <a:cubicBezTo>
                    <a:pt x="8741" y="23354"/>
                    <a:pt x="9673" y="23718"/>
                    <a:pt x="10673" y="23718"/>
                  </a:cubicBezTo>
                  <a:cubicBezTo>
                    <a:pt x="12636" y="23718"/>
                    <a:pt x="14864" y="22317"/>
                    <a:pt x="14864" y="22317"/>
                  </a:cubicBezTo>
                  <a:cubicBezTo>
                    <a:pt x="14864" y="22317"/>
                    <a:pt x="13891" y="17363"/>
                    <a:pt x="15381" y="14567"/>
                  </a:cubicBezTo>
                  <a:cubicBezTo>
                    <a:pt x="16870" y="11740"/>
                    <a:pt x="17326" y="11679"/>
                    <a:pt x="17326" y="11679"/>
                  </a:cubicBezTo>
                  <a:cubicBezTo>
                    <a:pt x="17904" y="9308"/>
                    <a:pt x="17448" y="6086"/>
                    <a:pt x="16080" y="4110"/>
                  </a:cubicBezTo>
                  <a:lnTo>
                    <a:pt x="15837" y="3776"/>
                  </a:lnTo>
                  <a:cubicBezTo>
                    <a:pt x="14258" y="1466"/>
                    <a:pt x="11666" y="0"/>
                    <a:pt x="89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59"/>
            <p:cNvSpPr/>
            <p:nvPr/>
          </p:nvSpPr>
          <p:spPr>
            <a:xfrm flipH="1">
              <a:off x="651096" y="2292878"/>
              <a:ext cx="426048" cy="512696"/>
            </a:xfrm>
            <a:custGeom>
              <a:avLst/>
              <a:gdLst/>
              <a:ahLst/>
              <a:cxnLst/>
              <a:rect l="l" t="t" r="r" b="b"/>
              <a:pathLst>
                <a:path w="26931" h="32403" extrusionOk="0">
                  <a:moveTo>
                    <a:pt x="9788" y="0"/>
                  </a:moveTo>
                  <a:cubicBezTo>
                    <a:pt x="9393" y="152"/>
                    <a:pt x="8845" y="1399"/>
                    <a:pt x="8390" y="2766"/>
                  </a:cubicBezTo>
                  <a:cubicBezTo>
                    <a:pt x="7721" y="4773"/>
                    <a:pt x="8177" y="7751"/>
                    <a:pt x="8967" y="9423"/>
                  </a:cubicBezTo>
                  <a:cubicBezTo>
                    <a:pt x="9788" y="10396"/>
                    <a:pt x="10973" y="11824"/>
                    <a:pt x="12341" y="13557"/>
                  </a:cubicBezTo>
                  <a:cubicBezTo>
                    <a:pt x="13709" y="15259"/>
                    <a:pt x="15320" y="17326"/>
                    <a:pt x="16870" y="19514"/>
                  </a:cubicBezTo>
                  <a:cubicBezTo>
                    <a:pt x="17630" y="20639"/>
                    <a:pt x="18420" y="21764"/>
                    <a:pt x="19058" y="22919"/>
                  </a:cubicBezTo>
                  <a:cubicBezTo>
                    <a:pt x="19423" y="23466"/>
                    <a:pt x="19727" y="24043"/>
                    <a:pt x="19940" y="24590"/>
                  </a:cubicBezTo>
                  <a:cubicBezTo>
                    <a:pt x="19970" y="24682"/>
                    <a:pt x="20062" y="24803"/>
                    <a:pt x="20092" y="24925"/>
                  </a:cubicBezTo>
                  <a:lnTo>
                    <a:pt x="20062" y="24925"/>
                  </a:lnTo>
                  <a:lnTo>
                    <a:pt x="19940" y="24955"/>
                  </a:lnTo>
                  <a:lnTo>
                    <a:pt x="19758" y="24955"/>
                  </a:lnTo>
                  <a:lnTo>
                    <a:pt x="19180" y="25016"/>
                  </a:lnTo>
                  <a:lnTo>
                    <a:pt x="18055" y="25138"/>
                  </a:lnTo>
                  <a:cubicBezTo>
                    <a:pt x="17296" y="25259"/>
                    <a:pt x="16566" y="25350"/>
                    <a:pt x="15837" y="25502"/>
                  </a:cubicBezTo>
                  <a:cubicBezTo>
                    <a:pt x="14408" y="25745"/>
                    <a:pt x="13040" y="26019"/>
                    <a:pt x="11703" y="26323"/>
                  </a:cubicBezTo>
                  <a:cubicBezTo>
                    <a:pt x="10396" y="26627"/>
                    <a:pt x="9149" y="26961"/>
                    <a:pt x="8025" y="27235"/>
                  </a:cubicBezTo>
                  <a:cubicBezTo>
                    <a:pt x="7447" y="27387"/>
                    <a:pt x="6900" y="27539"/>
                    <a:pt x="6383" y="27691"/>
                  </a:cubicBezTo>
                  <a:cubicBezTo>
                    <a:pt x="5836" y="27843"/>
                    <a:pt x="5380" y="27964"/>
                    <a:pt x="4894" y="28116"/>
                  </a:cubicBezTo>
                  <a:cubicBezTo>
                    <a:pt x="3982" y="28420"/>
                    <a:pt x="3101" y="28329"/>
                    <a:pt x="2402" y="28511"/>
                  </a:cubicBezTo>
                  <a:cubicBezTo>
                    <a:pt x="2037" y="28603"/>
                    <a:pt x="1733" y="28724"/>
                    <a:pt x="1490" y="28815"/>
                  </a:cubicBezTo>
                  <a:cubicBezTo>
                    <a:pt x="1216" y="28937"/>
                    <a:pt x="1034" y="29089"/>
                    <a:pt x="882" y="29211"/>
                  </a:cubicBezTo>
                  <a:cubicBezTo>
                    <a:pt x="578" y="29484"/>
                    <a:pt x="426" y="29667"/>
                    <a:pt x="426" y="29667"/>
                  </a:cubicBezTo>
                  <a:cubicBezTo>
                    <a:pt x="0" y="30518"/>
                    <a:pt x="244" y="31521"/>
                    <a:pt x="1034" y="32068"/>
                  </a:cubicBezTo>
                  <a:cubicBezTo>
                    <a:pt x="1125" y="32129"/>
                    <a:pt x="1307" y="32220"/>
                    <a:pt x="1459" y="32250"/>
                  </a:cubicBezTo>
                  <a:lnTo>
                    <a:pt x="1642" y="32341"/>
                  </a:lnTo>
                  <a:cubicBezTo>
                    <a:pt x="1642" y="32341"/>
                    <a:pt x="1854" y="32402"/>
                    <a:pt x="2219" y="32402"/>
                  </a:cubicBezTo>
                  <a:cubicBezTo>
                    <a:pt x="2554" y="32402"/>
                    <a:pt x="3010" y="32341"/>
                    <a:pt x="3587" y="32098"/>
                  </a:cubicBezTo>
                  <a:cubicBezTo>
                    <a:pt x="4134" y="31855"/>
                    <a:pt x="4803" y="31369"/>
                    <a:pt x="5715" y="31277"/>
                  </a:cubicBezTo>
                  <a:cubicBezTo>
                    <a:pt x="6566" y="31156"/>
                    <a:pt x="7569" y="31004"/>
                    <a:pt x="8663" y="30913"/>
                  </a:cubicBezTo>
                  <a:cubicBezTo>
                    <a:pt x="9757" y="30852"/>
                    <a:pt x="10973" y="30791"/>
                    <a:pt x="12250" y="30791"/>
                  </a:cubicBezTo>
                  <a:cubicBezTo>
                    <a:pt x="13526" y="30791"/>
                    <a:pt x="14864" y="30852"/>
                    <a:pt x="16232" y="30882"/>
                  </a:cubicBezTo>
                  <a:cubicBezTo>
                    <a:pt x="16745" y="30910"/>
                    <a:pt x="17261" y="30923"/>
                    <a:pt x="17770" y="30923"/>
                  </a:cubicBezTo>
                  <a:cubicBezTo>
                    <a:pt x="20605" y="30923"/>
                    <a:pt x="23233" y="30521"/>
                    <a:pt x="24135" y="30031"/>
                  </a:cubicBezTo>
                  <a:cubicBezTo>
                    <a:pt x="24226" y="29970"/>
                    <a:pt x="24408" y="29879"/>
                    <a:pt x="24499" y="29819"/>
                  </a:cubicBezTo>
                  <a:lnTo>
                    <a:pt x="24925" y="29545"/>
                  </a:lnTo>
                  <a:lnTo>
                    <a:pt x="25046" y="29484"/>
                  </a:lnTo>
                  <a:cubicBezTo>
                    <a:pt x="25138" y="29393"/>
                    <a:pt x="25320" y="29302"/>
                    <a:pt x="25442" y="29180"/>
                  </a:cubicBezTo>
                  <a:cubicBezTo>
                    <a:pt x="25715" y="28937"/>
                    <a:pt x="25958" y="28633"/>
                    <a:pt x="26141" y="28329"/>
                  </a:cubicBezTo>
                  <a:cubicBezTo>
                    <a:pt x="26505" y="27721"/>
                    <a:pt x="26749" y="27113"/>
                    <a:pt x="26809" y="26627"/>
                  </a:cubicBezTo>
                  <a:cubicBezTo>
                    <a:pt x="26931" y="26141"/>
                    <a:pt x="26931" y="25685"/>
                    <a:pt x="26931" y="25290"/>
                  </a:cubicBezTo>
                  <a:cubicBezTo>
                    <a:pt x="26901" y="24530"/>
                    <a:pt x="26779" y="23983"/>
                    <a:pt x="26657" y="23435"/>
                  </a:cubicBezTo>
                  <a:cubicBezTo>
                    <a:pt x="26505" y="22919"/>
                    <a:pt x="26353" y="22463"/>
                    <a:pt x="26201" y="21976"/>
                  </a:cubicBezTo>
                  <a:cubicBezTo>
                    <a:pt x="25867" y="21125"/>
                    <a:pt x="25533" y="20365"/>
                    <a:pt x="25138" y="19606"/>
                  </a:cubicBezTo>
                  <a:cubicBezTo>
                    <a:pt x="24378" y="18116"/>
                    <a:pt x="23587" y="16779"/>
                    <a:pt x="22797" y="15533"/>
                  </a:cubicBezTo>
                  <a:cubicBezTo>
                    <a:pt x="21186" y="13040"/>
                    <a:pt x="19606" y="10821"/>
                    <a:pt x="18207" y="8967"/>
                  </a:cubicBezTo>
                  <a:cubicBezTo>
                    <a:pt x="16779" y="7083"/>
                    <a:pt x="15563" y="5624"/>
                    <a:pt x="14742" y="4560"/>
                  </a:cubicBezTo>
                  <a:cubicBezTo>
                    <a:pt x="13861" y="3526"/>
                    <a:pt x="13374" y="2918"/>
                    <a:pt x="13374" y="2918"/>
                  </a:cubicBezTo>
                  <a:cubicBezTo>
                    <a:pt x="12979" y="2462"/>
                    <a:pt x="10335" y="183"/>
                    <a:pt x="978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59"/>
            <p:cNvSpPr/>
            <p:nvPr/>
          </p:nvSpPr>
          <p:spPr>
            <a:xfrm flipH="1">
              <a:off x="905940" y="1925922"/>
              <a:ext cx="243343" cy="453061"/>
            </a:xfrm>
            <a:custGeom>
              <a:avLst/>
              <a:gdLst/>
              <a:ahLst/>
              <a:cxnLst/>
              <a:rect l="l" t="t" r="r" b="b"/>
              <a:pathLst>
                <a:path w="15382" h="28634" extrusionOk="0">
                  <a:moveTo>
                    <a:pt x="10001" y="1"/>
                  </a:moveTo>
                  <a:cubicBezTo>
                    <a:pt x="9120" y="669"/>
                    <a:pt x="8208" y="1308"/>
                    <a:pt x="7266" y="1916"/>
                  </a:cubicBezTo>
                  <a:cubicBezTo>
                    <a:pt x="5016" y="3435"/>
                    <a:pt x="2585" y="5229"/>
                    <a:pt x="1" y="6384"/>
                  </a:cubicBezTo>
                  <a:cubicBezTo>
                    <a:pt x="1612" y="6992"/>
                    <a:pt x="3496" y="7144"/>
                    <a:pt x="4469" y="8572"/>
                  </a:cubicBezTo>
                  <a:cubicBezTo>
                    <a:pt x="5320" y="9727"/>
                    <a:pt x="5077" y="11338"/>
                    <a:pt x="4834" y="12706"/>
                  </a:cubicBezTo>
                  <a:cubicBezTo>
                    <a:pt x="4530" y="14104"/>
                    <a:pt x="4226" y="15624"/>
                    <a:pt x="4864" y="16931"/>
                  </a:cubicBezTo>
                  <a:cubicBezTo>
                    <a:pt x="5351" y="17873"/>
                    <a:pt x="6293" y="18481"/>
                    <a:pt x="6749" y="19423"/>
                  </a:cubicBezTo>
                  <a:cubicBezTo>
                    <a:pt x="7296" y="20457"/>
                    <a:pt x="7144" y="21703"/>
                    <a:pt x="6962" y="22858"/>
                  </a:cubicBezTo>
                  <a:cubicBezTo>
                    <a:pt x="6749" y="23983"/>
                    <a:pt x="6506" y="25168"/>
                    <a:pt x="6810" y="26293"/>
                  </a:cubicBezTo>
                  <a:cubicBezTo>
                    <a:pt x="7114" y="27448"/>
                    <a:pt x="8086" y="28633"/>
                    <a:pt x="9241" y="28633"/>
                  </a:cubicBezTo>
                  <a:cubicBezTo>
                    <a:pt x="9253" y="28633"/>
                    <a:pt x="9264" y="28634"/>
                    <a:pt x="9276" y="28634"/>
                  </a:cubicBezTo>
                  <a:cubicBezTo>
                    <a:pt x="11030" y="28634"/>
                    <a:pt x="12988" y="26333"/>
                    <a:pt x="14287" y="23132"/>
                  </a:cubicBezTo>
                  <a:cubicBezTo>
                    <a:pt x="14925" y="21551"/>
                    <a:pt x="15260" y="18086"/>
                    <a:pt x="15320" y="16353"/>
                  </a:cubicBezTo>
                  <a:cubicBezTo>
                    <a:pt x="15381" y="12797"/>
                    <a:pt x="15229" y="9210"/>
                    <a:pt x="14257" y="5806"/>
                  </a:cubicBezTo>
                  <a:cubicBezTo>
                    <a:pt x="13527" y="3314"/>
                    <a:pt x="12007" y="1581"/>
                    <a:pt x="100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59"/>
            <p:cNvSpPr/>
            <p:nvPr/>
          </p:nvSpPr>
          <p:spPr>
            <a:xfrm flipH="1">
              <a:off x="1011728" y="2426578"/>
              <a:ext cx="61097" cy="38971"/>
            </a:xfrm>
            <a:custGeom>
              <a:avLst/>
              <a:gdLst/>
              <a:ahLst/>
              <a:cxnLst/>
              <a:rect l="l" t="t" r="r" b="b"/>
              <a:pathLst>
                <a:path w="3862" h="2463" extrusionOk="0">
                  <a:moveTo>
                    <a:pt x="1916" y="0"/>
                  </a:moveTo>
                  <a:cubicBezTo>
                    <a:pt x="852" y="0"/>
                    <a:pt x="1" y="548"/>
                    <a:pt x="1" y="1247"/>
                  </a:cubicBezTo>
                  <a:cubicBezTo>
                    <a:pt x="1" y="1915"/>
                    <a:pt x="852" y="2462"/>
                    <a:pt x="1916" y="2462"/>
                  </a:cubicBezTo>
                  <a:cubicBezTo>
                    <a:pt x="3010" y="2462"/>
                    <a:pt x="3861" y="1915"/>
                    <a:pt x="3861" y="1247"/>
                  </a:cubicBezTo>
                  <a:cubicBezTo>
                    <a:pt x="3861" y="548"/>
                    <a:pt x="3010" y="0"/>
                    <a:pt x="19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59"/>
            <p:cNvSpPr/>
            <p:nvPr/>
          </p:nvSpPr>
          <p:spPr>
            <a:xfrm flipH="1">
              <a:off x="1675805" y="2395803"/>
              <a:ext cx="163500" cy="220281"/>
            </a:xfrm>
            <a:custGeom>
              <a:avLst/>
              <a:gdLst/>
              <a:ahLst/>
              <a:cxnLst/>
              <a:rect l="l" t="t" r="r" b="b"/>
              <a:pathLst>
                <a:path w="10335" h="13922" extrusionOk="0">
                  <a:moveTo>
                    <a:pt x="9058" y="0"/>
                  </a:moveTo>
                  <a:lnTo>
                    <a:pt x="0" y="1915"/>
                  </a:lnTo>
                  <a:lnTo>
                    <a:pt x="4104" y="13921"/>
                  </a:lnTo>
                  <a:lnTo>
                    <a:pt x="10335" y="12614"/>
                  </a:lnTo>
                  <a:lnTo>
                    <a:pt x="905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59"/>
            <p:cNvSpPr/>
            <p:nvPr/>
          </p:nvSpPr>
          <p:spPr>
            <a:xfrm flipH="1">
              <a:off x="1679174" y="2443888"/>
              <a:ext cx="145228" cy="126501"/>
            </a:xfrm>
            <a:custGeom>
              <a:avLst/>
              <a:gdLst/>
              <a:ahLst/>
              <a:cxnLst/>
              <a:rect l="l" t="t" r="r" b="b"/>
              <a:pathLst>
                <a:path w="9180" h="7995" extrusionOk="0">
                  <a:moveTo>
                    <a:pt x="8481" y="1"/>
                  </a:moveTo>
                  <a:lnTo>
                    <a:pt x="0" y="1824"/>
                  </a:lnTo>
                  <a:lnTo>
                    <a:pt x="2067" y="7995"/>
                  </a:lnTo>
                  <a:lnTo>
                    <a:pt x="9180" y="6445"/>
                  </a:lnTo>
                  <a:lnTo>
                    <a:pt x="848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59"/>
            <p:cNvSpPr/>
            <p:nvPr/>
          </p:nvSpPr>
          <p:spPr>
            <a:xfrm flipH="1">
              <a:off x="1689742" y="2373114"/>
              <a:ext cx="157267" cy="68464"/>
            </a:xfrm>
            <a:custGeom>
              <a:avLst/>
              <a:gdLst/>
              <a:ahLst/>
              <a:cxnLst/>
              <a:rect l="l" t="t" r="r" b="b"/>
              <a:pathLst>
                <a:path w="9941" h="4327" extrusionOk="0">
                  <a:moveTo>
                    <a:pt x="9207" y="1"/>
                  </a:moveTo>
                  <a:cubicBezTo>
                    <a:pt x="9188" y="1"/>
                    <a:pt x="9169" y="2"/>
                    <a:pt x="9150" y="6"/>
                  </a:cubicBezTo>
                  <a:lnTo>
                    <a:pt x="335" y="1920"/>
                  </a:lnTo>
                  <a:cubicBezTo>
                    <a:pt x="122" y="1951"/>
                    <a:pt x="1" y="2164"/>
                    <a:pt x="31" y="2376"/>
                  </a:cubicBezTo>
                  <a:lnTo>
                    <a:pt x="366" y="3987"/>
                  </a:lnTo>
                  <a:cubicBezTo>
                    <a:pt x="420" y="4206"/>
                    <a:pt x="598" y="4326"/>
                    <a:pt x="765" y="4326"/>
                  </a:cubicBezTo>
                  <a:cubicBezTo>
                    <a:pt x="784" y="4326"/>
                    <a:pt x="803" y="4325"/>
                    <a:pt x="822" y="4322"/>
                  </a:cubicBezTo>
                  <a:lnTo>
                    <a:pt x="9636" y="2407"/>
                  </a:lnTo>
                  <a:cubicBezTo>
                    <a:pt x="9849" y="2346"/>
                    <a:pt x="9940" y="2133"/>
                    <a:pt x="9940" y="1951"/>
                  </a:cubicBezTo>
                  <a:lnTo>
                    <a:pt x="9606" y="309"/>
                  </a:lnTo>
                  <a:cubicBezTo>
                    <a:pt x="9579" y="118"/>
                    <a:pt x="9380" y="1"/>
                    <a:pt x="92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59"/>
            <p:cNvSpPr/>
            <p:nvPr/>
          </p:nvSpPr>
          <p:spPr>
            <a:xfrm flipH="1">
              <a:off x="938640" y="1832854"/>
              <a:ext cx="301513" cy="180076"/>
            </a:xfrm>
            <a:custGeom>
              <a:avLst/>
              <a:gdLst/>
              <a:ahLst/>
              <a:cxnLst/>
              <a:rect l="l" t="t" r="r" b="b"/>
              <a:pathLst>
                <a:path w="19059" h="11381" extrusionOk="0">
                  <a:moveTo>
                    <a:pt x="9212" y="0"/>
                  </a:moveTo>
                  <a:cubicBezTo>
                    <a:pt x="695" y="0"/>
                    <a:pt x="0" y="8922"/>
                    <a:pt x="0" y="8922"/>
                  </a:cubicBezTo>
                  <a:cubicBezTo>
                    <a:pt x="0" y="8922"/>
                    <a:pt x="5336" y="11381"/>
                    <a:pt x="10983" y="11381"/>
                  </a:cubicBezTo>
                  <a:cubicBezTo>
                    <a:pt x="13807" y="11381"/>
                    <a:pt x="16708" y="10766"/>
                    <a:pt x="19058" y="8922"/>
                  </a:cubicBezTo>
                  <a:cubicBezTo>
                    <a:pt x="19058" y="8922"/>
                    <a:pt x="18967" y="472"/>
                    <a:pt x="9848" y="16"/>
                  </a:cubicBezTo>
                  <a:cubicBezTo>
                    <a:pt x="9632" y="5"/>
                    <a:pt x="9420" y="0"/>
                    <a:pt x="92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59"/>
            <p:cNvSpPr/>
            <p:nvPr/>
          </p:nvSpPr>
          <p:spPr>
            <a:xfrm flipH="1">
              <a:off x="1021347" y="1954292"/>
              <a:ext cx="318836" cy="103179"/>
            </a:xfrm>
            <a:custGeom>
              <a:avLst/>
              <a:gdLst/>
              <a:ahLst/>
              <a:cxnLst/>
              <a:rect l="l" t="t" r="r" b="b"/>
              <a:pathLst>
                <a:path w="20154" h="6521" extrusionOk="0">
                  <a:moveTo>
                    <a:pt x="6536" y="1"/>
                  </a:moveTo>
                  <a:cubicBezTo>
                    <a:pt x="6535" y="1"/>
                    <a:pt x="1" y="2615"/>
                    <a:pt x="791" y="4104"/>
                  </a:cubicBezTo>
                  <a:cubicBezTo>
                    <a:pt x="1252" y="4972"/>
                    <a:pt x="3929" y="6520"/>
                    <a:pt x="8308" y="6520"/>
                  </a:cubicBezTo>
                  <a:cubicBezTo>
                    <a:pt x="11446" y="6520"/>
                    <a:pt x="15458" y="5725"/>
                    <a:pt x="20153" y="3314"/>
                  </a:cubicBezTo>
                  <a:lnTo>
                    <a:pt x="20153" y="3314"/>
                  </a:lnTo>
                  <a:cubicBezTo>
                    <a:pt x="20153" y="3314"/>
                    <a:pt x="19719" y="3326"/>
                    <a:pt x="19005" y="3326"/>
                  </a:cubicBezTo>
                  <a:cubicBezTo>
                    <a:pt x="17220" y="3326"/>
                    <a:pt x="13688" y="3249"/>
                    <a:pt x="10822" y="2706"/>
                  </a:cubicBezTo>
                  <a:cubicBezTo>
                    <a:pt x="5108" y="1612"/>
                    <a:pt x="6536" y="1"/>
                    <a:pt x="653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59"/>
            <p:cNvSpPr/>
            <p:nvPr/>
          </p:nvSpPr>
          <p:spPr>
            <a:xfrm flipH="1">
              <a:off x="555400" y="2735813"/>
              <a:ext cx="963659" cy="72166"/>
            </a:xfrm>
            <a:custGeom>
              <a:avLst/>
              <a:gdLst/>
              <a:ahLst/>
              <a:cxnLst/>
              <a:rect l="l" t="t" r="r" b="b"/>
              <a:pathLst>
                <a:path w="60914" h="4561" extrusionOk="0">
                  <a:moveTo>
                    <a:pt x="1" y="1"/>
                  </a:moveTo>
                  <a:lnTo>
                    <a:pt x="1" y="4560"/>
                  </a:lnTo>
                  <a:lnTo>
                    <a:pt x="60914" y="4560"/>
                  </a:lnTo>
                  <a:lnTo>
                    <a:pt x="6091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897"/>
                                        </p:tgtEl>
                                        <p:attrNameLst>
                                          <p:attrName>style.visibility</p:attrName>
                                        </p:attrNameLst>
                                      </p:cBhvr>
                                      <p:to>
                                        <p:strVal val="visible"/>
                                      </p:to>
                                    </p:set>
                                    <p:anim calcmode="lin" valueType="num">
                                      <p:cBhvr additive="base">
                                        <p:cTn id="7" dur="1000"/>
                                        <p:tgtEl>
                                          <p:spTgt spid="897"/>
                                        </p:tgtEl>
                                        <p:attrNameLst>
                                          <p:attrName>ppt_x</p:attrName>
                                        </p:attrNameLst>
                                      </p:cBhvr>
                                      <p:tavLst>
                                        <p:tav tm="0">
                                          <p:val>
                                            <p:strVal val="#ppt_x-1"/>
                                          </p:val>
                                        </p:tav>
                                        <p:tav tm="100000">
                                          <p:val>
                                            <p:strVal val="#ppt_x"/>
                                          </p:val>
                                        </p:tav>
                                      </p:tavLst>
                                    </p:anim>
                                  </p:childTnLst>
                                </p:cTn>
                              </p:par>
                              <p:par>
                                <p:cTn id="8" presetID="2" presetClass="entr" presetSubtype="1" fill="hold" nodeType="withEffect">
                                  <p:stCondLst>
                                    <p:cond delay="0"/>
                                  </p:stCondLst>
                                  <p:childTnLst>
                                    <p:set>
                                      <p:cBhvr>
                                        <p:cTn id="9" dur="1" fill="hold">
                                          <p:stCondLst>
                                            <p:cond delay="0"/>
                                          </p:stCondLst>
                                        </p:cTn>
                                        <p:tgtEl>
                                          <p:spTgt spid="852"/>
                                        </p:tgtEl>
                                        <p:attrNameLst>
                                          <p:attrName>style.visibility</p:attrName>
                                        </p:attrNameLst>
                                      </p:cBhvr>
                                      <p:to>
                                        <p:strVal val="visible"/>
                                      </p:to>
                                    </p:set>
                                    <p:anim calcmode="lin" valueType="num">
                                      <p:cBhvr additive="base">
                                        <p:cTn id="10" dur="1000"/>
                                        <p:tgtEl>
                                          <p:spTgt spid="8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60"/>
          <p:cNvSpPr txBox="1">
            <a:spLocks noGrp="1"/>
          </p:cNvSpPr>
          <p:nvPr>
            <p:ph type="title"/>
          </p:nvPr>
        </p:nvSpPr>
        <p:spPr>
          <a:xfrm>
            <a:off x="1197363" y="2538100"/>
            <a:ext cx="27768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27" name="Google Shape;927;p60"/>
          <p:cNvSpPr txBox="1">
            <a:spLocks noGrp="1"/>
          </p:cNvSpPr>
          <p:nvPr>
            <p:ph type="subTitle" idx="1"/>
          </p:nvPr>
        </p:nvSpPr>
        <p:spPr>
          <a:xfrm>
            <a:off x="1197350" y="3602775"/>
            <a:ext cx="2776800" cy="109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full of iron oxide dust</a:t>
            </a:r>
            <a:endParaRPr/>
          </a:p>
        </p:txBody>
      </p:sp>
      <p:sp>
        <p:nvSpPr>
          <p:cNvPr id="928" name="Google Shape;928;p60"/>
          <p:cNvSpPr txBox="1">
            <a:spLocks noGrp="1"/>
          </p:cNvSpPr>
          <p:nvPr>
            <p:ph type="subTitle" idx="2"/>
          </p:nvPr>
        </p:nvSpPr>
        <p:spPr>
          <a:xfrm>
            <a:off x="5196038" y="3602775"/>
            <a:ext cx="2776800" cy="1095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t>
            </a:r>
            <a:endParaRPr/>
          </a:p>
          <a:p>
            <a:pPr marL="0" lvl="0" indent="0" algn="ctr" rtl="0">
              <a:spcBef>
                <a:spcPts val="0"/>
              </a:spcBef>
              <a:spcAft>
                <a:spcPts val="0"/>
              </a:spcAft>
              <a:buNone/>
            </a:pPr>
            <a:r>
              <a:rPr lang="en"/>
              <a:t>and is the second planet from the Sun</a:t>
            </a:r>
            <a:endParaRPr/>
          </a:p>
        </p:txBody>
      </p:sp>
      <p:sp>
        <p:nvSpPr>
          <p:cNvPr id="929" name="Google Shape;929;p60"/>
          <p:cNvSpPr txBox="1">
            <a:spLocks noGrp="1"/>
          </p:cNvSpPr>
          <p:nvPr>
            <p:ph type="title" idx="3"/>
          </p:nvPr>
        </p:nvSpPr>
        <p:spPr>
          <a:xfrm>
            <a:off x="5196038" y="2538100"/>
            <a:ext cx="27768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Us</a:t>
            </a:r>
            <a:endParaRPr/>
          </a:p>
        </p:txBody>
      </p:sp>
      <p:grpSp>
        <p:nvGrpSpPr>
          <p:cNvPr id="930" name="Google Shape;930;p60"/>
          <p:cNvGrpSpPr/>
          <p:nvPr/>
        </p:nvGrpSpPr>
        <p:grpSpPr>
          <a:xfrm>
            <a:off x="5382379" y="1137192"/>
            <a:ext cx="2351745" cy="1428216"/>
            <a:chOff x="1300500" y="2351500"/>
            <a:chExt cx="5146050" cy="3125200"/>
          </a:xfrm>
        </p:grpSpPr>
        <p:sp>
          <p:nvSpPr>
            <p:cNvPr id="931" name="Google Shape;931;p60"/>
            <p:cNvSpPr/>
            <p:nvPr/>
          </p:nvSpPr>
          <p:spPr>
            <a:xfrm>
              <a:off x="3225450" y="5082175"/>
              <a:ext cx="269925" cy="136400"/>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60"/>
            <p:cNvSpPr/>
            <p:nvPr/>
          </p:nvSpPr>
          <p:spPr>
            <a:xfrm>
              <a:off x="3225150" y="4562925"/>
              <a:ext cx="354950" cy="574825"/>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60"/>
            <p:cNvSpPr/>
            <p:nvPr/>
          </p:nvSpPr>
          <p:spPr>
            <a:xfrm>
              <a:off x="2853925" y="2617250"/>
              <a:ext cx="783075" cy="1983300"/>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60"/>
            <p:cNvSpPr/>
            <p:nvPr/>
          </p:nvSpPr>
          <p:spPr>
            <a:xfrm>
              <a:off x="2606525" y="2351500"/>
              <a:ext cx="854700" cy="410550"/>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60"/>
            <p:cNvSpPr/>
            <p:nvPr/>
          </p:nvSpPr>
          <p:spPr>
            <a:xfrm>
              <a:off x="2324825" y="3584450"/>
              <a:ext cx="508850" cy="864575"/>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60"/>
            <p:cNvSpPr/>
            <p:nvPr/>
          </p:nvSpPr>
          <p:spPr>
            <a:xfrm>
              <a:off x="2327775" y="3943475"/>
              <a:ext cx="864325" cy="509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60"/>
            <p:cNvSpPr/>
            <p:nvPr/>
          </p:nvSpPr>
          <p:spPr>
            <a:xfrm>
              <a:off x="2332075" y="4436475"/>
              <a:ext cx="988375" cy="17100"/>
            </a:xfrm>
            <a:custGeom>
              <a:avLst/>
              <a:gdLst/>
              <a:ahLst/>
              <a:cxnLst/>
              <a:rect l="l" t="t" r="r" b="b"/>
              <a:pathLst>
                <a:path w="39535" h="684" extrusionOk="0">
                  <a:moveTo>
                    <a:pt x="1" y="0"/>
                  </a:moveTo>
                  <a:lnTo>
                    <a:pt x="1" y="684"/>
                  </a:lnTo>
                  <a:lnTo>
                    <a:pt x="39534" y="684"/>
                  </a:lnTo>
                  <a:lnTo>
                    <a:pt x="395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60"/>
            <p:cNvSpPr/>
            <p:nvPr/>
          </p:nvSpPr>
          <p:spPr>
            <a:xfrm>
              <a:off x="2327825" y="4437600"/>
              <a:ext cx="864500" cy="508975"/>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60"/>
            <p:cNvSpPr/>
            <p:nvPr/>
          </p:nvSpPr>
          <p:spPr>
            <a:xfrm>
              <a:off x="2324700" y="4440725"/>
              <a:ext cx="509000" cy="864525"/>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60"/>
            <p:cNvSpPr/>
            <p:nvPr/>
          </p:nvSpPr>
          <p:spPr>
            <a:xfrm>
              <a:off x="2323525" y="4445000"/>
              <a:ext cx="17125" cy="988400"/>
            </a:xfrm>
            <a:custGeom>
              <a:avLst/>
              <a:gdLst/>
              <a:ahLst/>
              <a:cxnLst/>
              <a:rect l="l" t="t" r="r" b="b"/>
              <a:pathLst>
                <a:path w="685" h="39536" extrusionOk="0">
                  <a:moveTo>
                    <a:pt x="1" y="1"/>
                  </a:moveTo>
                  <a:lnTo>
                    <a:pt x="1" y="39536"/>
                  </a:lnTo>
                  <a:lnTo>
                    <a:pt x="685" y="39536"/>
                  </a:lnTo>
                  <a:lnTo>
                    <a:pt x="68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60"/>
            <p:cNvSpPr/>
            <p:nvPr/>
          </p:nvSpPr>
          <p:spPr>
            <a:xfrm>
              <a:off x="1830700" y="4440350"/>
              <a:ext cx="508875" cy="864575"/>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60"/>
            <p:cNvSpPr/>
            <p:nvPr/>
          </p:nvSpPr>
          <p:spPr>
            <a:xfrm>
              <a:off x="1471450" y="4456425"/>
              <a:ext cx="868425" cy="509050"/>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60"/>
            <p:cNvSpPr/>
            <p:nvPr/>
          </p:nvSpPr>
          <p:spPr>
            <a:xfrm>
              <a:off x="1343775" y="4436475"/>
              <a:ext cx="988325" cy="17100"/>
            </a:xfrm>
            <a:custGeom>
              <a:avLst/>
              <a:gdLst/>
              <a:ahLst/>
              <a:cxnLst/>
              <a:rect l="l" t="t" r="r" b="b"/>
              <a:pathLst>
                <a:path w="39533" h="684" extrusionOk="0">
                  <a:moveTo>
                    <a:pt x="0" y="0"/>
                  </a:moveTo>
                  <a:lnTo>
                    <a:pt x="0" y="684"/>
                  </a:lnTo>
                  <a:lnTo>
                    <a:pt x="39533" y="684"/>
                  </a:lnTo>
                  <a:lnTo>
                    <a:pt x="395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60"/>
            <p:cNvSpPr/>
            <p:nvPr/>
          </p:nvSpPr>
          <p:spPr>
            <a:xfrm>
              <a:off x="1471875" y="3943450"/>
              <a:ext cx="864500" cy="509000"/>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60"/>
            <p:cNvSpPr/>
            <p:nvPr/>
          </p:nvSpPr>
          <p:spPr>
            <a:xfrm>
              <a:off x="1830525" y="3584800"/>
              <a:ext cx="509000" cy="864500"/>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60"/>
            <p:cNvSpPr/>
            <p:nvPr/>
          </p:nvSpPr>
          <p:spPr>
            <a:xfrm>
              <a:off x="2323525" y="3456700"/>
              <a:ext cx="17125" cy="988325"/>
            </a:xfrm>
            <a:custGeom>
              <a:avLst/>
              <a:gdLst/>
              <a:ahLst/>
              <a:cxnLst/>
              <a:rect l="l" t="t" r="r" b="b"/>
              <a:pathLst>
                <a:path w="685" h="39533" extrusionOk="0">
                  <a:moveTo>
                    <a:pt x="1" y="0"/>
                  </a:moveTo>
                  <a:lnTo>
                    <a:pt x="1" y="39533"/>
                  </a:lnTo>
                  <a:lnTo>
                    <a:pt x="685" y="39533"/>
                  </a:lnTo>
                  <a:lnTo>
                    <a:pt x="68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60"/>
            <p:cNvSpPr/>
            <p:nvPr/>
          </p:nvSpPr>
          <p:spPr>
            <a:xfrm>
              <a:off x="1300500" y="3413375"/>
              <a:ext cx="2063175" cy="2063325"/>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60"/>
            <p:cNvSpPr/>
            <p:nvPr/>
          </p:nvSpPr>
          <p:spPr>
            <a:xfrm>
              <a:off x="1400250" y="3513175"/>
              <a:ext cx="1863700" cy="1863725"/>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60"/>
            <p:cNvSpPr/>
            <p:nvPr/>
          </p:nvSpPr>
          <p:spPr>
            <a:xfrm>
              <a:off x="5407300" y="3584650"/>
              <a:ext cx="509300" cy="864325"/>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60"/>
            <p:cNvSpPr/>
            <p:nvPr/>
          </p:nvSpPr>
          <p:spPr>
            <a:xfrm>
              <a:off x="5426850" y="3961525"/>
              <a:ext cx="868400" cy="509075"/>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60"/>
            <p:cNvSpPr/>
            <p:nvPr/>
          </p:nvSpPr>
          <p:spPr>
            <a:xfrm>
              <a:off x="5414950" y="4436475"/>
              <a:ext cx="988350" cy="17100"/>
            </a:xfrm>
            <a:custGeom>
              <a:avLst/>
              <a:gdLst/>
              <a:ahLst/>
              <a:cxnLst/>
              <a:rect l="l" t="t" r="r" b="b"/>
              <a:pathLst>
                <a:path w="39534" h="684" extrusionOk="0">
                  <a:moveTo>
                    <a:pt x="0" y="0"/>
                  </a:moveTo>
                  <a:lnTo>
                    <a:pt x="0" y="684"/>
                  </a:lnTo>
                  <a:lnTo>
                    <a:pt x="39534" y="684"/>
                  </a:lnTo>
                  <a:lnTo>
                    <a:pt x="395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60"/>
            <p:cNvSpPr/>
            <p:nvPr/>
          </p:nvSpPr>
          <p:spPr>
            <a:xfrm>
              <a:off x="5410675" y="4437600"/>
              <a:ext cx="864475" cy="509000"/>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60"/>
            <p:cNvSpPr/>
            <p:nvPr/>
          </p:nvSpPr>
          <p:spPr>
            <a:xfrm>
              <a:off x="5407550" y="4440800"/>
              <a:ext cx="508975" cy="864500"/>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60"/>
            <p:cNvSpPr/>
            <p:nvPr/>
          </p:nvSpPr>
          <p:spPr>
            <a:xfrm>
              <a:off x="5406400" y="4445000"/>
              <a:ext cx="17125" cy="988400"/>
            </a:xfrm>
            <a:custGeom>
              <a:avLst/>
              <a:gdLst/>
              <a:ahLst/>
              <a:cxnLst/>
              <a:rect l="l" t="t" r="r" b="b"/>
              <a:pathLst>
                <a:path w="685" h="39536" extrusionOk="0">
                  <a:moveTo>
                    <a:pt x="0" y="1"/>
                  </a:moveTo>
                  <a:lnTo>
                    <a:pt x="0" y="39536"/>
                  </a:lnTo>
                  <a:lnTo>
                    <a:pt x="684" y="39536"/>
                  </a:lnTo>
                  <a:lnTo>
                    <a:pt x="6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60"/>
            <p:cNvSpPr/>
            <p:nvPr/>
          </p:nvSpPr>
          <p:spPr>
            <a:xfrm>
              <a:off x="4913200" y="4440550"/>
              <a:ext cx="509275" cy="864325"/>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60"/>
            <p:cNvSpPr/>
            <p:nvPr/>
          </p:nvSpPr>
          <p:spPr>
            <a:xfrm>
              <a:off x="4567175" y="4457475"/>
              <a:ext cx="868425" cy="509050"/>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60"/>
            <p:cNvSpPr/>
            <p:nvPr/>
          </p:nvSpPr>
          <p:spPr>
            <a:xfrm>
              <a:off x="4426625" y="4436475"/>
              <a:ext cx="988350" cy="17100"/>
            </a:xfrm>
            <a:custGeom>
              <a:avLst/>
              <a:gdLst/>
              <a:ahLst/>
              <a:cxnLst/>
              <a:rect l="l" t="t" r="r" b="b"/>
              <a:pathLst>
                <a:path w="39534" h="684" extrusionOk="0">
                  <a:moveTo>
                    <a:pt x="1" y="0"/>
                  </a:moveTo>
                  <a:lnTo>
                    <a:pt x="1" y="684"/>
                  </a:lnTo>
                  <a:lnTo>
                    <a:pt x="39533" y="684"/>
                  </a:lnTo>
                  <a:lnTo>
                    <a:pt x="3953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60"/>
            <p:cNvSpPr/>
            <p:nvPr/>
          </p:nvSpPr>
          <p:spPr>
            <a:xfrm>
              <a:off x="4554775" y="3943475"/>
              <a:ext cx="864475" cy="508975"/>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60"/>
            <p:cNvSpPr/>
            <p:nvPr/>
          </p:nvSpPr>
          <p:spPr>
            <a:xfrm>
              <a:off x="4913375" y="3584800"/>
              <a:ext cx="509000" cy="864500"/>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60"/>
            <p:cNvSpPr/>
            <p:nvPr/>
          </p:nvSpPr>
          <p:spPr>
            <a:xfrm>
              <a:off x="5406400" y="3456700"/>
              <a:ext cx="17125" cy="988325"/>
            </a:xfrm>
            <a:custGeom>
              <a:avLst/>
              <a:gdLst/>
              <a:ahLst/>
              <a:cxnLst/>
              <a:rect l="l" t="t" r="r" b="b"/>
              <a:pathLst>
                <a:path w="685" h="39533" extrusionOk="0">
                  <a:moveTo>
                    <a:pt x="0" y="0"/>
                  </a:moveTo>
                  <a:lnTo>
                    <a:pt x="0" y="39533"/>
                  </a:lnTo>
                  <a:lnTo>
                    <a:pt x="684" y="39533"/>
                  </a:lnTo>
                  <a:lnTo>
                    <a:pt x="6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60"/>
            <p:cNvSpPr/>
            <p:nvPr/>
          </p:nvSpPr>
          <p:spPr>
            <a:xfrm>
              <a:off x="5269775" y="4299850"/>
              <a:ext cx="290375" cy="290375"/>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60"/>
            <p:cNvSpPr/>
            <p:nvPr/>
          </p:nvSpPr>
          <p:spPr>
            <a:xfrm>
              <a:off x="4383400" y="3413375"/>
              <a:ext cx="2063150" cy="2063325"/>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60"/>
            <p:cNvSpPr/>
            <p:nvPr/>
          </p:nvSpPr>
          <p:spPr>
            <a:xfrm>
              <a:off x="4483125" y="3513175"/>
              <a:ext cx="1863700" cy="1863725"/>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60"/>
            <p:cNvSpPr/>
            <p:nvPr/>
          </p:nvSpPr>
          <p:spPr>
            <a:xfrm>
              <a:off x="2307975" y="4272175"/>
              <a:ext cx="1296050" cy="611625"/>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60"/>
            <p:cNvSpPr/>
            <p:nvPr/>
          </p:nvSpPr>
          <p:spPr>
            <a:xfrm>
              <a:off x="2186925" y="4299850"/>
              <a:ext cx="290375" cy="290375"/>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60"/>
            <p:cNvSpPr/>
            <p:nvPr/>
          </p:nvSpPr>
          <p:spPr>
            <a:xfrm>
              <a:off x="3232150" y="4252450"/>
              <a:ext cx="660125" cy="660175"/>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60"/>
            <p:cNvSpPr/>
            <p:nvPr/>
          </p:nvSpPr>
          <p:spPr>
            <a:xfrm>
              <a:off x="2266350" y="2987075"/>
              <a:ext cx="987475" cy="1497550"/>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60"/>
            <p:cNvSpPr/>
            <p:nvPr/>
          </p:nvSpPr>
          <p:spPr>
            <a:xfrm>
              <a:off x="4819300" y="3000125"/>
              <a:ext cx="668000" cy="1471200"/>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60"/>
            <p:cNvSpPr/>
            <p:nvPr/>
          </p:nvSpPr>
          <p:spPr>
            <a:xfrm>
              <a:off x="3575100" y="3158825"/>
              <a:ext cx="1438750" cy="1415950"/>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60"/>
            <p:cNvSpPr/>
            <p:nvPr/>
          </p:nvSpPr>
          <p:spPr>
            <a:xfrm>
              <a:off x="3111100" y="2488225"/>
              <a:ext cx="2482350" cy="615775"/>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60"/>
            <p:cNvSpPr/>
            <p:nvPr/>
          </p:nvSpPr>
          <p:spPr>
            <a:xfrm>
              <a:off x="3460925" y="4481125"/>
              <a:ext cx="202825" cy="202875"/>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60"/>
            <p:cNvSpPr/>
            <p:nvPr/>
          </p:nvSpPr>
          <p:spPr>
            <a:xfrm>
              <a:off x="3710150" y="4001475"/>
              <a:ext cx="269950" cy="136400"/>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60"/>
            <p:cNvSpPr/>
            <p:nvPr/>
          </p:nvSpPr>
          <p:spPr>
            <a:xfrm>
              <a:off x="3512625" y="4071175"/>
              <a:ext cx="354950" cy="574825"/>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 name="Google Shape;974;p60"/>
          <p:cNvGrpSpPr/>
          <p:nvPr/>
        </p:nvGrpSpPr>
        <p:grpSpPr>
          <a:xfrm>
            <a:off x="4832528" y="895987"/>
            <a:ext cx="777567" cy="817486"/>
            <a:chOff x="4832528" y="895987"/>
            <a:chExt cx="777567" cy="817486"/>
          </a:xfrm>
        </p:grpSpPr>
        <p:sp>
          <p:nvSpPr>
            <p:cNvPr id="975" name="Google Shape;975;p60"/>
            <p:cNvSpPr/>
            <p:nvPr/>
          </p:nvSpPr>
          <p:spPr>
            <a:xfrm rot="-1379682">
              <a:off x="4936021" y="981772"/>
              <a:ext cx="570582" cy="645914"/>
            </a:xfrm>
            <a:custGeom>
              <a:avLst/>
              <a:gdLst/>
              <a:ahLst/>
              <a:cxnLst/>
              <a:rect l="l" t="t" r="r" b="b"/>
              <a:pathLst>
                <a:path w="30471" h="34494" extrusionOk="0">
                  <a:moveTo>
                    <a:pt x="3695" y="1"/>
                  </a:moveTo>
                  <a:cubicBezTo>
                    <a:pt x="1654" y="1"/>
                    <a:pt x="1" y="2124"/>
                    <a:pt x="1" y="4744"/>
                  </a:cubicBezTo>
                  <a:lnTo>
                    <a:pt x="1" y="21717"/>
                  </a:lnTo>
                  <a:cubicBezTo>
                    <a:pt x="1" y="24336"/>
                    <a:pt x="1654" y="26459"/>
                    <a:pt x="3695" y="26459"/>
                  </a:cubicBezTo>
                  <a:lnTo>
                    <a:pt x="9358" y="26459"/>
                  </a:lnTo>
                  <a:lnTo>
                    <a:pt x="14990" y="34141"/>
                  </a:lnTo>
                  <a:cubicBezTo>
                    <a:pt x="15163" y="34377"/>
                    <a:pt x="15395" y="34494"/>
                    <a:pt x="15626" y="34494"/>
                  </a:cubicBezTo>
                  <a:cubicBezTo>
                    <a:pt x="15883" y="34494"/>
                    <a:pt x="16138" y="34351"/>
                    <a:pt x="16312" y="34069"/>
                  </a:cubicBezTo>
                  <a:lnTo>
                    <a:pt x="20748" y="26885"/>
                  </a:lnTo>
                  <a:cubicBezTo>
                    <a:pt x="20913" y="26616"/>
                    <a:pt x="21165" y="26459"/>
                    <a:pt x="21433" y="26459"/>
                  </a:cubicBezTo>
                  <a:lnTo>
                    <a:pt x="26777" y="26459"/>
                  </a:lnTo>
                  <a:cubicBezTo>
                    <a:pt x="28816" y="26459"/>
                    <a:pt x="30471" y="24336"/>
                    <a:pt x="30471" y="21717"/>
                  </a:cubicBezTo>
                  <a:lnTo>
                    <a:pt x="30471" y="4744"/>
                  </a:lnTo>
                  <a:cubicBezTo>
                    <a:pt x="30471" y="2125"/>
                    <a:pt x="28817" y="1"/>
                    <a:pt x="26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 name="Google Shape;976;p60"/>
            <p:cNvGrpSpPr/>
            <p:nvPr/>
          </p:nvGrpSpPr>
          <p:grpSpPr>
            <a:xfrm rot="-1374672">
              <a:off x="5009042" y="1087620"/>
              <a:ext cx="371778" cy="274282"/>
              <a:chOff x="5223609" y="3731112"/>
              <a:chExt cx="371782" cy="274285"/>
            </a:xfrm>
          </p:grpSpPr>
          <p:sp>
            <p:nvSpPr>
              <p:cNvPr id="977" name="Google Shape;977;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9" name="Google Shape;979;p60"/>
          <p:cNvGrpSpPr/>
          <p:nvPr/>
        </p:nvGrpSpPr>
        <p:grpSpPr>
          <a:xfrm>
            <a:off x="2573378" y="542740"/>
            <a:ext cx="770374" cy="812173"/>
            <a:chOff x="2573378" y="542740"/>
            <a:chExt cx="770374" cy="812173"/>
          </a:xfrm>
        </p:grpSpPr>
        <p:sp>
          <p:nvSpPr>
            <p:cNvPr id="980" name="Google Shape;980;p60"/>
            <p:cNvSpPr/>
            <p:nvPr/>
          </p:nvSpPr>
          <p:spPr>
            <a:xfrm rot="1314050">
              <a:off x="2673258" y="625851"/>
              <a:ext cx="570614" cy="645951"/>
            </a:xfrm>
            <a:custGeom>
              <a:avLst/>
              <a:gdLst/>
              <a:ahLst/>
              <a:cxnLst/>
              <a:rect l="l" t="t" r="r" b="b"/>
              <a:pathLst>
                <a:path w="30471" h="34494" extrusionOk="0">
                  <a:moveTo>
                    <a:pt x="3695" y="1"/>
                  </a:moveTo>
                  <a:cubicBezTo>
                    <a:pt x="1654" y="1"/>
                    <a:pt x="1" y="2124"/>
                    <a:pt x="1" y="4744"/>
                  </a:cubicBezTo>
                  <a:lnTo>
                    <a:pt x="1" y="21717"/>
                  </a:lnTo>
                  <a:cubicBezTo>
                    <a:pt x="1" y="24336"/>
                    <a:pt x="1654" y="26459"/>
                    <a:pt x="3695" y="26459"/>
                  </a:cubicBezTo>
                  <a:lnTo>
                    <a:pt x="9358" y="26459"/>
                  </a:lnTo>
                  <a:lnTo>
                    <a:pt x="14990" y="34141"/>
                  </a:lnTo>
                  <a:cubicBezTo>
                    <a:pt x="15163" y="34377"/>
                    <a:pt x="15395" y="34494"/>
                    <a:pt x="15626" y="34494"/>
                  </a:cubicBezTo>
                  <a:cubicBezTo>
                    <a:pt x="15883" y="34494"/>
                    <a:pt x="16138" y="34351"/>
                    <a:pt x="16312" y="34069"/>
                  </a:cubicBezTo>
                  <a:lnTo>
                    <a:pt x="20748" y="26885"/>
                  </a:lnTo>
                  <a:cubicBezTo>
                    <a:pt x="20913" y="26616"/>
                    <a:pt x="21165" y="26459"/>
                    <a:pt x="21433" y="26459"/>
                  </a:cubicBezTo>
                  <a:lnTo>
                    <a:pt x="26777" y="26459"/>
                  </a:lnTo>
                  <a:cubicBezTo>
                    <a:pt x="28816" y="26459"/>
                    <a:pt x="30471" y="24336"/>
                    <a:pt x="30471" y="21717"/>
                  </a:cubicBezTo>
                  <a:lnTo>
                    <a:pt x="30471" y="4744"/>
                  </a:lnTo>
                  <a:cubicBezTo>
                    <a:pt x="30471" y="2125"/>
                    <a:pt x="28817" y="1"/>
                    <a:pt x="267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60"/>
            <p:cNvSpPr/>
            <p:nvPr/>
          </p:nvSpPr>
          <p:spPr>
            <a:xfrm rot="1454455">
              <a:off x="2850037" y="746337"/>
              <a:ext cx="291985" cy="289068"/>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60"/>
          <p:cNvGrpSpPr/>
          <p:nvPr/>
        </p:nvGrpSpPr>
        <p:grpSpPr>
          <a:xfrm>
            <a:off x="1409893" y="895983"/>
            <a:ext cx="2351722" cy="1669422"/>
            <a:chOff x="238075" y="313400"/>
            <a:chExt cx="7167700" cy="5088150"/>
          </a:xfrm>
        </p:grpSpPr>
        <p:sp>
          <p:nvSpPr>
            <p:cNvPr id="983" name="Google Shape;983;p60"/>
            <p:cNvSpPr/>
            <p:nvPr/>
          </p:nvSpPr>
          <p:spPr>
            <a:xfrm>
              <a:off x="2157975" y="1239500"/>
              <a:ext cx="797675" cy="176400"/>
            </a:xfrm>
            <a:custGeom>
              <a:avLst/>
              <a:gdLst/>
              <a:ahLst/>
              <a:cxnLst/>
              <a:rect l="l" t="t" r="r" b="b"/>
              <a:pathLst>
                <a:path w="31907" h="7056" extrusionOk="0">
                  <a:moveTo>
                    <a:pt x="70" y="0"/>
                  </a:moveTo>
                  <a:cubicBezTo>
                    <a:pt x="31" y="0"/>
                    <a:pt x="0" y="31"/>
                    <a:pt x="0" y="69"/>
                  </a:cubicBezTo>
                  <a:lnTo>
                    <a:pt x="0" y="6988"/>
                  </a:lnTo>
                  <a:cubicBezTo>
                    <a:pt x="0" y="7025"/>
                    <a:pt x="31" y="7056"/>
                    <a:pt x="70" y="7056"/>
                  </a:cubicBezTo>
                  <a:lnTo>
                    <a:pt x="31839" y="7056"/>
                  </a:lnTo>
                  <a:cubicBezTo>
                    <a:pt x="31877" y="7056"/>
                    <a:pt x="31907" y="7025"/>
                    <a:pt x="31907" y="6988"/>
                  </a:cubicBezTo>
                  <a:lnTo>
                    <a:pt x="31907" y="69"/>
                  </a:lnTo>
                  <a:cubicBezTo>
                    <a:pt x="31907" y="31"/>
                    <a:pt x="31877" y="0"/>
                    <a:pt x="318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60"/>
            <p:cNvSpPr/>
            <p:nvPr/>
          </p:nvSpPr>
          <p:spPr>
            <a:xfrm>
              <a:off x="3812950" y="2851025"/>
              <a:ext cx="1244050" cy="636825"/>
            </a:xfrm>
            <a:custGeom>
              <a:avLst/>
              <a:gdLst/>
              <a:ahLst/>
              <a:cxnLst/>
              <a:rect l="l" t="t" r="r" b="b"/>
              <a:pathLst>
                <a:path w="49762" h="25473" extrusionOk="0">
                  <a:moveTo>
                    <a:pt x="0" y="1"/>
                  </a:moveTo>
                  <a:lnTo>
                    <a:pt x="12639" y="25472"/>
                  </a:lnTo>
                  <a:lnTo>
                    <a:pt x="49762" y="25472"/>
                  </a:lnTo>
                  <a:lnTo>
                    <a:pt x="4976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60"/>
            <p:cNvSpPr/>
            <p:nvPr/>
          </p:nvSpPr>
          <p:spPr>
            <a:xfrm>
              <a:off x="3189350" y="2599275"/>
              <a:ext cx="3999850" cy="1513950"/>
            </a:xfrm>
            <a:custGeom>
              <a:avLst/>
              <a:gdLst/>
              <a:ahLst/>
              <a:cxnLst/>
              <a:rect l="l" t="t" r="r" b="b"/>
              <a:pathLst>
                <a:path w="159994" h="60558" extrusionOk="0">
                  <a:moveTo>
                    <a:pt x="85565" y="0"/>
                  </a:moveTo>
                  <a:lnTo>
                    <a:pt x="13453" y="51041"/>
                  </a:lnTo>
                  <a:lnTo>
                    <a:pt x="468" y="60227"/>
                  </a:lnTo>
                  <a:lnTo>
                    <a:pt x="1" y="60558"/>
                  </a:lnTo>
                  <a:lnTo>
                    <a:pt x="107681" y="60558"/>
                  </a:lnTo>
                  <a:lnTo>
                    <a:pt x="108006" y="60227"/>
                  </a:lnTo>
                  <a:lnTo>
                    <a:pt x="130586" y="37194"/>
                  </a:lnTo>
                  <a:lnTo>
                    <a:pt x="156359" y="10900"/>
                  </a:lnTo>
                  <a:cubicBezTo>
                    <a:pt x="156585" y="10668"/>
                    <a:pt x="156797" y="10423"/>
                    <a:pt x="156992" y="10166"/>
                  </a:cubicBezTo>
                  <a:cubicBezTo>
                    <a:pt x="159994" y="6074"/>
                    <a:pt x="157133" y="0"/>
                    <a:pt x="1517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60"/>
            <p:cNvSpPr/>
            <p:nvPr/>
          </p:nvSpPr>
          <p:spPr>
            <a:xfrm>
              <a:off x="3814525" y="2131850"/>
              <a:ext cx="3587325" cy="724125"/>
            </a:xfrm>
            <a:custGeom>
              <a:avLst/>
              <a:gdLst/>
              <a:ahLst/>
              <a:cxnLst/>
              <a:rect l="l" t="t" r="r" b="b"/>
              <a:pathLst>
                <a:path w="143493" h="28965" extrusionOk="0">
                  <a:moveTo>
                    <a:pt x="24880" y="1"/>
                  </a:moveTo>
                  <a:cubicBezTo>
                    <a:pt x="16815" y="1"/>
                    <a:pt x="9652" y="3840"/>
                    <a:pt x="5101" y="9796"/>
                  </a:cubicBezTo>
                  <a:cubicBezTo>
                    <a:pt x="5047" y="9867"/>
                    <a:pt x="4993" y="9937"/>
                    <a:pt x="4937" y="10009"/>
                  </a:cubicBezTo>
                  <a:cubicBezTo>
                    <a:pt x="1840" y="14156"/>
                    <a:pt x="0" y="19305"/>
                    <a:pt x="0" y="24881"/>
                  </a:cubicBezTo>
                  <a:lnTo>
                    <a:pt x="0" y="28964"/>
                  </a:lnTo>
                  <a:lnTo>
                    <a:pt x="49501" y="28964"/>
                  </a:lnTo>
                  <a:lnTo>
                    <a:pt x="60029" y="20537"/>
                  </a:lnTo>
                  <a:lnTo>
                    <a:pt x="120059" y="20806"/>
                  </a:lnTo>
                  <a:lnTo>
                    <a:pt x="127175" y="15554"/>
                  </a:lnTo>
                  <a:lnTo>
                    <a:pt x="134678" y="10009"/>
                  </a:lnTo>
                  <a:lnTo>
                    <a:pt x="141336" y="5096"/>
                  </a:lnTo>
                  <a:cubicBezTo>
                    <a:pt x="141368" y="5072"/>
                    <a:pt x="141392" y="5049"/>
                    <a:pt x="141424" y="5025"/>
                  </a:cubicBezTo>
                  <a:cubicBezTo>
                    <a:pt x="143493" y="3382"/>
                    <a:pt x="142339" y="1"/>
                    <a:pt x="13965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60"/>
            <p:cNvSpPr/>
            <p:nvPr/>
          </p:nvSpPr>
          <p:spPr>
            <a:xfrm>
              <a:off x="3525650" y="2599250"/>
              <a:ext cx="3663550" cy="1513975"/>
            </a:xfrm>
            <a:custGeom>
              <a:avLst/>
              <a:gdLst/>
              <a:ahLst/>
              <a:cxnLst/>
              <a:rect l="l" t="t" r="r" b="b"/>
              <a:pathLst>
                <a:path w="146542" h="60559" extrusionOk="0">
                  <a:moveTo>
                    <a:pt x="72114" y="0"/>
                  </a:moveTo>
                  <a:lnTo>
                    <a:pt x="1" y="51041"/>
                  </a:lnTo>
                  <a:cubicBezTo>
                    <a:pt x="578" y="54295"/>
                    <a:pt x="1170" y="57541"/>
                    <a:pt x="1738" y="60559"/>
                  </a:cubicBezTo>
                  <a:lnTo>
                    <a:pt x="14984" y="60559"/>
                  </a:lnTo>
                  <a:cubicBezTo>
                    <a:pt x="25045" y="41635"/>
                    <a:pt x="54829" y="10162"/>
                    <a:pt x="141658" y="10162"/>
                  </a:cubicBezTo>
                  <a:cubicBezTo>
                    <a:pt x="142283" y="10162"/>
                    <a:pt x="142910" y="10164"/>
                    <a:pt x="143540" y="10167"/>
                  </a:cubicBezTo>
                  <a:cubicBezTo>
                    <a:pt x="146542" y="6075"/>
                    <a:pt x="143681" y="1"/>
                    <a:pt x="13832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60"/>
            <p:cNvSpPr/>
            <p:nvPr/>
          </p:nvSpPr>
          <p:spPr>
            <a:xfrm>
              <a:off x="3937975" y="2131900"/>
              <a:ext cx="3467800" cy="250200"/>
            </a:xfrm>
            <a:custGeom>
              <a:avLst/>
              <a:gdLst/>
              <a:ahLst/>
              <a:cxnLst/>
              <a:rect l="l" t="t" r="r" b="b"/>
              <a:pathLst>
                <a:path w="138712" h="10008" extrusionOk="0">
                  <a:moveTo>
                    <a:pt x="134955" y="0"/>
                  </a:moveTo>
                  <a:cubicBezTo>
                    <a:pt x="134954" y="0"/>
                    <a:pt x="134953" y="0"/>
                    <a:pt x="134953" y="0"/>
                  </a:cubicBezTo>
                  <a:lnTo>
                    <a:pt x="19942" y="0"/>
                  </a:lnTo>
                  <a:cubicBezTo>
                    <a:pt x="11878" y="0"/>
                    <a:pt x="4714" y="3838"/>
                    <a:pt x="165" y="9794"/>
                  </a:cubicBezTo>
                  <a:cubicBezTo>
                    <a:pt x="111" y="9865"/>
                    <a:pt x="55" y="9937"/>
                    <a:pt x="0" y="10007"/>
                  </a:cubicBezTo>
                  <a:lnTo>
                    <a:pt x="129740" y="10007"/>
                  </a:lnTo>
                  <a:lnTo>
                    <a:pt x="136486" y="5023"/>
                  </a:lnTo>
                  <a:lnTo>
                    <a:pt x="136580" y="4953"/>
                  </a:lnTo>
                  <a:cubicBezTo>
                    <a:pt x="138711" y="3381"/>
                    <a:pt x="137599" y="0"/>
                    <a:pt x="1349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60"/>
            <p:cNvSpPr/>
            <p:nvPr/>
          </p:nvSpPr>
          <p:spPr>
            <a:xfrm>
              <a:off x="1461525" y="3619500"/>
              <a:ext cx="2427125" cy="516700"/>
            </a:xfrm>
            <a:custGeom>
              <a:avLst/>
              <a:gdLst/>
              <a:ahLst/>
              <a:cxnLst/>
              <a:rect l="l" t="t" r="r" b="b"/>
              <a:pathLst>
                <a:path w="97085" h="20668" extrusionOk="0">
                  <a:moveTo>
                    <a:pt x="1" y="0"/>
                  </a:moveTo>
                  <a:lnTo>
                    <a:pt x="1" y="20668"/>
                  </a:lnTo>
                  <a:lnTo>
                    <a:pt x="82802" y="20668"/>
                  </a:lnTo>
                  <a:lnTo>
                    <a:pt x="9708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60"/>
            <p:cNvSpPr/>
            <p:nvPr/>
          </p:nvSpPr>
          <p:spPr>
            <a:xfrm>
              <a:off x="415600" y="3757375"/>
              <a:ext cx="1644200" cy="1644100"/>
            </a:xfrm>
            <a:custGeom>
              <a:avLst/>
              <a:gdLst/>
              <a:ahLst/>
              <a:cxnLst/>
              <a:rect l="l" t="t" r="r" b="b"/>
              <a:pathLst>
                <a:path w="65768" h="65764" extrusionOk="0">
                  <a:moveTo>
                    <a:pt x="32883" y="1"/>
                  </a:moveTo>
                  <a:cubicBezTo>
                    <a:pt x="17788" y="1"/>
                    <a:pt x="5080" y="10174"/>
                    <a:pt x="1211" y="24028"/>
                  </a:cubicBezTo>
                  <a:cubicBezTo>
                    <a:pt x="1068" y="24517"/>
                    <a:pt x="942" y="25031"/>
                    <a:pt x="823" y="25536"/>
                  </a:cubicBezTo>
                  <a:cubicBezTo>
                    <a:pt x="275" y="27948"/>
                    <a:pt x="1" y="30415"/>
                    <a:pt x="2" y="32889"/>
                  </a:cubicBezTo>
                  <a:cubicBezTo>
                    <a:pt x="2" y="33127"/>
                    <a:pt x="2" y="33364"/>
                    <a:pt x="9" y="33600"/>
                  </a:cubicBezTo>
                  <a:cubicBezTo>
                    <a:pt x="17" y="33908"/>
                    <a:pt x="26" y="34217"/>
                    <a:pt x="42" y="34525"/>
                  </a:cubicBezTo>
                  <a:cubicBezTo>
                    <a:pt x="886" y="51916"/>
                    <a:pt x="15269" y="65763"/>
                    <a:pt x="32883" y="65763"/>
                  </a:cubicBezTo>
                  <a:cubicBezTo>
                    <a:pt x="46011" y="65763"/>
                    <a:pt x="57329" y="58078"/>
                    <a:pt x="62605" y="46956"/>
                  </a:cubicBezTo>
                  <a:cubicBezTo>
                    <a:pt x="63104" y="45911"/>
                    <a:pt x="63544" y="44837"/>
                    <a:pt x="63923" y="43742"/>
                  </a:cubicBezTo>
                  <a:cubicBezTo>
                    <a:pt x="65145" y="40255"/>
                    <a:pt x="65768" y="36585"/>
                    <a:pt x="65765" y="32889"/>
                  </a:cubicBezTo>
                  <a:cubicBezTo>
                    <a:pt x="65766" y="30960"/>
                    <a:pt x="65596" y="29032"/>
                    <a:pt x="65252" y="27132"/>
                  </a:cubicBezTo>
                  <a:cubicBezTo>
                    <a:pt x="64201" y="21129"/>
                    <a:pt x="61517" y="15703"/>
                    <a:pt x="57693" y="11297"/>
                  </a:cubicBezTo>
                  <a:cubicBezTo>
                    <a:pt x="51665" y="4376"/>
                    <a:pt x="42780" y="1"/>
                    <a:pt x="3288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60"/>
            <p:cNvSpPr/>
            <p:nvPr/>
          </p:nvSpPr>
          <p:spPr>
            <a:xfrm>
              <a:off x="688350" y="4030100"/>
              <a:ext cx="1098800" cy="1098800"/>
            </a:xfrm>
            <a:custGeom>
              <a:avLst/>
              <a:gdLst/>
              <a:ahLst/>
              <a:cxnLst/>
              <a:rect l="l" t="t" r="r" b="b"/>
              <a:pathLst>
                <a:path w="43952" h="43952" extrusionOk="0">
                  <a:moveTo>
                    <a:pt x="21976" y="0"/>
                  </a:moveTo>
                  <a:cubicBezTo>
                    <a:pt x="16148" y="0"/>
                    <a:pt x="10558" y="2314"/>
                    <a:pt x="6436" y="6436"/>
                  </a:cubicBezTo>
                  <a:cubicBezTo>
                    <a:pt x="2315" y="10558"/>
                    <a:pt x="1" y="16148"/>
                    <a:pt x="1" y="21976"/>
                  </a:cubicBezTo>
                  <a:cubicBezTo>
                    <a:pt x="1" y="27804"/>
                    <a:pt x="2315" y="33394"/>
                    <a:pt x="6436" y="37516"/>
                  </a:cubicBezTo>
                  <a:cubicBezTo>
                    <a:pt x="10558" y="41636"/>
                    <a:pt x="16148" y="43952"/>
                    <a:pt x="21976" y="43952"/>
                  </a:cubicBezTo>
                  <a:cubicBezTo>
                    <a:pt x="27804" y="43952"/>
                    <a:pt x="33394" y="41636"/>
                    <a:pt x="37516" y="37516"/>
                  </a:cubicBezTo>
                  <a:cubicBezTo>
                    <a:pt x="41638" y="33394"/>
                    <a:pt x="43952" y="27804"/>
                    <a:pt x="43952" y="21976"/>
                  </a:cubicBezTo>
                  <a:cubicBezTo>
                    <a:pt x="43952" y="16148"/>
                    <a:pt x="41638" y="10558"/>
                    <a:pt x="37516" y="6436"/>
                  </a:cubicBezTo>
                  <a:cubicBezTo>
                    <a:pt x="33394" y="2314"/>
                    <a:pt x="27804" y="0"/>
                    <a:pt x="219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60"/>
            <p:cNvSpPr/>
            <p:nvPr/>
          </p:nvSpPr>
          <p:spPr>
            <a:xfrm>
              <a:off x="902050" y="4243775"/>
              <a:ext cx="671425" cy="671450"/>
            </a:xfrm>
            <a:custGeom>
              <a:avLst/>
              <a:gdLst/>
              <a:ahLst/>
              <a:cxnLst/>
              <a:rect l="l" t="t" r="r" b="b"/>
              <a:pathLst>
                <a:path w="26857" h="26858" extrusionOk="0">
                  <a:moveTo>
                    <a:pt x="13428" y="1"/>
                  </a:moveTo>
                  <a:cubicBezTo>
                    <a:pt x="9867" y="1"/>
                    <a:pt x="6452" y="1415"/>
                    <a:pt x="3934" y="3933"/>
                  </a:cubicBezTo>
                  <a:cubicBezTo>
                    <a:pt x="1414" y="6451"/>
                    <a:pt x="0" y="9867"/>
                    <a:pt x="0" y="13429"/>
                  </a:cubicBezTo>
                  <a:cubicBezTo>
                    <a:pt x="0" y="16990"/>
                    <a:pt x="1414" y="20405"/>
                    <a:pt x="3934" y="22923"/>
                  </a:cubicBezTo>
                  <a:cubicBezTo>
                    <a:pt x="6452" y="25442"/>
                    <a:pt x="9867" y="26857"/>
                    <a:pt x="13428" y="26857"/>
                  </a:cubicBezTo>
                  <a:cubicBezTo>
                    <a:pt x="16989" y="26857"/>
                    <a:pt x="20405" y="25442"/>
                    <a:pt x="22923" y="22923"/>
                  </a:cubicBezTo>
                  <a:cubicBezTo>
                    <a:pt x="25443" y="20405"/>
                    <a:pt x="26857" y="16990"/>
                    <a:pt x="26857" y="13429"/>
                  </a:cubicBezTo>
                  <a:cubicBezTo>
                    <a:pt x="26857" y="9867"/>
                    <a:pt x="25443" y="6451"/>
                    <a:pt x="22923" y="3933"/>
                  </a:cubicBezTo>
                  <a:cubicBezTo>
                    <a:pt x="20405" y="1415"/>
                    <a:pt x="16989" y="1"/>
                    <a:pt x="1342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60"/>
            <p:cNvSpPr/>
            <p:nvPr/>
          </p:nvSpPr>
          <p:spPr>
            <a:xfrm>
              <a:off x="1084050" y="4425775"/>
              <a:ext cx="307425" cy="307425"/>
            </a:xfrm>
            <a:custGeom>
              <a:avLst/>
              <a:gdLst/>
              <a:ahLst/>
              <a:cxnLst/>
              <a:rect l="l" t="t" r="r" b="b"/>
              <a:pathLst>
                <a:path w="12297" h="12297" extrusionOk="0">
                  <a:moveTo>
                    <a:pt x="6148" y="1"/>
                  </a:moveTo>
                  <a:cubicBezTo>
                    <a:pt x="2753" y="1"/>
                    <a:pt x="0" y="2754"/>
                    <a:pt x="0" y="6149"/>
                  </a:cubicBezTo>
                  <a:cubicBezTo>
                    <a:pt x="0" y="9544"/>
                    <a:pt x="2753" y="12297"/>
                    <a:pt x="6148" y="12297"/>
                  </a:cubicBezTo>
                  <a:cubicBezTo>
                    <a:pt x="9543" y="12297"/>
                    <a:pt x="12296" y="9544"/>
                    <a:pt x="12296" y="6149"/>
                  </a:cubicBezTo>
                  <a:cubicBezTo>
                    <a:pt x="12296" y="2754"/>
                    <a:pt x="9543" y="1"/>
                    <a:pt x="61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60"/>
            <p:cNvSpPr/>
            <p:nvPr/>
          </p:nvSpPr>
          <p:spPr>
            <a:xfrm>
              <a:off x="238075" y="3580025"/>
              <a:ext cx="1998950" cy="1007125"/>
            </a:xfrm>
            <a:custGeom>
              <a:avLst/>
              <a:gdLst/>
              <a:ahLst/>
              <a:cxnLst/>
              <a:rect l="l" t="t" r="r" b="b"/>
              <a:pathLst>
                <a:path w="79958" h="40285" extrusionOk="0">
                  <a:moveTo>
                    <a:pt x="39954" y="1"/>
                  </a:moveTo>
                  <a:cubicBezTo>
                    <a:pt x="36881" y="1"/>
                    <a:pt x="33820" y="356"/>
                    <a:pt x="30829" y="1060"/>
                  </a:cubicBezTo>
                  <a:cubicBezTo>
                    <a:pt x="16643" y="4377"/>
                    <a:pt x="5372" y="15253"/>
                    <a:pt x="1470" y="29210"/>
                  </a:cubicBezTo>
                  <a:cubicBezTo>
                    <a:pt x="1306" y="29810"/>
                    <a:pt x="1147" y="30434"/>
                    <a:pt x="1005" y="31042"/>
                  </a:cubicBezTo>
                  <a:cubicBezTo>
                    <a:pt x="337" y="33976"/>
                    <a:pt x="1" y="36975"/>
                    <a:pt x="2" y="39983"/>
                  </a:cubicBezTo>
                  <a:cubicBezTo>
                    <a:pt x="2" y="40086"/>
                    <a:pt x="9" y="40182"/>
                    <a:pt x="9" y="40284"/>
                  </a:cubicBezTo>
                  <a:lnTo>
                    <a:pt x="79951" y="40284"/>
                  </a:lnTo>
                  <a:cubicBezTo>
                    <a:pt x="79951" y="40182"/>
                    <a:pt x="79958" y="40086"/>
                    <a:pt x="79958" y="39983"/>
                  </a:cubicBezTo>
                  <a:cubicBezTo>
                    <a:pt x="79958" y="39431"/>
                    <a:pt x="79951" y="38886"/>
                    <a:pt x="79927" y="38342"/>
                  </a:cubicBezTo>
                  <a:cubicBezTo>
                    <a:pt x="79858" y="36541"/>
                    <a:pt x="79660" y="34749"/>
                    <a:pt x="79334" y="32978"/>
                  </a:cubicBezTo>
                  <a:cubicBezTo>
                    <a:pt x="78053" y="25687"/>
                    <a:pt x="74792" y="19093"/>
                    <a:pt x="70140" y="13738"/>
                  </a:cubicBezTo>
                  <a:cubicBezTo>
                    <a:pt x="62818" y="5316"/>
                    <a:pt x="52021" y="1"/>
                    <a:pt x="39992" y="1"/>
                  </a:cubicBezTo>
                  <a:cubicBezTo>
                    <a:pt x="39979" y="1"/>
                    <a:pt x="39966" y="1"/>
                    <a:pt x="399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60"/>
            <p:cNvSpPr/>
            <p:nvPr/>
          </p:nvSpPr>
          <p:spPr>
            <a:xfrm>
              <a:off x="1575900" y="4104950"/>
              <a:ext cx="4371250" cy="213850"/>
            </a:xfrm>
            <a:custGeom>
              <a:avLst/>
              <a:gdLst/>
              <a:ahLst/>
              <a:cxnLst/>
              <a:rect l="l" t="t" r="r" b="b"/>
              <a:pathLst>
                <a:path w="174850" h="8554" extrusionOk="0">
                  <a:moveTo>
                    <a:pt x="1" y="0"/>
                  </a:moveTo>
                  <a:lnTo>
                    <a:pt x="5593" y="4863"/>
                  </a:lnTo>
                  <a:cubicBezTo>
                    <a:pt x="8333" y="7241"/>
                    <a:pt x="11838" y="8551"/>
                    <a:pt x="15466" y="8553"/>
                  </a:cubicBezTo>
                  <a:lnTo>
                    <a:pt x="174849" y="8553"/>
                  </a:lnTo>
                  <a:lnTo>
                    <a:pt x="17484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60"/>
            <p:cNvSpPr/>
            <p:nvPr/>
          </p:nvSpPr>
          <p:spPr>
            <a:xfrm>
              <a:off x="1584100" y="3912375"/>
              <a:ext cx="2793300" cy="194200"/>
            </a:xfrm>
            <a:custGeom>
              <a:avLst/>
              <a:gdLst/>
              <a:ahLst/>
              <a:cxnLst/>
              <a:rect l="l" t="t" r="r" b="b"/>
              <a:pathLst>
                <a:path w="111732" h="7768" extrusionOk="0">
                  <a:moveTo>
                    <a:pt x="0" y="0"/>
                  </a:moveTo>
                  <a:lnTo>
                    <a:pt x="0" y="7768"/>
                  </a:lnTo>
                  <a:lnTo>
                    <a:pt x="111732" y="7768"/>
                  </a:lnTo>
                  <a:lnTo>
                    <a:pt x="11173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60"/>
            <p:cNvSpPr/>
            <p:nvPr/>
          </p:nvSpPr>
          <p:spPr>
            <a:xfrm>
              <a:off x="927775" y="1422050"/>
              <a:ext cx="1622400" cy="2697100"/>
            </a:xfrm>
            <a:custGeom>
              <a:avLst/>
              <a:gdLst/>
              <a:ahLst/>
              <a:cxnLst/>
              <a:rect l="l" t="t" r="r" b="b"/>
              <a:pathLst>
                <a:path w="64896" h="107884" extrusionOk="0">
                  <a:moveTo>
                    <a:pt x="46269" y="0"/>
                  </a:moveTo>
                  <a:cubicBezTo>
                    <a:pt x="44890" y="0"/>
                    <a:pt x="43705" y="40"/>
                    <a:pt x="42877" y="93"/>
                  </a:cubicBezTo>
                  <a:cubicBezTo>
                    <a:pt x="41059" y="204"/>
                    <a:pt x="39180" y="765"/>
                    <a:pt x="37268" y="1736"/>
                  </a:cubicBezTo>
                  <a:cubicBezTo>
                    <a:pt x="26969" y="6990"/>
                    <a:pt x="15690" y="24341"/>
                    <a:pt x="8289" y="49916"/>
                  </a:cubicBezTo>
                  <a:cubicBezTo>
                    <a:pt x="6533" y="56000"/>
                    <a:pt x="5122" y="62184"/>
                    <a:pt x="3748" y="68362"/>
                  </a:cubicBezTo>
                  <a:cubicBezTo>
                    <a:pt x="2389" y="74464"/>
                    <a:pt x="0" y="82370"/>
                    <a:pt x="5228" y="87244"/>
                  </a:cubicBezTo>
                  <a:cubicBezTo>
                    <a:pt x="9012" y="90772"/>
                    <a:pt x="12659" y="94461"/>
                    <a:pt x="16370" y="98065"/>
                  </a:cubicBezTo>
                  <a:lnTo>
                    <a:pt x="26480" y="107883"/>
                  </a:lnTo>
                  <a:cubicBezTo>
                    <a:pt x="26488" y="107876"/>
                    <a:pt x="26499" y="107871"/>
                    <a:pt x="26510" y="107868"/>
                  </a:cubicBezTo>
                  <a:lnTo>
                    <a:pt x="32443" y="104732"/>
                  </a:lnTo>
                  <a:lnTo>
                    <a:pt x="64361" y="87860"/>
                  </a:lnTo>
                  <a:cubicBezTo>
                    <a:pt x="64361" y="87860"/>
                    <a:pt x="56762" y="81053"/>
                    <a:pt x="53863" y="66575"/>
                  </a:cubicBezTo>
                  <a:cubicBezTo>
                    <a:pt x="51423" y="54340"/>
                    <a:pt x="52608" y="36828"/>
                    <a:pt x="55553" y="23267"/>
                  </a:cubicBezTo>
                  <a:cubicBezTo>
                    <a:pt x="57125" y="16001"/>
                    <a:pt x="59202" y="9863"/>
                    <a:pt x="61500" y="6278"/>
                  </a:cubicBezTo>
                  <a:cubicBezTo>
                    <a:pt x="64896" y="988"/>
                    <a:pt x="53153" y="0"/>
                    <a:pt x="4626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60"/>
            <p:cNvSpPr/>
            <p:nvPr/>
          </p:nvSpPr>
          <p:spPr>
            <a:xfrm>
              <a:off x="2013475" y="1456925"/>
              <a:ext cx="523300" cy="2323125"/>
            </a:xfrm>
            <a:custGeom>
              <a:avLst/>
              <a:gdLst/>
              <a:ahLst/>
              <a:cxnLst/>
              <a:rect l="l" t="t" r="r" b="b"/>
              <a:pathLst>
                <a:path w="20932" h="92925" extrusionOk="0">
                  <a:moveTo>
                    <a:pt x="15109" y="0"/>
                  </a:moveTo>
                  <a:cubicBezTo>
                    <a:pt x="12319" y="4392"/>
                    <a:pt x="9634" y="11236"/>
                    <a:pt x="7393" y="19261"/>
                  </a:cubicBezTo>
                  <a:cubicBezTo>
                    <a:pt x="2754" y="35818"/>
                    <a:pt x="1" y="57389"/>
                    <a:pt x="2121" y="72701"/>
                  </a:cubicBezTo>
                  <a:cubicBezTo>
                    <a:pt x="3372" y="81683"/>
                    <a:pt x="6189" y="88415"/>
                    <a:pt x="8711" y="92925"/>
                  </a:cubicBezTo>
                  <a:lnTo>
                    <a:pt x="20931" y="86465"/>
                  </a:lnTo>
                  <a:cubicBezTo>
                    <a:pt x="20931" y="86465"/>
                    <a:pt x="13332" y="79658"/>
                    <a:pt x="10434" y="65180"/>
                  </a:cubicBezTo>
                  <a:cubicBezTo>
                    <a:pt x="7993" y="52945"/>
                    <a:pt x="9178" y="35433"/>
                    <a:pt x="12124" y="21872"/>
                  </a:cubicBezTo>
                  <a:cubicBezTo>
                    <a:pt x="13697" y="14606"/>
                    <a:pt x="15774" y="8468"/>
                    <a:pt x="18071" y="4883"/>
                  </a:cubicBezTo>
                  <a:cubicBezTo>
                    <a:pt x="19630" y="2455"/>
                    <a:pt x="17994" y="937"/>
                    <a:pt x="151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60"/>
            <p:cNvSpPr/>
            <p:nvPr/>
          </p:nvSpPr>
          <p:spPr>
            <a:xfrm>
              <a:off x="948625" y="1431525"/>
              <a:ext cx="1017275" cy="2699725"/>
            </a:xfrm>
            <a:custGeom>
              <a:avLst/>
              <a:gdLst/>
              <a:ahLst/>
              <a:cxnLst/>
              <a:rect l="l" t="t" r="r" b="b"/>
              <a:pathLst>
                <a:path w="40691" h="107989" extrusionOk="0">
                  <a:moveTo>
                    <a:pt x="40165" y="0"/>
                  </a:moveTo>
                  <a:lnTo>
                    <a:pt x="40165" y="0"/>
                  </a:lnTo>
                  <a:cubicBezTo>
                    <a:pt x="38940" y="273"/>
                    <a:pt x="37695" y="717"/>
                    <a:pt x="36434" y="1357"/>
                  </a:cubicBezTo>
                  <a:cubicBezTo>
                    <a:pt x="26135" y="6611"/>
                    <a:pt x="14856" y="23962"/>
                    <a:pt x="7455" y="49537"/>
                  </a:cubicBezTo>
                  <a:cubicBezTo>
                    <a:pt x="5704" y="55591"/>
                    <a:pt x="4301" y="61751"/>
                    <a:pt x="2933" y="67901"/>
                  </a:cubicBezTo>
                  <a:cubicBezTo>
                    <a:pt x="1798" y="72993"/>
                    <a:pt x="0" y="80051"/>
                    <a:pt x="2596" y="84982"/>
                  </a:cubicBezTo>
                  <a:cubicBezTo>
                    <a:pt x="3245" y="86216"/>
                    <a:pt x="4780" y="87239"/>
                    <a:pt x="5793" y="88224"/>
                  </a:cubicBezTo>
                  <a:lnTo>
                    <a:pt x="9658" y="91980"/>
                  </a:lnTo>
                  <a:cubicBezTo>
                    <a:pt x="14990" y="97158"/>
                    <a:pt x="20321" y="102335"/>
                    <a:pt x="25656" y="107510"/>
                  </a:cubicBezTo>
                  <a:cubicBezTo>
                    <a:pt x="28349" y="107660"/>
                    <a:pt x="31077" y="107831"/>
                    <a:pt x="33772" y="107892"/>
                  </a:cubicBezTo>
                  <a:cubicBezTo>
                    <a:pt x="35128" y="107923"/>
                    <a:pt x="40690" y="107989"/>
                    <a:pt x="40690" y="107989"/>
                  </a:cubicBezTo>
                  <a:cubicBezTo>
                    <a:pt x="40690" y="107989"/>
                    <a:pt x="37083" y="104714"/>
                    <a:pt x="36181" y="103924"/>
                  </a:cubicBezTo>
                  <a:cubicBezTo>
                    <a:pt x="34114" y="102114"/>
                    <a:pt x="32153" y="100184"/>
                    <a:pt x="30070" y="98341"/>
                  </a:cubicBezTo>
                  <a:cubicBezTo>
                    <a:pt x="27688" y="96237"/>
                    <a:pt x="25396" y="94038"/>
                    <a:pt x="23419" y="91577"/>
                  </a:cubicBezTo>
                  <a:cubicBezTo>
                    <a:pt x="19932" y="87238"/>
                    <a:pt x="17762" y="81909"/>
                    <a:pt x="16421" y="76543"/>
                  </a:cubicBezTo>
                  <a:cubicBezTo>
                    <a:pt x="14213" y="67692"/>
                    <a:pt x="14465" y="58372"/>
                    <a:pt x="16296" y="49478"/>
                  </a:cubicBezTo>
                  <a:cubicBezTo>
                    <a:pt x="21440" y="24493"/>
                    <a:pt x="30728" y="6759"/>
                    <a:pt x="40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60"/>
            <p:cNvSpPr/>
            <p:nvPr/>
          </p:nvSpPr>
          <p:spPr>
            <a:xfrm>
              <a:off x="5365225" y="3757375"/>
              <a:ext cx="1644250" cy="1644175"/>
            </a:xfrm>
            <a:custGeom>
              <a:avLst/>
              <a:gdLst/>
              <a:ahLst/>
              <a:cxnLst/>
              <a:rect l="l" t="t" r="r" b="b"/>
              <a:pathLst>
                <a:path w="65770" h="65767" extrusionOk="0">
                  <a:moveTo>
                    <a:pt x="32891" y="1"/>
                  </a:moveTo>
                  <a:cubicBezTo>
                    <a:pt x="17793" y="1"/>
                    <a:pt x="5084" y="10172"/>
                    <a:pt x="1212" y="24025"/>
                  </a:cubicBezTo>
                  <a:cubicBezTo>
                    <a:pt x="1074" y="24520"/>
                    <a:pt x="945" y="25032"/>
                    <a:pt x="826" y="25536"/>
                  </a:cubicBezTo>
                  <a:cubicBezTo>
                    <a:pt x="277" y="27948"/>
                    <a:pt x="1" y="30414"/>
                    <a:pt x="2" y="32888"/>
                  </a:cubicBezTo>
                  <a:cubicBezTo>
                    <a:pt x="2" y="33126"/>
                    <a:pt x="2" y="33364"/>
                    <a:pt x="11" y="33601"/>
                  </a:cubicBezTo>
                  <a:cubicBezTo>
                    <a:pt x="387" y="51427"/>
                    <a:pt x="14962" y="65766"/>
                    <a:pt x="32890" y="65766"/>
                  </a:cubicBezTo>
                  <a:cubicBezTo>
                    <a:pt x="46009" y="65766"/>
                    <a:pt x="57335" y="58075"/>
                    <a:pt x="62609" y="46961"/>
                  </a:cubicBezTo>
                  <a:cubicBezTo>
                    <a:pt x="64633" y="42694"/>
                    <a:pt x="65768" y="37923"/>
                    <a:pt x="65768" y="32888"/>
                  </a:cubicBezTo>
                  <a:cubicBezTo>
                    <a:pt x="65769" y="30957"/>
                    <a:pt x="65598" y="29029"/>
                    <a:pt x="65255" y="27129"/>
                  </a:cubicBezTo>
                  <a:cubicBezTo>
                    <a:pt x="64203" y="21132"/>
                    <a:pt x="61520" y="15702"/>
                    <a:pt x="57693" y="11298"/>
                  </a:cubicBezTo>
                  <a:cubicBezTo>
                    <a:pt x="51669" y="4376"/>
                    <a:pt x="42788" y="1"/>
                    <a:pt x="3289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60"/>
            <p:cNvSpPr/>
            <p:nvPr/>
          </p:nvSpPr>
          <p:spPr>
            <a:xfrm>
              <a:off x="5638050" y="4030100"/>
              <a:ext cx="1098825" cy="1098800"/>
            </a:xfrm>
            <a:custGeom>
              <a:avLst/>
              <a:gdLst/>
              <a:ahLst/>
              <a:cxnLst/>
              <a:rect l="l" t="t" r="r" b="b"/>
              <a:pathLst>
                <a:path w="43953" h="43952" extrusionOk="0">
                  <a:moveTo>
                    <a:pt x="21977" y="0"/>
                  </a:moveTo>
                  <a:cubicBezTo>
                    <a:pt x="16149" y="0"/>
                    <a:pt x="10558" y="2314"/>
                    <a:pt x="6437" y="6436"/>
                  </a:cubicBezTo>
                  <a:cubicBezTo>
                    <a:pt x="2315" y="10558"/>
                    <a:pt x="1" y="16148"/>
                    <a:pt x="1" y="21976"/>
                  </a:cubicBezTo>
                  <a:cubicBezTo>
                    <a:pt x="1" y="27804"/>
                    <a:pt x="2315" y="33394"/>
                    <a:pt x="6437" y="37516"/>
                  </a:cubicBezTo>
                  <a:cubicBezTo>
                    <a:pt x="10558" y="41636"/>
                    <a:pt x="16149" y="43952"/>
                    <a:pt x="21977" y="43952"/>
                  </a:cubicBezTo>
                  <a:cubicBezTo>
                    <a:pt x="27804" y="43952"/>
                    <a:pt x="33395" y="41636"/>
                    <a:pt x="37516" y="37516"/>
                  </a:cubicBezTo>
                  <a:cubicBezTo>
                    <a:pt x="41638" y="33394"/>
                    <a:pt x="43952" y="27804"/>
                    <a:pt x="43952" y="21976"/>
                  </a:cubicBezTo>
                  <a:cubicBezTo>
                    <a:pt x="43952" y="16148"/>
                    <a:pt x="41638" y="10558"/>
                    <a:pt x="37516" y="6436"/>
                  </a:cubicBezTo>
                  <a:cubicBezTo>
                    <a:pt x="33395" y="2314"/>
                    <a:pt x="27804" y="0"/>
                    <a:pt x="21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60"/>
            <p:cNvSpPr/>
            <p:nvPr/>
          </p:nvSpPr>
          <p:spPr>
            <a:xfrm>
              <a:off x="1399000" y="1098150"/>
              <a:ext cx="461575" cy="461575"/>
            </a:xfrm>
            <a:custGeom>
              <a:avLst/>
              <a:gdLst/>
              <a:ahLst/>
              <a:cxnLst/>
              <a:rect l="l" t="t" r="r" b="b"/>
              <a:pathLst>
                <a:path w="18463" h="18463" extrusionOk="0">
                  <a:moveTo>
                    <a:pt x="9231" y="1"/>
                  </a:moveTo>
                  <a:cubicBezTo>
                    <a:pt x="6783" y="1"/>
                    <a:pt x="4435" y="973"/>
                    <a:pt x="2704" y="2704"/>
                  </a:cubicBezTo>
                  <a:cubicBezTo>
                    <a:pt x="973" y="4435"/>
                    <a:pt x="1" y="6783"/>
                    <a:pt x="1" y="9231"/>
                  </a:cubicBezTo>
                  <a:cubicBezTo>
                    <a:pt x="1" y="11680"/>
                    <a:pt x="973" y="14028"/>
                    <a:pt x="2704" y="15759"/>
                  </a:cubicBezTo>
                  <a:cubicBezTo>
                    <a:pt x="4435" y="17491"/>
                    <a:pt x="6783" y="18463"/>
                    <a:pt x="9231" y="18463"/>
                  </a:cubicBezTo>
                  <a:cubicBezTo>
                    <a:pt x="11680" y="18463"/>
                    <a:pt x="14028" y="17491"/>
                    <a:pt x="15759" y="15759"/>
                  </a:cubicBezTo>
                  <a:cubicBezTo>
                    <a:pt x="17491" y="14028"/>
                    <a:pt x="18463" y="11680"/>
                    <a:pt x="18463" y="9231"/>
                  </a:cubicBezTo>
                  <a:cubicBezTo>
                    <a:pt x="18463" y="6783"/>
                    <a:pt x="17491" y="4435"/>
                    <a:pt x="15759" y="2704"/>
                  </a:cubicBezTo>
                  <a:cubicBezTo>
                    <a:pt x="14028" y="973"/>
                    <a:pt x="11680" y="1"/>
                    <a:pt x="923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60"/>
            <p:cNvSpPr/>
            <p:nvPr/>
          </p:nvSpPr>
          <p:spPr>
            <a:xfrm>
              <a:off x="1705050" y="1059050"/>
              <a:ext cx="780000" cy="520025"/>
            </a:xfrm>
            <a:custGeom>
              <a:avLst/>
              <a:gdLst/>
              <a:ahLst/>
              <a:cxnLst/>
              <a:rect l="l" t="t" r="r" b="b"/>
              <a:pathLst>
                <a:path w="31200" h="20801" extrusionOk="0">
                  <a:moveTo>
                    <a:pt x="1" y="1"/>
                  </a:moveTo>
                  <a:lnTo>
                    <a:pt x="1" y="20800"/>
                  </a:lnTo>
                  <a:lnTo>
                    <a:pt x="31148" y="20800"/>
                  </a:lnTo>
                  <a:cubicBezTo>
                    <a:pt x="31177" y="20800"/>
                    <a:pt x="31199" y="20777"/>
                    <a:pt x="31199" y="20749"/>
                  </a:cubicBezTo>
                  <a:lnTo>
                    <a:pt x="31199" y="408"/>
                  </a:lnTo>
                  <a:cubicBezTo>
                    <a:pt x="31199" y="183"/>
                    <a:pt x="31019" y="1"/>
                    <a:pt x="307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60"/>
            <p:cNvSpPr/>
            <p:nvPr/>
          </p:nvSpPr>
          <p:spPr>
            <a:xfrm>
              <a:off x="1705050" y="1453975"/>
              <a:ext cx="780000" cy="125100"/>
            </a:xfrm>
            <a:custGeom>
              <a:avLst/>
              <a:gdLst/>
              <a:ahLst/>
              <a:cxnLst/>
              <a:rect l="l" t="t" r="r" b="b"/>
              <a:pathLst>
                <a:path w="31200" h="5004" extrusionOk="0">
                  <a:moveTo>
                    <a:pt x="1" y="1"/>
                  </a:moveTo>
                  <a:lnTo>
                    <a:pt x="1" y="5003"/>
                  </a:lnTo>
                  <a:lnTo>
                    <a:pt x="29028" y="5003"/>
                  </a:lnTo>
                  <a:cubicBezTo>
                    <a:pt x="30227" y="5003"/>
                    <a:pt x="31199" y="4031"/>
                    <a:pt x="31199" y="2832"/>
                  </a:cubicBezTo>
                  <a:lnTo>
                    <a:pt x="31199" y="1175"/>
                  </a:lnTo>
                  <a:cubicBezTo>
                    <a:pt x="31199" y="780"/>
                    <a:pt x="31187" y="390"/>
                    <a:pt x="311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60"/>
            <p:cNvSpPr/>
            <p:nvPr/>
          </p:nvSpPr>
          <p:spPr>
            <a:xfrm>
              <a:off x="5851750" y="4243775"/>
              <a:ext cx="671425" cy="671450"/>
            </a:xfrm>
            <a:custGeom>
              <a:avLst/>
              <a:gdLst/>
              <a:ahLst/>
              <a:cxnLst/>
              <a:rect l="l" t="t" r="r" b="b"/>
              <a:pathLst>
                <a:path w="26857" h="26858" extrusionOk="0">
                  <a:moveTo>
                    <a:pt x="13429" y="1"/>
                  </a:moveTo>
                  <a:cubicBezTo>
                    <a:pt x="9868" y="1"/>
                    <a:pt x="6452" y="1415"/>
                    <a:pt x="3934" y="3933"/>
                  </a:cubicBezTo>
                  <a:cubicBezTo>
                    <a:pt x="1414" y="6451"/>
                    <a:pt x="0" y="9867"/>
                    <a:pt x="0" y="13429"/>
                  </a:cubicBezTo>
                  <a:cubicBezTo>
                    <a:pt x="0" y="16990"/>
                    <a:pt x="1414" y="20405"/>
                    <a:pt x="3934" y="22923"/>
                  </a:cubicBezTo>
                  <a:cubicBezTo>
                    <a:pt x="6452" y="25442"/>
                    <a:pt x="9868" y="26857"/>
                    <a:pt x="13429" y="26857"/>
                  </a:cubicBezTo>
                  <a:cubicBezTo>
                    <a:pt x="16989" y="26857"/>
                    <a:pt x="20405" y="25442"/>
                    <a:pt x="22923" y="22923"/>
                  </a:cubicBezTo>
                  <a:cubicBezTo>
                    <a:pt x="25443" y="20405"/>
                    <a:pt x="26857" y="16990"/>
                    <a:pt x="26857" y="13429"/>
                  </a:cubicBezTo>
                  <a:cubicBezTo>
                    <a:pt x="26857" y="9867"/>
                    <a:pt x="25443" y="6451"/>
                    <a:pt x="22923" y="3933"/>
                  </a:cubicBezTo>
                  <a:cubicBezTo>
                    <a:pt x="20405" y="1415"/>
                    <a:pt x="16989" y="1"/>
                    <a:pt x="1342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60"/>
            <p:cNvSpPr/>
            <p:nvPr/>
          </p:nvSpPr>
          <p:spPr>
            <a:xfrm>
              <a:off x="1445275" y="1059050"/>
              <a:ext cx="259800" cy="520025"/>
            </a:xfrm>
            <a:custGeom>
              <a:avLst/>
              <a:gdLst/>
              <a:ahLst/>
              <a:cxnLst/>
              <a:rect l="l" t="t" r="r" b="b"/>
              <a:pathLst>
                <a:path w="10392" h="20801" extrusionOk="0">
                  <a:moveTo>
                    <a:pt x="780" y="1"/>
                  </a:moveTo>
                  <a:cubicBezTo>
                    <a:pt x="267" y="1"/>
                    <a:pt x="0" y="612"/>
                    <a:pt x="348" y="989"/>
                  </a:cubicBezTo>
                  <a:cubicBezTo>
                    <a:pt x="4286" y="5236"/>
                    <a:pt x="7207" y="10322"/>
                    <a:pt x="8891" y="15862"/>
                  </a:cubicBezTo>
                  <a:lnTo>
                    <a:pt x="10392" y="20800"/>
                  </a:lnTo>
                  <a:lnTo>
                    <a:pt x="103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60"/>
            <p:cNvSpPr/>
            <p:nvPr/>
          </p:nvSpPr>
          <p:spPr>
            <a:xfrm>
              <a:off x="2027775" y="562750"/>
              <a:ext cx="300050" cy="558700"/>
            </a:xfrm>
            <a:custGeom>
              <a:avLst/>
              <a:gdLst/>
              <a:ahLst/>
              <a:cxnLst/>
              <a:rect l="l" t="t" r="r" b="b"/>
              <a:pathLst>
                <a:path w="12002" h="22348" extrusionOk="0">
                  <a:moveTo>
                    <a:pt x="10356" y="0"/>
                  </a:moveTo>
                  <a:cubicBezTo>
                    <a:pt x="9479" y="0"/>
                    <a:pt x="8634" y="257"/>
                    <a:pt x="7831" y="770"/>
                  </a:cubicBezTo>
                  <a:cubicBezTo>
                    <a:pt x="1861" y="4585"/>
                    <a:pt x="74" y="21547"/>
                    <a:pt x="0" y="22268"/>
                  </a:cubicBezTo>
                  <a:lnTo>
                    <a:pt x="787" y="22348"/>
                  </a:lnTo>
                  <a:cubicBezTo>
                    <a:pt x="805" y="22174"/>
                    <a:pt x="2607" y="5044"/>
                    <a:pt x="8257" y="1435"/>
                  </a:cubicBezTo>
                  <a:cubicBezTo>
                    <a:pt x="8933" y="1003"/>
                    <a:pt x="9625" y="788"/>
                    <a:pt x="10349" y="788"/>
                  </a:cubicBezTo>
                  <a:cubicBezTo>
                    <a:pt x="10800" y="788"/>
                    <a:pt x="11264" y="871"/>
                    <a:pt x="11744" y="1037"/>
                  </a:cubicBezTo>
                  <a:lnTo>
                    <a:pt x="12001" y="290"/>
                  </a:lnTo>
                  <a:cubicBezTo>
                    <a:pt x="11442" y="97"/>
                    <a:pt x="10893" y="0"/>
                    <a:pt x="1035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60"/>
            <p:cNvSpPr/>
            <p:nvPr/>
          </p:nvSpPr>
          <p:spPr>
            <a:xfrm>
              <a:off x="2276250" y="313400"/>
              <a:ext cx="309375" cy="532000"/>
            </a:xfrm>
            <a:custGeom>
              <a:avLst/>
              <a:gdLst/>
              <a:ahLst/>
              <a:cxnLst/>
              <a:rect l="l" t="t" r="r" b="b"/>
              <a:pathLst>
                <a:path w="12375" h="21280" extrusionOk="0">
                  <a:moveTo>
                    <a:pt x="8325" y="0"/>
                  </a:moveTo>
                  <a:cubicBezTo>
                    <a:pt x="7109" y="0"/>
                    <a:pt x="5766" y="757"/>
                    <a:pt x="4504" y="2176"/>
                  </a:cubicBezTo>
                  <a:cubicBezTo>
                    <a:pt x="2981" y="3885"/>
                    <a:pt x="1698" y="6415"/>
                    <a:pt x="937" y="9213"/>
                  </a:cubicBezTo>
                  <a:cubicBezTo>
                    <a:pt x="177" y="12008"/>
                    <a:pt x="1" y="14841"/>
                    <a:pt x="447" y="17086"/>
                  </a:cubicBezTo>
                  <a:cubicBezTo>
                    <a:pt x="893" y="19331"/>
                    <a:pt x="1927" y="20804"/>
                    <a:pt x="3319" y="21183"/>
                  </a:cubicBezTo>
                  <a:cubicBezTo>
                    <a:pt x="3556" y="21247"/>
                    <a:pt x="3800" y="21279"/>
                    <a:pt x="4050" y="21279"/>
                  </a:cubicBezTo>
                  <a:cubicBezTo>
                    <a:pt x="5265" y="21279"/>
                    <a:pt x="6608" y="20523"/>
                    <a:pt x="7871" y="19105"/>
                  </a:cubicBezTo>
                  <a:cubicBezTo>
                    <a:pt x="9394" y="17396"/>
                    <a:pt x="10676" y="14864"/>
                    <a:pt x="11436" y="12068"/>
                  </a:cubicBezTo>
                  <a:cubicBezTo>
                    <a:pt x="12197" y="9273"/>
                    <a:pt x="12375" y="6440"/>
                    <a:pt x="11927" y="4195"/>
                  </a:cubicBezTo>
                  <a:cubicBezTo>
                    <a:pt x="11480" y="1950"/>
                    <a:pt x="10448" y="476"/>
                    <a:pt x="9056" y="97"/>
                  </a:cubicBezTo>
                  <a:cubicBezTo>
                    <a:pt x="8819" y="32"/>
                    <a:pt x="8575" y="0"/>
                    <a:pt x="83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60"/>
            <p:cNvSpPr/>
            <p:nvPr/>
          </p:nvSpPr>
          <p:spPr>
            <a:xfrm>
              <a:off x="6023875" y="4415900"/>
              <a:ext cx="327175" cy="327175"/>
            </a:xfrm>
            <a:custGeom>
              <a:avLst/>
              <a:gdLst/>
              <a:ahLst/>
              <a:cxnLst/>
              <a:rect l="l" t="t" r="r" b="b"/>
              <a:pathLst>
                <a:path w="13087" h="13087" extrusionOk="0">
                  <a:moveTo>
                    <a:pt x="6544" y="1"/>
                  </a:moveTo>
                  <a:cubicBezTo>
                    <a:pt x="2930" y="1"/>
                    <a:pt x="0" y="2930"/>
                    <a:pt x="0" y="6544"/>
                  </a:cubicBezTo>
                  <a:cubicBezTo>
                    <a:pt x="0" y="10158"/>
                    <a:pt x="2930" y="13087"/>
                    <a:pt x="6544" y="13087"/>
                  </a:cubicBezTo>
                  <a:cubicBezTo>
                    <a:pt x="10157" y="13087"/>
                    <a:pt x="13087" y="10158"/>
                    <a:pt x="13087" y="6544"/>
                  </a:cubicBezTo>
                  <a:cubicBezTo>
                    <a:pt x="13087" y="2930"/>
                    <a:pt x="10157" y="1"/>
                    <a:pt x="65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60"/>
            <p:cNvSpPr/>
            <p:nvPr/>
          </p:nvSpPr>
          <p:spPr>
            <a:xfrm>
              <a:off x="5187775" y="3580000"/>
              <a:ext cx="1999075" cy="1007150"/>
            </a:xfrm>
            <a:custGeom>
              <a:avLst/>
              <a:gdLst/>
              <a:ahLst/>
              <a:cxnLst/>
              <a:rect l="l" t="t" r="r" b="b"/>
              <a:pathLst>
                <a:path w="79963" h="40286" extrusionOk="0">
                  <a:moveTo>
                    <a:pt x="39988" y="1"/>
                  </a:moveTo>
                  <a:cubicBezTo>
                    <a:pt x="21633" y="1"/>
                    <a:pt x="6183" y="12367"/>
                    <a:pt x="1474" y="29208"/>
                  </a:cubicBezTo>
                  <a:cubicBezTo>
                    <a:pt x="1306" y="29810"/>
                    <a:pt x="1150" y="30433"/>
                    <a:pt x="1007" y="31045"/>
                  </a:cubicBezTo>
                  <a:cubicBezTo>
                    <a:pt x="337" y="33977"/>
                    <a:pt x="1" y="36976"/>
                    <a:pt x="4" y="39984"/>
                  </a:cubicBezTo>
                  <a:cubicBezTo>
                    <a:pt x="4" y="40084"/>
                    <a:pt x="8" y="40185"/>
                    <a:pt x="8" y="40285"/>
                  </a:cubicBezTo>
                  <a:lnTo>
                    <a:pt x="79952" y="40285"/>
                  </a:lnTo>
                  <a:cubicBezTo>
                    <a:pt x="79952" y="40184"/>
                    <a:pt x="79961" y="40084"/>
                    <a:pt x="79961" y="39984"/>
                  </a:cubicBezTo>
                  <a:cubicBezTo>
                    <a:pt x="79963" y="37636"/>
                    <a:pt x="79754" y="35293"/>
                    <a:pt x="79337" y="32982"/>
                  </a:cubicBezTo>
                  <a:cubicBezTo>
                    <a:pt x="78057" y="25691"/>
                    <a:pt x="74795" y="19091"/>
                    <a:pt x="70142" y="13736"/>
                  </a:cubicBezTo>
                  <a:cubicBezTo>
                    <a:pt x="62819" y="5320"/>
                    <a:pt x="52021" y="1"/>
                    <a:pt x="399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982"/>
                                        </p:tgtEl>
                                        <p:attrNameLst>
                                          <p:attrName>style.visibility</p:attrName>
                                        </p:attrNameLst>
                                      </p:cBhvr>
                                      <p:to>
                                        <p:strVal val="visible"/>
                                      </p:to>
                                    </p:set>
                                    <p:anim calcmode="lin" valueType="num">
                                      <p:cBhvr additive="base">
                                        <p:cTn id="7" dur="1000"/>
                                        <p:tgtEl>
                                          <p:spTgt spid="982"/>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930"/>
                                        </p:tgtEl>
                                        <p:attrNameLst>
                                          <p:attrName>style.visibility</p:attrName>
                                        </p:attrNameLst>
                                      </p:cBhvr>
                                      <p:to>
                                        <p:strVal val="visible"/>
                                      </p:to>
                                    </p:set>
                                    <p:anim calcmode="lin" valueType="num">
                                      <p:cBhvr additive="base">
                                        <p:cTn id="10" dur="1000"/>
                                        <p:tgtEl>
                                          <p:spTgt spid="93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61"/>
          <p:cNvSpPr txBox="1">
            <a:spLocks noGrp="1"/>
          </p:cNvSpPr>
          <p:nvPr>
            <p:ph type="title"/>
          </p:nvPr>
        </p:nvSpPr>
        <p:spPr>
          <a:xfrm>
            <a:off x="692175" y="631525"/>
            <a:ext cx="2776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Them</a:t>
            </a:r>
            <a:endParaRPr/>
          </a:p>
        </p:txBody>
      </p:sp>
      <p:sp>
        <p:nvSpPr>
          <p:cNvPr id="1016" name="Google Shape;1016;p61"/>
          <p:cNvSpPr txBox="1">
            <a:spLocks noGrp="1"/>
          </p:cNvSpPr>
          <p:nvPr>
            <p:ph type="subTitle" idx="1"/>
          </p:nvPr>
        </p:nvSpPr>
        <p:spPr>
          <a:xfrm>
            <a:off x="692175" y="1387225"/>
            <a:ext cx="2776800" cy="109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full of </a:t>
            </a:r>
            <a:endParaRPr/>
          </a:p>
          <a:p>
            <a:pPr marL="0" lvl="0" indent="0" algn="l" rtl="0">
              <a:spcBef>
                <a:spcPts val="0"/>
              </a:spcBef>
              <a:spcAft>
                <a:spcPts val="0"/>
              </a:spcAft>
              <a:buClr>
                <a:schemeClr val="dk1"/>
              </a:buClr>
              <a:buSzPts val="1100"/>
              <a:buFont typeface="Arial"/>
              <a:buNone/>
            </a:pPr>
            <a:r>
              <a:rPr lang="en"/>
              <a:t>iron oxide dust</a:t>
            </a:r>
            <a:endParaRPr/>
          </a:p>
        </p:txBody>
      </p:sp>
      <p:sp>
        <p:nvSpPr>
          <p:cNvPr id="1017" name="Google Shape;1017;p61"/>
          <p:cNvSpPr txBox="1">
            <a:spLocks noGrp="1"/>
          </p:cNvSpPr>
          <p:nvPr>
            <p:ph type="subTitle" idx="2"/>
          </p:nvPr>
        </p:nvSpPr>
        <p:spPr>
          <a:xfrm>
            <a:off x="5653977" y="3418588"/>
            <a:ext cx="2776800" cy="1095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 </a:t>
            </a:r>
            <a:endParaRPr/>
          </a:p>
          <a:p>
            <a:pPr marL="0" lvl="0" indent="0" algn="r" rtl="0">
              <a:spcBef>
                <a:spcPts val="0"/>
              </a:spcBef>
              <a:spcAft>
                <a:spcPts val="0"/>
              </a:spcAft>
              <a:buNone/>
            </a:pPr>
            <a:r>
              <a:rPr lang="en"/>
              <a:t>and is the second planet </a:t>
            </a:r>
            <a:endParaRPr/>
          </a:p>
          <a:p>
            <a:pPr marL="0" lvl="0" indent="0" algn="r" rtl="0">
              <a:spcBef>
                <a:spcPts val="0"/>
              </a:spcBef>
              <a:spcAft>
                <a:spcPts val="0"/>
              </a:spcAft>
              <a:buClr>
                <a:schemeClr val="dk1"/>
              </a:buClr>
              <a:buSzPts val="1100"/>
              <a:buFont typeface="Arial"/>
              <a:buNone/>
            </a:pPr>
            <a:r>
              <a:rPr lang="en"/>
              <a:t>from the Sun</a:t>
            </a:r>
            <a:endParaRPr/>
          </a:p>
        </p:txBody>
      </p:sp>
      <p:sp>
        <p:nvSpPr>
          <p:cNvPr id="1018" name="Google Shape;1018;p61"/>
          <p:cNvSpPr txBox="1">
            <a:spLocks noGrp="1"/>
          </p:cNvSpPr>
          <p:nvPr>
            <p:ph type="title" idx="3"/>
          </p:nvPr>
        </p:nvSpPr>
        <p:spPr>
          <a:xfrm>
            <a:off x="5653975" y="2662888"/>
            <a:ext cx="27768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Us</a:t>
            </a:r>
            <a:endParaRPr/>
          </a:p>
        </p:txBody>
      </p:sp>
      <p:grpSp>
        <p:nvGrpSpPr>
          <p:cNvPr id="1019" name="Google Shape;1019;p61"/>
          <p:cNvGrpSpPr/>
          <p:nvPr/>
        </p:nvGrpSpPr>
        <p:grpSpPr>
          <a:xfrm>
            <a:off x="4732085" y="705009"/>
            <a:ext cx="2488094" cy="1763474"/>
            <a:chOff x="2569950" y="1958100"/>
            <a:chExt cx="2320550" cy="1644725"/>
          </a:xfrm>
        </p:grpSpPr>
        <p:sp>
          <p:nvSpPr>
            <p:cNvPr id="1020" name="Google Shape;1020;p61"/>
            <p:cNvSpPr/>
            <p:nvPr/>
          </p:nvSpPr>
          <p:spPr>
            <a:xfrm>
              <a:off x="2618175" y="3029475"/>
              <a:ext cx="631950" cy="573350"/>
            </a:xfrm>
            <a:custGeom>
              <a:avLst/>
              <a:gdLst/>
              <a:ahLst/>
              <a:cxnLst/>
              <a:rect l="l" t="t" r="r" b="b"/>
              <a:pathLst>
                <a:path w="25278" h="22934" extrusionOk="0">
                  <a:moveTo>
                    <a:pt x="12624" y="4998"/>
                  </a:moveTo>
                  <a:cubicBezTo>
                    <a:pt x="14221" y="4998"/>
                    <a:pt x="15770" y="5599"/>
                    <a:pt x="16943" y="6664"/>
                  </a:cubicBezTo>
                  <a:lnTo>
                    <a:pt x="13359" y="10248"/>
                  </a:lnTo>
                  <a:cubicBezTo>
                    <a:pt x="13116" y="10104"/>
                    <a:pt x="12862" y="10032"/>
                    <a:pt x="12589" y="10032"/>
                  </a:cubicBezTo>
                  <a:cubicBezTo>
                    <a:pt x="12568" y="10032"/>
                    <a:pt x="12547" y="10032"/>
                    <a:pt x="12526" y="10033"/>
                  </a:cubicBezTo>
                  <a:lnTo>
                    <a:pt x="11015" y="5205"/>
                  </a:lnTo>
                  <a:lnTo>
                    <a:pt x="11015" y="5205"/>
                  </a:lnTo>
                  <a:cubicBezTo>
                    <a:pt x="11023" y="5203"/>
                    <a:pt x="11030" y="5201"/>
                    <a:pt x="11037" y="5199"/>
                  </a:cubicBezTo>
                  <a:cubicBezTo>
                    <a:pt x="11564" y="5063"/>
                    <a:pt x="12096" y="4998"/>
                    <a:pt x="12624" y="4998"/>
                  </a:cubicBezTo>
                  <a:close/>
                  <a:moveTo>
                    <a:pt x="9397" y="5871"/>
                  </a:moveTo>
                  <a:lnTo>
                    <a:pt x="11704" y="10379"/>
                  </a:lnTo>
                  <a:cubicBezTo>
                    <a:pt x="11478" y="10569"/>
                    <a:pt x="11311" y="10831"/>
                    <a:pt x="11252" y="11105"/>
                  </a:cubicBezTo>
                  <a:lnTo>
                    <a:pt x="6192" y="11045"/>
                  </a:lnTo>
                  <a:cubicBezTo>
                    <a:pt x="6334" y="8941"/>
                    <a:pt x="7498" y="6980"/>
                    <a:pt x="9397" y="5871"/>
                  </a:cubicBezTo>
                  <a:close/>
                  <a:moveTo>
                    <a:pt x="18086" y="8009"/>
                  </a:moveTo>
                  <a:cubicBezTo>
                    <a:pt x="18276" y="8331"/>
                    <a:pt x="18455" y="8664"/>
                    <a:pt x="18610" y="9021"/>
                  </a:cubicBezTo>
                  <a:cubicBezTo>
                    <a:pt x="19312" y="10724"/>
                    <a:pt x="19217" y="12534"/>
                    <a:pt x="18538" y="14081"/>
                  </a:cubicBezTo>
                  <a:lnTo>
                    <a:pt x="14026" y="11795"/>
                  </a:lnTo>
                  <a:cubicBezTo>
                    <a:pt x="14085" y="11510"/>
                    <a:pt x="14074" y="11224"/>
                    <a:pt x="13966" y="10926"/>
                  </a:cubicBezTo>
                  <a:lnTo>
                    <a:pt x="18086" y="8009"/>
                  </a:lnTo>
                  <a:close/>
                  <a:moveTo>
                    <a:pt x="11335" y="12034"/>
                  </a:moveTo>
                  <a:cubicBezTo>
                    <a:pt x="11442" y="12319"/>
                    <a:pt x="11645" y="12534"/>
                    <a:pt x="11883" y="12688"/>
                  </a:cubicBezTo>
                  <a:lnTo>
                    <a:pt x="10264" y="17463"/>
                  </a:lnTo>
                  <a:cubicBezTo>
                    <a:pt x="8680" y="16844"/>
                    <a:pt x="7358" y="15605"/>
                    <a:pt x="6656" y="13903"/>
                  </a:cubicBezTo>
                  <a:cubicBezTo>
                    <a:pt x="6513" y="13546"/>
                    <a:pt x="6406" y="13177"/>
                    <a:pt x="6335" y="12819"/>
                  </a:cubicBezTo>
                  <a:lnTo>
                    <a:pt x="11335" y="12034"/>
                  </a:lnTo>
                  <a:close/>
                  <a:moveTo>
                    <a:pt x="13550" y="12569"/>
                  </a:moveTo>
                  <a:lnTo>
                    <a:pt x="17610" y="15582"/>
                  </a:lnTo>
                  <a:cubicBezTo>
                    <a:pt x="16955" y="16379"/>
                    <a:pt x="16098" y="17022"/>
                    <a:pt x="15086" y="17439"/>
                  </a:cubicBezTo>
                  <a:cubicBezTo>
                    <a:pt x="14271" y="17757"/>
                    <a:pt x="13448" y="17914"/>
                    <a:pt x="12630" y="17914"/>
                  </a:cubicBezTo>
                  <a:cubicBezTo>
                    <a:pt x="12408" y="17914"/>
                    <a:pt x="12187" y="17902"/>
                    <a:pt x="11966" y="17880"/>
                  </a:cubicBezTo>
                  <a:lnTo>
                    <a:pt x="12764" y="12879"/>
                  </a:lnTo>
                  <a:cubicBezTo>
                    <a:pt x="12907" y="12867"/>
                    <a:pt x="13038" y="12831"/>
                    <a:pt x="13181" y="12784"/>
                  </a:cubicBezTo>
                  <a:cubicBezTo>
                    <a:pt x="13312" y="12736"/>
                    <a:pt x="13431" y="12653"/>
                    <a:pt x="13550" y="12569"/>
                  </a:cubicBezTo>
                  <a:close/>
                  <a:moveTo>
                    <a:pt x="12636" y="1"/>
                  </a:moveTo>
                  <a:cubicBezTo>
                    <a:pt x="9642" y="1"/>
                    <a:pt x="6652" y="1165"/>
                    <a:pt x="4406" y="3485"/>
                  </a:cubicBezTo>
                  <a:cubicBezTo>
                    <a:pt x="0" y="8045"/>
                    <a:pt x="108" y="15296"/>
                    <a:pt x="4668" y="19701"/>
                  </a:cubicBezTo>
                  <a:cubicBezTo>
                    <a:pt x="6889" y="21858"/>
                    <a:pt x="9764" y="22934"/>
                    <a:pt x="12638" y="22934"/>
                  </a:cubicBezTo>
                  <a:cubicBezTo>
                    <a:pt x="15632" y="22934"/>
                    <a:pt x="18624" y="21766"/>
                    <a:pt x="20872" y="19439"/>
                  </a:cubicBezTo>
                  <a:cubicBezTo>
                    <a:pt x="25277" y="14903"/>
                    <a:pt x="25170" y="7640"/>
                    <a:pt x="20622" y="3235"/>
                  </a:cubicBezTo>
                  <a:cubicBezTo>
                    <a:pt x="18393" y="1076"/>
                    <a:pt x="15513" y="1"/>
                    <a:pt x="126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61"/>
            <p:cNvSpPr/>
            <p:nvPr/>
          </p:nvSpPr>
          <p:spPr>
            <a:xfrm>
              <a:off x="2569950" y="3007650"/>
              <a:ext cx="190225" cy="216550"/>
            </a:xfrm>
            <a:custGeom>
              <a:avLst/>
              <a:gdLst/>
              <a:ahLst/>
              <a:cxnLst/>
              <a:rect l="l" t="t" r="r" b="b"/>
              <a:pathLst>
                <a:path w="7609" h="8662" extrusionOk="0">
                  <a:moveTo>
                    <a:pt x="4168" y="0"/>
                  </a:moveTo>
                  <a:lnTo>
                    <a:pt x="1" y="8501"/>
                  </a:lnTo>
                  <a:cubicBezTo>
                    <a:pt x="1" y="8501"/>
                    <a:pt x="146" y="8662"/>
                    <a:pt x="398" y="8662"/>
                  </a:cubicBezTo>
                  <a:cubicBezTo>
                    <a:pt x="601" y="8662"/>
                    <a:pt x="872" y="8557"/>
                    <a:pt x="1191" y="8180"/>
                  </a:cubicBezTo>
                  <a:cubicBezTo>
                    <a:pt x="1191" y="8180"/>
                    <a:pt x="1198" y="8180"/>
                    <a:pt x="1211" y="8180"/>
                  </a:cubicBezTo>
                  <a:cubicBezTo>
                    <a:pt x="1374" y="8180"/>
                    <a:pt x="2491" y="8109"/>
                    <a:pt x="3811" y="6239"/>
                  </a:cubicBezTo>
                  <a:cubicBezTo>
                    <a:pt x="5239" y="4215"/>
                    <a:pt x="7609" y="1548"/>
                    <a:pt x="7609" y="1548"/>
                  </a:cubicBezTo>
                  <a:lnTo>
                    <a:pt x="416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61"/>
            <p:cNvSpPr/>
            <p:nvPr/>
          </p:nvSpPr>
          <p:spPr>
            <a:xfrm>
              <a:off x="3205750" y="3129375"/>
              <a:ext cx="355125" cy="312400"/>
            </a:xfrm>
            <a:custGeom>
              <a:avLst/>
              <a:gdLst/>
              <a:ahLst/>
              <a:cxnLst/>
              <a:rect l="l" t="t" r="r" b="b"/>
              <a:pathLst>
                <a:path w="14205" h="12496" extrusionOk="0">
                  <a:moveTo>
                    <a:pt x="3275" y="1"/>
                  </a:moveTo>
                  <a:lnTo>
                    <a:pt x="0" y="5823"/>
                  </a:lnTo>
                  <a:lnTo>
                    <a:pt x="2263" y="11312"/>
                  </a:lnTo>
                  <a:lnTo>
                    <a:pt x="2655" y="12133"/>
                  </a:lnTo>
                  <a:cubicBezTo>
                    <a:pt x="3367" y="12396"/>
                    <a:pt x="4110" y="12495"/>
                    <a:pt x="4890" y="12495"/>
                  </a:cubicBezTo>
                  <a:cubicBezTo>
                    <a:pt x="6409" y="12495"/>
                    <a:pt x="8070" y="12119"/>
                    <a:pt x="9918" y="11836"/>
                  </a:cubicBezTo>
                  <a:cubicBezTo>
                    <a:pt x="12157" y="11490"/>
                    <a:pt x="12800" y="10538"/>
                    <a:pt x="12978" y="10169"/>
                  </a:cubicBezTo>
                  <a:cubicBezTo>
                    <a:pt x="13026" y="10074"/>
                    <a:pt x="13038" y="10014"/>
                    <a:pt x="13038" y="10014"/>
                  </a:cubicBezTo>
                  <a:lnTo>
                    <a:pt x="14204" y="2620"/>
                  </a:lnTo>
                  <a:lnTo>
                    <a:pt x="327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61"/>
            <p:cNvSpPr/>
            <p:nvPr/>
          </p:nvSpPr>
          <p:spPr>
            <a:xfrm>
              <a:off x="3200975" y="3154675"/>
              <a:ext cx="224775" cy="224775"/>
            </a:xfrm>
            <a:custGeom>
              <a:avLst/>
              <a:gdLst/>
              <a:ahLst/>
              <a:cxnLst/>
              <a:rect l="l" t="t" r="r" b="b"/>
              <a:pathLst>
                <a:path w="8991" h="8991" extrusionOk="0">
                  <a:moveTo>
                    <a:pt x="4489" y="1"/>
                  </a:moveTo>
                  <a:cubicBezTo>
                    <a:pt x="2013" y="1"/>
                    <a:pt x="1" y="2013"/>
                    <a:pt x="1" y="4490"/>
                  </a:cubicBezTo>
                  <a:cubicBezTo>
                    <a:pt x="1" y="6978"/>
                    <a:pt x="2013" y="8990"/>
                    <a:pt x="4489" y="8990"/>
                  </a:cubicBezTo>
                  <a:cubicBezTo>
                    <a:pt x="6978" y="8990"/>
                    <a:pt x="8990" y="6978"/>
                    <a:pt x="8990" y="4490"/>
                  </a:cubicBezTo>
                  <a:cubicBezTo>
                    <a:pt x="8990" y="2013"/>
                    <a:pt x="6978" y="1"/>
                    <a:pt x="448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61"/>
            <p:cNvSpPr/>
            <p:nvPr/>
          </p:nvSpPr>
          <p:spPr>
            <a:xfrm>
              <a:off x="3245325" y="3199025"/>
              <a:ext cx="136050" cy="136075"/>
            </a:xfrm>
            <a:custGeom>
              <a:avLst/>
              <a:gdLst/>
              <a:ahLst/>
              <a:cxnLst/>
              <a:rect l="l" t="t" r="r" b="b"/>
              <a:pathLst>
                <a:path w="5442" h="5443" extrusionOk="0">
                  <a:moveTo>
                    <a:pt x="2715" y="1"/>
                  </a:moveTo>
                  <a:cubicBezTo>
                    <a:pt x="1215" y="1"/>
                    <a:pt x="1" y="1215"/>
                    <a:pt x="1" y="2716"/>
                  </a:cubicBezTo>
                  <a:cubicBezTo>
                    <a:pt x="1" y="4228"/>
                    <a:pt x="1215" y="5442"/>
                    <a:pt x="2715" y="5442"/>
                  </a:cubicBezTo>
                  <a:cubicBezTo>
                    <a:pt x="4228" y="5442"/>
                    <a:pt x="5442" y="4228"/>
                    <a:pt x="5442" y="2716"/>
                  </a:cubicBezTo>
                  <a:cubicBezTo>
                    <a:pt x="5442" y="1215"/>
                    <a:pt x="4228" y="1"/>
                    <a:pt x="27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61"/>
            <p:cNvSpPr/>
            <p:nvPr/>
          </p:nvSpPr>
          <p:spPr>
            <a:xfrm>
              <a:off x="3262300" y="3369000"/>
              <a:ext cx="267925" cy="72250"/>
            </a:xfrm>
            <a:custGeom>
              <a:avLst/>
              <a:gdLst/>
              <a:ahLst/>
              <a:cxnLst/>
              <a:rect l="l" t="t" r="r" b="b"/>
              <a:pathLst>
                <a:path w="10717" h="2890" extrusionOk="0">
                  <a:moveTo>
                    <a:pt x="9883" y="0"/>
                  </a:moveTo>
                  <a:cubicBezTo>
                    <a:pt x="9585" y="596"/>
                    <a:pt x="8871" y="1012"/>
                    <a:pt x="8525" y="1084"/>
                  </a:cubicBezTo>
                  <a:cubicBezTo>
                    <a:pt x="8168" y="1179"/>
                    <a:pt x="3703" y="1893"/>
                    <a:pt x="2644" y="1929"/>
                  </a:cubicBezTo>
                  <a:cubicBezTo>
                    <a:pt x="2571" y="1932"/>
                    <a:pt x="2500" y="1934"/>
                    <a:pt x="2430" y="1934"/>
                  </a:cubicBezTo>
                  <a:cubicBezTo>
                    <a:pt x="1483" y="1934"/>
                    <a:pt x="751" y="1655"/>
                    <a:pt x="751" y="1655"/>
                  </a:cubicBezTo>
                  <a:lnTo>
                    <a:pt x="1" y="1715"/>
                  </a:lnTo>
                  <a:lnTo>
                    <a:pt x="393" y="2524"/>
                  </a:lnTo>
                  <a:cubicBezTo>
                    <a:pt x="1110" y="2789"/>
                    <a:pt x="1858" y="2889"/>
                    <a:pt x="2644" y="2889"/>
                  </a:cubicBezTo>
                  <a:cubicBezTo>
                    <a:pt x="4158" y="2889"/>
                    <a:pt x="5814" y="2517"/>
                    <a:pt x="7656" y="2227"/>
                  </a:cubicBezTo>
                  <a:cubicBezTo>
                    <a:pt x="9895" y="1893"/>
                    <a:pt x="10538" y="941"/>
                    <a:pt x="10716" y="560"/>
                  </a:cubicBezTo>
                  <a:lnTo>
                    <a:pt x="988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61"/>
            <p:cNvSpPr/>
            <p:nvPr/>
          </p:nvSpPr>
          <p:spPr>
            <a:xfrm>
              <a:off x="2722350" y="3211925"/>
              <a:ext cx="567950" cy="253625"/>
            </a:xfrm>
            <a:custGeom>
              <a:avLst/>
              <a:gdLst/>
              <a:ahLst/>
              <a:cxnLst/>
              <a:rect l="l" t="t" r="r" b="b"/>
              <a:pathLst>
                <a:path w="22718" h="10145" extrusionOk="0">
                  <a:moveTo>
                    <a:pt x="3121" y="1"/>
                  </a:moveTo>
                  <a:cubicBezTo>
                    <a:pt x="1894" y="1"/>
                    <a:pt x="764" y="820"/>
                    <a:pt x="417" y="2069"/>
                  </a:cubicBezTo>
                  <a:cubicBezTo>
                    <a:pt x="1" y="3557"/>
                    <a:pt x="882" y="5105"/>
                    <a:pt x="2382" y="5521"/>
                  </a:cubicBezTo>
                  <a:lnTo>
                    <a:pt x="18848" y="10046"/>
                  </a:lnTo>
                  <a:cubicBezTo>
                    <a:pt x="19093" y="10112"/>
                    <a:pt x="19340" y="10144"/>
                    <a:pt x="19582" y="10144"/>
                  </a:cubicBezTo>
                  <a:cubicBezTo>
                    <a:pt x="20815" y="10144"/>
                    <a:pt x="21953" y="9325"/>
                    <a:pt x="22301" y="8081"/>
                  </a:cubicBezTo>
                  <a:cubicBezTo>
                    <a:pt x="22718" y="6593"/>
                    <a:pt x="21837" y="5045"/>
                    <a:pt x="20336" y="4628"/>
                  </a:cubicBezTo>
                  <a:lnTo>
                    <a:pt x="3870" y="104"/>
                  </a:lnTo>
                  <a:cubicBezTo>
                    <a:pt x="3620" y="34"/>
                    <a:pt x="3369" y="1"/>
                    <a:pt x="31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61"/>
            <p:cNvSpPr/>
            <p:nvPr/>
          </p:nvSpPr>
          <p:spPr>
            <a:xfrm>
              <a:off x="4317500" y="3029375"/>
              <a:ext cx="573000" cy="573000"/>
            </a:xfrm>
            <a:custGeom>
              <a:avLst/>
              <a:gdLst/>
              <a:ahLst/>
              <a:cxnLst/>
              <a:rect l="l" t="t" r="r" b="b"/>
              <a:pathLst>
                <a:path w="22920" h="22920" extrusionOk="0">
                  <a:moveTo>
                    <a:pt x="11458" y="5003"/>
                  </a:moveTo>
                  <a:cubicBezTo>
                    <a:pt x="12043" y="5003"/>
                    <a:pt x="12635" y="5083"/>
                    <a:pt x="13216" y="5251"/>
                  </a:cubicBezTo>
                  <a:lnTo>
                    <a:pt x="11585" y="10037"/>
                  </a:lnTo>
                  <a:cubicBezTo>
                    <a:pt x="11542" y="10034"/>
                    <a:pt x="11500" y="10032"/>
                    <a:pt x="11458" y="10032"/>
                  </a:cubicBezTo>
                  <a:cubicBezTo>
                    <a:pt x="11206" y="10032"/>
                    <a:pt x="10966" y="10093"/>
                    <a:pt x="10752" y="10216"/>
                  </a:cubicBezTo>
                  <a:lnTo>
                    <a:pt x="7263" y="6549"/>
                  </a:lnTo>
                  <a:cubicBezTo>
                    <a:pt x="8427" y="5557"/>
                    <a:pt x="9921" y="5003"/>
                    <a:pt x="11458" y="5003"/>
                  </a:cubicBezTo>
                  <a:close/>
                  <a:moveTo>
                    <a:pt x="14835" y="5965"/>
                  </a:moveTo>
                  <a:cubicBezTo>
                    <a:pt x="16717" y="7108"/>
                    <a:pt x="17824" y="9109"/>
                    <a:pt x="17919" y="11216"/>
                  </a:cubicBezTo>
                  <a:lnTo>
                    <a:pt x="12859" y="11145"/>
                  </a:lnTo>
                  <a:cubicBezTo>
                    <a:pt x="12799" y="10859"/>
                    <a:pt x="12645" y="10609"/>
                    <a:pt x="12430" y="10418"/>
                  </a:cubicBezTo>
                  <a:lnTo>
                    <a:pt x="14835" y="5965"/>
                  </a:lnTo>
                  <a:close/>
                  <a:moveTo>
                    <a:pt x="17907" y="11668"/>
                  </a:moveTo>
                  <a:cubicBezTo>
                    <a:pt x="17907" y="11966"/>
                    <a:pt x="17871" y="12240"/>
                    <a:pt x="17812" y="12538"/>
                  </a:cubicBezTo>
                  <a:cubicBezTo>
                    <a:pt x="17860" y="12240"/>
                    <a:pt x="17883" y="11966"/>
                    <a:pt x="17907" y="11668"/>
                  </a:cubicBezTo>
                  <a:close/>
                  <a:moveTo>
                    <a:pt x="6108" y="7870"/>
                  </a:moveTo>
                  <a:lnTo>
                    <a:pt x="10156" y="10906"/>
                  </a:lnTo>
                  <a:cubicBezTo>
                    <a:pt x="10037" y="11192"/>
                    <a:pt x="10001" y="11490"/>
                    <a:pt x="10061" y="11752"/>
                  </a:cubicBezTo>
                  <a:lnTo>
                    <a:pt x="5489" y="13931"/>
                  </a:lnTo>
                  <a:cubicBezTo>
                    <a:pt x="4834" y="12359"/>
                    <a:pt x="4810" y="10549"/>
                    <a:pt x="5548" y="8870"/>
                  </a:cubicBezTo>
                  <a:cubicBezTo>
                    <a:pt x="5703" y="8513"/>
                    <a:pt x="5894" y="8180"/>
                    <a:pt x="6108" y="7870"/>
                  </a:cubicBezTo>
                  <a:close/>
                  <a:moveTo>
                    <a:pt x="12752" y="12049"/>
                  </a:moveTo>
                  <a:lnTo>
                    <a:pt x="17729" y="12978"/>
                  </a:lnTo>
                  <a:cubicBezTo>
                    <a:pt x="17633" y="13347"/>
                    <a:pt x="17514" y="13704"/>
                    <a:pt x="17371" y="14062"/>
                  </a:cubicBezTo>
                  <a:cubicBezTo>
                    <a:pt x="16633" y="15740"/>
                    <a:pt x="15276" y="16943"/>
                    <a:pt x="13680" y="17526"/>
                  </a:cubicBezTo>
                  <a:lnTo>
                    <a:pt x="12192" y="12692"/>
                  </a:lnTo>
                  <a:cubicBezTo>
                    <a:pt x="12430" y="12538"/>
                    <a:pt x="12633" y="12335"/>
                    <a:pt x="12752" y="12049"/>
                  </a:cubicBezTo>
                  <a:close/>
                  <a:moveTo>
                    <a:pt x="10513" y="12538"/>
                  </a:moveTo>
                  <a:cubicBezTo>
                    <a:pt x="10609" y="12633"/>
                    <a:pt x="10728" y="12716"/>
                    <a:pt x="10871" y="12776"/>
                  </a:cubicBezTo>
                  <a:cubicBezTo>
                    <a:pt x="11002" y="12835"/>
                    <a:pt x="11144" y="12871"/>
                    <a:pt x="11287" y="12883"/>
                  </a:cubicBezTo>
                  <a:lnTo>
                    <a:pt x="11942" y="17895"/>
                  </a:lnTo>
                  <a:cubicBezTo>
                    <a:pt x="11759" y="17913"/>
                    <a:pt x="11574" y="17921"/>
                    <a:pt x="11388" y="17921"/>
                  </a:cubicBezTo>
                  <a:cubicBezTo>
                    <a:pt x="10548" y="17921"/>
                    <a:pt x="9687" y="17744"/>
                    <a:pt x="8858" y="17383"/>
                  </a:cubicBezTo>
                  <a:cubicBezTo>
                    <a:pt x="7846" y="16931"/>
                    <a:pt x="7013" y="16264"/>
                    <a:pt x="6370" y="15455"/>
                  </a:cubicBezTo>
                  <a:lnTo>
                    <a:pt x="10513" y="12538"/>
                  </a:lnTo>
                  <a:close/>
                  <a:moveTo>
                    <a:pt x="11466" y="0"/>
                  </a:moveTo>
                  <a:cubicBezTo>
                    <a:pt x="5132" y="0"/>
                    <a:pt x="0" y="5132"/>
                    <a:pt x="0" y="11454"/>
                  </a:cubicBezTo>
                  <a:cubicBezTo>
                    <a:pt x="0" y="17776"/>
                    <a:pt x="5132" y="22920"/>
                    <a:pt x="11466" y="22920"/>
                  </a:cubicBezTo>
                  <a:cubicBezTo>
                    <a:pt x="17788" y="22920"/>
                    <a:pt x="22920" y="17776"/>
                    <a:pt x="22920" y="11454"/>
                  </a:cubicBezTo>
                  <a:cubicBezTo>
                    <a:pt x="22920" y="5132"/>
                    <a:pt x="17788" y="0"/>
                    <a:pt x="1146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61"/>
            <p:cNvSpPr/>
            <p:nvPr/>
          </p:nvSpPr>
          <p:spPr>
            <a:xfrm>
              <a:off x="4245150" y="2879950"/>
              <a:ext cx="571250" cy="362850"/>
            </a:xfrm>
            <a:custGeom>
              <a:avLst/>
              <a:gdLst/>
              <a:ahLst/>
              <a:cxnLst/>
              <a:rect l="l" t="t" r="r" b="b"/>
              <a:pathLst>
                <a:path w="22850" h="14514" extrusionOk="0">
                  <a:moveTo>
                    <a:pt x="11074" y="0"/>
                  </a:moveTo>
                  <a:cubicBezTo>
                    <a:pt x="8871" y="143"/>
                    <a:pt x="6990" y="1465"/>
                    <a:pt x="5442" y="3263"/>
                  </a:cubicBezTo>
                  <a:cubicBezTo>
                    <a:pt x="1823" y="7478"/>
                    <a:pt x="1" y="14228"/>
                    <a:pt x="1" y="14228"/>
                  </a:cubicBezTo>
                  <a:cubicBezTo>
                    <a:pt x="1" y="14228"/>
                    <a:pt x="342" y="14514"/>
                    <a:pt x="1094" y="14514"/>
                  </a:cubicBezTo>
                  <a:cubicBezTo>
                    <a:pt x="2144" y="14514"/>
                    <a:pt x="3996" y="13955"/>
                    <a:pt x="6835" y="11276"/>
                  </a:cubicBezTo>
                  <a:cubicBezTo>
                    <a:pt x="9929" y="8348"/>
                    <a:pt x="13298" y="7684"/>
                    <a:pt x="16076" y="7684"/>
                  </a:cubicBezTo>
                  <a:cubicBezTo>
                    <a:pt x="17669" y="7684"/>
                    <a:pt x="19069" y="7903"/>
                    <a:pt x="20111" y="8037"/>
                  </a:cubicBezTo>
                  <a:cubicBezTo>
                    <a:pt x="20855" y="8137"/>
                    <a:pt x="21388" y="8173"/>
                    <a:pt x="21771" y="8173"/>
                  </a:cubicBezTo>
                  <a:cubicBezTo>
                    <a:pt x="21933" y="8173"/>
                    <a:pt x="22069" y="8167"/>
                    <a:pt x="22182" y="8156"/>
                  </a:cubicBezTo>
                  <a:cubicBezTo>
                    <a:pt x="22849" y="8097"/>
                    <a:pt x="22766" y="7882"/>
                    <a:pt x="22754" y="7882"/>
                  </a:cubicBezTo>
                  <a:cubicBezTo>
                    <a:pt x="18301" y="262"/>
                    <a:pt x="11074" y="0"/>
                    <a:pt x="1107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61"/>
            <p:cNvSpPr/>
            <p:nvPr/>
          </p:nvSpPr>
          <p:spPr>
            <a:xfrm>
              <a:off x="4381200" y="2879950"/>
              <a:ext cx="435200" cy="203925"/>
            </a:xfrm>
            <a:custGeom>
              <a:avLst/>
              <a:gdLst/>
              <a:ahLst/>
              <a:cxnLst/>
              <a:rect l="l" t="t" r="r" b="b"/>
              <a:pathLst>
                <a:path w="17408" h="8157" extrusionOk="0">
                  <a:moveTo>
                    <a:pt x="5644" y="0"/>
                  </a:moveTo>
                  <a:cubicBezTo>
                    <a:pt x="3429" y="143"/>
                    <a:pt x="1548" y="1465"/>
                    <a:pt x="0" y="3263"/>
                  </a:cubicBezTo>
                  <a:cubicBezTo>
                    <a:pt x="1983" y="2628"/>
                    <a:pt x="3785" y="2367"/>
                    <a:pt x="5409" y="2367"/>
                  </a:cubicBezTo>
                  <a:cubicBezTo>
                    <a:pt x="13048" y="2367"/>
                    <a:pt x="16740" y="8156"/>
                    <a:pt x="16740" y="8156"/>
                  </a:cubicBezTo>
                  <a:cubicBezTo>
                    <a:pt x="17407" y="8097"/>
                    <a:pt x="17324" y="7882"/>
                    <a:pt x="17312" y="7882"/>
                  </a:cubicBezTo>
                  <a:cubicBezTo>
                    <a:pt x="12859" y="262"/>
                    <a:pt x="5644" y="0"/>
                    <a:pt x="56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61"/>
            <p:cNvSpPr/>
            <p:nvPr/>
          </p:nvSpPr>
          <p:spPr>
            <a:xfrm>
              <a:off x="2669975" y="2743450"/>
              <a:ext cx="178900" cy="150225"/>
            </a:xfrm>
            <a:custGeom>
              <a:avLst/>
              <a:gdLst/>
              <a:ahLst/>
              <a:cxnLst/>
              <a:rect l="l" t="t" r="r" b="b"/>
              <a:pathLst>
                <a:path w="7156" h="6009" extrusionOk="0">
                  <a:moveTo>
                    <a:pt x="4467" y="1"/>
                  </a:moveTo>
                  <a:cubicBezTo>
                    <a:pt x="4127" y="1"/>
                    <a:pt x="3798" y="26"/>
                    <a:pt x="3512" y="91"/>
                  </a:cubicBezTo>
                  <a:cubicBezTo>
                    <a:pt x="2155" y="412"/>
                    <a:pt x="2608" y="460"/>
                    <a:pt x="2322" y="1329"/>
                  </a:cubicBezTo>
                  <a:cubicBezTo>
                    <a:pt x="2036" y="2198"/>
                    <a:pt x="0" y="4579"/>
                    <a:pt x="60" y="4972"/>
                  </a:cubicBezTo>
                  <a:cubicBezTo>
                    <a:pt x="95" y="5115"/>
                    <a:pt x="119" y="5282"/>
                    <a:pt x="179" y="5437"/>
                  </a:cubicBezTo>
                  <a:cubicBezTo>
                    <a:pt x="274" y="5687"/>
                    <a:pt x="369" y="5925"/>
                    <a:pt x="453" y="6008"/>
                  </a:cubicBezTo>
                  <a:lnTo>
                    <a:pt x="6608" y="3436"/>
                  </a:lnTo>
                  <a:lnTo>
                    <a:pt x="7156" y="388"/>
                  </a:lnTo>
                  <a:cubicBezTo>
                    <a:pt x="7156" y="388"/>
                    <a:pt x="6191" y="126"/>
                    <a:pt x="5155" y="31"/>
                  </a:cubicBezTo>
                  <a:cubicBezTo>
                    <a:pt x="4927" y="12"/>
                    <a:pt x="4694" y="1"/>
                    <a:pt x="44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61"/>
            <p:cNvSpPr/>
            <p:nvPr/>
          </p:nvSpPr>
          <p:spPr>
            <a:xfrm>
              <a:off x="2669675" y="2743350"/>
              <a:ext cx="128600" cy="135725"/>
            </a:xfrm>
            <a:custGeom>
              <a:avLst/>
              <a:gdLst/>
              <a:ahLst/>
              <a:cxnLst/>
              <a:rect l="l" t="t" r="r" b="b"/>
              <a:pathLst>
                <a:path w="5144" h="5429" extrusionOk="0">
                  <a:moveTo>
                    <a:pt x="4397" y="0"/>
                  </a:moveTo>
                  <a:cubicBezTo>
                    <a:pt x="4083" y="0"/>
                    <a:pt x="3779" y="23"/>
                    <a:pt x="3513" y="83"/>
                  </a:cubicBezTo>
                  <a:cubicBezTo>
                    <a:pt x="2155" y="404"/>
                    <a:pt x="2608" y="452"/>
                    <a:pt x="2322" y="1321"/>
                  </a:cubicBezTo>
                  <a:cubicBezTo>
                    <a:pt x="2036" y="2190"/>
                    <a:pt x="0" y="4571"/>
                    <a:pt x="60" y="4964"/>
                  </a:cubicBezTo>
                  <a:cubicBezTo>
                    <a:pt x="84" y="5107"/>
                    <a:pt x="119" y="5274"/>
                    <a:pt x="179" y="5429"/>
                  </a:cubicBezTo>
                  <a:cubicBezTo>
                    <a:pt x="1036" y="4571"/>
                    <a:pt x="3763" y="1809"/>
                    <a:pt x="4096" y="1178"/>
                  </a:cubicBezTo>
                  <a:cubicBezTo>
                    <a:pt x="4417" y="559"/>
                    <a:pt x="4965" y="154"/>
                    <a:pt x="5144" y="35"/>
                  </a:cubicBezTo>
                  <a:cubicBezTo>
                    <a:pt x="4897" y="14"/>
                    <a:pt x="4644" y="0"/>
                    <a:pt x="439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61"/>
            <p:cNvSpPr/>
            <p:nvPr/>
          </p:nvSpPr>
          <p:spPr>
            <a:xfrm>
              <a:off x="2616100" y="2154525"/>
              <a:ext cx="1909775" cy="1255425"/>
            </a:xfrm>
            <a:custGeom>
              <a:avLst/>
              <a:gdLst/>
              <a:ahLst/>
              <a:cxnLst/>
              <a:rect l="l" t="t" r="r" b="b"/>
              <a:pathLst>
                <a:path w="76391" h="50217" extrusionOk="0">
                  <a:moveTo>
                    <a:pt x="62031" y="1"/>
                  </a:moveTo>
                  <a:cubicBezTo>
                    <a:pt x="61734" y="1"/>
                    <a:pt x="61503" y="34"/>
                    <a:pt x="61365" y="109"/>
                  </a:cubicBezTo>
                  <a:cubicBezTo>
                    <a:pt x="60412" y="645"/>
                    <a:pt x="55114" y="4550"/>
                    <a:pt x="55650" y="5919"/>
                  </a:cubicBezTo>
                  <a:cubicBezTo>
                    <a:pt x="55805" y="6372"/>
                    <a:pt x="56638" y="8217"/>
                    <a:pt x="57698" y="10682"/>
                  </a:cubicBezTo>
                  <a:cubicBezTo>
                    <a:pt x="59936" y="15897"/>
                    <a:pt x="63151" y="23838"/>
                    <a:pt x="63151" y="26862"/>
                  </a:cubicBezTo>
                  <a:cubicBezTo>
                    <a:pt x="63151" y="31315"/>
                    <a:pt x="60662" y="37614"/>
                    <a:pt x="58924" y="38507"/>
                  </a:cubicBezTo>
                  <a:cubicBezTo>
                    <a:pt x="56756" y="39613"/>
                    <a:pt x="54636" y="40041"/>
                    <a:pt x="52662" y="40041"/>
                  </a:cubicBezTo>
                  <a:cubicBezTo>
                    <a:pt x="48262" y="40041"/>
                    <a:pt x="44589" y="37914"/>
                    <a:pt x="42732" y="36435"/>
                  </a:cubicBezTo>
                  <a:cubicBezTo>
                    <a:pt x="40029" y="34292"/>
                    <a:pt x="41386" y="30327"/>
                    <a:pt x="42648" y="28505"/>
                  </a:cubicBezTo>
                  <a:cubicBezTo>
                    <a:pt x="43934" y="26672"/>
                    <a:pt x="43291" y="25112"/>
                    <a:pt x="43291" y="25112"/>
                  </a:cubicBezTo>
                  <a:cubicBezTo>
                    <a:pt x="38291" y="22279"/>
                    <a:pt x="16157" y="19064"/>
                    <a:pt x="16157" y="19064"/>
                  </a:cubicBezTo>
                  <a:cubicBezTo>
                    <a:pt x="16157" y="19064"/>
                    <a:pt x="10478" y="22945"/>
                    <a:pt x="7037" y="25707"/>
                  </a:cubicBezTo>
                  <a:cubicBezTo>
                    <a:pt x="2977" y="28946"/>
                    <a:pt x="1310" y="30803"/>
                    <a:pt x="643" y="31851"/>
                  </a:cubicBezTo>
                  <a:cubicBezTo>
                    <a:pt x="0" y="32851"/>
                    <a:pt x="298" y="33101"/>
                    <a:pt x="298" y="33101"/>
                  </a:cubicBezTo>
                  <a:cubicBezTo>
                    <a:pt x="13633" y="40233"/>
                    <a:pt x="31397" y="42293"/>
                    <a:pt x="31397" y="42293"/>
                  </a:cubicBezTo>
                  <a:cubicBezTo>
                    <a:pt x="31635" y="44436"/>
                    <a:pt x="34183" y="47865"/>
                    <a:pt x="37040" y="49437"/>
                  </a:cubicBezTo>
                  <a:cubicBezTo>
                    <a:pt x="38067" y="50006"/>
                    <a:pt x="39261" y="50217"/>
                    <a:pt x="40516" y="50217"/>
                  </a:cubicBezTo>
                  <a:cubicBezTo>
                    <a:pt x="42753" y="50217"/>
                    <a:pt x="45188" y="49547"/>
                    <a:pt x="47232" y="49044"/>
                  </a:cubicBezTo>
                  <a:cubicBezTo>
                    <a:pt x="48003" y="48852"/>
                    <a:pt x="48985" y="48784"/>
                    <a:pt x="50049" y="48784"/>
                  </a:cubicBezTo>
                  <a:cubicBezTo>
                    <a:pt x="52616" y="48784"/>
                    <a:pt x="55664" y="49179"/>
                    <a:pt x="57384" y="49179"/>
                  </a:cubicBezTo>
                  <a:cubicBezTo>
                    <a:pt x="57914" y="49179"/>
                    <a:pt x="58318" y="49142"/>
                    <a:pt x="58543" y="49044"/>
                  </a:cubicBezTo>
                  <a:cubicBezTo>
                    <a:pt x="59817" y="48472"/>
                    <a:pt x="66794" y="45781"/>
                    <a:pt x="69890" y="37840"/>
                  </a:cubicBezTo>
                  <a:cubicBezTo>
                    <a:pt x="72985" y="29910"/>
                    <a:pt x="76248" y="30720"/>
                    <a:pt x="76319" y="28648"/>
                  </a:cubicBezTo>
                  <a:cubicBezTo>
                    <a:pt x="76391" y="26577"/>
                    <a:pt x="74545" y="24469"/>
                    <a:pt x="71307" y="18599"/>
                  </a:cubicBezTo>
                  <a:cubicBezTo>
                    <a:pt x="68068" y="12730"/>
                    <a:pt x="62734" y="8396"/>
                    <a:pt x="62734" y="8396"/>
                  </a:cubicBezTo>
                  <a:lnTo>
                    <a:pt x="62746" y="8396"/>
                  </a:lnTo>
                  <a:cubicBezTo>
                    <a:pt x="62758" y="8372"/>
                    <a:pt x="62770" y="8372"/>
                    <a:pt x="62794" y="8372"/>
                  </a:cubicBezTo>
                  <a:cubicBezTo>
                    <a:pt x="63067" y="8301"/>
                    <a:pt x="64234" y="7920"/>
                    <a:pt x="65127" y="7646"/>
                  </a:cubicBezTo>
                  <a:cubicBezTo>
                    <a:pt x="65377" y="7574"/>
                    <a:pt x="65603" y="7503"/>
                    <a:pt x="65794" y="7455"/>
                  </a:cubicBezTo>
                  <a:cubicBezTo>
                    <a:pt x="66746" y="7193"/>
                    <a:pt x="66318" y="6503"/>
                    <a:pt x="67056" y="4491"/>
                  </a:cubicBezTo>
                  <a:cubicBezTo>
                    <a:pt x="67806" y="2490"/>
                    <a:pt x="68818" y="1847"/>
                    <a:pt x="68282" y="1478"/>
                  </a:cubicBezTo>
                  <a:cubicBezTo>
                    <a:pt x="68116" y="1359"/>
                    <a:pt x="67461" y="1133"/>
                    <a:pt x="66604" y="883"/>
                  </a:cubicBezTo>
                  <a:cubicBezTo>
                    <a:pt x="65148" y="460"/>
                    <a:pt x="63137" y="1"/>
                    <a:pt x="620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61"/>
            <p:cNvSpPr/>
            <p:nvPr/>
          </p:nvSpPr>
          <p:spPr>
            <a:xfrm>
              <a:off x="2616375" y="2741575"/>
              <a:ext cx="921575" cy="469975"/>
            </a:xfrm>
            <a:custGeom>
              <a:avLst/>
              <a:gdLst/>
              <a:ahLst/>
              <a:cxnLst/>
              <a:rect l="l" t="t" r="r" b="b"/>
              <a:pathLst>
                <a:path w="36863" h="18799" extrusionOk="0">
                  <a:moveTo>
                    <a:pt x="21240" y="0"/>
                  </a:moveTo>
                  <a:cubicBezTo>
                    <a:pt x="15228" y="0"/>
                    <a:pt x="7371" y="1662"/>
                    <a:pt x="644" y="8357"/>
                  </a:cubicBezTo>
                  <a:cubicBezTo>
                    <a:pt x="1" y="9345"/>
                    <a:pt x="299" y="9595"/>
                    <a:pt x="299" y="9595"/>
                  </a:cubicBezTo>
                  <a:cubicBezTo>
                    <a:pt x="13634" y="16727"/>
                    <a:pt x="31410" y="18799"/>
                    <a:pt x="31410" y="18799"/>
                  </a:cubicBezTo>
                  <a:cubicBezTo>
                    <a:pt x="31410" y="18799"/>
                    <a:pt x="36220" y="18085"/>
                    <a:pt x="36553" y="10786"/>
                  </a:cubicBezTo>
                  <a:cubicBezTo>
                    <a:pt x="36863" y="3499"/>
                    <a:pt x="29838" y="499"/>
                    <a:pt x="23385" y="70"/>
                  </a:cubicBezTo>
                  <a:cubicBezTo>
                    <a:pt x="22702" y="26"/>
                    <a:pt x="21985" y="0"/>
                    <a:pt x="212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61"/>
            <p:cNvSpPr/>
            <p:nvPr/>
          </p:nvSpPr>
          <p:spPr>
            <a:xfrm>
              <a:off x="3401000" y="2364400"/>
              <a:ext cx="1124875" cy="1045550"/>
            </a:xfrm>
            <a:custGeom>
              <a:avLst/>
              <a:gdLst/>
              <a:ahLst/>
              <a:cxnLst/>
              <a:rect l="l" t="t" r="r" b="b"/>
              <a:pathLst>
                <a:path w="44995" h="41822" extrusionOk="0">
                  <a:moveTo>
                    <a:pt x="31350" y="1"/>
                  </a:moveTo>
                  <a:cubicBezTo>
                    <a:pt x="31350" y="1"/>
                    <a:pt x="30088" y="1680"/>
                    <a:pt x="31517" y="3858"/>
                  </a:cubicBezTo>
                  <a:cubicBezTo>
                    <a:pt x="32922" y="6025"/>
                    <a:pt x="37613" y="14300"/>
                    <a:pt x="39280" y="17467"/>
                  </a:cubicBezTo>
                  <a:cubicBezTo>
                    <a:pt x="40946" y="20646"/>
                    <a:pt x="39446" y="21515"/>
                    <a:pt x="38256" y="24373"/>
                  </a:cubicBezTo>
                  <a:cubicBezTo>
                    <a:pt x="37065" y="27230"/>
                    <a:pt x="32707" y="34136"/>
                    <a:pt x="30005" y="36601"/>
                  </a:cubicBezTo>
                  <a:cubicBezTo>
                    <a:pt x="28695" y="37794"/>
                    <a:pt x="27044" y="38145"/>
                    <a:pt x="25383" y="38145"/>
                  </a:cubicBezTo>
                  <a:cubicBezTo>
                    <a:pt x="23631" y="38145"/>
                    <a:pt x="21867" y="37755"/>
                    <a:pt x="20480" y="37553"/>
                  </a:cubicBezTo>
                  <a:cubicBezTo>
                    <a:pt x="17777" y="37160"/>
                    <a:pt x="1" y="33898"/>
                    <a:pt x="1" y="33898"/>
                  </a:cubicBezTo>
                  <a:lnTo>
                    <a:pt x="1" y="33898"/>
                  </a:lnTo>
                  <a:cubicBezTo>
                    <a:pt x="239" y="36041"/>
                    <a:pt x="2787" y="39458"/>
                    <a:pt x="5644" y="41042"/>
                  </a:cubicBezTo>
                  <a:cubicBezTo>
                    <a:pt x="6671" y="41611"/>
                    <a:pt x="7865" y="41822"/>
                    <a:pt x="9120" y="41822"/>
                  </a:cubicBezTo>
                  <a:cubicBezTo>
                    <a:pt x="11357" y="41822"/>
                    <a:pt x="13792" y="41152"/>
                    <a:pt x="15836" y="40649"/>
                  </a:cubicBezTo>
                  <a:cubicBezTo>
                    <a:pt x="16607" y="40457"/>
                    <a:pt x="17589" y="40389"/>
                    <a:pt x="18653" y="40389"/>
                  </a:cubicBezTo>
                  <a:cubicBezTo>
                    <a:pt x="21220" y="40389"/>
                    <a:pt x="24268" y="40784"/>
                    <a:pt x="25988" y="40784"/>
                  </a:cubicBezTo>
                  <a:cubicBezTo>
                    <a:pt x="26518" y="40784"/>
                    <a:pt x="26922" y="40747"/>
                    <a:pt x="27147" y="40649"/>
                  </a:cubicBezTo>
                  <a:cubicBezTo>
                    <a:pt x="28421" y="40077"/>
                    <a:pt x="35398" y="37386"/>
                    <a:pt x="38494" y="29445"/>
                  </a:cubicBezTo>
                  <a:cubicBezTo>
                    <a:pt x="41589" y="21515"/>
                    <a:pt x="44852" y="22325"/>
                    <a:pt x="44923" y="20253"/>
                  </a:cubicBezTo>
                  <a:cubicBezTo>
                    <a:pt x="44995" y="18182"/>
                    <a:pt x="43149" y="16074"/>
                    <a:pt x="39922" y="10204"/>
                  </a:cubicBezTo>
                  <a:cubicBezTo>
                    <a:pt x="36696" y="4335"/>
                    <a:pt x="31350" y="1"/>
                    <a:pt x="313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61"/>
            <p:cNvSpPr/>
            <p:nvPr/>
          </p:nvSpPr>
          <p:spPr>
            <a:xfrm>
              <a:off x="3994525" y="2153350"/>
              <a:ext cx="342350" cy="267350"/>
            </a:xfrm>
            <a:custGeom>
              <a:avLst/>
              <a:gdLst/>
              <a:ahLst/>
              <a:cxnLst/>
              <a:rect l="l" t="t" r="r" b="b"/>
              <a:pathLst>
                <a:path w="13694" h="10694" extrusionOk="0">
                  <a:moveTo>
                    <a:pt x="6917" y="0"/>
                  </a:moveTo>
                  <a:cubicBezTo>
                    <a:pt x="6621" y="0"/>
                    <a:pt x="6390" y="33"/>
                    <a:pt x="6252" y="108"/>
                  </a:cubicBezTo>
                  <a:cubicBezTo>
                    <a:pt x="5299" y="644"/>
                    <a:pt x="1" y="4561"/>
                    <a:pt x="537" y="5931"/>
                  </a:cubicBezTo>
                  <a:cubicBezTo>
                    <a:pt x="703" y="6371"/>
                    <a:pt x="1537" y="8217"/>
                    <a:pt x="2596" y="10693"/>
                  </a:cubicBezTo>
                  <a:cubicBezTo>
                    <a:pt x="2596" y="10693"/>
                    <a:pt x="6597" y="8740"/>
                    <a:pt x="7621" y="8407"/>
                  </a:cubicBezTo>
                  <a:lnTo>
                    <a:pt x="7633" y="8407"/>
                  </a:lnTo>
                  <a:cubicBezTo>
                    <a:pt x="7657" y="8395"/>
                    <a:pt x="7669" y="8395"/>
                    <a:pt x="7680" y="8395"/>
                  </a:cubicBezTo>
                  <a:cubicBezTo>
                    <a:pt x="7966" y="8324"/>
                    <a:pt x="9121" y="7931"/>
                    <a:pt x="10014" y="7669"/>
                  </a:cubicBezTo>
                  <a:cubicBezTo>
                    <a:pt x="10276" y="7598"/>
                    <a:pt x="10490" y="7514"/>
                    <a:pt x="10693" y="7478"/>
                  </a:cubicBezTo>
                  <a:cubicBezTo>
                    <a:pt x="11645" y="7205"/>
                    <a:pt x="11205" y="6526"/>
                    <a:pt x="11955" y="4514"/>
                  </a:cubicBezTo>
                  <a:cubicBezTo>
                    <a:pt x="12681" y="2502"/>
                    <a:pt x="13693" y="1883"/>
                    <a:pt x="13169" y="1478"/>
                  </a:cubicBezTo>
                  <a:cubicBezTo>
                    <a:pt x="13014" y="1359"/>
                    <a:pt x="12360" y="1132"/>
                    <a:pt x="11490" y="882"/>
                  </a:cubicBezTo>
                  <a:cubicBezTo>
                    <a:pt x="10035" y="460"/>
                    <a:pt x="8023" y="0"/>
                    <a:pt x="691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61"/>
            <p:cNvSpPr/>
            <p:nvPr/>
          </p:nvSpPr>
          <p:spPr>
            <a:xfrm>
              <a:off x="4244875" y="2175700"/>
              <a:ext cx="92000" cy="169375"/>
            </a:xfrm>
            <a:custGeom>
              <a:avLst/>
              <a:gdLst/>
              <a:ahLst/>
              <a:cxnLst/>
              <a:rect l="l" t="t" r="r" b="b"/>
              <a:pathLst>
                <a:path w="3680" h="6775" extrusionOk="0">
                  <a:moveTo>
                    <a:pt x="1465" y="0"/>
                  </a:moveTo>
                  <a:cubicBezTo>
                    <a:pt x="1465" y="0"/>
                    <a:pt x="1465" y="48"/>
                    <a:pt x="1453" y="131"/>
                  </a:cubicBezTo>
                  <a:cubicBezTo>
                    <a:pt x="1334" y="869"/>
                    <a:pt x="738" y="4406"/>
                    <a:pt x="0" y="6775"/>
                  </a:cubicBezTo>
                  <a:cubicBezTo>
                    <a:pt x="262" y="6704"/>
                    <a:pt x="476" y="6620"/>
                    <a:pt x="679" y="6584"/>
                  </a:cubicBezTo>
                  <a:cubicBezTo>
                    <a:pt x="1631" y="6311"/>
                    <a:pt x="1191" y="5632"/>
                    <a:pt x="1941" y="3620"/>
                  </a:cubicBezTo>
                  <a:cubicBezTo>
                    <a:pt x="2679" y="1608"/>
                    <a:pt x="3679" y="989"/>
                    <a:pt x="3143" y="596"/>
                  </a:cubicBezTo>
                  <a:cubicBezTo>
                    <a:pt x="2977" y="477"/>
                    <a:pt x="2322" y="250"/>
                    <a:pt x="14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61"/>
            <p:cNvSpPr/>
            <p:nvPr/>
          </p:nvSpPr>
          <p:spPr>
            <a:xfrm>
              <a:off x="3962675" y="2265300"/>
              <a:ext cx="55700" cy="55975"/>
            </a:xfrm>
            <a:custGeom>
              <a:avLst/>
              <a:gdLst/>
              <a:ahLst/>
              <a:cxnLst/>
              <a:rect l="l" t="t" r="r" b="b"/>
              <a:pathLst>
                <a:path w="2228" h="2239" extrusionOk="0">
                  <a:moveTo>
                    <a:pt x="1108" y="0"/>
                  </a:moveTo>
                  <a:cubicBezTo>
                    <a:pt x="489" y="0"/>
                    <a:pt x="1" y="500"/>
                    <a:pt x="1" y="1119"/>
                  </a:cubicBezTo>
                  <a:cubicBezTo>
                    <a:pt x="1" y="1738"/>
                    <a:pt x="489" y="2238"/>
                    <a:pt x="1108" y="2238"/>
                  </a:cubicBezTo>
                  <a:cubicBezTo>
                    <a:pt x="1727" y="2238"/>
                    <a:pt x="2227" y="1738"/>
                    <a:pt x="2227" y="1119"/>
                  </a:cubicBezTo>
                  <a:cubicBezTo>
                    <a:pt x="2227" y="500"/>
                    <a:pt x="1727" y="0"/>
                    <a:pt x="110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61"/>
            <p:cNvSpPr/>
            <p:nvPr/>
          </p:nvSpPr>
          <p:spPr>
            <a:xfrm>
              <a:off x="4013875" y="2251600"/>
              <a:ext cx="64025" cy="64025"/>
            </a:xfrm>
            <a:custGeom>
              <a:avLst/>
              <a:gdLst/>
              <a:ahLst/>
              <a:cxnLst/>
              <a:rect l="l" t="t" r="r" b="b"/>
              <a:pathLst>
                <a:path w="2561" h="2561" extrusionOk="0">
                  <a:moveTo>
                    <a:pt x="1287" y="0"/>
                  </a:moveTo>
                  <a:cubicBezTo>
                    <a:pt x="572" y="0"/>
                    <a:pt x="1" y="572"/>
                    <a:pt x="1" y="1286"/>
                  </a:cubicBezTo>
                  <a:cubicBezTo>
                    <a:pt x="1" y="1989"/>
                    <a:pt x="572" y="2560"/>
                    <a:pt x="1287" y="2560"/>
                  </a:cubicBezTo>
                  <a:cubicBezTo>
                    <a:pt x="1989" y="2560"/>
                    <a:pt x="2561" y="1989"/>
                    <a:pt x="2561" y="1286"/>
                  </a:cubicBezTo>
                  <a:cubicBezTo>
                    <a:pt x="2561" y="572"/>
                    <a:pt x="1989" y="0"/>
                    <a:pt x="1287" y="0"/>
                  </a:cubicBezTo>
                  <a:close/>
                </a:path>
              </a:pathLst>
            </a:custGeom>
            <a:solidFill>
              <a:srgbClr val="0D38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61"/>
            <p:cNvSpPr/>
            <p:nvPr/>
          </p:nvSpPr>
          <p:spPr>
            <a:xfrm>
              <a:off x="4000200" y="2256950"/>
              <a:ext cx="169675" cy="59125"/>
            </a:xfrm>
            <a:custGeom>
              <a:avLst/>
              <a:gdLst/>
              <a:ahLst/>
              <a:cxnLst/>
              <a:rect l="l" t="t" r="r" b="b"/>
              <a:pathLst>
                <a:path w="6787" h="2365" extrusionOk="0">
                  <a:moveTo>
                    <a:pt x="1492" y="0"/>
                  </a:moveTo>
                  <a:cubicBezTo>
                    <a:pt x="1444" y="0"/>
                    <a:pt x="1417" y="1"/>
                    <a:pt x="1417" y="1"/>
                  </a:cubicBezTo>
                  <a:lnTo>
                    <a:pt x="0" y="417"/>
                  </a:lnTo>
                  <a:lnTo>
                    <a:pt x="179" y="2025"/>
                  </a:lnTo>
                  <a:cubicBezTo>
                    <a:pt x="1861" y="2259"/>
                    <a:pt x="3311" y="2364"/>
                    <a:pt x="4421" y="2364"/>
                  </a:cubicBezTo>
                  <a:cubicBezTo>
                    <a:pt x="5911" y="2364"/>
                    <a:pt x="6787" y="2174"/>
                    <a:pt x="6787" y="1846"/>
                  </a:cubicBezTo>
                  <a:cubicBezTo>
                    <a:pt x="6787" y="1263"/>
                    <a:pt x="5501" y="894"/>
                    <a:pt x="4358" y="358"/>
                  </a:cubicBezTo>
                  <a:cubicBezTo>
                    <a:pt x="3659" y="19"/>
                    <a:pt x="1879" y="0"/>
                    <a:pt x="14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61"/>
            <p:cNvSpPr/>
            <p:nvPr/>
          </p:nvSpPr>
          <p:spPr>
            <a:xfrm>
              <a:off x="4064475" y="2056325"/>
              <a:ext cx="57775" cy="220000"/>
            </a:xfrm>
            <a:custGeom>
              <a:avLst/>
              <a:gdLst/>
              <a:ahLst/>
              <a:cxnLst/>
              <a:rect l="l" t="t" r="r" b="b"/>
              <a:pathLst>
                <a:path w="2311" h="8800" extrusionOk="0">
                  <a:moveTo>
                    <a:pt x="299" y="1"/>
                  </a:moveTo>
                  <a:lnTo>
                    <a:pt x="1" y="120"/>
                  </a:lnTo>
                  <a:lnTo>
                    <a:pt x="1846" y="4894"/>
                  </a:lnTo>
                  <a:cubicBezTo>
                    <a:pt x="1965" y="5204"/>
                    <a:pt x="2001" y="5537"/>
                    <a:pt x="1918" y="5847"/>
                  </a:cubicBezTo>
                  <a:lnTo>
                    <a:pt x="1299" y="8716"/>
                  </a:lnTo>
                  <a:lnTo>
                    <a:pt x="1608" y="8800"/>
                  </a:lnTo>
                  <a:lnTo>
                    <a:pt x="2239" y="5906"/>
                  </a:lnTo>
                  <a:cubicBezTo>
                    <a:pt x="2311" y="5537"/>
                    <a:pt x="2275" y="5132"/>
                    <a:pt x="2144" y="4775"/>
                  </a:cubicBezTo>
                  <a:lnTo>
                    <a:pt x="2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61"/>
            <p:cNvSpPr/>
            <p:nvPr/>
          </p:nvSpPr>
          <p:spPr>
            <a:xfrm>
              <a:off x="4001375" y="1958100"/>
              <a:ext cx="103025" cy="142850"/>
            </a:xfrm>
            <a:custGeom>
              <a:avLst/>
              <a:gdLst/>
              <a:ahLst/>
              <a:cxnLst/>
              <a:rect l="l" t="t" r="r" b="b"/>
              <a:pathLst>
                <a:path w="4121" h="5714" extrusionOk="0">
                  <a:moveTo>
                    <a:pt x="1144" y="1"/>
                  </a:moveTo>
                  <a:cubicBezTo>
                    <a:pt x="1" y="918"/>
                    <a:pt x="477" y="5359"/>
                    <a:pt x="667" y="5478"/>
                  </a:cubicBezTo>
                  <a:cubicBezTo>
                    <a:pt x="765" y="5539"/>
                    <a:pt x="958" y="5713"/>
                    <a:pt x="1305" y="5713"/>
                  </a:cubicBezTo>
                  <a:cubicBezTo>
                    <a:pt x="1635" y="5713"/>
                    <a:pt x="2103" y="5557"/>
                    <a:pt x="2763" y="5001"/>
                  </a:cubicBezTo>
                  <a:cubicBezTo>
                    <a:pt x="4120" y="3835"/>
                    <a:pt x="3882" y="3001"/>
                    <a:pt x="3334" y="1977"/>
                  </a:cubicBezTo>
                  <a:cubicBezTo>
                    <a:pt x="2775" y="953"/>
                    <a:pt x="1144" y="1"/>
                    <a:pt x="114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61"/>
            <p:cNvSpPr/>
            <p:nvPr/>
          </p:nvSpPr>
          <p:spPr>
            <a:xfrm>
              <a:off x="2900050" y="2541425"/>
              <a:ext cx="917100" cy="322675"/>
            </a:xfrm>
            <a:custGeom>
              <a:avLst/>
              <a:gdLst/>
              <a:ahLst/>
              <a:cxnLst/>
              <a:rect l="l" t="t" r="r" b="b"/>
              <a:pathLst>
                <a:path w="36684" h="12907" extrusionOk="0">
                  <a:moveTo>
                    <a:pt x="7365" y="1"/>
                  </a:moveTo>
                  <a:cubicBezTo>
                    <a:pt x="7242" y="1"/>
                    <a:pt x="7140" y="6"/>
                    <a:pt x="7061" y="16"/>
                  </a:cubicBezTo>
                  <a:cubicBezTo>
                    <a:pt x="5799" y="171"/>
                    <a:pt x="3168" y="552"/>
                    <a:pt x="1382" y="1671"/>
                  </a:cubicBezTo>
                  <a:cubicBezTo>
                    <a:pt x="977" y="1921"/>
                    <a:pt x="715" y="2231"/>
                    <a:pt x="548" y="2564"/>
                  </a:cubicBezTo>
                  <a:lnTo>
                    <a:pt x="501" y="2647"/>
                  </a:lnTo>
                  <a:cubicBezTo>
                    <a:pt x="1" y="3778"/>
                    <a:pt x="536" y="5088"/>
                    <a:pt x="536" y="5088"/>
                  </a:cubicBezTo>
                  <a:cubicBezTo>
                    <a:pt x="536" y="5088"/>
                    <a:pt x="14895" y="6445"/>
                    <a:pt x="20206" y="7874"/>
                  </a:cubicBezTo>
                  <a:cubicBezTo>
                    <a:pt x="25516" y="9291"/>
                    <a:pt x="31707" y="11910"/>
                    <a:pt x="33374" y="12791"/>
                  </a:cubicBezTo>
                  <a:cubicBezTo>
                    <a:pt x="33530" y="12870"/>
                    <a:pt x="33689" y="12907"/>
                    <a:pt x="33848" y="12907"/>
                  </a:cubicBezTo>
                  <a:cubicBezTo>
                    <a:pt x="34825" y="12907"/>
                    <a:pt x="35834" y="11542"/>
                    <a:pt x="36315" y="10089"/>
                  </a:cubicBezTo>
                  <a:cubicBezTo>
                    <a:pt x="36327" y="10029"/>
                    <a:pt x="36338" y="9993"/>
                    <a:pt x="36350" y="9934"/>
                  </a:cubicBezTo>
                  <a:cubicBezTo>
                    <a:pt x="36612" y="9112"/>
                    <a:pt x="36684" y="8291"/>
                    <a:pt x="36493" y="7695"/>
                  </a:cubicBezTo>
                  <a:cubicBezTo>
                    <a:pt x="35864" y="5831"/>
                    <a:pt x="33193" y="2142"/>
                    <a:pt x="29586" y="2142"/>
                  </a:cubicBezTo>
                  <a:cubicBezTo>
                    <a:pt x="29508" y="2142"/>
                    <a:pt x="29429" y="2144"/>
                    <a:pt x="29350" y="2147"/>
                  </a:cubicBezTo>
                  <a:cubicBezTo>
                    <a:pt x="28299" y="2194"/>
                    <a:pt x="27327" y="2219"/>
                    <a:pt x="26394" y="2219"/>
                  </a:cubicBezTo>
                  <a:cubicBezTo>
                    <a:pt x="24016" y="2219"/>
                    <a:pt x="21888" y="2056"/>
                    <a:pt x="19348" y="1671"/>
                  </a:cubicBezTo>
                  <a:cubicBezTo>
                    <a:pt x="15753" y="1124"/>
                    <a:pt x="9215" y="1"/>
                    <a:pt x="73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61"/>
            <p:cNvSpPr/>
            <p:nvPr/>
          </p:nvSpPr>
          <p:spPr>
            <a:xfrm>
              <a:off x="2912250" y="2541125"/>
              <a:ext cx="904900" cy="248650"/>
            </a:xfrm>
            <a:custGeom>
              <a:avLst/>
              <a:gdLst/>
              <a:ahLst/>
              <a:cxnLst/>
              <a:rect l="l" t="t" r="r" b="b"/>
              <a:pathLst>
                <a:path w="36196" h="9946" extrusionOk="0">
                  <a:moveTo>
                    <a:pt x="6863" y="1"/>
                  </a:moveTo>
                  <a:cubicBezTo>
                    <a:pt x="6741" y="1"/>
                    <a:pt x="6640" y="6"/>
                    <a:pt x="6561" y="16"/>
                  </a:cubicBezTo>
                  <a:cubicBezTo>
                    <a:pt x="5299" y="159"/>
                    <a:pt x="2668" y="552"/>
                    <a:pt x="882" y="1671"/>
                  </a:cubicBezTo>
                  <a:cubicBezTo>
                    <a:pt x="477" y="1921"/>
                    <a:pt x="203" y="2231"/>
                    <a:pt x="48" y="2564"/>
                  </a:cubicBezTo>
                  <a:lnTo>
                    <a:pt x="1" y="2647"/>
                  </a:lnTo>
                  <a:cubicBezTo>
                    <a:pt x="1032" y="2351"/>
                    <a:pt x="5451" y="1171"/>
                    <a:pt x="7786" y="1171"/>
                  </a:cubicBezTo>
                  <a:cubicBezTo>
                    <a:pt x="8174" y="1171"/>
                    <a:pt x="8504" y="1203"/>
                    <a:pt x="8752" y="1278"/>
                  </a:cubicBezTo>
                  <a:cubicBezTo>
                    <a:pt x="10518" y="1806"/>
                    <a:pt x="13228" y="3901"/>
                    <a:pt x="18326" y="3901"/>
                  </a:cubicBezTo>
                  <a:cubicBezTo>
                    <a:pt x="18866" y="3901"/>
                    <a:pt x="19432" y="3877"/>
                    <a:pt x="20027" y="3826"/>
                  </a:cubicBezTo>
                  <a:cubicBezTo>
                    <a:pt x="23397" y="3543"/>
                    <a:pt x="25927" y="3165"/>
                    <a:pt x="27920" y="3165"/>
                  </a:cubicBezTo>
                  <a:cubicBezTo>
                    <a:pt x="29609" y="3165"/>
                    <a:pt x="30913" y="3436"/>
                    <a:pt x="32017" y="4267"/>
                  </a:cubicBezTo>
                  <a:cubicBezTo>
                    <a:pt x="34219" y="5933"/>
                    <a:pt x="35827" y="6874"/>
                    <a:pt x="35862" y="9946"/>
                  </a:cubicBezTo>
                  <a:cubicBezTo>
                    <a:pt x="36124" y="9124"/>
                    <a:pt x="36196" y="8303"/>
                    <a:pt x="35981" y="7696"/>
                  </a:cubicBezTo>
                  <a:cubicBezTo>
                    <a:pt x="35363" y="5828"/>
                    <a:pt x="32685" y="2131"/>
                    <a:pt x="29059" y="2131"/>
                  </a:cubicBezTo>
                  <a:cubicBezTo>
                    <a:pt x="28985" y="2131"/>
                    <a:pt x="28912" y="2132"/>
                    <a:pt x="28838" y="2135"/>
                  </a:cubicBezTo>
                  <a:cubicBezTo>
                    <a:pt x="27762" y="2184"/>
                    <a:pt x="26768" y="2210"/>
                    <a:pt x="25813" y="2210"/>
                  </a:cubicBezTo>
                  <a:cubicBezTo>
                    <a:pt x="23469" y="2210"/>
                    <a:pt x="21357" y="2052"/>
                    <a:pt x="18836" y="1671"/>
                  </a:cubicBezTo>
                  <a:cubicBezTo>
                    <a:pt x="15252" y="1124"/>
                    <a:pt x="8704" y="1"/>
                    <a:pt x="68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61"/>
            <p:cNvSpPr/>
            <p:nvPr/>
          </p:nvSpPr>
          <p:spPr>
            <a:xfrm>
              <a:off x="2847375" y="2526525"/>
              <a:ext cx="270000" cy="176350"/>
            </a:xfrm>
            <a:custGeom>
              <a:avLst/>
              <a:gdLst/>
              <a:ahLst/>
              <a:cxnLst/>
              <a:rect l="l" t="t" r="r" b="b"/>
              <a:pathLst>
                <a:path w="10800" h="7054" extrusionOk="0">
                  <a:moveTo>
                    <a:pt x="662" y="0"/>
                  </a:moveTo>
                  <a:cubicBezTo>
                    <a:pt x="592" y="0"/>
                    <a:pt x="521" y="13"/>
                    <a:pt x="453" y="40"/>
                  </a:cubicBezTo>
                  <a:cubicBezTo>
                    <a:pt x="155" y="171"/>
                    <a:pt x="0" y="505"/>
                    <a:pt x="119" y="802"/>
                  </a:cubicBezTo>
                  <a:lnTo>
                    <a:pt x="2108" y="5886"/>
                  </a:lnTo>
                  <a:cubicBezTo>
                    <a:pt x="2179" y="6089"/>
                    <a:pt x="2358" y="6220"/>
                    <a:pt x="2584" y="6256"/>
                  </a:cubicBezTo>
                  <a:lnTo>
                    <a:pt x="10121" y="7053"/>
                  </a:lnTo>
                  <a:lnTo>
                    <a:pt x="10180" y="7053"/>
                  </a:lnTo>
                  <a:cubicBezTo>
                    <a:pt x="10478" y="7053"/>
                    <a:pt x="10740" y="6839"/>
                    <a:pt x="10763" y="6529"/>
                  </a:cubicBezTo>
                  <a:cubicBezTo>
                    <a:pt x="10799" y="6220"/>
                    <a:pt x="10573" y="5922"/>
                    <a:pt x="10240" y="5898"/>
                  </a:cubicBezTo>
                  <a:lnTo>
                    <a:pt x="3060" y="5124"/>
                  </a:lnTo>
                  <a:lnTo>
                    <a:pt x="1215" y="374"/>
                  </a:lnTo>
                  <a:cubicBezTo>
                    <a:pt x="1123" y="145"/>
                    <a:pt x="897" y="0"/>
                    <a:pt x="66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61"/>
            <p:cNvSpPr/>
            <p:nvPr/>
          </p:nvSpPr>
          <p:spPr>
            <a:xfrm>
              <a:off x="2821175" y="2126575"/>
              <a:ext cx="409900" cy="401275"/>
            </a:xfrm>
            <a:custGeom>
              <a:avLst/>
              <a:gdLst/>
              <a:ahLst/>
              <a:cxnLst/>
              <a:rect l="l" t="t" r="r" b="b"/>
              <a:pathLst>
                <a:path w="16396" h="16051" extrusionOk="0">
                  <a:moveTo>
                    <a:pt x="0" y="1"/>
                  </a:moveTo>
                  <a:lnTo>
                    <a:pt x="0" y="16050"/>
                  </a:lnTo>
                  <a:lnTo>
                    <a:pt x="16395" y="16050"/>
                  </a:lnTo>
                  <a:lnTo>
                    <a:pt x="163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61"/>
            <p:cNvSpPr/>
            <p:nvPr/>
          </p:nvSpPr>
          <p:spPr>
            <a:xfrm>
              <a:off x="2821175" y="2345350"/>
              <a:ext cx="409900" cy="181900"/>
            </a:xfrm>
            <a:custGeom>
              <a:avLst/>
              <a:gdLst/>
              <a:ahLst/>
              <a:cxnLst/>
              <a:rect l="l" t="t" r="r" b="b"/>
              <a:pathLst>
                <a:path w="16396" h="7276" extrusionOk="0">
                  <a:moveTo>
                    <a:pt x="0" y="1"/>
                  </a:moveTo>
                  <a:lnTo>
                    <a:pt x="0" y="7276"/>
                  </a:lnTo>
                  <a:lnTo>
                    <a:pt x="16395" y="7276"/>
                  </a:lnTo>
                  <a:lnTo>
                    <a:pt x="163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61"/>
            <p:cNvSpPr/>
            <p:nvPr/>
          </p:nvSpPr>
          <p:spPr>
            <a:xfrm>
              <a:off x="2811950" y="2126575"/>
              <a:ext cx="427750" cy="57775"/>
            </a:xfrm>
            <a:custGeom>
              <a:avLst/>
              <a:gdLst/>
              <a:ahLst/>
              <a:cxnLst/>
              <a:rect l="l" t="t" r="r" b="b"/>
              <a:pathLst>
                <a:path w="17110" h="2311" extrusionOk="0">
                  <a:moveTo>
                    <a:pt x="0" y="1"/>
                  </a:moveTo>
                  <a:lnTo>
                    <a:pt x="0" y="2311"/>
                  </a:lnTo>
                  <a:lnTo>
                    <a:pt x="17110" y="2311"/>
                  </a:lnTo>
                  <a:lnTo>
                    <a:pt x="1711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61"/>
            <p:cNvSpPr/>
            <p:nvPr/>
          </p:nvSpPr>
          <p:spPr>
            <a:xfrm>
              <a:off x="2888450" y="2126575"/>
              <a:ext cx="52100" cy="401275"/>
            </a:xfrm>
            <a:custGeom>
              <a:avLst/>
              <a:gdLst/>
              <a:ahLst/>
              <a:cxnLst/>
              <a:rect l="l" t="t" r="r" b="b"/>
              <a:pathLst>
                <a:path w="2084" h="16051" extrusionOk="0">
                  <a:moveTo>
                    <a:pt x="0" y="1"/>
                  </a:moveTo>
                  <a:lnTo>
                    <a:pt x="0" y="16050"/>
                  </a:lnTo>
                  <a:lnTo>
                    <a:pt x="2084" y="16050"/>
                  </a:lnTo>
                  <a:lnTo>
                    <a:pt x="20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61"/>
            <p:cNvSpPr/>
            <p:nvPr/>
          </p:nvSpPr>
          <p:spPr>
            <a:xfrm>
              <a:off x="3111400" y="2126575"/>
              <a:ext cx="52100" cy="401275"/>
            </a:xfrm>
            <a:custGeom>
              <a:avLst/>
              <a:gdLst/>
              <a:ahLst/>
              <a:cxnLst/>
              <a:rect l="l" t="t" r="r" b="b"/>
              <a:pathLst>
                <a:path w="2084" h="16051" extrusionOk="0">
                  <a:moveTo>
                    <a:pt x="0" y="1"/>
                  </a:moveTo>
                  <a:lnTo>
                    <a:pt x="0" y="16050"/>
                  </a:lnTo>
                  <a:lnTo>
                    <a:pt x="2084" y="16050"/>
                  </a:lnTo>
                  <a:lnTo>
                    <a:pt x="20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61"/>
            <p:cNvSpPr/>
            <p:nvPr/>
          </p:nvSpPr>
          <p:spPr>
            <a:xfrm>
              <a:off x="2804200" y="2527225"/>
              <a:ext cx="443250" cy="25325"/>
            </a:xfrm>
            <a:custGeom>
              <a:avLst/>
              <a:gdLst/>
              <a:ahLst/>
              <a:cxnLst/>
              <a:rect l="l" t="t" r="r" b="b"/>
              <a:pathLst>
                <a:path w="17730" h="1013" extrusionOk="0">
                  <a:moveTo>
                    <a:pt x="513" y="1"/>
                  </a:moveTo>
                  <a:cubicBezTo>
                    <a:pt x="227" y="1"/>
                    <a:pt x="1" y="227"/>
                    <a:pt x="1" y="513"/>
                  </a:cubicBezTo>
                  <a:cubicBezTo>
                    <a:pt x="1" y="798"/>
                    <a:pt x="227" y="1013"/>
                    <a:pt x="513" y="1013"/>
                  </a:cubicBezTo>
                  <a:lnTo>
                    <a:pt x="17241" y="1013"/>
                  </a:lnTo>
                  <a:cubicBezTo>
                    <a:pt x="17503" y="1013"/>
                    <a:pt x="17729" y="798"/>
                    <a:pt x="17729" y="513"/>
                  </a:cubicBezTo>
                  <a:cubicBezTo>
                    <a:pt x="17729" y="227"/>
                    <a:pt x="17503" y="1"/>
                    <a:pt x="1722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 name="Google Shape;1051;p61"/>
          <p:cNvGrpSpPr/>
          <p:nvPr/>
        </p:nvGrpSpPr>
        <p:grpSpPr>
          <a:xfrm>
            <a:off x="1409369" y="3012112"/>
            <a:ext cx="2828452" cy="1478324"/>
            <a:chOff x="2522250" y="2186775"/>
            <a:chExt cx="2738625" cy="1431375"/>
          </a:xfrm>
        </p:grpSpPr>
        <p:sp>
          <p:nvSpPr>
            <p:cNvPr id="1052" name="Google Shape;1052;p61"/>
            <p:cNvSpPr/>
            <p:nvPr/>
          </p:nvSpPr>
          <p:spPr>
            <a:xfrm>
              <a:off x="3500125" y="2994575"/>
              <a:ext cx="172375" cy="260950"/>
            </a:xfrm>
            <a:custGeom>
              <a:avLst/>
              <a:gdLst/>
              <a:ahLst/>
              <a:cxnLst/>
              <a:rect l="l" t="t" r="r" b="b"/>
              <a:pathLst>
                <a:path w="6895" h="10438" extrusionOk="0">
                  <a:moveTo>
                    <a:pt x="657" y="0"/>
                  </a:moveTo>
                  <a:cubicBezTo>
                    <a:pt x="571" y="0"/>
                    <a:pt x="485" y="19"/>
                    <a:pt x="405" y="59"/>
                  </a:cubicBezTo>
                  <a:cubicBezTo>
                    <a:pt x="120" y="214"/>
                    <a:pt x="1" y="559"/>
                    <a:pt x="143" y="833"/>
                  </a:cubicBezTo>
                  <a:lnTo>
                    <a:pt x="4775" y="9870"/>
                  </a:lnTo>
                  <a:cubicBezTo>
                    <a:pt x="4787" y="9893"/>
                    <a:pt x="4811" y="9929"/>
                    <a:pt x="4823" y="9941"/>
                  </a:cubicBezTo>
                  <a:cubicBezTo>
                    <a:pt x="5015" y="10263"/>
                    <a:pt x="5350" y="10437"/>
                    <a:pt x="5695" y="10437"/>
                  </a:cubicBezTo>
                  <a:cubicBezTo>
                    <a:pt x="5885" y="10437"/>
                    <a:pt x="6078" y="10384"/>
                    <a:pt x="6251" y="10274"/>
                  </a:cubicBezTo>
                  <a:cubicBezTo>
                    <a:pt x="6740" y="9977"/>
                    <a:pt x="6894" y="9334"/>
                    <a:pt x="6573" y="8846"/>
                  </a:cubicBezTo>
                  <a:lnTo>
                    <a:pt x="1144" y="273"/>
                  </a:lnTo>
                  <a:cubicBezTo>
                    <a:pt x="1044" y="99"/>
                    <a:pt x="852" y="0"/>
                    <a:pt x="657" y="0"/>
                  </a:cubicBezTo>
                  <a:close/>
                </a:path>
              </a:pathLst>
            </a:custGeom>
            <a:solidFill>
              <a:srgbClr val="D3C7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61"/>
            <p:cNvSpPr/>
            <p:nvPr/>
          </p:nvSpPr>
          <p:spPr>
            <a:xfrm>
              <a:off x="3434350" y="2973400"/>
              <a:ext cx="164025" cy="69975"/>
            </a:xfrm>
            <a:custGeom>
              <a:avLst/>
              <a:gdLst/>
              <a:ahLst/>
              <a:cxnLst/>
              <a:rect l="l" t="t" r="r" b="b"/>
              <a:pathLst>
                <a:path w="6561" h="2799" extrusionOk="0">
                  <a:moveTo>
                    <a:pt x="1393" y="1"/>
                  </a:moveTo>
                  <a:cubicBezTo>
                    <a:pt x="619" y="1"/>
                    <a:pt x="0" y="632"/>
                    <a:pt x="0" y="1406"/>
                  </a:cubicBezTo>
                  <a:cubicBezTo>
                    <a:pt x="0" y="2180"/>
                    <a:pt x="619" y="2799"/>
                    <a:pt x="1393" y="2799"/>
                  </a:cubicBezTo>
                  <a:lnTo>
                    <a:pt x="5156" y="2799"/>
                  </a:lnTo>
                  <a:cubicBezTo>
                    <a:pt x="5930" y="2799"/>
                    <a:pt x="6561" y="2168"/>
                    <a:pt x="6561" y="1406"/>
                  </a:cubicBezTo>
                  <a:cubicBezTo>
                    <a:pt x="6561" y="620"/>
                    <a:pt x="5930" y="1"/>
                    <a:pt x="5156" y="1"/>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61"/>
            <p:cNvSpPr/>
            <p:nvPr/>
          </p:nvSpPr>
          <p:spPr>
            <a:xfrm>
              <a:off x="3627225" y="3214225"/>
              <a:ext cx="29200" cy="28900"/>
            </a:xfrm>
            <a:custGeom>
              <a:avLst/>
              <a:gdLst/>
              <a:ahLst/>
              <a:cxnLst/>
              <a:rect l="l" t="t" r="r" b="b"/>
              <a:pathLst>
                <a:path w="1168" h="1156" extrusionOk="0">
                  <a:moveTo>
                    <a:pt x="584" y="0"/>
                  </a:moveTo>
                  <a:cubicBezTo>
                    <a:pt x="263" y="0"/>
                    <a:pt x="1" y="262"/>
                    <a:pt x="1" y="584"/>
                  </a:cubicBezTo>
                  <a:cubicBezTo>
                    <a:pt x="1" y="893"/>
                    <a:pt x="263" y="1155"/>
                    <a:pt x="584" y="1155"/>
                  </a:cubicBezTo>
                  <a:cubicBezTo>
                    <a:pt x="905" y="1155"/>
                    <a:pt x="1167" y="893"/>
                    <a:pt x="1167" y="584"/>
                  </a:cubicBezTo>
                  <a:cubicBezTo>
                    <a:pt x="1167" y="262"/>
                    <a:pt x="905" y="0"/>
                    <a:pt x="584" y="0"/>
                  </a:cubicBezTo>
                  <a:close/>
                </a:path>
              </a:pathLst>
            </a:custGeom>
            <a:solidFill>
              <a:srgbClr val="D6433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61"/>
            <p:cNvSpPr/>
            <p:nvPr/>
          </p:nvSpPr>
          <p:spPr>
            <a:xfrm>
              <a:off x="3590025" y="2490325"/>
              <a:ext cx="751000" cy="60450"/>
            </a:xfrm>
            <a:custGeom>
              <a:avLst/>
              <a:gdLst/>
              <a:ahLst/>
              <a:cxnLst/>
              <a:rect l="l" t="t" r="r" b="b"/>
              <a:pathLst>
                <a:path w="30040" h="2418" extrusionOk="0">
                  <a:moveTo>
                    <a:pt x="29528" y="0"/>
                  </a:moveTo>
                  <a:cubicBezTo>
                    <a:pt x="29516" y="24"/>
                    <a:pt x="27849" y="1715"/>
                    <a:pt x="24527" y="1715"/>
                  </a:cubicBezTo>
                  <a:lnTo>
                    <a:pt x="3608" y="1715"/>
                  </a:lnTo>
                  <a:cubicBezTo>
                    <a:pt x="1786" y="1715"/>
                    <a:pt x="524" y="369"/>
                    <a:pt x="512" y="345"/>
                  </a:cubicBezTo>
                  <a:lnTo>
                    <a:pt x="0" y="810"/>
                  </a:lnTo>
                  <a:cubicBezTo>
                    <a:pt x="60" y="881"/>
                    <a:pt x="1477" y="2417"/>
                    <a:pt x="3608" y="2417"/>
                  </a:cubicBezTo>
                  <a:lnTo>
                    <a:pt x="24527" y="2417"/>
                  </a:lnTo>
                  <a:cubicBezTo>
                    <a:pt x="28159" y="2417"/>
                    <a:pt x="29968" y="572"/>
                    <a:pt x="30040" y="476"/>
                  </a:cubicBezTo>
                  <a:lnTo>
                    <a:pt x="2952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61"/>
            <p:cNvSpPr/>
            <p:nvPr/>
          </p:nvSpPr>
          <p:spPr>
            <a:xfrm>
              <a:off x="3046500" y="2479700"/>
              <a:ext cx="428950" cy="555950"/>
            </a:xfrm>
            <a:custGeom>
              <a:avLst/>
              <a:gdLst/>
              <a:ahLst/>
              <a:cxnLst/>
              <a:rect l="l" t="t" r="r" b="b"/>
              <a:pathLst>
                <a:path w="17158" h="22238" extrusionOk="0">
                  <a:moveTo>
                    <a:pt x="15704" y="1"/>
                  </a:moveTo>
                  <a:cubicBezTo>
                    <a:pt x="14909" y="1"/>
                    <a:pt x="13963" y="166"/>
                    <a:pt x="13347" y="830"/>
                  </a:cubicBezTo>
                  <a:cubicBezTo>
                    <a:pt x="12562" y="1699"/>
                    <a:pt x="7799" y="8712"/>
                    <a:pt x="4322" y="13820"/>
                  </a:cubicBezTo>
                  <a:cubicBezTo>
                    <a:pt x="3013" y="15748"/>
                    <a:pt x="1965" y="17284"/>
                    <a:pt x="1560" y="17856"/>
                  </a:cubicBezTo>
                  <a:cubicBezTo>
                    <a:pt x="0" y="20070"/>
                    <a:pt x="1548" y="22214"/>
                    <a:pt x="1560" y="22237"/>
                  </a:cubicBezTo>
                  <a:lnTo>
                    <a:pt x="2144" y="21809"/>
                  </a:lnTo>
                  <a:cubicBezTo>
                    <a:pt x="2132" y="21785"/>
                    <a:pt x="882" y="20047"/>
                    <a:pt x="2144" y="18237"/>
                  </a:cubicBezTo>
                  <a:cubicBezTo>
                    <a:pt x="2548" y="17653"/>
                    <a:pt x="3584" y="16118"/>
                    <a:pt x="4894" y="14201"/>
                  </a:cubicBezTo>
                  <a:cubicBezTo>
                    <a:pt x="7966" y="9676"/>
                    <a:pt x="13109" y="2116"/>
                    <a:pt x="13871" y="1294"/>
                  </a:cubicBezTo>
                  <a:cubicBezTo>
                    <a:pt x="14320" y="812"/>
                    <a:pt x="15059" y="687"/>
                    <a:pt x="15707" y="687"/>
                  </a:cubicBezTo>
                  <a:cubicBezTo>
                    <a:pt x="16401" y="687"/>
                    <a:pt x="16990" y="830"/>
                    <a:pt x="17003" y="830"/>
                  </a:cubicBezTo>
                  <a:lnTo>
                    <a:pt x="17157" y="163"/>
                  </a:lnTo>
                  <a:cubicBezTo>
                    <a:pt x="17110" y="157"/>
                    <a:pt x="16479" y="1"/>
                    <a:pt x="1570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61"/>
            <p:cNvSpPr/>
            <p:nvPr/>
          </p:nvSpPr>
          <p:spPr>
            <a:xfrm>
              <a:off x="4489825" y="2299525"/>
              <a:ext cx="61350" cy="237850"/>
            </a:xfrm>
            <a:custGeom>
              <a:avLst/>
              <a:gdLst/>
              <a:ahLst/>
              <a:cxnLst/>
              <a:rect l="l" t="t" r="r" b="b"/>
              <a:pathLst>
                <a:path w="2454" h="9514" extrusionOk="0">
                  <a:moveTo>
                    <a:pt x="489" y="0"/>
                  </a:moveTo>
                  <a:lnTo>
                    <a:pt x="1" y="500"/>
                  </a:lnTo>
                  <a:cubicBezTo>
                    <a:pt x="477" y="977"/>
                    <a:pt x="1251" y="1953"/>
                    <a:pt x="1311" y="2489"/>
                  </a:cubicBezTo>
                  <a:cubicBezTo>
                    <a:pt x="1334" y="2798"/>
                    <a:pt x="1358" y="3203"/>
                    <a:pt x="1358" y="3667"/>
                  </a:cubicBezTo>
                  <a:cubicBezTo>
                    <a:pt x="1358" y="4441"/>
                    <a:pt x="1370" y="5418"/>
                    <a:pt x="1513" y="6465"/>
                  </a:cubicBezTo>
                  <a:cubicBezTo>
                    <a:pt x="1715" y="7858"/>
                    <a:pt x="251" y="8930"/>
                    <a:pt x="239" y="8954"/>
                  </a:cubicBezTo>
                  <a:lnTo>
                    <a:pt x="644" y="9513"/>
                  </a:lnTo>
                  <a:cubicBezTo>
                    <a:pt x="715" y="9454"/>
                    <a:pt x="2454" y="8192"/>
                    <a:pt x="2204" y="6358"/>
                  </a:cubicBezTo>
                  <a:cubicBezTo>
                    <a:pt x="2049" y="5382"/>
                    <a:pt x="2037" y="4406"/>
                    <a:pt x="2037" y="3655"/>
                  </a:cubicBezTo>
                  <a:cubicBezTo>
                    <a:pt x="2037" y="3179"/>
                    <a:pt x="2025" y="2763"/>
                    <a:pt x="1989" y="2417"/>
                  </a:cubicBezTo>
                  <a:cubicBezTo>
                    <a:pt x="1894" y="1465"/>
                    <a:pt x="644" y="155"/>
                    <a:pt x="48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61"/>
            <p:cNvSpPr/>
            <p:nvPr/>
          </p:nvSpPr>
          <p:spPr>
            <a:xfrm>
              <a:off x="4313325" y="2186775"/>
              <a:ext cx="144100" cy="94000"/>
            </a:xfrm>
            <a:custGeom>
              <a:avLst/>
              <a:gdLst/>
              <a:ahLst/>
              <a:cxnLst/>
              <a:rect l="l" t="t" r="r" b="b"/>
              <a:pathLst>
                <a:path w="5764" h="3760" extrusionOk="0">
                  <a:moveTo>
                    <a:pt x="1121" y="0"/>
                  </a:moveTo>
                  <a:cubicBezTo>
                    <a:pt x="738" y="0"/>
                    <a:pt x="367" y="214"/>
                    <a:pt x="179" y="581"/>
                  </a:cubicBezTo>
                  <a:cubicBezTo>
                    <a:pt x="0" y="974"/>
                    <a:pt x="60" y="1415"/>
                    <a:pt x="334" y="1712"/>
                  </a:cubicBezTo>
                  <a:cubicBezTo>
                    <a:pt x="441" y="1819"/>
                    <a:pt x="536" y="1915"/>
                    <a:pt x="655" y="1974"/>
                  </a:cubicBezTo>
                  <a:lnTo>
                    <a:pt x="4132" y="3653"/>
                  </a:lnTo>
                  <a:cubicBezTo>
                    <a:pt x="4276" y="3725"/>
                    <a:pt x="4430" y="3760"/>
                    <a:pt x="4583" y="3760"/>
                  </a:cubicBezTo>
                  <a:cubicBezTo>
                    <a:pt x="4959" y="3760"/>
                    <a:pt x="5327" y="3550"/>
                    <a:pt x="5513" y="3177"/>
                  </a:cubicBezTo>
                  <a:cubicBezTo>
                    <a:pt x="5763" y="2665"/>
                    <a:pt x="5549" y="2046"/>
                    <a:pt x="5037" y="1796"/>
                  </a:cubicBezTo>
                  <a:lnTo>
                    <a:pt x="1572" y="105"/>
                  </a:lnTo>
                  <a:cubicBezTo>
                    <a:pt x="1427" y="34"/>
                    <a:pt x="1273" y="0"/>
                    <a:pt x="11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61"/>
            <p:cNvSpPr/>
            <p:nvPr/>
          </p:nvSpPr>
          <p:spPr>
            <a:xfrm>
              <a:off x="4410950" y="2236950"/>
              <a:ext cx="92600" cy="63675"/>
            </a:xfrm>
            <a:custGeom>
              <a:avLst/>
              <a:gdLst/>
              <a:ahLst/>
              <a:cxnLst/>
              <a:rect l="l" t="t" r="r" b="b"/>
              <a:pathLst>
                <a:path w="3704" h="2547" extrusionOk="0">
                  <a:moveTo>
                    <a:pt x="843" y="0"/>
                  </a:moveTo>
                  <a:cubicBezTo>
                    <a:pt x="547" y="0"/>
                    <a:pt x="267" y="168"/>
                    <a:pt x="132" y="455"/>
                  </a:cubicBezTo>
                  <a:cubicBezTo>
                    <a:pt x="1" y="753"/>
                    <a:pt x="48" y="1098"/>
                    <a:pt x="251" y="1336"/>
                  </a:cubicBezTo>
                  <a:cubicBezTo>
                    <a:pt x="310" y="1408"/>
                    <a:pt x="406" y="1479"/>
                    <a:pt x="501" y="1527"/>
                  </a:cubicBezTo>
                  <a:lnTo>
                    <a:pt x="2442" y="2468"/>
                  </a:lnTo>
                  <a:cubicBezTo>
                    <a:pt x="2555" y="2521"/>
                    <a:pt x="2674" y="2546"/>
                    <a:pt x="2790" y="2546"/>
                  </a:cubicBezTo>
                  <a:cubicBezTo>
                    <a:pt x="3090" y="2546"/>
                    <a:pt x="3376" y="2378"/>
                    <a:pt x="3513" y="2087"/>
                  </a:cubicBezTo>
                  <a:cubicBezTo>
                    <a:pt x="3704" y="1694"/>
                    <a:pt x="3537" y="1217"/>
                    <a:pt x="3144" y="1015"/>
                  </a:cubicBezTo>
                  <a:lnTo>
                    <a:pt x="1203" y="86"/>
                  </a:lnTo>
                  <a:cubicBezTo>
                    <a:pt x="1086" y="28"/>
                    <a:pt x="963" y="0"/>
                    <a:pt x="843" y="0"/>
                  </a:cubicBezTo>
                  <a:close/>
                </a:path>
              </a:pathLst>
            </a:custGeom>
            <a:solidFill>
              <a:srgbClr val="B1BA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61"/>
            <p:cNvSpPr/>
            <p:nvPr/>
          </p:nvSpPr>
          <p:spPr>
            <a:xfrm>
              <a:off x="4203100" y="2582750"/>
              <a:ext cx="1057775" cy="1013225"/>
            </a:xfrm>
            <a:custGeom>
              <a:avLst/>
              <a:gdLst/>
              <a:ahLst/>
              <a:cxnLst/>
              <a:rect l="l" t="t" r="r" b="b"/>
              <a:pathLst>
                <a:path w="42311" h="40529" extrusionOk="0">
                  <a:moveTo>
                    <a:pt x="21162" y="1840"/>
                  </a:moveTo>
                  <a:cubicBezTo>
                    <a:pt x="31318" y="1840"/>
                    <a:pt x="39569" y="10091"/>
                    <a:pt x="39569" y="20258"/>
                  </a:cubicBezTo>
                  <a:cubicBezTo>
                    <a:pt x="39569" y="30426"/>
                    <a:pt x="31318" y="38666"/>
                    <a:pt x="21162" y="38666"/>
                  </a:cubicBezTo>
                  <a:cubicBezTo>
                    <a:pt x="10994" y="38666"/>
                    <a:pt x="2743" y="30426"/>
                    <a:pt x="2743" y="20258"/>
                  </a:cubicBezTo>
                  <a:cubicBezTo>
                    <a:pt x="2743" y="10091"/>
                    <a:pt x="10994" y="1840"/>
                    <a:pt x="21162" y="1840"/>
                  </a:cubicBezTo>
                  <a:close/>
                  <a:moveTo>
                    <a:pt x="21155" y="0"/>
                  </a:moveTo>
                  <a:cubicBezTo>
                    <a:pt x="9418" y="0"/>
                    <a:pt x="1" y="9978"/>
                    <a:pt x="957" y="21913"/>
                  </a:cubicBezTo>
                  <a:cubicBezTo>
                    <a:pt x="1731" y="31736"/>
                    <a:pt x="9696" y="39689"/>
                    <a:pt x="19519" y="40463"/>
                  </a:cubicBezTo>
                  <a:cubicBezTo>
                    <a:pt x="20073" y="40507"/>
                    <a:pt x="20623" y="40529"/>
                    <a:pt x="21168" y="40529"/>
                  </a:cubicBezTo>
                  <a:cubicBezTo>
                    <a:pt x="32904" y="40529"/>
                    <a:pt x="42311" y="30551"/>
                    <a:pt x="41366" y="18615"/>
                  </a:cubicBezTo>
                  <a:cubicBezTo>
                    <a:pt x="40593" y="8793"/>
                    <a:pt x="32627" y="839"/>
                    <a:pt x="22805" y="66"/>
                  </a:cubicBezTo>
                  <a:cubicBezTo>
                    <a:pt x="22250" y="22"/>
                    <a:pt x="21700" y="0"/>
                    <a:pt x="211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61"/>
            <p:cNvSpPr/>
            <p:nvPr/>
          </p:nvSpPr>
          <p:spPr>
            <a:xfrm>
              <a:off x="4271650" y="2629025"/>
              <a:ext cx="920675" cy="920375"/>
            </a:xfrm>
            <a:custGeom>
              <a:avLst/>
              <a:gdLst/>
              <a:ahLst/>
              <a:cxnLst/>
              <a:rect l="l" t="t" r="r" b="b"/>
              <a:pathLst>
                <a:path w="36827" h="36815" extrusionOk="0">
                  <a:moveTo>
                    <a:pt x="19866" y="2345"/>
                  </a:moveTo>
                  <a:cubicBezTo>
                    <a:pt x="19880" y="2345"/>
                    <a:pt x="19894" y="2345"/>
                    <a:pt x="19908" y="2346"/>
                  </a:cubicBezTo>
                  <a:cubicBezTo>
                    <a:pt x="23087" y="2644"/>
                    <a:pt x="26004" y="3870"/>
                    <a:pt x="28385" y="5739"/>
                  </a:cubicBezTo>
                  <a:cubicBezTo>
                    <a:pt x="28671" y="5965"/>
                    <a:pt x="28683" y="6394"/>
                    <a:pt x="28433" y="6668"/>
                  </a:cubicBezTo>
                  <a:lnTo>
                    <a:pt x="20289" y="14800"/>
                  </a:lnTo>
                  <a:cubicBezTo>
                    <a:pt x="20165" y="14928"/>
                    <a:pt x="20009" y="14985"/>
                    <a:pt x="19855" y="14985"/>
                  </a:cubicBezTo>
                  <a:cubicBezTo>
                    <a:pt x="19538" y="14985"/>
                    <a:pt x="19229" y="14740"/>
                    <a:pt x="19229" y="14371"/>
                  </a:cubicBezTo>
                  <a:lnTo>
                    <a:pt x="19229" y="2977"/>
                  </a:lnTo>
                  <a:cubicBezTo>
                    <a:pt x="19229" y="2633"/>
                    <a:pt x="19516" y="2345"/>
                    <a:pt x="19866" y="2345"/>
                  </a:cubicBezTo>
                  <a:close/>
                  <a:moveTo>
                    <a:pt x="16503" y="2415"/>
                  </a:moveTo>
                  <a:cubicBezTo>
                    <a:pt x="16846" y="2415"/>
                    <a:pt x="17134" y="2700"/>
                    <a:pt x="17134" y="3048"/>
                  </a:cubicBezTo>
                  <a:lnTo>
                    <a:pt x="17134" y="14383"/>
                  </a:lnTo>
                  <a:lnTo>
                    <a:pt x="17146" y="14383"/>
                  </a:lnTo>
                  <a:cubicBezTo>
                    <a:pt x="17146" y="14761"/>
                    <a:pt x="16841" y="15003"/>
                    <a:pt x="16527" y="15003"/>
                  </a:cubicBezTo>
                  <a:cubicBezTo>
                    <a:pt x="16375" y="15003"/>
                    <a:pt x="16222" y="14947"/>
                    <a:pt x="16098" y="14824"/>
                  </a:cubicBezTo>
                  <a:lnTo>
                    <a:pt x="8144" y="6870"/>
                  </a:lnTo>
                  <a:cubicBezTo>
                    <a:pt x="7894" y="6620"/>
                    <a:pt x="7906" y="6192"/>
                    <a:pt x="8180" y="5965"/>
                  </a:cubicBezTo>
                  <a:cubicBezTo>
                    <a:pt x="10478" y="4060"/>
                    <a:pt x="13336" y="2798"/>
                    <a:pt x="16443" y="2417"/>
                  </a:cubicBezTo>
                  <a:cubicBezTo>
                    <a:pt x="16463" y="2415"/>
                    <a:pt x="16483" y="2415"/>
                    <a:pt x="16503" y="2415"/>
                  </a:cubicBezTo>
                  <a:close/>
                  <a:moveTo>
                    <a:pt x="6268" y="8181"/>
                  </a:moveTo>
                  <a:cubicBezTo>
                    <a:pt x="6429" y="8181"/>
                    <a:pt x="6592" y="8241"/>
                    <a:pt x="6716" y="8359"/>
                  </a:cubicBezTo>
                  <a:lnTo>
                    <a:pt x="14633" y="16276"/>
                  </a:lnTo>
                  <a:cubicBezTo>
                    <a:pt x="15026" y="16669"/>
                    <a:pt x="14752" y="17336"/>
                    <a:pt x="14205" y="17336"/>
                  </a:cubicBezTo>
                  <a:lnTo>
                    <a:pt x="3025" y="17336"/>
                  </a:lnTo>
                  <a:cubicBezTo>
                    <a:pt x="2668" y="17336"/>
                    <a:pt x="2370" y="17026"/>
                    <a:pt x="2406" y="16669"/>
                  </a:cubicBezTo>
                  <a:cubicBezTo>
                    <a:pt x="2727" y="13574"/>
                    <a:pt x="3942" y="10728"/>
                    <a:pt x="5799" y="8406"/>
                  </a:cubicBezTo>
                  <a:cubicBezTo>
                    <a:pt x="5912" y="8255"/>
                    <a:pt x="6088" y="8181"/>
                    <a:pt x="6268" y="8181"/>
                  </a:cubicBezTo>
                  <a:close/>
                  <a:moveTo>
                    <a:pt x="30376" y="7924"/>
                  </a:moveTo>
                  <a:cubicBezTo>
                    <a:pt x="30552" y="7924"/>
                    <a:pt x="30726" y="7996"/>
                    <a:pt x="30838" y="8132"/>
                  </a:cubicBezTo>
                  <a:cubicBezTo>
                    <a:pt x="32802" y="10502"/>
                    <a:pt x="34088" y="13431"/>
                    <a:pt x="34445" y="16645"/>
                  </a:cubicBezTo>
                  <a:cubicBezTo>
                    <a:pt x="34469" y="17026"/>
                    <a:pt x="34172" y="17336"/>
                    <a:pt x="33814" y="17336"/>
                  </a:cubicBezTo>
                  <a:lnTo>
                    <a:pt x="22194" y="17336"/>
                  </a:lnTo>
                  <a:cubicBezTo>
                    <a:pt x="21646" y="17336"/>
                    <a:pt x="21372" y="16669"/>
                    <a:pt x="21765" y="16276"/>
                  </a:cubicBezTo>
                  <a:lnTo>
                    <a:pt x="29933" y="8109"/>
                  </a:lnTo>
                  <a:cubicBezTo>
                    <a:pt x="30052" y="7984"/>
                    <a:pt x="30215" y="7924"/>
                    <a:pt x="30376" y="7924"/>
                  </a:cubicBezTo>
                  <a:close/>
                  <a:moveTo>
                    <a:pt x="14205" y="19420"/>
                  </a:moveTo>
                  <a:cubicBezTo>
                    <a:pt x="14752" y="19420"/>
                    <a:pt x="15026" y="20086"/>
                    <a:pt x="14633" y="20479"/>
                  </a:cubicBezTo>
                  <a:lnTo>
                    <a:pt x="6692" y="28421"/>
                  </a:lnTo>
                  <a:cubicBezTo>
                    <a:pt x="6563" y="28539"/>
                    <a:pt x="6399" y="28598"/>
                    <a:pt x="6238" y="28598"/>
                  </a:cubicBezTo>
                  <a:cubicBezTo>
                    <a:pt x="6058" y="28598"/>
                    <a:pt x="5883" y="28524"/>
                    <a:pt x="5763" y="28373"/>
                  </a:cubicBezTo>
                  <a:cubicBezTo>
                    <a:pt x="3918" y="26039"/>
                    <a:pt x="2715" y="23194"/>
                    <a:pt x="2382" y="20086"/>
                  </a:cubicBezTo>
                  <a:cubicBezTo>
                    <a:pt x="2346" y="19729"/>
                    <a:pt x="2644" y="19420"/>
                    <a:pt x="3013" y="19420"/>
                  </a:cubicBezTo>
                  <a:close/>
                  <a:moveTo>
                    <a:pt x="33814" y="19420"/>
                  </a:moveTo>
                  <a:cubicBezTo>
                    <a:pt x="34172" y="19420"/>
                    <a:pt x="34469" y="19729"/>
                    <a:pt x="34433" y="20086"/>
                  </a:cubicBezTo>
                  <a:cubicBezTo>
                    <a:pt x="34100" y="23313"/>
                    <a:pt x="32814" y="26254"/>
                    <a:pt x="30862" y="28635"/>
                  </a:cubicBezTo>
                  <a:cubicBezTo>
                    <a:pt x="30746" y="28775"/>
                    <a:pt x="30577" y="28843"/>
                    <a:pt x="30405" y="28843"/>
                  </a:cubicBezTo>
                  <a:cubicBezTo>
                    <a:pt x="30241" y="28843"/>
                    <a:pt x="30073" y="28781"/>
                    <a:pt x="29945" y="28659"/>
                  </a:cubicBezTo>
                  <a:lnTo>
                    <a:pt x="21765" y="20479"/>
                  </a:lnTo>
                  <a:cubicBezTo>
                    <a:pt x="21372" y="20086"/>
                    <a:pt x="21646" y="19420"/>
                    <a:pt x="22194" y="19420"/>
                  </a:cubicBezTo>
                  <a:close/>
                  <a:moveTo>
                    <a:pt x="16523" y="21764"/>
                  </a:moveTo>
                  <a:cubicBezTo>
                    <a:pt x="16841" y="21764"/>
                    <a:pt x="17146" y="22006"/>
                    <a:pt x="17146" y="22384"/>
                  </a:cubicBezTo>
                  <a:lnTo>
                    <a:pt x="17146" y="33778"/>
                  </a:lnTo>
                  <a:cubicBezTo>
                    <a:pt x="17146" y="34133"/>
                    <a:pt x="16860" y="34411"/>
                    <a:pt x="16510" y="34411"/>
                  </a:cubicBezTo>
                  <a:cubicBezTo>
                    <a:pt x="16496" y="34411"/>
                    <a:pt x="16481" y="34410"/>
                    <a:pt x="16467" y="34409"/>
                  </a:cubicBezTo>
                  <a:cubicBezTo>
                    <a:pt x="13324" y="34028"/>
                    <a:pt x="10466" y="32755"/>
                    <a:pt x="8144" y="30838"/>
                  </a:cubicBezTo>
                  <a:cubicBezTo>
                    <a:pt x="7859" y="30611"/>
                    <a:pt x="7859" y="30183"/>
                    <a:pt x="8109" y="29921"/>
                  </a:cubicBezTo>
                  <a:lnTo>
                    <a:pt x="16086" y="21944"/>
                  </a:lnTo>
                  <a:cubicBezTo>
                    <a:pt x="16213" y="21820"/>
                    <a:pt x="16370" y="21764"/>
                    <a:pt x="16523" y="21764"/>
                  </a:cubicBezTo>
                  <a:close/>
                  <a:moveTo>
                    <a:pt x="19855" y="21746"/>
                  </a:moveTo>
                  <a:cubicBezTo>
                    <a:pt x="20009" y="21746"/>
                    <a:pt x="20165" y="21804"/>
                    <a:pt x="20289" y="21932"/>
                  </a:cubicBezTo>
                  <a:lnTo>
                    <a:pt x="28457" y="30099"/>
                  </a:lnTo>
                  <a:cubicBezTo>
                    <a:pt x="28718" y="30373"/>
                    <a:pt x="28695" y="30802"/>
                    <a:pt x="28421" y="31028"/>
                  </a:cubicBezTo>
                  <a:cubicBezTo>
                    <a:pt x="26040" y="32921"/>
                    <a:pt x="23099" y="34148"/>
                    <a:pt x="19908" y="34445"/>
                  </a:cubicBezTo>
                  <a:cubicBezTo>
                    <a:pt x="19887" y="34447"/>
                    <a:pt x="19866" y="34448"/>
                    <a:pt x="19846" y="34448"/>
                  </a:cubicBezTo>
                  <a:cubicBezTo>
                    <a:pt x="19505" y="34448"/>
                    <a:pt x="19229" y="34174"/>
                    <a:pt x="19229" y="33826"/>
                  </a:cubicBezTo>
                  <a:lnTo>
                    <a:pt x="19229" y="22360"/>
                  </a:lnTo>
                  <a:cubicBezTo>
                    <a:pt x="19229" y="21991"/>
                    <a:pt x="19538" y="21746"/>
                    <a:pt x="19855" y="21746"/>
                  </a:cubicBezTo>
                  <a:close/>
                  <a:moveTo>
                    <a:pt x="18420" y="0"/>
                  </a:moveTo>
                  <a:cubicBezTo>
                    <a:pt x="8252" y="0"/>
                    <a:pt x="1" y="8240"/>
                    <a:pt x="1" y="18407"/>
                  </a:cubicBezTo>
                  <a:cubicBezTo>
                    <a:pt x="1" y="28575"/>
                    <a:pt x="8252" y="36815"/>
                    <a:pt x="18420" y="36815"/>
                  </a:cubicBezTo>
                  <a:cubicBezTo>
                    <a:pt x="28576" y="36815"/>
                    <a:pt x="36827" y="28575"/>
                    <a:pt x="36827" y="18407"/>
                  </a:cubicBezTo>
                  <a:cubicBezTo>
                    <a:pt x="36827" y="8240"/>
                    <a:pt x="28576" y="0"/>
                    <a:pt x="184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61"/>
            <p:cNvSpPr/>
            <p:nvPr/>
          </p:nvSpPr>
          <p:spPr>
            <a:xfrm>
              <a:off x="4203200" y="2560850"/>
              <a:ext cx="1057600" cy="1057300"/>
            </a:xfrm>
            <a:custGeom>
              <a:avLst/>
              <a:gdLst/>
              <a:ahLst/>
              <a:cxnLst/>
              <a:rect l="l" t="t" r="r" b="b"/>
              <a:pathLst>
                <a:path w="42304" h="42292" extrusionOk="0">
                  <a:moveTo>
                    <a:pt x="21158" y="1382"/>
                  </a:moveTo>
                  <a:cubicBezTo>
                    <a:pt x="32052" y="1382"/>
                    <a:pt x="40898" y="10240"/>
                    <a:pt x="40898" y="21134"/>
                  </a:cubicBezTo>
                  <a:cubicBezTo>
                    <a:pt x="40898" y="32029"/>
                    <a:pt x="32052" y="40887"/>
                    <a:pt x="21158" y="40887"/>
                  </a:cubicBezTo>
                  <a:cubicBezTo>
                    <a:pt x="10251" y="40887"/>
                    <a:pt x="1405" y="32029"/>
                    <a:pt x="1405" y="21134"/>
                  </a:cubicBezTo>
                  <a:cubicBezTo>
                    <a:pt x="1405" y="10240"/>
                    <a:pt x="10251" y="1382"/>
                    <a:pt x="21158" y="1382"/>
                  </a:cubicBezTo>
                  <a:close/>
                  <a:moveTo>
                    <a:pt x="21158" y="1"/>
                  </a:moveTo>
                  <a:cubicBezTo>
                    <a:pt x="9466" y="1"/>
                    <a:pt x="0" y="9466"/>
                    <a:pt x="0" y="21146"/>
                  </a:cubicBezTo>
                  <a:cubicBezTo>
                    <a:pt x="0" y="32826"/>
                    <a:pt x="9466" y="42292"/>
                    <a:pt x="21158" y="42292"/>
                  </a:cubicBezTo>
                  <a:cubicBezTo>
                    <a:pt x="32838" y="42292"/>
                    <a:pt x="42303" y="32826"/>
                    <a:pt x="42303" y="21146"/>
                  </a:cubicBezTo>
                  <a:cubicBezTo>
                    <a:pt x="42291" y="9466"/>
                    <a:pt x="32826" y="1"/>
                    <a:pt x="2115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61"/>
            <p:cNvSpPr/>
            <p:nvPr/>
          </p:nvSpPr>
          <p:spPr>
            <a:xfrm>
              <a:off x="2522250" y="2582750"/>
              <a:ext cx="1057475" cy="1013225"/>
            </a:xfrm>
            <a:custGeom>
              <a:avLst/>
              <a:gdLst/>
              <a:ahLst/>
              <a:cxnLst/>
              <a:rect l="l" t="t" r="r" b="b"/>
              <a:pathLst>
                <a:path w="42299" h="40529" extrusionOk="0">
                  <a:moveTo>
                    <a:pt x="21149" y="1840"/>
                  </a:moveTo>
                  <a:cubicBezTo>
                    <a:pt x="31317" y="1840"/>
                    <a:pt x="39556" y="10091"/>
                    <a:pt x="39556" y="20258"/>
                  </a:cubicBezTo>
                  <a:cubicBezTo>
                    <a:pt x="39556" y="30426"/>
                    <a:pt x="31317" y="38666"/>
                    <a:pt x="21149" y="38666"/>
                  </a:cubicBezTo>
                  <a:cubicBezTo>
                    <a:pt x="10981" y="38666"/>
                    <a:pt x="2742" y="30426"/>
                    <a:pt x="2742" y="20258"/>
                  </a:cubicBezTo>
                  <a:cubicBezTo>
                    <a:pt x="2742" y="10091"/>
                    <a:pt x="10981" y="1840"/>
                    <a:pt x="21149" y="1840"/>
                  </a:cubicBezTo>
                  <a:close/>
                  <a:moveTo>
                    <a:pt x="21154" y="0"/>
                  </a:moveTo>
                  <a:cubicBezTo>
                    <a:pt x="9417" y="0"/>
                    <a:pt x="0" y="9978"/>
                    <a:pt x="956" y="21913"/>
                  </a:cubicBezTo>
                  <a:cubicBezTo>
                    <a:pt x="1730" y="31736"/>
                    <a:pt x="9695" y="39689"/>
                    <a:pt x="19518" y="40463"/>
                  </a:cubicBezTo>
                  <a:cubicBezTo>
                    <a:pt x="20072" y="40507"/>
                    <a:pt x="20622" y="40529"/>
                    <a:pt x="21166" y="40529"/>
                  </a:cubicBezTo>
                  <a:cubicBezTo>
                    <a:pt x="32892" y="40529"/>
                    <a:pt x="42299" y="30551"/>
                    <a:pt x="41366" y="18615"/>
                  </a:cubicBezTo>
                  <a:cubicBezTo>
                    <a:pt x="40580" y="8793"/>
                    <a:pt x="32627" y="839"/>
                    <a:pt x="22804" y="66"/>
                  </a:cubicBezTo>
                  <a:cubicBezTo>
                    <a:pt x="22250" y="22"/>
                    <a:pt x="21699" y="0"/>
                    <a:pt x="211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61"/>
            <p:cNvSpPr/>
            <p:nvPr/>
          </p:nvSpPr>
          <p:spPr>
            <a:xfrm>
              <a:off x="2590800" y="2629025"/>
              <a:ext cx="920375" cy="920375"/>
            </a:xfrm>
            <a:custGeom>
              <a:avLst/>
              <a:gdLst/>
              <a:ahLst/>
              <a:cxnLst/>
              <a:rect l="l" t="t" r="r" b="b"/>
              <a:pathLst>
                <a:path w="36815" h="36815" extrusionOk="0">
                  <a:moveTo>
                    <a:pt x="19855" y="2345"/>
                  </a:moveTo>
                  <a:cubicBezTo>
                    <a:pt x="19869" y="2345"/>
                    <a:pt x="19882" y="2345"/>
                    <a:pt x="19895" y="2346"/>
                  </a:cubicBezTo>
                  <a:cubicBezTo>
                    <a:pt x="23086" y="2644"/>
                    <a:pt x="26003" y="3870"/>
                    <a:pt x="28385" y="5739"/>
                  </a:cubicBezTo>
                  <a:cubicBezTo>
                    <a:pt x="28658" y="5965"/>
                    <a:pt x="28682" y="6394"/>
                    <a:pt x="28420" y="6668"/>
                  </a:cubicBezTo>
                  <a:lnTo>
                    <a:pt x="20276" y="14800"/>
                  </a:lnTo>
                  <a:cubicBezTo>
                    <a:pt x="20152" y="14928"/>
                    <a:pt x="19998" y="14985"/>
                    <a:pt x="19846" y="14985"/>
                  </a:cubicBezTo>
                  <a:cubicBezTo>
                    <a:pt x="19532" y="14985"/>
                    <a:pt x="19229" y="14740"/>
                    <a:pt x="19229" y="14371"/>
                  </a:cubicBezTo>
                  <a:lnTo>
                    <a:pt x="19229" y="2977"/>
                  </a:lnTo>
                  <a:cubicBezTo>
                    <a:pt x="19229" y="2633"/>
                    <a:pt x="19515" y="2345"/>
                    <a:pt x="19855" y="2345"/>
                  </a:cubicBezTo>
                  <a:close/>
                  <a:moveTo>
                    <a:pt x="16513" y="2415"/>
                  </a:moveTo>
                  <a:cubicBezTo>
                    <a:pt x="16847" y="2415"/>
                    <a:pt x="17145" y="2700"/>
                    <a:pt x="17145" y="3048"/>
                  </a:cubicBezTo>
                  <a:lnTo>
                    <a:pt x="17145" y="14383"/>
                  </a:lnTo>
                  <a:lnTo>
                    <a:pt x="17157" y="14383"/>
                  </a:lnTo>
                  <a:cubicBezTo>
                    <a:pt x="17157" y="14761"/>
                    <a:pt x="16853" y="15003"/>
                    <a:pt x="16534" y="15003"/>
                  </a:cubicBezTo>
                  <a:cubicBezTo>
                    <a:pt x="16381" y="15003"/>
                    <a:pt x="16225" y="14947"/>
                    <a:pt x="16097" y="14824"/>
                  </a:cubicBezTo>
                  <a:lnTo>
                    <a:pt x="8156" y="6870"/>
                  </a:lnTo>
                  <a:cubicBezTo>
                    <a:pt x="7906" y="6620"/>
                    <a:pt x="7918" y="6192"/>
                    <a:pt x="8180" y="5965"/>
                  </a:cubicBezTo>
                  <a:cubicBezTo>
                    <a:pt x="10489" y="4060"/>
                    <a:pt x="13347" y="2798"/>
                    <a:pt x="16454" y="2417"/>
                  </a:cubicBezTo>
                  <a:cubicBezTo>
                    <a:pt x="16474" y="2415"/>
                    <a:pt x="16493" y="2415"/>
                    <a:pt x="16513" y="2415"/>
                  </a:cubicBezTo>
                  <a:close/>
                  <a:moveTo>
                    <a:pt x="6261" y="8181"/>
                  </a:moveTo>
                  <a:cubicBezTo>
                    <a:pt x="6422" y="8181"/>
                    <a:pt x="6586" y="8241"/>
                    <a:pt x="6715" y="8359"/>
                  </a:cubicBezTo>
                  <a:lnTo>
                    <a:pt x="14633" y="16276"/>
                  </a:lnTo>
                  <a:cubicBezTo>
                    <a:pt x="15014" y="16669"/>
                    <a:pt x="14752" y="17336"/>
                    <a:pt x="14192" y="17336"/>
                  </a:cubicBezTo>
                  <a:lnTo>
                    <a:pt x="3024" y="17336"/>
                  </a:lnTo>
                  <a:cubicBezTo>
                    <a:pt x="2667" y="17336"/>
                    <a:pt x="2369" y="17026"/>
                    <a:pt x="2393" y="16669"/>
                  </a:cubicBezTo>
                  <a:cubicBezTo>
                    <a:pt x="2727" y="13574"/>
                    <a:pt x="3941" y="10728"/>
                    <a:pt x="5786" y="8406"/>
                  </a:cubicBezTo>
                  <a:cubicBezTo>
                    <a:pt x="5906" y="8255"/>
                    <a:pt x="6082" y="8181"/>
                    <a:pt x="6261" y="8181"/>
                  </a:cubicBezTo>
                  <a:close/>
                  <a:moveTo>
                    <a:pt x="30371" y="7924"/>
                  </a:moveTo>
                  <a:cubicBezTo>
                    <a:pt x="30545" y="7924"/>
                    <a:pt x="30719" y="7996"/>
                    <a:pt x="30837" y="8132"/>
                  </a:cubicBezTo>
                  <a:cubicBezTo>
                    <a:pt x="32802" y="10502"/>
                    <a:pt x="34076" y="13431"/>
                    <a:pt x="34433" y="16645"/>
                  </a:cubicBezTo>
                  <a:cubicBezTo>
                    <a:pt x="34469" y="17026"/>
                    <a:pt x="34171" y="17336"/>
                    <a:pt x="33814" y="17336"/>
                  </a:cubicBezTo>
                  <a:lnTo>
                    <a:pt x="22193" y="17336"/>
                  </a:lnTo>
                  <a:cubicBezTo>
                    <a:pt x="21634" y="17336"/>
                    <a:pt x="21372" y="16669"/>
                    <a:pt x="21753" y="16276"/>
                  </a:cubicBezTo>
                  <a:lnTo>
                    <a:pt x="29932" y="8109"/>
                  </a:lnTo>
                  <a:cubicBezTo>
                    <a:pt x="30052" y="7984"/>
                    <a:pt x="30212" y="7924"/>
                    <a:pt x="30371" y="7924"/>
                  </a:cubicBezTo>
                  <a:close/>
                  <a:moveTo>
                    <a:pt x="14192" y="19420"/>
                  </a:moveTo>
                  <a:cubicBezTo>
                    <a:pt x="14752" y="19420"/>
                    <a:pt x="15014" y="20086"/>
                    <a:pt x="14633" y="20479"/>
                  </a:cubicBezTo>
                  <a:lnTo>
                    <a:pt x="6679" y="28421"/>
                  </a:lnTo>
                  <a:cubicBezTo>
                    <a:pt x="6561" y="28539"/>
                    <a:pt x="6398" y="28598"/>
                    <a:pt x="6236" y="28598"/>
                  </a:cubicBezTo>
                  <a:cubicBezTo>
                    <a:pt x="6055" y="28598"/>
                    <a:pt x="5876" y="28524"/>
                    <a:pt x="5763" y="28373"/>
                  </a:cubicBezTo>
                  <a:cubicBezTo>
                    <a:pt x="3917" y="26039"/>
                    <a:pt x="2703" y="23194"/>
                    <a:pt x="2381" y="20086"/>
                  </a:cubicBezTo>
                  <a:cubicBezTo>
                    <a:pt x="2334" y="19729"/>
                    <a:pt x="2631" y="19420"/>
                    <a:pt x="3000" y="19420"/>
                  </a:cubicBezTo>
                  <a:close/>
                  <a:moveTo>
                    <a:pt x="33814" y="19420"/>
                  </a:moveTo>
                  <a:cubicBezTo>
                    <a:pt x="34171" y="19420"/>
                    <a:pt x="34469" y="19729"/>
                    <a:pt x="34421" y="20086"/>
                  </a:cubicBezTo>
                  <a:cubicBezTo>
                    <a:pt x="34100" y="23313"/>
                    <a:pt x="32814" y="26254"/>
                    <a:pt x="30849" y="28635"/>
                  </a:cubicBezTo>
                  <a:cubicBezTo>
                    <a:pt x="30733" y="28775"/>
                    <a:pt x="30565" y="28843"/>
                    <a:pt x="30394" y="28843"/>
                  </a:cubicBezTo>
                  <a:cubicBezTo>
                    <a:pt x="30231" y="28843"/>
                    <a:pt x="30066" y="28781"/>
                    <a:pt x="29944" y="28659"/>
                  </a:cubicBezTo>
                  <a:lnTo>
                    <a:pt x="21753" y="20479"/>
                  </a:lnTo>
                  <a:cubicBezTo>
                    <a:pt x="21372" y="20086"/>
                    <a:pt x="21634" y="19420"/>
                    <a:pt x="22193" y="19420"/>
                  </a:cubicBezTo>
                  <a:close/>
                  <a:moveTo>
                    <a:pt x="16534" y="21764"/>
                  </a:moveTo>
                  <a:cubicBezTo>
                    <a:pt x="16853" y="21764"/>
                    <a:pt x="17157" y="22006"/>
                    <a:pt x="17157" y="22384"/>
                  </a:cubicBezTo>
                  <a:lnTo>
                    <a:pt x="17157" y="33778"/>
                  </a:lnTo>
                  <a:cubicBezTo>
                    <a:pt x="17157" y="34133"/>
                    <a:pt x="16871" y="34411"/>
                    <a:pt x="16521" y="34411"/>
                  </a:cubicBezTo>
                  <a:cubicBezTo>
                    <a:pt x="16507" y="34411"/>
                    <a:pt x="16493" y="34410"/>
                    <a:pt x="16478" y="34409"/>
                  </a:cubicBezTo>
                  <a:cubicBezTo>
                    <a:pt x="13335" y="34028"/>
                    <a:pt x="10478" y="32755"/>
                    <a:pt x="8156" y="30838"/>
                  </a:cubicBezTo>
                  <a:cubicBezTo>
                    <a:pt x="7870" y="30611"/>
                    <a:pt x="7870" y="30183"/>
                    <a:pt x="8120" y="29921"/>
                  </a:cubicBezTo>
                  <a:lnTo>
                    <a:pt x="16097" y="21944"/>
                  </a:lnTo>
                  <a:cubicBezTo>
                    <a:pt x="16225" y="21820"/>
                    <a:pt x="16381" y="21764"/>
                    <a:pt x="16534" y="21764"/>
                  </a:cubicBezTo>
                  <a:close/>
                  <a:moveTo>
                    <a:pt x="19849" y="21746"/>
                  </a:moveTo>
                  <a:cubicBezTo>
                    <a:pt x="20003" y="21746"/>
                    <a:pt x="20160" y="21804"/>
                    <a:pt x="20288" y="21932"/>
                  </a:cubicBezTo>
                  <a:lnTo>
                    <a:pt x="28456" y="30099"/>
                  </a:lnTo>
                  <a:cubicBezTo>
                    <a:pt x="28706" y="30373"/>
                    <a:pt x="28694" y="30802"/>
                    <a:pt x="28408" y="31028"/>
                  </a:cubicBezTo>
                  <a:cubicBezTo>
                    <a:pt x="26027" y="32921"/>
                    <a:pt x="23098" y="34148"/>
                    <a:pt x="19895" y="34445"/>
                  </a:cubicBezTo>
                  <a:cubicBezTo>
                    <a:pt x="19875" y="34447"/>
                    <a:pt x="19855" y="34448"/>
                    <a:pt x="19835" y="34448"/>
                  </a:cubicBezTo>
                  <a:cubicBezTo>
                    <a:pt x="19504" y="34448"/>
                    <a:pt x="19229" y="34174"/>
                    <a:pt x="19229" y="33826"/>
                  </a:cubicBezTo>
                  <a:lnTo>
                    <a:pt x="19229" y="22360"/>
                  </a:lnTo>
                  <a:cubicBezTo>
                    <a:pt x="19229" y="21991"/>
                    <a:pt x="19532" y="21746"/>
                    <a:pt x="19849" y="21746"/>
                  </a:cubicBezTo>
                  <a:close/>
                  <a:moveTo>
                    <a:pt x="18407" y="0"/>
                  </a:moveTo>
                  <a:cubicBezTo>
                    <a:pt x="8239" y="0"/>
                    <a:pt x="0" y="8240"/>
                    <a:pt x="0" y="18407"/>
                  </a:cubicBezTo>
                  <a:cubicBezTo>
                    <a:pt x="0" y="28575"/>
                    <a:pt x="8239" y="36815"/>
                    <a:pt x="18407" y="36815"/>
                  </a:cubicBezTo>
                  <a:cubicBezTo>
                    <a:pt x="28575" y="36815"/>
                    <a:pt x="36814" y="28575"/>
                    <a:pt x="36814" y="18407"/>
                  </a:cubicBezTo>
                  <a:cubicBezTo>
                    <a:pt x="36814" y="8240"/>
                    <a:pt x="28575" y="0"/>
                    <a:pt x="184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61"/>
            <p:cNvSpPr/>
            <p:nvPr/>
          </p:nvSpPr>
          <p:spPr>
            <a:xfrm>
              <a:off x="2522325" y="2560850"/>
              <a:ext cx="1057300" cy="1057300"/>
            </a:xfrm>
            <a:custGeom>
              <a:avLst/>
              <a:gdLst/>
              <a:ahLst/>
              <a:cxnLst/>
              <a:rect l="l" t="t" r="r" b="b"/>
              <a:pathLst>
                <a:path w="42292" h="42292" extrusionOk="0">
                  <a:moveTo>
                    <a:pt x="21146" y="1382"/>
                  </a:moveTo>
                  <a:cubicBezTo>
                    <a:pt x="32040" y="1382"/>
                    <a:pt x="40899" y="10240"/>
                    <a:pt x="40899" y="21134"/>
                  </a:cubicBezTo>
                  <a:cubicBezTo>
                    <a:pt x="40899" y="32029"/>
                    <a:pt x="32040" y="40887"/>
                    <a:pt x="21146" y="40887"/>
                  </a:cubicBezTo>
                  <a:cubicBezTo>
                    <a:pt x="10252" y="40887"/>
                    <a:pt x="1394" y="32029"/>
                    <a:pt x="1394" y="21134"/>
                  </a:cubicBezTo>
                  <a:cubicBezTo>
                    <a:pt x="1394" y="10240"/>
                    <a:pt x="10252" y="1382"/>
                    <a:pt x="21146" y="1382"/>
                  </a:cubicBezTo>
                  <a:close/>
                  <a:moveTo>
                    <a:pt x="21146" y="1"/>
                  </a:moveTo>
                  <a:cubicBezTo>
                    <a:pt x="9466" y="1"/>
                    <a:pt x="1" y="9466"/>
                    <a:pt x="1" y="21146"/>
                  </a:cubicBezTo>
                  <a:cubicBezTo>
                    <a:pt x="1" y="32826"/>
                    <a:pt x="9466" y="42292"/>
                    <a:pt x="21146" y="42292"/>
                  </a:cubicBezTo>
                  <a:cubicBezTo>
                    <a:pt x="32826" y="42292"/>
                    <a:pt x="42292" y="32826"/>
                    <a:pt x="42292" y="21146"/>
                  </a:cubicBezTo>
                  <a:cubicBezTo>
                    <a:pt x="42292" y="9466"/>
                    <a:pt x="32826" y="1"/>
                    <a:pt x="211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61"/>
            <p:cNvSpPr/>
            <p:nvPr/>
          </p:nvSpPr>
          <p:spPr>
            <a:xfrm>
              <a:off x="4673200" y="3030275"/>
              <a:ext cx="117600" cy="117600"/>
            </a:xfrm>
            <a:custGeom>
              <a:avLst/>
              <a:gdLst/>
              <a:ahLst/>
              <a:cxnLst/>
              <a:rect l="l" t="t" r="r" b="b"/>
              <a:pathLst>
                <a:path w="4704" h="4704" extrusionOk="0">
                  <a:moveTo>
                    <a:pt x="2358" y="0"/>
                  </a:moveTo>
                  <a:cubicBezTo>
                    <a:pt x="1048" y="0"/>
                    <a:pt x="0" y="1060"/>
                    <a:pt x="0" y="2357"/>
                  </a:cubicBezTo>
                  <a:cubicBezTo>
                    <a:pt x="0" y="3655"/>
                    <a:pt x="1048" y="4703"/>
                    <a:pt x="2358" y="4703"/>
                  </a:cubicBezTo>
                  <a:cubicBezTo>
                    <a:pt x="3655" y="4703"/>
                    <a:pt x="4703" y="3655"/>
                    <a:pt x="4703" y="2357"/>
                  </a:cubicBezTo>
                  <a:cubicBezTo>
                    <a:pt x="4703" y="1060"/>
                    <a:pt x="3655" y="0"/>
                    <a:pt x="2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61"/>
            <p:cNvSpPr/>
            <p:nvPr/>
          </p:nvSpPr>
          <p:spPr>
            <a:xfrm>
              <a:off x="4697300" y="3054675"/>
              <a:ext cx="69375" cy="69075"/>
            </a:xfrm>
            <a:custGeom>
              <a:avLst/>
              <a:gdLst/>
              <a:ahLst/>
              <a:cxnLst/>
              <a:rect l="l" t="t" r="r" b="b"/>
              <a:pathLst>
                <a:path w="2775" h="2763" extrusionOk="0">
                  <a:moveTo>
                    <a:pt x="1394" y="0"/>
                  </a:moveTo>
                  <a:cubicBezTo>
                    <a:pt x="620" y="0"/>
                    <a:pt x="1" y="620"/>
                    <a:pt x="1" y="1381"/>
                  </a:cubicBezTo>
                  <a:cubicBezTo>
                    <a:pt x="1" y="2143"/>
                    <a:pt x="620" y="2763"/>
                    <a:pt x="1394" y="2763"/>
                  </a:cubicBezTo>
                  <a:cubicBezTo>
                    <a:pt x="2156" y="2763"/>
                    <a:pt x="2775" y="2143"/>
                    <a:pt x="2775" y="1381"/>
                  </a:cubicBezTo>
                  <a:cubicBezTo>
                    <a:pt x="2775" y="620"/>
                    <a:pt x="2156" y="0"/>
                    <a:pt x="13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61"/>
            <p:cNvSpPr/>
            <p:nvPr/>
          </p:nvSpPr>
          <p:spPr>
            <a:xfrm>
              <a:off x="3466500" y="2307575"/>
              <a:ext cx="81875" cy="57450"/>
            </a:xfrm>
            <a:custGeom>
              <a:avLst/>
              <a:gdLst/>
              <a:ahLst/>
              <a:cxnLst/>
              <a:rect l="l" t="t" r="r" b="b"/>
              <a:pathLst>
                <a:path w="3275" h="2298" extrusionOk="0">
                  <a:moveTo>
                    <a:pt x="2070" y="0"/>
                  </a:moveTo>
                  <a:cubicBezTo>
                    <a:pt x="2027" y="0"/>
                    <a:pt x="1984" y="4"/>
                    <a:pt x="1941" y="12"/>
                  </a:cubicBezTo>
                  <a:lnTo>
                    <a:pt x="691" y="238"/>
                  </a:lnTo>
                  <a:cubicBezTo>
                    <a:pt x="286" y="309"/>
                    <a:pt x="0" y="690"/>
                    <a:pt x="84" y="1095"/>
                  </a:cubicBezTo>
                  <a:cubicBezTo>
                    <a:pt x="155" y="1500"/>
                    <a:pt x="179" y="1905"/>
                    <a:pt x="179" y="2298"/>
                  </a:cubicBezTo>
                  <a:lnTo>
                    <a:pt x="3274" y="2119"/>
                  </a:lnTo>
                  <a:cubicBezTo>
                    <a:pt x="3096" y="1905"/>
                    <a:pt x="2965" y="1631"/>
                    <a:pt x="2917" y="1333"/>
                  </a:cubicBezTo>
                  <a:lnTo>
                    <a:pt x="2798" y="619"/>
                  </a:lnTo>
                  <a:cubicBezTo>
                    <a:pt x="2734" y="257"/>
                    <a:pt x="2424" y="0"/>
                    <a:pt x="20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61"/>
            <p:cNvSpPr/>
            <p:nvPr/>
          </p:nvSpPr>
          <p:spPr>
            <a:xfrm>
              <a:off x="3067050" y="2248925"/>
              <a:ext cx="1680575" cy="987250"/>
            </a:xfrm>
            <a:custGeom>
              <a:avLst/>
              <a:gdLst/>
              <a:ahLst/>
              <a:cxnLst/>
              <a:rect l="l" t="t" r="r" b="b"/>
              <a:pathLst>
                <a:path w="67223" h="39490" extrusionOk="0">
                  <a:moveTo>
                    <a:pt x="56352" y="0"/>
                  </a:moveTo>
                  <a:cubicBezTo>
                    <a:pt x="55936" y="0"/>
                    <a:pt x="55614" y="346"/>
                    <a:pt x="55614" y="750"/>
                  </a:cubicBezTo>
                  <a:lnTo>
                    <a:pt x="55614" y="4465"/>
                  </a:lnTo>
                  <a:cubicBezTo>
                    <a:pt x="55614" y="4906"/>
                    <a:pt x="55269" y="5239"/>
                    <a:pt x="54840" y="5239"/>
                  </a:cubicBezTo>
                  <a:lnTo>
                    <a:pt x="20741" y="5239"/>
                  </a:lnTo>
                  <a:cubicBezTo>
                    <a:pt x="20133" y="5239"/>
                    <a:pt x="19586" y="4941"/>
                    <a:pt x="19241" y="4489"/>
                  </a:cubicBezTo>
                  <a:lnTo>
                    <a:pt x="16145" y="4667"/>
                  </a:lnTo>
                  <a:cubicBezTo>
                    <a:pt x="16157" y="6191"/>
                    <a:pt x="15716" y="7704"/>
                    <a:pt x="14835" y="8978"/>
                  </a:cubicBezTo>
                  <a:lnTo>
                    <a:pt x="0" y="30528"/>
                  </a:lnTo>
                  <a:cubicBezTo>
                    <a:pt x="1441" y="30825"/>
                    <a:pt x="2524" y="32088"/>
                    <a:pt x="2524" y="33623"/>
                  </a:cubicBezTo>
                  <a:cubicBezTo>
                    <a:pt x="2524" y="34112"/>
                    <a:pt x="2405" y="34576"/>
                    <a:pt x="2215" y="34981"/>
                  </a:cubicBezTo>
                  <a:lnTo>
                    <a:pt x="16740" y="39457"/>
                  </a:lnTo>
                  <a:cubicBezTo>
                    <a:pt x="16814" y="39479"/>
                    <a:pt x="16888" y="39489"/>
                    <a:pt x="16960" y="39489"/>
                  </a:cubicBezTo>
                  <a:cubicBezTo>
                    <a:pt x="17286" y="39489"/>
                    <a:pt x="17583" y="39281"/>
                    <a:pt x="17681" y="38969"/>
                  </a:cubicBezTo>
                  <a:lnTo>
                    <a:pt x="18050" y="37743"/>
                  </a:lnTo>
                  <a:cubicBezTo>
                    <a:pt x="18169" y="37338"/>
                    <a:pt x="17943" y="36933"/>
                    <a:pt x="17562" y="36814"/>
                  </a:cubicBezTo>
                  <a:lnTo>
                    <a:pt x="3274" y="32409"/>
                  </a:lnTo>
                  <a:cubicBezTo>
                    <a:pt x="2774" y="32254"/>
                    <a:pt x="2584" y="31671"/>
                    <a:pt x="2869" y="31254"/>
                  </a:cubicBezTo>
                  <a:lnTo>
                    <a:pt x="16216" y="11871"/>
                  </a:lnTo>
                  <a:cubicBezTo>
                    <a:pt x="16376" y="11644"/>
                    <a:pt x="16609" y="11538"/>
                    <a:pt x="16839" y="11538"/>
                  </a:cubicBezTo>
                  <a:cubicBezTo>
                    <a:pt x="17175" y="11538"/>
                    <a:pt x="17503" y="11765"/>
                    <a:pt x="17574" y="12168"/>
                  </a:cubicBezTo>
                  <a:lnTo>
                    <a:pt x="21217" y="33123"/>
                  </a:lnTo>
                  <a:cubicBezTo>
                    <a:pt x="21281" y="33475"/>
                    <a:pt x="21603" y="33742"/>
                    <a:pt x="21961" y="33742"/>
                  </a:cubicBezTo>
                  <a:cubicBezTo>
                    <a:pt x="22002" y="33742"/>
                    <a:pt x="22044" y="33738"/>
                    <a:pt x="22086" y="33731"/>
                  </a:cubicBezTo>
                  <a:lnTo>
                    <a:pt x="23336" y="33504"/>
                  </a:lnTo>
                  <a:cubicBezTo>
                    <a:pt x="23729" y="33433"/>
                    <a:pt x="24015" y="33040"/>
                    <a:pt x="23943" y="32647"/>
                  </a:cubicBezTo>
                  <a:lnTo>
                    <a:pt x="20550" y="13157"/>
                  </a:lnTo>
                  <a:cubicBezTo>
                    <a:pt x="20324" y="11930"/>
                    <a:pt x="21288" y="10799"/>
                    <a:pt x="22539" y="10799"/>
                  </a:cubicBezTo>
                  <a:lnTo>
                    <a:pt x="51114" y="10799"/>
                  </a:lnTo>
                  <a:cubicBezTo>
                    <a:pt x="52423" y="10799"/>
                    <a:pt x="53019" y="12430"/>
                    <a:pt x="52030" y="13276"/>
                  </a:cubicBezTo>
                  <a:lnTo>
                    <a:pt x="27206" y="34326"/>
                  </a:lnTo>
                  <a:cubicBezTo>
                    <a:pt x="26896" y="34588"/>
                    <a:pt x="26849" y="35064"/>
                    <a:pt x="27111" y="35386"/>
                  </a:cubicBezTo>
                  <a:lnTo>
                    <a:pt x="27932" y="36350"/>
                  </a:lnTo>
                  <a:cubicBezTo>
                    <a:pt x="28084" y="36522"/>
                    <a:pt x="28299" y="36613"/>
                    <a:pt x="28513" y="36613"/>
                  </a:cubicBezTo>
                  <a:cubicBezTo>
                    <a:pt x="28684" y="36613"/>
                    <a:pt x="28854" y="36555"/>
                    <a:pt x="28992" y="36433"/>
                  </a:cubicBezTo>
                  <a:lnTo>
                    <a:pt x="54638" y="14681"/>
                  </a:lnTo>
                  <a:cubicBezTo>
                    <a:pt x="54785" y="14558"/>
                    <a:pt x="54958" y="14501"/>
                    <a:pt x="55128" y="14501"/>
                  </a:cubicBezTo>
                  <a:cubicBezTo>
                    <a:pt x="55454" y="14501"/>
                    <a:pt x="55766" y="14710"/>
                    <a:pt x="55852" y="15062"/>
                  </a:cubicBezTo>
                  <a:lnTo>
                    <a:pt x="55888" y="15181"/>
                  </a:lnTo>
                  <a:cubicBezTo>
                    <a:pt x="56078" y="16097"/>
                    <a:pt x="56376" y="17002"/>
                    <a:pt x="56626" y="17943"/>
                  </a:cubicBezTo>
                  <a:cubicBezTo>
                    <a:pt x="56912" y="18872"/>
                    <a:pt x="57221" y="19812"/>
                    <a:pt x="57555" y="20741"/>
                  </a:cubicBezTo>
                  <a:cubicBezTo>
                    <a:pt x="57924" y="21658"/>
                    <a:pt x="58233" y="22598"/>
                    <a:pt x="58650" y="23479"/>
                  </a:cubicBezTo>
                  <a:cubicBezTo>
                    <a:pt x="59067" y="24348"/>
                    <a:pt x="59424" y="25241"/>
                    <a:pt x="59888" y="26051"/>
                  </a:cubicBezTo>
                  <a:cubicBezTo>
                    <a:pt x="60353" y="26873"/>
                    <a:pt x="60722" y="27670"/>
                    <a:pt x="61210" y="28373"/>
                  </a:cubicBezTo>
                  <a:cubicBezTo>
                    <a:pt x="61686" y="29087"/>
                    <a:pt x="62079" y="29790"/>
                    <a:pt x="62555" y="30361"/>
                  </a:cubicBezTo>
                  <a:cubicBezTo>
                    <a:pt x="63008" y="30945"/>
                    <a:pt x="63984" y="32040"/>
                    <a:pt x="64353" y="32528"/>
                  </a:cubicBezTo>
                  <a:cubicBezTo>
                    <a:pt x="64734" y="32980"/>
                    <a:pt x="65127" y="33361"/>
                    <a:pt x="65425" y="33671"/>
                  </a:cubicBezTo>
                  <a:lnTo>
                    <a:pt x="65842" y="34100"/>
                  </a:lnTo>
                  <a:cubicBezTo>
                    <a:pt x="65993" y="34251"/>
                    <a:pt x="66192" y="34329"/>
                    <a:pt x="66389" y="34329"/>
                  </a:cubicBezTo>
                  <a:cubicBezTo>
                    <a:pt x="66579" y="34329"/>
                    <a:pt x="66767" y="34257"/>
                    <a:pt x="66913" y="34112"/>
                  </a:cubicBezTo>
                  <a:cubicBezTo>
                    <a:pt x="67199" y="33862"/>
                    <a:pt x="67223" y="33433"/>
                    <a:pt x="66973" y="33135"/>
                  </a:cubicBezTo>
                  <a:cubicBezTo>
                    <a:pt x="66866" y="33004"/>
                    <a:pt x="66735" y="32850"/>
                    <a:pt x="66580" y="32671"/>
                  </a:cubicBezTo>
                  <a:cubicBezTo>
                    <a:pt x="66330" y="32361"/>
                    <a:pt x="65984" y="31980"/>
                    <a:pt x="65651" y="31540"/>
                  </a:cubicBezTo>
                  <a:cubicBezTo>
                    <a:pt x="65318" y="31064"/>
                    <a:pt x="64413" y="29980"/>
                    <a:pt x="64020" y="29397"/>
                  </a:cubicBezTo>
                  <a:cubicBezTo>
                    <a:pt x="63603" y="28837"/>
                    <a:pt x="63294" y="28135"/>
                    <a:pt x="62877" y="27444"/>
                  </a:cubicBezTo>
                  <a:cubicBezTo>
                    <a:pt x="62460" y="26765"/>
                    <a:pt x="62151" y="25956"/>
                    <a:pt x="61758" y="25170"/>
                  </a:cubicBezTo>
                  <a:cubicBezTo>
                    <a:pt x="61353" y="24384"/>
                    <a:pt x="61091" y="23515"/>
                    <a:pt x="60734" y="22658"/>
                  </a:cubicBezTo>
                  <a:cubicBezTo>
                    <a:pt x="60389" y="21789"/>
                    <a:pt x="60150" y="20884"/>
                    <a:pt x="59853" y="19991"/>
                  </a:cubicBezTo>
                  <a:cubicBezTo>
                    <a:pt x="59603" y="19086"/>
                    <a:pt x="59365" y="18181"/>
                    <a:pt x="59138" y="17264"/>
                  </a:cubicBezTo>
                  <a:cubicBezTo>
                    <a:pt x="58948" y="16359"/>
                    <a:pt x="58722" y="15478"/>
                    <a:pt x="58591" y="14609"/>
                  </a:cubicBezTo>
                  <a:cubicBezTo>
                    <a:pt x="58424" y="13740"/>
                    <a:pt x="58293" y="12895"/>
                    <a:pt x="58186" y="12085"/>
                  </a:cubicBezTo>
                  <a:cubicBezTo>
                    <a:pt x="58067" y="11287"/>
                    <a:pt x="57995" y="10525"/>
                    <a:pt x="57924" y="9823"/>
                  </a:cubicBezTo>
                  <a:cubicBezTo>
                    <a:pt x="57781" y="8430"/>
                    <a:pt x="57710" y="7251"/>
                    <a:pt x="57698" y="6430"/>
                  </a:cubicBezTo>
                  <a:cubicBezTo>
                    <a:pt x="57686" y="6191"/>
                    <a:pt x="57686" y="6001"/>
                    <a:pt x="57686" y="5834"/>
                  </a:cubicBezTo>
                  <a:lnTo>
                    <a:pt x="57686" y="750"/>
                  </a:lnTo>
                  <a:cubicBezTo>
                    <a:pt x="57686" y="334"/>
                    <a:pt x="57341" y="0"/>
                    <a:pt x="569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61"/>
            <p:cNvSpPr/>
            <p:nvPr/>
          </p:nvSpPr>
          <p:spPr>
            <a:xfrm>
              <a:off x="3020900" y="3011800"/>
              <a:ext cx="109275" cy="111650"/>
            </a:xfrm>
            <a:custGeom>
              <a:avLst/>
              <a:gdLst/>
              <a:ahLst/>
              <a:cxnLst/>
              <a:rect l="l" t="t" r="r" b="b"/>
              <a:pathLst>
                <a:path w="4371" h="4466" extrusionOk="0">
                  <a:moveTo>
                    <a:pt x="1846" y="1"/>
                  </a:moveTo>
                  <a:lnTo>
                    <a:pt x="286" y="2275"/>
                  </a:lnTo>
                  <a:cubicBezTo>
                    <a:pt x="1" y="2692"/>
                    <a:pt x="191" y="3275"/>
                    <a:pt x="679" y="3418"/>
                  </a:cubicBezTo>
                  <a:lnTo>
                    <a:pt x="4061" y="4466"/>
                  </a:lnTo>
                  <a:cubicBezTo>
                    <a:pt x="4251" y="4049"/>
                    <a:pt x="4370" y="3597"/>
                    <a:pt x="4370" y="3108"/>
                  </a:cubicBezTo>
                  <a:cubicBezTo>
                    <a:pt x="4370" y="1573"/>
                    <a:pt x="3287" y="299"/>
                    <a:pt x="184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61"/>
            <p:cNvSpPr/>
            <p:nvPr/>
          </p:nvSpPr>
          <p:spPr>
            <a:xfrm>
              <a:off x="2992025" y="3030275"/>
              <a:ext cx="117900" cy="117600"/>
            </a:xfrm>
            <a:custGeom>
              <a:avLst/>
              <a:gdLst/>
              <a:ahLst/>
              <a:cxnLst/>
              <a:rect l="l" t="t" r="r" b="b"/>
              <a:pathLst>
                <a:path w="4716" h="4704" extrusionOk="0">
                  <a:moveTo>
                    <a:pt x="2358" y="0"/>
                  </a:moveTo>
                  <a:cubicBezTo>
                    <a:pt x="1060" y="0"/>
                    <a:pt x="1" y="1060"/>
                    <a:pt x="1" y="2357"/>
                  </a:cubicBezTo>
                  <a:cubicBezTo>
                    <a:pt x="1" y="3655"/>
                    <a:pt x="1060" y="4703"/>
                    <a:pt x="2358" y="4703"/>
                  </a:cubicBezTo>
                  <a:cubicBezTo>
                    <a:pt x="3656" y="4703"/>
                    <a:pt x="4716" y="3655"/>
                    <a:pt x="4716" y="2357"/>
                  </a:cubicBezTo>
                  <a:cubicBezTo>
                    <a:pt x="4716" y="1060"/>
                    <a:pt x="3656" y="0"/>
                    <a:pt x="2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61"/>
            <p:cNvSpPr/>
            <p:nvPr/>
          </p:nvSpPr>
          <p:spPr>
            <a:xfrm>
              <a:off x="3023875" y="3062125"/>
              <a:ext cx="54200" cy="54175"/>
            </a:xfrm>
            <a:custGeom>
              <a:avLst/>
              <a:gdLst/>
              <a:ahLst/>
              <a:cxnLst/>
              <a:rect l="l" t="t" r="r" b="b"/>
              <a:pathLst>
                <a:path w="2168" h="2167" extrusionOk="0">
                  <a:moveTo>
                    <a:pt x="1084" y="0"/>
                  </a:moveTo>
                  <a:cubicBezTo>
                    <a:pt x="489" y="0"/>
                    <a:pt x="1" y="476"/>
                    <a:pt x="1" y="1083"/>
                  </a:cubicBezTo>
                  <a:cubicBezTo>
                    <a:pt x="1" y="1679"/>
                    <a:pt x="489" y="2167"/>
                    <a:pt x="1084" y="2167"/>
                  </a:cubicBezTo>
                  <a:cubicBezTo>
                    <a:pt x="1679" y="2167"/>
                    <a:pt x="2168" y="1679"/>
                    <a:pt x="2168" y="1083"/>
                  </a:cubicBezTo>
                  <a:cubicBezTo>
                    <a:pt x="2168" y="476"/>
                    <a:pt x="1679"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61"/>
            <p:cNvSpPr/>
            <p:nvPr/>
          </p:nvSpPr>
          <p:spPr>
            <a:xfrm>
              <a:off x="3036375" y="3074625"/>
              <a:ext cx="29200" cy="29175"/>
            </a:xfrm>
            <a:custGeom>
              <a:avLst/>
              <a:gdLst/>
              <a:ahLst/>
              <a:cxnLst/>
              <a:rect l="l" t="t" r="r" b="b"/>
              <a:pathLst>
                <a:path w="1168" h="1167" extrusionOk="0">
                  <a:moveTo>
                    <a:pt x="584" y="0"/>
                  </a:moveTo>
                  <a:cubicBezTo>
                    <a:pt x="263" y="0"/>
                    <a:pt x="1" y="262"/>
                    <a:pt x="1" y="583"/>
                  </a:cubicBezTo>
                  <a:cubicBezTo>
                    <a:pt x="1" y="905"/>
                    <a:pt x="263" y="1167"/>
                    <a:pt x="584" y="1167"/>
                  </a:cubicBezTo>
                  <a:cubicBezTo>
                    <a:pt x="906" y="1167"/>
                    <a:pt x="1167" y="905"/>
                    <a:pt x="1167" y="583"/>
                  </a:cubicBezTo>
                  <a:cubicBezTo>
                    <a:pt x="1167" y="262"/>
                    <a:pt x="906" y="0"/>
                    <a:pt x="584" y="0"/>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61"/>
            <p:cNvSpPr/>
            <p:nvPr/>
          </p:nvSpPr>
          <p:spPr>
            <a:xfrm>
              <a:off x="3597175" y="2429000"/>
              <a:ext cx="823025" cy="43175"/>
            </a:xfrm>
            <a:custGeom>
              <a:avLst/>
              <a:gdLst/>
              <a:ahLst/>
              <a:cxnLst/>
              <a:rect l="l" t="t" r="r" b="b"/>
              <a:pathLst>
                <a:path w="32921" h="1727" extrusionOk="0">
                  <a:moveTo>
                    <a:pt x="869" y="0"/>
                  </a:moveTo>
                  <a:cubicBezTo>
                    <a:pt x="393" y="0"/>
                    <a:pt x="0" y="393"/>
                    <a:pt x="0" y="870"/>
                  </a:cubicBezTo>
                  <a:cubicBezTo>
                    <a:pt x="0" y="1346"/>
                    <a:pt x="393" y="1727"/>
                    <a:pt x="869" y="1727"/>
                  </a:cubicBezTo>
                  <a:lnTo>
                    <a:pt x="32064" y="1727"/>
                  </a:lnTo>
                  <a:cubicBezTo>
                    <a:pt x="32540" y="1727"/>
                    <a:pt x="32921" y="1346"/>
                    <a:pt x="32921" y="870"/>
                  </a:cubicBezTo>
                  <a:cubicBezTo>
                    <a:pt x="32921" y="405"/>
                    <a:pt x="32540" y="0"/>
                    <a:pt x="320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61"/>
            <p:cNvSpPr/>
            <p:nvPr/>
          </p:nvSpPr>
          <p:spPr>
            <a:xfrm>
              <a:off x="3315575" y="2190900"/>
              <a:ext cx="426275" cy="147100"/>
            </a:xfrm>
            <a:custGeom>
              <a:avLst/>
              <a:gdLst/>
              <a:ahLst/>
              <a:cxnLst/>
              <a:rect l="l" t="t" r="r" b="b"/>
              <a:pathLst>
                <a:path w="17051" h="5884" extrusionOk="0">
                  <a:moveTo>
                    <a:pt x="1322" y="1"/>
                  </a:moveTo>
                  <a:cubicBezTo>
                    <a:pt x="837" y="1"/>
                    <a:pt x="392" y="277"/>
                    <a:pt x="167" y="726"/>
                  </a:cubicBezTo>
                  <a:cubicBezTo>
                    <a:pt x="13" y="1023"/>
                    <a:pt x="1" y="1369"/>
                    <a:pt x="84" y="1678"/>
                  </a:cubicBezTo>
                  <a:lnTo>
                    <a:pt x="644" y="3369"/>
                  </a:lnTo>
                  <a:cubicBezTo>
                    <a:pt x="1084" y="4738"/>
                    <a:pt x="2287" y="5691"/>
                    <a:pt x="3715" y="5822"/>
                  </a:cubicBezTo>
                  <a:cubicBezTo>
                    <a:pt x="4270" y="5862"/>
                    <a:pt x="4816" y="5884"/>
                    <a:pt x="5362" y="5884"/>
                  </a:cubicBezTo>
                  <a:cubicBezTo>
                    <a:pt x="5777" y="5884"/>
                    <a:pt x="6192" y="5871"/>
                    <a:pt x="6609" y="5845"/>
                  </a:cubicBezTo>
                  <a:lnTo>
                    <a:pt x="15312" y="5334"/>
                  </a:lnTo>
                  <a:cubicBezTo>
                    <a:pt x="15955" y="5286"/>
                    <a:pt x="16539" y="4929"/>
                    <a:pt x="16848" y="4357"/>
                  </a:cubicBezTo>
                  <a:cubicBezTo>
                    <a:pt x="16991" y="4083"/>
                    <a:pt x="17050" y="3762"/>
                    <a:pt x="16979" y="3452"/>
                  </a:cubicBezTo>
                  <a:lnTo>
                    <a:pt x="16967" y="3393"/>
                  </a:lnTo>
                  <a:cubicBezTo>
                    <a:pt x="16860" y="2845"/>
                    <a:pt x="16396" y="2440"/>
                    <a:pt x="15836" y="2405"/>
                  </a:cubicBezTo>
                  <a:lnTo>
                    <a:pt x="9788" y="1940"/>
                  </a:lnTo>
                  <a:cubicBezTo>
                    <a:pt x="9109" y="1881"/>
                    <a:pt x="8418" y="1690"/>
                    <a:pt x="7811" y="1369"/>
                  </a:cubicBezTo>
                  <a:cubicBezTo>
                    <a:pt x="6930" y="904"/>
                    <a:pt x="5978" y="607"/>
                    <a:pt x="5001" y="476"/>
                  </a:cubicBezTo>
                  <a:lnTo>
                    <a:pt x="1489" y="11"/>
                  </a:lnTo>
                  <a:cubicBezTo>
                    <a:pt x="1433" y="4"/>
                    <a:pt x="1377" y="1"/>
                    <a:pt x="13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61"/>
            <p:cNvSpPr/>
            <p:nvPr/>
          </p:nvSpPr>
          <p:spPr>
            <a:xfrm>
              <a:off x="4389225" y="2260325"/>
              <a:ext cx="114325" cy="70175"/>
            </a:xfrm>
            <a:custGeom>
              <a:avLst/>
              <a:gdLst/>
              <a:ahLst/>
              <a:cxnLst/>
              <a:rect l="l" t="t" r="r" b="b"/>
              <a:pathLst>
                <a:path w="4573" h="2807" extrusionOk="0">
                  <a:moveTo>
                    <a:pt x="3653" y="1"/>
                  </a:moveTo>
                  <a:cubicBezTo>
                    <a:pt x="3546" y="1"/>
                    <a:pt x="3438" y="22"/>
                    <a:pt x="3334" y="68"/>
                  </a:cubicBezTo>
                  <a:lnTo>
                    <a:pt x="596" y="1259"/>
                  </a:lnTo>
                  <a:cubicBezTo>
                    <a:pt x="203" y="1437"/>
                    <a:pt x="1" y="1914"/>
                    <a:pt x="179" y="2318"/>
                  </a:cubicBezTo>
                  <a:cubicBezTo>
                    <a:pt x="322" y="2628"/>
                    <a:pt x="620" y="2807"/>
                    <a:pt x="929" y="2807"/>
                  </a:cubicBezTo>
                  <a:cubicBezTo>
                    <a:pt x="1025" y="2807"/>
                    <a:pt x="1132" y="2795"/>
                    <a:pt x="1239" y="2735"/>
                  </a:cubicBezTo>
                  <a:lnTo>
                    <a:pt x="3977" y="1544"/>
                  </a:lnTo>
                  <a:cubicBezTo>
                    <a:pt x="4382" y="1366"/>
                    <a:pt x="4573" y="890"/>
                    <a:pt x="4394" y="485"/>
                  </a:cubicBezTo>
                  <a:cubicBezTo>
                    <a:pt x="4261" y="183"/>
                    <a:pt x="3963" y="1"/>
                    <a:pt x="3653" y="1"/>
                  </a:cubicBezTo>
                  <a:close/>
                </a:path>
              </a:pathLst>
            </a:custGeom>
            <a:solidFill>
              <a:srgbClr val="E0E5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61"/>
            <p:cNvSpPr/>
            <p:nvPr/>
          </p:nvSpPr>
          <p:spPr>
            <a:xfrm>
              <a:off x="4309750" y="2277750"/>
              <a:ext cx="147075" cy="90250"/>
            </a:xfrm>
            <a:custGeom>
              <a:avLst/>
              <a:gdLst/>
              <a:ahLst/>
              <a:cxnLst/>
              <a:rect l="l" t="t" r="r" b="b"/>
              <a:pathLst>
                <a:path w="5883" h="3610" extrusionOk="0">
                  <a:moveTo>
                    <a:pt x="4695" y="0"/>
                  </a:moveTo>
                  <a:cubicBezTo>
                    <a:pt x="4557" y="0"/>
                    <a:pt x="4418" y="28"/>
                    <a:pt x="4287" y="85"/>
                  </a:cubicBezTo>
                  <a:lnTo>
                    <a:pt x="751" y="1621"/>
                  </a:lnTo>
                  <a:cubicBezTo>
                    <a:pt x="239" y="1848"/>
                    <a:pt x="1" y="2467"/>
                    <a:pt x="227" y="2991"/>
                  </a:cubicBezTo>
                  <a:cubicBezTo>
                    <a:pt x="382" y="3372"/>
                    <a:pt x="775" y="3610"/>
                    <a:pt x="1179" y="3610"/>
                  </a:cubicBezTo>
                  <a:cubicBezTo>
                    <a:pt x="1310" y="3610"/>
                    <a:pt x="1441" y="3586"/>
                    <a:pt x="1596" y="3526"/>
                  </a:cubicBezTo>
                  <a:lnTo>
                    <a:pt x="5120" y="1990"/>
                  </a:lnTo>
                  <a:cubicBezTo>
                    <a:pt x="5644" y="1764"/>
                    <a:pt x="5882" y="1145"/>
                    <a:pt x="5656" y="621"/>
                  </a:cubicBezTo>
                  <a:cubicBezTo>
                    <a:pt x="5488" y="232"/>
                    <a:pt x="5096" y="0"/>
                    <a:pt x="469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61"/>
            <p:cNvSpPr/>
            <p:nvPr/>
          </p:nvSpPr>
          <p:spPr>
            <a:xfrm>
              <a:off x="4320175" y="2324825"/>
              <a:ext cx="35750" cy="35750"/>
            </a:xfrm>
            <a:custGeom>
              <a:avLst/>
              <a:gdLst/>
              <a:ahLst/>
              <a:cxnLst/>
              <a:rect l="l" t="t" r="r" b="b"/>
              <a:pathLst>
                <a:path w="1430" h="1430" extrusionOk="0">
                  <a:moveTo>
                    <a:pt x="715" y="0"/>
                  </a:moveTo>
                  <a:cubicBezTo>
                    <a:pt x="322" y="0"/>
                    <a:pt x="0" y="322"/>
                    <a:pt x="0" y="715"/>
                  </a:cubicBezTo>
                  <a:cubicBezTo>
                    <a:pt x="0" y="1108"/>
                    <a:pt x="322" y="1429"/>
                    <a:pt x="715" y="1429"/>
                  </a:cubicBezTo>
                  <a:cubicBezTo>
                    <a:pt x="1108" y="1429"/>
                    <a:pt x="1429" y="1108"/>
                    <a:pt x="1429" y="715"/>
                  </a:cubicBezTo>
                  <a:cubicBezTo>
                    <a:pt x="1429" y="322"/>
                    <a:pt x="1108" y="0"/>
                    <a:pt x="71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61"/>
            <p:cNvSpPr/>
            <p:nvPr/>
          </p:nvSpPr>
          <p:spPr>
            <a:xfrm>
              <a:off x="3340575" y="2201900"/>
              <a:ext cx="188450" cy="43775"/>
            </a:xfrm>
            <a:custGeom>
              <a:avLst/>
              <a:gdLst/>
              <a:ahLst/>
              <a:cxnLst/>
              <a:rect l="l" t="t" r="r" b="b"/>
              <a:pathLst>
                <a:path w="7538" h="1751" extrusionOk="0">
                  <a:moveTo>
                    <a:pt x="1" y="0"/>
                  </a:moveTo>
                  <a:lnTo>
                    <a:pt x="1" y="0"/>
                  </a:lnTo>
                  <a:cubicBezTo>
                    <a:pt x="501" y="560"/>
                    <a:pt x="1191" y="917"/>
                    <a:pt x="1942" y="1024"/>
                  </a:cubicBezTo>
                  <a:lnTo>
                    <a:pt x="7538" y="1750"/>
                  </a:lnTo>
                  <a:lnTo>
                    <a:pt x="7538" y="1750"/>
                  </a:lnTo>
                  <a:lnTo>
                    <a:pt x="5466" y="822"/>
                  </a:lnTo>
                  <a:cubicBezTo>
                    <a:pt x="5192" y="691"/>
                    <a:pt x="4894" y="619"/>
                    <a:pt x="4573" y="572"/>
                  </a:cubicBezTo>
                  <a:lnTo>
                    <a:pt x="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61"/>
            <p:cNvSpPr/>
            <p:nvPr/>
          </p:nvSpPr>
          <p:spPr>
            <a:xfrm>
              <a:off x="3479000" y="3064500"/>
              <a:ext cx="326250" cy="324175"/>
            </a:xfrm>
            <a:custGeom>
              <a:avLst/>
              <a:gdLst/>
              <a:ahLst/>
              <a:cxnLst/>
              <a:rect l="l" t="t" r="r" b="b"/>
              <a:pathLst>
                <a:path w="13050" h="12967" extrusionOk="0">
                  <a:moveTo>
                    <a:pt x="6525" y="0"/>
                  </a:moveTo>
                  <a:cubicBezTo>
                    <a:pt x="2929" y="0"/>
                    <a:pt x="0" y="2917"/>
                    <a:pt x="0" y="6537"/>
                  </a:cubicBezTo>
                  <a:cubicBezTo>
                    <a:pt x="0" y="9787"/>
                    <a:pt x="2358" y="12466"/>
                    <a:pt x="5453" y="12966"/>
                  </a:cubicBezTo>
                  <a:lnTo>
                    <a:pt x="5453" y="6453"/>
                  </a:lnTo>
                  <a:lnTo>
                    <a:pt x="13050" y="6453"/>
                  </a:lnTo>
                  <a:cubicBezTo>
                    <a:pt x="13002" y="2882"/>
                    <a:pt x="10097" y="0"/>
                    <a:pt x="65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61"/>
            <p:cNvSpPr/>
            <p:nvPr/>
          </p:nvSpPr>
          <p:spPr>
            <a:xfrm>
              <a:off x="3615325" y="3225225"/>
              <a:ext cx="190225" cy="165825"/>
            </a:xfrm>
            <a:custGeom>
              <a:avLst/>
              <a:gdLst/>
              <a:ahLst/>
              <a:cxnLst/>
              <a:rect l="l" t="t" r="r" b="b"/>
              <a:pathLst>
                <a:path w="7609" h="6633" extrusionOk="0">
                  <a:moveTo>
                    <a:pt x="0" y="1"/>
                  </a:moveTo>
                  <a:lnTo>
                    <a:pt x="0" y="24"/>
                  </a:lnTo>
                  <a:lnTo>
                    <a:pt x="0" y="6537"/>
                  </a:lnTo>
                  <a:cubicBezTo>
                    <a:pt x="346" y="6597"/>
                    <a:pt x="703" y="6632"/>
                    <a:pt x="1072" y="6632"/>
                  </a:cubicBezTo>
                  <a:cubicBezTo>
                    <a:pt x="4679" y="6632"/>
                    <a:pt x="7608" y="3715"/>
                    <a:pt x="7608" y="96"/>
                  </a:cubicBezTo>
                  <a:lnTo>
                    <a:pt x="760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61"/>
            <p:cNvSpPr/>
            <p:nvPr/>
          </p:nvSpPr>
          <p:spPr>
            <a:xfrm>
              <a:off x="3567700" y="3153800"/>
              <a:ext cx="148250" cy="148250"/>
            </a:xfrm>
            <a:custGeom>
              <a:avLst/>
              <a:gdLst/>
              <a:ahLst/>
              <a:cxnLst/>
              <a:rect l="l" t="t" r="r" b="b"/>
              <a:pathLst>
                <a:path w="5930" h="5930" extrusionOk="0">
                  <a:moveTo>
                    <a:pt x="2965" y="0"/>
                  </a:moveTo>
                  <a:cubicBezTo>
                    <a:pt x="1334" y="0"/>
                    <a:pt x="0" y="1334"/>
                    <a:pt x="0" y="2965"/>
                  </a:cubicBezTo>
                  <a:cubicBezTo>
                    <a:pt x="0" y="4596"/>
                    <a:pt x="1334" y="5929"/>
                    <a:pt x="2965" y="5929"/>
                  </a:cubicBezTo>
                  <a:cubicBezTo>
                    <a:pt x="4596" y="5929"/>
                    <a:pt x="5930" y="4596"/>
                    <a:pt x="5930" y="2965"/>
                  </a:cubicBezTo>
                  <a:cubicBezTo>
                    <a:pt x="5930" y="1334"/>
                    <a:pt x="4596" y="0"/>
                    <a:pt x="296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61"/>
            <p:cNvSpPr/>
            <p:nvPr/>
          </p:nvSpPr>
          <p:spPr>
            <a:xfrm>
              <a:off x="3592400" y="3178500"/>
              <a:ext cx="98550" cy="90800"/>
            </a:xfrm>
            <a:custGeom>
              <a:avLst/>
              <a:gdLst/>
              <a:ahLst/>
              <a:cxnLst/>
              <a:rect l="l" t="t" r="r" b="b"/>
              <a:pathLst>
                <a:path w="3942" h="3632" extrusionOk="0">
                  <a:moveTo>
                    <a:pt x="3941" y="1882"/>
                  </a:moveTo>
                  <a:cubicBezTo>
                    <a:pt x="3941" y="1886"/>
                    <a:pt x="3941" y="1889"/>
                    <a:pt x="3942" y="1893"/>
                  </a:cubicBezTo>
                  <a:lnTo>
                    <a:pt x="3942" y="1882"/>
                  </a:lnTo>
                  <a:close/>
                  <a:moveTo>
                    <a:pt x="1977" y="0"/>
                  </a:moveTo>
                  <a:cubicBezTo>
                    <a:pt x="894" y="0"/>
                    <a:pt x="1" y="870"/>
                    <a:pt x="1" y="1977"/>
                  </a:cubicBezTo>
                  <a:cubicBezTo>
                    <a:pt x="1" y="2679"/>
                    <a:pt x="358" y="3286"/>
                    <a:pt x="905" y="3632"/>
                  </a:cubicBezTo>
                  <a:lnTo>
                    <a:pt x="905" y="1882"/>
                  </a:lnTo>
                  <a:lnTo>
                    <a:pt x="3941" y="1882"/>
                  </a:lnTo>
                  <a:cubicBezTo>
                    <a:pt x="3887" y="839"/>
                    <a:pt x="3033" y="0"/>
                    <a:pt x="197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61"/>
            <p:cNvSpPr/>
            <p:nvPr/>
          </p:nvSpPr>
          <p:spPr>
            <a:xfrm>
              <a:off x="3615325" y="3225225"/>
              <a:ext cx="76525" cy="51825"/>
            </a:xfrm>
            <a:custGeom>
              <a:avLst/>
              <a:gdLst/>
              <a:ahLst/>
              <a:cxnLst/>
              <a:rect l="l" t="t" r="r" b="b"/>
              <a:pathLst>
                <a:path w="3061" h="2073" extrusionOk="0">
                  <a:moveTo>
                    <a:pt x="0" y="1"/>
                  </a:moveTo>
                  <a:lnTo>
                    <a:pt x="0" y="24"/>
                  </a:lnTo>
                  <a:lnTo>
                    <a:pt x="0" y="1763"/>
                  </a:lnTo>
                  <a:cubicBezTo>
                    <a:pt x="322" y="1953"/>
                    <a:pt x="679" y="2072"/>
                    <a:pt x="1072" y="2072"/>
                  </a:cubicBezTo>
                  <a:cubicBezTo>
                    <a:pt x="2167" y="2072"/>
                    <a:pt x="3060" y="1191"/>
                    <a:pt x="3060" y="96"/>
                  </a:cubicBezTo>
                  <a:cubicBezTo>
                    <a:pt x="3060" y="60"/>
                    <a:pt x="3060" y="36"/>
                    <a:pt x="303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61"/>
            <p:cNvSpPr/>
            <p:nvPr/>
          </p:nvSpPr>
          <p:spPr>
            <a:xfrm>
              <a:off x="3623950" y="3290975"/>
              <a:ext cx="116125" cy="67625"/>
            </a:xfrm>
            <a:custGeom>
              <a:avLst/>
              <a:gdLst/>
              <a:ahLst/>
              <a:cxnLst/>
              <a:rect l="l" t="t" r="r" b="b"/>
              <a:pathLst>
                <a:path w="4645" h="2705" extrusionOk="0">
                  <a:moveTo>
                    <a:pt x="3878" y="0"/>
                  </a:moveTo>
                  <a:cubicBezTo>
                    <a:pt x="3700" y="0"/>
                    <a:pt x="3523" y="69"/>
                    <a:pt x="3394" y="204"/>
                  </a:cubicBezTo>
                  <a:cubicBezTo>
                    <a:pt x="2680" y="919"/>
                    <a:pt x="1727" y="1300"/>
                    <a:pt x="727" y="1300"/>
                  </a:cubicBezTo>
                  <a:lnTo>
                    <a:pt x="667" y="1300"/>
                  </a:lnTo>
                  <a:cubicBezTo>
                    <a:pt x="298" y="1300"/>
                    <a:pt x="1" y="1621"/>
                    <a:pt x="1" y="2002"/>
                  </a:cubicBezTo>
                  <a:cubicBezTo>
                    <a:pt x="1" y="2395"/>
                    <a:pt x="334" y="2705"/>
                    <a:pt x="715" y="2705"/>
                  </a:cubicBezTo>
                  <a:cubicBezTo>
                    <a:pt x="2096" y="2705"/>
                    <a:pt x="3394" y="2169"/>
                    <a:pt x="4358" y="1204"/>
                  </a:cubicBezTo>
                  <a:cubicBezTo>
                    <a:pt x="4644" y="931"/>
                    <a:pt x="4644" y="490"/>
                    <a:pt x="4382" y="216"/>
                  </a:cubicBezTo>
                  <a:cubicBezTo>
                    <a:pt x="4244" y="72"/>
                    <a:pt x="4060" y="0"/>
                    <a:pt x="387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61"/>
            <p:cNvSpPr/>
            <p:nvPr/>
          </p:nvSpPr>
          <p:spPr>
            <a:xfrm>
              <a:off x="3511150" y="3210050"/>
              <a:ext cx="69375" cy="114625"/>
            </a:xfrm>
            <a:custGeom>
              <a:avLst/>
              <a:gdLst/>
              <a:ahLst/>
              <a:cxnLst/>
              <a:rect l="l" t="t" r="r" b="b"/>
              <a:pathLst>
                <a:path w="2775" h="4585" extrusionOk="0">
                  <a:moveTo>
                    <a:pt x="703" y="0"/>
                  </a:moveTo>
                  <a:cubicBezTo>
                    <a:pt x="322" y="0"/>
                    <a:pt x="0" y="310"/>
                    <a:pt x="0" y="703"/>
                  </a:cubicBezTo>
                  <a:cubicBezTo>
                    <a:pt x="0" y="2084"/>
                    <a:pt x="536" y="3394"/>
                    <a:pt x="1512" y="4382"/>
                  </a:cubicBezTo>
                  <a:cubicBezTo>
                    <a:pt x="1643" y="4513"/>
                    <a:pt x="1822" y="4584"/>
                    <a:pt x="2000" y="4584"/>
                  </a:cubicBezTo>
                  <a:cubicBezTo>
                    <a:pt x="2179" y="4584"/>
                    <a:pt x="2358" y="4525"/>
                    <a:pt x="2500" y="4382"/>
                  </a:cubicBezTo>
                  <a:cubicBezTo>
                    <a:pt x="2774" y="4108"/>
                    <a:pt x="2774" y="3668"/>
                    <a:pt x="2500" y="3394"/>
                  </a:cubicBezTo>
                  <a:cubicBezTo>
                    <a:pt x="1786" y="2679"/>
                    <a:pt x="1405" y="1727"/>
                    <a:pt x="1405" y="679"/>
                  </a:cubicBezTo>
                  <a:cubicBezTo>
                    <a:pt x="1405" y="298"/>
                    <a:pt x="1096" y="0"/>
                    <a:pt x="7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61"/>
            <p:cNvSpPr/>
            <p:nvPr/>
          </p:nvSpPr>
          <p:spPr>
            <a:xfrm>
              <a:off x="3543300" y="3096950"/>
              <a:ext cx="116100" cy="67875"/>
            </a:xfrm>
            <a:custGeom>
              <a:avLst/>
              <a:gdLst/>
              <a:ahLst/>
              <a:cxnLst/>
              <a:rect l="l" t="t" r="r" b="b"/>
              <a:pathLst>
                <a:path w="4644" h="2715" extrusionOk="0">
                  <a:moveTo>
                    <a:pt x="3941" y="0"/>
                  </a:moveTo>
                  <a:cubicBezTo>
                    <a:pt x="2560" y="0"/>
                    <a:pt x="1250" y="536"/>
                    <a:pt x="262" y="1524"/>
                  </a:cubicBezTo>
                  <a:cubicBezTo>
                    <a:pt x="0" y="1786"/>
                    <a:pt x="0" y="2238"/>
                    <a:pt x="262" y="2500"/>
                  </a:cubicBezTo>
                  <a:cubicBezTo>
                    <a:pt x="405" y="2631"/>
                    <a:pt x="583" y="2715"/>
                    <a:pt x="762" y="2715"/>
                  </a:cubicBezTo>
                  <a:cubicBezTo>
                    <a:pt x="941" y="2715"/>
                    <a:pt x="1119" y="2655"/>
                    <a:pt x="1238" y="2512"/>
                  </a:cubicBezTo>
                  <a:cubicBezTo>
                    <a:pt x="1965" y="1798"/>
                    <a:pt x="2917" y="1405"/>
                    <a:pt x="3941" y="1405"/>
                  </a:cubicBezTo>
                  <a:lnTo>
                    <a:pt x="3953" y="1405"/>
                  </a:lnTo>
                  <a:cubicBezTo>
                    <a:pt x="4346" y="1405"/>
                    <a:pt x="4643" y="1084"/>
                    <a:pt x="4643" y="703"/>
                  </a:cubicBezTo>
                  <a:cubicBezTo>
                    <a:pt x="4643" y="310"/>
                    <a:pt x="4334" y="0"/>
                    <a:pt x="39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61"/>
            <p:cNvSpPr/>
            <p:nvPr/>
          </p:nvSpPr>
          <p:spPr>
            <a:xfrm>
              <a:off x="3705500" y="3131100"/>
              <a:ext cx="67000" cy="115000"/>
            </a:xfrm>
            <a:custGeom>
              <a:avLst/>
              <a:gdLst/>
              <a:ahLst/>
              <a:cxnLst/>
              <a:rect l="l" t="t" r="r" b="b"/>
              <a:pathLst>
                <a:path w="2680" h="4600" extrusionOk="0">
                  <a:moveTo>
                    <a:pt x="686" y="0"/>
                  </a:moveTo>
                  <a:cubicBezTo>
                    <a:pt x="511" y="0"/>
                    <a:pt x="337" y="66"/>
                    <a:pt x="203" y="194"/>
                  </a:cubicBezTo>
                  <a:cubicBezTo>
                    <a:pt x="72" y="337"/>
                    <a:pt x="1" y="515"/>
                    <a:pt x="1" y="694"/>
                  </a:cubicBezTo>
                  <a:cubicBezTo>
                    <a:pt x="1" y="861"/>
                    <a:pt x="60" y="1051"/>
                    <a:pt x="191" y="1182"/>
                  </a:cubicBezTo>
                  <a:cubicBezTo>
                    <a:pt x="906" y="1908"/>
                    <a:pt x="1287" y="2861"/>
                    <a:pt x="1275" y="3885"/>
                  </a:cubicBezTo>
                  <a:lnTo>
                    <a:pt x="1275" y="3909"/>
                  </a:lnTo>
                  <a:cubicBezTo>
                    <a:pt x="1275" y="4290"/>
                    <a:pt x="1573" y="4599"/>
                    <a:pt x="1965" y="4599"/>
                  </a:cubicBezTo>
                  <a:cubicBezTo>
                    <a:pt x="2346" y="4599"/>
                    <a:pt x="2668" y="4290"/>
                    <a:pt x="2668" y="3909"/>
                  </a:cubicBezTo>
                  <a:cubicBezTo>
                    <a:pt x="2680" y="2515"/>
                    <a:pt x="2156" y="1206"/>
                    <a:pt x="1192" y="218"/>
                  </a:cubicBezTo>
                  <a:cubicBezTo>
                    <a:pt x="1052" y="72"/>
                    <a:pt x="868" y="0"/>
                    <a:pt x="6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61"/>
            <p:cNvSpPr/>
            <p:nvPr/>
          </p:nvSpPr>
          <p:spPr>
            <a:xfrm>
              <a:off x="3611750" y="3200775"/>
              <a:ext cx="172375" cy="260875"/>
            </a:xfrm>
            <a:custGeom>
              <a:avLst/>
              <a:gdLst/>
              <a:ahLst/>
              <a:cxnLst/>
              <a:rect l="l" t="t" r="r" b="b"/>
              <a:pathLst>
                <a:path w="6895" h="10435" extrusionOk="0">
                  <a:moveTo>
                    <a:pt x="1202" y="0"/>
                  </a:moveTo>
                  <a:cubicBezTo>
                    <a:pt x="1011" y="0"/>
                    <a:pt x="817" y="54"/>
                    <a:pt x="643" y="169"/>
                  </a:cubicBezTo>
                  <a:cubicBezTo>
                    <a:pt x="143" y="467"/>
                    <a:pt x="0" y="1098"/>
                    <a:pt x="310" y="1598"/>
                  </a:cubicBezTo>
                  <a:lnTo>
                    <a:pt x="5739" y="10170"/>
                  </a:lnTo>
                  <a:cubicBezTo>
                    <a:pt x="5845" y="10341"/>
                    <a:pt x="6029" y="10434"/>
                    <a:pt x="6222" y="10434"/>
                  </a:cubicBezTo>
                  <a:cubicBezTo>
                    <a:pt x="6311" y="10434"/>
                    <a:pt x="6403" y="10414"/>
                    <a:pt x="6489" y="10373"/>
                  </a:cubicBezTo>
                  <a:cubicBezTo>
                    <a:pt x="6775" y="10230"/>
                    <a:pt x="6894" y="9885"/>
                    <a:pt x="6739" y="9599"/>
                  </a:cubicBezTo>
                  <a:lnTo>
                    <a:pt x="2108" y="562"/>
                  </a:lnTo>
                  <a:cubicBezTo>
                    <a:pt x="2096" y="538"/>
                    <a:pt x="2084" y="502"/>
                    <a:pt x="2072" y="490"/>
                  </a:cubicBezTo>
                  <a:cubicBezTo>
                    <a:pt x="1881" y="176"/>
                    <a:pt x="1546" y="0"/>
                    <a:pt x="12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61"/>
            <p:cNvSpPr/>
            <p:nvPr/>
          </p:nvSpPr>
          <p:spPr>
            <a:xfrm>
              <a:off x="3685275" y="3448175"/>
              <a:ext cx="164025" cy="35150"/>
            </a:xfrm>
            <a:custGeom>
              <a:avLst/>
              <a:gdLst/>
              <a:ahLst/>
              <a:cxnLst/>
              <a:rect l="l" t="t" r="r" b="b"/>
              <a:pathLst>
                <a:path w="6561" h="1406" extrusionOk="0">
                  <a:moveTo>
                    <a:pt x="0" y="0"/>
                  </a:moveTo>
                  <a:cubicBezTo>
                    <a:pt x="0" y="762"/>
                    <a:pt x="643" y="1405"/>
                    <a:pt x="1405" y="1405"/>
                  </a:cubicBezTo>
                  <a:lnTo>
                    <a:pt x="5168" y="1405"/>
                  </a:lnTo>
                  <a:cubicBezTo>
                    <a:pt x="5942" y="1405"/>
                    <a:pt x="6561" y="774"/>
                    <a:pt x="656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61"/>
            <p:cNvSpPr/>
            <p:nvPr/>
          </p:nvSpPr>
          <p:spPr>
            <a:xfrm>
              <a:off x="3685875" y="3413350"/>
              <a:ext cx="164025" cy="34850"/>
            </a:xfrm>
            <a:custGeom>
              <a:avLst/>
              <a:gdLst/>
              <a:ahLst/>
              <a:cxnLst/>
              <a:rect l="l" t="t" r="r" b="b"/>
              <a:pathLst>
                <a:path w="6561" h="1394" extrusionOk="0">
                  <a:moveTo>
                    <a:pt x="1393" y="0"/>
                  </a:moveTo>
                  <a:cubicBezTo>
                    <a:pt x="619" y="0"/>
                    <a:pt x="0" y="620"/>
                    <a:pt x="0" y="1393"/>
                  </a:cubicBezTo>
                  <a:lnTo>
                    <a:pt x="6560" y="1393"/>
                  </a:lnTo>
                  <a:cubicBezTo>
                    <a:pt x="6560" y="620"/>
                    <a:pt x="5918" y="0"/>
                    <a:pt x="515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61"/>
            <p:cNvSpPr/>
            <p:nvPr/>
          </p:nvSpPr>
          <p:spPr>
            <a:xfrm>
              <a:off x="3627225" y="3213325"/>
              <a:ext cx="29200" cy="29200"/>
            </a:xfrm>
            <a:custGeom>
              <a:avLst/>
              <a:gdLst/>
              <a:ahLst/>
              <a:cxnLst/>
              <a:rect l="l" t="t" r="r" b="b"/>
              <a:pathLst>
                <a:path w="1168" h="1168" extrusionOk="0">
                  <a:moveTo>
                    <a:pt x="584" y="0"/>
                  </a:moveTo>
                  <a:cubicBezTo>
                    <a:pt x="263" y="0"/>
                    <a:pt x="1" y="262"/>
                    <a:pt x="1" y="584"/>
                  </a:cubicBezTo>
                  <a:cubicBezTo>
                    <a:pt x="1" y="905"/>
                    <a:pt x="263" y="1167"/>
                    <a:pt x="584" y="1167"/>
                  </a:cubicBezTo>
                  <a:cubicBezTo>
                    <a:pt x="905" y="1167"/>
                    <a:pt x="1167" y="905"/>
                    <a:pt x="1167" y="584"/>
                  </a:cubicBezTo>
                  <a:cubicBezTo>
                    <a:pt x="1167" y="262"/>
                    <a:pt x="905" y="0"/>
                    <a:pt x="58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61"/>
            <p:cNvSpPr/>
            <p:nvPr/>
          </p:nvSpPr>
          <p:spPr>
            <a:xfrm>
              <a:off x="4716950" y="3078775"/>
              <a:ext cx="20850" cy="20875"/>
            </a:xfrm>
            <a:custGeom>
              <a:avLst/>
              <a:gdLst/>
              <a:ahLst/>
              <a:cxnLst/>
              <a:rect l="l" t="t" r="r" b="b"/>
              <a:pathLst>
                <a:path w="834" h="835" extrusionOk="0">
                  <a:moveTo>
                    <a:pt x="417" y="1"/>
                  </a:moveTo>
                  <a:cubicBezTo>
                    <a:pt x="191" y="1"/>
                    <a:pt x="0" y="179"/>
                    <a:pt x="0" y="417"/>
                  </a:cubicBezTo>
                  <a:cubicBezTo>
                    <a:pt x="0" y="644"/>
                    <a:pt x="191" y="834"/>
                    <a:pt x="417" y="834"/>
                  </a:cubicBezTo>
                  <a:cubicBezTo>
                    <a:pt x="655" y="834"/>
                    <a:pt x="834" y="644"/>
                    <a:pt x="834" y="417"/>
                  </a:cubicBezTo>
                  <a:cubicBezTo>
                    <a:pt x="834" y="179"/>
                    <a:pt x="655" y="1"/>
                    <a:pt x="417" y="1"/>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94" name="Google Shape;1094;p61"/>
          <p:cNvCxnSpPr/>
          <p:nvPr/>
        </p:nvCxnSpPr>
        <p:spPr>
          <a:xfrm>
            <a:off x="3468975" y="1586738"/>
            <a:ext cx="1094700" cy="0"/>
          </a:xfrm>
          <a:prstGeom prst="straightConnector1">
            <a:avLst/>
          </a:prstGeom>
          <a:noFill/>
          <a:ln w="28575" cap="flat" cmpd="sng">
            <a:solidFill>
              <a:schemeClr val="accent1"/>
            </a:solidFill>
            <a:prstDash val="solid"/>
            <a:round/>
            <a:headEnd type="oval" w="med" len="med"/>
            <a:tailEnd type="none" w="med" len="med"/>
          </a:ln>
        </p:spPr>
      </p:cxnSp>
      <p:cxnSp>
        <p:nvCxnSpPr>
          <p:cNvPr id="1095" name="Google Shape;1095;p61"/>
          <p:cNvCxnSpPr/>
          <p:nvPr/>
        </p:nvCxnSpPr>
        <p:spPr>
          <a:xfrm>
            <a:off x="4398550" y="3611000"/>
            <a:ext cx="1094700" cy="0"/>
          </a:xfrm>
          <a:prstGeom prst="straightConnector1">
            <a:avLst/>
          </a:prstGeom>
          <a:noFill/>
          <a:ln w="28575" cap="flat" cmpd="sng">
            <a:solidFill>
              <a:schemeClr val="accent1"/>
            </a:solidFill>
            <a:prstDash val="solid"/>
            <a:round/>
            <a:headEnd type="none" w="med" len="med"/>
            <a:tailEnd type="oval"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1019"/>
                                        </p:tgtEl>
                                        <p:attrNameLst>
                                          <p:attrName>style.visibility</p:attrName>
                                        </p:attrNameLst>
                                      </p:cBhvr>
                                      <p:to>
                                        <p:strVal val="visible"/>
                                      </p:to>
                                    </p:set>
                                    <p:anim calcmode="lin" valueType="num">
                                      <p:cBhvr additive="base">
                                        <p:cTn id="7" dur="1000"/>
                                        <p:tgtEl>
                                          <p:spTgt spid="1019"/>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1051"/>
                                        </p:tgtEl>
                                        <p:attrNameLst>
                                          <p:attrName>style.visibility</p:attrName>
                                        </p:attrNameLst>
                                      </p:cBhvr>
                                      <p:to>
                                        <p:strVal val="visible"/>
                                      </p:to>
                                    </p:set>
                                    <p:anim calcmode="lin" valueType="num">
                                      <p:cBhvr additive="base">
                                        <p:cTn id="10" dur="1000"/>
                                        <p:tgtEl>
                                          <p:spTgt spid="1051"/>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99"/>
        <p:cNvGrpSpPr/>
        <p:nvPr/>
      </p:nvGrpSpPr>
      <p:grpSpPr>
        <a:xfrm>
          <a:off x="0" y="0"/>
          <a:ext cx="0" cy="0"/>
          <a:chOff x="0" y="0"/>
          <a:chExt cx="0" cy="0"/>
        </a:xfrm>
      </p:grpSpPr>
      <p:sp>
        <p:nvSpPr>
          <p:cNvPr id="1100" name="Google Shape;1100;p62"/>
          <p:cNvSpPr/>
          <p:nvPr/>
        </p:nvSpPr>
        <p:spPr>
          <a:xfrm>
            <a:off x="2816400" y="1212261"/>
            <a:ext cx="3248066" cy="1843493"/>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6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Solution</a:t>
            </a:r>
            <a:endParaRPr/>
          </a:p>
        </p:txBody>
      </p:sp>
      <p:sp>
        <p:nvSpPr>
          <p:cNvPr id="1102" name="Google Shape;1102;p62"/>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farthest planet from the Sun and the fourth-largest by diameter in the Solar System</a:t>
            </a:r>
            <a:endParaRPr/>
          </a:p>
        </p:txBody>
      </p:sp>
      <p:grpSp>
        <p:nvGrpSpPr>
          <p:cNvPr id="1103" name="Google Shape;1103;p62"/>
          <p:cNvGrpSpPr/>
          <p:nvPr/>
        </p:nvGrpSpPr>
        <p:grpSpPr>
          <a:xfrm>
            <a:off x="3076728" y="1151462"/>
            <a:ext cx="2767543" cy="2071519"/>
            <a:chOff x="390600" y="407550"/>
            <a:chExt cx="6545750" cy="4899525"/>
          </a:xfrm>
        </p:grpSpPr>
        <p:sp>
          <p:nvSpPr>
            <p:cNvPr id="1104" name="Google Shape;1104;p62"/>
            <p:cNvSpPr/>
            <p:nvPr/>
          </p:nvSpPr>
          <p:spPr>
            <a:xfrm>
              <a:off x="3681825" y="5048075"/>
              <a:ext cx="3097350" cy="237425"/>
            </a:xfrm>
            <a:custGeom>
              <a:avLst/>
              <a:gdLst/>
              <a:ahLst/>
              <a:cxnLst/>
              <a:rect l="l" t="t" r="r" b="b"/>
              <a:pathLst>
                <a:path w="123894" h="9497" extrusionOk="0">
                  <a:moveTo>
                    <a:pt x="61948" y="0"/>
                  </a:moveTo>
                  <a:cubicBezTo>
                    <a:pt x="45518" y="0"/>
                    <a:pt x="29762" y="500"/>
                    <a:pt x="18145" y="1391"/>
                  </a:cubicBezTo>
                  <a:cubicBezTo>
                    <a:pt x="6526" y="2281"/>
                    <a:pt x="0" y="3489"/>
                    <a:pt x="0" y="4748"/>
                  </a:cubicBezTo>
                  <a:cubicBezTo>
                    <a:pt x="0" y="6007"/>
                    <a:pt x="6526" y="7215"/>
                    <a:pt x="18145" y="8106"/>
                  </a:cubicBezTo>
                  <a:cubicBezTo>
                    <a:pt x="29762" y="8996"/>
                    <a:pt x="45518" y="9497"/>
                    <a:pt x="61948" y="9497"/>
                  </a:cubicBezTo>
                  <a:cubicBezTo>
                    <a:pt x="78377" y="9497"/>
                    <a:pt x="94132" y="8996"/>
                    <a:pt x="105751" y="8106"/>
                  </a:cubicBezTo>
                  <a:cubicBezTo>
                    <a:pt x="117367" y="7215"/>
                    <a:pt x="123894" y="6007"/>
                    <a:pt x="123894" y="4748"/>
                  </a:cubicBezTo>
                  <a:cubicBezTo>
                    <a:pt x="123894" y="3489"/>
                    <a:pt x="117367" y="2281"/>
                    <a:pt x="105751" y="1391"/>
                  </a:cubicBezTo>
                  <a:cubicBezTo>
                    <a:pt x="94132" y="500"/>
                    <a:pt x="78377" y="0"/>
                    <a:pt x="619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62"/>
            <p:cNvSpPr/>
            <p:nvPr/>
          </p:nvSpPr>
          <p:spPr>
            <a:xfrm>
              <a:off x="4383300" y="869900"/>
              <a:ext cx="2553050" cy="4271950"/>
            </a:xfrm>
            <a:custGeom>
              <a:avLst/>
              <a:gdLst/>
              <a:ahLst/>
              <a:cxnLst/>
              <a:rect l="l" t="t" r="r" b="b"/>
              <a:pathLst>
                <a:path w="102122" h="170878" extrusionOk="0">
                  <a:moveTo>
                    <a:pt x="29665" y="0"/>
                  </a:moveTo>
                  <a:cubicBezTo>
                    <a:pt x="25188" y="0"/>
                    <a:pt x="21284" y="3301"/>
                    <a:pt x="20652" y="7862"/>
                  </a:cubicBezTo>
                  <a:lnTo>
                    <a:pt x="20027" y="12364"/>
                  </a:lnTo>
                  <a:cubicBezTo>
                    <a:pt x="19176" y="12563"/>
                    <a:pt x="18492" y="13261"/>
                    <a:pt x="18364" y="14179"/>
                  </a:cubicBezTo>
                  <a:lnTo>
                    <a:pt x="17937" y="17256"/>
                  </a:lnTo>
                  <a:cubicBezTo>
                    <a:pt x="17810" y="18174"/>
                    <a:pt x="18278" y="19032"/>
                    <a:pt x="19044" y="19454"/>
                  </a:cubicBezTo>
                  <a:lnTo>
                    <a:pt x="17918" y="27583"/>
                  </a:lnTo>
                  <a:cubicBezTo>
                    <a:pt x="17066" y="27780"/>
                    <a:pt x="16383" y="28478"/>
                    <a:pt x="16254" y="29396"/>
                  </a:cubicBezTo>
                  <a:lnTo>
                    <a:pt x="15320" y="36137"/>
                  </a:lnTo>
                  <a:cubicBezTo>
                    <a:pt x="15191" y="37054"/>
                    <a:pt x="15661" y="37913"/>
                    <a:pt x="16427" y="38335"/>
                  </a:cubicBezTo>
                  <a:lnTo>
                    <a:pt x="15896" y="42155"/>
                  </a:lnTo>
                  <a:cubicBezTo>
                    <a:pt x="15045" y="42354"/>
                    <a:pt x="14361" y="43053"/>
                    <a:pt x="14233" y="43970"/>
                  </a:cubicBezTo>
                  <a:lnTo>
                    <a:pt x="13299" y="50709"/>
                  </a:lnTo>
                  <a:cubicBezTo>
                    <a:pt x="13170" y="51628"/>
                    <a:pt x="13640" y="52486"/>
                    <a:pt x="14404" y="52909"/>
                  </a:cubicBezTo>
                  <a:lnTo>
                    <a:pt x="691" y="151817"/>
                  </a:lnTo>
                  <a:cubicBezTo>
                    <a:pt x="0" y="156802"/>
                    <a:pt x="3481" y="161402"/>
                    <a:pt x="8464" y="162094"/>
                  </a:cubicBezTo>
                  <a:lnTo>
                    <a:pt x="71193" y="170790"/>
                  </a:lnTo>
                  <a:cubicBezTo>
                    <a:pt x="71618" y="170849"/>
                    <a:pt x="72040" y="170878"/>
                    <a:pt x="72457" y="170878"/>
                  </a:cubicBezTo>
                  <a:cubicBezTo>
                    <a:pt x="76933" y="170878"/>
                    <a:pt x="80837" y="167577"/>
                    <a:pt x="81469" y="163017"/>
                  </a:cubicBezTo>
                  <a:lnTo>
                    <a:pt x="101430" y="19062"/>
                  </a:lnTo>
                  <a:cubicBezTo>
                    <a:pt x="102121" y="14077"/>
                    <a:pt x="98641" y="9476"/>
                    <a:pt x="93656" y="8784"/>
                  </a:cubicBezTo>
                  <a:lnTo>
                    <a:pt x="30929" y="88"/>
                  </a:lnTo>
                  <a:cubicBezTo>
                    <a:pt x="30504" y="29"/>
                    <a:pt x="30082" y="0"/>
                    <a:pt x="29665" y="0"/>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62"/>
            <p:cNvSpPr/>
            <p:nvPr/>
          </p:nvSpPr>
          <p:spPr>
            <a:xfrm>
              <a:off x="4675175" y="1552575"/>
              <a:ext cx="139325" cy="277300"/>
            </a:xfrm>
            <a:custGeom>
              <a:avLst/>
              <a:gdLst/>
              <a:ahLst/>
              <a:cxnLst/>
              <a:rect l="l" t="t" r="r" b="b"/>
              <a:pathLst>
                <a:path w="5573" h="11092" extrusionOk="0">
                  <a:moveTo>
                    <a:pt x="3252" y="1"/>
                  </a:moveTo>
                  <a:cubicBezTo>
                    <a:pt x="2183" y="1"/>
                    <a:pt x="1250" y="789"/>
                    <a:pt x="1099" y="1877"/>
                  </a:cubicBezTo>
                  <a:lnTo>
                    <a:pt x="165" y="8618"/>
                  </a:lnTo>
                  <a:cubicBezTo>
                    <a:pt x="1" y="9807"/>
                    <a:pt x="831" y="10905"/>
                    <a:pt x="2020" y="11071"/>
                  </a:cubicBezTo>
                  <a:cubicBezTo>
                    <a:pt x="2121" y="11084"/>
                    <a:pt x="2221" y="11091"/>
                    <a:pt x="2320" y="11091"/>
                  </a:cubicBezTo>
                  <a:cubicBezTo>
                    <a:pt x="3388" y="11091"/>
                    <a:pt x="4321" y="10303"/>
                    <a:pt x="4473" y="9215"/>
                  </a:cubicBezTo>
                  <a:lnTo>
                    <a:pt x="5407" y="2475"/>
                  </a:lnTo>
                  <a:cubicBezTo>
                    <a:pt x="5572" y="1285"/>
                    <a:pt x="4742" y="188"/>
                    <a:pt x="3551" y="21"/>
                  </a:cubicBezTo>
                  <a:cubicBezTo>
                    <a:pt x="3451" y="7"/>
                    <a:pt x="3351" y="1"/>
                    <a:pt x="3252" y="1"/>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62"/>
            <p:cNvSpPr/>
            <p:nvPr/>
          </p:nvSpPr>
          <p:spPr>
            <a:xfrm>
              <a:off x="4624650" y="1916900"/>
              <a:ext cx="139325" cy="277275"/>
            </a:xfrm>
            <a:custGeom>
              <a:avLst/>
              <a:gdLst/>
              <a:ahLst/>
              <a:cxnLst/>
              <a:rect l="l" t="t" r="r" b="b"/>
              <a:pathLst>
                <a:path w="5573" h="11091" extrusionOk="0">
                  <a:moveTo>
                    <a:pt x="3251" y="1"/>
                  </a:moveTo>
                  <a:cubicBezTo>
                    <a:pt x="2182" y="1"/>
                    <a:pt x="1250" y="789"/>
                    <a:pt x="1099" y="1878"/>
                  </a:cubicBezTo>
                  <a:lnTo>
                    <a:pt x="165" y="8617"/>
                  </a:lnTo>
                  <a:cubicBezTo>
                    <a:pt x="1" y="9808"/>
                    <a:pt x="831" y="10904"/>
                    <a:pt x="2020" y="11070"/>
                  </a:cubicBezTo>
                  <a:cubicBezTo>
                    <a:pt x="2122" y="11084"/>
                    <a:pt x="2222" y="11091"/>
                    <a:pt x="2322" y="11091"/>
                  </a:cubicBezTo>
                  <a:cubicBezTo>
                    <a:pt x="3390" y="11091"/>
                    <a:pt x="4321" y="10303"/>
                    <a:pt x="4473" y="9215"/>
                  </a:cubicBezTo>
                  <a:lnTo>
                    <a:pt x="5407" y="2474"/>
                  </a:lnTo>
                  <a:cubicBezTo>
                    <a:pt x="5572" y="1285"/>
                    <a:pt x="4742" y="187"/>
                    <a:pt x="3553" y="22"/>
                  </a:cubicBezTo>
                  <a:cubicBezTo>
                    <a:pt x="3451" y="8"/>
                    <a:pt x="3350" y="1"/>
                    <a:pt x="3251" y="1"/>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62"/>
            <p:cNvSpPr/>
            <p:nvPr/>
          </p:nvSpPr>
          <p:spPr>
            <a:xfrm>
              <a:off x="4296300" y="864600"/>
              <a:ext cx="2553050" cy="4271950"/>
            </a:xfrm>
            <a:custGeom>
              <a:avLst/>
              <a:gdLst/>
              <a:ahLst/>
              <a:cxnLst/>
              <a:rect l="l" t="t" r="r" b="b"/>
              <a:pathLst>
                <a:path w="102122" h="170878" extrusionOk="0">
                  <a:moveTo>
                    <a:pt x="29665" y="0"/>
                  </a:moveTo>
                  <a:cubicBezTo>
                    <a:pt x="25188" y="0"/>
                    <a:pt x="21284" y="3301"/>
                    <a:pt x="20651" y="7862"/>
                  </a:cubicBezTo>
                  <a:lnTo>
                    <a:pt x="692" y="151817"/>
                  </a:lnTo>
                  <a:cubicBezTo>
                    <a:pt x="0" y="156802"/>
                    <a:pt x="3480" y="161402"/>
                    <a:pt x="8466" y="162094"/>
                  </a:cubicBezTo>
                  <a:lnTo>
                    <a:pt x="71193" y="170790"/>
                  </a:lnTo>
                  <a:cubicBezTo>
                    <a:pt x="71617" y="170849"/>
                    <a:pt x="72039" y="170878"/>
                    <a:pt x="72456" y="170878"/>
                  </a:cubicBezTo>
                  <a:cubicBezTo>
                    <a:pt x="76933" y="170878"/>
                    <a:pt x="80837" y="167577"/>
                    <a:pt x="81470" y="163017"/>
                  </a:cubicBezTo>
                  <a:lnTo>
                    <a:pt x="101429" y="19062"/>
                  </a:lnTo>
                  <a:cubicBezTo>
                    <a:pt x="102121" y="14077"/>
                    <a:pt x="98641" y="9476"/>
                    <a:pt x="93656" y="8784"/>
                  </a:cubicBezTo>
                  <a:lnTo>
                    <a:pt x="30929" y="88"/>
                  </a:lnTo>
                  <a:cubicBezTo>
                    <a:pt x="30504" y="29"/>
                    <a:pt x="30082" y="0"/>
                    <a:pt x="2966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62"/>
            <p:cNvSpPr/>
            <p:nvPr/>
          </p:nvSpPr>
          <p:spPr>
            <a:xfrm>
              <a:off x="4443625" y="1192875"/>
              <a:ext cx="2308725" cy="3457400"/>
            </a:xfrm>
            <a:custGeom>
              <a:avLst/>
              <a:gdLst/>
              <a:ahLst/>
              <a:cxnLst/>
              <a:rect l="l" t="t" r="r" b="b"/>
              <a:pathLst>
                <a:path w="92349" h="138296" extrusionOk="0">
                  <a:moveTo>
                    <a:pt x="18072" y="1"/>
                  </a:moveTo>
                  <a:lnTo>
                    <a:pt x="0" y="127793"/>
                  </a:lnTo>
                  <a:lnTo>
                    <a:pt x="74277" y="138295"/>
                  </a:lnTo>
                  <a:lnTo>
                    <a:pt x="92349" y="10503"/>
                  </a:lnTo>
                  <a:lnTo>
                    <a:pt x="1807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62"/>
            <p:cNvSpPr/>
            <p:nvPr/>
          </p:nvSpPr>
          <p:spPr>
            <a:xfrm>
              <a:off x="5681450" y="1112425"/>
              <a:ext cx="315600" cy="88450"/>
            </a:xfrm>
            <a:custGeom>
              <a:avLst/>
              <a:gdLst/>
              <a:ahLst/>
              <a:cxnLst/>
              <a:rect l="l" t="t" r="r" b="b"/>
              <a:pathLst>
                <a:path w="12624" h="3538" extrusionOk="0">
                  <a:moveTo>
                    <a:pt x="1118" y="1"/>
                  </a:moveTo>
                  <a:cubicBezTo>
                    <a:pt x="603" y="1"/>
                    <a:pt x="153" y="381"/>
                    <a:pt x="81" y="905"/>
                  </a:cubicBezTo>
                  <a:cubicBezTo>
                    <a:pt x="1" y="1479"/>
                    <a:pt x="401" y="2008"/>
                    <a:pt x="975" y="2088"/>
                  </a:cubicBezTo>
                  <a:lnTo>
                    <a:pt x="11362" y="3527"/>
                  </a:lnTo>
                  <a:cubicBezTo>
                    <a:pt x="11411" y="3534"/>
                    <a:pt x="11460" y="3538"/>
                    <a:pt x="11508" y="3538"/>
                  </a:cubicBezTo>
                  <a:cubicBezTo>
                    <a:pt x="12022" y="3538"/>
                    <a:pt x="12471" y="3158"/>
                    <a:pt x="12543" y="2634"/>
                  </a:cubicBezTo>
                  <a:cubicBezTo>
                    <a:pt x="12624" y="2059"/>
                    <a:pt x="12223" y="1530"/>
                    <a:pt x="11650" y="1451"/>
                  </a:cubicBezTo>
                  <a:lnTo>
                    <a:pt x="1263" y="10"/>
                  </a:lnTo>
                  <a:cubicBezTo>
                    <a:pt x="1214" y="4"/>
                    <a:pt x="1166" y="1"/>
                    <a:pt x="1118" y="1"/>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62"/>
            <p:cNvSpPr/>
            <p:nvPr/>
          </p:nvSpPr>
          <p:spPr>
            <a:xfrm>
              <a:off x="5163825" y="4585225"/>
              <a:ext cx="354050" cy="332100"/>
            </a:xfrm>
            <a:custGeom>
              <a:avLst/>
              <a:gdLst/>
              <a:ahLst/>
              <a:cxnLst/>
              <a:rect l="l" t="t" r="r" b="b"/>
              <a:pathLst>
                <a:path w="14162" h="13284" extrusionOk="0">
                  <a:moveTo>
                    <a:pt x="7073" y="0"/>
                  </a:moveTo>
                  <a:cubicBezTo>
                    <a:pt x="3810" y="0"/>
                    <a:pt x="962" y="2407"/>
                    <a:pt x="502" y="5731"/>
                  </a:cubicBezTo>
                  <a:cubicBezTo>
                    <a:pt x="0" y="9363"/>
                    <a:pt x="2536" y="12718"/>
                    <a:pt x="6169" y="13221"/>
                  </a:cubicBezTo>
                  <a:cubicBezTo>
                    <a:pt x="6477" y="13263"/>
                    <a:pt x="6783" y="13284"/>
                    <a:pt x="7086" y="13284"/>
                  </a:cubicBezTo>
                  <a:cubicBezTo>
                    <a:pt x="10351" y="13284"/>
                    <a:pt x="13198" y="10878"/>
                    <a:pt x="13659" y="7554"/>
                  </a:cubicBezTo>
                  <a:cubicBezTo>
                    <a:pt x="14162" y="3920"/>
                    <a:pt x="11625" y="568"/>
                    <a:pt x="7992" y="64"/>
                  </a:cubicBezTo>
                  <a:cubicBezTo>
                    <a:pt x="7683" y="21"/>
                    <a:pt x="7376" y="0"/>
                    <a:pt x="7073" y="0"/>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62"/>
            <p:cNvSpPr/>
            <p:nvPr/>
          </p:nvSpPr>
          <p:spPr>
            <a:xfrm>
              <a:off x="5152350" y="4567725"/>
              <a:ext cx="384175" cy="367075"/>
            </a:xfrm>
            <a:custGeom>
              <a:avLst/>
              <a:gdLst/>
              <a:ahLst/>
              <a:cxnLst/>
              <a:rect l="l" t="t" r="r" b="b"/>
              <a:pathLst>
                <a:path w="15367" h="14683" extrusionOk="0">
                  <a:moveTo>
                    <a:pt x="7527" y="1399"/>
                  </a:moveTo>
                  <a:cubicBezTo>
                    <a:pt x="7805" y="1399"/>
                    <a:pt x="8081" y="1418"/>
                    <a:pt x="8356" y="1456"/>
                  </a:cubicBezTo>
                  <a:cubicBezTo>
                    <a:pt x="11601" y="1906"/>
                    <a:pt x="13875" y="4911"/>
                    <a:pt x="13426" y="8158"/>
                  </a:cubicBezTo>
                  <a:cubicBezTo>
                    <a:pt x="13014" y="11129"/>
                    <a:pt x="10457" y="13283"/>
                    <a:pt x="7538" y="13283"/>
                  </a:cubicBezTo>
                  <a:cubicBezTo>
                    <a:pt x="7270" y="13283"/>
                    <a:pt x="6998" y="13265"/>
                    <a:pt x="6724" y="13227"/>
                  </a:cubicBezTo>
                  <a:cubicBezTo>
                    <a:pt x="3479" y="12777"/>
                    <a:pt x="1205" y="9770"/>
                    <a:pt x="1654" y="6526"/>
                  </a:cubicBezTo>
                  <a:cubicBezTo>
                    <a:pt x="2062" y="3592"/>
                    <a:pt x="4566" y="1406"/>
                    <a:pt x="7527" y="1399"/>
                  </a:cubicBezTo>
                  <a:close/>
                  <a:moveTo>
                    <a:pt x="7522" y="1"/>
                  </a:moveTo>
                  <a:cubicBezTo>
                    <a:pt x="5936" y="1"/>
                    <a:pt x="4399" y="515"/>
                    <a:pt x="3112" y="1488"/>
                  </a:cubicBezTo>
                  <a:cubicBezTo>
                    <a:pt x="1555" y="2659"/>
                    <a:pt x="532" y="4404"/>
                    <a:pt x="269" y="6334"/>
                  </a:cubicBezTo>
                  <a:cubicBezTo>
                    <a:pt x="0" y="8276"/>
                    <a:pt x="503" y="10206"/>
                    <a:pt x="1686" y="11769"/>
                  </a:cubicBezTo>
                  <a:cubicBezTo>
                    <a:pt x="2869" y="13333"/>
                    <a:pt x="4590" y="14343"/>
                    <a:pt x="6532" y="14612"/>
                  </a:cubicBezTo>
                  <a:cubicBezTo>
                    <a:pt x="6867" y="14658"/>
                    <a:pt x="7205" y="14681"/>
                    <a:pt x="7544" y="14682"/>
                  </a:cubicBezTo>
                  <a:cubicBezTo>
                    <a:pt x="11148" y="14682"/>
                    <a:pt x="14302" y="12018"/>
                    <a:pt x="14809" y="8349"/>
                  </a:cubicBezTo>
                  <a:cubicBezTo>
                    <a:pt x="15366" y="4341"/>
                    <a:pt x="12556" y="628"/>
                    <a:pt x="8548" y="72"/>
                  </a:cubicBezTo>
                  <a:cubicBezTo>
                    <a:pt x="8205" y="25"/>
                    <a:pt x="7862" y="1"/>
                    <a:pt x="7522" y="1"/>
                  </a:cubicBezTo>
                  <a:close/>
                </a:path>
              </a:pathLst>
            </a:custGeom>
            <a:solidFill>
              <a:srgbClr val="4049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62"/>
            <p:cNvSpPr/>
            <p:nvPr/>
          </p:nvSpPr>
          <p:spPr>
            <a:xfrm>
              <a:off x="3930025" y="4890725"/>
              <a:ext cx="471275" cy="359450"/>
            </a:xfrm>
            <a:custGeom>
              <a:avLst/>
              <a:gdLst/>
              <a:ahLst/>
              <a:cxnLst/>
              <a:rect l="l" t="t" r="r" b="b"/>
              <a:pathLst>
                <a:path w="18851" h="14378" extrusionOk="0">
                  <a:moveTo>
                    <a:pt x="14996" y="0"/>
                  </a:moveTo>
                  <a:lnTo>
                    <a:pt x="12320" y="5610"/>
                  </a:lnTo>
                  <a:cubicBezTo>
                    <a:pt x="6545" y="1886"/>
                    <a:pt x="3757" y="474"/>
                    <a:pt x="2849" y="474"/>
                  </a:cubicBezTo>
                  <a:cubicBezTo>
                    <a:pt x="1" y="474"/>
                    <a:pt x="15669" y="14378"/>
                    <a:pt x="15669" y="14378"/>
                  </a:cubicBezTo>
                  <a:lnTo>
                    <a:pt x="18851" y="6540"/>
                  </a:lnTo>
                  <a:lnTo>
                    <a:pt x="1499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62"/>
            <p:cNvSpPr/>
            <p:nvPr/>
          </p:nvSpPr>
          <p:spPr>
            <a:xfrm>
              <a:off x="4249600" y="2964875"/>
              <a:ext cx="1643525" cy="2143650"/>
            </a:xfrm>
            <a:custGeom>
              <a:avLst/>
              <a:gdLst/>
              <a:ahLst/>
              <a:cxnLst/>
              <a:rect l="l" t="t" r="r" b="b"/>
              <a:pathLst>
                <a:path w="65741" h="85746" extrusionOk="0">
                  <a:moveTo>
                    <a:pt x="38557" y="0"/>
                  </a:moveTo>
                  <a:cubicBezTo>
                    <a:pt x="18240" y="22663"/>
                    <a:pt x="1" y="81244"/>
                    <a:pt x="1" y="81244"/>
                  </a:cubicBezTo>
                  <a:lnTo>
                    <a:pt x="5613" y="85745"/>
                  </a:lnTo>
                  <a:cubicBezTo>
                    <a:pt x="12528" y="67829"/>
                    <a:pt x="44418" y="18980"/>
                    <a:pt x="44419" y="18978"/>
                  </a:cubicBezTo>
                  <a:lnTo>
                    <a:pt x="44419" y="18978"/>
                  </a:lnTo>
                  <a:cubicBezTo>
                    <a:pt x="44419" y="18980"/>
                    <a:pt x="38378" y="45417"/>
                    <a:pt x="39111" y="49472"/>
                  </a:cubicBezTo>
                  <a:cubicBezTo>
                    <a:pt x="39399" y="51068"/>
                    <a:pt x="47174" y="57069"/>
                    <a:pt x="52614" y="62956"/>
                  </a:cubicBezTo>
                  <a:lnTo>
                    <a:pt x="65740" y="65100"/>
                  </a:lnTo>
                  <a:lnTo>
                    <a:pt x="65740" y="65100"/>
                  </a:lnTo>
                  <a:lnTo>
                    <a:pt x="52673" y="46385"/>
                  </a:lnTo>
                  <a:lnTo>
                    <a:pt x="65145" y="12524"/>
                  </a:lnTo>
                  <a:lnTo>
                    <a:pt x="3855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62"/>
            <p:cNvSpPr/>
            <p:nvPr/>
          </p:nvSpPr>
          <p:spPr>
            <a:xfrm>
              <a:off x="5776850" y="1662325"/>
              <a:ext cx="391325" cy="454225"/>
            </a:xfrm>
            <a:custGeom>
              <a:avLst/>
              <a:gdLst/>
              <a:ahLst/>
              <a:cxnLst/>
              <a:rect l="l" t="t" r="r" b="b"/>
              <a:pathLst>
                <a:path w="15653" h="18169" extrusionOk="0">
                  <a:moveTo>
                    <a:pt x="15653" y="1"/>
                  </a:moveTo>
                  <a:lnTo>
                    <a:pt x="6105" y="1418"/>
                  </a:lnTo>
                  <a:lnTo>
                    <a:pt x="3403" y="11480"/>
                  </a:lnTo>
                  <a:lnTo>
                    <a:pt x="189" y="10728"/>
                  </a:lnTo>
                  <a:lnTo>
                    <a:pt x="189" y="10728"/>
                  </a:lnTo>
                  <a:cubicBezTo>
                    <a:pt x="189" y="10729"/>
                    <a:pt x="0" y="16553"/>
                    <a:pt x="7298" y="17869"/>
                  </a:cubicBezTo>
                  <a:cubicBezTo>
                    <a:pt x="8470" y="18080"/>
                    <a:pt x="9462" y="18169"/>
                    <a:pt x="10302" y="18169"/>
                  </a:cubicBezTo>
                  <a:cubicBezTo>
                    <a:pt x="14695" y="18169"/>
                    <a:pt x="14926" y="15743"/>
                    <a:pt x="14926" y="15743"/>
                  </a:cubicBezTo>
                  <a:lnTo>
                    <a:pt x="11745" y="13912"/>
                  </a:lnTo>
                  <a:lnTo>
                    <a:pt x="15653" y="1"/>
                  </a:lnTo>
                  <a:close/>
                </a:path>
              </a:pathLst>
            </a:custGeom>
            <a:solidFill>
              <a:srgbClr val="FFC1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62"/>
            <p:cNvSpPr/>
            <p:nvPr/>
          </p:nvSpPr>
          <p:spPr>
            <a:xfrm>
              <a:off x="5776850" y="1662325"/>
              <a:ext cx="391325" cy="454225"/>
            </a:xfrm>
            <a:custGeom>
              <a:avLst/>
              <a:gdLst/>
              <a:ahLst/>
              <a:cxnLst/>
              <a:rect l="l" t="t" r="r" b="b"/>
              <a:pathLst>
                <a:path w="15653" h="18169" extrusionOk="0">
                  <a:moveTo>
                    <a:pt x="15653" y="1"/>
                  </a:moveTo>
                  <a:lnTo>
                    <a:pt x="6105" y="1418"/>
                  </a:lnTo>
                  <a:lnTo>
                    <a:pt x="3403" y="11480"/>
                  </a:lnTo>
                  <a:lnTo>
                    <a:pt x="189" y="10728"/>
                  </a:lnTo>
                  <a:lnTo>
                    <a:pt x="189" y="10728"/>
                  </a:lnTo>
                  <a:cubicBezTo>
                    <a:pt x="189" y="10729"/>
                    <a:pt x="0" y="16553"/>
                    <a:pt x="7298" y="17869"/>
                  </a:cubicBezTo>
                  <a:cubicBezTo>
                    <a:pt x="8470" y="18080"/>
                    <a:pt x="9462" y="18169"/>
                    <a:pt x="10302" y="18169"/>
                  </a:cubicBezTo>
                  <a:cubicBezTo>
                    <a:pt x="14695" y="18169"/>
                    <a:pt x="14926" y="15743"/>
                    <a:pt x="14926" y="15743"/>
                  </a:cubicBezTo>
                  <a:lnTo>
                    <a:pt x="11745" y="13912"/>
                  </a:lnTo>
                  <a:lnTo>
                    <a:pt x="156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62"/>
            <p:cNvSpPr/>
            <p:nvPr/>
          </p:nvSpPr>
          <p:spPr>
            <a:xfrm>
              <a:off x="6161350" y="1492625"/>
              <a:ext cx="164425" cy="216450"/>
            </a:xfrm>
            <a:custGeom>
              <a:avLst/>
              <a:gdLst/>
              <a:ahLst/>
              <a:cxnLst/>
              <a:rect l="l" t="t" r="r" b="b"/>
              <a:pathLst>
                <a:path w="6577" h="8658" extrusionOk="0">
                  <a:moveTo>
                    <a:pt x="4409" y="1"/>
                  </a:moveTo>
                  <a:cubicBezTo>
                    <a:pt x="3184" y="1"/>
                    <a:pt x="1724" y="1375"/>
                    <a:pt x="925" y="3393"/>
                  </a:cubicBezTo>
                  <a:cubicBezTo>
                    <a:pt x="1" y="5726"/>
                    <a:pt x="309" y="8036"/>
                    <a:pt x="1615" y="8554"/>
                  </a:cubicBezTo>
                  <a:cubicBezTo>
                    <a:pt x="1792" y="8624"/>
                    <a:pt x="1978" y="8657"/>
                    <a:pt x="2169" y="8657"/>
                  </a:cubicBezTo>
                  <a:cubicBezTo>
                    <a:pt x="3394" y="8657"/>
                    <a:pt x="4854" y="7283"/>
                    <a:pt x="5653" y="5265"/>
                  </a:cubicBezTo>
                  <a:cubicBezTo>
                    <a:pt x="6577" y="2932"/>
                    <a:pt x="6268" y="622"/>
                    <a:pt x="4963" y="104"/>
                  </a:cubicBezTo>
                  <a:cubicBezTo>
                    <a:pt x="4786" y="34"/>
                    <a:pt x="4600" y="1"/>
                    <a:pt x="44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62"/>
            <p:cNvSpPr/>
            <p:nvPr/>
          </p:nvSpPr>
          <p:spPr>
            <a:xfrm>
              <a:off x="5642375" y="1238400"/>
              <a:ext cx="718950" cy="631850"/>
            </a:xfrm>
            <a:custGeom>
              <a:avLst/>
              <a:gdLst/>
              <a:ahLst/>
              <a:cxnLst/>
              <a:rect l="l" t="t" r="r" b="b"/>
              <a:pathLst>
                <a:path w="28758" h="25274" extrusionOk="0">
                  <a:moveTo>
                    <a:pt x="8795" y="0"/>
                  </a:moveTo>
                  <a:cubicBezTo>
                    <a:pt x="8795" y="0"/>
                    <a:pt x="0" y="19675"/>
                    <a:pt x="4072" y="22990"/>
                  </a:cubicBezTo>
                  <a:cubicBezTo>
                    <a:pt x="5698" y="24315"/>
                    <a:pt x="8439" y="25274"/>
                    <a:pt x="11411" y="25274"/>
                  </a:cubicBezTo>
                  <a:cubicBezTo>
                    <a:pt x="15873" y="25274"/>
                    <a:pt x="20856" y="23112"/>
                    <a:pt x="23370" y="16785"/>
                  </a:cubicBezTo>
                  <a:cubicBezTo>
                    <a:pt x="28757" y="3225"/>
                    <a:pt x="25814" y="2741"/>
                    <a:pt x="25814" y="2741"/>
                  </a:cubicBezTo>
                  <a:lnTo>
                    <a:pt x="87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62"/>
            <p:cNvSpPr/>
            <p:nvPr/>
          </p:nvSpPr>
          <p:spPr>
            <a:xfrm>
              <a:off x="6077025" y="1278575"/>
              <a:ext cx="331525" cy="534000"/>
            </a:xfrm>
            <a:custGeom>
              <a:avLst/>
              <a:gdLst/>
              <a:ahLst/>
              <a:cxnLst/>
              <a:rect l="l" t="t" r="r" b="b"/>
              <a:pathLst>
                <a:path w="13261" h="21360" extrusionOk="0">
                  <a:moveTo>
                    <a:pt x="2100" y="1"/>
                  </a:moveTo>
                  <a:cubicBezTo>
                    <a:pt x="2100" y="1"/>
                    <a:pt x="0" y="7492"/>
                    <a:pt x="5107" y="9514"/>
                  </a:cubicBezTo>
                  <a:lnTo>
                    <a:pt x="4320" y="13334"/>
                  </a:lnTo>
                  <a:lnTo>
                    <a:pt x="5889" y="14048"/>
                  </a:lnTo>
                  <a:lnTo>
                    <a:pt x="7474" y="10121"/>
                  </a:lnTo>
                  <a:cubicBezTo>
                    <a:pt x="7474" y="10121"/>
                    <a:pt x="7493" y="10121"/>
                    <a:pt x="7526" y="10121"/>
                  </a:cubicBezTo>
                  <a:cubicBezTo>
                    <a:pt x="7887" y="10121"/>
                    <a:pt x="9977" y="10215"/>
                    <a:pt x="9257" y="12433"/>
                  </a:cubicBezTo>
                  <a:cubicBezTo>
                    <a:pt x="8224" y="15608"/>
                    <a:pt x="6632" y="16185"/>
                    <a:pt x="5611" y="16185"/>
                  </a:cubicBezTo>
                  <a:cubicBezTo>
                    <a:pt x="5028" y="16185"/>
                    <a:pt x="4631" y="15997"/>
                    <a:pt x="4631" y="15997"/>
                  </a:cubicBezTo>
                  <a:lnTo>
                    <a:pt x="2336" y="21359"/>
                  </a:lnTo>
                  <a:lnTo>
                    <a:pt x="2336" y="21359"/>
                  </a:lnTo>
                  <a:cubicBezTo>
                    <a:pt x="2336" y="21359"/>
                    <a:pt x="10332" y="16050"/>
                    <a:pt x="11902" y="8541"/>
                  </a:cubicBezTo>
                  <a:cubicBezTo>
                    <a:pt x="13261" y="2045"/>
                    <a:pt x="11642" y="1607"/>
                    <a:pt x="11181" y="1607"/>
                  </a:cubicBezTo>
                  <a:cubicBezTo>
                    <a:pt x="11109" y="1607"/>
                    <a:pt x="11066" y="1618"/>
                    <a:pt x="11066" y="1618"/>
                  </a:cubicBezTo>
                  <a:lnTo>
                    <a:pt x="210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62"/>
            <p:cNvSpPr/>
            <p:nvPr/>
          </p:nvSpPr>
          <p:spPr>
            <a:xfrm>
              <a:off x="5337225" y="1032250"/>
              <a:ext cx="1177975" cy="445400"/>
            </a:xfrm>
            <a:custGeom>
              <a:avLst/>
              <a:gdLst/>
              <a:ahLst/>
              <a:cxnLst/>
              <a:rect l="l" t="t" r="r" b="b"/>
              <a:pathLst>
                <a:path w="47119" h="17816" extrusionOk="0">
                  <a:moveTo>
                    <a:pt x="27039" y="1"/>
                  </a:moveTo>
                  <a:cubicBezTo>
                    <a:pt x="23023" y="1"/>
                    <a:pt x="21095" y="8298"/>
                    <a:pt x="21095" y="8298"/>
                  </a:cubicBezTo>
                  <a:cubicBezTo>
                    <a:pt x="17236" y="7896"/>
                    <a:pt x="14567" y="7718"/>
                    <a:pt x="12862" y="7718"/>
                  </a:cubicBezTo>
                  <a:cubicBezTo>
                    <a:pt x="0" y="7718"/>
                    <a:pt x="42007" y="17816"/>
                    <a:pt x="42007" y="17816"/>
                  </a:cubicBezTo>
                  <a:cubicBezTo>
                    <a:pt x="47118" y="2134"/>
                    <a:pt x="38321" y="1714"/>
                    <a:pt x="27501" y="37"/>
                  </a:cubicBezTo>
                  <a:cubicBezTo>
                    <a:pt x="27344" y="13"/>
                    <a:pt x="27190" y="1"/>
                    <a:pt x="270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62"/>
            <p:cNvSpPr/>
            <p:nvPr/>
          </p:nvSpPr>
          <p:spPr>
            <a:xfrm>
              <a:off x="5337325" y="1225225"/>
              <a:ext cx="1050200" cy="252425"/>
            </a:xfrm>
            <a:custGeom>
              <a:avLst/>
              <a:gdLst/>
              <a:ahLst/>
              <a:cxnLst/>
              <a:rect l="l" t="t" r="r" b="b"/>
              <a:pathLst>
                <a:path w="42008" h="10097" extrusionOk="0">
                  <a:moveTo>
                    <a:pt x="12856" y="0"/>
                  </a:moveTo>
                  <a:cubicBezTo>
                    <a:pt x="0" y="0"/>
                    <a:pt x="42003" y="10097"/>
                    <a:pt x="42003" y="10097"/>
                  </a:cubicBezTo>
                  <a:lnTo>
                    <a:pt x="42008" y="10087"/>
                  </a:lnTo>
                  <a:cubicBezTo>
                    <a:pt x="41958" y="10075"/>
                    <a:pt x="41911" y="10068"/>
                    <a:pt x="41862" y="10056"/>
                  </a:cubicBezTo>
                  <a:cubicBezTo>
                    <a:pt x="27658" y="6717"/>
                    <a:pt x="21091" y="580"/>
                    <a:pt x="21091" y="580"/>
                  </a:cubicBezTo>
                  <a:cubicBezTo>
                    <a:pt x="17231" y="178"/>
                    <a:pt x="14561" y="0"/>
                    <a:pt x="128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62"/>
            <p:cNvSpPr/>
            <p:nvPr/>
          </p:nvSpPr>
          <p:spPr>
            <a:xfrm>
              <a:off x="4370725" y="2086250"/>
              <a:ext cx="1273600" cy="599925"/>
            </a:xfrm>
            <a:custGeom>
              <a:avLst/>
              <a:gdLst/>
              <a:ahLst/>
              <a:cxnLst/>
              <a:rect l="l" t="t" r="r" b="b"/>
              <a:pathLst>
                <a:path w="50944" h="23997" extrusionOk="0">
                  <a:moveTo>
                    <a:pt x="42568" y="1"/>
                  </a:moveTo>
                  <a:lnTo>
                    <a:pt x="28867" y="15551"/>
                  </a:lnTo>
                  <a:lnTo>
                    <a:pt x="9645" y="12546"/>
                  </a:lnTo>
                  <a:cubicBezTo>
                    <a:pt x="7838" y="10667"/>
                    <a:pt x="7063" y="10048"/>
                    <a:pt x="6826" y="10048"/>
                  </a:cubicBezTo>
                  <a:cubicBezTo>
                    <a:pt x="6366" y="10048"/>
                    <a:pt x="7926" y="12374"/>
                    <a:pt x="7926" y="12374"/>
                  </a:cubicBezTo>
                  <a:cubicBezTo>
                    <a:pt x="5103" y="11687"/>
                    <a:pt x="3701" y="11435"/>
                    <a:pt x="3164" y="11435"/>
                  </a:cubicBezTo>
                  <a:cubicBezTo>
                    <a:pt x="1685" y="11435"/>
                    <a:pt x="6745" y="13340"/>
                    <a:pt x="6745" y="13340"/>
                  </a:cubicBezTo>
                  <a:cubicBezTo>
                    <a:pt x="4039" y="12429"/>
                    <a:pt x="2731" y="12096"/>
                    <a:pt x="2266" y="12096"/>
                  </a:cubicBezTo>
                  <a:cubicBezTo>
                    <a:pt x="998" y="12096"/>
                    <a:pt x="5973" y="14566"/>
                    <a:pt x="5973" y="14566"/>
                  </a:cubicBezTo>
                  <a:cubicBezTo>
                    <a:pt x="3046" y="13811"/>
                    <a:pt x="1669" y="13535"/>
                    <a:pt x="1225" y="13535"/>
                  </a:cubicBezTo>
                  <a:cubicBezTo>
                    <a:pt x="0" y="13535"/>
                    <a:pt x="5864" y="15639"/>
                    <a:pt x="5864" y="15639"/>
                  </a:cubicBezTo>
                  <a:cubicBezTo>
                    <a:pt x="3611" y="15099"/>
                    <a:pt x="2427" y="14894"/>
                    <a:pt x="1927" y="14894"/>
                  </a:cubicBezTo>
                  <a:cubicBezTo>
                    <a:pt x="360" y="14894"/>
                    <a:pt x="5521" y="16907"/>
                    <a:pt x="5521" y="16907"/>
                  </a:cubicBezTo>
                  <a:cubicBezTo>
                    <a:pt x="5521" y="16907"/>
                    <a:pt x="27020" y="23176"/>
                    <a:pt x="30628" y="23970"/>
                  </a:cubicBezTo>
                  <a:cubicBezTo>
                    <a:pt x="30708" y="23988"/>
                    <a:pt x="30795" y="23996"/>
                    <a:pt x="30889" y="23996"/>
                  </a:cubicBezTo>
                  <a:cubicBezTo>
                    <a:pt x="34974" y="23996"/>
                    <a:pt x="50944" y="7346"/>
                    <a:pt x="50944" y="7346"/>
                  </a:cubicBezTo>
                  <a:lnTo>
                    <a:pt x="42568" y="1"/>
                  </a:lnTo>
                  <a:close/>
                </a:path>
              </a:pathLst>
            </a:custGeom>
            <a:solidFill>
              <a:srgbClr val="FFC1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62"/>
            <p:cNvSpPr/>
            <p:nvPr/>
          </p:nvSpPr>
          <p:spPr>
            <a:xfrm>
              <a:off x="4370725" y="2086250"/>
              <a:ext cx="1273600" cy="599925"/>
            </a:xfrm>
            <a:custGeom>
              <a:avLst/>
              <a:gdLst/>
              <a:ahLst/>
              <a:cxnLst/>
              <a:rect l="l" t="t" r="r" b="b"/>
              <a:pathLst>
                <a:path w="50944" h="23997" extrusionOk="0">
                  <a:moveTo>
                    <a:pt x="42568" y="1"/>
                  </a:moveTo>
                  <a:lnTo>
                    <a:pt x="28867" y="15551"/>
                  </a:lnTo>
                  <a:lnTo>
                    <a:pt x="9645" y="12546"/>
                  </a:lnTo>
                  <a:cubicBezTo>
                    <a:pt x="7838" y="10667"/>
                    <a:pt x="7063" y="10048"/>
                    <a:pt x="6826" y="10048"/>
                  </a:cubicBezTo>
                  <a:cubicBezTo>
                    <a:pt x="6366" y="10048"/>
                    <a:pt x="7926" y="12374"/>
                    <a:pt x="7926" y="12374"/>
                  </a:cubicBezTo>
                  <a:cubicBezTo>
                    <a:pt x="5103" y="11687"/>
                    <a:pt x="3701" y="11435"/>
                    <a:pt x="3164" y="11435"/>
                  </a:cubicBezTo>
                  <a:cubicBezTo>
                    <a:pt x="1685" y="11435"/>
                    <a:pt x="6745" y="13340"/>
                    <a:pt x="6745" y="13340"/>
                  </a:cubicBezTo>
                  <a:cubicBezTo>
                    <a:pt x="4039" y="12429"/>
                    <a:pt x="2731" y="12096"/>
                    <a:pt x="2266" y="12096"/>
                  </a:cubicBezTo>
                  <a:cubicBezTo>
                    <a:pt x="998" y="12096"/>
                    <a:pt x="5973" y="14566"/>
                    <a:pt x="5973" y="14566"/>
                  </a:cubicBezTo>
                  <a:cubicBezTo>
                    <a:pt x="3046" y="13811"/>
                    <a:pt x="1669" y="13535"/>
                    <a:pt x="1225" y="13535"/>
                  </a:cubicBezTo>
                  <a:cubicBezTo>
                    <a:pt x="0" y="13535"/>
                    <a:pt x="5864" y="15639"/>
                    <a:pt x="5864" y="15639"/>
                  </a:cubicBezTo>
                  <a:cubicBezTo>
                    <a:pt x="3611" y="15099"/>
                    <a:pt x="2427" y="14894"/>
                    <a:pt x="1927" y="14894"/>
                  </a:cubicBezTo>
                  <a:cubicBezTo>
                    <a:pt x="360" y="14894"/>
                    <a:pt x="5521" y="16907"/>
                    <a:pt x="5521" y="16907"/>
                  </a:cubicBezTo>
                  <a:cubicBezTo>
                    <a:pt x="5521" y="16907"/>
                    <a:pt x="27020" y="23176"/>
                    <a:pt x="30628" y="23970"/>
                  </a:cubicBezTo>
                  <a:cubicBezTo>
                    <a:pt x="30708" y="23988"/>
                    <a:pt x="30795" y="23996"/>
                    <a:pt x="30889" y="23996"/>
                  </a:cubicBezTo>
                  <a:cubicBezTo>
                    <a:pt x="34974" y="23996"/>
                    <a:pt x="50944" y="7346"/>
                    <a:pt x="50944" y="7346"/>
                  </a:cubicBezTo>
                  <a:lnTo>
                    <a:pt x="42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62"/>
            <p:cNvSpPr/>
            <p:nvPr/>
          </p:nvSpPr>
          <p:spPr>
            <a:xfrm>
              <a:off x="5347975" y="1926625"/>
              <a:ext cx="433600" cy="355475"/>
            </a:xfrm>
            <a:custGeom>
              <a:avLst/>
              <a:gdLst/>
              <a:ahLst/>
              <a:cxnLst/>
              <a:rect l="l" t="t" r="r" b="b"/>
              <a:pathLst>
                <a:path w="17344" h="14219" extrusionOk="0">
                  <a:moveTo>
                    <a:pt x="12476" y="1"/>
                  </a:moveTo>
                  <a:cubicBezTo>
                    <a:pt x="7718" y="1"/>
                    <a:pt x="0" y="8879"/>
                    <a:pt x="0" y="8879"/>
                  </a:cubicBezTo>
                  <a:lnTo>
                    <a:pt x="4794" y="14218"/>
                  </a:lnTo>
                  <a:cubicBezTo>
                    <a:pt x="4794" y="14218"/>
                    <a:pt x="17344" y="156"/>
                    <a:pt x="12598" y="3"/>
                  </a:cubicBezTo>
                  <a:cubicBezTo>
                    <a:pt x="12558" y="1"/>
                    <a:pt x="12517" y="1"/>
                    <a:pt x="124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62"/>
            <p:cNvSpPr/>
            <p:nvPr/>
          </p:nvSpPr>
          <p:spPr>
            <a:xfrm>
              <a:off x="5347975" y="1926625"/>
              <a:ext cx="433600" cy="355475"/>
            </a:xfrm>
            <a:custGeom>
              <a:avLst/>
              <a:gdLst/>
              <a:ahLst/>
              <a:cxnLst/>
              <a:rect l="l" t="t" r="r" b="b"/>
              <a:pathLst>
                <a:path w="17344" h="14219" extrusionOk="0">
                  <a:moveTo>
                    <a:pt x="12476" y="1"/>
                  </a:moveTo>
                  <a:cubicBezTo>
                    <a:pt x="7718" y="1"/>
                    <a:pt x="0" y="8879"/>
                    <a:pt x="0" y="8879"/>
                  </a:cubicBezTo>
                  <a:lnTo>
                    <a:pt x="4794" y="14218"/>
                  </a:lnTo>
                  <a:cubicBezTo>
                    <a:pt x="4794" y="14218"/>
                    <a:pt x="17344" y="156"/>
                    <a:pt x="12598" y="3"/>
                  </a:cubicBezTo>
                  <a:cubicBezTo>
                    <a:pt x="12558" y="1"/>
                    <a:pt x="12517" y="1"/>
                    <a:pt x="124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62"/>
            <p:cNvSpPr/>
            <p:nvPr/>
          </p:nvSpPr>
          <p:spPr>
            <a:xfrm>
              <a:off x="5137125" y="1918975"/>
              <a:ext cx="1250700" cy="1413475"/>
            </a:xfrm>
            <a:custGeom>
              <a:avLst/>
              <a:gdLst/>
              <a:ahLst/>
              <a:cxnLst/>
              <a:rect l="l" t="t" r="r" b="b"/>
              <a:pathLst>
                <a:path w="50028" h="56539" extrusionOk="0">
                  <a:moveTo>
                    <a:pt x="22822" y="0"/>
                  </a:moveTo>
                  <a:cubicBezTo>
                    <a:pt x="20563" y="0"/>
                    <a:pt x="18801" y="499"/>
                    <a:pt x="17961" y="1720"/>
                  </a:cubicBezTo>
                  <a:cubicBezTo>
                    <a:pt x="14335" y="7000"/>
                    <a:pt x="1" y="42816"/>
                    <a:pt x="1" y="42816"/>
                  </a:cubicBezTo>
                  <a:cubicBezTo>
                    <a:pt x="1" y="42816"/>
                    <a:pt x="15218" y="53027"/>
                    <a:pt x="30222" y="56538"/>
                  </a:cubicBezTo>
                  <a:cubicBezTo>
                    <a:pt x="30222" y="56538"/>
                    <a:pt x="50028" y="11831"/>
                    <a:pt x="46256" y="8252"/>
                  </a:cubicBezTo>
                  <a:cubicBezTo>
                    <a:pt x="45066" y="7123"/>
                    <a:pt x="42166" y="5529"/>
                    <a:pt x="38643" y="4042"/>
                  </a:cubicBezTo>
                  <a:cubicBezTo>
                    <a:pt x="37372" y="5046"/>
                    <a:pt x="35683" y="5523"/>
                    <a:pt x="33981" y="5523"/>
                  </a:cubicBezTo>
                  <a:cubicBezTo>
                    <a:pt x="30646" y="5523"/>
                    <a:pt x="27261" y="3692"/>
                    <a:pt x="26868" y="404"/>
                  </a:cubicBezTo>
                  <a:cubicBezTo>
                    <a:pt x="25419" y="147"/>
                    <a:pt x="24047" y="0"/>
                    <a:pt x="228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62"/>
            <p:cNvSpPr/>
            <p:nvPr/>
          </p:nvSpPr>
          <p:spPr>
            <a:xfrm>
              <a:off x="5137125" y="2388775"/>
              <a:ext cx="869825" cy="943675"/>
            </a:xfrm>
            <a:custGeom>
              <a:avLst/>
              <a:gdLst/>
              <a:ahLst/>
              <a:cxnLst/>
              <a:rect l="l" t="t" r="r" b="b"/>
              <a:pathLst>
                <a:path w="34793" h="37747" extrusionOk="0">
                  <a:moveTo>
                    <a:pt x="9933" y="1"/>
                  </a:moveTo>
                  <a:cubicBezTo>
                    <a:pt x="5063" y="11375"/>
                    <a:pt x="1" y="24025"/>
                    <a:pt x="1" y="24025"/>
                  </a:cubicBezTo>
                  <a:cubicBezTo>
                    <a:pt x="1" y="24025"/>
                    <a:pt x="15218" y="34237"/>
                    <a:pt x="30222" y="37746"/>
                  </a:cubicBezTo>
                  <a:cubicBezTo>
                    <a:pt x="30222" y="37746"/>
                    <a:pt x="32203" y="33272"/>
                    <a:pt x="34793" y="27042"/>
                  </a:cubicBezTo>
                  <a:cubicBezTo>
                    <a:pt x="31931" y="25026"/>
                    <a:pt x="29172" y="22905"/>
                    <a:pt x="26532" y="20754"/>
                  </a:cubicBezTo>
                  <a:cubicBezTo>
                    <a:pt x="19764" y="15235"/>
                    <a:pt x="13128" y="8295"/>
                    <a:pt x="99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62"/>
            <p:cNvSpPr/>
            <p:nvPr/>
          </p:nvSpPr>
          <p:spPr>
            <a:xfrm>
              <a:off x="4134150" y="1941375"/>
              <a:ext cx="1152200" cy="1100325"/>
            </a:xfrm>
            <a:custGeom>
              <a:avLst/>
              <a:gdLst/>
              <a:ahLst/>
              <a:cxnLst/>
              <a:rect l="l" t="t" r="r" b="b"/>
              <a:pathLst>
                <a:path w="46088" h="44013" extrusionOk="0">
                  <a:moveTo>
                    <a:pt x="6063" y="1"/>
                  </a:moveTo>
                  <a:lnTo>
                    <a:pt x="1" y="39090"/>
                  </a:lnTo>
                  <a:lnTo>
                    <a:pt x="38020" y="44012"/>
                  </a:lnTo>
                  <a:lnTo>
                    <a:pt x="46088" y="5726"/>
                  </a:lnTo>
                  <a:lnTo>
                    <a:pt x="606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62"/>
            <p:cNvSpPr/>
            <p:nvPr/>
          </p:nvSpPr>
          <p:spPr>
            <a:xfrm>
              <a:off x="4134150" y="1941375"/>
              <a:ext cx="318625" cy="1001400"/>
            </a:xfrm>
            <a:custGeom>
              <a:avLst/>
              <a:gdLst/>
              <a:ahLst/>
              <a:cxnLst/>
              <a:rect l="l" t="t" r="r" b="b"/>
              <a:pathLst>
                <a:path w="12745" h="40056" extrusionOk="0">
                  <a:moveTo>
                    <a:pt x="6063" y="1"/>
                  </a:moveTo>
                  <a:lnTo>
                    <a:pt x="1" y="39090"/>
                  </a:lnTo>
                  <a:lnTo>
                    <a:pt x="7457" y="40055"/>
                  </a:lnTo>
                  <a:lnTo>
                    <a:pt x="12745" y="956"/>
                  </a:lnTo>
                  <a:lnTo>
                    <a:pt x="606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62"/>
            <p:cNvSpPr/>
            <p:nvPr/>
          </p:nvSpPr>
          <p:spPr>
            <a:xfrm>
              <a:off x="4854750" y="2398675"/>
              <a:ext cx="1267875" cy="618250"/>
            </a:xfrm>
            <a:custGeom>
              <a:avLst/>
              <a:gdLst/>
              <a:ahLst/>
              <a:cxnLst/>
              <a:rect l="l" t="t" r="r" b="b"/>
              <a:pathLst>
                <a:path w="50715" h="24730" extrusionOk="0">
                  <a:moveTo>
                    <a:pt x="41863" y="1"/>
                  </a:moveTo>
                  <a:lnTo>
                    <a:pt x="29237" y="16436"/>
                  </a:lnTo>
                  <a:lnTo>
                    <a:pt x="9857" y="14728"/>
                  </a:lnTo>
                  <a:cubicBezTo>
                    <a:pt x="7955" y="12999"/>
                    <a:pt x="7135" y="12425"/>
                    <a:pt x="6886" y="12425"/>
                  </a:cubicBezTo>
                  <a:cubicBezTo>
                    <a:pt x="6392" y="12425"/>
                    <a:pt x="8130" y="14673"/>
                    <a:pt x="8130" y="14673"/>
                  </a:cubicBezTo>
                  <a:cubicBezTo>
                    <a:pt x="5526" y="14221"/>
                    <a:pt x="4119" y="14050"/>
                    <a:pt x="3483" y="14050"/>
                  </a:cubicBezTo>
                  <a:cubicBezTo>
                    <a:pt x="1496" y="14050"/>
                    <a:pt x="7017" y="15717"/>
                    <a:pt x="7017" y="15717"/>
                  </a:cubicBezTo>
                  <a:cubicBezTo>
                    <a:pt x="4408" y="15029"/>
                    <a:pt x="3079" y="14772"/>
                    <a:pt x="2548" y="14772"/>
                  </a:cubicBezTo>
                  <a:cubicBezTo>
                    <a:pt x="989" y="14772"/>
                    <a:pt x="6328" y="16989"/>
                    <a:pt x="6328" y="16989"/>
                  </a:cubicBezTo>
                  <a:cubicBezTo>
                    <a:pt x="3561" y="16471"/>
                    <a:pt x="2163" y="16276"/>
                    <a:pt x="1627" y="16276"/>
                  </a:cubicBezTo>
                  <a:cubicBezTo>
                    <a:pt x="0" y="16276"/>
                    <a:pt x="6293" y="18068"/>
                    <a:pt x="6293" y="18068"/>
                  </a:cubicBezTo>
                  <a:cubicBezTo>
                    <a:pt x="4241" y="17720"/>
                    <a:pt x="3068" y="17584"/>
                    <a:pt x="2489" y="17584"/>
                  </a:cubicBezTo>
                  <a:cubicBezTo>
                    <a:pt x="400" y="17584"/>
                    <a:pt x="6034" y="19355"/>
                    <a:pt x="6034" y="19355"/>
                  </a:cubicBezTo>
                  <a:cubicBezTo>
                    <a:pt x="6034" y="19355"/>
                    <a:pt x="27907" y="24166"/>
                    <a:pt x="31560" y="24717"/>
                  </a:cubicBezTo>
                  <a:cubicBezTo>
                    <a:pt x="31613" y="24725"/>
                    <a:pt x="31669" y="24729"/>
                    <a:pt x="31728" y="24729"/>
                  </a:cubicBezTo>
                  <a:cubicBezTo>
                    <a:pt x="35666" y="24729"/>
                    <a:pt x="50715" y="6767"/>
                    <a:pt x="50715" y="6767"/>
                  </a:cubicBezTo>
                  <a:lnTo>
                    <a:pt x="418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62"/>
            <p:cNvSpPr/>
            <p:nvPr/>
          </p:nvSpPr>
          <p:spPr>
            <a:xfrm>
              <a:off x="390600" y="5071275"/>
              <a:ext cx="3075800" cy="235800"/>
            </a:xfrm>
            <a:custGeom>
              <a:avLst/>
              <a:gdLst/>
              <a:ahLst/>
              <a:cxnLst/>
              <a:rect l="l" t="t" r="r" b="b"/>
              <a:pathLst>
                <a:path w="123032" h="9432" extrusionOk="0">
                  <a:moveTo>
                    <a:pt x="61517" y="1"/>
                  </a:moveTo>
                  <a:cubicBezTo>
                    <a:pt x="45201" y="1"/>
                    <a:pt x="29554" y="498"/>
                    <a:pt x="18018" y="1383"/>
                  </a:cubicBezTo>
                  <a:cubicBezTo>
                    <a:pt x="6482" y="2266"/>
                    <a:pt x="0" y="3467"/>
                    <a:pt x="0" y="4717"/>
                  </a:cubicBezTo>
                  <a:cubicBezTo>
                    <a:pt x="0" y="5967"/>
                    <a:pt x="6482" y="7166"/>
                    <a:pt x="18018" y="8051"/>
                  </a:cubicBezTo>
                  <a:cubicBezTo>
                    <a:pt x="29554" y="8936"/>
                    <a:pt x="45201" y="9431"/>
                    <a:pt x="61517" y="9431"/>
                  </a:cubicBezTo>
                  <a:cubicBezTo>
                    <a:pt x="77832" y="9431"/>
                    <a:pt x="93478" y="8936"/>
                    <a:pt x="105014" y="8051"/>
                  </a:cubicBezTo>
                  <a:cubicBezTo>
                    <a:pt x="116550" y="7166"/>
                    <a:pt x="123031" y="5967"/>
                    <a:pt x="123031" y="4717"/>
                  </a:cubicBezTo>
                  <a:cubicBezTo>
                    <a:pt x="123031" y="3467"/>
                    <a:pt x="116550" y="2266"/>
                    <a:pt x="105014" y="1383"/>
                  </a:cubicBezTo>
                  <a:cubicBezTo>
                    <a:pt x="93478" y="498"/>
                    <a:pt x="77832" y="1"/>
                    <a:pt x="6151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62"/>
            <p:cNvSpPr/>
            <p:nvPr/>
          </p:nvSpPr>
          <p:spPr>
            <a:xfrm>
              <a:off x="2175350" y="4956975"/>
              <a:ext cx="229900" cy="253675"/>
            </a:xfrm>
            <a:custGeom>
              <a:avLst/>
              <a:gdLst/>
              <a:ahLst/>
              <a:cxnLst/>
              <a:rect l="l" t="t" r="r" b="b"/>
              <a:pathLst>
                <a:path w="9196" h="10147" extrusionOk="0">
                  <a:moveTo>
                    <a:pt x="3146" y="0"/>
                  </a:moveTo>
                  <a:cubicBezTo>
                    <a:pt x="3146" y="0"/>
                    <a:pt x="0" y="8574"/>
                    <a:pt x="1937" y="10002"/>
                  </a:cubicBezTo>
                  <a:cubicBezTo>
                    <a:pt x="2069" y="10100"/>
                    <a:pt x="2218" y="10146"/>
                    <a:pt x="2380" y="10146"/>
                  </a:cubicBezTo>
                  <a:cubicBezTo>
                    <a:pt x="4577" y="10146"/>
                    <a:pt x="9196" y="1715"/>
                    <a:pt x="9196" y="1715"/>
                  </a:cubicBezTo>
                  <a:lnTo>
                    <a:pt x="314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62"/>
            <p:cNvSpPr/>
            <p:nvPr/>
          </p:nvSpPr>
          <p:spPr>
            <a:xfrm>
              <a:off x="2770125" y="5049850"/>
              <a:ext cx="385125" cy="107550"/>
            </a:xfrm>
            <a:custGeom>
              <a:avLst/>
              <a:gdLst/>
              <a:ahLst/>
              <a:cxnLst/>
              <a:rect l="l" t="t" r="r" b="b"/>
              <a:pathLst>
                <a:path w="15405" h="4302" extrusionOk="0">
                  <a:moveTo>
                    <a:pt x="1135" y="1"/>
                  </a:moveTo>
                  <a:cubicBezTo>
                    <a:pt x="1135" y="1"/>
                    <a:pt x="0" y="2725"/>
                    <a:pt x="1135" y="2952"/>
                  </a:cubicBezTo>
                  <a:cubicBezTo>
                    <a:pt x="1742" y="3074"/>
                    <a:pt x="8401" y="4302"/>
                    <a:pt x="11846" y="4302"/>
                  </a:cubicBezTo>
                  <a:cubicBezTo>
                    <a:pt x="14836" y="4302"/>
                    <a:pt x="15405" y="3377"/>
                    <a:pt x="749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62"/>
            <p:cNvSpPr/>
            <p:nvPr/>
          </p:nvSpPr>
          <p:spPr>
            <a:xfrm>
              <a:off x="2655325" y="2718800"/>
              <a:ext cx="758925" cy="2357000"/>
            </a:xfrm>
            <a:custGeom>
              <a:avLst/>
              <a:gdLst/>
              <a:ahLst/>
              <a:cxnLst/>
              <a:rect l="l" t="t" r="r" b="b"/>
              <a:pathLst>
                <a:path w="30357" h="94280" extrusionOk="0">
                  <a:moveTo>
                    <a:pt x="14595" y="0"/>
                  </a:moveTo>
                  <a:lnTo>
                    <a:pt x="0" y="19265"/>
                  </a:lnTo>
                  <a:lnTo>
                    <a:pt x="4088" y="94280"/>
                  </a:lnTo>
                  <a:lnTo>
                    <a:pt x="14011" y="93111"/>
                  </a:lnTo>
                  <a:cubicBezTo>
                    <a:pt x="30357" y="23936"/>
                    <a:pt x="14595" y="1"/>
                    <a:pt x="14595" y="0"/>
                  </a:cubicBezTo>
                  <a:close/>
                </a:path>
              </a:pathLst>
            </a:custGeom>
            <a:solidFill>
              <a:srgbClr val="FFC3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62"/>
            <p:cNvSpPr/>
            <p:nvPr/>
          </p:nvSpPr>
          <p:spPr>
            <a:xfrm>
              <a:off x="2655325" y="2718800"/>
              <a:ext cx="758925" cy="2357000"/>
            </a:xfrm>
            <a:custGeom>
              <a:avLst/>
              <a:gdLst/>
              <a:ahLst/>
              <a:cxnLst/>
              <a:rect l="l" t="t" r="r" b="b"/>
              <a:pathLst>
                <a:path w="30357" h="94280" extrusionOk="0">
                  <a:moveTo>
                    <a:pt x="14595" y="0"/>
                  </a:moveTo>
                  <a:lnTo>
                    <a:pt x="0" y="19265"/>
                  </a:lnTo>
                  <a:lnTo>
                    <a:pt x="4088" y="94280"/>
                  </a:lnTo>
                  <a:lnTo>
                    <a:pt x="14011" y="93111"/>
                  </a:lnTo>
                  <a:cubicBezTo>
                    <a:pt x="30357" y="23936"/>
                    <a:pt x="14595" y="1"/>
                    <a:pt x="1459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62"/>
            <p:cNvSpPr/>
            <p:nvPr/>
          </p:nvSpPr>
          <p:spPr>
            <a:xfrm>
              <a:off x="2108050" y="2392825"/>
              <a:ext cx="1001550" cy="2661075"/>
            </a:xfrm>
            <a:custGeom>
              <a:avLst/>
              <a:gdLst/>
              <a:ahLst/>
              <a:cxnLst/>
              <a:rect l="l" t="t" r="r" b="b"/>
              <a:pathLst>
                <a:path w="40062" h="106443" extrusionOk="0">
                  <a:moveTo>
                    <a:pt x="13467" y="1"/>
                  </a:moveTo>
                  <a:cubicBezTo>
                    <a:pt x="13467" y="1"/>
                    <a:pt x="0" y="23255"/>
                    <a:pt x="3503" y="34930"/>
                  </a:cubicBezTo>
                  <a:cubicBezTo>
                    <a:pt x="6203" y="43934"/>
                    <a:pt x="16930" y="59742"/>
                    <a:pt x="16930" y="59742"/>
                  </a:cubicBezTo>
                  <a:cubicBezTo>
                    <a:pt x="16930" y="59742"/>
                    <a:pt x="6130" y="73751"/>
                    <a:pt x="2627" y="103815"/>
                  </a:cubicBezTo>
                  <a:lnTo>
                    <a:pt x="13135" y="106443"/>
                  </a:lnTo>
                  <a:cubicBezTo>
                    <a:pt x="13135" y="106443"/>
                    <a:pt x="31231" y="65870"/>
                    <a:pt x="32107" y="61492"/>
                  </a:cubicBezTo>
                  <a:cubicBezTo>
                    <a:pt x="32983" y="57114"/>
                    <a:pt x="28605" y="29385"/>
                    <a:pt x="28605" y="29385"/>
                  </a:cubicBezTo>
                  <a:lnTo>
                    <a:pt x="40061" y="21781"/>
                  </a:lnTo>
                  <a:lnTo>
                    <a:pt x="34848" y="3720"/>
                  </a:lnTo>
                  <a:lnTo>
                    <a:pt x="134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62"/>
            <p:cNvSpPr/>
            <p:nvPr/>
          </p:nvSpPr>
          <p:spPr>
            <a:xfrm>
              <a:off x="2746000" y="407550"/>
              <a:ext cx="334750" cy="1739375"/>
            </a:xfrm>
            <a:custGeom>
              <a:avLst/>
              <a:gdLst/>
              <a:ahLst/>
              <a:cxnLst/>
              <a:rect l="l" t="t" r="r" b="b"/>
              <a:pathLst>
                <a:path w="13390" h="69575" extrusionOk="0">
                  <a:moveTo>
                    <a:pt x="10624" y="0"/>
                  </a:moveTo>
                  <a:cubicBezTo>
                    <a:pt x="10199" y="0"/>
                    <a:pt x="9214" y="5620"/>
                    <a:pt x="9214" y="5620"/>
                  </a:cubicBezTo>
                  <a:cubicBezTo>
                    <a:pt x="8910" y="1387"/>
                    <a:pt x="8678" y="23"/>
                    <a:pt x="8506" y="23"/>
                  </a:cubicBezTo>
                  <a:cubicBezTo>
                    <a:pt x="8195" y="23"/>
                    <a:pt x="8078" y="4497"/>
                    <a:pt x="8078" y="4497"/>
                  </a:cubicBezTo>
                  <a:cubicBezTo>
                    <a:pt x="5364" y="23674"/>
                    <a:pt x="0" y="54381"/>
                    <a:pt x="0" y="54381"/>
                  </a:cubicBezTo>
                  <a:cubicBezTo>
                    <a:pt x="0" y="54381"/>
                    <a:pt x="1063" y="69575"/>
                    <a:pt x="3795" y="69575"/>
                  </a:cubicBezTo>
                  <a:cubicBezTo>
                    <a:pt x="4673" y="69575"/>
                    <a:pt x="5724" y="68004"/>
                    <a:pt x="6967" y="63853"/>
                  </a:cubicBezTo>
                  <a:cubicBezTo>
                    <a:pt x="12075" y="46790"/>
                    <a:pt x="13046" y="6812"/>
                    <a:pt x="13046" y="6812"/>
                  </a:cubicBezTo>
                  <a:cubicBezTo>
                    <a:pt x="13389" y="3405"/>
                    <a:pt x="13343" y="2298"/>
                    <a:pt x="13138" y="2298"/>
                  </a:cubicBezTo>
                  <a:cubicBezTo>
                    <a:pt x="12756" y="2298"/>
                    <a:pt x="11825" y="6124"/>
                    <a:pt x="11825" y="6124"/>
                  </a:cubicBezTo>
                  <a:cubicBezTo>
                    <a:pt x="12237" y="2320"/>
                    <a:pt x="12208" y="1100"/>
                    <a:pt x="12000" y="1100"/>
                  </a:cubicBezTo>
                  <a:cubicBezTo>
                    <a:pt x="11629" y="1100"/>
                    <a:pt x="10688" y="5003"/>
                    <a:pt x="10688" y="5003"/>
                  </a:cubicBezTo>
                  <a:cubicBezTo>
                    <a:pt x="10903" y="1267"/>
                    <a:pt x="10827" y="0"/>
                    <a:pt x="1062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62"/>
            <p:cNvSpPr/>
            <p:nvPr/>
          </p:nvSpPr>
          <p:spPr>
            <a:xfrm>
              <a:off x="2880350" y="529300"/>
              <a:ext cx="174025" cy="125450"/>
            </a:xfrm>
            <a:custGeom>
              <a:avLst/>
              <a:gdLst/>
              <a:ahLst/>
              <a:cxnLst/>
              <a:rect l="l" t="t" r="r" b="b"/>
              <a:pathLst>
                <a:path w="6961" h="5018" extrusionOk="0">
                  <a:moveTo>
                    <a:pt x="593" y="1"/>
                  </a:moveTo>
                  <a:cubicBezTo>
                    <a:pt x="0" y="1"/>
                    <a:pt x="3738" y="3803"/>
                    <a:pt x="3738" y="3803"/>
                  </a:cubicBezTo>
                  <a:cubicBezTo>
                    <a:pt x="3738" y="3803"/>
                    <a:pt x="5956" y="5017"/>
                    <a:pt x="6533" y="5017"/>
                  </a:cubicBezTo>
                  <a:cubicBezTo>
                    <a:pt x="6960" y="5017"/>
                    <a:pt x="6488" y="4352"/>
                    <a:pt x="3551" y="2035"/>
                  </a:cubicBezTo>
                  <a:cubicBezTo>
                    <a:pt x="1658" y="542"/>
                    <a:pt x="817" y="1"/>
                    <a:pt x="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62"/>
            <p:cNvSpPr/>
            <p:nvPr/>
          </p:nvSpPr>
          <p:spPr>
            <a:xfrm>
              <a:off x="1905825" y="951875"/>
              <a:ext cx="811375" cy="1078925"/>
            </a:xfrm>
            <a:custGeom>
              <a:avLst/>
              <a:gdLst/>
              <a:ahLst/>
              <a:cxnLst/>
              <a:rect l="l" t="t" r="r" b="b"/>
              <a:pathLst>
                <a:path w="32455" h="43157" extrusionOk="0">
                  <a:moveTo>
                    <a:pt x="23629" y="1"/>
                  </a:moveTo>
                  <a:cubicBezTo>
                    <a:pt x="22178" y="1"/>
                    <a:pt x="20524" y="415"/>
                    <a:pt x="18700" y="1528"/>
                  </a:cubicBezTo>
                  <a:cubicBezTo>
                    <a:pt x="11536" y="5894"/>
                    <a:pt x="16205" y="16176"/>
                    <a:pt x="7931" y="19060"/>
                  </a:cubicBezTo>
                  <a:cubicBezTo>
                    <a:pt x="0" y="21824"/>
                    <a:pt x="486" y="43156"/>
                    <a:pt x="15642" y="43156"/>
                  </a:cubicBezTo>
                  <a:cubicBezTo>
                    <a:pt x="16298" y="43156"/>
                    <a:pt x="16980" y="43116"/>
                    <a:pt x="17691" y="43033"/>
                  </a:cubicBezTo>
                  <a:cubicBezTo>
                    <a:pt x="28580" y="41762"/>
                    <a:pt x="32455" y="31835"/>
                    <a:pt x="32455" y="31835"/>
                  </a:cubicBezTo>
                  <a:lnTo>
                    <a:pt x="30391" y="3552"/>
                  </a:lnTo>
                  <a:cubicBezTo>
                    <a:pt x="30391" y="3552"/>
                    <a:pt x="27876" y="1"/>
                    <a:pt x="2362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62"/>
            <p:cNvSpPr/>
            <p:nvPr/>
          </p:nvSpPr>
          <p:spPr>
            <a:xfrm>
              <a:off x="2605275" y="951625"/>
              <a:ext cx="758650" cy="1136325"/>
            </a:xfrm>
            <a:custGeom>
              <a:avLst/>
              <a:gdLst/>
              <a:ahLst/>
              <a:cxnLst/>
              <a:rect l="l" t="t" r="r" b="b"/>
              <a:pathLst>
                <a:path w="30346" h="45453" extrusionOk="0">
                  <a:moveTo>
                    <a:pt x="6549" y="1"/>
                  </a:moveTo>
                  <a:cubicBezTo>
                    <a:pt x="2417" y="1"/>
                    <a:pt x="1260" y="4598"/>
                    <a:pt x="1260" y="4598"/>
                  </a:cubicBezTo>
                  <a:lnTo>
                    <a:pt x="1" y="41613"/>
                  </a:lnTo>
                  <a:cubicBezTo>
                    <a:pt x="1" y="41613"/>
                    <a:pt x="7027" y="45453"/>
                    <a:pt x="12928" y="45453"/>
                  </a:cubicBezTo>
                  <a:cubicBezTo>
                    <a:pt x="15563" y="45453"/>
                    <a:pt x="17974" y="44687"/>
                    <a:pt x="19434" y="42471"/>
                  </a:cubicBezTo>
                  <a:cubicBezTo>
                    <a:pt x="23560" y="36208"/>
                    <a:pt x="18577" y="34470"/>
                    <a:pt x="23721" y="28753"/>
                  </a:cubicBezTo>
                  <a:cubicBezTo>
                    <a:pt x="30346" y="21392"/>
                    <a:pt x="27684" y="12210"/>
                    <a:pt x="21149" y="10464"/>
                  </a:cubicBezTo>
                  <a:cubicBezTo>
                    <a:pt x="14612" y="8716"/>
                    <a:pt x="15433" y="1890"/>
                    <a:pt x="8002" y="175"/>
                  </a:cubicBezTo>
                  <a:cubicBezTo>
                    <a:pt x="7481" y="55"/>
                    <a:pt x="6998" y="1"/>
                    <a:pt x="654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62"/>
            <p:cNvSpPr/>
            <p:nvPr/>
          </p:nvSpPr>
          <p:spPr>
            <a:xfrm>
              <a:off x="2348125" y="1542100"/>
              <a:ext cx="452350" cy="409975"/>
            </a:xfrm>
            <a:custGeom>
              <a:avLst/>
              <a:gdLst/>
              <a:ahLst/>
              <a:cxnLst/>
              <a:rect l="l" t="t" r="r" b="b"/>
              <a:pathLst>
                <a:path w="18094" h="16399" extrusionOk="0">
                  <a:moveTo>
                    <a:pt x="3724" y="0"/>
                  </a:moveTo>
                  <a:lnTo>
                    <a:pt x="4741" y="10160"/>
                  </a:lnTo>
                  <a:lnTo>
                    <a:pt x="1087" y="10709"/>
                  </a:lnTo>
                  <a:lnTo>
                    <a:pt x="0" y="13676"/>
                  </a:lnTo>
                  <a:lnTo>
                    <a:pt x="12265" y="16399"/>
                  </a:lnTo>
                  <a:lnTo>
                    <a:pt x="18094" y="9915"/>
                  </a:lnTo>
                  <a:lnTo>
                    <a:pt x="13081" y="9181"/>
                  </a:lnTo>
                  <a:lnTo>
                    <a:pt x="12749" y="2878"/>
                  </a:lnTo>
                  <a:lnTo>
                    <a:pt x="3724" y="0"/>
                  </a:lnTo>
                  <a:close/>
                </a:path>
              </a:pathLst>
            </a:custGeom>
            <a:solidFill>
              <a:srgbClr val="FFC1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62"/>
            <p:cNvSpPr/>
            <p:nvPr/>
          </p:nvSpPr>
          <p:spPr>
            <a:xfrm>
              <a:off x="2348125" y="1551825"/>
              <a:ext cx="452350" cy="400250"/>
            </a:xfrm>
            <a:custGeom>
              <a:avLst/>
              <a:gdLst/>
              <a:ahLst/>
              <a:cxnLst/>
              <a:rect l="l" t="t" r="r" b="b"/>
              <a:pathLst>
                <a:path w="18094" h="16010" extrusionOk="0">
                  <a:moveTo>
                    <a:pt x="3699" y="0"/>
                  </a:moveTo>
                  <a:lnTo>
                    <a:pt x="4741" y="9771"/>
                  </a:lnTo>
                  <a:lnTo>
                    <a:pt x="1087" y="10320"/>
                  </a:lnTo>
                  <a:lnTo>
                    <a:pt x="0" y="13287"/>
                  </a:lnTo>
                  <a:lnTo>
                    <a:pt x="12265" y="16010"/>
                  </a:lnTo>
                  <a:lnTo>
                    <a:pt x="18094" y="9526"/>
                  </a:lnTo>
                  <a:lnTo>
                    <a:pt x="13081" y="8792"/>
                  </a:lnTo>
                  <a:lnTo>
                    <a:pt x="12749" y="2489"/>
                  </a:lnTo>
                  <a:lnTo>
                    <a:pt x="36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62"/>
            <p:cNvSpPr/>
            <p:nvPr/>
          </p:nvSpPr>
          <p:spPr>
            <a:xfrm>
              <a:off x="2329625" y="1351525"/>
              <a:ext cx="154750" cy="196925"/>
            </a:xfrm>
            <a:custGeom>
              <a:avLst/>
              <a:gdLst/>
              <a:ahLst/>
              <a:cxnLst/>
              <a:rect l="l" t="t" r="r" b="b"/>
              <a:pathLst>
                <a:path w="6190" h="7877" extrusionOk="0">
                  <a:moveTo>
                    <a:pt x="2782" y="1"/>
                  </a:moveTo>
                  <a:cubicBezTo>
                    <a:pt x="2677" y="1"/>
                    <a:pt x="2571" y="9"/>
                    <a:pt x="2466" y="26"/>
                  </a:cubicBezTo>
                  <a:cubicBezTo>
                    <a:pt x="948" y="270"/>
                    <a:pt x="0" y="2220"/>
                    <a:pt x="349" y="4380"/>
                  </a:cubicBezTo>
                  <a:cubicBezTo>
                    <a:pt x="671" y="6391"/>
                    <a:pt x="2003" y="7876"/>
                    <a:pt x="3408" y="7876"/>
                  </a:cubicBezTo>
                  <a:cubicBezTo>
                    <a:pt x="3513" y="7876"/>
                    <a:pt x="3618" y="7868"/>
                    <a:pt x="3724" y="7851"/>
                  </a:cubicBezTo>
                  <a:cubicBezTo>
                    <a:pt x="5240" y="7607"/>
                    <a:pt x="6189" y="5658"/>
                    <a:pt x="5841" y="3498"/>
                  </a:cubicBezTo>
                  <a:cubicBezTo>
                    <a:pt x="5519" y="1487"/>
                    <a:pt x="4187" y="1"/>
                    <a:pt x="2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62"/>
            <p:cNvSpPr/>
            <p:nvPr/>
          </p:nvSpPr>
          <p:spPr>
            <a:xfrm>
              <a:off x="2363225" y="1081675"/>
              <a:ext cx="584600" cy="637050"/>
            </a:xfrm>
            <a:custGeom>
              <a:avLst/>
              <a:gdLst/>
              <a:ahLst/>
              <a:cxnLst/>
              <a:rect l="l" t="t" r="r" b="b"/>
              <a:pathLst>
                <a:path w="23384" h="25482" extrusionOk="0">
                  <a:moveTo>
                    <a:pt x="9056" y="0"/>
                  </a:moveTo>
                  <a:cubicBezTo>
                    <a:pt x="3086" y="0"/>
                    <a:pt x="2778" y="5222"/>
                    <a:pt x="1499" y="10452"/>
                  </a:cubicBezTo>
                  <a:cubicBezTo>
                    <a:pt x="0" y="16577"/>
                    <a:pt x="3987" y="25028"/>
                    <a:pt x="13983" y="25468"/>
                  </a:cubicBezTo>
                  <a:cubicBezTo>
                    <a:pt x="14180" y="25477"/>
                    <a:pt x="14373" y="25481"/>
                    <a:pt x="14564" y="25481"/>
                  </a:cubicBezTo>
                  <a:cubicBezTo>
                    <a:pt x="20139" y="25481"/>
                    <a:pt x="23384" y="21756"/>
                    <a:pt x="22159" y="12426"/>
                  </a:cubicBezTo>
                  <a:cubicBezTo>
                    <a:pt x="20628" y="749"/>
                    <a:pt x="13357" y="485"/>
                    <a:pt x="12703" y="485"/>
                  </a:cubicBezTo>
                  <a:cubicBezTo>
                    <a:pt x="12672" y="485"/>
                    <a:pt x="12655" y="486"/>
                    <a:pt x="12655" y="486"/>
                  </a:cubicBezTo>
                  <a:cubicBezTo>
                    <a:pt x="11267" y="153"/>
                    <a:pt x="10079" y="0"/>
                    <a:pt x="90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62"/>
            <p:cNvSpPr/>
            <p:nvPr/>
          </p:nvSpPr>
          <p:spPr>
            <a:xfrm>
              <a:off x="2099925" y="988850"/>
              <a:ext cx="579700" cy="749625"/>
            </a:xfrm>
            <a:custGeom>
              <a:avLst/>
              <a:gdLst/>
              <a:ahLst/>
              <a:cxnLst/>
              <a:rect l="l" t="t" r="r" b="b"/>
              <a:pathLst>
                <a:path w="23188" h="29985" extrusionOk="0">
                  <a:moveTo>
                    <a:pt x="18331" y="1"/>
                  </a:moveTo>
                  <a:cubicBezTo>
                    <a:pt x="14386" y="1"/>
                    <a:pt x="9657" y="3774"/>
                    <a:pt x="9724" y="6334"/>
                  </a:cubicBezTo>
                  <a:cubicBezTo>
                    <a:pt x="9828" y="10294"/>
                    <a:pt x="10775" y="14930"/>
                    <a:pt x="5388" y="17949"/>
                  </a:cubicBezTo>
                  <a:cubicBezTo>
                    <a:pt x="1" y="20967"/>
                    <a:pt x="2545" y="29664"/>
                    <a:pt x="5982" y="29936"/>
                  </a:cubicBezTo>
                  <a:cubicBezTo>
                    <a:pt x="6387" y="29968"/>
                    <a:pt x="6743" y="29984"/>
                    <a:pt x="7049" y="29984"/>
                  </a:cubicBezTo>
                  <a:cubicBezTo>
                    <a:pt x="9334" y="29984"/>
                    <a:pt x="8877" y="29101"/>
                    <a:pt x="6330" y="27608"/>
                  </a:cubicBezTo>
                  <a:cubicBezTo>
                    <a:pt x="3441" y="25915"/>
                    <a:pt x="2153" y="19363"/>
                    <a:pt x="9292" y="18378"/>
                  </a:cubicBezTo>
                  <a:cubicBezTo>
                    <a:pt x="16431" y="17392"/>
                    <a:pt x="14605" y="15029"/>
                    <a:pt x="15400" y="10436"/>
                  </a:cubicBezTo>
                  <a:cubicBezTo>
                    <a:pt x="16196" y="5844"/>
                    <a:pt x="23187" y="4199"/>
                    <a:pt x="23187" y="4199"/>
                  </a:cubicBezTo>
                  <a:cubicBezTo>
                    <a:pt x="22411" y="1129"/>
                    <a:pt x="20488" y="1"/>
                    <a:pt x="1833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62"/>
            <p:cNvSpPr/>
            <p:nvPr/>
          </p:nvSpPr>
          <p:spPr>
            <a:xfrm>
              <a:off x="2390200" y="1384525"/>
              <a:ext cx="78475" cy="113100"/>
            </a:xfrm>
            <a:custGeom>
              <a:avLst/>
              <a:gdLst/>
              <a:ahLst/>
              <a:cxnLst/>
              <a:rect l="l" t="t" r="r" b="b"/>
              <a:pathLst>
                <a:path w="3139" h="4524" extrusionOk="0">
                  <a:moveTo>
                    <a:pt x="2030" y="0"/>
                  </a:moveTo>
                  <a:lnTo>
                    <a:pt x="1" y="1008"/>
                  </a:lnTo>
                  <a:cubicBezTo>
                    <a:pt x="1" y="1008"/>
                    <a:pt x="973" y="4523"/>
                    <a:pt x="1944" y="4523"/>
                  </a:cubicBezTo>
                  <a:cubicBezTo>
                    <a:pt x="2001" y="4523"/>
                    <a:pt x="2058" y="4511"/>
                    <a:pt x="2115" y="4485"/>
                  </a:cubicBezTo>
                  <a:cubicBezTo>
                    <a:pt x="3139" y="4020"/>
                    <a:pt x="2030" y="0"/>
                    <a:pt x="20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62"/>
            <p:cNvSpPr/>
            <p:nvPr/>
          </p:nvSpPr>
          <p:spPr>
            <a:xfrm>
              <a:off x="2483250" y="1076950"/>
              <a:ext cx="257800" cy="359325"/>
            </a:xfrm>
            <a:custGeom>
              <a:avLst/>
              <a:gdLst/>
              <a:ahLst/>
              <a:cxnLst/>
              <a:rect l="l" t="t" r="r" b="b"/>
              <a:pathLst>
                <a:path w="10312" h="14373" extrusionOk="0">
                  <a:moveTo>
                    <a:pt x="9499" y="0"/>
                  </a:moveTo>
                  <a:cubicBezTo>
                    <a:pt x="9474" y="0"/>
                    <a:pt x="9448" y="1"/>
                    <a:pt x="9422" y="1"/>
                  </a:cubicBezTo>
                  <a:cubicBezTo>
                    <a:pt x="8637" y="5"/>
                    <a:pt x="7854" y="89"/>
                    <a:pt x="7085" y="249"/>
                  </a:cubicBezTo>
                  <a:cubicBezTo>
                    <a:pt x="6125" y="441"/>
                    <a:pt x="5003" y="785"/>
                    <a:pt x="3889" y="1444"/>
                  </a:cubicBezTo>
                  <a:cubicBezTo>
                    <a:pt x="3334" y="1775"/>
                    <a:pt x="2785" y="2193"/>
                    <a:pt x="2306" y="2728"/>
                  </a:cubicBezTo>
                  <a:cubicBezTo>
                    <a:pt x="1806" y="3278"/>
                    <a:pt x="1423" y="3924"/>
                    <a:pt x="1182" y="4626"/>
                  </a:cubicBezTo>
                  <a:cubicBezTo>
                    <a:pt x="1122" y="4805"/>
                    <a:pt x="1082" y="4990"/>
                    <a:pt x="1034" y="5172"/>
                  </a:cubicBezTo>
                  <a:lnTo>
                    <a:pt x="945" y="5664"/>
                  </a:lnTo>
                  <a:cubicBezTo>
                    <a:pt x="883" y="5963"/>
                    <a:pt x="851" y="6301"/>
                    <a:pt x="816" y="6640"/>
                  </a:cubicBezTo>
                  <a:cubicBezTo>
                    <a:pt x="746" y="7308"/>
                    <a:pt x="746" y="7935"/>
                    <a:pt x="759" y="8550"/>
                  </a:cubicBezTo>
                  <a:cubicBezTo>
                    <a:pt x="797" y="9766"/>
                    <a:pt x="960" y="10864"/>
                    <a:pt x="1002" y="11751"/>
                  </a:cubicBezTo>
                  <a:cubicBezTo>
                    <a:pt x="1022" y="12144"/>
                    <a:pt x="1000" y="12539"/>
                    <a:pt x="935" y="12928"/>
                  </a:cubicBezTo>
                  <a:cubicBezTo>
                    <a:pt x="848" y="13252"/>
                    <a:pt x="734" y="13539"/>
                    <a:pt x="582" y="13750"/>
                  </a:cubicBezTo>
                  <a:lnTo>
                    <a:pt x="366" y="14030"/>
                  </a:lnTo>
                  <a:lnTo>
                    <a:pt x="168" y="14213"/>
                  </a:lnTo>
                  <a:lnTo>
                    <a:pt x="0" y="14373"/>
                  </a:lnTo>
                  <a:lnTo>
                    <a:pt x="221" y="14299"/>
                  </a:lnTo>
                  <a:lnTo>
                    <a:pt x="490" y="14203"/>
                  </a:lnTo>
                  <a:cubicBezTo>
                    <a:pt x="590" y="14150"/>
                    <a:pt x="701" y="14080"/>
                    <a:pt x="829" y="14000"/>
                  </a:cubicBezTo>
                  <a:cubicBezTo>
                    <a:pt x="965" y="13928"/>
                    <a:pt x="1068" y="13794"/>
                    <a:pt x="1210" y="13669"/>
                  </a:cubicBezTo>
                  <a:cubicBezTo>
                    <a:pt x="1346" y="13539"/>
                    <a:pt x="1442" y="13361"/>
                    <a:pt x="1565" y="13178"/>
                  </a:cubicBezTo>
                  <a:cubicBezTo>
                    <a:pt x="1762" y="12799"/>
                    <a:pt x="1936" y="12333"/>
                    <a:pt x="2017" y="11837"/>
                  </a:cubicBezTo>
                  <a:cubicBezTo>
                    <a:pt x="2113" y="11340"/>
                    <a:pt x="2173" y="10809"/>
                    <a:pt x="2213" y="10265"/>
                  </a:cubicBezTo>
                  <a:cubicBezTo>
                    <a:pt x="2251" y="9730"/>
                    <a:pt x="2290" y="9167"/>
                    <a:pt x="2331" y="8583"/>
                  </a:cubicBezTo>
                  <a:cubicBezTo>
                    <a:pt x="2379" y="8017"/>
                    <a:pt x="2436" y="7422"/>
                    <a:pt x="2521" y="6861"/>
                  </a:cubicBezTo>
                  <a:lnTo>
                    <a:pt x="2586" y="6439"/>
                  </a:lnTo>
                  <a:lnTo>
                    <a:pt x="2673" y="5985"/>
                  </a:lnTo>
                  <a:cubicBezTo>
                    <a:pt x="2732" y="5648"/>
                    <a:pt x="2783" y="5432"/>
                    <a:pt x="2863" y="5186"/>
                  </a:cubicBezTo>
                  <a:cubicBezTo>
                    <a:pt x="3020" y="4705"/>
                    <a:pt x="3282" y="4259"/>
                    <a:pt x="3608" y="3848"/>
                  </a:cubicBezTo>
                  <a:cubicBezTo>
                    <a:pt x="3937" y="3440"/>
                    <a:pt x="4335" y="3072"/>
                    <a:pt x="4762" y="2747"/>
                  </a:cubicBezTo>
                  <a:cubicBezTo>
                    <a:pt x="5620" y="2096"/>
                    <a:pt x="6566" y="1609"/>
                    <a:pt x="7398" y="1213"/>
                  </a:cubicBezTo>
                  <a:cubicBezTo>
                    <a:pt x="8236" y="831"/>
                    <a:pt x="8969" y="543"/>
                    <a:pt x="9486" y="346"/>
                  </a:cubicBezTo>
                  <a:lnTo>
                    <a:pt x="10311" y="42"/>
                  </a:lnTo>
                  <a:cubicBezTo>
                    <a:pt x="10311" y="42"/>
                    <a:pt x="10017" y="0"/>
                    <a:pt x="949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62"/>
            <p:cNvSpPr/>
            <p:nvPr/>
          </p:nvSpPr>
          <p:spPr>
            <a:xfrm>
              <a:off x="1852725" y="502325"/>
              <a:ext cx="592200" cy="1685475"/>
            </a:xfrm>
            <a:custGeom>
              <a:avLst/>
              <a:gdLst/>
              <a:ahLst/>
              <a:cxnLst/>
              <a:rect l="l" t="t" r="r" b="b"/>
              <a:pathLst>
                <a:path w="23688" h="67419" extrusionOk="0">
                  <a:moveTo>
                    <a:pt x="2319" y="0"/>
                  </a:moveTo>
                  <a:cubicBezTo>
                    <a:pt x="2086" y="0"/>
                    <a:pt x="2189" y="1265"/>
                    <a:pt x="3026" y="5069"/>
                  </a:cubicBezTo>
                  <a:cubicBezTo>
                    <a:pt x="3026" y="5069"/>
                    <a:pt x="1441" y="1094"/>
                    <a:pt x="1091" y="1094"/>
                  </a:cubicBezTo>
                  <a:cubicBezTo>
                    <a:pt x="901" y="1094"/>
                    <a:pt x="1075" y="2268"/>
                    <a:pt x="2067" y="5891"/>
                  </a:cubicBezTo>
                  <a:cubicBezTo>
                    <a:pt x="2067" y="5891"/>
                    <a:pt x="605" y="2418"/>
                    <a:pt x="217" y="2418"/>
                  </a:cubicBezTo>
                  <a:cubicBezTo>
                    <a:pt x="0" y="2418"/>
                    <a:pt x="120" y="3507"/>
                    <a:pt x="1021" y="6902"/>
                  </a:cubicBezTo>
                  <a:cubicBezTo>
                    <a:pt x="1021" y="6902"/>
                    <a:pt x="9169" y="46221"/>
                    <a:pt x="16914" y="62261"/>
                  </a:cubicBezTo>
                  <a:cubicBezTo>
                    <a:pt x="18713" y="65988"/>
                    <a:pt x="19967" y="67419"/>
                    <a:pt x="20831" y="67419"/>
                  </a:cubicBezTo>
                  <a:cubicBezTo>
                    <a:pt x="23687" y="67419"/>
                    <a:pt x="22294" y="51805"/>
                    <a:pt x="22294" y="51805"/>
                  </a:cubicBezTo>
                  <a:cubicBezTo>
                    <a:pt x="22294" y="51805"/>
                    <a:pt x="11190" y="24414"/>
                    <a:pt x="6347" y="6843"/>
                  </a:cubicBezTo>
                  <a:cubicBezTo>
                    <a:pt x="6347" y="6843"/>
                    <a:pt x="5519" y="167"/>
                    <a:pt x="4990" y="167"/>
                  </a:cubicBezTo>
                  <a:cubicBezTo>
                    <a:pt x="4762" y="167"/>
                    <a:pt x="4590" y="1413"/>
                    <a:pt x="4564" y="4979"/>
                  </a:cubicBezTo>
                  <a:cubicBezTo>
                    <a:pt x="4564" y="4979"/>
                    <a:pt x="2781" y="0"/>
                    <a:pt x="2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62"/>
            <p:cNvSpPr/>
            <p:nvPr/>
          </p:nvSpPr>
          <p:spPr>
            <a:xfrm>
              <a:off x="1994150" y="598000"/>
              <a:ext cx="64800" cy="188125"/>
            </a:xfrm>
            <a:custGeom>
              <a:avLst/>
              <a:gdLst/>
              <a:ahLst/>
              <a:cxnLst/>
              <a:rect l="l" t="t" r="r" b="b"/>
              <a:pathLst>
                <a:path w="2592" h="7525" extrusionOk="0">
                  <a:moveTo>
                    <a:pt x="2392" y="0"/>
                  </a:moveTo>
                  <a:cubicBezTo>
                    <a:pt x="2091" y="0"/>
                    <a:pt x="1041" y="2259"/>
                    <a:pt x="1041" y="2259"/>
                  </a:cubicBezTo>
                  <a:cubicBezTo>
                    <a:pt x="1041" y="2259"/>
                    <a:pt x="0" y="7524"/>
                    <a:pt x="304" y="7524"/>
                  </a:cubicBezTo>
                  <a:cubicBezTo>
                    <a:pt x="426" y="7524"/>
                    <a:pt x="765" y="6677"/>
                    <a:pt x="1474" y="4303"/>
                  </a:cubicBezTo>
                  <a:cubicBezTo>
                    <a:pt x="2461" y="995"/>
                    <a:pt x="2591" y="0"/>
                    <a:pt x="23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62"/>
            <p:cNvSpPr/>
            <p:nvPr/>
          </p:nvSpPr>
          <p:spPr>
            <a:xfrm>
              <a:off x="2110050" y="1623675"/>
              <a:ext cx="939400" cy="1043450"/>
            </a:xfrm>
            <a:custGeom>
              <a:avLst/>
              <a:gdLst/>
              <a:ahLst/>
              <a:cxnLst/>
              <a:rect l="l" t="t" r="r" b="b"/>
              <a:pathLst>
                <a:path w="37576" h="41738" extrusionOk="0">
                  <a:moveTo>
                    <a:pt x="10212" y="1"/>
                  </a:moveTo>
                  <a:lnTo>
                    <a:pt x="1" y="3714"/>
                  </a:lnTo>
                  <a:cubicBezTo>
                    <a:pt x="3547" y="14822"/>
                    <a:pt x="9550" y="26794"/>
                    <a:pt x="9550" y="26794"/>
                  </a:cubicBezTo>
                  <a:lnTo>
                    <a:pt x="7232" y="39415"/>
                  </a:lnTo>
                  <a:cubicBezTo>
                    <a:pt x="13205" y="41116"/>
                    <a:pt x="18158" y="41738"/>
                    <a:pt x="22209" y="41738"/>
                  </a:cubicBezTo>
                  <a:cubicBezTo>
                    <a:pt x="33237" y="41738"/>
                    <a:pt x="37575" y="37128"/>
                    <a:pt x="37575" y="37128"/>
                  </a:cubicBezTo>
                  <a:lnTo>
                    <a:pt x="34018" y="26288"/>
                  </a:lnTo>
                  <a:cubicBezTo>
                    <a:pt x="34018" y="26288"/>
                    <a:pt x="34807" y="14297"/>
                    <a:pt x="34089" y="9680"/>
                  </a:cubicBezTo>
                  <a:cubicBezTo>
                    <a:pt x="33566" y="6312"/>
                    <a:pt x="27697" y="5856"/>
                    <a:pt x="24558" y="5856"/>
                  </a:cubicBezTo>
                  <a:cubicBezTo>
                    <a:pt x="23393" y="5856"/>
                    <a:pt x="22604" y="5919"/>
                    <a:pt x="22604" y="5919"/>
                  </a:cubicBezTo>
                  <a:cubicBezTo>
                    <a:pt x="21264" y="8155"/>
                    <a:pt x="19759" y="8855"/>
                    <a:pt x="18401" y="8855"/>
                  </a:cubicBezTo>
                  <a:cubicBezTo>
                    <a:pt x="16128" y="8855"/>
                    <a:pt x="14264" y="6896"/>
                    <a:pt x="14264" y="6896"/>
                  </a:cubicBezTo>
                  <a:lnTo>
                    <a:pt x="13065" y="6932"/>
                  </a:lnTo>
                  <a:lnTo>
                    <a:pt x="1021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62"/>
            <p:cNvSpPr/>
            <p:nvPr/>
          </p:nvSpPr>
          <p:spPr>
            <a:xfrm>
              <a:off x="2269275" y="2123925"/>
              <a:ext cx="780150" cy="543175"/>
            </a:xfrm>
            <a:custGeom>
              <a:avLst/>
              <a:gdLst/>
              <a:ahLst/>
              <a:cxnLst/>
              <a:rect l="l" t="t" r="r" b="b"/>
              <a:pathLst>
                <a:path w="31206" h="21727" extrusionOk="0">
                  <a:moveTo>
                    <a:pt x="0" y="0"/>
                  </a:moveTo>
                  <a:lnTo>
                    <a:pt x="0" y="0"/>
                  </a:lnTo>
                  <a:cubicBezTo>
                    <a:pt x="1813" y="4055"/>
                    <a:pt x="3181" y="6782"/>
                    <a:pt x="3181" y="6782"/>
                  </a:cubicBezTo>
                  <a:lnTo>
                    <a:pt x="861" y="19404"/>
                  </a:lnTo>
                  <a:cubicBezTo>
                    <a:pt x="6834" y="21104"/>
                    <a:pt x="11787" y="21726"/>
                    <a:pt x="15838" y="21726"/>
                  </a:cubicBezTo>
                  <a:cubicBezTo>
                    <a:pt x="26867" y="21726"/>
                    <a:pt x="31205" y="17117"/>
                    <a:pt x="31205" y="17117"/>
                  </a:cubicBezTo>
                  <a:lnTo>
                    <a:pt x="27951" y="7205"/>
                  </a:lnTo>
                  <a:cubicBezTo>
                    <a:pt x="27851" y="7206"/>
                    <a:pt x="27750" y="7206"/>
                    <a:pt x="27649" y="7206"/>
                  </a:cubicBezTo>
                  <a:cubicBezTo>
                    <a:pt x="24075" y="7206"/>
                    <a:pt x="20481" y="6729"/>
                    <a:pt x="17089" y="5985"/>
                  </a:cubicBezTo>
                  <a:cubicBezTo>
                    <a:pt x="11232" y="4701"/>
                    <a:pt x="5437" y="2683"/>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62"/>
            <p:cNvSpPr/>
            <p:nvPr/>
          </p:nvSpPr>
          <p:spPr>
            <a:xfrm>
              <a:off x="2803200" y="1888725"/>
              <a:ext cx="375450" cy="345375"/>
            </a:xfrm>
            <a:custGeom>
              <a:avLst/>
              <a:gdLst/>
              <a:ahLst/>
              <a:cxnLst/>
              <a:rect l="l" t="t" r="r" b="b"/>
              <a:pathLst>
                <a:path w="15018" h="13815" extrusionOk="0">
                  <a:moveTo>
                    <a:pt x="5752" y="1"/>
                  </a:moveTo>
                  <a:cubicBezTo>
                    <a:pt x="5752" y="1"/>
                    <a:pt x="0" y="13815"/>
                    <a:pt x="3819" y="13815"/>
                  </a:cubicBezTo>
                  <a:cubicBezTo>
                    <a:pt x="4439" y="13815"/>
                    <a:pt x="5310" y="13451"/>
                    <a:pt x="6499" y="12606"/>
                  </a:cubicBezTo>
                  <a:cubicBezTo>
                    <a:pt x="15017" y="6552"/>
                    <a:pt x="5752" y="1"/>
                    <a:pt x="575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62"/>
            <p:cNvSpPr/>
            <p:nvPr/>
          </p:nvSpPr>
          <p:spPr>
            <a:xfrm>
              <a:off x="1194050" y="1666500"/>
              <a:ext cx="447025" cy="380775"/>
            </a:xfrm>
            <a:custGeom>
              <a:avLst/>
              <a:gdLst/>
              <a:ahLst/>
              <a:cxnLst/>
              <a:rect l="l" t="t" r="r" b="b"/>
              <a:pathLst>
                <a:path w="17881" h="15231" extrusionOk="0">
                  <a:moveTo>
                    <a:pt x="6999" y="0"/>
                  </a:moveTo>
                  <a:lnTo>
                    <a:pt x="5218" y="7755"/>
                  </a:lnTo>
                  <a:lnTo>
                    <a:pt x="1653" y="7504"/>
                  </a:lnTo>
                  <a:lnTo>
                    <a:pt x="0" y="10077"/>
                  </a:lnTo>
                  <a:lnTo>
                    <a:pt x="11010" y="15231"/>
                  </a:lnTo>
                  <a:lnTo>
                    <a:pt x="17880" y="10335"/>
                  </a:lnTo>
                  <a:lnTo>
                    <a:pt x="13300" y="8586"/>
                  </a:lnTo>
                  <a:lnTo>
                    <a:pt x="14314" y="2564"/>
                  </a:lnTo>
                  <a:lnTo>
                    <a:pt x="6999" y="0"/>
                  </a:lnTo>
                  <a:close/>
                </a:path>
              </a:pathLst>
            </a:custGeom>
            <a:solidFill>
              <a:srgbClr val="DE73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62"/>
            <p:cNvSpPr/>
            <p:nvPr/>
          </p:nvSpPr>
          <p:spPr>
            <a:xfrm>
              <a:off x="1194050" y="1666500"/>
              <a:ext cx="447025" cy="380775"/>
            </a:xfrm>
            <a:custGeom>
              <a:avLst/>
              <a:gdLst/>
              <a:ahLst/>
              <a:cxnLst/>
              <a:rect l="l" t="t" r="r" b="b"/>
              <a:pathLst>
                <a:path w="17881" h="15231" extrusionOk="0">
                  <a:moveTo>
                    <a:pt x="6999" y="0"/>
                  </a:moveTo>
                  <a:lnTo>
                    <a:pt x="5218" y="7755"/>
                  </a:lnTo>
                  <a:lnTo>
                    <a:pt x="1653" y="7504"/>
                  </a:lnTo>
                  <a:lnTo>
                    <a:pt x="0" y="10077"/>
                  </a:lnTo>
                  <a:lnTo>
                    <a:pt x="11010" y="15231"/>
                  </a:lnTo>
                  <a:lnTo>
                    <a:pt x="17880" y="10335"/>
                  </a:lnTo>
                  <a:lnTo>
                    <a:pt x="13300" y="8586"/>
                  </a:lnTo>
                  <a:lnTo>
                    <a:pt x="14314" y="2564"/>
                  </a:lnTo>
                  <a:lnTo>
                    <a:pt x="69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62"/>
            <p:cNvSpPr/>
            <p:nvPr/>
          </p:nvSpPr>
          <p:spPr>
            <a:xfrm>
              <a:off x="1234375" y="1530025"/>
              <a:ext cx="130775" cy="136900"/>
            </a:xfrm>
            <a:custGeom>
              <a:avLst/>
              <a:gdLst/>
              <a:ahLst/>
              <a:cxnLst/>
              <a:rect l="l" t="t" r="r" b="b"/>
              <a:pathLst>
                <a:path w="5231" h="5476" extrusionOk="0">
                  <a:moveTo>
                    <a:pt x="1768" y="0"/>
                  </a:moveTo>
                  <a:cubicBezTo>
                    <a:pt x="1768" y="1"/>
                    <a:pt x="0" y="1475"/>
                    <a:pt x="4026" y="5108"/>
                  </a:cubicBezTo>
                  <a:cubicBezTo>
                    <a:pt x="4309" y="5364"/>
                    <a:pt x="4486" y="5476"/>
                    <a:pt x="4579" y="5476"/>
                  </a:cubicBezTo>
                  <a:cubicBezTo>
                    <a:pt x="5231" y="5476"/>
                    <a:pt x="1768" y="1"/>
                    <a:pt x="17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62"/>
            <p:cNvSpPr/>
            <p:nvPr/>
          </p:nvSpPr>
          <p:spPr>
            <a:xfrm>
              <a:off x="1201600" y="1392475"/>
              <a:ext cx="211750" cy="191875"/>
            </a:xfrm>
            <a:custGeom>
              <a:avLst/>
              <a:gdLst/>
              <a:ahLst/>
              <a:cxnLst/>
              <a:rect l="l" t="t" r="r" b="b"/>
              <a:pathLst>
                <a:path w="8470" h="7675" extrusionOk="0">
                  <a:moveTo>
                    <a:pt x="4203" y="0"/>
                  </a:moveTo>
                  <a:cubicBezTo>
                    <a:pt x="2375" y="0"/>
                    <a:pt x="752" y="1270"/>
                    <a:pt x="400" y="3100"/>
                  </a:cubicBezTo>
                  <a:cubicBezTo>
                    <a:pt x="1" y="5179"/>
                    <a:pt x="1393" y="7194"/>
                    <a:pt x="3511" y="7602"/>
                  </a:cubicBezTo>
                  <a:cubicBezTo>
                    <a:pt x="3764" y="7651"/>
                    <a:pt x="4016" y="7674"/>
                    <a:pt x="4265" y="7674"/>
                  </a:cubicBezTo>
                  <a:cubicBezTo>
                    <a:pt x="6094" y="7674"/>
                    <a:pt x="7717" y="6405"/>
                    <a:pt x="8070" y="4574"/>
                  </a:cubicBezTo>
                  <a:cubicBezTo>
                    <a:pt x="8469" y="2496"/>
                    <a:pt x="7077" y="479"/>
                    <a:pt x="4958" y="73"/>
                  </a:cubicBezTo>
                  <a:cubicBezTo>
                    <a:pt x="4704" y="24"/>
                    <a:pt x="4452" y="0"/>
                    <a:pt x="4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62"/>
            <p:cNvSpPr/>
            <p:nvPr/>
          </p:nvSpPr>
          <p:spPr>
            <a:xfrm>
              <a:off x="1253200" y="1204250"/>
              <a:ext cx="558275" cy="657350"/>
            </a:xfrm>
            <a:custGeom>
              <a:avLst/>
              <a:gdLst/>
              <a:ahLst/>
              <a:cxnLst/>
              <a:rect l="l" t="t" r="r" b="b"/>
              <a:pathLst>
                <a:path w="22331" h="26294" extrusionOk="0">
                  <a:moveTo>
                    <a:pt x="10529" y="1"/>
                  </a:moveTo>
                  <a:cubicBezTo>
                    <a:pt x="6466" y="1"/>
                    <a:pt x="4662" y="3389"/>
                    <a:pt x="2704" y="7346"/>
                  </a:cubicBezTo>
                  <a:cubicBezTo>
                    <a:pt x="0" y="12815"/>
                    <a:pt x="2080" y="23494"/>
                    <a:pt x="11427" y="26014"/>
                  </a:cubicBezTo>
                  <a:cubicBezTo>
                    <a:pt x="12121" y="26201"/>
                    <a:pt x="12795" y="26294"/>
                    <a:pt x="13444" y="26294"/>
                  </a:cubicBezTo>
                  <a:cubicBezTo>
                    <a:pt x="17978" y="26294"/>
                    <a:pt x="21293" y="21783"/>
                    <a:pt x="21799" y="13561"/>
                  </a:cubicBezTo>
                  <a:cubicBezTo>
                    <a:pt x="22330" y="4951"/>
                    <a:pt x="16308" y="1641"/>
                    <a:pt x="16308" y="1641"/>
                  </a:cubicBezTo>
                  <a:cubicBezTo>
                    <a:pt x="13963" y="495"/>
                    <a:pt x="12081" y="1"/>
                    <a:pt x="10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62"/>
            <p:cNvSpPr/>
            <p:nvPr/>
          </p:nvSpPr>
          <p:spPr>
            <a:xfrm>
              <a:off x="1165600" y="1043800"/>
              <a:ext cx="758725" cy="478450"/>
            </a:xfrm>
            <a:custGeom>
              <a:avLst/>
              <a:gdLst/>
              <a:ahLst/>
              <a:cxnLst/>
              <a:rect l="l" t="t" r="r" b="b"/>
              <a:pathLst>
                <a:path w="30349" h="19138" extrusionOk="0">
                  <a:moveTo>
                    <a:pt x="18688" y="1"/>
                  </a:moveTo>
                  <a:cubicBezTo>
                    <a:pt x="18582" y="1"/>
                    <a:pt x="18474" y="1"/>
                    <a:pt x="18366" y="3"/>
                  </a:cubicBezTo>
                  <a:cubicBezTo>
                    <a:pt x="14461" y="71"/>
                    <a:pt x="11683" y="902"/>
                    <a:pt x="9719" y="1961"/>
                  </a:cubicBezTo>
                  <a:lnTo>
                    <a:pt x="9719" y="1961"/>
                  </a:lnTo>
                  <a:cubicBezTo>
                    <a:pt x="9328" y="1777"/>
                    <a:pt x="8834" y="1663"/>
                    <a:pt x="8211" y="1663"/>
                  </a:cubicBezTo>
                  <a:cubicBezTo>
                    <a:pt x="7871" y="1663"/>
                    <a:pt x="7493" y="1697"/>
                    <a:pt x="7072" y="1771"/>
                  </a:cubicBezTo>
                  <a:cubicBezTo>
                    <a:pt x="2652" y="2557"/>
                    <a:pt x="1" y="9333"/>
                    <a:pt x="2358" y="15522"/>
                  </a:cubicBezTo>
                  <a:cubicBezTo>
                    <a:pt x="2358" y="15522"/>
                    <a:pt x="3835" y="14208"/>
                    <a:pt x="5139" y="14208"/>
                  </a:cubicBezTo>
                  <a:cubicBezTo>
                    <a:pt x="5261" y="14208"/>
                    <a:pt x="5382" y="14220"/>
                    <a:pt x="5500" y="14245"/>
                  </a:cubicBezTo>
                  <a:cubicBezTo>
                    <a:pt x="5500" y="14245"/>
                    <a:pt x="6875" y="16013"/>
                    <a:pt x="5894" y="19058"/>
                  </a:cubicBezTo>
                  <a:cubicBezTo>
                    <a:pt x="5894" y="19058"/>
                    <a:pt x="6078" y="19137"/>
                    <a:pt x="6351" y="19137"/>
                  </a:cubicBezTo>
                  <a:cubicBezTo>
                    <a:pt x="7170" y="19137"/>
                    <a:pt x="8791" y="18419"/>
                    <a:pt x="8643" y="12673"/>
                  </a:cubicBezTo>
                  <a:cubicBezTo>
                    <a:pt x="8643" y="12673"/>
                    <a:pt x="11198" y="11888"/>
                    <a:pt x="11492" y="9333"/>
                  </a:cubicBezTo>
                  <a:cubicBezTo>
                    <a:pt x="11492" y="9333"/>
                    <a:pt x="13947" y="13852"/>
                    <a:pt x="19055" y="14834"/>
                  </a:cubicBezTo>
                  <a:lnTo>
                    <a:pt x="17679" y="11690"/>
                  </a:lnTo>
                  <a:lnTo>
                    <a:pt x="17679" y="11690"/>
                  </a:lnTo>
                  <a:cubicBezTo>
                    <a:pt x="17679" y="11690"/>
                    <a:pt x="22491" y="15030"/>
                    <a:pt x="27993" y="15718"/>
                  </a:cubicBezTo>
                  <a:cubicBezTo>
                    <a:pt x="27993" y="15718"/>
                    <a:pt x="29879" y="9040"/>
                    <a:pt x="25480" y="4670"/>
                  </a:cubicBezTo>
                  <a:lnTo>
                    <a:pt x="25480" y="4670"/>
                  </a:lnTo>
                  <a:cubicBezTo>
                    <a:pt x="27330" y="6104"/>
                    <a:pt x="29584" y="8120"/>
                    <a:pt x="30349" y="9922"/>
                  </a:cubicBezTo>
                  <a:cubicBezTo>
                    <a:pt x="30349" y="9922"/>
                    <a:pt x="29674" y="1"/>
                    <a:pt x="186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62"/>
            <p:cNvSpPr/>
            <p:nvPr/>
          </p:nvSpPr>
          <p:spPr>
            <a:xfrm>
              <a:off x="1484575" y="2389175"/>
              <a:ext cx="445450" cy="466925"/>
            </a:xfrm>
            <a:custGeom>
              <a:avLst/>
              <a:gdLst/>
              <a:ahLst/>
              <a:cxnLst/>
              <a:rect l="l" t="t" r="r" b="b"/>
              <a:pathLst>
                <a:path w="17818" h="18677" extrusionOk="0">
                  <a:moveTo>
                    <a:pt x="1303" y="0"/>
                  </a:moveTo>
                  <a:cubicBezTo>
                    <a:pt x="1269" y="0"/>
                    <a:pt x="1245" y="17"/>
                    <a:pt x="1232" y="52"/>
                  </a:cubicBezTo>
                  <a:cubicBezTo>
                    <a:pt x="1" y="3385"/>
                    <a:pt x="2256" y="18677"/>
                    <a:pt x="4946" y="18677"/>
                  </a:cubicBezTo>
                  <a:cubicBezTo>
                    <a:pt x="5048" y="18677"/>
                    <a:pt x="5151" y="18655"/>
                    <a:pt x="5255" y="18609"/>
                  </a:cubicBezTo>
                  <a:cubicBezTo>
                    <a:pt x="17133" y="13345"/>
                    <a:pt x="17818" y="190"/>
                    <a:pt x="17818" y="189"/>
                  </a:cubicBezTo>
                  <a:lnTo>
                    <a:pt x="17818" y="189"/>
                  </a:lnTo>
                  <a:lnTo>
                    <a:pt x="10724" y="2690"/>
                  </a:lnTo>
                  <a:cubicBezTo>
                    <a:pt x="10724" y="2690"/>
                    <a:pt x="9359" y="4778"/>
                    <a:pt x="8109" y="7462"/>
                  </a:cubicBezTo>
                  <a:cubicBezTo>
                    <a:pt x="8095" y="7492"/>
                    <a:pt x="8072" y="7506"/>
                    <a:pt x="8039" y="7506"/>
                  </a:cubicBezTo>
                  <a:cubicBezTo>
                    <a:pt x="7304" y="7506"/>
                    <a:pt x="2027" y="0"/>
                    <a:pt x="13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62"/>
            <p:cNvSpPr/>
            <p:nvPr/>
          </p:nvSpPr>
          <p:spPr>
            <a:xfrm>
              <a:off x="1484575" y="2389175"/>
              <a:ext cx="345550" cy="466925"/>
            </a:xfrm>
            <a:custGeom>
              <a:avLst/>
              <a:gdLst/>
              <a:ahLst/>
              <a:cxnLst/>
              <a:rect l="l" t="t" r="r" b="b"/>
              <a:pathLst>
                <a:path w="13822" h="18677" extrusionOk="0">
                  <a:moveTo>
                    <a:pt x="1304" y="0"/>
                  </a:moveTo>
                  <a:cubicBezTo>
                    <a:pt x="1270" y="0"/>
                    <a:pt x="1246" y="17"/>
                    <a:pt x="1233" y="52"/>
                  </a:cubicBezTo>
                  <a:cubicBezTo>
                    <a:pt x="1" y="3385"/>
                    <a:pt x="2256" y="18677"/>
                    <a:pt x="4947" y="18677"/>
                  </a:cubicBezTo>
                  <a:cubicBezTo>
                    <a:pt x="5049" y="18677"/>
                    <a:pt x="5153" y="18655"/>
                    <a:pt x="5256" y="18609"/>
                  </a:cubicBezTo>
                  <a:cubicBezTo>
                    <a:pt x="9240" y="16844"/>
                    <a:pt x="11960" y="14190"/>
                    <a:pt x="13821" y="11444"/>
                  </a:cubicBezTo>
                  <a:cubicBezTo>
                    <a:pt x="13450" y="10563"/>
                    <a:pt x="13105" y="9724"/>
                    <a:pt x="12871" y="8960"/>
                  </a:cubicBezTo>
                  <a:cubicBezTo>
                    <a:pt x="12217" y="6834"/>
                    <a:pt x="11709" y="4644"/>
                    <a:pt x="11465" y="2430"/>
                  </a:cubicBezTo>
                  <a:lnTo>
                    <a:pt x="10725" y="2690"/>
                  </a:lnTo>
                  <a:cubicBezTo>
                    <a:pt x="10725" y="2690"/>
                    <a:pt x="9361" y="4778"/>
                    <a:pt x="8111" y="7463"/>
                  </a:cubicBezTo>
                  <a:cubicBezTo>
                    <a:pt x="8097" y="7493"/>
                    <a:pt x="8073" y="7507"/>
                    <a:pt x="8041" y="7507"/>
                  </a:cubicBezTo>
                  <a:cubicBezTo>
                    <a:pt x="7305" y="7507"/>
                    <a:pt x="2028" y="0"/>
                    <a:pt x="13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62"/>
            <p:cNvSpPr/>
            <p:nvPr/>
          </p:nvSpPr>
          <p:spPr>
            <a:xfrm>
              <a:off x="905075" y="5023500"/>
              <a:ext cx="344375" cy="223725"/>
            </a:xfrm>
            <a:custGeom>
              <a:avLst/>
              <a:gdLst/>
              <a:ahLst/>
              <a:cxnLst/>
              <a:rect l="l" t="t" r="r" b="b"/>
              <a:pathLst>
                <a:path w="13775" h="8949" extrusionOk="0">
                  <a:moveTo>
                    <a:pt x="7304" y="1"/>
                  </a:moveTo>
                  <a:lnTo>
                    <a:pt x="7757" y="5319"/>
                  </a:lnTo>
                  <a:cubicBezTo>
                    <a:pt x="7757" y="5319"/>
                    <a:pt x="1" y="6781"/>
                    <a:pt x="149" y="8171"/>
                  </a:cubicBezTo>
                  <a:cubicBezTo>
                    <a:pt x="213" y="8778"/>
                    <a:pt x="2823" y="8949"/>
                    <a:pt x="5742" y="8949"/>
                  </a:cubicBezTo>
                  <a:cubicBezTo>
                    <a:pt x="9502" y="8949"/>
                    <a:pt x="13775" y="8665"/>
                    <a:pt x="13775" y="8665"/>
                  </a:cubicBezTo>
                  <a:lnTo>
                    <a:pt x="13266" y="1653"/>
                  </a:lnTo>
                  <a:lnTo>
                    <a:pt x="730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62"/>
            <p:cNvSpPr/>
            <p:nvPr/>
          </p:nvSpPr>
          <p:spPr>
            <a:xfrm>
              <a:off x="908625" y="5174900"/>
              <a:ext cx="340825" cy="72300"/>
            </a:xfrm>
            <a:custGeom>
              <a:avLst/>
              <a:gdLst/>
              <a:ahLst/>
              <a:cxnLst/>
              <a:rect l="l" t="t" r="r" b="b"/>
              <a:pathLst>
                <a:path w="13633" h="2892" extrusionOk="0">
                  <a:moveTo>
                    <a:pt x="4370" y="0"/>
                  </a:moveTo>
                  <a:cubicBezTo>
                    <a:pt x="2768" y="421"/>
                    <a:pt x="1033" y="980"/>
                    <a:pt x="330" y="1562"/>
                  </a:cubicBezTo>
                  <a:lnTo>
                    <a:pt x="328" y="1562"/>
                  </a:lnTo>
                  <a:cubicBezTo>
                    <a:pt x="277" y="1604"/>
                    <a:pt x="227" y="1650"/>
                    <a:pt x="182" y="1698"/>
                  </a:cubicBezTo>
                  <a:lnTo>
                    <a:pt x="181" y="1699"/>
                  </a:lnTo>
                  <a:cubicBezTo>
                    <a:pt x="143" y="1742"/>
                    <a:pt x="108" y="1787"/>
                    <a:pt x="78" y="1835"/>
                  </a:cubicBezTo>
                  <a:cubicBezTo>
                    <a:pt x="71" y="1846"/>
                    <a:pt x="70" y="1856"/>
                    <a:pt x="64" y="1866"/>
                  </a:cubicBezTo>
                  <a:cubicBezTo>
                    <a:pt x="45" y="1900"/>
                    <a:pt x="29" y="1936"/>
                    <a:pt x="17" y="1973"/>
                  </a:cubicBezTo>
                  <a:cubicBezTo>
                    <a:pt x="5" y="2018"/>
                    <a:pt x="1" y="2066"/>
                    <a:pt x="5" y="2113"/>
                  </a:cubicBezTo>
                  <a:cubicBezTo>
                    <a:pt x="11" y="2151"/>
                    <a:pt x="24" y="2186"/>
                    <a:pt x="46" y="2218"/>
                  </a:cubicBezTo>
                  <a:cubicBezTo>
                    <a:pt x="49" y="2221"/>
                    <a:pt x="50" y="2226"/>
                    <a:pt x="53" y="2230"/>
                  </a:cubicBezTo>
                  <a:cubicBezTo>
                    <a:pt x="80" y="2264"/>
                    <a:pt x="110" y="2294"/>
                    <a:pt x="146" y="2321"/>
                  </a:cubicBezTo>
                  <a:cubicBezTo>
                    <a:pt x="153" y="2325"/>
                    <a:pt x="159" y="2331"/>
                    <a:pt x="165" y="2335"/>
                  </a:cubicBezTo>
                  <a:cubicBezTo>
                    <a:pt x="210" y="2365"/>
                    <a:pt x="257" y="2392"/>
                    <a:pt x="305" y="2414"/>
                  </a:cubicBezTo>
                  <a:lnTo>
                    <a:pt x="334" y="2428"/>
                  </a:lnTo>
                  <a:cubicBezTo>
                    <a:pt x="396" y="2455"/>
                    <a:pt x="458" y="2479"/>
                    <a:pt x="523" y="2499"/>
                  </a:cubicBezTo>
                  <a:lnTo>
                    <a:pt x="554" y="2509"/>
                  </a:lnTo>
                  <a:cubicBezTo>
                    <a:pt x="627" y="2533"/>
                    <a:pt x="707" y="2555"/>
                    <a:pt x="793" y="2575"/>
                  </a:cubicBezTo>
                  <a:lnTo>
                    <a:pt x="811" y="2580"/>
                  </a:lnTo>
                  <a:cubicBezTo>
                    <a:pt x="899" y="2600"/>
                    <a:pt x="995" y="2619"/>
                    <a:pt x="1096" y="2638"/>
                  </a:cubicBezTo>
                  <a:lnTo>
                    <a:pt x="1114" y="2642"/>
                  </a:lnTo>
                  <a:cubicBezTo>
                    <a:pt x="1216" y="2660"/>
                    <a:pt x="1324" y="2676"/>
                    <a:pt x="1435" y="2692"/>
                  </a:cubicBezTo>
                  <a:lnTo>
                    <a:pt x="1481" y="2700"/>
                  </a:lnTo>
                  <a:cubicBezTo>
                    <a:pt x="1590" y="2714"/>
                    <a:pt x="1706" y="2727"/>
                    <a:pt x="1826" y="2740"/>
                  </a:cubicBezTo>
                  <a:lnTo>
                    <a:pt x="1884" y="2748"/>
                  </a:lnTo>
                  <a:cubicBezTo>
                    <a:pt x="2004" y="2759"/>
                    <a:pt x="2130" y="2771"/>
                    <a:pt x="2259" y="2783"/>
                  </a:cubicBezTo>
                  <a:lnTo>
                    <a:pt x="2319" y="2787"/>
                  </a:lnTo>
                  <a:cubicBezTo>
                    <a:pt x="2452" y="2797"/>
                    <a:pt x="2589" y="2808"/>
                    <a:pt x="2731" y="2817"/>
                  </a:cubicBezTo>
                  <a:lnTo>
                    <a:pt x="2768" y="2819"/>
                  </a:lnTo>
                  <a:cubicBezTo>
                    <a:pt x="3067" y="2837"/>
                    <a:pt x="3383" y="2852"/>
                    <a:pt x="3712" y="2865"/>
                  </a:cubicBezTo>
                  <a:lnTo>
                    <a:pt x="3755" y="2866"/>
                  </a:lnTo>
                  <a:cubicBezTo>
                    <a:pt x="3913" y="2871"/>
                    <a:pt x="4073" y="2875"/>
                    <a:pt x="4236" y="2879"/>
                  </a:cubicBezTo>
                  <a:lnTo>
                    <a:pt x="4299" y="2879"/>
                  </a:lnTo>
                  <a:cubicBezTo>
                    <a:pt x="4459" y="2884"/>
                    <a:pt x="4623" y="2887"/>
                    <a:pt x="4788" y="2888"/>
                  </a:cubicBezTo>
                  <a:lnTo>
                    <a:pt x="4853" y="2888"/>
                  </a:lnTo>
                  <a:cubicBezTo>
                    <a:pt x="5021" y="2890"/>
                    <a:pt x="5189" y="2891"/>
                    <a:pt x="5360" y="2891"/>
                  </a:cubicBezTo>
                  <a:lnTo>
                    <a:pt x="5411" y="2891"/>
                  </a:lnTo>
                  <a:cubicBezTo>
                    <a:pt x="5477" y="2891"/>
                    <a:pt x="5543" y="2891"/>
                    <a:pt x="5608" y="2891"/>
                  </a:cubicBezTo>
                  <a:cubicBezTo>
                    <a:pt x="9367" y="2891"/>
                    <a:pt x="13633" y="2609"/>
                    <a:pt x="13633" y="2609"/>
                  </a:cubicBezTo>
                  <a:lnTo>
                    <a:pt x="13571" y="1774"/>
                  </a:lnTo>
                  <a:cubicBezTo>
                    <a:pt x="12887" y="1817"/>
                    <a:pt x="9068" y="2050"/>
                    <a:pt x="5665" y="2050"/>
                  </a:cubicBezTo>
                  <a:cubicBezTo>
                    <a:pt x="5644" y="2050"/>
                    <a:pt x="5623" y="2050"/>
                    <a:pt x="5602" y="2050"/>
                  </a:cubicBezTo>
                  <a:cubicBezTo>
                    <a:pt x="5262" y="1326"/>
                    <a:pt x="4850" y="639"/>
                    <a:pt x="43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62"/>
            <p:cNvSpPr/>
            <p:nvPr/>
          </p:nvSpPr>
          <p:spPr>
            <a:xfrm>
              <a:off x="1170350" y="5148775"/>
              <a:ext cx="52275" cy="49800"/>
            </a:xfrm>
            <a:custGeom>
              <a:avLst/>
              <a:gdLst/>
              <a:ahLst/>
              <a:cxnLst/>
              <a:rect l="l" t="t" r="r" b="b"/>
              <a:pathLst>
                <a:path w="2091" h="1992" extrusionOk="0">
                  <a:moveTo>
                    <a:pt x="1016" y="1"/>
                  </a:moveTo>
                  <a:cubicBezTo>
                    <a:pt x="494" y="1"/>
                    <a:pt x="55" y="408"/>
                    <a:pt x="24" y="937"/>
                  </a:cubicBezTo>
                  <a:cubicBezTo>
                    <a:pt x="1" y="1339"/>
                    <a:pt x="221" y="1716"/>
                    <a:pt x="583" y="1892"/>
                  </a:cubicBezTo>
                  <a:cubicBezTo>
                    <a:pt x="721" y="1959"/>
                    <a:pt x="869" y="1991"/>
                    <a:pt x="1017" y="1991"/>
                  </a:cubicBezTo>
                  <a:cubicBezTo>
                    <a:pt x="1256" y="1991"/>
                    <a:pt x="1493" y="1905"/>
                    <a:pt x="1679" y="1740"/>
                  </a:cubicBezTo>
                  <a:cubicBezTo>
                    <a:pt x="1979" y="1472"/>
                    <a:pt x="2090" y="1049"/>
                    <a:pt x="1957" y="669"/>
                  </a:cubicBezTo>
                  <a:cubicBezTo>
                    <a:pt x="1826" y="289"/>
                    <a:pt x="1478" y="26"/>
                    <a:pt x="1075" y="2"/>
                  </a:cubicBezTo>
                  <a:cubicBezTo>
                    <a:pt x="1056" y="1"/>
                    <a:pt x="1036" y="1"/>
                    <a:pt x="10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62"/>
            <p:cNvSpPr/>
            <p:nvPr/>
          </p:nvSpPr>
          <p:spPr>
            <a:xfrm>
              <a:off x="1041950" y="5164425"/>
              <a:ext cx="30350" cy="34100"/>
            </a:xfrm>
            <a:custGeom>
              <a:avLst/>
              <a:gdLst/>
              <a:ahLst/>
              <a:cxnLst/>
              <a:rect l="l" t="t" r="r" b="b"/>
              <a:pathLst>
                <a:path w="1214" h="1364" extrusionOk="0">
                  <a:moveTo>
                    <a:pt x="192" y="1"/>
                  </a:moveTo>
                  <a:cubicBezTo>
                    <a:pt x="155" y="1"/>
                    <a:pt x="118" y="13"/>
                    <a:pt x="87" y="37"/>
                  </a:cubicBezTo>
                  <a:cubicBezTo>
                    <a:pt x="14" y="94"/>
                    <a:pt x="1" y="201"/>
                    <a:pt x="59" y="274"/>
                  </a:cubicBezTo>
                  <a:lnTo>
                    <a:pt x="861" y="1299"/>
                  </a:lnTo>
                  <a:cubicBezTo>
                    <a:pt x="893" y="1340"/>
                    <a:pt x="943" y="1364"/>
                    <a:pt x="994" y="1364"/>
                  </a:cubicBezTo>
                  <a:cubicBezTo>
                    <a:pt x="1134" y="1364"/>
                    <a:pt x="1213" y="1201"/>
                    <a:pt x="1127" y="1092"/>
                  </a:cubicBezTo>
                  <a:lnTo>
                    <a:pt x="324" y="65"/>
                  </a:lnTo>
                  <a:cubicBezTo>
                    <a:pt x="291" y="23"/>
                    <a:pt x="242"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62"/>
            <p:cNvSpPr/>
            <p:nvPr/>
          </p:nvSpPr>
          <p:spPr>
            <a:xfrm>
              <a:off x="1068600" y="5156975"/>
              <a:ext cx="30300" cy="34100"/>
            </a:xfrm>
            <a:custGeom>
              <a:avLst/>
              <a:gdLst/>
              <a:ahLst/>
              <a:cxnLst/>
              <a:rect l="l" t="t" r="r" b="b"/>
              <a:pathLst>
                <a:path w="1212" h="1364" extrusionOk="0">
                  <a:moveTo>
                    <a:pt x="191" y="0"/>
                  </a:moveTo>
                  <a:cubicBezTo>
                    <a:pt x="155" y="0"/>
                    <a:pt x="118" y="12"/>
                    <a:pt x="87" y="37"/>
                  </a:cubicBezTo>
                  <a:cubicBezTo>
                    <a:pt x="13" y="94"/>
                    <a:pt x="1" y="201"/>
                    <a:pt x="58" y="274"/>
                  </a:cubicBezTo>
                  <a:lnTo>
                    <a:pt x="861" y="1299"/>
                  </a:lnTo>
                  <a:cubicBezTo>
                    <a:pt x="893" y="1340"/>
                    <a:pt x="941" y="1363"/>
                    <a:pt x="994" y="1363"/>
                  </a:cubicBezTo>
                  <a:cubicBezTo>
                    <a:pt x="1134" y="1363"/>
                    <a:pt x="1212" y="1201"/>
                    <a:pt x="1126" y="1091"/>
                  </a:cubicBezTo>
                  <a:lnTo>
                    <a:pt x="324" y="65"/>
                  </a:lnTo>
                  <a:cubicBezTo>
                    <a:pt x="290" y="23"/>
                    <a:pt x="241" y="0"/>
                    <a:pt x="1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62"/>
            <p:cNvSpPr/>
            <p:nvPr/>
          </p:nvSpPr>
          <p:spPr>
            <a:xfrm>
              <a:off x="1093550" y="5152000"/>
              <a:ext cx="30325" cy="34100"/>
            </a:xfrm>
            <a:custGeom>
              <a:avLst/>
              <a:gdLst/>
              <a:ahLst/>
              <a:cxnLst/>
              <a:rect l="l" t="t" r="r" b="b"/>
              <a:pathLst>
                <a:path w="1213" h="1364" extrusionOk="0">
                  <a:moveTo>
                    <a:pt x="191" y="1"/>
                  </a:moveTo>
                  <a:cubicBezTo>
                    <a:pt x="154" y="1"/>
                    <a:pt x="117" y="12"/>
                    <a:pt x="87" y="37"/>
                  </a:cubicBezTo>
                  <a:cubicBezTo>
                    <a:pt x="13" y="94"/>
                    <a:pt x="0" y="201"/>
                    <a:pt x="57" y="274"/>
                  </a:cubicBezTo>
                  <a:lnTo>
                    <a:pt x="860" y="1299"/>
                  </a:lnTo>
                  <a:cubicBezTo>
                    <a:pt x="892" y="1340"/>
                    <a:pt x="941" y="1364"/>
                    <a:pt x="993" y="1364"/>
                  </a:cubicBezTo>
                  <a:cubicBezTo>
                    <a:pt x="1134" y="1364"/>
                    <a:pt x="1213" y="1201"/>
                    <a:pt x="1126" y="1090"/>
                  </a:cubicBezTo>
                  <a:lnTo>
                    <a:pt x="323" y="65"/>
                  </a:lnTo>
                  <a:cubicBezTo>
                    <a:pt x="290" y="23"/>
                    <a:pt x="240" y="1"/>
                    <a:pt x="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62"/>
            <p:cNvSpPr/>
            <p:nvPr/>
          </p:nvSpPr>
          <p:spPr>
            <a:xfrm>
              <a:off x="1550350" y="5033600"/>
              <a:ext cx="342525" cy="223650"/>
            </a:xfrm>
            <a:custGeom>
              <a:avLst/>
              <a:gdLst/>
              <a:ahLst/>
              <a:cxnLst/>
              <a:rect l="l" t="t" r="r" b="b"/>
              <a:pathLst>
                <a:path w="13701" h="8946" extrusionOk="0">
                  <a:moveTo>
                    <a:pt x="6171" y="0"/>
                  </a:moveTo>
                  <a:lnTo>
                    <a:pt x="268" y="1857"/>
                  </a:lnTo>
                  <a:lnTo>
                    <a:pt x="0" y="8882"/>
                  </a:lnTo>
                  <a:cubicBezTo>
                    <a:pt x="0" y="8882"/>
                    <a:pt x="1982" y="8946"/>
                    <a:pt x="4433" y="8946"/>
                  </a:cubicBezTo>
                  <a:cubicBezTo>
                    <a:pt x="8379" y="8946"/>
                    <a:pt x="13539" y="8781"/>
                    <a:pt x="13600" y="7922"/>
                  </a:cubicBezTo>
                  <a:cubicBezTo>
                    <a:pt x="13701" y="6528"/>
                    <a:pt x="5899" y="5332"/>
                    <a:pt x="5899" y="5332"/>
                  </a:cubicBezTo>
                  <a:lnTo>
                    <a:pt x="61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62"/>
            <p:cNvSpPr/>
            <p:nvPr/>
          </p:nvSpPr>
          <p:spPr>
            <a:xfrm>
              <a:off x="1550350" y="5182525"/>
              <a:ext cx="340075" cy="74700"/>
            </a:xfrm>
            <a:custGeom>
              <a:avLst/>
              <a:gdLst/>
              <a:ahLst/>
              <a:cxnLst/>
              <a:rect l="l" t="t" r="r" b="b"/>
              <a:pathLst>
                <a:path w="13603" h="2988" extrusionOk="0">
                  <a:moveTo>
                    <a:pt x="9166" y="1"/>
                  </a:moveTo>
                  <a:cubicBezTo>
                    <a:pt x="8708" y="656"/>
                    <a:pt x="8321" y="1358"/>
                    <a:pt x="8007" y="2092"/>
                  </a:cubicBezTo>
                  <a:cubicBezTo>
                    <a:pt x="6787" y="2135"/>
                    <a:pt x="5510" y="2149"/>
                    <a:pt x="4340" y="2149"/>
                  </a:cubicBezTo>
                  <a:cubicBezTo>
                    <a:pt x="2233" y="2149"/>
                    <a:pt x="475" y="2102"/>
                    <a:pt x="31" y="2089"/>
                  </a:cubicBezTo>
                  <a:lnTo>
                    <a:pt x="0" y="2924"/>
                  </a:lnTo>
                  <a:cubicBezTo>
                    <a:pt x="0" y="2924"/>
                    <a:pt x="1993" y="2988"/>
                    <a:pt x="4453" y="2988"/>
                  </a:cubicBezTo>
                  <a:cubicBezTo>
                    <a:pt x="5658" y="2988"/>
                    <a:pt x="6975" y="2972"/>
                    <a:pt x="8224" y="2927"/>
                  </a:cubicBezTo>
                  <a:lnTo>
                    <a:pt x="8277" y="2924"/>
                  </a:lnTo>
                  <a:cubicBezTo>
                    <a:pt x="8447" y="2918"/>
                    <a:pt x="8615" y="2911"/>
                    <a:pt x="8783" y="2903"/>
                  </a:cubicBezTo>
                  <a:lnTo>
                    <a:pt x="8847" y="2900"/>
                  </a:lnTo>
                  <a:cubicBezTo>
                    <a:pt x="9013" y="2893"/>
                    <a:pt x="9175" y="2884"/>
                    <a:pt x="9337" y="2876"/>
                  </a:cubicBezTo>
                  <a:lnTo>
                    <a:pt x="9399" y="2873"/>
                  </a:lnTo>
                  <a:cubicBezTo>
                    <a:pt x="9562" y="2862"/>
                    <a:pt x="9722" y="2852"/>
                    <a:pt x="9880" y="2842"/>
                  </a:cubicBezTo>
                  <a:lnTo>
                    <a:pt x="9922" y="2839"/>
                  </a:lnTo>
                  <a:cubicBezTo>
                    <a:pt x="10250" y="2817"/>
                    <a:pt x="10566" y="2792"/>
                    <a:pt x="10864" y="2762"/>
                  </a:cubicBezTo>
                  <a:lnTo>
                    <a:pt x="10901" y="2759"/>
                  </a:lnTo>
                  <a:cubicBezTo>
                    <a:pt x="11041" y="2745"/>
                    <a:pt x="11178" y="2731"/>
                    <a:pt x="11311" y="2715"/>
                  </a:cubicBezTo>
                  <a:lnTo>
                    <a:pt x="11370" y="2709"/>
                  </a:lnTo>
                  <a:cubicBezTo>
                    <a:pt x="11499" y="2693"/>
                    <a:pt x="11623" y="2677"/>
                    <a:pt x="11743" y="2661"/>
                  </a:cubicBezTo>
                  <a:lnTo>
                    <a:pt x="11801" y="2652"/>
                  </a:lnTo>
                  <a:cubicBezTo>
                    <a:pt x="11920" y="2634"/>
                    <a:pt x="12035" y="2617"/>
                    <a:pt x="12145" y="2598"/>
                  </a:cubicBezTo>
                  <a:lnTo>
                    <a:pt x="12189" y="2590"/>
                  </a:lnTo>
                  <a:cubicBezTo>
                    <a:pt x="12301" y="2570"/>
                    <a:pt x="12408" y="2550"/>
                    <a:pt x="12509" y="2529"/>
                  </a:cubicBezTo>
                  <a:lnTo>
                    <a:pt x="12527" y="2525"/>
                  </a:lnTo>
                  <a:cubicBezTo>
                    <a:pt x="12629" y="2503"/>
                    <a:pt x="12723" y="2479"/>
                    <a:pt x="12810" y="2456"/>
                  </a:cubicBezTo>
                  <a:lnTo>
                    <a:pt x="12828" y="2452"/>
                  </a:lnTo>
                  <a:cubicBezTo>
                    <a:pt x="12913" y="2428"/>
                    <a:pt x="12992" y="2403"/>
                    <a:pt x="13065" y="2377"/>
                  </a:cubicBezTo>
                  <a:cubicBezTo>
                    <a:pt x="13075" y="2374"/>
                    <a:pt x="13085" y="2370"/>
                    <a:pt x="13095" y="2367"/>
                  </a:cubicBezTo>
                  <a:cubicBezTo>
                    <a:pt x="13160" y="2343"/>
                    <a:pt x="13221" y="2317"/>
                    <a:pt x="13281" y="2288"/>
                  </a:cubicBezTo>
                  <a:lnTo>
                    <a:pt x="13309" y="2275"/>
                  </a:lnTo>
                  <a:cubicBezTo>
                    <a:pt x="13359" y="2250"/>
                    <a:pt x="13404" y="2221"/>
                    <a:pt x="13448" y="2190"/>
                  </a:cubicBezTo>
                  <a:cubicBezTo>
                    <a:pt x="13454" y="2184"/>
                    <a:pt x="13460" y="2180"/>
                    <a:pt x="13465" y="2175"/>
                  </a:cubicBezTo>
                  <a:cubicBezTo>
                    <a:pt x="13501" y="2147"/>
                    <a:pt x="13531" y="2117"/>
                    <a:pt x="13556" y="2082"/>
                  </a:cubicBezTo>
                  <a:cubicBezTo>
                    <a:pt x="13558" y="2077"/>
                    <a:pt x="13559" y="2073"/>
                    <a:pt x="13562" y="2070"/>
                  </a:cubicBezTo>
                  <a:cubicBezTo>
                    <a:pt x="13582" y="2038"/>
                    <a:pt x="13596" y="2001"/>
                    <a:pt x="13600" y="1963"/>
                  </a:cubicBezTo>
                  <a:cubicBezTo>
                    <a:pt x="13603" y="1916"/>
                    <a:pt x="13597" y="1868"/>
                    <a:pt x="13582" y="1823"/>
                  </a:cubicBezTo>
                  <a:cubicBezTo>
                    <a:pt x="13571" y="1786"/>
                    <a:pt x="13553" y="1751"/>
                    <a:pt x="13533" y="1719"/>
                  </a:cubicBezTo>
                  <a:cubicBezTo>
                    <a:pt x="13527" y="1709"/>
                    <a:pt x="13524" y="1698"/>
                    <a:pt x="13518" y="1688"/>
                  </a:cubicBezTo>
                  <a:cubicBezTo>
                    <a:pt x="13486" y="1640"/>
                    <a:pt x="13449" y="1596"/>
                    <a:pt x="13410" y="1557"/>
                  </a:cubicBezTo>
                  <a:cubicBezTo>
                    <a:pt x="13410" y="1555"/>
                    <a:pt x="13408" y="1555"/>
                    <a:pt x="13408" y="1555"/>
                  </a:cubicBezTo>
                  <a:cubicBezTo>
                    <a:pt x="13362" y="1507"/>
                    <a:pt x="13312" y="1463"/>
                    <a:pt x="13258" y="1424"/>
                  </a:cubicBezTo>
                  <a:cubicBezTo>
                    <a:pt x="12535" y="866"/>
                    <a:pt x="10782" y="366"/>
                    <a:pt x="9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62"/>
            <p:cNvSpPr/>
            <p:nvPr/>
          </p:nvSpPr>
          <p:spPr>
            <a:xfrm>
              <a:off x="1574875" y="5162500"/>
              <a:ext cx="52525" cy="49825"/>
            </a:xfrm>
            <a:custGeom>
              <a:avLst/>
              <a:gdLst/>
              <a:ahLst/>
              <a:cxnLst/>
              <a:rect l="l" t="t" r="r" b="b"/>
              <a:pathLst>
                <a:path w="2101" h="1993" extrusionOk="0">
                  <a:moveTo>
                    <a:pt x="1073" y="0"/>
                  </a:moveTo>
                  <a:cubicBezTo>
                    <a:pt x="1042" y="0"/>
                    <a:pt x="1010" y="2"/>
                    <a:pt x="979" y="5"/>
                  </a:cubicBezTo>
                  <a:cubicBezTo>
                    <a:pt x="578" y="43"/>
                    <a:pt x="239" y="318"/>
                    <a:pt x="120" y="702"/>
                  </a:cubicBezTo>
                  <a:cubicBezTo>
                    <a:pt x="0" y="1087"/>
                    <a:pt x="125" y="1505"/>
                    <a:pt x="435" y="1762"/>
                  </a:cubicBezTo>
                  <a:cubicBezTo>
                    <a:pt x="617" y="1914"/>
                    <a:pt x="843" y="1992"/>
                    <a:pt x="1071" y="1992"/>
                  </a:cubicBezTo>
                  <a:cubicBezTo>
                    <a:pt x="1229" y="1992"/>
                    <a:pt x="1389" y="1954"/>
                    <a:pt x="1536" y="1876"/>
                  </a:cubicBezTo>
                  <a:cubicBezTo>
                    <a:pt x="1893" y="1688"/>
                    <a:pt x="2100" y="1305"/>
                    <a:pt x="2062" y="904"/>
                  </a:cubicBezTo>
                  <a:cubicBezTo>
                    <a:pt x="2014" y="387"/>
                    <a:pt x="1580" y="0"/>
                    <a:pt x="10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62"/>
            <p:cNvSpPr/>
            <p:nvPr/>
          </p:nvSpPr>
          <p:spPr>
            <a:xfrm>
              <a:off x="1725825" y="5173050"/>
              <a:ext cx="29450" cy="34775"/>
            </a:xfrm>
            <a:custGeom>
              <a:avLst/>
              <a:gdLst/>
              <a:ahLst/>
              <a:cxnLst/>
              <a:rect l="l" t="t" r="r" b="b"/>
              <a:pathLst>
                <a:path w="1178" h="1391" extrusionOk="0">
                  <a:moveTo>
                    <a:pt x="986" y="0"/>
                  </a:moveTo>
                  <a:cubicBezTo>
                    <a:pt x="934" y="0"/>
                    <a:pt x="883" y="25"/>
                    <a:pt x="850" y="70"/>
                  </a:cubicBezTo>
                  <a:lnTo>
                    <a:pt x="82" y="1123"/>
                  </a:lnTo>
                  <a:cubicBezTo>
                    <a:pt x="0" y="1234"/>
                    <a:pt x="81" y="1390"/>
                    <a:pt x="218" y="1390"/>
                  </a:cubicBezTo>
                  <a:cubicBezTo>
                    <a:pt x="272" y="1390"/>
                    <a:pt x="322" y="1365"/>
                    <a:pt x="354" y="1321"/>
                  </a:cubicBezTo>
                  <a:lnTo>
                    <a:pt x="1122" y="269"/>
                  </a:lnTo>
                  <a:cubicBezTo>
                    <a:pt x="1178" y="194"/>
                    <a:pt x="1162" y="89"/>
                    <a:pt x="1086" y="33"/>
                  </a:cubicBezTo>
                  <a:cubicBezTo>
                    <a:pt x="1055" y="11"/>
                    <a:pt x="1020" y="0"/>
                    <a:pt x="9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62"/>
            <p:cNvSpPr/>
            <p:nvPr/>
          </p:nvSpPr>
          <p:spPr>
            <a:xfrm>
              <a:off x="1699650" y="5166625"/>
              <a:ext cx="28650" cy="34675"/>
            </a:xfrm>
            <a:custGeom>
              <a:avLst/>
              <a:gdLst/>
              <a:ahLst/>
              <a:cxnLst/>
              <a:rect l="l" t="t" r="r" b="b"/>
              <a:pathLst>
                <a:path w="1146" h="1387" extrusionOk="0">
                  <a:moveTo>
                    <a:pt x="955" y="1"/>
                  </a:moveTo>
                  <a:cubicBezTo>
                    <a:pt x="905" y="1"/>
                    <a:pt x="855" y="23"/>
                    <a:pt x="822" y="66"/>
                  </a:cubicBezTo>
                  <a:lnTo>
                    <a:pt x="55" y="1118"/>
                  </a:lnTo>
                  <a:cubicBezTo>
                    <a:pt x="0" y="1194"/>
                    <a:pt x="17" y="1299"/>
                    <a:pt x="91" y="1355"/>
                  </a:cubicBezTo>
                  <a:cubicBezTo>
                    <a:pt x="120" y="1375"/>
                    <a:pt x="155" y="1387"/>
                    <a:pt x="191" y="1387"/>
                  </a:cubicBezTo>
                  <a:cubicBezTo>
                    <a:pt x="245" y="1387"/>
                    <a:pt x="296" y="1361"/>
                    <a:pt x="328" y="1317"/>
                  </a:cubicBezTo>
                  <a:lnTo>
                    <a:pt x="1094" y="265"/>
                  </a:lnTo>
                  <a:cubicBezTo>
                    <a:pt x="1145" y="189"/>
                    <a:pt x="1128" y="87"/>
                    <a:pt x="1055" y="33"/>
                  </a:cubicBezTo>
                  <a:cubicBezTo>
                    <a:pt x="1024" y="11"/>
                    <a:pt x="989" y="1"/>
                    <a:pt x="9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62"/>
            <p:cNvSpPr/>
            <p:nvPr/>
          </p:nvSpPr>
          <p:spPr>
            <a:xfrm>
              <a:off x="1673875" y="5162500"/>
              <a:ext cx="29350" cy="34675"/>
            </a:xfrm>
            <a:custGeom>
              <a:avLst/>
              <a:gdLst/>
              <a:ahLst/>
              <a:cxnLst/>
              <a:rect l="l" t="t" r="r" b="b"/>
              <a:pathLst>
                <a:path w="1174" h="1387" extrusionOk="0">
                  <a:moveTo>
                    <a:pt x="983" y="1"/>
                  </a:moveTo>
                  <a:cubicBezTo>
                    <a:pt x="932" y="1"/>
                    <a:pt x="882" y="23"/>
                    <a:pt x="849" y="66"/>
                  </a:cubicBezTo>
                  <a:lnTo>
                    <a:pt x="81" y="1119"/>
                  </a:lnTo>
                  <a:cubicBezTo>
                    <a:pt x="0" y="1230"/>
                    <a:pt x="79" y="1387"/>
                    <a:pt x="218" y="1387"/>
                  </a:cubicBezTo>
                  <a:cubicBezTo>
                    <a:pt x="271" y="1387"/>
                    <a:pt x="322" y="1362"/>
                    <a:pt x="353" y="1318"/>
                  </a:cubicBezTo>
                  <a:lnTo>
                    <a:pt x="1121" y="265"/>
                  </a:lnTo>
                  <a:cubicBezTo>
                    <a:pt x="1173" y="190"/>
                    <a:pt x="1156" y="87"/>
                    <a:pt x="1081" y="32"/>
                  </a:cubicBezTo>
                  <a:cubicBezTo>
                    <a:pt x="1052" y="11"/>
                    <a:pt x="1017" y="1"/>
                    <a:pt x="98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62"/>
            <p:cNvSpPr/>
            <p:nvPr/>
          </p:nvSpPr>
          <p:spPr>
            <a:xfrm>
              <a:off x="688325" y="2586350"/>
              <a:ext cx="1123075" cy="2503700"/>
            </a:xfrm>
            <a:custGeom>
              <a:avLst/>
              <a:gdLst/>
              <a:ahLst/>
              <a:cxnLst/>
              <a:rect l="l" t="t" r="r" b="b"/>
              <a:pathLst>
                <a:path w="44923" h="100148" extrusionOk="0">
                  <a:moveTo>
                    <a:pt x="12776" y="0"/>
                  </a:moveTo>
                  <a:cubicBezTo>
                    <a:pt x="12776" y="0"/>
                    <a:pt x="3020" y="10236"/>
                    <a:pt x="1511" y="20999"/>
                  </a:cubicBezTo>
                  <a:cubicBezTo>
                    <a:pt x="1" y="31761"/>
                    <a:pt x="15428" y="99132"/>
                    <a:pt x="15428" y="99132"/>
                  </a:cubicBezTo>
                  <a:lnTo>
                    <a:pt x="22705" y="98962"/>
                  </a:lnTo>
                  <a:lnTo>
                    <a:pt x="23875" y="35324"/>
                  </a:lnTo>
                  <a:lnTo>
                    <a:pt x="33681" y="99888"/>
                  </a:lnTo>
                  <a:lnTo>
                    <a:pt x="42123" y="100148"/>
                  </a:lnTo>
                  <a:cubicBezTo>
                    <a:pt x="42123" y="100148"/>
                    <a:pt x="44922" y="28306"/>
                    <a:pt x="39161" y="17516"/>
                  </a:cubicBezTo>
                  <a:cubicBezTo>
                    <a:pt x="36286" y="8781"/>
                    <a:pt x="33945" y="1831"/>
                    <a:pt x="33945" y="1831"/>
                  </a:cubicBezTo>
                  <a:lnTo>
                    <a:pt x="1277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62"/>
            <p:cNvSpPr/>
            <p:nvPr/>
          </p:nvSpPr>
          <p:spPr>
            <a:xfrm>
              <a:off x="1286325" y="3140900"/>
              <a:ext cx="512300" cy="1949150"/>
            </a:xfrm>
            <a:custGeom>
              <a:avLst/>
              <a:gdLst/>
              <a:ahLst/>
              <a:cxnLst/>
              <a:rect l="l" t="t" r="r" b="b"/>
              <a:pathLst>
                <a:path w="20492" h="77966" extrusionOk="0">
                  <a:moveTo>
                    <a:pt x="16671" y="0"/>
                  </a:moveTo>
                  <a:cubicBezTo>
                    <a:pt x="12239" y="5718"/>
                    <a:pt x="6778" y="11531"/>
                    <a:pt x="0" y="13442"/>
                  </a:cubicBezTo>
                  <a:lnTo>
                    <a:pt x="9761" y="77706"/>
                  </a:lnTo>
                  <a:lnTo>
                    <a:pt x="18205" y="77966"/>
                  </a:lnTo>
                  <a:cubicBezTo>
                    <a:pt x="18205" y="77966"/>
                    <a:pt x="20492" y="19230"/>
                    <a:pt x="1667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62"/>
            <p:cNvSpPr/>
            <p:nvPr/>
          </p:nvSpPr>
          <p:spPr>
            <a:xfrm>
              <a:off x="1022575" y="4979475"/>
              <a:ext cx="257175" cy="108800"/>
            </a:xfrm>
            <a:custGeom>
              <a:avLst/>
              <a:gdLst/>
              <a:ahLst/>
              <a:cxnLst/>
              <a:rect l="l" t="t" r="r" b="b"/>
              <a:pathLst>
                <a:path w="10287" h="4352" extrusionOk="0">
                  <a:moveTo>
                    <a:pt x="1" y="1"/>
                  </a:moveTo>
                  <a:lnTo>
                    <a:pt x="851" y="4351"/>
                  </a:lnTo>
                  <a:lnTo>
                    <a:pt x="10287" y="4247"/>
                  </a:lnTo>
                  <a:lnTo>
                    <a:pt x="10199" y="709"/>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62"/>
            <p:cNvSpPr/>
            <p:nvPr/>
          </p:nvSpPr>
          <p:spPr>
            <a:xfrm>
              <a:off x="1500575" y="5002600"/>
              <a:ext cx="273025" cy="102925"/>
            </a:xfrm>
            <a:custGeom>
              <a:avLst/>
              <a:gdLst/>
              <a:ahLst/>
              <a:cxnLst/>
              <a:rect l="l" t="t" r="r" b="b"/>
              <a:pathLst>
                <a:path w="10921" h="4117" extrusionOk="0">
                  <a:moveTo>
                    <a:pt x="10920" y="0"/>
                  </a:moveTo>
                  <a:lnTo>
                    <a:pt x="314" y="67"/>
                  </a:lnTo>
                  <a:lnTo>
                    <a:pt x="1" y="3594"/>
                  </a:lnTo>
                  <a:lnTo>
                    <a:pt x="10599" y="4117"/>
                  </a:lnTo>
                  <a:lnTo>
                    <a:pt x="109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62"/>
            <p:cNvSpPr/>
            <p:nvPr/>
          </p:nvSpPr>
          <p:spPr>
            <a:xfrm>
              <a:off x="902850" y="1844675"/>
              <a:ext cx="1056175" cy="969075"/>
            </a:xfrm>
            <a:custGeom>
              <a:avLst/>
              <a:gdLst/>
              <a:ahLst/>
              <a:cxnLst/>
              <a:rect l="l" t="t" r="r" b="b"/>
              <a:pathLst>
                <a:path w="42247" h="38763" extrusionOk="0">
                  <a:moveTo>
                    <a:pt x="14598" y="1"/>
                  </a:moveTo>
                  <a:cubicBezTo>
                    <a:pt x="10395" y="78"/>
                    <a:pt x="6850" y="1090"/>
                    <a:pt x="5613" y="3886"/>
                  </a:cubicBezTo>
                  <a:cubicBezTo>
                    <a:pt x="2162" y="11680"/>
                    <a:pt x="1" y="31219"/>
                    <a:pt x="1" y="31219"/>
                  </a:cubicBezTo>
                  <a:cubicBezTo>
                    <a:pt x="1" y="31219"/>
                    <a:pt x="9310" y="38762"/>
                    <a:pt x="24299" y="38762"/>
                  </a:cubicBezTo>
                  <a:cubicBezTo>
                    <a:pt x="25893" y="38762"/>
                    <a:pt x="27551" y="38677"/>
                    <a:pt x="29269" y="38488"/>
                  </a:cubicBezTo>
                  <a:lnTo>
                    <a:pt x="31321" y="29215"/>
                  </a:lnTo>
                  <a:cubicBezTo>
                    <a:pt x="31321" y="29215"/>
                    <a:pt x="42246" y="26545"/>
                    <a:pt x="34861" y="16451"/>
                  </a:cubicBezTo>
                  <a:cubicBezTo>
                    <a:pt x="34861" y="16451"/>
                    <a:pt x="37660" y="5277"/>
                    <a:pt x="34057" y="3717"/>
                  </a:cubicBezTo>
                  <a:cubicBezTo>
                    <a:pt x="33143" y="3320"/>
                    <a:pt x="31087" y="2636"/>
                    <a:pt x="28472" y="1962"/>
                  </a:cubicBezTo>
                  <a:cubicBezTo>
                    <a:pt x="27394" y="3866"/>
                    <a:pt x="25241" y="4647"/>
                    <a:pt x="23020" y="4647"/>
                  </a:cubicBezTo>
                  <a:cubicBezTo>
                    <a:pt x="22177" y="4647"/>
                    <a:pt x="21324" y="4534"/>
                    <a:pt x="20517" y="4328"/>
                  </a:cubicBezTo>
                  <a:cubicBezTo>
                    <a:pt x="17983" y="3681"/>
                    <a:pt x="15781" y="2128"/>
                    <a:pt x="1459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62"/>
            <p:cNvSpPr/>
            <p:nvPr/>
          </p:nvSpPr>
          <p:spPr>
            <a:xfrm>
              <a:off x="1039775" y="2197625"/>
              <a:ext cx="882825" cy="514800"/>
            </a:xfrm>
            <a:custGeom>
              <a:avLst/>
              <a:gdLst/>
              <a:ahLst/>
              <a:cxnLst/>
              <a:rect l="l" t="t" r="r" b="b"/>
              <a:pathLst>
                <a:path w="35313" h="20592" extrusionOk="0">
                  <a:moveTo>
                    <a:pt x="11066" y="0"/>
                  </a:moveTo>
                  <a:cubicBezTo>
                    <a:pt x="7647" y="341"/>
                    <a:pt x="3333" y="1179"/>
                    <a:pt x="25" y="1976"/>
                  </a:cubicBezTo>
                  <a:cubicBezTo>
                    <a:pt x="0" y="7280"/>
                    <a:pt x="1480" y="17528"/>
                    <a:pt x="6250" y="20005"/>
                  </a:cubicBezTo>
                  <a:cubicBezTo>
                    <a:pt x="7035" y="20412"/>
                    <a:pt x="8052" y="20591"/>
                    <a:pt x="9232" y="20591"/>
                  </a:cubicBezTo>
                  <a:cubicBezTo>
                    <a:pt x="17721" y="20591"/>
                    <a:pt x="34675" y="11343"/>
                    <a:pt x="34675" y="11343"/>
                  </a:cubicBezTo>
                  <a:cubicBezTo>
                    <a:pt x="34675" y="11343"/>
                    <a:pt x="35313" y="8027"/>
                    <a:pt x="34314" y="7262"/>
                  </a:cubicBezTo>
                  <a:cubicBezTo>
                    <a:pt x="34245" y="7209"/>
                    <a:pt x="34078" y="7184"/>
                    <a:pt x="33827" y="7184"/>
                  </a:cubicBezTo>
                  <a:cubicBezTo>
                    <a:pt x="30471" y="7184"/>
                    <a:pt x="12082" y="11624"/>
                    <a:pt x="11535" y="11696"/>
                  </a:cubicBezTo>
                  <a:cubicBezTo>
                    <a:pt x="11533" y="11696"/>
                    <a:pt x="11532" y="11696"/>
                    <a:pt x="11530" y="11696"/>
                  </a:cubicBezTo>
                  <a:cubicBezTo>
                    <a:pt x="11048" y="11696"/>
                    <a:pt x="11051" y="3015"/>
                    <a:pt x="11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62"/>
            <p:cNvSpPr/>
            <p:nvPr/>
          </p:nvSpPr>
          <p:spPr>
            <a:xfrm>
              <a:off x="1579050" y="2110250"/>
              <a:ext cx="382825" cy="508200"/>
            </a:xfrm>
            <a:custGeom>
              <a:avLst/>
              <a:gdLst/>
              <a:ahLst/>
              <a:cxnLst/>
              <a:rect l="l" t="t" r="r" b="b"/>
              <a:pathLst>
                <a:path w="15313" h="20328" extrusionOk="0">
                  <a:moveTo>
                    <a:pt x="7237" y="0"/>
                  </a:moveTo>
                  <a:cubicBezTo>
                    <a:pt x="6716" y="0"/>
                    <a:pt x="6225" y="318"/>
                    <a:pt x="6032" y="835"/>
                  </a:cubicBezTo>
                  <a:lnTo>
                    <a:pt x="249" y="16111"/>
                  </a:lnTo>
                  <a:cubicBezTo>
                    <a:pt x="0" y="16776"/>
                    <a:pt x="337" y="17517"/>
                    <a:pt x="1002" y="17766"/>
                  </a:cubicBezTo>
                  <a:lnTo>
                    <a:pt x="7625" y="20246"/>
                  </a:lnTo>
                  <a:cubicBezTo>
                    <a:pt x="7773" y="20302"/>
                    <a:pt x="7925" y="20328"/>
                    <a:pt x="8075" y="20328"/>
                  </a:cubicBezTo>
                  <a:cubicBezTo>
                    <a:pt x="8596" y="20328"/>
                    <a:pt x="9087" y="20009"/>
                    <a:pt x="9280" y="19492"/>
                  </a:cubicBezTo>
                  <a:lnTo>
                    <a:pt x="15064" y="4216"/>
                  </a:lnTo>
                  <a:cubicBezTo>
                    <a:pt x="15312" y="3551"/>
                    <a:pt x="14975" y="2809"/>
                    <a:pt x="14311" y="2561"/>
                  </a:cubicBezTo>
                  <a:lnTo>
                    <a:pt x="7688" y="82"/>
                  </a:lnTo>
                  <a:cubicBezTo>
                    <a:pt x="7539" y="27"/>
                    <a:pt x="7387" y="0"/>
                    <a:pt x="723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62"/>
            <p:cNvSpPr/>
            <p:nvPr/>
          </p:nvSpPr>
          <p:spPr>
            <a:xfrm>
              <a:off x="1601775" y="2117975"/>
              <a:ext cx="360050" cy="501275"/>
            </a:xfrm>
            <a:custGeom>
              <a:avLst/>
              <a:gdLst/>
              <a:ahLst/>
              <a:cxnLst/>
              <a:rect l="l" t="t" r="r" b="b"/>
              <a:pathLst>
                <a:path w="14402" h="20051" extrusionOk="0">
                  <a:moveTo>
                    <a:pt x="7193" y="0"/>
                  </a:moveTo>
                  <a:cubicBezTo>
                    <a:pt x="6704" y="0"/>
                    <a:pt x="6227" y="335"/>
                    <a:pt x="6029" y="865"/>
                  </a:cubicBezTo>
                  <a:lnTo>
                    <a:pt x="251" y="16144"/>
                  </a:lnTo>
                  <a:cubicBezTo>
                    <a:pt x="1" y="16809"/>
                    <a:pt x="284" y="17530"/>
                    <a:pt x="883" y="17754"/>
                  </a:cubicBezTo>
                  <a:lnTo>
                    <a:pt x="6842" y="19984"/>
                  </a:lnTo>
                  <a:cubicBezTo>
                    <a:pt x="6963" y="20029"/>
                    <a:pt x="7087" y="20051"/>
                    <a:pt x="7211" y="20051"/>
                  </a:cubicBezTo>
                  <a:cubicBezTo>
                    <a:pt x="7700" y="20051"/>
                    <a:pt x="8177" y="19716"/>
                    <a:pt x="8376" y="19186"/>
                  </a:cubicBezTo>
                  <a:lnTo>
                    <a:pt x="14153" y="3907"/>
                  </a:lnTo>
                  <a:cubicBezTo>
                    <a:pt x="14402" y="3242"/>
                    <a:pt x="14118" y="2521"/>
                    <a:pt x="13520" y="2297"/>
                  </a:cubicBezTo>
                  <a:lnTo>
                    <a:pt x="7563" y="67"/>
                  </a:lnTo>
                  <a:cubicBezTo>
                    <a:pt x="7442" y="22"/>
                    <a:pt x="7317" y="0"/>
                    <a:pt x="71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62"/>
            <p:cNvSpPr/>
            <p:nvPr/>
          </p:nvSpPr>
          <p:spPr>
            <a:xfrm>
              <a:off x="1790475" y="2282750"/>
              <a:ext cx="139550" cy="215650"/>
            </a:xfrm>
            <a:custGeom>
              <a:avLst/>
              <a:gdLst/>
              <a:ahLst/>
              <a:cxnLst/>
              <a:rect l="l" t="t" r="r" b="b"/>
              <a:pathLst>
                <a:path w="5582" h="8626" extrusionOk="0">
                  <a:moveTo>
                    <a:pt x="3230" y="0"/>
                  </a:moveTo>
                  <a:cubicBezTo>
                    <a:pt x="3036" y="0"/>
                    <a:pt x="3155" y="930"/>
                    <a:pt x="3916" y="3641"/>
                  </a:cubicBezTo>
                  <a:cubicBezTo>
                    <a:pt x="3916" y="3641"/>
                    <a:pt x="1696" y="1196"/>
                    <a:pt x="1289" y="1196"/>
                  </a:cubicBezTo>
                  <a:cubicBezTo>
                    <a:pt x="1031" y="1196"/>
                    <a:pt x="1504" y="2182"/>
                    <a:pt x="3741" y="5404"/>
                  </a:cubicBezTo>
                  <a:cubicBezTo>
                    <a:pt x="3741" y="5404"/>
                    <a:pt x="1190" y="3347"/>
                    <a:pt x="733" y="3347"/>
                  </a:cubicBezTo>
                  <a:cubicBezTo>
                    <a:pt x="452" y="3347"/>
                    <a:pt x="962" y="4125"/>
                    <a:pt x="3341" y="6636"/>
                  </a:cubicBezTo>
                  <a:cubicBezTo>
                    <a:pt x="3341" y="6636"/>
                    <a:pt x="1042" y="4988"/>
                    <a:pt x="392" y="4988"/>
                  </a:cubicBezTo>
                  <a:cubicBezTo>
                    <a:pt x="0" y="4988"/>
                    <a:pt x="206" y="5585"/>
                    <a:pt x="1869" y="7495"/>
                  </a:cubicBezTo>
                  <a:cubicBezTo>
                    <a:pt x="2575" y="8308"/>
                    <a:pt x="3149" y="8626"/>
                    <a:pt x="3616" y="8626"/>
                  </a:cubicBezTo>
                  <a:cubicBezTo>
                    <a:pt x="5307" y="8626"/>
                    <a:pt x="5582" y="4446"/>
                    <a:pt x="5582" y="4446"/>
                  </a:cubicBezTo>
                  <a:cubicBezTo>
                    <a:pt x="5582" y="4446"/>
                    <a:pt x="3656" y="0"/>
                    <a:pt x="3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1103"/>
                                        </p:tgtEl>
                                        <p:attrNameLst>
                                          <p:attrName>style.visibility</p:attrName>
                                        </p:attrNameLst>
                                      </p:cBhvr>
                                      <p:to>
                                        <p:strVal val="visible"/>
                                      </p:to>
                                    </p:set>
                                    <p:anim calcmode="lin" valueType="num">
                                      <p:cBhvr additive="base">
                                        <p:cTn id="7" dur="1000"/>
                                        <p:tgtEl>
                                          <p:spTgt spid="110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85"/>
        <p:cNvGrpSpPr/>
        <p:nvPr/>
      </p:nvGrpSpPr>
      <p:grpSpPr>
        <a:xfrm>
          <a:off x="0" y="0"/>
          <a:ext cx="0" cy="0"/>
          <a:chOff x="0" y="0"/>
          <a:chExt cx="0" cy="0"/>
        </a:xfrm>
      </p:grpSpPr>
      <p:sp>
        <p:nvSpPr>
          <p:cNvPr id="1186" name="Google Shape;1186;p63"/>
          <p:cNvSpPr txBox="1">
            <a:spLocks noGrp="1"/>
          </p:cNvSpPr>
          <p:nvPr>
            <p:ph type="title"/>
          </p:nvPr>
        </p:nvSpPr>
        <p:spPr>
          <a:xfrm>
            <a:off x="1930750" y="1474962"/>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Strengths</a:t>
            </a:r>
            <a:endParaRPr/>
          </a:p>
        </p:txBody>
      </p:sp>
      <p:sp>
        <p:nvSpPr>
          <p:cNvPr id="1187" name="Google Shape;1187;p63"/>
          <p:cNvSpPr txBox="1">
            <a:spLocks noGrp="1"/>
          </p:cNvSpPr>
          <p:nvPr>
            <p:ph type="subTitle" idx="1"/>
          </p:nvPr>
        </p:nvSpPr>
        <p:spPr>
          <a:xfrm>
            <a:off x="1930750" y="2210942"/>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a:t>
            </a:r>
            <a:endParaRPr/>
          </a:p>
        </p:txBody>
      </p:sp>
      <p:sp>
        <p:nvSpPr>
          <p:cNvPr id="1188" name="Google Shape;1188;p63"/>
          <p:cNvSpPr txBox="1">
            <a:spLocks noGrp="1"/>
          </p:cNvSpPr>
          <p:nvPr>
            <p:ph type="title" idx="2"/>
          </p:nvPr>
        </p:nvSpPr>
        <p:spPr>
          <a:xfrm>
            <a:off x="1930750" y="3019844"/>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Weaknesses</a:t>
            </a:r>
            <a:endParaRPr/>
          </a:p>
        </p:txBody>
      </p:sp>
      <p:sp>
        <p:nvSpPr>
          <p:cNvPr id="1189" name="Google Shape;1189;p63"/>
          <p:cNvSpPr txBox="1">
            <a:spLocks noGrp="1"/>
          </p:cNvSpPr>
          <p:nvPr>
            <p:ph type="subTitle" idx="3"/>
          </p:nvPr>
        </p:nvSpPr>
        <p:spPr>
          <a:xfrm>
            <a:off x="1930750" y="3747687"/>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composed of hydrogen and helium</a:t>
            </a:r>
            <a:endParaRPr/>
          </a:p>
        </p:txBody>
      </p:sp>
      <p:sp>
        <p:nvSpPr>
          <p:cNvPr id="1190" name="Google Shape;1190;p63"/>
          <p:cNvSpPr txBox="1">
            <a:spLocks noGrp="1"/>
          </p:cNvSpPr>
          <p:nvPr>
            <p:ph type="title" idx="4"/>
          </p:nvPr>
        </p:nvSpPr>
        <p:spPr>
          <a:xfrm>
            <a:off x="5866369" y="1474962"/>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Opportunities</a:t>
            </a:r>
            <a:endParaRPr/>
          </a:p>
        </p:txBody>
      </p:sp>
      <p:sp>
        <p:nvSpPr>
          <p:cNvPr id="1191" name="Google Shape;1191;p63"/>
          <p:cNvSpPr txBox="1">
            <a:spLocks noGrp="1"/>
          </p:cNvSpPr>
          <p:nvPr>
            <p:ph type="subTitle" idx="5"/>
          </p:nvPr>
        </p:nvSpPr>
        <p:spPr>
          <a:xfrm>
            <a:off x="5866369" y="2210942"/>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1192" name="Google Shape;1192;p63"/>
          <p:cNvSpPr txBox="1">
            <a:spLocks noGrp="1"/>
          </p:cNvSpPr>
          <p:nvPr>
            <p:ph type="title" idx="6"/>
          </p:nvPr>
        </p:nvSpPr>
        <p:spPr>
          <a:xfrm>
            <a:off x="5866369" y="3019844"/>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Threats</a:t>
            </a:r>
            <a:endParaRPr/>
          </a:p>
        </p:txBody>
      </p:sp>
      <p:sp>
        <p:nvSpPr>
          <p:cNvPr id="1193" name="Google Shape;1193;p63"/>
          <p:cNvSpPr txBox="1">
            <a:spLocks noGrp="1"/>
          </p:cNvSpPr>
          <p:nvPr>
            <p:ph type="subTitle" idx="7"/>
          </p:nvPr>
        </p:nvSpPr>
        <p:spPr>
          <a:xfrm>
            <a:off x="5866369" y="3747687"/>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is the second planet from the Sun</a:t>
            </a:r>
            <a:endParaRPr/>
          </a:p>
        </p:txBody>
      </p:sp>
      <p:sp>
        <p:nvSpPr>
          <p:cNvPr id="1194" name="Google Shape;1194;p63"/>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SWOT Analysis</a:t>
            </a:r>
            <a:endParaRPr/>
          </a:p>
        </p:txBody>
      </p:sp>
      <p:sp>
        <p:nvSpPr>
          <p:cNvPr id="1195" name="Google Shape;1195;p63"/>
          <p:cNvSpPr/>
          <p:nvPr/>
        </p:nvSpPr>
        <p:spPr>
          <a:xfrm>
            <a:off x="5109375" y="1533025"/>
            <a:ext cx="561300" cy="37062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63"/>
          <p:cNvSpPr/>
          <p:nvPr/>
        </p:nvSpPr>
        <p:spPr>
          <a:xfrm>
            <a:off x="1173900" y="1533025"/>
            <a:ext cx="561300" cy="37062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63"/>
          <p:cNvSpPr txBox="1">
            <a:spLocks noGrp="1"/>
          </p:cNvSpPr>
          <p:nvPr>
            <p:ph type="title"/>
          </p:nvPr>
        </p:nvSpPr>
        <p:spPr>
          <a:xfrm>
            <a:off x="969532" y="1533025"/>
            <a:ext cx="786600" cy="1528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9600">
                <a:solidFill>
                  <a:schemeClr val="dk2"/>
                </a:solidFill>
              </a:rPr>
              <a:t>S</a:t>
            </a:r>
            <a:endParaRPr sz="9600">
              <a:solidFill>
                <a:schemeClr val="dk2"/>
              </a:solidFill>
            </a:endParaRPr>
          </a:p>
        </p:txBody>
      </p:sp>
      <p:sp>
        <p:nvSpPr>
          <p:cNvPr id="1198" name="Google Shape;1198;p63"/>
          <p:cNvSpPr txBox="1">
            <a:spLocks noGrp="1"/>
          </p:cNvSpPr>
          <p:nvPr>
            <p:ph type="title"/>
          </p:nvPr>
        </p:nvSpPr>
        <p:spPr>
          <a:xfrm>
            <a:off x="689031" y="3068675"/>
            <a:ext cx="1067100" cy="1528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9600">
                <a:solidFill>
                  <a:schemeClr val="dk2"/>
                </a:solidFill>
              </a:rPr>
              <a:t>W</a:t>
            </a:r>
            <a:endParaRPr sz="9600">
              <a:solidFill>
                <a:schemeClr val="dk2"/>
              </a:solidFill>
            </a:endParaRPr>
          </a:p>
        </p:txBody>
      </p:sp>
      <p:sp>
        <p:nvSpPr>
          <p:cNvPr id="1199" name="Google Shape;1199;p63"/>
          <p:cNvSpPr txBox="1">
            <a:spLocks noGrp="1"/>
          </p:cNvSpPr>
          <p:nvPr>
            <p:ph type="title"/>
          </p:nvPr>
        </p:nvSpPr>
        <p:spPr>
          <a:xfrm>
            <a:off x="4881482" y="1533025"/>
            <a:ext cx="786600" cy="1528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9600">
                <a:solidFill>
                  <a:schemeClr val="dk2"/>
                </a:solidFill>
              </a:rPr>
              <a:t>O</a:t>
            </a:r>
            <a:endParaRPr sz="9600">
              <a:solidFill>
                <a:schemeClr val="dk2"/>
              </a:solidFill>
            </a:endParaRPr>
          </a:p>
        </p:txBody>
      </p:sp>
      <p:sp>
        <p:nvSpPr>
          <p:cNvPr id="1200" name="Google Shape;1200;p63"/>
          <p:cNvSpPr txBox="1">
            <a:spLocks noGrp="1"/>
          </p:cNvSpPr>
          <p:nvPr>
            <p:ph type="title"/>
          </p:nvPr>
        </p:nvSpPr>
        <p:spPr>
          <a:xfrm>
            <a:off x="4600981" y="3068675"/>
            <a:ext cx="1067100" cy="1528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sz="9600">
                <a:solidFill>
                  <a:schemeClr val="dk2"/>
                </a:solidFill>
              </a:rPr>
              <a:t>T</a:t>
            </a:r>
            <a:endParaRPr sz="960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196"/>
                                        </p:tgtEl>
                                        <p:attrNameLst>
                                          <p:attrName>style.visibility</p:attrName>
                                        </p:attrNameLst>
                                      </p:cBhvr>
                                      <p:to>
                                        <p:strVal val="visible"/>
                                      </p:to>
                                    </p:set>
                                    <p:anim calcmode="lin" valueType="num">
                                      <p:cBhvr additive="base">
                                        <p:cTn id="7" dur="1000"/>
                                        <p:tgtEl>
                                          <p:spTgt spid="1196"/>
                                        </p:tgtEl>
                                        <p:attrNameLst>
                                          <p:attrName>ppt_y</p:attrName>
                                        </p:attrNameLst>
                                      </p:cBhvr>
                                      <p:tavLst>
                                        <p:tav tm="0">
                                          <p:val>
                                            <p:strVal val="#ppt_y+1"/>
                                          </p:val>
                                        </p:tav>
                                        <p:tav tm="100000">
                                          <p:val>
                                            <p:strVal val="#ppt_y"/>
                                          </p:val>
                                        </p:tav>
                                      </p:tavLst>
                                    </p:anim>
                                  </p:childTnLst>
                                </p:cTn>
                              </p:par>
                              <p:par>
                                <p:cTn id="8" presetID="2" presetClass="entr" presetSubtype="4" fill="hold" nodeType="withEffect">
                                  <p:stCondLst>
                                    <p:cond delay="0"/>
                                  </p:stCondLst>
                                  <p:childTnLst>
                                    <p:set>
                                      <p:cBhvr>
                                        <p:cTn id="9" dur="1" fill="hold">
                                          <p:stCondLst>
                                            <p:cond delay="0"/>
                                          </p:stCondLst>
                                        </p:cTn>
                                        <p:tgtEl>
                                          <p:spTgt spid="1195"/>
                                        </p:tgtEl>
                                        <p:attrNameLst>
                                          <p:attrName>style.visibility</p:attrName>
                                        </p:attrNameLst>
                                      </p:cBhvr>
                                      <p:to>
                                        <p:strVal val="visible"/>
                                      </p:to>
                                    </p:set>
                                    <p:anim calcmode="lin" valueType="num">
                                      <p:cBhvr additive="base">
                                        <p:cTn id="10" dur="1000"/>
                                        <p:tgtEl>
                                          <p:spTgt spid="119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64"/>
          <p:cNvSpPr txBox="1">
            <a:spLocks noGrp="1"/>
          </p:cNvSpPr>
          <p:nvPr>
            <p:ph type="title"/>
          </p:nvPr>
        </p:nvSpPr>
        <p:spPr>
          <a:xfrm>
            <a:off x="859238" y="1511562"/>
            <a:ext cx="2423100" cy="75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chemeClr val="dk1"/>
              </a:buClr>
              <a:buSzPts val="1100"/>
              <a:buFont typeface="Arial"/>
              <a:buNone/>
            </a:pPr>
            <a:r>
              <a:rPr lang="en"/>
              <a:t>Strengths</a:t>
            </a:r>
            <a:endParaRPr/>
          </a:p>
        </p:txBody>
      </p:sp>
      <p:sp>
        <p:nvSpPr>
          <p:cNvPr id="1206" name="Google Shape;1206;p64"/>
          <p:cNvSpPr txBox="1">
            <a:spLocks noGrp="1"/>
          </p:cNvSpPr>
          <p:nvPr>
            <p:ph type="subTitle" idx="1"/>
          </p:nvPr>
        </p:nvSpPr>
        <p:spPr>
          <a:xfrm>
            <a:off x="859238" y="2247542"/>
            <a:ext cx="2423100" cy="75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Despite being red, Mars is actually a cold place</a:t>
            </a:r>
            <a:endParaRPr/>
          </a:p>
        </p:txBody>
      </p:sp>
      <p:sp>
        <p:nvSpPr>
          <p:cNvPr id="1207" name="Google Shape;1207;p64"/>
          <p:cNvSpPr txBox="1">
            <a:spLocks noGrp="1"/>
          </p:cNvSpPr>
          <p:nvPr>
            <p:ph type="title" idx="2"/>
          </p:nvPr>
        </p:nvSpPr>
        <p:spPr>
          <a:xfrm>
            <a:off x="859238" y="2827844"/>
            <a:ext cx="2423100" cy="75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chemeClr val="dk1"/>
              </a:buClr>
              <a:buSzPts val="1100"/>
              <a:buFont typeface="Arial"/>
              <a:buNone/>
            </a:pPr>
            <a:r>
              <a:rPr lang="en"/>
              <a:t>Weaknesses</a:t>
            </a:r>
            <a:endParaRPr/>
          </a:p>
        </p:txBody>
      </p:sp>
      <p:sp>
        <p:nvSpPr>
          <p:cNvPr id="1208" name="Google Shape;1208;p64"/>
          <p:cNvSpPr txBox="1">
            <a:spLocks noGrp="1"/>
          </p:cNvSpPr>
          <p:nvPr>
            <p:ph type="subTitle" idx="3"/>
          </p:nvPr>
        </p:nvSpPr>
        <p:spPr>
          <a:xfrm>
            <a:off x="859238" y="3555687"/>
            <a:ext cx="2423100" cy="75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Saturn is composed of hydrogen and helium</a:t>
            </a:r>
            <a:endParaRPr/>
          </a:p>
        </p:txBody>
      </p:sp>
      <p:sp>
        <p:nvSpPr>
          <p:cNvPr id="1209" name="Google Shape;1209;p64"/>
          <p:cNvSpPr txBox="1">
            <a:spLocks noGrp="1"/>
          </p:cNvSpPr>
          <p:nvPr>
            <p:ph type="title" idx="4"/>
          </p:nvPr>
        </p:nvSpPr>
        <p:spPr>
          <a:xfrm>
            <a:off x="5861657" y="1511562"/>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Opportunities</a:t>
            </a:r>
            <a:endParaRPr/>
          </a:p>
        </p:txBody>
      </p:sp>
      <p:sp>
        <p:nvSpPr>
          <p:cNvPr id="1210" name="Google Shape;1210;p64"/>
          <p:cNvSpPr txBox="1">
            <a:spLocks noGrp="1"/>
          </p:cNvSpPr>
          <p:nvPr>
            <p:ph type="subTitle" idx="5"/>
          </p:nvPr>
        </p:nvSpPr>
        <p:spPr>
          <a:xfrm>
            <a:off x="5861657" y="2247542"/>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Neptune is the farthest planet from the Sun</a:t>
            </a:r>
            <a:endParaRPr/>
          </a:p>
        </p:txBody>
      </p:sp>
      <p:sp>
        <p:nvSpPr>
          <p:cNvPr id="1211" name="Google Shape;1211;p64"/>
          <p:cNvSpPr txBox="1">
            <a:spLocks noGrp="1"/>
          </p:cNvSpPr>
          <p:nvPr>
            <p:ph type="title" idx="6"/>
          </p:nvPr>
        </p:nvSpPr>
        <p:spPr>
          <a:xfrm>
            <a:off x="5861657" y="2827844"/>
            <a:ext cx="2423100" cy="75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Threats</a:t>
            </a:r>
            <a:endParaRPr/>
          </a:p>
        </p:txBody>
      </p:sp>
      <p:sp>
        <p:nvSpPr>
          <p:cNvPr id="1212" name="Google Shape;1212;p64"/>
          <p:cNvSpPr txBox="1">
            <a:spLocks noGrp="1"/>
          </p:cNvSpPr>
          <p:nvPr>
            <p:ph type="subTitle" idx="7"/>
          </p:nvPr>
        </p:nvSpPr>
        <p:spPr>
          <a:xfrm>
            <a:off x="5861657" y="3555687"/>
            <a:ext cx="2423100" cy="75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Venus is the second planet from the Sun</a:t>
            </a:r>
            <a:endParaRPr/>
          </a:p>
        </p:txBody>
      </p:sp>
      <p:sp>
        <p:nvSpPr>
          <p:cNvPr id="1213" name="Google Shape;1213;p64"/>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SWOT Analysis</a:t>
            </a:r>
            <a:endParaRPr/>
          </a:p>
        </p:txBody>
      </p:sp>
      <p:sp>
        <p:nvSpPr>
          <p:cNvPr id="1214" name="Google Shape;1214;p64"/>
          <p:cNvSpPr/>
          <p:nvPr/>
        </p:nvSpPr>
        <p:spPr>
          <a:xfrm>
            <a:off x="3372000" y="1902925"/>
            <a:ext cx="971400" cy="8856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600" b="1">
                <a:solidFill>
                  <a:schemeClr val="lt1"/>
                </a:solidFill>
                <a:latin typeface="Advent Pro"/>
                <a:ea typeface="Advent Pro"/>
                <a:cs typeface="Advent Pro"/>
                <a:sym typeface="Advent Pro"/>
              </a:rPr>
              <a:t>S</a:t>
            </a:r>
            <a:endParaRPr sz="5600" b="1">
              <a:solidFill>
                <a:schemeClr val="lt1"/>
              </a:solidFill>
              <a:latin typeface="Advent Pro"/>
              <a:ea typeface="Advent Pro"/>
              <a:cs typeface="Advent Pro"/>
              <a:sym typeface="Advent Pro"/>
            </a:endParaRPr>
          </a:p>
        </p:txBody>
      </p:sp>
      <p:sp>
        <p:nvSpPr>
          <p:cNvPr id="1215" name="Google Shape;1215;p64"/>
          <p:cNvSpPr/>
          <p:nvPr/>
        </p:nvSpPr>
        <p:spPr>
          <a:xfrm>
            <a:off x="4845425" y="1902925"/>
            <a:ext cx="971400" cy="885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600" b="1">
                <a:solidFill>
                  <a:schemeClr val="lt1"/>
                </a:solidFill>
                <a:latin typeface="Advent Pro"/>
                <a:ea typeface="Advent Pro"/>
                <a:cs typeface="Advent Pro"/>
                <a:sym typeface="Advent Pro"/>
              </a:rPr>
              <a:t>O</a:t>
            </a:r>
            <a:endParaRPr sz="5600" b="1">
              <a:solidFill>
                <a:schemeClr val="lt1"/>
              </a:solidFill>
              <a:latin typeface="Advent Pro"/>
              <a:ea typeface="Advent Pro"/>
              <a:cs typeface="Advent Pro"/>
              <a:sym typeface="Advent Pro"/>
            </a:endParaRPr>
          </a:p>
        </p:txBody>
      </p:sp>
      <p:sp>
        <p:nvSpPr>
          <p:cNvPr id="1216" name="Google Shape;1216;p64"/>
          <p:cNvSpPr/>
          <p:nvPr/>
        </p:nvSpPr>
        <p:spPr>
          <a:xfrm>
            <a:off x="3349588" y="3227450"/>
            <a:ext cx="971400" cy="8856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600" b="1">
                <a:solidFill>
                  <a:schemeClr val="lt1"/>
                </a:solidFill>
                <a:latin typeface="Advent Pro"/>
                <a:ea typeface="Advent Pro"/>
                <a:cs typeface="Advent Pro"/>
                <a:sym typeface="Advent Pro"/>
              </a:rPr>
              <a:t>W</a:t>
            </a:r>
            <a:endParaRPr sz="5600" b="1">
              <a:solidFill>
                <a:schemeClr val="lt1"/>
              </a:solidFill>
              <a:latin typeface="Advent Pro"/>
              <a:ea typeface="Advent Pro"/>
              <a:cs typeface="Advent Pro"/>
              <a:sym typeface="Advent Pro"/>
            </a:endParaRPr>
          </a:p>
        </p:txBody>
      </p:sp>
      <p:sp>
        <p:nvSpPr>
          <p:cNvPr id="1217" name="Google Shape;1217;p64"/>
          <p:cNvSpPr/>
          <p:nvPr/>
        </p:nvSpPr>
        <p:spPr>
          <a:xfrm>
            <a:off x="4823013" y="3227450"/>
            <a:ext cx="971400" cy="8856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600" b="1">
                <a:solidFill>
                  <a:schemeClr val="lt1"/>
                </a:solidFill>
                <a:latin typeface="Advent Pro"/>
                <a:ea typeface="Advent Pro"/>
                <a:cs typeface="Advent Pro"/>
                <a:sym typeface="Advent Pro"/>
              </a:rPr>
              <a:t>T</a:t>
            </a:r>
            <a:endParaRPr sz="5600" b="1">
              <a:solidFill>
                <a:schemeClr val="lt1"/>
              </a:solidFill>
              <a:latin typeface="Advent Pro"/>
              <a:ea typeface="Advent Pro"/>
              <a:cs typeface="Advent Pro"/>
              <a:sym typeface="Advent Pr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214"/>
                                        </p:tgtEl>
                                        <p:attrNameLst>
                                          <p:attrName>style.visibility</p:attrName>
                                        </p:attrNameLst>
                                      </p:cBhvr>
                                      <p:to>
                                        <p:strVal val="visible"/>
                                      </p:to>
                                    </p:set>
                                    <p:anim calcmode="lin" valueType="num">
                                      <p:cBhvr additive="base">
                                        <p:cTn id="7" dur="1000"/>
                                        <p:tgtEl>
                                          <p:spTgt spid="1214"/>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1215"/>
                                        </p:tgtEl>
                                        <p:attrNameLst>
                                          <p:attrName>style.visibility</p:attrName>
                                        </p:attrNameLst>
                                      </p:cBhvr>
                                      <p:to>
                                        <p:strVal val="visible"/>
                                      </p:to>
                                    </p:set>
                                    <p:anim calcmode="lin" valueType="num">
                                      <p:cBhvr additive="base">
                                        <p:cTn id="10" dur="1000"/>
                                        <p:tgtEl>
                                          <p:spTgt spid="1215"/>
                                        </p:tgtEl>
                                        <p:attrNameLst>
                                          <p:attrName>ppt_x</p:attrName>
                                        </p:attrNameLst>
                                      </p:cBhvr>
                                      <p:tavLst>
                                        <p:tav tm="0">
                                          <p:val>
                                            <p:strVal val="#ppt_x+1"/>
                                          </p:val>
                                        </p:tav>
                                        <p:tav tm="100000">
                                          <p:val>
                                            <p:strVal val="#ppt_x"/>
                                          </p:val>
                                        </p:tav>
                                      </p:tavLst>
                                    </p:anim>
                                  </p:childTnLst>
                                </p:cTn>
                              </p:par>
                              <p:par>
                                <p:cTn id="11" presetID="2" presetClass="entr" presetSubtype="8" fill="hold" nodeType="withEffect">
                                  <p:stCondLst>
                                    <p:cond delay="0"/>
                                  </p:stCondLst>
                                  <p:childTnLst>
                                    <p:set>
                                      <p:cBhvr>
                                        <p:cTn id="12" dur="1" fill="hold">
                                          <p:stCondLst>
                                            <p:cond delay="0"/>
                                          </p:stCondLst>
                                        </p:cTn>
                                        <p:tgtEl>
                                          <p:spTgt spid="1216"/>
                                        </p:tgtEl>
                                        <p:attrNameLst>
                                          <p:attrName>style.visibility</p:attrName>
                                        </p:attrNameLst>
                                      </p:cBhvr>
                                      <p:to>
                                        <p:strVal val="visible"/>
                                      </p:to>
                                    </p:set>
                                    <p:anim calcmode="lin" valueType="num">
                                      <p:cBhvr additive="base">
                                        <p:cTn id="13" dur="1000"/>
                                        <p:tgtEl>
                                          <p:spTgt spid="1216"/>
                                        </p:tgtEl>
                                        <p:attrNameLst>
                                          <p:attrName>ppt_x</p:attrName>
                                        </p:attrNameLst>
                                      </p:cBhvr>
                                      <p:tavLst>
                                        <p:tav tm="0">
                                          <p:val>
                                            <p:strVal val="#ppt_x-1"/>
                                          </p:val>
                                        </p:tav>
                                        <p:tav tm="100000">
                                          <p:val>
                                            <p:strVal val="#ppt_x"/>
                                          </p:val>
                                        </p:tav>
                                      </p:tavLst>
                                    </p:anim>
                                  </p:childTnLst>
                                </p:cTn>
                              </p:par>
                              <p:par>
                                <p:cTn id="14" presetID="2" presetClass="entr" presetSubtype="2" fill="hold" nodeType="withEffect">
                                  <p:stCondLst>
                                    <p:cond delay="0"/>
                                  </p:stCondLst>
                                  <p:childTnLst>
                                    <p:set>
                                      <p:cBhvr>
                                        <p:cTn id="15" dur="1" fill="hold">
                                          <p:stCondLst>
                                            <p:cond delay="0"/>
                                          </p:stCondLst>
                                        </p:cTn>
                                        <p:tgtEl>
                                          <p:spTgt spid="1217"/>
                                        </p:tgtEl>
                                        <p:attrNameLst>
                                          <p:attrName>style.visibility</p:attrName>
                                        </p:attrNameLst>
                                      </p:cBhvr>
                                      <p:to>
                                        <p:strVal val="visible"/>
                                      </p:to>
                                    </p:set>
                                    <p:anim calcmode="lin" valueType="num">
                                      <p:cBhvr additive="base">
                                        <p:cTn id="16" dur="1000"/>
                                        <p:tgtEl>
                                          <p:spTgt spid="1217"/>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21"/>
        <p:cNvGrpSpPr/>
        <p:nvPr/>
      </p:nvGrpSpPr>
      <p:grpSpPr>
        <a:xfrm>
          <a:off x="0" y="0"/>
          <a:ext cx="0" cy="0"/>
          <a:chOff x="0" y="0"/>
          <a:chExt cx="0" cy="0"/>
        </a:xfrm>
      </p:grpSpPr>
      <p:sp>
        <p:nvSpPr>
          <p:cNvPr id="1222" name="Google Shape;1222;p65"/>
          <p:cNvSpPr/>
          <p:nvPr/>
        </p:nvSpPr>
        <p:spPr>
          <a:xfrm rot="4253603" flipH="1">
            <a:off x="4618611" y="1008742"/>
            <a:ext cx="3789708" cy="3174827"/>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65"/>
          <p:cNvSpPr txBox="1">
            <a:spLocks noGrp="1"/>
          </p:cNvSpPr>
          <p:nvPr>
            <p:ph type="ctrTitle"/>
          </p:nvPr>
        </p:nvSpPr>
        <p:spPr>
          <a:xfrm>
            <a:off x="726575" y="1979350"/>
            <a:ext cx="3149100" cy="123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All about the product</a:t>
            </a:r>
            <a:endParaRPr/>
          </a:p>
        </p:txBody>
      </p:sp>
      <p:sp>
        <p:nvSpPr>
          <p:cNvPr id="1224" name="Google Shape;1224;p65"/>
          <p:cNvSpPr txBox="1">
            <a:spLocks noGrp="1"/>
          </p:cNvSpPr>
          <p:nvPr>
            <p:ph type="subTitle" idx="1"/>
          </p:nvPr>
        </p:nvSpPr>
        <p:spPr>
          <a:xfrm>
            <a:off x="726575" y="3250025"/>
            <a:ext cx="3149100" cy="792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You can enter a subtitle here if you need it</a:t>
            </a:r>
            <a:endParaRPr/>
          </a:p>
        </p:txBody>
      </p:sp>
      <p:sp>
        <p:nvSpPr>
          <p:cNvPr id="1225" name="Google Shape;1225;p65"/>
          <p:cNvSpPr txBox="1">
            <a:spLocks noGrp="1"/>
          </p:cNvSpPr>
          <p:nvPr>
            <p:ph type="title" idx="2"/>
          </p:nvPr>
        </p:nvSpPr>
        <p:spPr>
          <a:xfrm>
            <a:off x="726575" y="1139775"/>
            <a:ext cx="3149100" cy="792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02</a:t>
            </a:r>
            <a:endParaRPr/>
          </a:p>
        </p:txBody>
      </p:sp>
      <p:grpSp>
        <p:nvGrpSpPr>
          <p:cNvPr id="1226" name="Google Shape;1226;p65"/>
          <p:cNvGrpSpPr/>
          <p:nvPr/>
        </p:nvGrpSpPr>
        <p:grpSpPr>
          <a:xfrm>
            <a:off x="4791920" y="948523"/>
            <a:ext cx="3599820" cy="3460298"/>
            <a:chOff x="2561625" y="1952450"/>
            <a:chExt cx="1935075" cy="1860075"/>
          </a:xfrm>
        </p:grpSpPr>
        <p:sp>
          <p:nvSpPr>
            <p:cNvPr id="1227" name="Google Shape;1227;p65"/>
            <p:cNvSpPr/>
            <p:nvPr/>
          </p:nvSpPr>
          <p:spPr>
            <a:xfrm>
              <a:off x="3490900" y="3336250"/>
              <a:ext cx="102725" cy="102725"/>
            </a:xfrm>
            <a:custGeom>
              <a:avLst/>
              <a:gdLst/>
              <a:ahLst/>
              <a:cxnLst/>
              <a:rect l="l" t="t" r="r" b="b"/>
              <a:pathLst>
                <a:path w="4109" h="4109" extrusionOk="0">
                  <a:moveTo>
                    <a:pt x="1989" y="1"/>
                  </a:moveTo>
                  <a:lnTo>
                    <a:pt x="489" y="2191"/>
                  </a:lnTo>
                  <a:lnTo>
                    <a:pt x="1" y="2811"/>
                  </a:lnTo>
                  <a:lnTo>
                    <a:pt x="2298" y="4108"/>
                  </a:lnTo>
                  <a:lnTo>
                    <a:pt x="4108" y="1441"/>
                  </a:lnTo>
                  <a:lnTo>
                    <a:pt x="19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65"/>
            <p:cNvSpPr/>
            <p:nvPr/>
          </p:nvSpPr>
          <p:spPr>
            <a:xfrm>
              <a:off x="3264075" y="2731675"/>
              <a:ext cx="686125" cy="651925"/>
            </a:xfrm>
            <a:custGeom>
              <a:avLst/>
              <a:gdLst/>
              <a:ahLst/>
              <a:cxnLst/>
              <a:rect l="l" t="t" r="r" b="b"/>
              <a:pathLst>
                <a:path w="27445" h="26077" extrusionOk="0">
                  <a:moveTo>
                    <a:pt x="6868" y="0"/>
                  </a:moveTo>
                  <a:cubicBezTo>
                    <a:pt x="6027" y="0"/>
                    <a:pt x="5005" y="171"/>
                    <a:pt x="3811" y="669"/>
                  </a:cubicBezTo>
                  <a:cubicBezTo>
                    <a:pt x="1454" y="5300"/>
                    <a:pt x="1" y="9075"/>
                    <a:pt x="6311" y="9479"/>
                  </a:cubicBezTo>
                  <a:cubicBezTo>
                    <a:pt x="12622" y="9884"/>
                    <a:pt x="20087" y="10753"/>
                    <a:pt x="19265" y="12027"/>
                  </a:cubicBezTo>
                  <a:cubicBezTo>
                    <a:pt x="15455" y="13849"/>
                    <a:pt x="10502" y="24291"/>
                    <a:pt x="10502" y="24291"/>
                  </a:cubicBezTo>
                  <a:lnTo>
                    <a:pt x="13336" y="26077"/>
                  </a:lnTo>
                  <a:cubicBezTo>
                    <a:pt x="13336" y="26077"/>
                    <a:pt x="27445" y="10182"/>
                    <a:pt x="25623" y="7765"/>
                  </a:cubicBezTo>
                  <a:cubicBezTo>
                    <a:pt x="23790" y="5336"/>
                    <a:pt x="9669" y="812"/>
                    <a:pt x="9669" y="812"/>
                  </a:cubicBezTo>
                  <a:cubicBezTo>
                    <a:pt x="9669" y="812"/>
                    <a:pt x="8701" y="0"/>
                    <a:pt x="6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65"/>
            <p:cNvSpPr/>
            <p:nvPr/>
          </p:nvSpPr>
          <p:spPr>
            <a:xfrm>
              <a:off x="3626325" y="2099800"/>
              <a:ext cx="145875" cy="229500"/>
            </a:xfrm>
            <a:custGeom>
              <a:avLst/>
              <a:gdLst/>
              <a:ahLst/>
              <a:cxnLst/>
              <a:rect l="l" t="t" r="r" b="b"/>
              <a:pathLst>
                <a:path w="5835" h="9180" extrusionOk="0">
                  <a:moveTo>
                    <a:pt x="2144" y="0"/>
                  </a:moveTo>
                  <a:cubicBezTo>
                    <a:pt x="1787" y="1822"/>
                    <a:pt x="1" y="4941"/>
                    <a:pt x="1" y="4941"/>
                  </a:cubicBezTo>
                  <a:lnTo>
                    <a:pt x="3299" y="9180"/>
                  </a:lnTo>
                  <a:cubicBezTo>
                    <a:pt x="3299" y="9180"/>
                    <a:pt x="3930" y="6287"/>
                    <a:pt x="5835" y="4417"/>
                  </a:cubicBezTo>
                  <a:cubicBezTo>
                    <a:pt x="5787" y="4286"/>
                    <a:pt x="4120" y="2893"/>
                    <a:pt x="21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65"/>
            <p:cNvSpPr/>
            <p:nvPr/>
          </p:nvSpPr>
          <p:spPr>
            <a:xfrm>
              <a:off x="2722050" y="3157375"/>
              <a:ext cx="174150" cy="186350"/>
            </a:xfrm>
            <a:custGeom>
              <a:avLst/>
              <a:gdLst/>
              <a:ahLst/>
              <a:cxnLst/>
              <a:rect l="l" t="t" r="r" b="b"/>
              <a:pathLst>
                <a:path w="6966" h="7454" extrusionOk="0">
                  <a:moveTo>
                    <a:pt x="4573" y="0"/>
                  </a:moveTo>
                  <a:cubicBezTo>
                    <a:pt x="3918" y="0"/>
                    <a:pt x="3275" y="310"/>
                    <a:pt x="2858" y="833"/>
                  </a:cubicBezTo>
                  <a:lnTo>
                    <a:pt x="644" y="3572"/>
                  </a:lnTo>
                  <a:cubicBezTo>
                    <a:pt x="96" y="4251"/>
                    <a:pt x="1" y="5155"/>
                    <a:pt x="405" y="5870"/>
                  </a:cubicBezTo>
                  <a:lnTo>
                    <a:pt x="1298" y="7453"/>
                  </a:lnTo>
                  <a:lnTo>
                    <a:pt x="69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65"/>
            <p:cNvSpPr/>
            <p:nvPr/>
          </p:nvSpPr>
          <p:spPr>
            <a:xfrm>
              <a:off x="2726225" y="3156775"/>
              <a:ext cx="169975" cy="121450"/>
            </a:xfrm>
            <a:custGeom>
              <a:avLst/>
              <a:gdLst/>
              <a:ahLst/>
              <a:cxnLst/>
              <a:rect l="l" t="t" r="r" b="b"/>
              <a:pathLst>
                <a:path w="6799" h="4858" extrusionOk="0">
                  <a:moveTo>
                    <a:pt x="4406" y="0"/>
                  </a:moveTo>
                  <a:cubicBezTo>
                    <a:pt x="3751" y="0"/>
                    <a:pt x="3108" y="322"/>
                    <a:pt x="2691" y="834"/>
                  </a:cubicBezTo>
                  <a:lnTo>
                    <a:pt x="477" y="3596"/>
                  </a:lnTo>
                  <a:cubicBezTo>
                    <a:pt x="179" y="3965"/>
                    <a:pt x="12" y="4406"/>
                    <a:pt x="0" y="4858"/>
                  </a:cubicBezTo>
                  <a:cubicBezTo>
                    <a:pt x="60" y="4739"/>
                    <a:pt x="119" y="4632"/>
                    <a:pt x="203" y="4525"/>
                  </a:cubicBezTo>
                  <a:lnTo>
                    <a:pt x="2429" y="1774"/>
                  </a:lnTo>
                  <a:cubicBezTo>
                    <a:pt x="2846" y="1250"/>
                    <a:pt x="3477" y="941"/>
                    <a:pt x="4132" y="941"/>
                  </a:cubicBezTo>
                  <a:lnTo>
                    <a:pt x="6084" y="941"/>
                  </a:lnTo>
                  <a:lnTo>
                    <a:pt x="67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65"/>
            <p:cNvSpPr/>
            <p:nvPr/>
          </p:nvSpPr>
          <p:spPr>
            <a:xfrm>
              <a:off x="4029075" y="3362150"/>
              <a:ext cx="467625" cy="450375"/>
            </a:xfrm>
            <a:custGeom>
              <a:avLst/>
              <a:gdLst/>
              <a:ahLst/>
              <a:cxnLst/>
              <a:rect l="l" t="t" r="r" b="b"/>
              <a:pathLst>
                <a:path w="18705" h="18015" extrusionOk="0">
                  <a:moveTo>
                    <a:pt x="9989" y="1"/>
                  </a:moveTo>
                  <a:cubicBezTo>
                    <a:pt x="5013" y="1"/>
                    <a:pt x="714" y="4025"/>
                    <a:pt x="357" y="8990"/>
                  </a:cubicBezTo>
                  <a:cubicBezTo>
                    <a:pt x="0" y="13967"/>
                    <a:pt x="3750" y="18015"/>
                    <a:pt x="8727" y="18015"/>
                  </a:cubicBezTo>
                  <a:cubicBezTo>
                    <a:pt x="13692" y="18015"/>
                    <a:pt x="18002" y="13990"/>
                    <a:pt x="18359" y="9025"/>
                  </a:cubicBezTo>
                  <a:cubicBezTo>
                    <a:pt x="18705" y="4049"/>
                    <a:pt x="14966" y="1"/>
                    <a:pt x="99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65"/>
            <p:cNvSpPr/>
            <p:nvPr/>
          </p:nvSpPr>
          <p:spPr>
            <a:xfrm>
              <a:off x="4082350" y="3413650"/>
              <a:ext cx="361375" cy="347075"/>
            </a:xfrm>
            <a:custGeom>
              <a:avLst/>
              <a:gdLst/>
              <a:ahLst/>
              <a:cxnLst/>
              <a:rect l="l" t="t" r="r" b="b"/>
              <a:pathLst>
                <a:path w="14455" h="13883" extrusionOk="0">
                  <a:moveTo>
                    <a:pt x="7715" y="0"/>
                  </a:moveTo>
                  <a:cubicBezTo>
                    <a:pt x="3870" y="0"/>
                    <a:pt x="536" y="3096"/>
                    <a:pt x="274" y="6930"/>
                  </a:cubicBezTo>
                  <a:cubicBezTo>
                    <a:pt x="0" y="10764"/>
                    <a:pt x="2893" y="13883"/>
                    <a:pt x="6727" y="13883"/>
                  </a:cubicBezTo>
                  <a:cubicBezTo>
                    <a:pt x="10573" y="13883"/>
                    <a:pt x="13907" y="10787"/>
                    <a:pt x="14169" y="6954"/>
                  </a:cubicBezTo>
                  <a:cubicBezTo>
                    <a:pt x="14454" y="3120"/>
                    <a:pt x="11549" y="0"/>
                    <a:pt x="7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65"/>
            <p:cNvSpPr/>
            <p:nvPr/>
          </p:nvSpPr>
          <p:spPr>
            <a:xfrm>
              <a:off x="4143375" y="3471975"/>
              <a:ext cx="239325" cy="230425"/>
            </a:xfrm>
            <a:custGeom>
              <a:avLst/>
              <a:gdLst/>
              <a:ahLst/>
              <a:cxnLst/>
              <a:rect l="l" t="t" r="r" b="b"/>
              <a:pathLst>
                <a:path w="9573" h="9217" extrusionOk="0">
                  <a:moveTo>
                    <a:pt x="5108" y="1"/>
                  </a:moveTo>
                  <a:cubicBezTo>
                    <a:pt x="2560" y="1"/>
                    <a:pt x="357" y="2061"/>
                    <a:pt x="179" y="4597"/>
                  </a:cubicBezTo>
                  <a:cubicBezTo>
                    <a:pt x="0" y="7145"/>
                    <a:pt x="1917" y="9216"/>
                    <a:pt x="4465" y="9216"/>
                  </a:cubicBezTo>
                  <a:cubicBezTo>
                    <a:pt x="7013" y="9216"/>
                    <a:pt x="9215" y="7157"/>
                    <a:pt x="9394" y="4621"/>
                  </a:cubicBezTo>
                  <a:cubicBezTo>
                    <a:pt x="9573" y="2073"/>
                    <a:pt x="7656" y="1"/>
                    <a:pt x="51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65"/>
            <p:cNvSpPr/>
            <p:nvPr/>
          </p:nvSpPr>
          <p:spPr>
            <a:xfrm>
              <a:off x="4165100" y="3333575"/>
              <a:ext cx="126525" cy="270600"/>
            </a:xfrm>
            <a:custGeom>
              <a:avLst/>
              <a:gdLst/>
              <a:ahLst/>
              <a:cxnLst/>
              <a:rect l="l" t="t" r="r" b="b"/>
              <a:pathLst>
                <a:path w="5061" h="10824" extrusionOk="0">
                  <a:moveTo>
                    <a:pt x="2036" y="1"/>
                  </a:moveTo>
                  <a:lnTo>
                    <a:pt x="0" y="751"/>
                  </a:lnTo>
                  <a:lnTo>
                    <a:pt x="3012" y="10823"/>
                  </a:lnTo>
                  <a:lnTo>
                    <a:pt x="5060" y="10073"/>
                  </a:lnTo>
                  <a:lnTo>
                    <a:pt x="203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65"/>
            <p:cNvSpPr/>
            <p:nvPr/>
          </p:nvSpPr>
          <p:spPr>
            <a:xfrm>
              <a:off x="4227000" y="3552650"/>
              <a:ext cx="72350" cy="69375"/>
            </a:xfrm>
            <a:custGeom>
              <a:avLst/>
              <a:gdLst/>
              <a:ahLst/>
              <a:cxnLst/>
              <a:rect l="l" t="t" r="r" b="b"/>
              <a:pathLst>
                <a:path w="2894" h="2775" extrusionOk="0">
                  <a:moveTo>
                    <a:pt x="1537" y="0"/>
                  </a:moveTo>
                  <a:cubicBezTo>
                    <a:pt x="763" y="0"/>
                    <a:pt x="108" y="620"/>
                    <a:pt x="48" y="1394"/>
                  </a:cubicBezTo>
                  <a:cubicBezTo>
                    <a:pt x="1" y="2144"/>
                    <a:pt x="572" y="2775"/>
                    <a:pt x="1346" y="2775"/>
                  </a:cubicBezTo>
                  <a:cubicBezTo>
                    <a:pt x="2120" y="2775"/>
                    <a:pt x="2775" y="2167"/>
                    <a:pt x="2834" y="1394"/>
                  </a:cubicBezTo>
                  <a:cubicBezTo>
                    <a:pt x="2894" y="620"/>
                    <a:pt x="2310" y="0"/>
                    <a:pt x="153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65"/>
            <p:cNvSpPr/>
            <p:nvPr/>
          </p:nvSpPr>
          <p:spPr>
            <a:xfrm>
              <a:off x="4244575" y="3569900"/>
              <a:ext cx="36900" cy="34875"/>
            </a:xfrm>
            <a:custGeom>
              <a:avLst/>
              <a:gdLst/>
              <a:ahLst/>
              <a:cxnLst/>
              <a:rect l="l" t="t" r="r" b="b"/>
              <a:pathLst>
                <a:path w="1476" h="1395" extrusionOk="0">
                  <a:moveTo>
                    <a:pt x="807" y="1"/>
                  </a:moveTo>
                  <a:cubicBezTo>
                    <a:pt x="800" y="1"/>
                    <a:pt x="793" y="1"/>
                    <a:pt x="786" y="1"/>
                  </a:cubicBezTo>
                  <a:cubicBezTo>
                    <a:pt x="405" y="1"/>
                    <a:pt x="60" y="311"/>
                    <a:pt x="36" y="704"/>
                  </a:cubicBezTo>
                  <a:cubicBezTo>
                    <a:pt x="0" y="1085"/>
                    <a:pt x="298" y="1394"/>
                    <a:pt x="691" y="1394"/>
                  </a:cubicBezTo>
                  <a:cubicBezTo>
                    <a:pt x="1072" y="1394"/>
                    <a:pt x="1417" y="1085"/>
                    <a:pt x="1441" y="704"/>
                  </a:cubicBezTo>
                  <a:cubicBezTo>
                    <a:pt x="1476" y="318"/>
                    <a:pt x="1189" y="1"/>
                    <a:pt x="8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65"/>
            <p:cNvSpPr/>
            <p:nvPr/>
          </p:nvSpPr>
          <p:spPr>
            <a:xfrm>
              <a:off x="2766100" y="3360375"/>
              <a:ext cx="467350" cy="450375"/>
            </a:xfrm>
            <a:custGeom>
              <a:avLst/>
              <a:gdLst/>
              <a:ahLst/>
              <a:cxnLst/>
              <a:rect l="l" t="t" r="r" b="b"/>
              <a:pathLst>
                <a:path w="18694" h="18015" extrusionOk="0">
                  <a:moveTo>
                    <a:pt x="9978" y="0"/>
                  </a:moveTo>
                  <a:cubicBezTo>
                    <a:pt x="5013" y="0"/>
                    <a:pt x="715" y="4024"/>
                    <a:pt x="358" y="8989"/>
                  </a:cubicBezTo>
                  <a:cubicBezTo>
                    <a:pt x="1" y="13966"/>
                    <a:pt x="3751" y="18014"/>
                    <a:pt x="8716" y="18014"/>
                  </a:cubicBezTo>
                  <a:cubicBezTo>
                    <a:pt x="13693" y="18014"/>
                    <a:pt x="17991" y="13990"/>
                    <a:pt x="18348" y="9025"/>
                  </a:cubicBezTo>
                  <a:cubicBezTo>
                    <a:pt x="18694" y="4048"/>
                    <a:pt x="14955" y="0"/>
                    <a:pt x="99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65"/>
            <p:cNvSpPr/>
            <p:nvPr/>
          </p:nvSpPr>
          <p:spPr>
            <a:xfrm>
              <a:off x="2818800" y="3412150"/>
              <a:ext cx="361375" cy="347100"/>
            </a:xfrm>
            <a:custGeom>
              <a:avLst/>
              <a:gdLst/>
              <a:ahLst/>
              <a:cxnLst/>
              <a:rect l="l" t="t" r="r" b="b"/>
              <a:pathLst>
                <a:path w="14455" h="13884" extrusionOk="0">
                  <a:moveTo>
                    <a:pt x="7715" y="1"/>
                  </a:moveTo>
                  <a:cubicBezTo>
                    <a:pt x="3870" y="1"/>
                    <a:pt x="536" y="3096"/>
                    <a:pt x="274" y="6930"/>
                  </a:cubicBezTo>
                  <a:cubicBezTo>
                    <a:pt x="0" y="10764"/>
                    <a:pt x="2893" y="13883"/>
                    <a:pt x="6727" y="13883"/>
                  </a:cubicBezTo>
                  <a:cubicBezTo>
                    <a:pt x="10561" y="13883"/>
                    <a:pt x="13907" y="10788"/>
                    <a:pt x="14169" y="6954"/>
                  </a:cubicBezTo>
                  <a:cubicBezTo>
                    <a:pt x="14454" y="3108"/>
                    <a:pt x="11549" y="1"/>
                    <a:pt x="77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65"/>
            <p:cNvSpPr/>
            <p:nvPr/>
          </p:nvSpPr>
          <p:spPr>
            <a:xfrm>
              <a:off x="2879800" y="3470500"/>
              <a:ext cx="239350" cy="230400"/>
            </a:xfrm>
            <a:custGeom>
              <a:avLst/>
              <a:gdLst/>
              <a:ahLst/>
              <a:cxnLst/>
              <a:rect l="l" t="t" r="r" b="b"/>
              <a:pathLst>
                <a:path w="9574" h="9216" extrusionOk="0">
                  <a:moveTo>
                    <a:pt x="5109" y="0"/>
                  </a:moveTo>
                  <a:cubicBezTo>
                    <a:pt x="2561" y="0"/>
                    <a:pt x="358" y="2060"/>
                    <a:pt x="180" y="4596"/>
                  </a:cubicBezTo>
                  <a:cubicBezTo>
                    <a:pt x="1" y="7144"/>
                    <a:pt x="1918" y="9216"/>
                    <a:pt x="4466" y="9216"/>
                  </a:cubicBezTo>
                  <a:cubicBezTo>
                    <a:pt x="7014" y="9216"/>
                    <a:pt x="9216" y="7156"/>
                    <a:pt x="9395" y="4620"/>
                  </a:cubicBezTo>
                  <a:cubicBezTo>
                    <a:pt x="9574" y="2072"/>
                    <a:pt x="7657" y="0"/>
                    <a:pt x="51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65"/>
            <p:cNvSpPr/>
            <p:nvPr/>
          </p:nvSpPr>
          <p:spPr>
            <a:xfrm>
              <a:off x="2963450" y="3550875"/>
              <a:ext cx="72350" cy="69375"/>
            </a:xfrm>
            <a:custGeom>
              <a:avLst/>
              <a:gdLst/>
              <a:ahLst/>
              <a:cxnLst/>
              <a:rect l="l" t="t" r="r" b="b"/>
              <a:pathLst>
                <a:path w="2894" h="2775" extrusionOk="0">
                  <a:moveTo>
                    <a:pt x="1537" y="0"/>
                  </a:moveTo>
                  <a:cubicBezTo>
                    <a:pt x="763" y="0"/>
                    <a:pt x="96" y="631"/>
                    <a:pt x="48" y="1381"/>
                  </a:cubicBezTo>
                  <a:cubicBezTo>
                    <a:pt x="1" y="2143"/>
                    <a:pt x="572" y="2774"/>
                    <a:pt x="1346" y="2774"/>
                  </a:cubicBezTo>
                  <a:cubicBezTo>
                    <a:pt x="2120" y="2774"/>
                    <a:pt x="2775" y="2155"/>
                    <a:pt x="2834" y="1381"/>
                  </a:cubicBezTo>
                  <a:cubicBezTo>
                    <a:pt x="2894" y="631"/>
                    <a:pt x="2310" y="0"/>
                    <a:pt x="153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65"/>
            <p:cNvSpPr/>
            <p:nvPr/>
          </p:nvSpPr>
          <p:spPr>
            <a:xfrm>
              <a:off x="2981025" y="3568125"/>
              <a:ext cx="36925" cy="34850"/>
            </a:xfrm>
            <a:custGeom>
              <a:avLst/>
              <a:gdLst/>
              <a:ahLst/>
              <a:cxnLst/>
              <a:rect l="l" t="t" r="r" b="b"/>
              <a:pathLst>
                <a:path w="1477" h="1394" extrusionOk="0">
                  <a:moveTo>
                    <a:pt x="786" y="1"/>
                  </a:moveTo>
                  <a:cubicBezTo>
                    <a:pt x="405" y="1"/>
                    <a:pt x="60" y="310"/>
                    <a:pt x="36" y="691"/>
                  </a:cubicBezTo>
                  <a:cubicBezTo>
                    <a:pt x="0" y="1084"/>
                    <a:pt x="298" y="1394"/>
                    <a:pt x="691" y="1394"/>
                  </a:cubicBezTo>
                  <a:cubicBezTo>
                    <a:pt x="1072" y="1394"/>
                    <a:pt x="1417" y="1084"/>
                    <a:pt x="1441" y="691"/>
                  </a:cubicBezTo>
                  <a:cubicBezTo>
                    <a:pt x="1476" y="310"/>
                    <a:pt x="1179" y="1"/>
                    <a:pt x="78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65"/>
            <p:cNvSpPr/>
            <p:nvPr/>
          </p:nvSpPr>
          <p:spPr>
            <a:xfrm>
              <a:off x="3940650" y="3194050"/>
              <a:ext cx="542350" cy="236575"/>
            </a:xfrm>
            <a:custGeom>
              <a:avLst/>
              <a:gdLst/>
              <a:ahLst/>
              <a:cxnLst/>
              <a:rect l="l" t="t" r="r" b="b"/>
              <a:pathLst>
                <a:path w="21694" h="9463" extrusionOk="0">
                  <a:moveTo>
                    <a:pt x="13545" y="0"/>
                  </a:moveTo>
                  <a:cubicBezTo>
                    <a:pt x="12356" y="0"/>
                    <a:pt x="11009" y="162"/>
                    <a:pt x="9490" y="521"/>
                  </a:cubicBezTo>
                  <a:cubicBezTo>
                    <a:pt x="1" y="2772"/>
                    <a:pt x="6192" y="9463"/>
                    <a:pt x="6192" y="9463"/>
                  </a:cubicBezTo>
                  <a:cubicBezTo>
                    <a:pt x="6192" y="9463"/>
                    <a:pt x="10863" y="7251"/>
                    <a:pt x="16582" y="7251"/>
                  </a:cubicBezTo>
                  <a:cubicBezTo>
                    <a:pt x="18168" y="7251"/>
                    <a:pt x="19834" y="7421"/>
                    <a:pt x="21504" y="7856"/>
                  </a:cubicBezTo>
                  <a:cubicBezTo>
                    <a:pt x="21694" y="4445"/>
                    <a:pt x="19791" y="0"/>
                    <a:pt x="135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65"/>
            <p:cNvSpPr/>
            <p:nvPr/>
          </p:nvSpPr>
          <p:spPr>
            <a:xfrm>
              <a:off x="4055250" y="3205725"/>
              <a:ext cx="408725" cy="181750"/>
            </a:xfrm>
            <a:custGeom>
              <a:avLst/>
              <a:gdLst/>
              <a:ahLst/>
              <a:cxnLst/>
              <a:rect l="l" t="t" r="r" b="b"/>
              <a:pathLst>
                <a:path w="16349" h="7270" extrusionOk="0">
                  <a:moveTo>
                    <a:pt x="8394" y="1"/>
                  </a:moveTo>
                  <a:cubicBezTo>
                    <a:pt x="7207" y="1"/>
                    <a:pt x="5863" y="161"/>
                    <a:pt x="4347" y="519"/>
                  </a:cubicBezTo>
                  <a:cubicBezTo>
                    <a:pt x="2715" y="900"/>
                    <a:pt x="1560" y="1412"/>
                    <a:pt x="739" y="2007"/>
                  </a:cubicBezTo>
                  <a:cubicBezTo>
                    <a:pt x="417" y="2317"/>
                    <a:pt x="179" y="2662"/>
                    <a:pt x="1" y="3007"/>
                  </a:cubicBezTo>
                  <a:cubicBezTo>
                    <a:pt x="787" y="2495"/>
                    <a:pt x="1870" y="2055"/>
                    <a:pt x="3311" y="1709"/>
                  </a:cubicBezTo>
                  <a:cubicBezTo>
                    <a:pt x="4828" y="1350"/>
                    <a:pt x="6173" y="1189"/>
                    <a:pt x="7361" y="1189"/>
                  </a:cubicBezTo>
                  <a:cubicBezTo>
                    <a:pt x="12432" y="1189"/>
                    <a:pt x="14634" y="4122"/>
                    <a:pt x="15193" y="7055"/>
                  </a:cubicBezTo>
                  <a:cubicBezTo>
                    <a:pt x="15574" y="7115"/>
                    <a:pt x="15967" y="7186"/>
                    <a:pt x="16348" y="7270"/>
                  </a:cubicBezTo>
                  <a:cubicBezTo>
                    <a:pt x="16308" y="3940"/>
                    <a:pt x="14282" y="1"/>
                    <a:pt x="839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65"/>
            <p:cNvSpPr/>
            <p:nvPr/>
          </p:nvSpPr>
          <p:spPr>
            <a:xfrm>
              <a:off x="4059425" y="2521275"/>
              <a:ext cx="88425" cy="151825"/>
            </a:xfrm>
            <a:custGeom>
              <a:avLst/>
              <a:gdLst/>
              <a:ahLst/>
              <a:cxnLst/>
              <a:rect l="l" t="t" r="r" b="b"/>
              <a:pathLst>
                <a:path w="3537" h="6073" extrusionOk="0">
                  <a:moveTo>
                    <a:pt x="1798" y="0"/>
                  </a:moveTo>
                  <a:cubicBezTo>
                    <a:pt x="1798" y="1"/>
                    <a:pt x="0" y="5692"/>
                    <a:pt x="1536" y="6073"/>
                  </a:cubicBezTo>
                  <a:cubicBezTo>
                    <a:pt x="3537" y="3501"/>
                    <a:pt x="1798" y="1"/>
                    <a:pt x="17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65"/>
            <p:cNvSpPr/>
            <p:nvPr/>
          </p:nvSpPr>
          <p:spPr>
            <a:xfrm>
              <a:off x="4008225" y="2682000"/>
              <a:ext cx="243200" cy="524800"/>
            </a:xfrm>
            <a:custGeom>
              <a:avLst/>
              <a:gdLst/>
              <a:ahLst/>
              <a:cxnLst/>
              <a:rect l="l" t="t" r="r" b="b"/>
              <a:pathLst>
                <a:path w="9728" h="20992" extrusionOk="0">
                  <a:moveTo>
                    <a:pt x="1370" y="1"/>
                  </a:moveTo>
                  <a:cubicBezTo>
                    <a:pt x="739" y="275"/>
                    <a:pt x="1" y="501"/>
                    <a:pt x="1" y="501"/>
                  </a:cubicBezTo>
                  <a:lnTo>
                    <a:pt x="6787" y="20991"/>
                  </a:lnTo>
                  <a:lnTo>
                    <a:pt x="9728" y="20182"/>
                  </a:lnTo>
                  <a:cubicBezTo>
                    <a:pt x="9728" y="20182"/>
                    <a:pt x="7597" y="12109"/>
                    <a:pt x="137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65"/>
            <p:cNvSpPr/>
            <p:nvPr/>
          </p:nvSpPr>
          <p:spPr>
            <a:xfrm>
              <a:off x="3943350" y="2681100"/>
              <a:ext cx="205400" cy="642550"/>
            </a:xfrm>
            <a:custGeom>
              <a:avLst/>
              <a:gdLst/>
              <a:ahLst/>
              <a:cxnLst/>
              <a:rect l="l" t="t" r="r" b="b"/>
              <a:pathLst>
                <a:path w="8216" h="25702" extrusionOk="0">
                  <a:moveTo>
                    <a:pt x="927" y="1"/>
                  </a:moveTo>
                  <a:cubicBezTo>
                    <a:pt x="539" y="1"/>
                    <a:pt x="0" y="632"/>
                    <a:pt x="0" y="632"/>
                  </a:cubicBezTo>
                  <a:cubicBezTo>
                    <a:pt x="0" y="632"/>
                    <a:pt x="5191" y="15503"/>
                    <a:pt x="988" y="23599"/>
                  </a:cubicBezTo>
                  <a:cubicBezTo>
                    <a:pt x="399" y="25389"/>
                    <a:pt x="1686" y="25701"/>
                    <a:pt x="2657" y="25701"/>
                  </a:cubicBezTo>
                  <a:cubicBezTo>
                    <a:pt x="3178" y="25701"/>
                    <a:pt x="3608" y="25611"/>
                    <a:pt x="3608" y="25611"/>
                  </a:cubicBezTo>
                  <a:cubicBezTo>
                    <a:pt x="3608" y="25611"/>
                    <a:pt x="8215" y="16634"/>
                    <a:pt x="1072" y="37"/>
                  </a:cubicBezTo>
                  <a:cubicBezTo>
                    <a:pt x="1027" y="12"/>
                    <a:pt x="978" y="1"/>
                    <a:pt x="9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65"/>
            <p:cNvSpPr/>
            <p:nvPr/>
          </p:nvSpPr>
          <p:spPr>
            <a:xfrm>
              <a:off x="2692300" y="3023725"/>
              <a:ext cx="1371900" cy="553950"/>
            </a:xfrm>
            <a:custGeom>
              <a:avLst/>
              <a:gdLst/>
              <a:ahLst/>
              <a:cxnLst/>
              <a:rect l="l" t="t" r="r" b="b"/>
              <a:pathLst>
                <a:path w="54876" h="22158" extrusionOk="0">
                  <a:moveTo>
                    <a:pt x="17512" y="0"/>
                  </a:moveTo>
                  <a:cubicBezTo>
                    <a:pt x="14303" y="0"/>
                    <a:pt x="4025" y="4359"/>
                    <a:pt x="0" y="17752"/>
                  </a:cubicBezTo>
                  <a:cubicBezTo>
                    <a:pt x="8346" y="17764"/>
                    <a:pt x="16978" y="17776"/>
                    <a:pt x="19395" y="17776"/>
                  </a:cubicBezTo>
                  <a:cubicBezTo>
                    <a:pt x="21800" y="17776"/>
                    <a:pt x="21979" y="22134"/>
                    <a:pt x="21979" y="22134"/>
                  </a:cubicBezTo>
                  <a:cubicBezTo>
                    <a:pt x="31075" y="22146"/>
                    <a:pt x="43434" y="22158"/>
                    <a:pt x="46256" y="22158"/>
                  </a:cubicBezTo>
                  <a:cubicBezTo>
                    <a:pt x="49101" y="22158"/>
                    <a:pt x="54876" y="11240"/>
                    <a:pt x="52602" y="5644"/>
                  </a:cubicBezTo>
                  <a:lnTo>
                    <a:pt x="52602" y="5644"/>
                  </a:lnTo>
                  <a:cubicBezTo>
                    <a:pt x="51018" y="11490"/>
                    <a:pt x="48220" y="14478"/>
                    <a:pt x="45232" y="15312"/>
                  </a:cubicBezTo>
                  <a:cubicBezTo>
                    <a:pt x="43603" y="15767"/>
                    <a:pt x="39820" y="15870"/>
                    <a:pt x="36716" y="15870"/>
                  </a:cubicBezTo>
                  <a:cubicBezTo>
                    <a:pt x="35442" y="15870"/>
                    <a:pt x="34282" y="15853"/>
                    <a:pt x="33433" y="15835"/>
                  </a:cubicBezTo>
                  <a:cubicBezTo>
                    <a:pt x="32564" y="15824"/>
                    <a:pt x="31861" y="15204"/>
                    <a:pt x="31730" y="14359"/>
                  </a:cubicBezTo>
                  <a:cubicBezTo>
                    <a:pt x="31480" y="12740"/>
                    <a:pt x="31230" y="10025"/>
                    <a:pt x="31825" y="7692"/>
                  </a:cubicBezTo>
                  <a:cubicBezTo>
                    <a:pt x="32778" y="4120"/>
                    <a:pt x="36731" y="3620"/>
                    <a:pt x="37314" y="24"/>
                  </a:cubicBezTo>
                  <a:cubicBezTo>
                    <a:pt x="37314" y="24"/>
                    <a:pt x="20705" y="12"/>
                    <a:pt x="17538" y="0"/>
                  </a:cubicBezTo>
                  <a:cubicBezTo>
                    <a:pt x="17529" y="0"/>
                    <a:pt x="17521" y="0"/>
                    <a:pt x="1751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65"/>
            <p:cNvSpPr/>
            <p:nvPr/>
          </p:nvSpPr>
          <p:spPr>
            <a:xfrm>
              <a:off x="2680375" y="3133525"/>
              <a:ext cx="690600" cy="353675"/>
            </a:xfrm>
            <a:custGeom>
              <a:avLst/>
              <a:gdLst/>
              <a:ahLst/>
              <a:cxnLst/>
              <a:rect l="l" t="t" r="r" b="b"/>
              <a:pathLst>
                <a:path w="27624" h="14147" extrusionOk="0">
                  <a:moveTo>
                    <a:pt x="18389" y="1"/>
                  </a:moveTo>
                  <a:cubicBezTo>
                    <a:pt x="14171" y="1"/>
                    <a:pt x="9120" y="1473"/>
                    <a:pt x="6168" y="3931"/>
                  </a:cubicBezTo>
                  <a:cubicBezTo>
                    <a:pt x="1060" y="8181"/>
                    <a:pt x="1" y="14122"/>
                    <a:pt x="1" y="14122"/>
                  </a:cubicBezTo>
                  <a:lnTo>
                    <a:pt x="23670" y="14146"/>
                  </a:lnTo>
                  <a:cubicBezTo>
                    <a:pt x="23670" y="14146"/>
                    <a:pt x="27623" y="6764"/>
                    <a:pt x="25171" y="2573"/>
                  </a:cubicBezTo>
                  <a:cubicBezTo>
                    <a:pt x="24132" y="794"/>
                    <a:pt x="21485" y="1"/>
                    <a:pt x="183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65"/>
            <p:cNvSpPr/>
            <p:nvPr/>
          </p:nvSpPr>
          <p:spPr>
            <a:xfrm>
              <a:off x="2847375" y="3163150"/>
              <a:ext cx="484900" cy="324050"/>
            </a:xfrm>
            <a:custGeom>
              <a:avLst/>
              <a:gdLst/>
              <a:ahLst/>
              <a:cxnLst/>
              <a:rect l="l" t="t" r="r" b="b"/>
              <a:pathLst>
                <a:path w="19396" h="12962" extrusionOk="0">
                  <a:moveTo>
                    <a:pt x="10895" y="1"/>
                  </a:moveTo>
                  <a:cubicBezTo>
                    <a:pt x="7219" y="1"/>
                    <a:pt x="2885" y="1158"/>
                    <a:pt x="0" y="3127"/>
                  </a:cubicBezTo>
                  <a:cubicBezTo>
                    <a:pt x="2676" y="1885"/>
                    <a:pt x="5951" y="1182"/>
                    <a:pt x="8823" y="1182"/>
                  </a:cubicBezTo>
                  <a:cubicBezTo>
                    <a:pt x="11789" y="1182"/>
                    <a:pt x="14325" y="1933"/>
                    <a:pt x="15324" y="3615"/>
                  </a:cubicBezTo>
                  <a:cubicBezTo>
                    <a:pt x="16955" y="6401"/>
                    <a:pt x="15621" y="10639"/>
                    <a:pt x="14645" y="12961"/>
                  </a:cubicBezTo>
                  <a:lnTo>
                    <a:pt x="16217" y="12961"/>
                  </a:lnTo>
                  <a:cubicBezTo>
                    <a:pt x="17014" y="11318"/>
                    <a:pt x="19395" y="5805"/>
                    <a:pt x="17407" y="2448"/>
                  </a:cubicBezTo>
                  <a:cubicBezTo>
                    <a:pt x="16407" y="756"/>
                    <a:pt x="13866" y="1"/>
                    <a:pt x="1089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65"/>
            <p:cNvSpPr/>
            <p:nvPr/>
          </p:nvSpPr>
          <p:spPr>
            <a:xfrm>
              <a:off x="3229550" y="2689150"/>
              <a:ext cx="1003125" cy="907575"/>
            </a:xfrm>
            <a:custGeom>
              <a:avLst/>
              <a:gdLst/>
              <a:ahLst/>
              <a:cxnLst/>
              <a:rect l="l" t="t" r="r" b="b"/>
              <a:pathLst>
                <a:path w="40125" h="36303" extrusionOk="0">
                  <a:moveTo>
                    <a:pt x="31886" y="1"/>
                  </a:moveTo>
                  <a:lnTo>
                    <a:pt x="28814" y="905"/>
                  </a:lnTo>
                  <a:cubicBezTo>
                    <a:pt x="28814" y="905"/>
                    <a:pt x="31088" y="5811"/>
                    <a:pt x="32088" y="16074"/>
                  </a:cubicBezTo>
                  <a:cubicBezTo>
                    <a:pt x="33088" y="26349"/>
                    <a:pt x="24099" y="33028"/>
                    <a:pt x="19777" y="33028"/>
                  </a:cubicBezTo>
                  <a:cubicBezTo>
                    <a:pt x="15467" y="33016"/>
                    <a:pt x="1" y="32993"/>
                    <a:pt x="1" y="32993"/>
                  </a:cubicBezTo>
                  <a:lnTo>
                    <a:pt x="1" y="32993"/>
                  </a:lnTo>
                  <a:lnTo>
                    <a:pt x="644" y="36267"/>
                  </a:lnTo>
                  <a:cubicBezTo>
                    <a:pt x="644" y="36267"/>
                    <a:pt x="21551" y="36303"/>
                    <a:pt x="24682" y="36303"/>
                  </a:cubicBezTo>
                  <a:cubicBezTo>
                    <a:pt x="27802" y="36303"/>
                    <a:pt x="30005" y="35362"/>
                    <a:pt x="32922" y="33052"/>
                  </a:cubicBezTo>
                  <a:cubicBezTo>
                    <a:pt x="40125" y="26861"/>
                    <a:pt x="38875" y="17872"/>
                    <a:pt x="37863" y="14538"/>
                  </a:cubicBezTo>
                  <a:cubicBezTo>
                    <a:pt x="36851" y="11192"/>
                    <a:pt x="31886" y="1"/>
                    <a:pt x="318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65"/>
            <p:cNvSpPr/>
            <p:nvPr/>
          </p:nvSpPr>
          <p:spPr>
            <a:xfrm>
              <a:off x="3904050" y="2688850"/>
              <a:ext cx="328925" cy="902225"/>
            </a:xfrm>
            <a:custGeom>
              <a:avLst/>
              <a:gdLst/>
              <a:ahLst/>
              <a:cxnLst/>
              <a:rect l="l" t="t" r="r" b="b"/>
              <a:pathLst>
                <a:path w="13157" h="36089" extrusionOk="0">
                  <a:moveTo>
                    <a:pt x="4918" y="1"/>
                  </a:moveTo>
                  <a:lnTo>
                    <a:pt x="3763" y="346"/>
                  </a:lnTo>
                  <a:cubicBezTo>
                    <a:pt x="4941" y="3215"/>
                    <a:pt x="8347" y="11633"/>
                    <a:pt x="9013" y="14824"/>
                  </a:cubicBezTo>
                  <a:cubicBezTo>
                    <a:pt x="9704" y="18253"/>
                    <a:pt x="11061" y="27492"/>
                    <a:pt x="3870" y="33683"/>
                  </a:cubicBezTo>
                  <a:cubicBezTo>
                    <a:pt x="2477" y="34779"/>
                    <a:pt x="1251" y="35565"/>
                    <a:pt x="0" y="36088"/>
                  </a:cubicBezTo>
                  <a:cubicBezTo>
                    <a:pt x="2048" y="35707"/>
                    <a:pt x="3810" y="34755"/>
                    <a:pt x="5965" y="33040"/>
                  </a:cubicBezTo>
                  <a:cubicBezTo>
                    <a:pt x="13157" y="26861"/>
                    <a:pt x="11907" y="17884"/>
                    <a:pt x="10895" y="14538"/>
                  </a:cubicBezTo>
                  <a:cubicBezTo>
                    <a:pt x="9883" y="11204"/>
                    <a:pt x="4918" y="1"/>
                    <a:pt x="491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65"/>
            <p:cNvSpPr/>
            <p:nvPr/>
          </p:nvSpPr>
          <p:spPr>
            <a:xfrm>
              <a:off x="3084900" y="2899100"/>
              <a:ext cx="599500" cy="125825"/>
            </a:xfrm>
            <a:custGeom>
              <a:avLst/>
              <a:gdLst/>
              <a:ahLst/>
              <a:cxnLst/>
              <a:rect l="l" t="t" r="r" b="b"/>
              <a:pathLst>
                <a:path w="23980" h="5033" extrusionOk="0">
                  <a:moveTo>
                    <a:pt x="5691" y="0"/>
                  </a:moveTo>
                  <a:cubicBezTo>
                    <a:pt x="4707" y="0"/>
                    <a:pt x="3934" y="207"/>
                    <a:pt x="3441" y="747"/>
                  </a:cubicBezTo>
                  <a:cubicBezTo>
                    <a:pt x="3441" y="747"/>
                    <a:pt x="0" y="4997"/>
                    <a:pt x="3287" y="4997"/>
                  </a:cubicBezTo>
                  <a:cubicBezTo>
                    <a:pt x="6573" y="4997"/>
                    <a:pt x="20717" y="5033"/>
                    <a:pt x="21610" y="5033"/>
                  </a:cubicBezTo>
                  <a:cubicBezTo>
                    <a:pt x="22503" y="5033"/>
                    <a:pt x="23980" y="1592"/>
                    <a:pt x="22325" y="1461"/>
                  </a:cubicBezTo>
                  <a:cubicBezTo>
                    <a:pt x="22142" y="1445"/>
                    <a:pt x="21917" y="1439"/>
                    <a:pt x="21655" y="1439"/>
                  </a:cubicBezTo>
                  <a:cubicBezTo>
                    <a:pt x="20572" y="1439"/>
                    <a:pt x="18867" y="1548"/>
                    <a:pt x="17005" y="1548"/>
                  </a:cubicBezTo>
                  <a:cubicBezTo>
                    <a:pt x="15238" y="1548"/>
                    <a:pt x="13331" y="1450"/>
                    <a:pt x="11680" y="1068"/>
                  </a:cubicBezTo>
                  <a:cubicBezTo>
                    <a:pt x="9337" y="521"/>
                    <a:pt x="7250" y="0"/>
                    <a:pt x="569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65"/>
            <p:cNvSpPr/>
            <p:nvPr/>
          </p:nvSpPr>
          <p:spPr>
            <a:xfrm>
              <a:off x="3897200" y="2502625"/>
              <a:ext cx="211650" cy="215725"/>
            </a:xfrm>
            <a:custGeom>
              <a:avLst/>
              <a:gdLst/>
              <a:ahLst/>
              <a:cxnLst/>
              <a:rect l="l" t="t" r="r" b="b"/>
              <a:pathLst>
                <a:path w="8466" h="8629" extrusionOk="0">
                  <a:moveTo>
                    <a:pt x="6649" y="0"/>
                  </a:moveTo>
                  <a:cubicBezTo>
                    <a:pt x="5562" y="0"/>
                    <a:pt x="4287" y="627"/>
                    <a:pt x="2941" y="1806"/>
                  </a:cubicBezTo>
                  <a:cubicBezTo>
                    <a:pt x="739" y="3747"/>
                    <a:pt x="1" y="4080"/>
                    <a:pt x="120" y="4616"/>
                  </a:cubicBezTo>
                  <a:cubicBezTo>
                    <a:pt x="251" y="5140"/>
                    <a:pt x="1846" y="8628"/>
                    <a:pt x="1846" y="8628"/>
                  </a:cubicBezTo>
                  <a:cubicBezTo>
                    <a:pt x="1846" y="8628"/>
                    <a:pt x="5930" y="7319"/>
                    <a:pt x="6454" y="7200"/>
                  </a:cubicBezTo>
                  <a:cubicBezTo>
                    <a:pt x="6966" y="7081"/>
                    <a:pt x="8025" y="6938"/>
                    <a:pt x="8025" y="6938"/>
                  </a:cubicBezTo>
                  <a:cubicBezTo>
                    <a:pt x="8025" y="6938"/>
                    <a:pt x="7716" y="2116"/>
                    <a:pt x="8466" y="782"/>
                  </a:cubicBezTo>
                  <a:cubicBezTo>
                    <a:pt x="7957" y="254"/>
                    <a:pt x="7341" y="0"/>
                    <a:pt x="66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65"/>
            <p:cNvSpPr/>
            <p:nvPr/>
          </p:nvSpPr>
          <p:spPr>
            <a:xfrm>
              <a:off x="3957025" y="2397750"/>
              <a:ext cx="129500" cy="199450"/>
            </a:xfrm>
            <a:custGeom>
              <a:avLst/>
              <a:gdLst/>
              <a:ahLst/>
              <a:cxnLst/>
              <a:rect l="l" t="t" r="r" b="b"/>
              <a:pathLst>
                <a:path w="5180" h="7978" extrusionOk="0">
                  <a:moveTo>
                    <a:pt x="4906" y="0"/>
                  </a:moveTo>
                  <a:lnTo>
                    <a:pt x="3406" y="5489"/>
                  </a:lnTo>
                  <a:cubicBezTo>
                    <a:pt x="3346" y="5739"/>
                    <a:pt x="3180" y="5942"/>
                    <a:pt x="2965" y="6061"/>
                  </a:cubicBezTo>
                  <a:lnTo>
                    <a:pt x="1" y="7739"/>
                  </a:lnTo>
                  <a:lnTo>
                    <a:pt x="120" y="7978"/>
                  </a:lnTo>
                  <a:lnTo>
                    <a:pt x="3084" y="6311"/>
                  </a:lnTo>
                  <a:cubicBezTo>
                    <a:pt x="3382" y="6144"/>
                    <a:pt x="3584" y="5870"/>
                    <a:pt x="3680" y="5549"/>
                  </a:cubicBezTo>
                  <a:lnTo>
                    <a:pt x="5180" y="60"/>
                  </a:lnTo>
                  <a:lnTo>
                    <a:pt x="490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65"/>
            <p:cNvSpPr/>
            <p:nvPr/>
          </p:nvSpPr>
          <p:spPr>
            <a:xfrm>
              <a:off x="3913575" y="2579625"/>
              <a:ext cx="85150" cy="86625"/>
            </a:xfrm>
            <a:custGeom>
              <a:avLst/>
              <a:gdLst/>
              <a:ahLst/>
              <a:cxnLst/>
              <a:rect l="l" t="t" r="r" b="b"/>
              <a:pathLst>
                <a:path w="3406" h="3465" extrusionOk="0">
                  <a:moveTo>
                    <a:pt x="1822" y="0"/>
                  </a:moveTo>
                  <a:cubicBezTo>
                    <a:pt x="917" y="0"/>
                    <a:pt x="143" y="786"/>
                    <a:pt x="72" y="1738"/>
                  </a:cubicBezTo>
                  <a:cubicBezTo>
                    <a:pt x="0" y="2691"/>
                    <a:pt x="667" y="3465"/>
                    <a:pt x="1572" y="3465"/>
                  </a:cubicBezTo>
                  <a:cubicBezTo>
                    <a:pt x="2477" y="3465"/>
                    <a:pt x="3251" y="2679"/>
                    <a:pt x="3334" y="1738"/>
                  </a:cubicBezTo>
                  <a:cubicBezTo>
                    <a:pt x="3406" y="786"/>
                    <a:pt x="2739" y="0"/>
                    <a:pt x="1822" y="0"/>
                  </a:cubicBezTo>
                  <a:close/>
                </a:path>
              </a:pathLst>
            </a:custGeom>
            <a:solidFill>
              <a:srgbClr val="EEC11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65"/>
            <p:cNvSpPr/>
            <p:nvPr/>
          </p:nvSpPr>
          <p:spPr>
            <a:xfrm>
              <a:off x="3860300" y="2557775"/>
              <a:ext cx="144675" cy="96475"/>
            </a:xfrm>
            <a:custGeom>
              <a:avLst/>
              <a:gdLst/>
              <a:ahLst/>
              <a:cxnLst/>
              <a:rect l="l" t="t" r="r" b="b"/>
              <a:pathLst>
                <a:path w="5787" h="3859" extrusionOk="0">
                  <a:moveTo>
                    <a:pt x="3713" y="0"/>
                  </a:moveTo>
                  <a:cubicBezTo>
                    <a:pt x="3366" y="0"/>
                    <a:pt x="3011" y="143"/>
                    <a:pt x="2667" y="445"/>
                  </a:cubicBezTo>
                  <a:cubicBezTo>
                    <a:pt x="1965" y="1065"/>
                    <a:pt x="131" y="1124"/>
                    <a:pt x="131" y="1124"/>
                  </a:cubicBezTo>
                  <a:cubicBezTo>
                    <a:pt x="131" y="1124"/>
                    <a:pt x="0" y="2850"/>
                    <a:pt x="405" y="3374"/>
                  </a:cubicBezTo>
                  <a:cubicBezTo>
                    <a:pt x="466" y="3362"/>
                    <a:pt x="539" y="3357"/>
                    <a:pt x="621" y="3357"/>
                  </a:cubicBezTo>
                  <a:cubicBezTo>
                    <a:pt x="1176" y="3357"/>
                    <a:pt x="2136" y="3612"/>
                    <a:pt x="2572" y="3767"/>
                  </a:cubicBezTo>
                  <a:cubicBezTo>
                    <a:pt x="2741" y="3826"/>
                    <a:pt x="2968" y="3858"/>
                    <a:pt x="3190" y="3858"/>
                  </a:cubicBezTo>
                  <a:cubicBezTo>
                    <a:pt x="3638" y="3858"/>
                    <a:pt x="4065" y="3729"/>
                    <a:pt x="3953" y="3434"/>
                  </a:cubicBezTo>
                  <a:lnTo>
                    <a:pt x="3953" y="3434"/>
                  </a:lnTo>
                  <a:cubicBezTo>
                    <a:pt x="4045" y="3467"/>
                    <a:pt x="4146" y="3483"/>
                    <a:pt x="4252" y="3483"/>
                  </a:cubicBezTo>
                  <a:cubicBezTo>
                    <a:pt x="4684" y="3483"/>
                    <a:pt x="5197" y="3214"/>
                    <a:pt x="5465" y="2708"/>
                  </a:cubicBezTo>
                  <a:cubicBezTo>
                    <a:pt x="5787" y="2100"/>
                    <a:pt x="5346" y="981"/>
                    <a:pt x="4715" y="422"/>
                  </a:cubicBezTo>
                  <a:cubicBezTo>
                    <a:pt x="4404" y="146"/>
                    <a:pt x="4063" y="0"/>
                    <a:pt x="37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65"/>
            <p:cNvSpPr/>
            <p:nvPr/>
          </p:nvSpPr>
          <p:spPr>
            <a:xfrm>
              <a:off x="3928750" y="2626050"/>
              <a:ext cx="169700" cy="91700"/>
            </a:xfrm>
            <a:custGeom>
              <a:avLst/>
              <a:gdLst/>
              <a:ahLst/>
              <a:cxnLst/>
              <a:rect l="l" t="t" r="r" b="b"/>
              <a:pathLst>
                <a:path w="6788" h="3668" extrusionOk="0">
                  <a:moveTo>
                    <a:pt x="6728" y="0"/>
                  </a:moveTo>
                  <a:cubicBezTo>
                    <a:pt x="5013" y="1679"/>
                    <a:pt x="2453" y="2239"/>
                    <a:pt x="1" y="2382"/>
                  </a:cubicBezTo>
                  <a:cubicBezTo>
                    <a:pt x="322" y="3096"/>
                    <a:pt x="596" y="3668"/>
                    <a:pt x="596" y="3668"/>
                  </a:cubicBezTo>
                  <a:cubicBezTo>
                    <a:pt x="596" y="3668"/>
                    <a:pt x="4692" y="2358"/>
                    <a:pt x="5204" y="2239"/>
                  </a:cubicBezTo>
                  <a:cubicBezTo>
                    <a:pt x="5716" y="2120"/>
                    <a:pt x="6787" y="1989"/>
                    <a:pt x="6787" y="1989"/>
                  </a:cubicBezTo>
                  <a:cubicBezTo>
                    <a:pt x="6787" y="1989"/>
                    <a:pt x="6728" y="1108"/>
                    <a:pt x="6728" y="0"/>
                  </a:cubicBezTo>
                  <a:close/>
                </a:path>
              </a:pathLst>
            </a:custGeom>
            <a:solidFill>
              <a:srgbClr val="F7BC1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65"/>
            <p:cNvSpPr/>
            <p:nvPr/>
          </p:nvSpPr>
          <p:spPr>
            <a:xfrm>
              <a:off x="3928750" y="2591225"/>
              <a:ext cx="47350" cy="45575"/>
            </a:xfrm>
            <a:custGeom>
              <a:avLst/>
              <a:gdLst/>
              <a:ahLst/>
              <a:cxnLst/>
              <a:rect l="l" t="t" r="r" b="b"/>
              <a:pathLst>
                <a:path w="1894" h="1823" extrusionOk="0">
                  <a:moveTo>
                    <a:pt x="989" y="0"/>
                  </a:moveTo>
                  <a:cubicBezTo>
                    <a:pt x="501" y="0"/>
                    <a:pt x="60" y="405"/>
                    <a:pt x="24" y="917"/>
                  </a:cubicBezTo>
                  <a:cubicBezTo>
                    <a:pt x="1" y="1417"/>
                    <a:pt x="370" y="1822"/>
                    <a:pt x="882" y="1822"/>
                  </a:cubicBezTo>
                  <a:cubicBezTo>
                    <a:pt x="1370" y="1822"/>
                    <a:pt x="1810" y="1417"/>
                    <a:pt x="1846" y="917"/>
                  </a:cubicBezTo>
                  <a:cubicBezTo>
                    <a:pt x="1894" y="405"/>
                    <a:pt x="1501" y="0"/>
                    <a:pt x="989" y="0"/>
                  </a:cubicBezTo>
                  <a:close/>
                </a:path>
              </a:pathLst>
            </a:custGeom>
            <a:solidFill>
              <a:srgbClr val="35353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65"/>
            <p:cNvSpPr/>
            <p:nvPr/>
          </p:nvSpPr>
          <p:spPr>
            <a:xfrm>
              <a:off x="4036200" y="2315150"/>
              <a:ext cx="67300" cy="129475"/>
            </a:xfrm>
            <a:custGeom>
              <a:avLst/>
              <a:gdLst/>
              <a:ahLst/>
              <a:cxnLst/>
              <a:rect l="l" t="t" r="r" b="b"/>
              <a:pathLst>
                <a:path w="2692" h="5179" extrusionOk="0">
                  <a:moveTo>
                    <a:pt x="1896" y="0"/>
                  </a:moveTo>
                  <a:cubicBezTo>
                    <a:pt x="1357" y="0"/>
                    <a:pt x="666" y="1042"/>
                    <a:pt x="346" y="2411"/>
                  </a:cubicBezTo>
                  <a:cubicBezTo>
                    <a:pt x="1" y="3840"/>
                    <a:pt x="179" y="5078"/>
                    <a:pt x="727" y="5174"/>
                  </a:cubicBezTo>
                  <a:cubicBezTo>
                    <a:pt x="747" y="5177"/>
                    <a:pt x="767" y="5178"/>
                    <a:pt x="788" y="5178"/>
                  </a:cubicBezTo>
                  <a:cubicBezTo>
                    <a:pt x="1328" y="5178"/>
                    <a:pt x="2025" y="4133"/>
                    <a:pt x="2346" y="2757"/>
                  </a:cubicBezTo>
                  <a:cubicBezTo>
                    <a:pt x="2692" y="1328"/>
                    <a:pt x="2513" y="90"/>
                    <a:pt x="1965" y="6"/>
                  </a:cubicBezTo>
                  <a:cubicBezTo>
                    <a:pt x="1943" y="2"/>
                    <a:pt x="1920" y="0"/>
                    <a:pt x="18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65"/>
            <p:cNvSpPr/>
            <p:nvPr/>
          </p:nvSpPr>
          <p:spPr>
            <a:xfrm>
              <a:off x="4043050" y="2327725"/>
              <a:ext cx="45275" cy="102850"/>
            </a:xfrm>
            <a:custGeom>
              <a:avLst/>
              <a:gdLst/>
              <a:ahLst/>
              <a:cxnLst/>
              <a:rect l="l" t="t" r="r" b="b"/>
              <a:pathLst>
                <a:path w="1811" h="4114" extrusionOk="0">
                  <a:moveTo>
                    <a:pt x="1359" y="1"/>
                  </a:moveTo>
                  <a:cubicBezTo>
                    <a:pt x="1005" y="1"/>
                    <a:pt x="528" y="861"/>
                    <a:pt x="263" y="1956"/>
                  </a:cubicBezTo>
                  <a:cubicBezTo>
                    <a:pt x="1" y="3087"/>
                    <a:pt x="60" y="4051"/>
                    <a:pt x="417" y="4111"/>
                  </a:cubicBezTo>
                  <a:cubicBezTo>
                    <a:pt x="429" y="4113"/>
                    <a:pt x="441" y="4114"/>
                    <a:pt x="453" y="4114"/>
                  </a:cubicBezTo>
                  <a:cubicBezTo>
                    <a:pt x="807" y="4114"/>
                    <a:pt x="1283" y="3265"/>
                    <a:pt x="1548" y="2170"/>
                  </a:cubicBezTo>
                  <a:cubicBezTo>
                    <a:pt x="1810" y="1015"/>
                    <a:pt x="1751" y="63"/>
                    <a:pt x="1394" y="3"/>
                  </a:cubicBezTo>
                  <a:cubicBezTo>
                    <a:pt x="1382" y="1"/>
                    <a:pt x="1371" y="1"/>
                    <a:pt x="13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65"/>
            <p:cNvSpPr/>
            <p:nvPr/>
          </p:nvSpPr>
          <p:spPr>
            <a:xfrm>
              <a:off x="3580200" y="3353225"/>
              <a:ext cx="97050" cy="99425"/>
            </a:xfrm>
            <a:custGeom>
              <a:avLst/>
              <a:gdLst/>
              <a:ahLst/>
              <a:cxnLst/>
              <a:rect l="l" t="t" r="r" b="b"/>
              <a:pathLst>
                <a:path w="3882" h="3977" extrusionOk="0">
                  <a:moveTo>
                    <a:pt x="1560" y="0"/>
                  </a:moveTo>
                  <a:lnTo>
                    <a:pt x="381" y="2382"/>
                  </a:lnTo>
                  <a:lnTo>
                    <a:pt x="0" y="3072"/>
                  </a:lnTo>
                  <a:lnTo>
                    <a:pt x="2501" y="3977"/>
                  </a:lnTo>
                  <a:lnTo>
                    <a:pt x="3882" y="1108"/>
                  </a:lnTo>
                  <a:lnTo>
                    <a:pt x="156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65"/>
            <p:cNvSpPr/>
            <p:nvPr/>
          </p:nvSpPr>
          <p:spPr>
            <a:xfrm>
              <a:off x="3248750" y="2747600"/>
              <a:ext cx="732700" cy="646725"/>
            </a:xfrm>
            <a:custGeom>
              <a:avLst/>
              <a:gdLst/>
              <a:ahLst/>
              <a:cxnLst/>
              <a:rect l="l" t="t" r="r" b="b"/>
              <a:pathLst>
                <a:path w="29308" h="25869" extrusionOk="0">
                  <a:moveTo>
                    <a:pt x="5650" y="0"/>
                  </a:moveTo>
                  <a:cubicBezTo>
                    <a:pt x="4364" y="0"/>
                    <a:pt x="2995" y="222"/>
                    <a:pt x="1781" y="889"/>
                  </a:cubicBezTo>
                  <a:cubicBezTo>
                    <a:pt x="1" y="5551"/>
                    <a:pt x="1588" y="9848"/>
                    <a:pt x="7418" y="9848"/>
                  </a:cubicBezTo>
                  <a:cubicBezTo>
                    <a:pt x="7633" y="9848"/>
                    <a:pt x="7853" y="9843"/>
                    <a:pt x="8079" y="9831"/>
                  </a:cubicBezTo>
                  <a:cubicBezTo>
                    <a:pt x="10120" y="9728"/>
                    <a:pt x="12284" y="9660"/>
                    <a:pt x="14261" y="9660"/>
                  </a:cubicBezTo>
                  <a:cubicBezTo>
                    <a:pt x="18453" y="9660"/>
                    <a:pt x="21800" y="9964"/>
                    <a:pt x="21331" y="10878"/>
                  </a:cubicBezTo>
                  <a:cubicBezTo>
                    <a:pt x="17735" y="13105"/>
                    <a:pt x="14187" y="24440"/>
                    <a:pt x="14187" y="24440"/>
                  </a:cubicBezTo>
                  <a:lnTo>
                    <a:pt x="17247" y="25868"/>
                  </a:lnTo>
                  <a:cubicBezTo>
                    <a:pt x="17247" y="25868"/>
                    <a:pt x="29308" y="8116"/>
                    <a:pt x="27213" y="5937"/>
                  </a:cubicBezTo>
                  <a:cubicBezTo>
                    <a:pt x="25117" y="3747"/>
                    <a:pt x="10460" y="889"/>
                    <a:pt x="10460" y="889"/>
                  </a:cubicBezTo>
                  <a:cubicBezTo>
                    <a:pt x="10460" y="889"/>
                    <a:pt x="8222" y="0"/>
                    <a:pt x="56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65"/>
            <p:cNvSpPr/>
            <p:nvPr/>
          </p:nvSpPr>
          <p:spPr>
            <a:xfrm>
              <a:off x="3455775" y="2782900"/>
              <a:ext cx="525675" cy="611125"/>
            </a:xfrm>
            <a:custGeom>
              <a:avLst/>
              <a:gdLst/>
              <a:ahLst/>
              <a:cxnLst/>
              <a:rect l="l" t="t" r="r" b="b"/>
              <a:pathLst>
                <a:path w="21027" h="24445" extrusionOk="0">
                  <a:moveTo>
                    <a:pt x="4680" y="1"/>
                  </a:moveTo>
                  <a:cubicBezTo>
                    <a:pt x="3382" y="72"/>
                    <a:pt x="1608" y="489"/>
                    <a:pt x="1" y="1977"/>
                  </a:cubicBezTo>
                  <a:cubicBezTo>
                    <a:pt x="429" y="1890"/>
                    <a:pt x="966" y="1851"/>
                    <a:pt x="1582" y="1851"/>
                  </a:cubicBezTo>
                  <a:cubicBezTo>
                    <a:pt x="6007" y="1851"/>
                    <a:pt x="14531" y="3856"/>
                    <a:pt x="16360" y="4347"/>
                  </a:cubicBezTo>
                  <a:cubicBezTo>
                    <a:pt x="18443" y="4918"/>
                    <a:pt x="18527" y="6014"/>
                    <a:pt x="17717" y="7859"/>
                  </a:cubicBezTo>
                  <a:cubicBezTo>
                    <a:pt x="16919" y="9645"/>
                    <a:pt x="10180" y="21623"/>
                    <a:pt x="8442" y="24206"/>
                  </a:cubicBezTo>
                  <a:lnTo>
                    <a:pt x="8966" y="24444"/>
                  </a:lnTo>
                  <a:cubicBezTo>
                    <a:pt x="8966" y="24444"/>
                    <a:pt x="21027" y="6680"/>
                    <a:pt x="18932" y="4513"/>
                  </a:cubicBezTo>
                  <a:cubicBezTo>
                    <a:pt x="17384" y="2906"/>
                    <a:pt x="8966" y="930"/>
                    <a:pt x="468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65"/>
            <p:cNvSpPr/>
            <p:nvPr/>
          </p:nvSpPr>
          <p:spPr>
            <a:xfrm>
              <a:off x="3154550" y="2214700"/>
              <a:ext cx="577475" cy="635300"/>
            </a:xfrm>
            <a:custGeom>
              <a:avLst/>
              <a:gdLst/>
              <a:ahLst/>
              <a:cxnLst/>
              <a:rect l="l" t="t" r="r" b="b"/>
              <a:pathLst>
                <a:path w="23099" h="25412" extrusionOk="0">
                  <a:moveTo>
                    <a:pt x="19181" y="0"/>
                  </a:moveTo>
                  <a:cubicBezTo>
                    <a:pt x="2810" y="5882"/>
                    <a:pt x="0" y="25122"/>
                    <a:pt x="0" y="25122"/>
                  </a:cubicBezTo>
                  <a:cubicBezTo>
                    <a:pt x="494" y="25326"/>
                    <a:pt x="1298" y="25411"/>
                    <a:pt x="2289" y="25411"/>
                  </a:cubicBezTo>
                  <a:cubicBezTo>
                    <a:pt x="6106" y="25411"/>
                    <a:pt x="12688" y="24146"/>
                    <a:pt x="14919" y="23503"/>
                  </a:cubicBezTo>
                  <a:cubicBezTo>
                    <a:pt x="15919" y="23217"/>
                    <a:pt x="16753" y="22693"/>
                    <a:pt x="16848" y="22431"/>
                  </a:cubicBezTo>
                  <a:cubicBezTo>
                    <a:pt x="17169" y="21431"/>
                    <a:pt x="23099" y="6667"/>
                    <a:pt x="22408" y="4584"/>
                  </a:cubicBezTo>
                  <a:cubicBezTo>
                    <a:pt x="21729" y="2500"/>
                    <a:pt x="21205" y="929"/>
                    <a:pt x="1918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65"/>
            <p:cNvSpPr/>
            <p:nvPr/>
          </p:nvSpPr>
          <p:spPr>
            <a:xfrm>
              <a:off x="3501925" y="2316675"/>
              <a:ext cx="370900" cy="382725"/>
            </a:xfrm>
            <a:custGeom>
              <a:avLst/>
              <a:gdLst/>
              <a:ahLst/>
              <a:cxnLst/>
              <a:rect l="l" t="t" r="r" b="b"/>
              <a:pathLst>
                <a:path w="14836" h="15309" extrusionOk="0">
                  <a:moveTo>
                    <a:pt x="2055" y="1"/>
                  </a:moveTo>
                  <a:cubicBezTo>
                    <a:pt x="1986" y="1"/>
                    <a:pt x="1917" y="2"/>
                    <a:pt x="1846" y="5"/>
                  </a:cubicBezTo>
                  <a:cubicBezTo>
                    <a:pt x="71" y="88"/>
                    <a:pt x="0" y="2588"/>
                    <a:pt x="107" y="3589"/>
                  </a:cubicBezTo>
                  <a:cubicBezTo>
                    <a:pt x="369" y="6398"/>
                    <a:pt x="1465" y="13185"/>
                    <a:pt x="2631" y="14495"/>
                  </a:cubicBezTo>
                  <a:cubicBezTo>
                    <a:pt x="3166" y="15092"/>
                    <a:pt x="4335" y="15309"/>
                    <a:pt x="5746" y="15309"/>
                  </a:cubicBezTo>
                  <a:cubicBezTo>
                    <a:pt x="9452" y="15309"/>
                    <a:pt x="14835" y="13816"/>
                    <a:pt x="14835" y="13816"/>
                  </a:cubicBezTo>
                  <a:lnTo>
                    <a:pt x="14716" y="10768"/>
                  </a:lnTo>
                  <a:cubicBezTo>
                    <a:pt x="11597" y="10720"/>
                    <a:pt x="7334" y="10709"/>
                    <a:pt x="6679" y="10423"/>
                  </a:cubicBezTo>
                  <a:cubicBezTo>
                    <a:pt x="6048" y="10125"/>
                    <a:pt x="5155" y="3529"/>
                    <a:pt x="4882" y="2148"/>
                  </a:cubicBezTo>
                  <a:cubicBezTo>
                    <a:pt x="4607" y="811"/>
                    <a:pt x="3686" y="1"/>
                    <a:pt x="205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65"/>
            <p:cNvSpPr/>
            <p:nvPr/>
          </p:nvSpPr>
          <p:spPr>
            <a:xfrm>
              <a:off x="3521775" y="3412750"/>
              <a:ext cx="284250" cy="105200"/>
            </a:xfrm>
            <a:custGeom>
              <a:avLst/>
              <a:gdLst/>
              <a:ahLst/>
              <a:cxnLst/>
              <a:rect l="l" t="t" r="r" b="b"/>
              <a:pathLst>
                <a:path w="11370" h="4208" extrusionOk="0">
                  <a:moveTo>
                    <a:pt x="2718" y="1"/>
                  </a:moveTo>
                  <a:cubicBezTo>
                    <a:pt x="1235" y="760"/>
                    <a:pt x="1" y="4049"/>
                    <a:pt x="640" y="4049"/>
                  </a:cubicBezTo>
                  <a:cubicBezTo>
                    <a:pt x="642" y="4049"/>
                    <a:pt x="644" y="4049"/>
                    <a:pt x="647" y="4049"/>
                  </a:cubicBezTo>
                  <a:cubicBezTo>
                    <a:pt x="1085" y="4049"/>
                    <a:pt x="3932" y="4208"/>
                    <a:pt x="6315" y="4208"/>
                  </a:cubicBezTo>
                  <a:cubicBezTo>
                    <a:pt x="7618" y="4208"/>
                    <a:pt x="8783" y="4160"/>
                    <a:pt x="9338" y="4013"/>
                  </a:cubicBezTo>
                  <a:cubicBezTo>
                    <a:pt x="10893" y="3604"/>
                    <a:pt x="11369" y="2345"/>
                    <a:pt x="10348" y="2345"/>
                  </a:cubicBezTo>
                  <a:cubicBezTo>
                    <a:pt x="10330" y="2345"/>
                    <a:pt x="10310" y="2345"/>
                    <a:pt x="10291" y="2346"/>
                  </a:cubicBezTo>
                  <a:cubicBezTo>
                    <a:pt x="10141" y="2351"/>
                    <a:pt x="9952" y="2355"/>
                    <a:pt x="9735" y="2355"/>
                  </a:cubicBezTo>
                  <a:cubicBezTo>
                    <a:pt x="8387" y="2355"/>
                    <a:pt x="5955" y="2208"/>
                    <a:pt x="4981" y="1275"/>
                  </a:cubicBezTo>
                  <a:cubicBezTo>
                    <a:pt x="4933" y="1276"/>
                    <a:pt x="4887" y="1277"/>
                    <a:pt x="4841" y="1277"/>
                  </a:cubicBezTo>
                  <a:cubicBezTo>
                    <a:pt x="3125" y="1277"/>
                    <a:pt x="2718" y="1"/>
                    <a:pt x="27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65"/>
            <p:cNvSpPr/>
            <p:nvPr/>
          </p:nvSpPr>
          <p:spPr>
            <a:xfrm>
              <a:off x="3647775" y="1987575"/>
              <a:ext cx="234575" cy="261300"/>
            </a:xfrm>
            <a:custGeom>
              <a:avLst/>
              <a:gdLst/>
              <a:ahLst/>
              <a:cxnLst/>
              <a:rect l="l" t="t" r="r" b="b"/>
              <a:pathLst>
                <a:path w="9383" h="10452" extrusionOk="0">
                  <a:moveTo>
                    <a:pt x="4651" y="0"/>
                  </a:moveTo>
                  <a:cubicBezTo>
                    <a:pt x="2434" y="0"/>
                    <a:pt x="474" y="2249"/>
                    <a:pt x="238" y="5037"/>
                  </a:cubicBezTo>
                  <a:cubicBezTo>
                    <a:pt x="0" y="7859"/>
                    <a:pt x="1631" y="10073"/>
                    <a:pt x="3870" y="10097"/>
                  </a:cubicBezTo>
                  <a:cubicBezTo>
                    <a:pt x="3926" y="10097"/>
                    <a:pt x="3982" y="10181"/>
                    <a:pt x="4038" y="10181"/>
                  </a:cubicBezTo>
                  <a:cubicBezTo>
                    <a:pt x="4041" y="10181"/>
                    <a:pt x="4045" y="10181"/>
                    <a:pt x="4048" y="10180"/>
                  </a:cubicBezTo>
                  <a:cubicBezTo>
                    <a:pt x="4321" y="10375"/>
                    <a:pt x="4641" y="10452"/>
                    <a:pt x="4952" y="10452"/>
                  </a:cubicBezTo>
                  <a:cubicBezTo>
                    <a:pt x="5592" y="10452"/>
                    <a:pt x="6202" y="10131"/>
                    <a:pt x="6322" y="9859"/>
                  </a:cubicBezTo>
                  <a:cubicBezTo>
                    <a:pt x="6549" y="9371"/>
                    <a:pt x="6691" y="9073"/>
                    <a:pt x="6989" y="9073"/>
                  </a:cubicBezTo>
                  <a:cubicBezTo>
                    <a:pt x="7311" y="9073"/>
                    <a:pt x="7251" y="8680"/>
                    <a:pt x="7037" y="8490"/>
                  </a:cubicBezTo>
                  <a:lnTo>
                    <a:pt x="7037" y="8490"/>
                  </a:lnTo>
                  <a:cubicBezTo>
                    <a:pt x="7095" y="8510"/>
                    <a:pt x="7172" y="8521"/>
                    <a:pt x="7246" y="8521"/>
                  </a:cubicBezTo>
                  <a:cubicBezTo>
                    <a:pt x="7384" y="8521"/>
                    <a:pt x="7512" y="8484"/>
                    <a:pt x="7489" y="8406"/>
                  </a:cubicBezTo>
                  <a:cubicBezTo>
                    <a:pt x="7442" y="8287"/>
                    <a:pt x="7572" y="8037"/>
                    <a:pt x="7703" y="7394"/>
                  </a:cubicBezTo>
                  <a:cubicBezTo>
                    <a:pt x="7844" y="7460"/>
                    <a:pt x="7966" y="7488"/>
                    <a:pt x="8071" y="7488"/>
                  </a:cubicBezTo>
                  <a:cubicBezTo>
                    <a:pt x="8548" y="7488"/>
                    <a:pt x="8651" y="6903"/>
                    <a:pt x="8465" y="6728"/>
                  </a:cubicBezTo>
                  <a:cubicBezTo>
                    <a:pt x="8632" y="6311"/>
                    <a:pt x="7977" y="5501"/>
                    <a:pt x="8680" y="4263"/>
                  </a:cubicBezTo>
                  <a:cubicBezTo>
                    <a:pt x="9382" y="3013"/>
                    <a:pt x="7846" y="1917"/>
                    <a:pt x="7846" y="1917"/>
                  </a:cubicBezTo>
                  <a:cubicBezTo>
                    <a:pt x="7846" y="1917"/>
                    <a:pt x="7811" y="1965"/>
                    <a:pt x="7739" y="2037"/>
                  </a:cubicBezTo>
                  <a:cubicBezTo>
                    <a:pt x="7096" y="810"/>
                    <a:pt x="6013" y="12"/>
                    <a:pt x="4703" y="1"/>
                  </a:cubicBezTo>
                  <a:cubicBezTo>
                    <a:pt x="4686" y="0"/>
                    <a:pt x="4668" y="0"/>
                    <a:pt x="46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65"/>
            <p:cNvSpPr/>
            <p:nvPr/>
          </p:nvSpPr>
          <p:spPr>
            <a:xfrm>
              <a:off x="3636750" y="2165700"/>
              <a:ext cx="87750" cy="43375"/>
            </a:xfrm>
            <a:custGeom>
              <a:avLst/>
              <a:gdLst/>
              <a:ahLst/>
              <a:cxnLst/>
              <a:rect l="l" t="t" r="r" b="b"/>
              <a:pathLst>
                <a:path w="3510" h="1735" extrusionOk="0">
                  <a:moveTo>
                    <a:pt x="1760" y="1"/>
                  </a:moveTo>
                  <a:cubicBezTo>
                    <a:pt x="915" y="1"/>
                    <a:pt x="12" y="150"/>
                    <a:pt x="12" y="150"/>
                  </a:cubicBezTo>
                  <a:lnTo>
                    <a:pt x="1" y="1543"/>
                  </a:lnTo>
                  <a:cubicBezTo>
                    <a:pt x="1" y="1543"/>
                    <a:pt x="601" y="1734"/>
                    <a:pt x="1296" y="1734"/>
                  </a:cubicBezTo>
                  <a:cubicBezTo>
                    <a:pt x="1956" y="1734"/>
                    <a:pt x="2702" y="1562"/>
                    <a:pt x="3096" y="888"/>
                  </a:cubicBezTo>
                  <a:cubicBezTo>
                    <a:pt x="3509" y="173"/>
                    <a:pt x="2668" y="1"/>
                    <a:pt x="176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65"/>
            <p:cNvSpPr/>
            <p:nvPr/>
          </p:nvSpPr>
          <p:spPr>
            <a:xfrm>
              <a:off x="3818325" y="2100900"/>
              <a:ext cx="35925" cy="9275"/>
            </a:xfrm>
            <a:custGeom>
              <a:avLst/>
              <a:gdLst/>
              <a:ahLst/>
              <a:cxnLst/>
              <a:rect l="l" t="t" r="r" b="b"/>
              <a:pathLst>
                <a:path w="1437" h="371" extrusionOk="0">
                  <a:moveTo>
                    <a:pt x="882" y="1"/>
                  </a:moveTo>
                  <a:cubicBezTo>
                    <a:pt x="470" y="1"/>
                    <a:pt x="0" y="135"/>
                    <a:pt x="0" y="135"/>
                  </a:cubicBezTo>
                  <a:cubicBezTo>
                    <a:pt x="298" y="171"/>
                    <a:pt x="917" y="313"/>
                    <a:pt x="1108" y="361"/>
                  </a:cubicBezTo>
                  <a:cubicBezTo>
                    <a:pt x="1135" y="367"/>
                    <a:pt x="1161" y="370"/>
                    <a:pt x="1186" y="370"/>
                  </a:cubicBezTo>
                  <a:cubicBezTo>
                    <a:pt x="1342" y="370"/>
                    <a:pt x="1436" y="250"/>
                    <a:pt x="1405" y="147"/>
                  </a:cubicBezTo>
                  <a:cubicBezTo>
                    <a:pt x="1295" y="37"/>
                    <a:pt x="1097" y="1"/>
                    <a:pt x="88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65"/>
            <p:cNvSpPr/>
            <p:nvPr/>
          </p:nvSpPr>
          <p:spPr>
            <a:xfrm>
              <a:off x="3812975" y="2079850"/>
              <a:ext cx="78300" cy="30675"/>
            </a:xfrm>
            <a:custGeom>
              <a:avLst/>
              <a:gdLst/>
              <a:ahLst/>
              <a:cxnLst/>
              <a:rect l="l" t="t" r="r" b="b"/>
              <a:pathLst>
                <a:path w="3132" h="1227" extrusionOk="0">
                  <a:moveTo>
                    <a:pt x="2441" y="0"/>
                  </a:moveTo>
                  <a:lnTo>
                    <a:pt x="0" y="60"/>
                  </a:lnTo>
                  <a:cubicBezTo>
                    <a:pt x="131" y="84"/>
                    <a:pt x="1965" y="298"/>
                    <a:pt x="2548" y="1227"/>
                  </a:cubicBezTo>
                  <a:cubicBezTo>
                    <a:pt x="3131" y="774"/>
                    <a:pt x="2441" y="0"/>
                    <a:pt x="24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65"/>
            <p:cNvSpPr/>
            <p:nvPr/>
          </p:nvSpPr>
          <p:spPr>
            <a:xfrm>
              <a:off x="3598950" y="1952450"/>
              <a:ext cx="324175" cy="244700"/>
            </a:xfrm>
            <a:custGeom>
              <a:avLst/>
              <a:gdLst/>
              <a:ahLst/>
              <a:cxnLst/>
              <a:rect l="l" t="t" r="r" b="b"/>
              <a:pathLst>
                <a:path w="12967" h="9788" extrusionOk="0">
                  <a:moveTo>
                    <a:pt x="6734" y="1"/>
                  </a:moveTo>
                  <a:cubicBezTo>
                    <a:pt x="4429" y="1"/>
                    <a:pt x="2199" y="1302"/>
                    <a:pt x="1227" y="3465"/>
                  </a:cubicBezTo>
                  <a:cubicBezTo>
                    <a:pt x="0" y="6180"/>
                    <a:pt x="560" y="7418"/>
                    <a:pt x="1120" y="8442"/>
                  </a:cubicBezTo>
                  <a:cubicBezTo>
                    <a:pt x="1548" y="9211"/>
                    <a:pt x="2241" y="9788"/>
                    <a:pt x="4208" y="9788"/>
                  </a:cubicBezTo>
                  <a:cubicBezTo>
                    <a:pt x="4372" y="9788"/>
                    <a:pt x="4545" y="9784"/>
                    <a:pt x="4727" y="9776"/>
                  </a:cubicBezTo>
                  <a:cubicBezTo>
                    <a:pt x="6287" y="9704"/>
                    <a:pt x="6466" y="7490"/>
                    <a:pt x="6751" y="6656"/>
                  </a:cubicBezTo>
                  <a:cubicBezTo>
                    <a:pt x="7040" y="5867"/>
                    <a:pt x="7174" y="5109"/>
                    <a:pt x="7568" y="5109"/>
                  </a:cubicBezTo>
                  <a:cubicBezTo>
                    <a:pt x="7596" y="5109"/>
                    <a:pt x="7625" y="5112"/>
                    <a:pt x="7656" y="5120"/>
                  </a:cubicBezTo>
                  <a:cubicBezTo>
                    <a:pt x="7656" y="5120"/>
                    <a:pt x="11121" y="5597"/>
                    <a:pt x="12145" y="6013"/>
                  </a:cubicBezTo>
                  <a:cubicBezTo>
                    <a:pt x="12966" y="3370"/>
                    <a:pt x="11300" y="1108"/>
                    <a:pt x="8454" y="251"/>
                  </a:cubicBezTo>
                  <a:cubicBezTo>
                    <a:pt x="7888" y="82"/>
                    <a:pt x="7309" y="1"/>
                    <a:pt x="67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65"/>
            <p:cNvSpPr/>
            <p:nvPr/>
          </p:nvSpPr>
          <p:spPr>
            <a:xfrm>
              <a:off x="3681400" y="1952475"/>
              <a:ext cx="241125" cy="150025"/>
            </a:xfrm>
            <a:custGeom>
              <a:avLst/>
              <a:gdLst/>
              <a:ahLst/>
              <a:cxnLst/>
              <a:rect l="l" t="t" r="r" b="b"/>
              <a:pathLst>
                <a:path w="9645" h="6001" extrusionOk="0">
                  <a:moveTo>
                    <a:pt x="3402" y="0"/>
                  </a:moveTo>
                  <a:cubicBezTo>
                    <a:pt x="2185" y="0"/>
                    <a:pt x="994" y="361"/>
                    <a:pt x="1" y="1024"/>
                  </a:cubicBezTo>
                  <a:cubicBezTo>
                    <a:pt x="620" y="825"/>
                    <a:pt x="1271" y="720"/>
                    <a:pt x="1931" y="720"/>
                  </a:cubicBezTo>
                  <a:cubicBezTo>
                    <a:pt x="2500" y="720"/>
                    <a:pt x="3076" y="799"/>
                    <a:pt x="3644" y="964"/>
                  </a:cubicBezTo>
                  <a:cubicBezTo>
                    <a:pt x="6097" y="1690"/>
                    <a:pt x="7680" y="3476"/>
                    <a:pt x="7537" y="5655"/>
                  </a:cubicBezTo>
                  <a:cubicBezTo>
                    <a:pt x="8073" y="5774"/>
                    <a:pt x="8549" y="5893"/>
                    <a:pt x="8835" y="6000"/>
                  </a:cubicBezTo>
                  <a:cubicBezTo>
                    <a:pt x="9645" y="3345"/>
                    <a:pt x="7978" y="1107"/>
                    <a:pt x="5132" y="250"/>
                  </a:cubicBezTo>
                  <a:cubicBezTo>
                    <a:pt x="4562" y="81"/>
                    <a:pt x="3979" y="0"/>
                    <a:pt x="34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65"/>
            <p:cNvSpPr/>
            <p:nvPr/>
          </p:nvSpPr>
          <p:spPr>
            <a:xfrm>
              <a:off x="3631100" y="2070625"/>
              <a:ext cx="274450" cy="126525"/>
            </a:xfrm>
            <a:custGeom>
              <a:avLst/>
              <a:gdLst/>
              <a:ahLst/>
              <a:cxnLst/>
              <a:rect l="l" t="t" r="r" b="b"/>
              <a:pathLst>
                <a:path w="10978" h="5061" extrusionOk="0">
                  <a:moveTo>
                    <a:pt x="5973" y="1"/>
                  </a:moveTo>
                  <a:cubicBezTo>
                    <a:pt x="5578" y="1"/>
                    <a:pt x="5446" y="758"/>
                    <a:pt x="5168" y="1536"/>
                  </a:cubicBezTo>
                  <a:cubicBezTo>
                    <a:pt x="4882" y="2358"/>
                    <a:pt x="4691" y="4596"/>
                    <a:pt x="3144" y="4668"/>
                  </a:cubicBezTo>
                  <a:cubicBezTo>
                    <a:pt x="2972" y="4675"/>
                    <a:pt x="2810" y="4678"/>
                    <a:pt x="2655" y="4678"/>
                  </a:cubicBezTo>
                  <a:cubicBezTo>
                    <a:pt x="1246" y="4678"/>
                    <a:pt x="483" y="4393"/>
                    <a:pt x="0" y="3953"/>
                  </a:cubicBezTo>
                  <a:lnTo>
                    <a:pt x="0" y="3953"/>
                  </a:lnTo>
                  <a:cubicBezTo>
                    <a:pt x="447" y="4607"/>
                    <a:pt x="1182" y="5061"/>
                    <a:pt x="2935" y="5061"/>
                  </a:cubicBezTo>
                  <a:cubicBezTo>
                    <a:pt x="3098" y="5061"/>
                    <a:pt x="3271" y="5057"/>
                    <a:pt x="3453" y="5049"/>
                  </a:cubicBezTo>
                  <a:cubicBezTo>
                    <a:pt x="5013" y="4977"/>
                    <a:pt x="5191" y="2763"/>
                    <a:pt x="5477" y="1929"/>
                  </a:cubicBezTo>
                  <a:cubicBezTo>
                    <a:pt x="5744" y="1140"/>
                    <a:pt x="5886" y="382"/>
                    <a:pt x="6282" y="382"/>
                  </a:cubicBezTo>
                  <a:cubicBezTo>
                    <a:pt x="6310" y="382"/>
                    <a:pt x="6339" y="385"/>
                    <a:pt x="6370" y="393"/>
                  </a:cubicBezTo>
                  <a:cubicBezTo>
                    <a:pt x="6370" y="393"/>
                    <a:pt x="9835" y="870"/>
                    <a:pt x="10859" y="1286"/>
                  </a:cubicBezTo>
                  <a:cubicBezTo>
                    <a:pt x="10906" y="1120"/>
                    <a:pt x="10954" y="965"/>
                    <a:pt x="10978" y="798"/>
                  </a:cubicBezTo>
                  <a:cubicBezTo>
                    <a:pt x="9930" y="393"/>
                    <a:pt x="6061" y="12"/>
                    <a:pt x="6061" y="12"/>
                  </a:cubicBezTo>
                  <a:cubicBezTo>
                    <a:pt x="6030" y="4"/>
                    <a:pt x="6001" y="1"/>
                    <a:pt x="597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65"/>
            <p:cNvSpPr/>
            <p:nvPr/>
          </p:nvSpPr>
          <p:spPr>
            <a:xfrm>
              <a:off x="3716550" y="2051500"/>
              <a:ext cx="192875" cy="213550"/>
            </a:xfrm>
            <a:custGeom>
              <a:avLst/>
              <a:gdLst/>
              <a:ahLst/>
              <a:cxnLst/>
              <a:rect l="l" t="t" r="r" b="b"/>
              <a:pathLst>
                <a:path w="7715" h="8542" extrusionOk="0">
                  <a:moveTo>
                    <a:pt x="2025" y="1"/>
                  </a:moveTo>
                  <a:cubicBezTo>
                    <a:pt x="1897" y="1"/>
                    <a:pt x="1792" y="16"/>
                    <a:pt x="1714" y="51"/>
                  </a:cubicBezTo>
                  <a:cubicBezTo>
                    <a:pt x="976" y="396"/>
                    <a:pt x="1190" y="2075"/>
                    <a:pt x="654" y="4385"/>
                  </a:cubicBezTo>
                  <a:cubicBezTo>
                    <a:pt x="0" y="7219"/>
                    <a:pt x="2325" y="8542"/>
                    <a:pt x="3578" y="8542"/>
                  </a:cubicBezTo>
                  <a:cubicBezTo>
                    <a:pt x="3762" y="8542"/>
                    <a:pt x="3923" y="8513"/>
                    <a:pt x="4048" y="8457"/>
                  </a:cubicBezTo>
                  <a:cubicBezTo>
                    <a:pt x="7488" y="5206"/>
                    <a:pt x="7715" y="1099"/>
                    <a:pt x="7715" y="1099"/>
                  </a:cubicBezTo>
                  <a:lnTo>
                    <a:pt x="7715" y="1099"/>
                  </a:lnTo>
                  <a:cubicBezTo>
                    <a:pt x="7680" y="1100"/>
                    <a:pt x="7646" y="1100"/>
                    <a:pt x="7611" y="1100"/>
                  </a:cubicBezTo>
                  <a:cubicBezTo>
                    <a:pt x="5739" y="1100"/>
                    <a:pt x="3093" y="1"/>
                    <a:pt x="2025" y="1"/>
                  </a:cubicBezTo>
                  <a:close/>
                </a:path>
              </a:pathLst>
            </a:custGeom>
            <a:solidFill>
              <a:srgbClr val="D5E9ED">
                <a:alpha val="477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65"/>
            <p:cNvSpPr/>
            <p:nvPr/>
          </p:nvSpPr>
          <p:spPr>
            <a:xfrm>
              <a:off x="2607750" y="2955850"/>
              <a:ext cx="729000" cy="110750"/>
            </a:xfrm>
            <a:custGeom>
              <a:avLst/>
              <a:gdLst/>
              <a:ahLst/>
              <a:cxnLst/>
              <a:rect l="l" t="t" r="r" b="b"/>
              <a:pathLst>
                <a:path w="29160" h="4430" extrusionOk="0">
                  <a:moveTo>
                    <a:pt x="703" y="1"/>
                  </a:moveTo>
                  <a:cubicBezTo>
                    <a:pt x="358" y="1"/>
                    <a:pt x="60" y="286"/>
                    <a:pt x="36" y="632"/>
                  </a:cubicBezTo>
                  <a:cubicBezTo>
                    <a:pt x="1" y="977"/>
                    <a:pt x="275" y="1251"/>
                    <a:pt x="620" y="1251"/>
                  </a:cubicBezTo>
                  <a:lnTo>
                    <a:pt x="16050" y="1274"/>
                  </a:lnTo>
                  <a:cubicBezTo>
                    <a:pt x="16288" y="1274"/>
                    <a:pt x="16479" y="1394"/>
                    <a:pt x="16586" y="1584"/>
                  </a:cubicBezTo>
                  <a:lnTo>
                    <a:pt x="17598" y="3489"/>
                  </a:lnTo>
                  <a:cubicBezTo>
                    <a:pt x="17896" y="4049"/>
                    <a:pt x="18503" y="4406"/>
                    <a:pt x="19158" y="4406"/>
                  </a:cubicBezTo>
                  <a:lnTo>
                    <a:pt x="28457" y="4430"/>
                  </a:lnTo>
                  <a:cubicBezTo>
                    <a:pt x="28802" y="4430"/>
                    <a:pt x="29100" y="4144"/>
                    <a:pt x="29135" y="3799"/>
                  </a:cubicBezTo>
                  <a:cubicBezTo>
                    <a:pt x="29159" y="3453"/>
                    <a:pt x="28897" y="3168"/>
                    <a:pt x="28552" y="3168"/>
                  </a:cubicBezTo>
                  <a:lnTo>
                    <a:pt x="19253" y="3156"/>
                  </a:lnTo>
                  <a:cubicBezTo>
                    <a:pt x="19015" y="3156"/>
                    <a:pt x="18813" y="3037"/>
                    <a:pt x="18717" y="2846"/>
                  </a:cubicBezTo>
                  <a:lnTo>
                    <a:pt x="17705" y="941"/>
                  </a:lnTo>
                  <a:cubicBezTo>
                    <a:pt x="17408" y="370"/>
                    <a:pt x="16788" y="12"/>
                    <a:pt x="16134" y="12"/>
                  </a:cubicBezTo>
                  <a:lnTo>
                    <a:pt x="70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65"/>
            <p:cNvSpPr/>
            <p:nvPr/>
          </p:nvSpPr>
          <p:spPr>
            <a:xfrm>
              <a:off x="2561625" y="2465900"/>
              <a:ext cx="560200" cy="490575"/>
            </a:xfrm>
            <a:custGeom>
              <a:avLst/>
              <a:gdLst/>
              <a:ahLst/>
              <a:cxnLst/>
              <a:rect l="l" t="t" r="r" b="b"/>
              <a:pathLst>
                <a:path w="22408" h="19623" extrusionOk="0">
                  <a:moveTo>
                    <a:pt x="3012" y="1"/>
                  </a:moveTo>
                  <a:cubicBezTo>
                    <a:pt x="2084" y="1"/>
                    <a:pt x="1286" y="739"/>
                    <a:pt x="1227" y="1668"/>
                  </a:cubicBezTo>
                  <a:lnTo>
                    <a:pt x="84" y="17920"/>
                  </a:lnTo>
                  <a:cubicBezTo>
                    <a:pt x="0" y="18837"/>
                    <a:pt x="703" y="19587"/>
                    <a:pt x="1631" y="19587"/>
                  </a:cubicBezTo>
                  <a:lnTo>
                    <a:pt x="19395" y="19622"/>
                  </a:lnTo>
                  <a:cubicBezTo>
                    <a:pt x="20324" y="19622"/>
                    <a:pt x="21110" y="18872"/>
                    <a:pt x="21181" y="17944"/>
                  </a:cubicBezTo>
                  <a:lnTo>
                    <a:pt x="22324" y="1692"/>
                  </a:lnTo>
                  <a:cubicBezTo>
                    <a:pt x="22408" y="775"/>
                    <a:pt x="21705" y="25"/>
                    <a:pt x="20777" y="25"/>
                  </a:cubicBezTo>
                  <a:lnTo>
                    <a:pt x="301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65"/>
            <p:cNvSpPr/>
            <p:nvPr/>
          </p:nvSpPr>
          <p:spPr>
            <a:xfrm>
              <a:off x="2586625" y="2465900"/>
              <a:ext cx="534325" cy="118800"/>
            </a:xfrm>
            <a:custGeom>
              <a:avLst/>
              <a:gdLst/>
              <a:ahLst/>
              <a:cxnLst/>
              <a:rect l="l" t="t" r="r" b="b"/>
              <a:pathLst>
                <a:path w="21373" h="4752" extrusionOk="0">
                  <a:moveTo>
                    <a:pt x="2001" y="1"/>
                  </a:moveTo>
                  <a:cubicBezTo>
                    <a:pt x="1072" y="1"/>
                    <a:pt x="274" y="751"/>
                    <a:pt x="215" y="1668"/>
                  </a:cubicBezTo>
                  <a:lnTo>
                    <a:pt x="0" y="4716"/>
                  </a:lnTo>
                  <a:lnTo>
                    <a:pt x="21110" y="4751"/>
                  </a:lnTo>
                  <a:lnTo>
                    <a:pt x="21313" y="1703"/>
                  </a:lnTo>
                  <a:cubicBezTo>
                    <a:pt x="21372" y="775"/>
                    <a:pt x="20693" y="37"/>
                    <a:pt x="19765" y="37"/>
                  </a:cubicBezTo>
                  <a:lnTo>
                    <a:pt x="20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65"/>
            <p:cNvSpPr/>
            <p:nvPr/>
          </p:nvSpPr>
          <p:spPr>
            <a:xfrm>
              <a:off x="2578875" y="2464125"/>
              <a:ext cx="552175" cy="100025"/>
            </a:xfrm>
            <a:custGeom>
              <a:avLst/>
              <a:gdLst/>
              <a:ahLst/>
              <a:cxnLst/>
              <a:rect l="l" t="t" r="r" b="b"/>
              <a:pathLst>
                <a:path w="22087" h="4001" extrusionOk="0">
                  <a:moveTo>
                    <a:pt x="2013" y="0"/>
                  </a:moveTo>
                  <a:cubicBezTo>
                    <a:pt x="1060" y="0"/>
                    <a:pt x="227" y="774"/>
                    <a:pt x="167" y="1727"/>
                  </a:cubicBezTo>
                  <a:lnTo>
                    <a:pt x="1" y="3977"/>
                  </a:lnTo>
                  <a:lnTo>
                    <a:pt x="21849" y="4001"/>
                  </a:lnTo>
                  <a:lnTo>
                    <a:pt x="22015" y="1751"/>
                  </a:lnTo>
                  <a:cubicBezTo>
                    <a:pt x="22087" y="798"/>
                    <a:pt x="21361" y="24"/>
                    <a:pt x="20408" y="24"/>
                  </a:cubicBezTo>
                  <a:lnTo>
                    <a:pt x="201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 name="Google Shape;1280;p65"/>
          <p:cNvSpPr/>
          <p:nvPr/>
        </p:nvSpPr>
        <p:spPr>
          <a:xfrm>
            <a:off x="4606135" y="1452150"/>
            <a:ext cx="338231" cy="293976"/>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226"/>
                                        </p:tgtEl>
                                        <p:attrNameLst>
                                          <p:attrName>style.visibility</p:attrName>
                                        </p:attrNameLst>
                                      </p:cBhvr>
                                      <p:to>
                                        <p:strVal val="visible"/>
                                      </p:to>
                                    </p:set>
                                    <p:anim calcmode="lin" valueType="num">
                                      <p:cBhvr additive="base">
                                        <p:cTn id="7" dur="1000"/>
                                        <p:tgtEl>
                                          <p:spTgt spid="122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284"/>
        <p:cNvGrpSpPr/>
        <p:nvPr/>
      </p:nvGrpSpPr>
      <p:grpSpPr>
        <a:xfrm>
          <a:off x="0" y="0"/>
          <a:ext cx="0" cy="0"/>
          <a:chOff x="0" y="0"/>
          <a:chExt cx="0" cy="0"/>
        </a:xfrm>
      </p:grpSpPr>
      <p:sp>
        <p:nvSpPr>
          <p:cNvPr id="1285" name="Google Shape;1285;p6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Product Overview</a:t>
            </a:r>
            <a:endParaRPr/>
          </a:p>
        </p:txBody>
      </p:sp>
      <p:grpSp>
        <p:nvGrpSpPr>
          <p:cNvPr id="1286" name="Google Shape;1286;p66"/>
          <p:cNvGrpSpPr/>
          <p:nvPr/>
        </p:nvGrpSpPr>
        <p:grpSpPr>
          <a:xfrm>
            <a:off x="3382878" y="1614602"/>
            <a:ext cx="2378258" cy="2959957"/>
            <a:chOff x="3382878" y="1614602"/>
            <a:chExt cx="2378258" cy="2959957"/>
          </a:xfrm>
        </p:grpSpPr>
        <p:grpSp>
          <p:nvGrpSpPr>
            <p:cNvPr id="1287" name="Google Shape;1287;p66"/>
            <p:cNvGrpSpPr/>
            <p:nvPr/>
          </p:nvGrpSpPr>
          <p:grpSpPr>
            <a:xfrm>
              <a:off x="3721712" y="1614602"/>
              <a:ext cx="1524959" cy="2959957"/>
              <a:chOff x="3721712" y="1614602"/>
              <a:chExt cx="1524959" cy="2959957"/>
            </a:xfrm>
          </p:grpSpPr>
          <p:sp>
            <p:nvSpPr>
              <p:cNvPr id="1288" name="Google Shape;1288;p66"/>
              <p:cNvSpPr/>
              <p:nvPr/>
            </p:nvSpPr>
            <p:spPr>
              <a:xfrm>
                <a:off x="3759774" y="1758041"/>
                <a:ext cx="1433586" cy="2816518"/>
              </a:xfrm>
              <a:custGeom>
                <a:avLst/>
                <a:gdLst/>
                <a:ahLst/>
                <a:cxnLst/>
                <a:rect l="l" t="t" r="r" b="b"/>
                <a:pathLst>
                  <a:path w="105198" h="206679" extrusionOk="0">
                    <a:moveTo>
                      <a:pt x="7020" y="1"/>
                    </a:moveTo>
                    <a:cubicBezTo>
                      <a:pt x="3141" y="1"/>
                      <a:pt x="1" y="3141"/>
                      <a:pt x="1" y="7019"/>
                    </a:cubicBezTo>
                    <a:lnTo>
                      <a:pt x="1" y="199665"/>
                    </a:lnTo>
                    <a:cubicBezTo>
                      <a:pt x="1" y="203537"/>
                      <a:pt x="3141" y="206678"/>
                      <a:pt x="7020" y="206678"/>
                    </a:cubicBezTo>
                    <a:lnTo>
                      <a:pt x="98180" y="206678"/>
                    </a:lnTo>
                    <a:cubicBezTo>
                      <a:pt x="102057" y="206678"/>
                      <a:pt x="105198" y="203537"/>
                      <a:pt x="105198" y="199665"/>
                    </a:cubicBezTo>
                    <a:lnTo>
                      <a:pt x="105198" y="7019"/>
                    </a:lnTo>
                    <a:cubicBezTo>
                      <a:pt x="105198" y="3141"/>
                      <a:pt x="102057" y="1"/>
                      <a:pt x="9818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66"/>
              <p:cNvSpPr/>
              <p:nvPr/>
            </p:nvSpPr>
            <p:spPr>
              <a:xfrm>
                <a:off x="3721712" y="1758041"/>
                <a:ext cx="1433586" cy="2816518"/>
              </a:xfrm>
              <a:custGeom>
                <a:avLst/>
                <a:gdLst/>
                <a:ahLst/>
                <a:cxnLst/>
                <a:rect l="l" t="t" r="r" b="b"/>
                <a:pathLst>
                  <a:path w="105198" h="206679" extrusionOk="0">
                    <a:moveTo>
                      <a:pt x="7019" y="1"/>
                    </a:moveTo>
                    <a:cubicBezTo>
                      <a:pt x="3141" y="1"/>
                      <a:pt x="1" y="3141"/>
                      <a:pt x="1" y="7019"/>
                    </a:cubicBezTo>
                    <a:lnTo>
                      <a:pt x="1" y="199665"/>
                    </a:lnTo>
                    <a:cubicBezTo>
                      <a:pt x="1" y="203537"/>
                      <a:pt x="3141" y="206678"/>
                      <a:pt x="7019" y="206678"/>
                    </a:cubicBezTo>
                    <a:lnTo>
                      <a:pt x="98178" y="206678"/>
                    </a:lnTo>
                    <a:cubicBezTo>
                      <a:pt x="102056" y="206678"/>
                      <a:pt x="105198" y="203537"/>
                      <a:pt x="105198" y="199665"/>
                    </a:cubicBezTo>
                    <a:lnTo>
                      <a:pt x="105198" y="7019"/>
                    </a:lnTo>
                    <a:cubicBezTo>
                      <a:pt x="105198" y="3141"/>
                      <a:pt x="102056" y="1"/>
                      <a:pt x="981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66"/>
              <p:cNvSpPr/>
              <p:nvPr/>
            </p:nvSpPr>
            <p:spPr>
              <a:xfrm>
                <a:off x="3775691" y="1888224"/>
                <a:ext cx="1325629" cy="2580585"/>
              </a:xfrm>
              <a:custGeom>
                <a:avLst/>
                <a:gdLst/>
                <a:ahLst/>
                <a:cxnLst/>
                <a:rect l="l" t="t" r="r" b="b"/>
                <a:pathLst>
                  <a:path w="97276" h="189366" extrusionOk="0">
                    <a:moveTo>
                      <a:pt x="14718" y="0"/>
                    </a:moveTo>
                    <a:cubicBezTo>
                      <a:pt x="14714" y="0"/>
                      <a:pt x="14710" y="0"/>
                      <a:pt x="14706" y="0"/>
                    </a:cubicBezTo>
                    <a:lnTo>
                      <a:pt x="4384" y="0"/>
                    </a:lnTo>
                    <a:cubicBezTo>
                      <a:pt x="1964" y="0"/>
                      <a:pt x="1" y="1965"/>
                      <a:pt x="1" y="4399"/>
                    </a:cubicBezTo>
                    <a:lnTo>
                      <a:pt x="1" y="184967"/>
                    </a:lnTo>
                    <a:cubicBezTo>
                      <a:pt x="1" y="187402"/>
                      <a:pt x="1964" y="189366"/>
                      <a:pt x="4384" y="189366"/>
                    </a:cubicBezTo>
                    <a:lnTo>
                      <a:pt x="92892" y="189366"/>
                    </a:lnTo>
                    <a:cubicBezTo>
                      <a:pt x="93536" y="189366"/>
                      <a:pt x="94165" y="189224"/>
                      <a:pt x="94715" y="188958"/>
                    </a:cubicBezTo>
                    <a:cubicBezTo>
                      <a:pt x="96224" y="188283"/>
                      <a:pt x="97276" y="186743"/>
                      <a:pt x="97276" y="184967"/>
                    </a:cubicBezTo>
                    <a:lnTo>
                      <a:pt x="97276" y="4399"/>
                    </a:lnTo>
                    <a:cubicBezTo>
                      <a:pt x="97276" y="1965"/>
                      <a:pt x="95311" y="0"/>
                      <a:pt x="92892" y="0"/>
                    </a:cubicBezTo>
                    <a:lnTo>
                      <a:pt x="82570" y="0"/>
                    </a:lnTo>
                    <a:cubicBezTo>
                      <a:pt x="80543" y="0"/>
                      <a:pt x="78768" y="1399"/>
                      <a:pt x="78296" y="3379"/>
                    </a:cubicBezTo>
                    <a:cubicBezTo>
                      <a:pt x="77823" y="5359"/>
                      <a:pt x="76064" y="6741"/>
                      <a:pt x="74023" y="6741"/>
                    </a:cubicBezTo>
                    <a:lnTo>
                      <a:pt x="23255" y="6741"/>
                    </a:lnTo>
                    <a:cubicBezTo>
                      <a:pt x="21211" y="6741"/>
                      <a:pt x="19451" y="5359"/>
                      <a:pt x="18981" y="3379"/>
                    </a:cubicBezTo>
                    <a:cubicBezTo>
                      <a:pt x="18751" y="2415"/>
                      <a:pt x="18203" y="1557"/>
                      <a:pt x="17425" y="943"/>
                    </a:cubicBezTo>
                    <a:cubicBezTo>
                      <a:pt x="16655" y="332"/>
                      <a:pt x="15701" y="0"/>
                      <a:pt x="1471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66"/>
              <p:cNvSpPr/>
              <p:nvPr/>
            </p:nvSpPr>
            <p:spPr>
              <a:xfrm>
                <a:off x="4548479" y="1841400"/>
                <a:ext cx="55423" cy="53338"/>
              </a:xfrm>
              <a:custGeom>
                <a:avLst/>
                <a:gdLst/>
                <a:ahLst/>
                <a:cxnLst/>
                <a:rect l="l" t="t" r="r" b="b"/>
                <a:pathLst>
                  <a:path w="4067" h="3914" extrusionOk="0">
                    <a:moveTo>
                      <a:pt x="2111" y="1"/>
                    </a:moveTo>
                    <a:cubicBezTo>
                      <a:pt x="1319" y="1"/>
                      <a:pt x="605" y="477"/>
                      <a:pt x="303" y="1209"/>
                    </a:cubicBezTo>
                    <a:cubicBezTo>
                      <a:pt x="0" y="1939"/>
                      <a:pt x="167" y="2781"/>
                      <a:pt x="727" y="3340"/>
                    </a:cubicBezTo>
                    <a:cubicBezTo>
                      <a:pt x="1101" y="3715"/>
                      <a:pt x="1601" y="3913"/>
                      <a:pt x="2109" y="3913"/>
                    </a:cubicBezTo>
                    <a:cubicBezTo>
                      <a:pt x="2362" y="3913"/>
                      <a:pt x="2616" y="3864"/>
                      <a:pt x="2858" y="3764"/>
                    </a:cubicBezTo>
                    <a:cubicBezTo>
                      <a:pt x="3589" y="3462"/>
                      <a:pt x="4066" y="2748"/>
                      <a:pt x="4066" y="1958"/>
                    </a:cubicBezTo>
                    <a:cubicBezTo>
                      <a:pt x="4066" y="877"/>
                      <a:pt x="3190" y="1"/>
                      <a:pt x="2111" y="1"/>
                    </a:cubicBezTo>
                    <a:close/>
                  </a:path>
                </a:pathLst>
              </a:custGeom>
              <a:solidFill>
                <a:srgbClr val="5A9B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66"/>
              <p:cNvSpPr/>
              <p:nvPr/>
            </p:nvSpPr>
            <p:spPr>
              <a:xfrm>
                <a:off x="4277810" y="1854728"/>
                <a:ext cx="231531" cy="26683"/>
              </a:xfrm>
              <a:custGeom>
                <a:avLst/>
                <a:gdLst/>
                <a:ahLst/>
                <a:cxnLst/>
                <a:rect l="l" t="t" r="r" b="b"/>
                <a:pathLst>
                  <a:path w="16990" h="1958" extrusionOk="0">
                    <a:moveTo>
                      <a:pt x="978" y="0"/>
                    </a:moveTo>
                    <a:cubicBezTo>
                      <a:pt x="439" y="0"/>
                      <a:pt x="0" y="439"/>
                      <a:pt x="0" y="980"/>
                    </a:cubicBezTo>
                    <a:cubicBezTo>
                      <a:pt x="0" y="1519"/>
                      <a:pt x="439" y="1958"/>
                      <a:pt x="978" y="1958"/>
                    </a:cubicBezTo>
                    <a:lnTo>
                      <a:pt x="16012" y="1958"/>
                    </a:lnTo>
                    <a:cubicBezTo>
                      <a:pt x="16551" y="1958"/>
                      <a:pt x="16990" y="1519"/>
                      <a:pt x="16990" y="980"/>
                    </a:cubicBezTo>
                    <a:cubicBezTo>
                      <a:pt x="16990" y="439"/>
                      <a:pt x="16551" y="0"/>
                      <a:pt x="1601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66"/>
              <p:cNvSpPr/>
              <p:nvPr/>
            </p:nvSpPr>
            <p:spPr>
              <a:xfrm>
                <a:off x="4739729" y="1614602"/>
                <a:ext cx="506943" cy="506943"/>
              </a:xfrm>
              <a:custGeom>
                <a:avLst/>
                <a:gdLst/>
                <a:ahLst/>
                <a:cxnLst/>
                <a:rect l="l" t="t" r="r" b="b"/>
                <a:pathLst>
                  <a:path w="37200" h="37200" extrusionOk="0">
                    <a:moveTo>
                      <a:pt x="6347" y="0"/>
                    </a:moveTo>
                    <a:cubicBezTo>
                      <a:pt x="2841" y="0"/>
                      <a:pt x="0" y="2843"/>
                      <a:pt x="0" y="6346"/>
                    </a:cubicBezTo>
                    <a:lnTo>
                      <a:pt x="0" y="30854"/>
                    </a:lnTo>
                    <a:cubicBezTo>
                      <a:pt x="0" y="34360"/>
                      <a:pt x="2840" y="37200"/>
                      <a:pt x="6347" y="37200"/>
                    </a:cubicBezTo>
                    <a:lnTo>
                      <a:pt x="30854" y="37200"/>
                    </a:lnTo>
                    <a:cubicBezTo>
                      <a:pt x="34357" y="37200"/>
                      <a:pt x="37200" y="34360"/>
                      <a:pt x="37200" y="30854"/>
                    </a:cubicBezTo>
                    <a:lnTo>
                      <a:pt x="37200" y="6346"/>
                    </a:lnTo>
                    <a:cubicBezTo>
                      <a:pt x="37200" y="2843"/>
                      <a:pt x="34357" y="0"/>
                      <a:pt x="3085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66"/>
              <p:cNvSpPr/>
              <p:nvPr/>
            </p:nvSpPr>
            <p:spPr>
              <a:xfrm>
                <a:off x="3734360" y="3150625"/>
                <a:ext cx="506957" cy="506957"/>
              </a:xfrm>
              <a:custGeom>
                <a:avLst/>
                <a:gdLst/>
                <a:ahLst/>
                <a:cxnLst/>
                <a:rect l="l" t="t" r="r" b="b"/>
                <a:pathLst>
                  <a:path w="37201" h="37201" extrusionOk="0">
                    <a:moveTo>
                      <a:pt x="6348" y="0"/>
                    </a:moveTo>
                    <a:cubicBezTo>
                      <a:pt x="2841" y="0"/>
                      <a:pt x="1" y="2843"/>
                      <a:pt x="1" y="6346"/>
                    </a:cubicBezTo>
                    <a:lnTo>
                      <a:pt x="1" y="30853"/>
                    </a:lnTo>
                    <a:cubicBezTo>
                      <a:pt x="1" y="34360"/>
                      <a:pt x="2841" y="37200"/>
                      <a:pt x="6348" y="37200"/>
                    </a:cubicBezTo>
                    <a:lnTo>
                      <a:pt x="30855" y="37200"/>
                    </a:lnTo>
                    <a:cubicBezTo>
                      <a:pt x="34358" y="37200"/>
                      <a:pt x="37200" y="34360"/>
                      <a:pt x="37200" y="30853"/>
                    </a:cubicBezTo>
                    <a:lnTo>
                      <a:pt x="37200" y="6346"/>
                    </a:lnTo>
                    <a:cubicBezTo>
                      <a:pt x="37200" y="2843"/>
                      <a:pt x="34358" y="0"/>
                      <a:pt x="3085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66"/>
              <p:cNvSpPr/>
              <p:nvPr/>
            </p:nvSpPr>
            <p:spPr>
              <a:xfrm>
                <a:off x="4110280" y="2439164"/>
                <a:ext cx="506943" cy="506943"/>
              </a:xfrm>
              <a:custGeom>
                <a:avLst/>
                <a:gdLst/>
                <a:ahLst/>
                <a:cxnLst/>
                <a:rect l="l" t="t" r="r" b="b"/>
                <a:pathLst>
                  <a:path w="37200" h="37200" extrusionOk="0">
                    <a:moveTo>
                      <a:pt x="6347" y="0"/>
                    </a:moveTo>
                    <a:cubicBezTo>
                      <a:pt x="2841" y="0"/>
                      <a:pt x="0" y="2843"/>
                      <a:pt x="0" y="6346"/>
                    </a:cubicBezTo>
                    <a:lnTo>
                      <a:pt x="0" y="30854"/>
                    </a:lnTo>
                    <a:cubicBezTo>
                      <a:pt x="0" y="34360"/>
                      <a:pt x="2840" y="37200"/>
                      <a:pt x="6347" y="37200"/>
                    </a:cubicBezTo>
                    <a:lnTo>
                      <a:pt x="30854" y="37200"/>
                    </a:lnTo>
                    <a:cubicBezTo>
                      <a:pt x="34357" y="37200"/>
                      <a:pt x="37200" y="34360"/>
                      <a:pt x="37200" y="30854"/>
                    </a:cubicBezTo>
                    <a:lnTo>
                      <a:pt x="37200" y="6346"/>
                    </a:lnTo>
                    <a:cubicBezTo>
                      <a:pt x="37200" y="2843"/>
                      <a:pt x="34357" y="0"/>
                      <a:pt x="308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66"/>
              <p:cNvSpPr/>
              <p:nvPr/>
            </p:nvSpPr>
            <p:spPr>
              <a:xfrm>
                <a:off x="4509341" y="3726083"/>
                <a:ext cx="506943" cy="506943"/>
              </a:xfrm>
              <a:custGeom>
                <a:avLst/>
                <a:gdLst/>
                <a:ahLst/>
                <a:cxnLst/>
                <a:rect l="l" t="t" r="r" b="b"/>
                <a:pathLst>
                  <a:path w="37200" h="37200" extrusionOk="0">
                    <a:moveTo>
                      <a:pt x="6347" y="0"/>
                    </a:moveTo>
                    <a:cubicBezTo>
                      <a:pt x="2841" y="0"/>
                      <a:pt x="0" y="2843"/>
                      <a:pt x="0" y="6346"/>
                    </a:cubicBezTo>
                    <a:lnTo>
                      <a:pt x="0" y="30854"/>
                    </a:lnTo>
                    <a:cubicBezTo>
                      <a:pt x="0" y="34360"/>
                      <a:pt x="2840" y="37200"/>
                      <a:pt x="6347" y="37200"/>
                    </a:cubicBezTo>
                    <a:lnTo>
                      <a:pt x="30854" y="37200"/>
                    </a:lnTo>
                    <a:cubicBezTo>
                      <a:pt x="34357" y="37200"/>
                      <a:pt x="37200" y="34360"/>
                      <a:pt x="37200" y="30854"/>
                    </a:cubicBezTo>
                    <a:lnTo>
                      <a:pt x="37200" y="6346"/>
                    </a:lnTo>
                    <a:cubicBezTo>
                      <a:pt x="37200" y="2843"/>
                      <a:pt x="34357" y="0"/>
                      <a:pt x="3085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7" name="Google Shape;1297;p66"/>
              <p:cNvGrpSpPr/>
              <p:nvPr/>
            </p:nvGrpSpPr>
            <p:grpSpPr>
              <a:xfrm>
                <a:off x="4210921" y="2513393"/>
                <a:ext cx="303554" cy="377859"/>
                <a:chOff x="4202847" y="2562502"/>
                <a:chExt cx="492462" cy="613010"/>
              </a:xfrm>
            </p:grpSpPr>
            <p:sp>
              <p:nvSpPr>
                <p:cNvPr id="1298" name="Google Shape;1298;p66"/>
                <p:cNvSpPr/>
                <p:nvPr/>
              </p:nvSpPr>
              <p:spPr>
                <a:xfrm>
                  <a:off x="4430352" y="2562502"/>
                  <a:ext cx="36402" cy="470764"/>
                </a:xfrm>
                <a:custGeom>
                  <a:avLst/>
                  <a:gdLst/>
                  <a:ahLst/>
                  <a:cxnLst/>
                  <a:rect l="l" t="t" r="r" b="b"/>
                  <a:pathLst>
                    <a:path w="1733" h="22412" extrusionOk="0">
                      <a:moveTo>
                        <a:pt x="1711" y="1"/>
                      </a:moveTo>
                      <a:lnTo>
                        <a:pt x="1" y="2"/>
                      </a:lnTo>
                      <a:lnTo>
                        <a:pt x="22" y="22411"/>
                      </a:lnTo>
                      <a:lnTo>
                        <a:pt x="1733" y="22410"/>
                      </a:lnTo>
                      <a:lnTo>
                        <a:pt x="171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66"/>
                <p:cNvSpPr/>
                <p:nvPr/>
              </p:nvSpPr>
              <p:spPr>
                <a:xfrm>
                  <a:off x="4449193" y="2562502"/>
                  <a:ext cx="17560" cy="470722"/>
                </a:xfrm>
                <a:custGeom>
                  <a:avLst/>
                  <a:gdLst/>
                  <a:ahLst/>
                  <a:cxnLst/>
                  <a:rect l="l" t="t" r="r" b="b"/>
                  <a:pathLst>
                    <a:path w="836" h="22410" extrusionOk="0">
                      <a:moveTo>
                        <a:pt x="1" y="1"/>
                      </a:moveTo>
                      <a:lnTo>
                        <a:pt x="1" y="22410"/>
                      </a:lnTo>
                      <a:lnTo>
                        <a:pt x="836" y="22410"/>
                      </a:lnTo>
                      <a:lnTo>
                        <a:pt x="81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66"/>
                <p:cNvSpPr/>
                <p:nvPr/>
              </p:nvSpPr>
              <p:spPr>
                <a:xfrm>
                  <a:off x="4313228" y="2567901"/>
                  <a:ext cx="151698" cy="464925"/>
                </a:xfrm>
                <a:custGeom>
                  <a:avLst/>
                  <a:gdLst/>
                  <a:ahLst/>
                  <a:cxnLst/>
                  <a:rect l="l" t="t" r="r" b="b"/>
                  <a:pathLst>
                    <a:path w="7222" h="22134" extrusionOk="0">
                      <a:moveTo>
                        <a:pt x="1658" y="0"/>
                      </a:moveTo>
                      <a:lnTo>
                        <a:pt x="1" y="425"/>
                      </a:lnTo>
                      <a:lnTo>
                        <a:pt x="5565" y="22134"/>
                      </a:lnTo>
                      <a:lnTo>
                        <a:pt x="7222" y="21709"/>
                      </a:lnTo>
                      <a:lnTo>
                        <a:pt x="165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66"/>
                <p:cNvSpPr/>
                <p:nvPr/>
              </p:nvSpPr>
              <p:spPr>
                <a:xfrm>
                  <a:off x="4261031" y="2721762"/>
                  <a:ext cx="375485" cy="164028"/>
                </a:xfrm>
                <a:custGeom>
                  <a:avLst/>
                  <a:gdLst/>
                  <a:ahLst/>
                  <a:cxnLst/>
                  <a:rect l="l" t="t" r="r" b="b"/>
                  <a:pathLst>
                    <a:path w="17876" h="7809" extrusionOk="0">
                      <a:moveTo>
                        <a:pt x="7195" y="0"/>
                      </a:moveTo>
                      <a:cubicBezTo>
                        <a:pt x="7064" y="0"/>
                        <a:pt x="6931" y="13"/>
                        <a:pt x="6795" y="44"/>
                      </a:cubicBezTo>
                      <a:cubicBezTo>
                        <a:pt x="6201" y="179"/>
                        <a:pt x="5795" y="590"/>
                        <a:pt x="5467" y="919"/>
                      </a:cubicBezTo>
                      <a:cubicBezTo>
                        <a:pt x="5314" y="1075"/>
                        <a:pt x="5138" y="1251"/>
                        <a:pt x="5024" y="1308"/>
                      </a:cubicBezTo>
                      <a:cubicBezTo>
                        <a:pt x="4901" y="1366"/>
                        <a:pt x="4660" y="1393"/>
                        <a:pt x="4427" y="1418"/>
                      </a:cubicBezTo>
                      <a:cubicBezTo>
                        <a:pt x="3970" y="1469"/>
                        <a:pt x="3401" y="1533"/>
                        <a:pt x="2932" y="1906"/>
                      </a:cubicBezTo>
                      <a:cubicBezTo>
                        <a:pt x="2463" y="2280"/>
                        <a:pt x="2274" y="2824"/>
                        <a:pt x="2124" y="3259"/>
                      </a:cubicBezTo>
                      <a:cubicBezTo>
                        <a:pt x="2047" y="3479"/>
                        <a:pt x="1969" y="3708"/>
                        <a:pt x="1886" y="3811"/>
                      </a:cubicBezTo>
                      <a:cubicBezTo>
                        <a:pt x="1802" y="3915"/>
                        <a:pt x="1592" y="4046"/>
                        <a:pt x="1403" y="4163"/>
                      </a:cubicBezTo>
                      <a:cubicBezTo>
                        <a:pt x="1011" y="4407"/>
                        <a:pt x="522" y="4711"/>
                        <a:pt x="260" y="5256"/>
                      </a:cubicBezTo>
                      <a:cubicBezTo>
                        <a:pt x="0" y="5794"/>
                        <a:pt x="66" y="6360"/>
                        <a:pt x="118" y="6815"/>
                      </a:cubicBezTo>
                      <a:cubicBezTo>
                        <a:pt x="145" y="7052"/>
                        <a:pt x="171" y="7294"/>
                        <a:pt x="142" y="7429"/>
                      </a:cubicBezTo>
                      <a:lnTo>
                        <a:pt x="1809" y="7808"/>
                      </a:lnTo>
                      <a:lnTo>
                        <a:pt x="16065" y="7808"/>
                      </a:lnTo>
                      <a:lnTo>
                        <a:pt x="17732" y="7429"/>
                      </a:lnTo>
                      <a:cubicBezTo>
                        <a:pt x="17702" y="7294"/>
                        <a:pt x="17730" y="7052"/>
                        <a:pt x="17757" y="6817"/>
                      </a:cubicBezTo>
                      <a:cubicBezTo>
                        <a:pt x="17810" y="6360"/>
                        <a:pt x="17875" y="5794"/>
                        <a:pt x="17616" y="5256"/>
                      </a:cubicBezTo>
                      <a:lnTo>
                        <a:pt x="17617" y="5256"/>
                      </a:lnTo>
                      <a:cubicBezTo>
                        <a:pt x="17354" y="4711"/>
                        <a:pt x="16865" y="4407"/>
                        <a:pt x="16472" y="4163"/>
                      </a:cubicBezTo>
                      <a:cubicBezTo>
                        <a:pt x="16285" y="4046"/>
                        <a:pt x="16072" y="3914"/>
                        <a:pt x="15990" y="3811"/>
                      </a:cubicBezTo>
                      <a:cubicBezTo>
                        <a:pt x="15909" y="3709"/>
                        <a:pt x="15829" y="3479"/>
                        <a:pt x="15752" y="3259"/>
                      </a:cubicBezTo>
                      <a:cubicBezTo>
                        <a:pt x="15601" y="2824"/>
                        <a:pt x="15414" y="2282"/>
                        <a:pt x="14943" y="1906"/>
                      </a:cubicBezTo>
                      <a:cubicBezTo>
                        <a:pt x="14474" y="1531"/>
                        <a:pt x="13906" y="1469"/>
                        <a:pt x="13449" y="1418"/>
                      </a:cubicBezTo>
                      <a:cubicBezTo>
                        <a:pt x="13216" y="1393"/>
                        <a:pt x="12975" y="1366"/>
                        <a:pt x="12853" y="1308"/>
                      </a:cubicBezTo>
                      <a:cubicBezTo>
                        <a:pt x="12737" y="1251"/>
                        <a:pt x="12563" y="1075"/>
                        <a:pt x="12408" y="919"/>
                      </a:cubicBezTo>
                      <a:cubicBezTo>
                        <a:pt x="12082" y="590"/>
                        <a:pt x="11675" y="179"/>
                        <a:pt x="11081" y="44"/>
                      </a:cubicBezTo>
                      <a:cubicBezTo>
                        <a:pt x="10945" y="13"/>
                        <a:pt x="10812" y="0"/>
                        <a:pt x="10681" y="0"/>
                      </a:cubicBezTo>
                      <a:cubicBezTo>
                        <a:pt x="10258" y="0"/>
                        <a:pt x="9868" y="138"/>
                        <a:pt x="9539" y="254"/>
                      </a:cubicBezTo>
                      <a:cubicBezTo>
                        <a:pt x="9314" y="334"/>
                        <a:pt x="9081" y="415"/>
                        <a:pt x="8937" y="415"/>
                      </a:cubicBezTo>
                      <a:cubicBezTo>
                        <a:pt x="8795" y="415"/>
                        <a:pt x="8562" y="334"/>
                        <a:pt x="8337" y="254"/>
                      </a:cubicBezTo>
                      <a:cubicBezTo>
                        <a:pt x="8008" y="138"/>
                        <a:pt x="7618" y="0"/>
                        <a:pt x="71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66"/>
                <p:cNvSpPr/>
                <p:nvPr/>
              </p:nvSpPr>
              <p:spPr>
                <a:xfrm>
                  <a:off x="4449193" y="2721762"/>
                  <a:ext cx="187344" cy="163986"/>
                </a:xfrm>
                <a:custGeom>
                  <a:avLst/>
                  <a:gdLst/>
                  <a:ahLst/>
                  <a:cxnLst/>
                  <a:rect l="l" t="t" r="r" b="b"/>
                  <a:pathLst>
                    <a:path w="8919" h="7807" extrusionOk="0">
                      <a:moveTo>
                        <a:pt x="1723" y="0"/>
                      </a:moveTo>
                      <a:cubicBezTo>
                        <a:pt x="1300" y="0"/>
                        <a:pt x="910" y="138"/>
                        <a:pt x="581" y="254"/>
                      </a:cubicBezTo>
                      <a:cubicBezTo>
                        <a:pt x="366" y="330"/>
                        <a:pt x="144" y="408"/>
                        <a:pt x="1" y="414"/>
                      </a:cubicBezTo>
                      <a:lnTo>
                        <a:pt x="1" y="7807"/>
                      </a:lnTo>
                      <a:lnTo>
                        <a:pt x="7110" y="7807"/>
                      </a:lnTo>
                      <a:lnTo>
                        <a:pt x="8777" y="7429"/>
                      </a:lnTo>
                      <a:cubicBezTo>
                        <a:pt x="8745" y="7294"/>
                        <a:pt x="8774" y="7050"/>
                        <a:pt x="8800" y="6815"/>
                      </a:cubicBezTo>
                      <a:cubicBezTo>
                        <a:pt x="8854" y="6360"/>
                        <a:pt x="8919" y="5794"/>
                        <a:pt x="8659" y="5256"/>
                      </a:cubicBezTo>
                      <a:cubicBezTo>
                        <a:pt x="8396" y="4711"/>
                        <a:pt x="7907" y="4407"/>
                        <a:pt x="7514" y="4163"/>
                      </a:cubicBezTo>
                      <a:cubicBezTo>
                        <a:pt x="7327" y="4046"/>
                        <a:pt x="7114" y="3914"/>
                        <a:pt x="7032" y="3811"/>
                      </a:cubicBezTo>
                      <a:cubicBezTo>
                        <a:pt x="6951" y="3709"/>
                        <a:pt x="6871" y="3479"/>
                        <a:pt x="6794" y="3259"/>
                      </a:cubicBezTo>
                      <a:cubicBezTo>
                        <a:pt x="6643" y="2824"/>
                        <a:pt x="6456" y="2282"/>
                        <a:pt x="5985" y="1906"/>
                      </a:cubicBezTo>
                      <a:cubicBezTo>
                        <a:pt x="5516" y="1531"/>
                        <a:pt x="4948" y="1469"/>
                        <a:pt x="4491" y="1418"/>
                      </a:cubicBezTo>
                      <a:cubicBezTo>
                        <a:pt x="4258" y="1393"/>
                        <a:pt x="4017" y="1366"/>
                        <a:pt x="3895" y="1308"/>
                      </a:cubicBezTo>
                      <a:cubicBezTo>
                        <a:pt x="3779" y="1251"/>
                        <a:pt x="3605" y="1075"/>
                        <a:pt x="3450" y="919"/>
                      </a:cubicBezTo>
                      <a:cubicBezTo>
                        <a:pt x="3124" y="590"/>
                        <a:pt x="2717" y="179"/>
                        <a:pt x="2123" y="44"/>
                      </a:cubicBezTo>
                      <a:cubicBezTo>
                        <a:pt x="1987" y="13"/>
                        <a:pt x="1854" y="0"/>
                        <a:pt x="17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66"/>
                <p:cNvSpPr/>
                <p:nvPr/>
              </p:nvSpPr>
              <p:spPr>
                <a:xfrm>
                  <a:off x="4202847" y="2876569"/>
                  <a:ext cx="492462" cy="298943"/>
                </a:xfrm>
                <a:custGeom>
                  <a:avLst/>
                  <a:gdLst/>
                  <a:ahLst/>
                  <a:cxnLst/>
                  <a:rect l="l" t="t" r="r" b="b"/>
                  <a:pathLst>
                    <a:path w="23445" h="14232" extrusionOk="0">
                      <a:moveTo>
                        <a:pt x="2911" y="1"/>
                      </a:moveTo>
                      <a:lnTo>
                        <a:pt x="1" y="6843"/>
                      </a:lnTo>
                      <a:lnTo>
                        <a:pt x="1569" y="7523"/>
                      </a:lnTo>
                      <a:lnTo>
                        <a:pt x="3483" y="3095"/>
                      </a:lnTo>
                      <a:lnTo>
                        <a:pt x="5544" y="14232"/>
                      </a:lnTo>
                      <a:lnTo>
                        <a:pt x="17910" y="14232"/>
                      </a:lnTo>
                      <a:lnTo>
                        <a:pt x="19996" y="2965"/>
                      </a:lnTo>
                      <a:lnTo>
                        <a:pt x="21899" y="6945"/>
                      </a:lnTo>
                      <a:lnTo>
                        <a:pt x="23444" y="6205"/>
                      </a:lnTo>
                      <a:lnTo>
                        <a:pt x="204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66"/>
                <p:cNvSpPr/>
                <p:nvPr/>
              </p:nvSpPr>
              <p:spPr>
                <a:xfrm>
                  <a:off x="4449193" y="2876569"/>
                  <a:ext cx="246074" cy="298943"/>
                </a:xfrm>
                <a:custGeom>
                  <a:avLst/>
                  <a:gdLst/>
                  <a:ahLst/>
                  <a:cxnLst/>
                  <a:rect l="l" t="t" r="r" b="b"/>
                  <a:pathLst>
                    <a:path w="11715" h="14232" extrusionOk="0">
                      <a:moveTo>
                        <a:pt x="1" y="1"/>
                      </a:moveTo>
                      <a:lnTo>
                        <a:pt x="1" y="14232"/>
                      </a:lnTo>
                      <a:lnTo>
                        <a:pt x="6182" y="14232"/>
                      </a:lnTo>
                      <a:lnTo>
                        <a:pt x="8268" y="2965"/>
                      </a:lnTo>
                      <a:lnTo>
                        <a:pt x="10173" y="6945"/>
                      </a:lnTo>
                      <a:lnTo>
                        <a:pt x="11715" y="6205"/>
                      </a:lnTo>
                      <a:lnTo>
                        <a:pt x="87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66"/>
                <p:cNvSpPr/>
                <p:nvPr/>
              </p:nvSpPr>
              <p:spPr>
                <a:xfrm>
                  <a:off x="4394076" y="2971155"/>
                  <a:ext cx="106201" cy="102189"/>
                </a:xfrm>
                <a:custGeom>
                  <a:avLst/>
                  <a:gdLst/>
                  <a:ahLst/>
                  <a:cxnLst/>
                  <a:rect l="l" t="t" r="r" b="b"/>
                  <a:pathLst>
                    <a:path w="5056" h="4865" extrusionOk="0">
                      <a:moveTo>
                        <a:pt x="2623" y="1"/>
                      </a:moveTo>
                      <a:cubicBezTo>
                        <a:pt x="1641" y="1"/>
                        <a:pt x="754" y="594"/>
                        <a:pt x="377" y="1502"/>
                      </a:cubicBezTo>
                      <a:cubicBezTo>
                        <a:pt x="0" y="2411"/>
                        <a:pt x="209" y="3456"/>
                        <a:pt x="904" y="4152"/>
                      </a:cubicBezTo>
                      <a:cubicBezTo>
                        <a:pt x="1370" y="4617"/>
                        <a:pt x="1992" y="4865"/>
                        <a:pt x="2625" y="4865"/>
                      </a:cubicBezTo>
                      <a:cubicBezTo>
                        <a:pt x="2939" y="4865"/>
                        <a:pt x="3255" y="4804"/>
                        <a:pt x="3555" y="4679"/>
                      </a:cubicBezTo>
                      <a:cubicBezTo>
                        <a:pt x="4463" y="4303"/>
                        <a:pt x="5055" y="3415"/>
                        <a:pt x="5055" y="2433"/>
                      </a:cubicBezTo>
                      <a:cubicBezTo>
                        <a:pt x="5055" y="1089"/>
                        <a:pt x="3967" y="1"/>
                        <a:pt x="2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66"/>
                <p:cNvSpPr/>
                <p:nvPr/>
              </p:nvSpPr>
              <p:spPr>
                <a:xfrm>
                  <a:off x="4449193" y="2971155"/>
                  <a:ext cx="51084" cy="102189"/>
                </a:xfrm>
                <a:custGeom>
                  <a:avLst/>
                  <a:gdLst/>
                  <a:ahLst/>
                  <a:cxnLst/>
                  <a:rect l="l" t="t" r="r" b="b"/>
                  <a:pathLst>
                    <a:path w="2432" h="4865" extrusionOk="0">
                      <a:moveTo>
                        <a:pt x="1" y="1"/>
                      </a:moveTo>
                      <a:lnTo>
                        <a:pt x="1" y="4865"/>
                      </a:lnTo>
                      <a:cubicBezTo>
                        <a:pt x="1343" y="4865"/>
                        <a:pt x="2431" y="3776"/>
                        <a:pt x="2431" y="2433"/>
                      </a:cubicBezTo>
                      <a:cubicBezTo>
                        <a:pt x="2431" y="1089"/>
                        <a:pt x="1343"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66"/>
                <p:cNvSpPr/>
                <p:nvPr/>
              </p:nvSpPr>
              <p:spPr>
                <a:xfrm>
                  <a:off x="4380150" y="2953195"/>
                  <a:ext cx="138087" cy="138108"/>
                </a:xfrm>
                <a:custGeom>
                  <a:avLst/>
                  <a:gdLst/>
                  <a:ahLst/>
                  <a:cxnLst/>
                  <a:rect l="l" t="t" r="r" b="b"/>
                  <a:pathLst>
                    <a:path w="6574" h="6575" extrusionOk="0">
                      <a:moveTo>
                        <a:pt x="3288" y="1711"/>
                      </a:moveTo>
                      <a:cubicBezTo>
                        <a:pt x="4158" y="1712"/>
                        <a:pt x="4862" y="2417"/>
                        <a:pt x="4863" y="3286"/>
                      </a:cubicBezTo>
                      <a:cubicBezTo>
                        <a:pt x="4863" y="3924"/>
                        <a:pt x="4479" y="4499"/>
                        <a:pt x="3891" y="4743"/>
                      </a:cubicBezTo>
                      <a:cubicBezTo>
                        <a:pt x="3696" y="4824"/>
                        <a:pt x="3491" y="4863"/>
                        <a:pt x="3288" y="4863"/>
                      </a:cubicBezTo>
                      <a:cubicBezTo>
                        <a:pt x="2878" y="4863"/>
                        <a:pt x="2475" y="4703"/>
                        <a:pt x="2173" y="4401"/>
                      </a:cubicBezTo>
                      <a:cubicBezTo>
                        <a:pt x="1723" y="3950"/>
                        <a:pt x="1586" y="3273"/>
                        <a:pt x="1831" y="2683"/>
                      </a:cubicBezTo>
                      <a:cubicBezTo>
                        <a:pt x="2075" y="2095"/>
                        <a:pt x="2650" y="1711"/>
                        <a:pt x="3288" y="1711"/>
                      </a:cubicBezTo>
                      <a:close/>
                      <a:moveTo>
                        <a:pt x="3288" y="1"/>
                      </a:moveTo>
                      <a:cubicBezTo>
                        <a:pt x="1475" y="1"/>
                        <a:pt x="1" y="1475"/>
                        <a:pt x="1" y="3288"/>
                      </a:cubicBezTo>
                      <a:cubicBezTo>
                        <a:pt x="1" y="5100"/>
                        <a:pt x="1476" y="6575"/>
                        <a:pt x="3288" y="6575"/>
                      </a:cubicBezTo>
                      <a:cubicBezTo>
                        <a:pt x="5100" y="6575"/>
                        <a:pt x="6574" y="5100"/>
                        <a:pt x="6574" y="3288"/>
                      </a:cubicBezTo>
                      <a:cubicBezTo>
                        <a:pt x="6574" y="1476"/>
                        <a:pt x="5100" y="1"/>
                        <a:pt x="328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66"/>
                <p:cNvSpPr/>
                <p:nvPr/>
              </p:nvSpPr>
              <p:spPr>
                <a:xfrm>
                  <a:off x="4449193" y="2953195"/>
                  <a:ext cx="69043" cy="138108"/>
                </a:xfrm>
                <a:custGeom>
                  <a:avLst/>
                  <a:gdLst/>
                  <a:ahLst/>
                  <a:cxnLst/>
                  <a:rect l="l" t="t" r="r" b="b"/>
                  <a:pathLst>
                    <a:path w="3287" h="6575" extrusionOk="0">
                      <a:moveTo>
                        <a:pt x="1" y="1"/>
                      </a:moveTo>
                      <a:lnTo>
                        <a:pt x="1" y="1711"/>
                      </a:lnTo>
                      <a:cubicBezTo>
                        <a:pt x="871" y="1711"/>
                        <a:pt x="1576" y="2417"/>
                        <a:pt x="1576" y="3288"/>
                      </a:cubicBezTo>
                      <a:cubicBezTo>
                        <a:pt x="1576" y="4159"/>
                        <a:pt x="871" y="4865"/>
                        <a:pt x="1" y="4865"/>
                      </a:cubicBezTo>
                      <a:lnTo>
                        <a:pt x="1" y="6575"/>
                      </a:lnTo>
                      <a:cubicBezTo>
                        <a:pt x="1813" y="6575"/>
                        <a:pt x="3287" y="5100"/>
                        <a:pt x="3287" y="3288"/>
                      </a:cubicBezTo>
                      <a:cubicBezTo>
                        <a:pt x="3287" y="1475"/>
                        <a:pt x="1813"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66"/>
                <p:cNvSpPr/>
                <p:nvPr/>
              </p:nvSpPr>
              <p:spPr>
                <a:xfrm>
                  <a:off x="4373764" y="2784420"/>
                  <a:ext cx="35919" cy="35919"/>
                </a:xfrm>
                <a:custGeom>
                  <a:avLst/>
                  <a:gdLst/>
                  <a:ahLst/>
                  <a:cxnLst/>
                  <a:rect l="l" t="t" r="r" b="b"/>
                  <a:pathLst>
                    <a:path w="1710" h="1710" extrusionOk="0">
                      <a:moveTo>
                        <a:pt x="0" y="0"/>
                      </a:moveTo>
                      <a:lnTo>
                        <a:pt x="0" y="1709"/>
                      </a:lnTo>
                      <a:lnTo>
                        <a:pt x="1709" y="1709"/>
                      </a:lnTo>
                      <a:lnTo>
                        <a:pt x="170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66"/>
                <p:cNvSpPr/>
                <p:nvPr/>
              </p:nvSpPr>
              <p:spPr>
                <a:xfrm>
                  <a:off x="4488683" y="2807547"/>
                  <a:ext cx="35940" cy="35919"/>
                </a:xfrm>
                <a:custGeom>
                  <a:avLst/>
                  <a:gdLst/>
                  <a:ahLst/>
                  <a:cxnLst/>
                  <a:rect l="l" t="t" r="r" b="b"/>
                  <a:pathLst>
                    <a:path w="1711" h="1710" extrusionOk="0">
                      <a:moveTo>
                        <a:pt x="1" y="1"/>
                      </a:moveTo>
                      <a:lnTo>
                        <a:pt x="1" y="1710"/>
                      </a:lnTo>
                      <a:lnTo>
                        <a:pt x="1711" y="1710"/>
                      </a:lnTo>
                      <a:lnTo>
                        <a:pt x="171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66"/>
              <p:cNvGrpSpPr/>
              <p:nvPr/>
            </p:nvGrpSpPr>
            <p:grpSpPr>
              <a:xfrm>
                <a:off x="4611869" y="3787725"/>
                <a:ext cx="311180" cy="377872"/>
                <a:chOff x="4794873" y="2567901"/>
                <a:chExt cx="504834" cy="613031"/>
              </a:xfrm>
            </p:grpSpPr>
            <p:sp>
              <p:nvSpPr>
                <p:cNvPr id="1312" name="Google Shape;1312;p66"/>
                <p:cNvSpPr/>
                <p:nvPr/>
              </p:nvSpPr>
              <p:spPr>
                <a:xfrm>
                  <a:off x="4926868" y="2567901"/>
                  <a:ext cx="152433" cy="418840"/>
                </a:xfrm>
                <a:custGeom>
                  <a:avLst/>
                  <a:gdLst/>
                  <a:ahLst/>
                  <a:cxnLst/>
                  <a:rect l="l" t="t" r="r" b="b"/>
                  <a:pathLst>
                    <a:path w="7257" h="19940" extrusionOk="0">
                      <a:moveTo>
                        <a:pt x="5863" y="0"/>
                      </a:moveTo>
                      <a:lnTo>
                        <a:pt x="1" y="419"/>
                      </a:lnTo>
                      <a:lnTo>
                        <a:pt x="1393" y="19939"/>
                      </a:lnTo>
                      <a:lnTo>
                        <a:pt x="7256" y="19521"/>
                      </a:lnTo>
                      <a:lnTo>
                        <a:pt x="586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66"/>
                <p:cNvSpPr/>
                <p:nvPr/>
              </p:nvSpPr>
              <p:spPr>
                <a:xfrm>
                  <a:off x="4986942" y="2567922"/>
                  <a:ext cx="92359" cy="414471"/>
                </a:xfrm>
                <a:custGeom>
                  <a:avLst/>
                  <a:gdLst/>
                  <a:ahLst/>
                  <a:cxnLst/>
                  <a:rect l="l" t="t" r="r" b="b"/>
                  <a:pathLst>
                    <a:path w="4397" h="19732" extrusionOk="0">
                      <a:moveTo>
                        <a:pt x="3002" y="1"/>
                      </a:moveTo>
                      <a:lnTo>
                        <a:pt x="0" y="214"/>
                      </a:lnTo>
                      <a:lnTo>
                        <a:pt x="1412" y="19731"/>
                      </a:lnTo>
                      <a:lnTo>
                        <a:pt x="4396" y="19518"/>
                      </a:lnTo>
                      <a:lnTo>
                        <a:pt x="300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66"/>
                <p:cNvSpPr/>
                <p:nvPr/>
              </p:nvSpPr>
              <p:spPr>
                <a:xfrm>
                  <a:off x="4985346" y="2642574"/>
                  <a:ext cx="165582" cy="421696"/>
                </a:xfrm>
                <a:custGeom>
                  <a:avLst/>
                  <a:gdLst/>
                  <a:ahLst/>
                  <a:cxnLst/>
                  <a:rect l="l" t="t" r="r" b="b"/>
                  <a:pathLst>
                    <a:path w="7883" h="20076" extrusionOk="0">
                      <a:moveTo>
                        <a:pt x="2037" y="1"/>
                      </a:moveTo>
                      <a:lnTo>
                        <a:pt x="1" y="19464"/>
                      </a:lnTo>
                      <a:lnTo>
                        <a:pt x="5846" y="20076"/>
                      </a:lnTo>
                      <a:lnTo>
                        <a:pt x="7883" y="612"/>
                      </a:lnTo>
                      <a:lnTo>
                        <a:pt x="203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66"/>
                <p:cNvSpPr/>
                <p:nvPr/>
              </p:nvSpPr>
              <p:spPr>
                <a:xfrm>
                  <a:off x="5044475" y="2649022"/>
                  <a:ext cx="106432" cy="415227"/>
                </a:xfrm>
                <a:custGeom>
                  <a:avLst/>
                  <a:gdLst/>
                  <a:ahLst/>
                  <a:cxnLst/>
                  <a:rect l="l" t="t" r="r" b="b"/>
                  <a:pathLst>
                    <a:path w="5067" h="19768" extrusionOk="0">
                      <a:moveTo>
                        <a:pt x="2147" y="1"/>
                      </a:moveTo>
                      <a:lnTo>
                        <a:pt x="1" y="19452"/>
                      </a:lnTo>
                      <a:lnTo>
                        <a:pt x="3030" y="19767"/>
                      </a:lnTo>
                      <a:lnTo>
                        <a:pt x="5066" y="307"/>
                      </a:lnTo>
                      <a:lnTo>
                        <a:pt x="21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66"/>
                <p:cNvSpPr/>
                <p:nvPr/>
              </p:nvSpPr>
              <p:spPr>
                <a:xfrm>
                  <a:off x="4794873" y="2636419"/>
                  <a:ext cx="236747" cy="429174"/>
                </a:xfrm>
                <a:custGeom>
                  <a:avLst/>
                  <a:gdLst/>
                  <a:ahLst/>
                  <a:cxnLst/>
                  <a:rect l="l" t="t" r="r" b="b"/>
                  <a:pathLst>
                    <a:path w="11271" h="20432" extrusionOk="0">
                      <a:moveTo>
                        <a:pt x="5628" y="1"/>
                      </a:moveTo>
                      <a:lnTo>
                        <a:pt x="0" y="1695"/>
                      </a:lnTo>
                      <a:lnTo>
                        <a:pt x="5644" y="20431"/>
                      </a:lnTo>
                      <a:lnTo>
                        <a:pt x="11270" y="18737"/>
                      </a:lnTo>
                      <a:lnTo>
                        <a:pt x="562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66"/>
                <p:cNvSpPr/>
                <p:nvPr/>
              </p:nvSpPr>
              <p:spPr>
                <a:xfrm>
                  <a:off x="4855346" y="2636419"/>
                  <a:ext cx="176274" cy="410417"/>
                </a:xfrm>
                <a:custGeom>
                  <a:avLst/>
                  <a:gdLst/>
                  <a:ahLst/>
                  <a:cxnLst/>
                  <a:rect l="l" t="t" r="r" b="b"/>
                  <a:pathLst>
                    <a:path w="8392" h="19539" extrusionOk="0">
                      <a:moveTo>
                        <a:pt x="2749" y="1"/>
                      </a:moveTo>
                      <a:lnTo>
                        <a:pt x="1" y="829"/>
                      </a:lnTo>
                      <a:lnTo>
                        <a:pt x="5733" y="19538"/>
                      </a:lnTo>
                      <a:lnTo>
                        <a:pt x="8391" y="18738"/>
                      </a:lnTo>
                      <a:lnTo>
                        <a:pt x="274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66"/>
                <p:cNvSpPr/>
                <p:nvPr/>
              </p:nvSpPr>
              <p:spPr>
                <a:xfrm>
                  <a:off x="5062959" y="2636419"/>
                  <a:ext cx="236747" cy="429174"/>
                </a:xfrm>
                <a:custGeom>
                  <a:avLst/>
                  <a:gdLst/>
                  <a:ahLst/>
                  <a:cxnLst/>
                  <a:rect l="l" t="t" r="r" b="b"/>
                  <a:pathLst>
                    <a:path w="11271" h="20432" extrusionOk="0">
                      <a:moveTo>
                        <a:pt x="5644" y="1"/>
                      </a:moveTo>
                      <a:lnTo>
                        <a:pt x="0" y="18737"/>
                      </a:lnTo>
                      <a:lnTo>
                        <a:pt x="5627" y="20431"/>
                      </a:lnTo>
                      <a:lnTo>
                        <a:pt x="11271" y="1695"/>
                      </a:lnTo>
                      <a:lnTo>
                        <a:pt x="56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66"/>
                <p:cNvSpPr/>
                <p:nvPr/>
              </p:nvSpPr>
              <p:spPr>
                <a:xfrm>
                  <a:off x="5062959" y="2636419"/>
                  <a:ext cx="176253" cy="410417"/>
                </a:xfrm>
                <a:custGeom>
                  <a:avLst/>
                  <a:gdLst/>
                  <a:ahLst/>
                  <a:cxnLst/>
                  <a:rect l="l" t="t" r="r" b="b"/>
                  <a:pathLst>
                    <a:path w="8391" h="19539" extrusionOk="0">
                      <a:moveTo>
                        <a:pt x="5643" y="1"/>
                      </a:moveTo>
                      <a:lnTo>
                        <a:pt x="0" y="18738"/>
                      </a:lnTo>
                      <a:lnTo>
                        <a:pt x="2658" y="19538"/>
                      </a:lnTo>
                      <a:lnTo>
                        <a:pt x="8391" y="829"/>
                      </a:lnTo>
                      <a:lnTo>
                        <a:pt x="564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66"/>
                <p:cNvSpPr/>
                <p:nvPr/>
              </p:nvSpPr>
              <p:spPr>
                <a:xfrm>
                  <a:off x="4837009" y="2813155"/>
                  <a:ext cx="420541" cy="367756"/>
                </a:xfrm>
                <a:custGeom>
                  <a:avLst/>
                  <a:gdLst/>
                  <a:ahLst/>
                  <a:cxnLst/>
                  <a:rect l="l" t="t" r="r" b="b"/>
                  <a:pathLst>
                    <a:path w="20021" h="17508" extrusionOk="0">
                      <a:moveTo>
                        <a:pt x="0" y="1"/>
                      </a:moveTo>
                      <a:lnTo>
                        <a:pt x="2597" y="17507"/>
                      </a:lnTo>
                      <a:lnTo>
                        <a:pt x="18165" y="17507"/>
                      </a:lnTo>
                      <a:lnTo>
                        <a:pt x="20020" y="1"/>
                      </a:lnTo>
                      <a:lnTo>
                        <a:pt x="13885" y="1"/>
                      </a:lnTo>
                      <a:lnTo>
                        <a:pt x="13704" y="611"/>
                      </a:lnTo>
                      <a:cubicBezTo>
                        <a:pt x="13224" y="2224"/>
                        <a:pt x="11714" y="3349"/>
                        <a:pt x="10033" y="3349"/>
                      </a:cubicBezTo>
                      <a:cubicBezTo>
                        <a:pt x="8350" y="3349"/>
                        <a:pt x="6840" y="2222"/>
                        <a:pt x="6360" y="611"/>
                      </a:cubicBezTo>
                      <a:lnTo>
                        <a:pt x="61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66"/>
                <p:cNvSpPr/>
                <p:nvPr/>
              </p:nvSpPr>
              <p:spPr>
                <a:xfrm>
                  <a:off x="5047269" y="2813155"/>
                  <a:ext cx="210302" cy="367777"/>
                </a:xfrm>
                <a:custGeom>
                  <a:avLst/>
                  <a:gdLst/>
                  <a:ahLst/>
                  <a:cxnLst/>
                  <a:rect l="l" t="t" r="r" b="b"/>
                  <a:pathLst>
                    <a:path w="10012" h="17509" extrusionOk="0">
                      <a:moveTo>
                        <a:pt x="3875" y="1"/>
                      </a:moveTo>
                      <a:lnTo>
                        <a:pt x="3694" y="611"/>
                      </a:lnTo>
                      <a:cubicBezTo>
                        <a:pt x="3214" y="2224"/>
                        <a:pt x="1704" y="3349"/>
                        <a:pt x="23" y="3349"/>
                      </a:cubicBezTo>
                      <a:lnTo>
                        <a:pt x="1" y="3349"/>
                      </a:lnTo>
                      <a:lnTo>
                        <a:pt x="1" y="17509"/>
                      </a:lnTo>
                      <a:lnTo>
                        <a:pt x="8156" y="17509"/>
                      </a:lnTo>
                      <a:lnTo>
                        <a:pt x="100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66"/>
                <p:cNvSpPr/>
                <p:nvPr/>
              </p:nvSpPr>
              <p:spPr>
                <a:xfrm>
                  <a:off x="4983981" y="2971743"/>
                  <a:ext cx="126618" cy="98471"/>
                </a:xfrm>
                <a:custGeom>
                  <a:avLst/>
                  <a:gdLst/>
                  <a:ahLst/>
                  <a:cxnLst/>
                  <a:rect l="l" t="t" r="r" b="b"/>
                  <a:pathLst>
                    <a:path w="6028" h="4688" extrusionOk="0">
                      <a:moveTo>
                        <a:pt x="3014" y="0"/>
                      </a:moveTo>
                      <a:cubicBezTo>
                        <a:pt x="1350" y="0"/>
                        <a:pt x="1" y="1050"/>
                        <a:pt x="1" y="2344"/>
                      </a:cubicBezTo>
                      <a:cubicBezTo>
                        <a:pt x="1" y="3638"/>
                        <a:pt x="1349" y="4688"/>
                        <a:pt x="3014" y="4688"/>
                      </a:cubicBezTo>
                      <a:cubicBezTo>
                        <a:pt x="4678" y="4688"/>
                        <a:pt x="6027" y="3638"/>
                        <a:pt x="6027" y="2344"/>
                      </a:cubicBezTo>
                      <a:cubicBezTo>
                        <a:pt x="6027" y="1050"/>
                        <a:pt x="4678" y="0"/>
                        <a:pt x="301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66"/>
                <p:cNvSpPr/>
                <p:nvPr/>
              </p:nvSpPr>
              <p:spPr>
                <a:xfrm>
                  <a:off x="5047269" y="2971743"/>
                  <a:ext cx="63330" cy="98471"/>
                </a:xfrm>
                <a:custGeom>
                  <a:avLst/>
                  <a:gdLst/>
                  <a:ahLst/>
                  <a:cxnLst/>
                  <a:rect l="l" t="t" r="r" b="b"/>
                  <a:pathLst>
                    <a:path w="3015" h="4688" extrusionOk="0">
                      <a:moveTo>
                        <a:pt x="1" y="0"/>
                      </a:moveTo>
                      <a:lnTo>
                        <a:pt x="1" y="4688"/>
                      </a:lnTo>
                      <a:cubicBezTo>
                        <a:pt x="1665" y="4688"/>
                        <a:pt x="3014" y="3638"/>
                        <a:pt x="3014" y="2344"/>
                      </a:cubicBezTo>
                      <a:cubicBezTo>
                        <a:pt x="3014" y="1050"/>
                        <a:pt x="1665"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66"/>
                <p:cNvSpPr/>
                <p:nvPr/>
              </p:nvSpPr>
              <p:spPr>
                <a:xfrm>
                  <a:off x="4966021" y="2953784"/>
                  <a:ext cx="162537" cy="134390"/>
                </a:xfrm>
                <a:custGeom>
                  <a:avLst/>
                  <a:gdLst/>
                  <a:ahLst/>
                  <a:cxnLst/>
                  <a:rect l="l" t="t" r="r" b="b"/>
                  <a:pathLst>
                    <a:path w="7738" h="6398" extrusionOk="0">
                      <a:moveTo>
                        <a:pt x="3869" y="1710"/>
                      </a:moveTo>
                      <a:cubicBezTo>
                        <a:pt x="5038" y="1710"/>
                        <a:pt x="6027" y="2392"/>
                        <a:pt x="6027" y="3199"/>
                      </a:cubicBezTo>
                      <a:cubicBezTo>
                        <a:pt x="6027" y="4006"/>
                        <a:pt x="5038" y="4687"/>
                        <a:pt x="3869" y="4687"/>
                      </a:cubicBezTo>
                      <a:cubicBezTo>
                        <a:pt x="2699" y="4687"/>
                        <a:pt x="1711" y="4006"/>
                        <a:pt x="1711" y="3199"/>
                      </a:cubicBezTo>
                      <a:cubicBezTo>
                        <a:pt x="1711" y="2393"/>
                        <a:pt x="2699" y="1710"/>
                        <a:pt x="3869" y="1710"/>
                      </a:cubicBezTo>
                      <a:close/>
                      <a:moveTo>
                        <a:pt x="3869" y="0"/>
                      </a:moveTo>
                      <a:cubicBezTo>
                        <a:pt x="2875" y="0"/>
                        <a:pt x="1932" y="309"/>
                        <a:pt x="1214" y="867"/>
                      </a:cubicBezTo>
                      <a:cubicBezTo>
                        <a:pt x="443" y="1467"/>
                        <a:pt x="0" y="2316"/>
                        <a:pt x="0" y="3199"/>
                      </a:cubicBezTo>
                      <a:cubicBezTo>
                        <a:pt x="0" y="4082"/>
                        <a:pt x="443" y="4932"/>
                        <a:pt x="1214" y="5531"/>
                      </a:cubicBezTo>
                      <a:cubicBezTo>
                        <a:pt x="1932" y="6090"/>
                        <a:pt x="2875" y="6398"/>
                        <a:pt x="3869" y="6398"/>
                      </a:cubicBezTo>
                      <a:cubicBezTo>
                        <a:pt x="4863" y="6398"/>
                        <a:pt x="5807" y="6090"/>
                        <a:pt x="6524" y="5531"/>
                      </a:cubicBezTo>
                      <a:cubicBezTo>
                        <a:pt x="7295" y="4932"/>
                        <a:pt x="7737" y="4082"/>
                        <a:pt x="7737" y="3199"/>
                      </a:cubicBezTo>
                      <a:cubicBezTo>
                        <a:pt x="7737" y="2316"/>
                        <a:pt x="7295" y="1467"/>
                        <a:pt x="6524" y="867"/>
                      </a:cubicBezTo>
                      <a:cubicBezTo>
                        <a:pt x="5807" y="309"/>
                        <a:pt x="4863" y="0"/>
                        <a:pt x="386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66"/>
                <p:cNvSpPr/>
                <p:nvPr/>
              </p:nvSpPr>
              <p:spPr>
                <a:xfrm>
                  <a:off x="5047269" y="2953784"/>
                  <a:ext cx="81289" cy="134390"/>
                </a:xfrm>
                <a:custGeom>
                  <a:avLst/>
                  <a:gdLst/>
                  <a:ahLst/>
                  <a:cxnLst/>
                  <a:rect l="l" t="t" r="r" b="b"/>
                  <a:pathLst>
                    <a:path w="3870" h="6398" extrusionOk="0">
                      <a:moveTo>
                        <a:pt x="1" y="0"/>
                      </a:moveTo>
                      <a:lnTo>
                        <a:pt x="1" y="1710"/>
                      </a:lnTo>
                      <a:cubicBezTo>
                        <a:pt x="1170" y="1710"/>
                        <a:pt x="2159" y="2393"/>
                        <a:pt x="2159" y="3199"/>
                      </a:cubicBezTo>
                      <a:cubicBezTo>
                        <a:pt x="2159" y="4006"/>
                        <a:pt x="1170" y="4687"/>
                        <a:pt x="1" y="4687"/>
                      </a:cubicBezTo>
                      <a:lnTo>
                        <a:pt x="1" y="6398"/>
                      </a:lnTo>
                      <a:cubicBezTo>
                        <a:pt x="995" y="6398"/>
                        <a:pt x="1937" y="6090"/>
                        <a:pt x="2656" y="5531"/>
                      </a:cubicBezTo>
                      <a:cubicBezTo>
                        <a:pt x="3427" y="4932"/>
                        <a:pt x="3869" y="4082"/>
                        <a:pt x="3869" y="3199"/>
                      </a:cubicBezTo>
                      <a:cubicBezTo>
                        <a:pt x="3869" y="2316"/>
                        <a:pt x="3427" y="1467"/>
                        <a:pt x="2656" y="867"/>
                      </a:cubicBezTo>
                      <a:cubicBezTo>
                        <a:pt x="1937" y="309"/>
                        <a:pt x="995"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6" name="Google Shape;1326;p66"/>
              <p:cNvSpPr/>
              <p:nvPr/>
            </p:nvSpPr>
            <p:spPr>
              <a:xfrm>
                <a:off x="4857160" y="1675375"/>
                <a:ext cx="108992" cy="89286"/>
              </a:xfrm>
              <a:custGeom>
                <a:avLst/>
                <a:gdLst/>
                <a:ahLst/>
                <a:cxnLst/>
                <a:rect l="l" t="t" r="r" b="b"/>
                <a:pathLst>
                  <a:path w="8418" h="6896" extrusionOk="0">
                    <a:moveTo>
                      <a:pt x="1" y="1"/>
                    </a:moveTo>
                    <a:lnTo>
                      <a:pt x="1" y="1709"/>
                    </a:lnTo>
                    <a:lnTo>
                      <a:pt x="5947" y="1709"/>
                    </a:lnTo>
                    <a:lnTo>
                      <a:pt x="6691" y="6895"/>
                    </a:lnTo>
                    <a:lnTo>
                      <a:pt x="8417" y="6895"/>
                    </a:lnTo>
                    <a:lnTo>
                      <a:pt x="743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66"/>
              <p:cNvSpPr/>
              <p:nvPr/>
            </p:nvSpPr>
            <p:spPr>
              <a:xfrm>
                <a:off x="5003532" y="1687908"/>
                <a:ext cx="148093" cy="148119"/>
              </a:xfrm>
              <a:custGeom>
                <a:avLst/>
                <a:gdLst/>
                <a:ahLst/>
                <a:cxnLst/>
                <a:rect l="l" t="t" r="r" b="b"/>
                <a:pathLst>
                  <a:path w="11438" h="11440" extrusionOk="0">
                    <a:moveTo>
                      <a:pt x="5719" y="1"/>
                    </a:moveTo>
                    <a:cubicBezTo>
                      <a:pt x="2566" y="1"/>
                      <a:pt x="1" y="2566"/>
                      <a:pt x="1" y="5720"/>
                    </a:cubicBezTo>
                    <a:cubicBezTo>
                      <a:pt x="1" y="8874"/>
                      <a:pt x="2566" y="11439"/>
                      <a:pt x="5719" y="11439"/>
                    </a:cubicBezTo>
                    <a:cubicBezTo>
                      <a:pt x="8872" y="11439"/>
                      <a:pt x="11438" y="8874"/>
                      <a:pt x="11438" y="5720"/>
                    </a:cubicBezTo>
                    <a:cubicBezTo>
                      <a:pt x="11438" y="2566"/>
                      <a:pt x="8872" y="1"/>
                      <a:pt x="57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66"/>
              <p:cNvSpPr/>
              <p:nvPr/>
            </p:nvSpPr>
            <p:spPr>
              <a:xfrm>
                <a:off x="5077565" y="1687908"/>
                <a:ext cx="74060" cy="148119"/>
              </a:xfrm>
              <a:custGeom>
                <a:avLst/>
                <a:gdLst/>
                <a:ahLst/>
                <a:cxnLst/>
                <a:rect l="l" t="t" r="r" b="b"/>
                <a:pathLst>
                  <a:path w="5720" h="11440" extrusionOk="0">
                    <a:moveTo>
                      <a:pt x="1" y="1"/>
                    </a:moveTo>
                    <a:lnTo>
                      <a:pt x="1" y="11439"/>
                    </a:lnTo>
                    <a:cubicBezTo>
                      <a:pt x="3154" y="11439"/>
                      <a:pt x="5720" y="8874"/>
                      <a:pt x="5720" y="5720"/>
                    </a:cubicBezTo>
                    <a:cubicBezTo>
                      <a:pt x="5720" y="2568"/>
                      <a:pt x="3154"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66"/>
              <p:cNvSpPr/>
              <p:nvPr/>
            </p:nvSpPr>
            <p:spPr>
              <a:xfrm>
                <a:off x="4893543" y="1755559"/>
                <a:ext cx="194860" cy="297676"/>
              </a:xfrm>
              <a:custGeom>
                <a:avLst/>
                <a:gdLst/>
                <a:ahLst/>
                <a:cxnLst/>
                <a:rect l="l" t="t" r="r" b="b"/>
                <a:pathLst>
                  <a:path w="15050" h="22991" extrusionOk="0">
                    <a:moveTo>
                      <a:pt x="1" y="1"/>
                    </a:moveTo>
                    <a:lnTo>
                      <a:pt x="2978" y="18519"/>
                    </a:lnTo>
                    <a:cubicBezTo>
                      <a:pt x="2642" y="19019"/>
                      <a:pt x="2087" y="20028"/>
                      <a:pt x="2087" y="21215"/>
                    </a:cubicBezTo>
                    <a:lnTo>
                      <a:pt x="2087" y="22991"/>
                    </a:lnTo>
                    <a:lnTo>
                      <a:pt x="12966" y="22991"/>
                    </a:lnTo>
                    <a:lnTo>
                      <a:pt x="12966" y="21215"/>
                    </a:lnTo>
                    <a:cubicBezTo>
                      <a:pt x="12966" y="20028"/>
                      <a:pt x="12409" y="19019"/>
                      <a:pt x="12074" y="18519"/>
                    </a:cubicBezTo>
                    <a:lnTo>
                      <a:pt x="1505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66"/>
              <p:cNvSpPr/>
              <p:nvPr/>
            </p:nvSpPr>
            <p:spPr>
              <a:xfrm>
                <a:off x="5064527" y="1743867"/>
                <a:ext cx="33715" cy="33715"/>
              </a:xfrm>
              <a:custGeom>
                <a:avLst/>
                <a:gdLst/>
                <a:ahLst/>
                <a:cxnLst/>
                <a:rect l="l" t="t" r="r" b="b"/>
                <a:pathLst>
                  <a:path w="2604" h="2604" extrusionOk="0">
                    <a:moveTo>
                      <a:pt x="0" y="1"/>
                    </a:moveTo>
                    <a:lnTo>
                      <a:pt x="0" y="2604"/>
                    </a:lnTo>
                    <a:lnTo>
                      <a:pt x="2603" y="2604"/>
                    </a:lnTo>
                    <a:lnTo>
                      <a:pt x="2603" y="895"/>
                    </a:lnTo>
                    <a:lnTo>
                      <a:pt x="1710" y="895"/>
                    </a:lnTo>
                    <a:lnTo>
                      <a:pt x="17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66"/>
              <p:cNvSpPr/>
              <p:nvPr/>
            </p:nvSpPr>
            <p:spPr>
              <a:xfrm>
                <a:off x="4990986" y="1755559"/>
                <a:ext cx="97417" cy="297676"/>
              </a:xfrm>
              <a:custGeom>
                <a:avLst/>
                <a:gdLst/>
                <a:ahLst/>
                <a:cxnLst/>
                <a:rect l="l" t="t" r="r" b="b"/>
                <a:pathLst>
                  <a:path w="7524" h="22991" extrusionOk="0">
                    <a:moveTo>
                      <a:pt x="0" y="1"/>
                    </a:moveTo>
                    <a:lnTo>
                      <a:pt x="0" y="22991"/>
                    </a:lnTo>
                    <a:lnTo>
                      <a:pt x="5440" y="22991"/>
                    </a:lnTo>
                    <a:lnTo>
                      <a:pt x="5440" y="21215"/>
                    </a:lnTo>
                    <a:cubicBezTo>
                      <a:pt x="5440" y="20028"/>
                      <a:pt x="4883" y="19019"/>
                      <a:pt x="4548" y="18519"/>
                    </a:cubicBezTo>
                    <a:lnTo>
                      <a:pt x="752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66"/>
              <p:cNvSpPr/>
              <p:nvPr/>
            </p:nvSpPr>
            <p:spPr>
              <a:xfrm>
                <a:off x="4906516" y="1836261"/>
                <a:ext cx="168939" cy="193345"/>
              </a:xfrm>
              <a:custGeom>
                <a:avLst/>
                <a:gdLst/>
                <a:ahLst/>
                <a:cxnLst/>
                <a:rect l="l" t="t" r="r" b="b"/>
                <a:pathLst>
                  <a:path w="13048" h="14933" extrusionOk="0">
                    <a:moveTo>
                      <a:pt x="0" y="0"/>
                    </a:moveTo>
                    <a:lnTo>
                      <a:pt x="1976" y="12286"/>
                    </a:lnTo>
                    <a:cubicBezTo>
                      <a:pt x="1645" y="12779"/>
                      <a:pt x="1101" y="13768"/>
                      <a:pt x="1086" y="14933"/>
                    </a:cubicBezTo>
                    <a:lnTo>
                      <a:pt x="11962" y="14933"/>
                    </a:lnTo>
                    <a:cubicBezTo>
                      <a:pt x="11948" y="13768"/>
                      <a:pt x="11403" y="12779"/>
                      <a:pt x="11072" y="12286"/>
                    </a:cubicBezTo>
                    <a:lnTo>
                      <a:pt x="1304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66"/>
              <p:cNvSpPr/>
              <p:nvPr/>
            </p:nvSpPr>
            <p:spPr>
              <a:xfrm>
                <a:off x="4990986" y="1836261"/>
                <a:ext cx="84456" cy="193345"/>
              </a:xfrm>
              <a:custGeom>
                <a:avLst/>
                <a:gdLst/>
                <a:ahLst/>
                <a:cxnLst/>
                <a:rect l="l" t="t" r="r" b="b"/>
                <a:pathLst>
                  <a:path w="6523" h="14933" extrusionOk="0">
                    <a:moveTo>
                      <a:pt x="0" y="0"/>
                    </a:moveTo>
                    <a:lnTo>
                      <a:pt x="0" y="14933"/>
                    </a:lnTo>
                    <a:lnTo>
                      <a:pt x="5440" y="14933"/>
                    </a:lnTo>
                    <a:cubicBezTo>
                      <a:pt x="5425" y="13768"/>
                      <a:pt x="4880" y="12779"/>
                      <a:pt x="4550" y="12286"/>
                    </a:cubicBezTo>
                    <a:lnTo>
                      <a:pt x="65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66"/>
              <p:cNvGrpSpPr/>
              <p:nvPr/>
            </p:nvGrpSpPr>
            <p:grpSpPr>
              <a:xfrm>
                <a:off x="3878747" y="3219364"/>
                <a:ext cx="195326" cy="377859"/>
                <a:chOff x="4135484" y="3435344"/>
                <a:chExt cx="316881" cy="613010"/>
              </a:xfrm>
            </p:grpSpPr>
            <p:sp>
              <p:nvSpPr>
                <p:cNvPr id="1335" name="Google Shape;1335;p66"/>
                <p:cNvSpPr/>
                <p:nvPr/>
              </p:nvSpPr>
              <p:spPr>
                <a:xfrm>
                  <a:off x="4135484" y="3513147"/>
                  <a:ext cx="118531" cy="457384"/>
                </a:xfrm>
                <a:custGeom>
                  <a:avLst/>
                  <a:gdLst/>
                  <a:ahLst/>
                  <a:cxnLst/>
                  <a:rect l="l" t="t" r="r" b="b"/>
                  <a:pathLst>
                    <a:path w="5643" h="21775" extrusionOk="0">
                      <a:moveTo>
                        <a:pt x="4787" y="1"/>
                      </a:moveTo>
                      <a:cubicBezTo>
                        <a:pt x="2148" y="1"/>
                        <a:pt x="0" y="2149"/>
                        <a:pt x="0" y="4790"/>
                      </a:cubicBezTo>
                      <a:lnTo>
                        <a:pt x="0" y="16986"/>
                      </a:lnTo>
                      <a:cubicBezTo>
                        <a:pt x="0" y="19627"/>
                        <a:pt x="2148" y="21775"/>
                        <a:pt x="4787" y="21775"/>
                      </a:cubicBezTo>
                      <a:lnTo>
                        <a:pt x="5642" y="21775"/>
                      </a:lnTo>
                      <a:lnTo>
                        <a:pt x="564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66"/>
                <p:cNvSpPr/>
                <p:nvPr/>
              </p:nvSpPr>
              <p:spPr>
                <a:xfrm>
                  <a:off x="4333813" y="3513147"/>
                  <a:ext cx="118552" cy="457384"/>
                </a:xfrm>
                <a:custGeom>
                  <a:avLst/>
                  <a:gdLst/>
                  <a:ahLst/>
                  <a:cxnLst/>
                  <a:rect l="l" t="t" r="r" b="b"/>
                  <a:pathLst>
                    <a:path w="5644" h="21775" extrusionOk="0">
                      <a:moveTo>
                        <a:pt x="1" y="1"/>
                      </a:moveTo>
                      <a:lnTo>
                        <a:pt x="1" y="21775"/>
                      </a:lnTo>
                      <a:lnTo>
                        <a:pt x="856" y="21775"/>
                      </a:lnTo>
                      <a:cubicBezTo>
                        <a:pt x="3495" y="21775"/>
                        <a:pt x="5643" y="19627"/>
                        <a:pt x="5643" y="16986"/>
                      </a:cubicBezTo>
                      <a:lnTo>
                        <a:pt x="5643" y="4790"/>
                      </a:lnTo>
                      <a:cubicBezTo>
                        <a:pt x="5643" y="2149"/>
                        <a:pt x="3495" y="1"/>
                        <a:pt x="8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66"/>
                <p:cNvSpPr/>
                <p:nvPr/>
              </p:nvSpPr>
              <p:spPr>
                <a:xfrm>
                  <a:off x="4218348" y="3435344"/>
                  <a:ext cx="151131" cy="613010"/>
                </a:xfrm>
                <a:custGeom>
                  <a:avLst/>
                  <a:gdLst/>
                  <a:ahLst/>
                  <a:cxnLst/>
                  <a:rect l="l" t="t" r="r" b="b"/>
                  <a:pathLst>
                    <a:path w="7195" h="29184" extrusionOk="0">
                      <a:moveTo>
                        <a:pt x="3598" y="0"/>
                      </a:moveTo>
                      <a:cubicBezTo>
                        <a:pt x="1615" y="0"/>
                        <a:pt x="0" y="1615"/>
                        <a:pt x="0" y="3598"/>
                      </a:cubicBezTo>
                      <a:lnTo>
                        <a:pt x="0" y="25586"/>
                      </a:lnTo>
                      <a:cubicBezTo>
                        <a:pt x="0" y="27570"/>
                        <a:pt x="1613" y="29183"/>
                        <a:pt x="3598" y="29183"/>
                      </a:cubicBezTo>
                      <a:cubicBezTo>
                        <a:pt x="5582" y="29183"/>
                        <a:pt x="7195" y="27570"/>
                        <a:pt x="7195" y="25586"/>
                      </a:cubicBezTo>
                      <a:lnTo>
                        <a:pt x="7195" y="3598"/>
                      </a:lnTo>
                      <a:cubicBezTo>
                        <a:pt x="7195" y="1615"/>
                        <a:pt x="5582" y="0"/>
                        <a:pt x="35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66"/>
                <p:cNvSpPr/>
                <p:nvPr/>
              </p:nvSpPr>
              <p:spPr>
                <a:xfrm>
                  <a:off x="4293903" y="3435344"/>
                  <a:ext cx="75576" cy="613010"/>
                </a:xfrm>
                <a:custGeom>
                  <a:avLst/>
                  <a:gdLst/>
                  <a:ahLst/>
                  <a:cxnLst/>
                  <a:rect l="l" t="t" r="r" b="b"/>
                  <a:pathLst>
                    <a:path w="3598" h="29184" extrusionOk="0">
                      <a:moveTo>
                        <a:pt x="1" y="0"/>
                      </a:moveTo>
                      <a:lnTo>
                        <a:pt x="1" y="29183"/>
                      </a:lnTo>
                      <a:cubicBezTo>
                        <a:pt x="1983" y="29183"/>
                        <a:pt x="3598" y="27570"/>
                        <a:pt x="3598" y="25586"/>
                      </a:cubicBezTo>
                      <a:lnTo>
                        <a:pt x="3598" y="3598"/>
                      </a:lnTo>
                      <a:cubicBezTo>
                        <a:pt x="3598" y="1615"/>
                        <a:pt x="1985"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66"/>
                <p:cNvSpPr/>
                <p:nvPr/>
              </p:nvSpPr>
              <p:spPr>
                <a:xfrm>
                  <a:off x="4255611" y="3554464"/>
                  <a:ext cx="76647" cy="81037"/>
                </a:xfrm>
                <a:custGeom>
                  <a:avLst/>
                  <a:gdLst/>
                  <a:ahLst/>
                  <a:cxnLst/>
                  <a:rect l="l" t="t" r="r" b="b"/>
                  <a:pathLst>
                    <a:path w="3649" h="3858" extrusionOk="0">
                      <a:moveTo>
                        <a:pt x="3648" y="1"/>
                      </a:moveTo>
                      <a:lnTo>
                        <a:pt x="0" y="1925"/>
                      </a:lnTo>
                      <a:lnTo>
                        <a:pt x="0" y="3857"/>
                      </a:lnTo>
                      <a:lnTo>
                        <a:pt x="3648" y="1934"/>
                      </a:lnTo>
                      <a:lnTo>
                        <a:pt x="3648" y="1"/>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66"/>
                <p:cNvSpPr/>
                <p:nvPr/>
              </p:nvSpPr>
              <p:spPr>
                <a:xfrm>
                  <a:off x="4255611" y="3701331"/>
                  <a:ext cx="76647" cy="81037"/>
                </a:xfrm>
                <a:custGeom>
                  <a:avLst/>
                  <a:gdLst/>
                  <a:ahLst/>
                  <a:cxnLst/>
                  <a:rect l="l" t="t" r="r" b="b"/>
                  <a:pathLst>
                    <a:path w="3649" h="3858" extrusionOk="0">
                      <a:moveTo>
                        <a:pt x="3648" y="0"/>
                      </a:moveTo>
                      <a:lnTo>
                        <a:pt x="0" y="1924"/>
                      </a:lnTo>
                      <a:lnTo>
                        <a:pt x="0" y="3857"/>
                      </a:lnTo>
                      <a:lnTo>
                        <a:pt x="3648" y="1934"/>
                      </a:lnTo>
                      <a:lnTo>
                        <a:pt x="3648" y="0"/>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66"/>
                <p:cNvSpPr/>
                <p:nvPr/>
              </p:nvSpPr>
              <p:spPr>
                <a:xfrm>
                  <a:off x="4255611" y="3848198"/>
                  <a:ext cx="76647" cy="81016"/>
                </a:xfrm>
                <a:custGeom>
                  <a:avLst/>
                  <a:gdLst/>
                  <a:ahLst/>
                  <a:cxnLst/>
                  <a:rect l="l" t="t" r="r" b="b"/>
                  <a:pathLst>
                    <a:path w="3649" h="3857" extrusionOk="0">
                      <a:moveTo>
                        <a:pt x="3648" y="0"/>
                      </a:moveTo>
                      <a:lnTo>
                        <a:pt x="0" y="1924"/>
                      </a:lnTo>
                      <a:lnTo>
                        <a:pt x="0" y="3857"/>
                      </a:lnTo>
                      <a:lnTo>
                        <a:pt x="3648" y="1934"/>
                      </a:lnTo>
                      <a:lnTo>
                        <a:pt x="3648" y="0"/>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66"/>
                <p:cNvSpPr/>
                <p:nvPr/>
              </p:nvSpPr>
              <p:spPr>
                <a:xfrm>
                  <a:off x="4293903" y="3554464"/>
                  <a:ext cx="38355" cy="60851"/>
                </a:xfrm>
                <a:custGeom>
                  <a:avLst/>
                  <a:gdLst/>
                  <a:ahLst/>
                  <a:cxnLst/>
                  <a:rect l="l" t="t" r="r" b="b"/>
                  <a:pathLst>
                    <a:path w="1826" h="2897" extrusionOk="0">
                      <a:moveTo>
                        <a:pt x="1825" y="1"/>
                      </a:moveTo>
                      <a:lnTo>
                        <a:pt x="1" y="963"/>
                      </a:lnTo>
                      <a:lnTo>
                        <a:pt x="1" y="2897"/>
                      </a:lnTo>
                      <a:lnTo>
                        <a:pt x="1825" y="1934"/>
                      </a:lnTo>
                      <a:lnTo>
                        <a:pt x="18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66"/>
                <p:cNvSpPr/>
                <p:nvPr/>
              </p:nvSpPr>
              <p:spPr>
                <a:xfrm>
                  <a:off x="4293903" y="3701331"/>
                  <a:ext cx="38355" cy="60809"/>
                </a:xfrm>
                <a:custGeom>
                  <a:avLst/>
                  <a:gdLst/>
                  <a:ahLst/>
                  <a:cxnLst/>
                  <a:rect l="l" t="t" r="r" b="b"/>
                  <a:pathLst>
                    <a:path w="1826" h="2895" extrusionOk="0">
                      <a:moveTo>
                        <a:pt x="1825" y="0"/>
                      </a:moveTo>
                      <a:lnTo>
                        <a:pt x="1" y="963"/>
                      </a:lnTo>
                      <a:lnTo>
                        <a:pt x="1" y="2895"/>
                      </a:lnTo>
                      <a:lnTo>
                        <a:pt x="1825" y="1934"/>
                      </a:lnTo>
                      <a:lnTo>
                        <a:pt x="182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66"/>
                <p:cNvSpPr/>
                <p:nvPr/>
              </p:nvSpPr>
              <p:spPr>
                <a:xfrm>
                  <a:off x="4293903" y="3848198"/>
                  <a:ext cx="38355" cy="60809"/>
                </a:xfrm>
                <a:custGeom>
                  <a:avLst/>
                  <a:gdLst/>
                  <a:ahLst/>
                  <a:cxnLst/>
                  <a:rect l="l" t="t" r="r" b="b"/>
                  <a:pathLst>
                    <a:path w="1826" h="2895" extrusionOk="0">
                      <a:moveTo>
                        <a:pt x="1825" y="0"/>
                      </a:moveTo>
                      <a:lnTo>
                        <a:pt x="1" y="963"/>
                      </a:lnTo>
                      <a:lnTo>
                        <a:pt x="1" y="2895"/>
                      </a:lnTo>
                      <a:lnTo>
                        <a:pt x="1825" y="1934"/>
                      </a:lnTo>
                      <a:lnTo>
                        <a:pt x="182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66"/>
                <p:cNvSpPr/>
                <p:nvPr/>
              </p:nvSpPr>
              <p:spPr>
                <a:xfrm>
                  <a:off x="4255611" y="3574691"/>
                  <a:ext cx="38313" cy="60809"/>
                </a:xfrm>
                <a:custGeom>
                  <a:avLst/>
                  <a:gdLst/>
                  <a:ahLst/>
                  <a:cxnLst/>
                  <a:rect l="l" t="t" r="r" b="b"/>
                  <a:pathLst>
                    <a:path w="1824" h="2895" extrusionOk="0">
                      <a:moveTo>
                        <a:pt x="1824" y="0"/>
                      </a:moveTo>
                      <a:lnTo>
                        <a:pt x="0" y="962"/>
                      </a:lnTo>
                      <a:lnTo>
                        <a:pt x="0" y="2894"/>
                      </a:lnTo>
                      <a:lnTo>
                        <a:pt x="1824" y="1932"/>
                      </a:lnTo>
                      <a:lnTo>
                        <a:pt x="182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66"/>
                <p:cNvSpPr/>
                <p:nvPr/>
              </p:nvSpPr>
              <p:spPr>
                <a:xfrm>
                  <a:off x="4255611" y="3721537"/>
                  <a:ext cx="38313" cy="60830"/>
                </a:xfrm>
                <a:custGeom>
                  <a:avLst/>
                  <a:gdLst/>
                  <a:ahLst/>
                  <a:cxnLst/>
                  <a:rect l="l" t="t" r="r" b="b"/>
                  <a:pathLst>
                    <a:path w="1824" h="2896" extrusionOk="0">
                      <a:moveTo>
                        <a:pt x="1824" y="1"/>
                      </a:moveTo>
                      <a:lnTo>
                        <a:pt x="0" y="962"/>
                      </a:lnTo>
                      <a:lnTo>
                        <a:pt x="0" y="2895"/>
                      </a:lnTo>
                      <a:lnTo>
                        <a:pt x="1824" y="1934"/>
                      </a:lnTo>
                      <a:lnTo>
                        <a:pt x="18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66"/>
                <p:cNvSpPr/>
                <p:nvPr/>
              </p:nvSpPr>
              <p:spPr>
                <a:xfrm>
                  <a:off x="4255611" y="3868404"/>
                  <a:ext cx="38313" cy="60809"/>
                </a:xfrm>
                <a:custGeom>
                  <a:avLst/>
                  <a:gdLst/>
                  <a:ahLst/>
                  <a:cxnLst/>
                  <a:rect l="l" t="t" r="r" b="b"/>
                  <a:pathLst>
                    <a:path w="1824" h="2895" extrusionOk="0">
                      <a:moveTo>
                        <a:pt x="1824" y="1"/>
                      </a:moveTo>
                      <a:lnTo>
                        <a:pt x="0" y="962"/>
                      </a:lnTo>
                      <a:lnTo>
                        <a:pt x="0" y="2895"/>
                      </a:lnTo>
                      <a:lnTo>
                        <a:pt x="1824" y="1933"/>
                      </a:lnTo>
                      <a:lnTo>
                        <a:pt x="18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48" name="Google Shape;1348;p66"/>
            <p:cNvGrpSpPr/>
            <p:nvPr/>
          </p:nvGrpSpPr>
          <p:grpSpPr>
            <a:xfrm>
              <a:off x="5001130" y="2415731"/>
              <a:ext cx="760006" cy="2158828"/>
              <a:chOff x="5001130" y="2415731"/>
              <a:chExt cx="760006" cy="2158828"/>
            </a:xfrm>
          </p:grpSpPr>
          <p:sp>
            <p:nvSpPr>
              <p:cNvPr id="1349" name="Google Shape;1349;p66"/>
              <p:cNvSpPr/>
              <p:nvPr/>
            </p:nvSpPr>
            <p:spPr>
              <a:xfrm>
                <a:off x="5504271" y="2773126"/>
                <a:ext cx="256865" cy="541203"/>
              </a:xfrm>
              <a:custGeom>
                <a:avLst/>
                <a:gdLst/>
                <a:ahLst/>
                <a:cxnLst/>
                <a:rect l="l" t="t" r="r" b="b"/>
                <a:pathLst>
                  <a:path w="18849" h="39714" extrusionOk="0">
                    <a:moveTo>
                      <a:pt x="10761" y="0"/>
                    </a:moveTo>
                    <a:lnTo>
                      <a:pt x="1" y="39713"/>
                    </a:lnTo>
                    <a:cubicBezTo>
                      <a:pt x="1" y="39713"/>
                      <a:pt x="11600" y="38124"/>
                      <a:pt x="15224" y="30296"/>
                    </a:cubicBezTo>
                    <a:cubicBezTo>
                      <a:pt x="18848" y="22467"/>
                      <a:pt x="13460" y="2401"/>
                      <a:pt x="1076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66"/>
              <p:cNvSpPr/>
              <p:nvPr/>
            </p:nvSpPr>
            <p:spPr>
              <a:xfrm>
                <a:off x="5417328" y="3339703"/>
                <a:ext cx="225644" cy="1156225"/>
              </a:xfrm>
              <a:custGeom>
                <a:avLst/>
                <a:gdLst/>
                <a:ahLst/>
                <a:cxnLst/>
                <a:rect l="l" t="t" r="r" b="b"/>
                <a:pathLst>
                  <a:path w="16558" h="84845" extrusionOk="0">
                    <a:moveTo>
                      <a:pt x="0" y="1"/>
                    </a:moveTo>
                    <a:lnTo>
                      <a:pt x="0" y="16655"/>
                    </a:lnTo>
                    <a:cubicBezTo>
                      <a:pt x="73" y="16610"/>
                      <a:pt x="155" y="16586"/>
                      <a:pt x="239" y="16586"/>
                    </a:cubicBezTo>
                    <a:cubicBezTo>
                      <a:pt x="298" y="16586"/>
                      <a:pt x="356" y="16597"/>
                      <a:pt x="410" y="16622"/>
                    </a:cubicBezTo>
                    <a:lnTo>
                      <a:pt x="416" y="16622"/>
                    </a:lnTo>
                    <a:cubicBezTo>
                      <a:pt x="581" y="16688"/>
                      <a:pt x="706" y="16842"/>
                      <a:pt x="702" y="17030"/>
                    </a:cubicBezTo>
                    <a:cubicBezTo>
                      <a:pt x="0" y="52294"/>
                      <a:pt x="3394" y="62958"/>
                      <a:pt x="2438" y="84844"/>
                    </a:cubicBezTo>
                    <a:lnTo>
                      <a:pt x="6627" y="84436"/>
                    </a:lnTo>
                    <a:cubicBezTo>
                      <a:pt x="6627" y="84436"/>
                      <a:pt x="11121" y="60520"/>
                      <a:pt x="10207" y="46068"/>
                    </a:cubicBezTo>
                    <a:cubicBezTo>
                      <a:pt x="10207" y="46068"/>
                      <a:pt x="16558" y="8399"/>
                      <a:pt x="15382" y="1876"/>
                    </a:cubicBezTo>
                    <a:lnTo>
                      <a:pt x="8923" y="1091"/>
                    </a:ln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66"/>
              <p:cNvSpPr/>
              <p:nvPr/>
            </p:nvSpPr>
            <p:spPr>
              <a:xfrm>
                <a:off x="5390386" y="4429467"/>
                <a:ext cx="146318" cy="145092"/>
              </a:xfrm>
              <a:custGeom>
                <a:avLst/>
                <a:gdLst/>
                <a:ahLst/>
                <a:cxnLst/>
                <a:rect l="l" t="t" r="r" b="b"/>
                <a:pathLst>
                  <a:path w="10737" h="10647" extrusionOk="0">
                    <a:moveTo>
                      <a:pt x="6264" y="0"/>
                    </a:moveTo>
                    <a:cubicBezTo>
                      <a:pt x="4779" y="0"/>
                      <a:pt x="3636" y="711"/>
                      <a:pt x="3195" y="1575"/>
                    </a:cubicBezTo>
                    <a:cubicBezTo>
                      <a:pt x="2524" y="2893"/>
                      <a:pt x="3272" y="6146"/>
                      <a:pt x="1394" y="7212"/>
                    </a:cubicBezTo>
                    <a:cubicBezTo>
                      <a:pt x="0" y="8003"/>
                      <a:pt x="707" y="10246"/>
                      <a:pt x="766" y="10646"/>
                    </a:cubicBezTo>
                    <a:lnTo>
                      <a:pt x="9704" y="10646"/>
                    </a:lnTo>
                    <a:cubicBezTo>
                      <a:pt x="10249" y="10101"/>
                      <a:pt x="9704" y="7566"/>
                      <a:pt x="9704" y="7566"/>
                    </a:cubicBezTo>
                    <a:cubicBezTo>
                      <a:pt x="9704" y="5915"/>
                      <a:pt x="10736" y="1943"/>
                      <a:pt x="9847" y="1297"/>
                    </a:cubicBezTo>
                    <a:cubicBezTo>
                      <a:pt x="8566" y="364"/>
                      <a:pt x="7327" y="0"/>
                      <a:pt x="626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66"/>
              <p:cNvSpPr/>
              <p:nvPr/>
            </p:nvSpPr>
            <p:spPr>
              <a:xfrm>
                <a:off x="5339937" y="3381812"/>
                <a:ext cx="314318" cy="588040"/>
              </a:xfrm>
              <a:custGeom>
                <a:avLst/>
                <a:gdLst/>
                <a:ahLst/>
                <a:cxnLst/>
                <a:rect l="l" t="t" r="r" b="b"/>
                <a:pathLst>
                  <a:path w="23065" h="43151" extrusionOk="0">
                    <a:moveTo>
                      <a:pt x="21399" y="0"/>
                    </a:moveTo>
                    <a:cubicBezTo>
                      <a:pt x="0" y="610"/>
                      <a:pt x="2133" y="9141"/>
                      <a:pt x="2133" y="9141"/>
                    </a:cubicBezTo>
                    <a:lnTo>
                      <a:pt x="5679" y="42248"/>
                    </a:lnTo>
                    <a:cubicBezTo>
                      <a:pt x="7050" y="42925"/>
                      <a:pt x="8937" y="43151"/>
                      <a:pt x="10843" y="43151"/>
                    </a:cubicBezTo>
                    <a:cubicBezTo>
                      <a:pt x="14655" y="43151"/>
                      <a:pt x="18546" y="42248"/>
                      <a:pt x="18546" y="42248"/>
                    </a:cubicBezTo>
                    <a:lnTo>
                      <a:pt x="18546" y="37491"/>
                    </a:lnTo>
                    <a:lnTo>
                      <a:pt x="21049" y="12825"/>
                    </a:lnTo>
                    <a:cubicBezTo>
                      <a:pt x="23065" y="5539"/>
                      <a:pt x="21399" y="1"/>
                      <a:pt x="2139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66"/>
              <p:cNvSpPr/>
              <p:nvPr/>
            </p:nvSpPr>
            <p:spPr>
              <a:xfrm>
                <a:off x="5126708" y="3319943"/>
                <a:ext cx="412232" cy="1172728"/>
              </a:xfrm>
              <a:custGeom>
                <a:avLst/>
                <a:gdLst/>
                <a:ahLst/>
                <a:cxnLst/>
                <a:rect l="l" t="t" r="r" b="b"/>
                <a:pathLst>
                  <a:path w="30250" h="86056" extrusionOk="0">
                    <a:moveTo>
                      <a:pt x="9446" y="1"/>
                    </a:moveTo>
                    <a:cubicBezTo>
                      <a:pt x="7849" y="23119"/>
                      <a:pt x="4722" y="53562"/>
                      <a:pt x="0" y="85431"/>
                    </a:cubicBezTo>
                    <a:lnTo>
                      <a:pt x="4274" y="86055"/>
                    </a:lnTo>
                    <a:cubicBezTo>
                      <a:pt x="7880" y="71720"/>
                      <a:pt x="12716" y="65322"/>
                      <a:pt x="13405" y="49480"/>
                    </a:cubicBezTo>
                    <a:cubicBezTo>
                      <a:pt x="13762" y="41291"/>
                      <a:pt x="21134" y="18336"/>
                      <a:pt x="21134" y="18336"/>
                    </a:cubicBezTo>
                    <a:cubicBezTo>
                      <a:pt x="21340" y="18257"/>
                      <a:pt x="21542" y="18166"/>
                      <a:pt x="21737" y="18073"/>
                    </a:cubicBezTo>
                    <a:lnTo>
                      <a:pt x="21743" y="18073"/>
                    </a:lnTo>
                    <a:cubicBezTo>
                      <a:pt x="28518" y="14917"/>
                      <a:pt x="29951" y="6356"/>
                      <a:pt x="30249" y="2542"/>
                    </a:cubicBezTo>
                    <a:lnTo>
                      <a:pt x="944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66"/>
              <p:cNvSpPr/>
              <p:nvPr/>
            </p:nvSpPr>
            <p:spPr>
              <a:xfrm>
                <a:off x="5001130" y="4431565"/>
                <a:ext cx="212712" cy="142993"/>
              </a:xfrm>
              <a:custGeom>
                <a:avLst/>
                <a:gdLst/>
                <a:ahLst/>
                <a:cxnLst/>
                <a:rect l="l" t="t" r="r" b="b"/>
                <a:pathLst>
                  <a:path w="15609" h="10493" extrusionOk="0">
                    <a:moveTo>
                      <a:pt x="8963" y="0"/>
                    </a:moveTo>
                    <a:cubicBezTo>
                      <a:pt x="8658" y="0"/>
                      <a:pt x="8431" y="537"/>
                      <a:pt x="8431" y="537"/>
                    </a:cubicBezTo>
                    <a:cubicBezTo>
                      <a:pt x="8431" y="537"/>
                      <a:pt x="7001" y="4795"/>
                      <a:pt x="5790" y="5318"/>
                    </a:cubicBezTo>
                    <a:cubicBezTo>
                      <a:pt x="4579" y="5839"/>
                      <a:pt x="1" y="6542"/>
                      <a:pt x="428" y="9708"/>
                    </a:cubicBezTo>
                    <a:cubicBezTo>
                      <a:pt x="482" y="10102"/>
                      <a:pt x="544" y="10314"/>
                      <a:pt x="464" y="10492"/>
                    </a:cubicBezTo>
                    <a:lnTo>
                      <a:pt x="14415" y="10492"/>
                    </a:lnTo>
                    <a:cubicBezTo>
                      <a:pt x="15065" y="6448"/>
                      <a:pt x="14177" y="4483"/>
                      <a:pt x="14177" y="4483"/>
                    </a:cubicBezTo>
                    <a:cubicBezTo>
                      <a:pt x="14177" y="4483"/>
                      <a:pt x="15609" y="2349"/>
                      <a:pt x="14837" y="1836"/>
                    </a:cubicBezTo>
                    <a:cubicBezTo>
                      <a:pt x="13689" y="1072"/>
                      <a:pt x="12754" y="816"/>
                      <a:pt x="12016" y="816"/>
                    </a:cubicBezTo>
                    <a:cubicBezTo>
                      <a:pt x="10514" y="816"/>
                      <a:pt x="9830" y="1879"/>
                      <a:pt x="9830" y="1879"/>
                    </a:cubicBezTo>
                    <a:cubicBezTo>
                      <a:pt x="9547" y="398"/>
                      <a:pt x="9226" y="0"/>
                      <a:pt x="896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66"/>
              <p:cNvSpPr/>
              <p:nvPr/>
            </p:nvSpPr>
            <p:spPr>
              <a:xfrm>
                <a:off x="5170288" y="3333203"/>
                <a:ext cx="368651" cy="634306"/>
              </a:xfrm>
              <a:custGeom>
                <a:avLst/>
                <a:gdLst/>
                <a:ahLst/>
                <a:cxnLst/>
                <a:rect l="l" t="t" r="r" b="b"/>
                <a:pathLst>
                  <a:path w="27052" h="46546" extrusionOk="0">
                    <a:moveTo>
                      <a:pt x="9937" y="1"/>
                    </a:moveTo>
                    <a:cubicBezTo>
                      <a:pt x="8266" y="1"/>
                      <a:pt x="6895" y="552"/>
                      <a:pt x="6094" y="1943"/>
                    </a:cubicBezTo>
                    <a:cubicBezTo>
                      <a:pt x="2235" y="8645"/>
                      <a:pt x="1" y="45205"/>
                      <a:pt x="1" y="45205"/>
                    </a:cubicBezTo>
                    <a:cubicBezTo>
                      <a:pt x="1598" y="46269"/>
                      <a:pt x="4707" y="46545"/>
                      <a:pt x="7507" y="46545"/>
                    </a:cubicBezTo>
                    <a:cubicBezTo>
                      <a:pt x="10536" y="46545"/>
                      <a:pt x="13202" y="46222"/>
                      <a:pt x="13202" y="46222"/>
                    </a:cubicBezTo>
                    <a:lnTo>
                      <a:pt x="13202" y="43096"/>
                    </a:lnTo>
                    <a:cubicBezTo>
                      <a:pt x="14015" y="40580"/>
                      <a:pt x="18920" y="19002"/>
                      <a:pt x="18920" y="19002"/>
                    </a:cubicBezTo>
                    <a:cubicBezTo>
                      <a:pt x="25248" y="15344"/>
                      <a:pt x="27051" y="8037"/>
                      <a:pt x="27051" y="8037"/>
                    </a:cubicBezTo>
                    <a:cubicBezTo>
                      <a:pt x="27051" y="8037"/>
                      <a:pt x="16314" y="1"/>
                      <a:pt x="993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66"/>
              <p:cNvSpPr/>
              <p:nvPr/>
            </p:nvSpPr>
            <p:spPr>
              <a:xfrm>
                <a:off x="5350335" y="2564571"/>
                <a:ext cx="51294" cy="21368"/>
              </a:xfrm>
              <a:custGeom>
                <a:avLst/>
                <a:gdLst/>
                <a:ahLst/>
                <a:cxnLst/>
                <a:rect l="l" t="t" r="r" b="b"/>
                <a:pathLst>
                  <a:path w="3764" h="1568" extrusionOk="0">
                    <a:moveTo>
                      <a:pt x="855" y="0"/>
                    </a:moveTo>
                    <a:cubicBezTo>
                      <a:pt x="355" y="0"/>
                      <a:pt x="0" y="97"/>
                      <a:pt x="44" y="385"/>
                    </a:cubicBezTo>
                    <a:cubicBezTo>
                      <a:pt x="177" y="1276"/>
                      <a:pt x="3324" y="1567"/>
                      <a:pt x="3324" y="1567"/>
                    </a:cubicBezTo>
                    <a:cubicBezTo>
                      <a:pt x="3324" y="1567"/>
                      <a:pt x="3764" y="1164"/>
                      <a:pt x="3590" y="428"/>
                    </a:cubicBezTo>
                    <a:cubicBezTo>
                      <a:pt x="3590" y="428"/>
                      <a:pt x="1903" y="0"/>
                      <a:pt x="85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66"/>
              <p:cNvSpPr/>
              <p:nvPr/>
            </p:nvSpPr>
            <p:spPr>
              <a:xfrm>
                <a:off x="5348373" y="2444635"/>
                <a:ext cx="184639" cy="230455"/>
              </a:xfrm>
              <a:custGeom>
                <a:avLst/>
                <a:gdLst/>
                <a:ahLst/>
                <a:cxnLst/>
                <a:rect l="l" t="t" r="r" b="b"/>
                <a:pathLst>
                  <a:path w="13549" h="16911" extrusionOk="0">
                    <a:moveTo>
                      <a:pt x="5396" y="1"/>
                    </a:moveTo>
                    <a:cubicBezTo>
                      <a:pt x="4104" y="1"/>
                      <a:pt x="3034" y="448"/>
                      <a:pt x="2563" y="1576"/>
                    </a:cubicBezTo>
                    <a:cubicBezTo>
                      <a:pt x="1127" y="5022"/>
                      <a:pt x="1" y="16910"/>
                      <a:pt x="5868" y="16910"/>
                    </a:cubicBezTo>
                    <a:cubicBezTo>
                      <a:pt x="6057" y="16910"/>
                      <a:pt x="6253" y="16898"/>
                      <a:pt x="6457" y="16873"/>
                    </a:cubicBezTo>
                    <a:cubicBezTo>
                      <a:pt x="12696" y="16098"/>
                      <a:pt x="13549" y="7449"/>
                      <a:pt x="13304" y="4693"/>
                    </a:cubicBezTo>
                    <a:cubicBezTo>
                      <a:pt x="13129" y="2733"/>
                      <a:pt x="8588" y="1"/>
                      <a:pt x="53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66"/>
              <p:cNvSpPr/>
              <p:nvPr/>
            </p:nvSpPr>
            <p:spPr>
              <a:xfrm>
                <a:off x="5389201" y="2592357"/>
                <a:ext cx="122184" cy="83618"/>
              </a:xfrm>
              <a:custGeom>
                <a:avLst/>
                <a:gdLst/>
                <a:ahLst/>
                <a:cxnLst/>
                <a:rect l="l" t="t" r="r" b="b"/>
                <a:pathLst>
                  <a:path w="8966" h="6136" extrusionOk="0">
                    <a:moveTo>
                      <a:pt x="2151" y="0"/>
                    </a:moveTo>
                    <a:cubicBezTo>
                      <a:pt x="2129" y="0"/>
                      <a:pt x="2107" y="0"/>
                      <a:pt x="2085" y="0"/>
                    </a:cubicBezTo>
                    <a:cubicBezTo>
                      <a:pt x="2085" y="0"/>
                      <a:pt x="0" y="4955"/>
                      <a:pt x="2280" y="6026"/>
                    </a:cubicBezTo>
                    <a:cubicBezTo>
                      <a:pt x="2439" y="6101"/>
                      <a:pt x="2611" y="6136"/>
                      <a:pt x="2791" y="6136"/>
                    </a:cubicBezTo>
                    <a:cubicBezTo>
                      <a:pt x="5182" y="6136"/>
                      <a:pt x="8966" y="0"/>
                      <a:pt x="21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66"/>
              <p:cNvSpPr/>
              <p:nvPr/>
            </p:nvSpPr>
            <p:spPr>
              <a:xfrm>
                <a:off x="5422547" y="2621125"/>
                <a:ext cx="94098" cy="139382"/>
              </a:xfrm>
              <a:custGeom>
                <a:avLst/>
                <a:gdLst/>
                <a:ahLst/>
                <a:cxnLst/>
                <a:rect l="l" t="t" r="r" b="b"/>
                <a:pathLst>
                  <a:path w="6905" h="10228" extrusionOk="0">
                    <a:moveTo>
                      <a:pt x="4919" y="0"/>
                    </a:moveTo>
                    <a:cubicBezTo>
                      <a:pt x="1507" y="0"/>
                      <a:pt x="103" y="2919"/>
                      <a:pt x="103" y="2919"/>
                    </a:cubicBezTo>
                    <a:cubicBezTo>
                      <a:pt x="103" y="2919"/>
                      <a:pt x="341" y="6412"/>
                      <a:pt x="1" y="9507"/>
                    </a:cubicBezTo>
                    <a:cubicBezTo>
                      <a:pt x="1" y="9507"/>
                      <a:pt x="625" y="10227"/>
                      <a:pt x="2074" y="10227"/>
                    </a:cubicBezTo>
                    <a:cubicBezTo>
                      <a:pt x="3177" y="10227"/>
                      <a:pt x="4757" y="9811"/>
                      <a:pt x="6904" y="8343"/>
                    </a:cubicBezTo>
                    <a:cubicBezTo>
                      <a:pt x="6904" y="8343"/>
                      <a:pt x="5912" y="3019"/>
                      <a:pt x="6569" y="675"/>
                    </a:cubicBezTo>
                    <a:lnTo>
                      <a:pt x="6147" y="119"/>
                    </a:lnTo>
                    <a:cubicBezTo>
                      <a:pt x="5712" y="37"/>
                      <a:pt x="5303" y="0"/>
                      <a:pt x="4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66"/>
              <p:cNvSpPr/>
              <p:nvPr/>
            </p:nvSpPr>
            <p:spPr>
              <a:xfrm>
                <a:off x="5353524" y="2428636"/>
                <a:ext cx="248961" cy="207315"/>
              </a:xfrm>
              <a:custGeom>
                <a:avLst/>
                <a:gdLst/>
                <a:ahLst/>
                <a:cxnLst/>
                <a:rect l="l" t="t" r="r" b="b"/>
                <a:pathLst>
                  <a:path w="18269" h="15213" extrusionOk="0">
                    <a:moveTo>
                      <a:pt x="7968" y="0"/>
                    </a:moveTo>
                    <a:cubicBezTo>
                      <a:pt x="3775" y="0"/>
                      <a:pt x="0" y="3545"/>
                      <a:pt x="2440" y="3697"/>
                    </a:cubicBezTo>
                    <a:cubicBezTo>
                      <a:pt x="2285" y="4672"/>
                      <a:pt x="2243" y="6546"/>
                      <a:pt x="3207" y="9436"/>
                    </a:cubicBezTo>
                    <a:cubicBezTo>
                      <a:pt x="3207" y="9436"/>
                      <a:pt x="3209" y="8632"/>
                      <a:pt x="4159" y="8586"/>
                    </a:cubicBezTo>
                    <a:cubicBezTo>
                      <a:pt x="4167" y="8586"/>
                      <a:pt x="4175" y="8586"/>
                      <a:pt x="4183" y="8586"/>
                    </a:cubicBezTo>
                    <a:cubicBezTo>
                      <a:pt x="5114" y="8586"/>
                      <a:pt x="5253" y="11184"/>
                      <a:pt x="4703" y="12013"/>
                    </a:cubicBezTo>
                    <a:cubicBezTo>
                      <a:pt x="4703" y="12013"/>
                      <a:pt x="6051" y="15212"/>
                      <a:pt x="9422" y="15212"/>
                    </a:cubicBezTo>
                    <a:cubicBezTo>
                      <a:pt x="10080" y="15212"/>
                      <a:pt x="10816" y="15090"/>
                      <a:pt x="11634" y="14798"/>
                    </a:cubicBezTo>
                    <a:cubicBezTo>
                      <a:pt x="16153" y="13187"/>
                      <a:pt x="18268" y="1418"/>
                      <a:pt x="8977" y="72"/>
                    </a:cubicBezTo>
                    <a:cubicBezTo>
                      <a:pt x="8640" y="23"/>
                      <a:pt x="8302" y="0"/>
                      <a:pt x="7968" y="0"/>
                    </a:cubicBezTo>
                    <a:close/>
                  </a:path>
                </a:pathLst>
              </a:custGeom>
              <a:solidFill>
                <a:srgbClr val="6248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66"/>
              <p:cNvSpPr/>
              <p:nvPr/>
            </p:nvSpPr>
            <p:spPr>
              <a:xfrm>
                <a:off x="5113516" y="2716626"/>
                <a:ext cx="590275" cy="752306"/>
              </a:xfrm>
              <a:custGeom>
                <a:avLst/>
                <a:gdLst/>
                <a:ahLst/>
                <a:cxnLst/>
                <a:rect l="l" t="t" r="r" b="b"/>
                <a:pathLst>
                  <a:path w="43315" h="55205" extrusionOk="0">
                    <a:moveTo>
                      <a:pt x="24589" y="1"/>
                    </a:moveTo>
                    <a:cubicBezTo>
                      <a:pt x="20976" y="1"/>
                      <a:pt x="17388" y="604"/>
                      <a:pt x="14550" y="1994"/>
                    </a:cubicBezTo>
                    <a:cubicBezTo>
                      <a:pt x="7720" y="5340"/>
                      <a:pt x="8680" y="32177"/>
                      <a:pt x="8680" y="32177"/>
                    </a:cubicBezTo>
                    <a:cubicBezTo>
                      <a:pt x="8680" y="32177"/>
                      <a:pt x="1" y="41913"/>
                      <a:pt x="2567" y="46888"/>
                    </a:cubicBezTo>
                    <a:cubicBezTo>
                      <a:pt x="4818" y="51250"/>
                      <a:pt x="7918" y="55204"/>
                      <a:pt x="18096" y="55204"/>
                    </a:cubicBezTo>
                    <a:cubicBezTo>
                      <a:pt x="20618" y="55204"/>
                      <a:pt x="23574" y="54962"/>
                      <a:pt x="27059" y="54422"/>
                    </a:cubicBezTo>
                    <a:cubicBezTo>
                      <a:pt x="28696" y="54169"/>
                      <a:pt x="30065" y="54077"/>
                      <a:pt x="31221" y="54077"/>
                    </a:cubicBezTo>
                    <a:cubicBezTo>
                      <a:pt x="34281" y="54077"/>
                      <a:pt x="35846" y="54721"/>
                      <a:pt x="36925" y="54721"/>
                    </a:cubicBezTo>
                    <a:cubicBezTo>
                      <a:pt x="37609" y="54721"/>
                      <a:pt x="38098" y="54462"/>
                      <a:pt x="38650" y="53613"/>
                    </a:cubicBezTo>
                    <a:cubicBezTo>
                      <a:pt x="41356" y="49454"/>
                      <a:pt x="38390" y="44352"/>
                      <a:pt x="38506" y="36186"/>
                    </a:cubicBezTo>
                    <a:cubicBezTo>
                      <a:pt x="38621" y="28021"/>
                      <a:pt x="43314" y="7596"/>
                      <a:pt x="39437" y="4146"/>
                    </a:cubicBezTo>
                    <a:cubicBezTo>
                      <a:pt x="36643" y="1662"/>
                      <a:pt x="30584" y="1"/>
                      <a:pt x="245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66"/>
              <p:cNvSpPr/>
              <p:nvPr/>
            </p:nvSpPr>
            <p:spPr>
              <a:xfrm>
                <a:off x="5174704" y="2982690"/>
                <a:ext cx="2140" cy="2971"/>
              </a:xfrm>
              <a:custGeom>
                <a:avLst/>
                <a:gdLst/>
                <a:ahLst/>
                <a:cxnLst/>
                <a:rect l="l" t="t" r="r" b="b"/>
                <a:pathLst>
                  <a:path w="157" h="218" extrusionOk="0">
                    <a:moveTo>
                      <a:pt x="132" y="0"/>
                    </a:moveTo>
                    <a:lnTo>
                      <a:pt x="1" y="218"/>
                    </a:lnTo>
                    <a:cubicBezTo>
                      <a:pt x="49" y="142"/>
                      <a:pt x="100" y="69"/>
                      <a:pt x="157" y="0"/>
                    </a:cubicBezTo>
                    <a:close/>
                  </a:path>
                </a:pathLst>
              </a:custGeom>
              <a:solidFill>
                <a:srgbClr val="F9AF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66"/>
              <p:cNvSpPr/>
              <p:nvPr/>
            </p:nvSpPr>
            <p:spPr>
              <a:xfrm>
                <a:off x="5297215" y="2448519"/>
                <a:ext cx="179774" cy="69528"/>
              </a:xfrm>
              <a:custGeom>
                <a:avLst/>
                <a:gdLst/>
                <a:ahLst/>
                <a:cxnLst/>
                <a:rect l="l" t="t" r="r" b="b"/>
                <a:pathLst>
                  <a:path w="13192" h="5102" extrusionOk="0">
                    <a:moveTo>
                      <a:pt x="2369" y="1"/>
                    </a:moveTo>
                    <a:cubicBezTo>
                      <a:pt x="940" y="1"/>
                      <a:pt x="0" y="339"/>
                      <a:pt x="259" y="1185"/>
                    </a:cubicBezTo>
                    <a:cubicBezTo>
                      <a:pt x="956" y="3458"/>
                      <a:pt x="7588" y="5101"/>
                      <a:pt x="7588" y="5101"/>
                    </a:cubicBezTo>
                    <a:cubicBezTo>
                      <a:pt x="7588" y="5101"/>
                      <a:pt x="13191" y="3866"/>
                      <a:pt x="10365" y="2086"/>
                    </a:cubicBezTo>
                    <a:cubicBezTo>
                      <a:pt x="8590" y="967"/>
                      <a:pt x="4783" y="1"/>
                      <a:pt x="236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66"/>
              <p:cNvSpPr/>
              <p:nvPr/>
            </p:nvSpPr>
            <p:spPr>
              <a:xfrm>
                <a:off x="5367601" y="2415731"/>
                <a:ext cx="218081" cy="148812"/>
              </a:xfrm>
              <a:custGeom>
                <a:avLst/>
                <a:gdLst/>
                <a:ahLst/>
                <a:cxnLst/>
                <a:rect l="l" t="t" r="r" b="b"/>
                <a:pathLst>
                  <a:path w="16003" h="10920" extrusionOk="0">
                    <a:moveTo>
                      <a:pt x="12198" y="7506"/>
                    </a:moveTo>
                    <a:cubicBezTo>
                      <a:pt x="12200" y="7506"/>
                      <a:pt x="12202" y="7506"/>
                      <a:pt x="12204" y="7506"/>
                    </a:cubicBezTo>
                    <a:cubicBezTo>
                      <a:pt x="13369" y="7511"/>
                      <a:pt x="14763" y="7667"/>
                      <a:pt x="13914" y="9680"/>
                    </a:cubicBezTo>
                    <a:cubicBezTo>
                      <a:pt x="13914" y="9680"/>
                      <a:pt x="12056" y="9539"/>
                      <a:pt x="11276" y="9340"/>
                    </a:cubicBezTo>
                    <a:cubicBezTo>
                      <a:pt x="11276" y="9340"/>
                      <a:pt x="11048" y="7506"/>
                      <a:pt x="12198" y="7506"/>
                    </a:cubicBezTo>
                    <a:close/>
                    <a:moveTo>
                      <a:pt x="5124" y="0"/>
                    </a:moveTo>
                    <a:cubicBezTo>
                      <a:pt x="4300" y="0"/>
                      <a:pt x="3547" y="120"/>
                      <a:pt x="2893" y="375"/>
                    </a:cubicBezTo>
                    <a:cubicBezTo>
                      <a:pt x="552" y="1298"/>
                      <a:pt x="0" y="5963"/>
                      <a:pt x="0" y="5963"/>
                    </a:cubicBezTo>
                    <a:cubicBezTo>
                      <a:pt x="5297" y="10070"/>
                      <a:pt x="14292" y="10920"/>
                      <a:pt x="14292" y="10920"/>
                    </a:cubicBezTo>
                    <a:cubicBezTo>
                      <a:pt x="14292" y="10920"/>
                      <a:pt x="16002" y="3950"/>
                      <a:pt x="12441" y="2123"/>
                    </a:cubicBezTo>
                    <a:cubicBezTo>
                      <a:pt x="9869" y="803"/>
                      <a:pt x="7260" y="0"/>
                      <a:pt x="51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66"/>
              <p:cNvSpPr/>
              <p:nvPr/>
            </p:nvSpPr>
            <p:spPr>
              <a:xfrm>
                <a:off x="5370095" y="2675485"/>
                <a:ext cx="328450" cy="179147"/>
              </a:xfrm>
              <a:custGeom>
                <a:avLst/>
                <a:gdLst/>
                <a:ahLst/>
                <a:cxnLst/>
                <a:rect l="l" t="t" r="r" b="b"/>
                <a:pathLst>
                  <a:path w="24102" h="13146" extrusionOk="0">
                    <a:moveTo>
                      <a:pt x="11225" y="0"/>
                    </a:moveTo>
                    <a:cubicBezTo>
                      <a:pt x="3789" y="0"/>
                      <a:pt x="1" y="3589"/>
                      <a:pt x="1" y="3589"/>
                    </a:cubicBezTo>
                    <a:cubicBezTo>
                      <a:pt x="1" y="3589"/>
                      <a:pt x="7818" y="13075"/>
                      <a:pt x="13992" y="13146"/>
                    </a:cubicBezTo>
                    <a:cubicBezTo>
                      <a:pt x="14011" y="13146"/>
                      <a:pt x="14029" y="13146"/>
                      <a:pt x="14047" y="13146"/>
                    </a:cubicBezTo>
                    <a:cubicBezTo>
                      <a:pt x="20191" y="13146"/>
                      <a:pt x="24102" y="1507"/>
                      <a:pt x="14519" y="225"/>
                    </a:cubicBezTo>
                    <a:cubicBezTo>
                      <a:pt x="13352" y="69"/>
                      <a:pt x="12254" y="0"/>
                      <a:pt x="1122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66"/>
              <p:cNvSpPr/>
              <p:nvPr/>
            </p:nvSpPr>
            <p:spPr>
              <a:xfrm>
                <a:off x="5029189" y="2771027"/>
                <a:ext cx="331026" cy="556779"/>
              </a:xfrm>
              <a:custGeom>
                <a:avLst/>
                <a:gdLst/>
                <a:ahLst/>
                <a:cxnLst/>
                <a:rect l="l" t="t" r="r" b="b"/>
                <a:pathLst>
                  <a:path w="24291" h="40857" extrusionOk="0">
                    <a:moveTo>
                      <a:pt x="18614" y="1"/>
                    </a:moveTo>
                    <a:cubicBezTo>
                      <a:pt x="18614" y="1"/>
                      <a:pt x="0" y="21965"/>
                      <a:pt x="2684" y="32334"/>
                    </a:cubicBezTo>
                    <a:cubicBezTo>
                      <a:pt x="3965" y="37280"/>
                      <a:pt x="7570" y="40857"/>
                      <a:pt x="10413" y="40857"/>
                    </a:cubicBezTo>
                    <a:cubicBezTo>
                      <a:pt x="11523" y="40857"/>
                      <a:pt x="12517" y="40312"/>
                      <a:pt x="13211" y="39091"/>
                    </a:cubicBezTo>
                    <a:cubicBezTo>
                      <a:pt x="15684" y="34740"/>
                      <a:pt x="13211" y="28567"/>
                      <a:pt x="13211" y="28567"/>
                    </a:cubicBezTo>
                    <a:lnTo>
                      <a:pt x="23606" y="12672"/>
                    </a:lnTo>
                    <a:cubicBezTo>
                      <a:pt x="24291" y="2966"/>
                      <a:pt x="18614" y="1"/>
                      <a:pt x="1861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7" name="Google Shape;1367;p66"/>
            <p:cNvGrpSpPr/>
            <p:nvPr/>
          </p:nvGrpSpPr>
          <p:grpSpPr>
            <a:xfrm>
              <a:off x="3382878" y="2622174"/>
              <a:ext cx="862266" cy="1952385"/>
              <a:chOff x="3382878" y="2622174"/>
              <a:chExt cx="862266" cy="1952385"/>
            </a:xfrm>
          </p:grpSpPr>
          <p:sp>
            <p:nvSpPr>
              <p:cNvPr id="1368" name="Google Shape;1368;p66"/>
              <p:cNvSpPr/>
              <p:nvPr/>
            </p:nvSpPr>
            <p:spPr>
              <a:xfrm>
                <a:off x="3387075" y="3704130"/>
                <a:ext cx="75047" cy="103951"/>
              </a:xfrm>
              <a:custGeom>
                <a:avLst/>
                <a:gdLst/>
                <a:ahLst/>
                <a:cxnLst/>
                <a:rect l="l" t="t" r="r" b="b"/>
                <a:pathLst>
                  <a:path w="5507" h="7628" extrusionOk="0">
                    <a:moveTo>
                      <a:pt x="4068" y="0"/>
                    </a:moveTo>
                    <a:cubicBezTo>
                      <a:pt x="3216" y="0"/>
                      <a:pt x="2188" y="493"/>
                      <a:pt x="1959" y="1088"/>
                    </a:cubicBezTo>
                    <a:cubicBezTo>
                      <a:pt x="1959" y="1088"/>
                      <a:pt x="1189" y="2979"/>
                      <a:pt x="860" y="4254"/>
                    </a:cubicBezTo>
                    <a:cubicBezTo>
                      <a:pt x="532" y="5530"/>
                      <a:pt x="1" y="7180"/>
                      <a:pt x="209" y="7354"/>
                    </a:cubicBezTo>
                    <a:cubicBezTo>
                      <a:pt x="215" y="7360"/>
                      <a:pt x="223" y="7363"/>
                      <a:pt x="231" y="7363"/>
                    </a:cubicBezTo>
                    <a:cubicBezTo>
                      <a:pt x="489" y="7363"/>
                      <a:pt x="1554" y="4874"/>
                      <a:pt x="1555" y="4873"/>
                    </a:cubicBezTo>
                    <a:lnTo>
                      <a:pt x="1555" y="4873"/>
                    </a:lnTo>
                    <a:cubicBezTo>
                      <a:pt x="1554" y="4874"/>
                      <a:pt x="1284" y="7393"/>
                      <a:pt x="1584" y="7616"/>
                    </a:cubicBezTo>
                    <a:cubicBezTo>
                      <a:pt x="1595" y="7624"/>
                      <a:pt x="1607" y="7628"/>
                      <a:pt x="1619" y="7628"/>
                    </a:cubicBezTo>
                    <a:cubicBezTo>
                      <a:pt x="1948" y="7628"/>
                      <a:pt x="2770" y="4867"/>
                      <a:pt x="2770" y="4867"/>
                    </a:cubicBezTo>
                    <a:cubicBezTo>
                      <a:pt x="2770" y="4867"/>
                      <a:pt x="2886" y="7110"/>
                      <a:pt x="3218" y="7168"/>
                    </a:cubicBezTo>
                    <a:cubicBezTo>
                      <a:pt x="3222" y="7169"/>
                      <a:pt x="3226" y="7170"/>
                      <a:pt x="3230" y="7170"/>
                    </a:cubicBezTo>
                    <a:cubicBezTo>
                      <a:pt x="3559" y="7170"/>
                      <a:pt x="3973" y="4771"/>
                      <a:pt x="3973" y="4771"/>
                    </a:cubicBezTo>
                    <a:cubicBezTo>
                      <a:pt x="3973" y="4771"/>
                      <a:pt x="4747" y="5690"/>
                      <a:pt x="4997" y="6344"/>
                    </a:cubicBezTo>
                    <a:cubicBezTo>
                      <a:pt x="4997" y="6344"/>
                      <a:pt x="5436" y="6062"/>
                      <a:pt x="4972" y="4755"/>
                    </a:cubicBezTo>
                    <a:cubicBezTo>
                      <a:pt x="4509" y="3447"/>
                      <a:pt x="5506" y="2302"/>
                      <a:pt x="5262" y="834"/>
                    </a:cubicBezTo>
                    <a:cubicBezTo>
                      <a:pt x="5161" y="235"/>
                      <a:pt x="4657" y="0"/>
                      <a:pt x="406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66"/>
              <p:cNvSpPr/>
              <p:nvPr/>
            </p:nvSpPr>
            <p:spPr>
              <a:xfrm>
                <a:off x="3420163" y="3708340"/>
                <a:ext cx="50653" cy="65330"/>
              </a:xfrm>
              <a:custGeom>
                <a:avLst/>
                <a:gdLst/>
                <a:ahLst/>
                <a:cxnLst/>
                <a:rect l="l" t="t" r="r" b="b"/>
                <a:pathLst>
                  <a:path w="3717" h="4794" extrusionOk="0">
                    <a:moveTo>
                      <a:pt x="2664" y="0"/>
                    </a:moveTo>
                    <a:lnTo>
                      <a:pt x="0" y="372"/>
                    </a:lnTo>
                    <a:cubicBezTo>
                      <a:pt x="0" y="372"/>
                      <a:pt x="1362" y="1732"/>
                      <a:pt x="1928" y="2291"/>
                    </a:cubicBezTo>
                    <a:cubicBezTo>
                      <a:pt x="2493" y="2852"/>
                      <a:pt x="3025" y="4653"/>
                      <a:pt x="3511" y="4793"/>
                    </a:cubicBezTo>
                    <a:cubicBezTo>
                      <a:pt x="3511" y="4793"/>
                      <a:pt x="3717" y="1516"/>
                      <a:pt x="26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66"/>
              <p:cNvSpPr/>
              <p:nvPr/>
            </p:nvSpPr>
            <p:spPr>
              <a:xfrm>
                <a:off x="3382878" y="2944369"/>
                <a:ext cx="123969" cy="781714"/>
              </a:xfrm>
              <a:custGeom>
                <a:avLst/>
                <a:gdLst/>
                <a:ahLst/>
                <a:cxnLst/>
                <a:rect l="l" t="t" r="r" b="b"/>
                <a:pathLst>
                  <a:path w="9097" h="57363" extrusionOk="0">
                    <a:moveTo>
                      <a:pt x="4000" y="1"/>
                    </a:moveTo>
                    <a:cubicBezTo>
                      <a:pt x="0" y="4260"/>
                      <a:pt x="2286" y="12215"/>
                      <a:pt x="4000" y="27146"/>
                    </a:cubicBezTo>
                    <a:lnTo>
                      <a:pt x="2065" y="57331"/>
                    </a:lnTo>
                    <a:cubicBezTo>
                      <a:pt x="2065" y="57331"/>
                      <a:pt x="2277" y="57363"/>
                      <a:pt x="2605" y="57363"/>
                    </a:cubicBezTo>
                    <a:cubicBezTo>
                      <a:pt x="3303" y="57363"/>
                      <a:pt x="4527" y="57222"/>
                      <a:pt x="5370" y="56347"/>
                    </a:cubicBezTo>
                    <a:lnTo>
                      <a:pt x="9096" y="28461"/>
                    </a:lnTo>
                    <a:lnTo>
                      <a:pt x="9096" y="6235"/>
                    </a:lnTo>
                    <a:lnTo>
                      <a:pt x="400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66"/>
              <p:cNvSpPr/>
              <p:nvPr/>
            </p:nvSpPr>
            <p:spPr>
              <a:xfrm>
                <a:off x="3659285" y="3488093"/>
                <a:ext cx="400662" cy="1086466"/>
              </a:xfrm>
              <a:custGeom>
                <a:avLst/>
                <a:gdLst/>
                <a:ahLst/>
                <a:cxnLst/>
                <a:rect l="l" t="t" r="r" b="b"/>
                <a:pathLst>
                  <a:path w="29401" h="79726" extrusionOk="0">
                    <a:moveTo>
                      <a:pt x="8066" y="1"/>
                    </a:moveTo>
                    <a:cubicBezTo>
                      <a:pt x="4510" y="1"/>
                      <a:pt x="0" y="12247"/>
                      <a:pt x="0" y="12247"/>
                    </a:cubicBezTo>
                    <a:cubicBezTo>
                      <a:pt x="0" y="12247"/>
                      <a:pt x="5519" y="27380"/>
                      <a:pt x="6212" y="33433"/>
                    </a:cubicBezTo>
                    <a:cubicBezTo>
                      <a:pt x="6907" y="39487"/>
                      <a:pt x="8035" y="42169"/>
                      <a:pt x="11536" y="48922"/>
                    </a:cubicBezTo>
                    <a:cubicBezTo>
                      <a:pt x="15943" y="57423"/>
                      <a:pt x="18479" y="67971"/>
                      <a:pt x="19216" y="71061"/>
                    </a:cubicBezTo>
                    <a:cubicBezTo>
                      <a:pt x="19204" y="71322"/>
                      <a:pt x="19143" y="71541"/>
                      <a:pt x="19070" y="71792"/>
                    </a:cubicBezTo>
                    <a:cubicBezTo>
                      <a:pt x="18805" y="72697"/>
                      <a:pt x="18195" y="74586"/>
                      <a:pt x="17992" y="75404"/>
                    </a:cubicBezTo>
                    <a:cubicBezTo>
                      <a:pt x="17749" y="76420"/>
                      <a:pt x="18554" y="79134"/>
                      <a:pt x="18786" y="79725"/>
                    </a:cubicBezTo>
                    <a:lnTo>
                      <a:pt x="19447" y="79725"/>
                    </a:lnTo>
                    <a:cubicBezTo>
                      <a:pt x="19462" y="79230"/>
                      <a:pt x="19546" y="77126"/>
                      <a:pt x="20076" y="76664"/>
                    </a:cubicBezTo>
                    <a:cubicBezTo>
                      <a:pt x="20076" y="76664"/>
                      <a:pt x="20240" y="76633"/>
                      <a:pt x="20494" y="76633"/>
                    </a:cubicBezTo>
                    <a:cubicBezTo>
                      <a:pt x="21058" y="76633"/>
                      <a:pt x="22060" y="76785"/>
                      <a:pt x="22671" y="77764"/>
                    </a:cubicBezTo>
                    <a:cubicBezTo>
                      <a:pt x="23104" y="78460"/>
                      <a:pt x="23475" y="78903"/>
                      <a:pt x="23766" y="79191"/>
                    </a:cubicBezTo>
                    <a:lnTo>
                      <a:pt x="29400" y="79191"/>
                    </a:lnTo>
                    <a:cubicBezTo>
                      <a:pt x="29250" y="78983"/>
                      <a:pt x="29086" y="78794"/>
                      <a:pt x="28909" y="78646"/>
                    </a:cubicBezTo>
                    <a:cubicBezTo>
                      <a:pt x="28321" y="78149"/>
                      <a:pt x="27664" y="77953"/>
                      <a:pt x="27536" y="77920"/>
                    </a:cubicBezTo>
                    <a:cubicBezTo>
                      <a:pt x="27527" y="77918"/>
                      <a:pt x="27517" y="77914"/>
                      <a:pt x="27510" y="77910"/>
                    </a:cubicBezTo>
                    <a:cubicBezTo>
                      <a:pt x="26477" y="77075"/>
                      <a:pt x="23830" y="73504"/>
                      <a:pt x="23286" y="71710"/>
                    </a:cubicBezTo>
                    <a:cubicBezTo>
                      <a:pt x="20431" y="62299"/>
                      <a:pt x="15631" y="39842"/>
                      <a:pt x="15096" y="36638"/>
                    </a:cubicBezTo>
                    <a:cubicBezTo>
                      <a:pt x="14562" y="33433"/>
                      <a:pt x="14135" y="17378"/>
                      <a:pt x="10943" y="4290"/>
                    </a:cubicBezTo>
                    <a:cubicBezTo>
                      <a:pt x="10186" y="1185"/>
                      <a:pt x="9172" y="1"/>
                      <a:pt x="80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66"/>
              <p:cNvSpPr/>
              <p:nvPr/>
            </p:nvSpPr>
            <p:spPr>
              <a:xfrm>
                <a:off x="3465461" y="3604008"/>
                <a:ext cx="192420" cy="955915"/>
              </a:xfrm>
              <a:custGeom>
                <a:avLst/>
                <a:gdLst/>
                <a:ahLst/>
                <a:cxnLst/>
                <a:rect l="l" t="t" r="r" b="b"/>
                <a:pathLst>
                  <a:path w="14120" h="70146" extrusionOk="0">
                    <a:moveTo>
                      <a:pt x="854" y="1"/>
                    </a:moveTo>
                    <a:lnTo>
                      <a:pt x="854" y="1"/>
                    </a:lnTo>
                    <a:cubicBezTo>
                      <a:pt x="0" y="13343"/>
                      <a:pt x="2529" y="16653"/>
                      <a:pt x="3511" y="22139"/>
                    </a:cubicBezTo>
                    <a:cubicBezTo>
                      <a:pt x="4255" y="26290"/>
                      <a:pt x="2140" y="32304"/>
                      <a:pt x="4273" y="38990"/>
                    </a:cubicBezTo>
                    <a:cubicBezTo>
                      <a:pt x="5692" y="43441"/>
                      <a:pt x="8846" y="62312"/>
                      <a:pt x="8846" y="62312"/>
                    </a:cubicBezTo>
                    <a:lnTo>
                      <a:pt x="8846" y="70145"/>
                    </a:lnTo>
                    <a:lnTo>
                      <a:pt x="14119" y="70145"/>
                    </a:lnTo>
                    <a:cubicBezTo>
                      <a:pt x="14119" y="70145"/>
                      <a:pt x="12041" y="61476"/>
                      <a:pt x="12041" y="58217"/>
                    </a:cubicBezTo>
                    <a:cubicBezTo>
                      <a:pt x="12041" y="44152"/>
                      <a:pt x="10101" y="27384"/>
                      <a:pt x="10390" y="21008"/>
                    </a:cubicBezTo>
                    <a:cubicBezTo>
                      <a:pt x="10671" y="14777"/>
                      <a:pt x="12763" y="2492"/>
                      <a:pt x="12763" y="2492"/>
                    </a:cubicBezTo>
                    <a:lnTo>
                      <a:pt x="8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66"/>
              <p:cNvSpPr/>
              <p:nvPr/>
            </p:nvSpPr>
            <p:spPr>
              <a:xfrm>
                <a:off x="3445265" y="3314301"/>
                <a:ext cx="329363" cy="1085308"/>
              </a:xfrm>
              <a:custGeom>
                <a:avLst/>
                <a:gdLst/>
                <a:ahLst/>
                <a:cxnLst/>
                <a:rect l="l" t="t" r="r" b="b"/>
                <a:pathLst>
                  <a:path w="24169" h="79641" extrusionOk="0">
                    <a:moveTo>
                      <a:pt x="24168" y="0"/>
                    </a:moveTo>
                    <a:lnTo>
                      <a:pt x="8897" y="711"/>
                    </a:lnTo>
                    <a:cubicBezTo>
                      <a:pt x="8897" y="711"/>
                      <a:pt x="1" y="8103"/>
                      <a:pt x="2336" y="21260"/>
                    </a:cubicBezTo>
                    <a:cubicBezTo>
                      <a:pt x="2336" y="21260"/>
                      <a:pt x="2327" y="21395"/>
                      <a:pt x="2316" y="21632"/>
                    </a:cubicBezTo>
                    <a:cubicBezTo>
                      <a:pt x="1944" y="27825"/>
                      <a:pt x="2309" y="31823"/>
                      <a:pt x="2902" y="34894"/>
                    </a:cubicBezTo>
                    <a:cubicBezTo>
                      <a:pt x="3556" y="38282"/>
                      <a:pt x="4483" y="40548"/>
                      <a:pt x="4993" y="43400"/>
                    </a:cubicBezTo>
                    <a:cubicBezTo>
                      <a:pt x="5737" y="47551"/>
                      <a:pt x="3622" y="53563"/>
                      <a:pt x="5755" y="60249"/>
                    </a:cubicBezTo>
                    <a:cubicBezTo>
                      <a:pt x="6764" y="63414"/>
                      <a:pt x="8650" y="73862"/>
                      <a:pt x="9656" y="79641"/>
                    </a:cubicBezTo>
                    <a:lnTo>
                      <a:pt x="13527" y="79641"/>
                    </a:lnTo>
                    <a:cubicBezTo>
                      <a:pt x="13526" y="79586"/>
                      <a:pt x="13525" y="79529"/>
                      <a:pt x="13525" y="79477"/>
                    </a:cubicBezTo>
                    <a:cubicBezTo>
                      <a:pt x="13525" y="65412"/>
                      <a:pt x="11585" y="48643"/>
                      <a:pt x="11872" y="42267"/>
                    </a:cubicBezTo>
                    <a:cubicBezTo>
                      <a:pt x="11994" y="39581"/>
                      <a:pt x="12452" y="35768"/>
                      <a:pt x="12934" y="32300"/>
                    </a:cubicBezTo>
                    <a:cubicBezTo>
                      <a:pt x="12937" y="32284"/>
                      <a:pt x="14776" y="20443"/>
                      <a:pt x="16230" y="19584"/>
                    </a:cubicBezTo>
                    <a:cubicBezTo>
                      <a:pt x="17105" y="19066"/>
                      <a:pt x="24168" y="0"/>
                      <a:pt x="241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66"/>
              <p:cNvSpPr/>
              <p:nvPr/>
            </p:nvSpPr>
            <p:spPr>
              <a:xfrm>
                <a:off x="3419059" y="2655657"/>
                <a:ext cx="268503" cy="230768"/>
              </a:xfrm>
              <a:custGeom>
                <a:avLst/>
                <a:gdLst/>
                <a:ahLst/>
                <a:cxnLst/>
                <a:rect l="l" t="t" r="r" b="b"/>
                <a:pathLst>
                  <a:path w="19703" h="16934" extrusionOk="0">
                    <a:moveTo>
                      <a:pt x="11596" y="1"/>
                    </a:moveTo>
                    <a:cubicBezTo>
                      <a:pt x="9181" y="1"/>
                      <a:pt x="7031" y="721"/>
                      <a:pt x="7031" y="721"/>
                    </a:cubicBezTo>
                    <a:cubicBezTo>
                      <a:pt x="1" y="4304"/>
                      <a:pt x="7005" y="16731"/>
                      <a:pt x="13011" y="16931"/>
                    </a:cubicBezTo>
                    <a:cubicBezTo>
                      <a:pt x="13069" y="16933"/>
                      <a:pt x="13126" y="16934"/>
                      <a:pt x="13184" y="16934"/>
                    </a:cubicBezTo>
                    <a:cubicBezTo>
                      <a:pt x="17927" y="16934"/>
                      <a:pt x="19703" y="10358"/>
                      <a:pt x="17903" y="4062"/>
                    </a:cubicBezTo>
                    <a:cubicBezTo>
                      <a:pt x="16968" y="797"/>
                      <a:pt x="14136" y="1"/>
                      <a:pt x="115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66"/>
              <p:cNvSpPr/>
              <p:nvPr/>
            </p:nvSpPr>
            <p:spPr>
              <a:xfrm>
                <a:off x="3506834" y="2826532"/>
                <a:ext cx="122797" cy="133100"/>
              </a:xfrm>
              <a:custGeom>
                <a:avLst/>
                <a:gdLst/>
                <a:ahLst/>
                <a:cxnLst/>
                <a:rect l="l" t="t" r="r" b="b"/>
                <a:pathLst>
                  <a:path w="9011" h="9767" extrusionOk="0">
                    <a:moveTo>
                      <a:pt x="254" y="378"/>
                    </a:moveTo>
                    <a:lnTo>
                      <a:pt x="254" y="378"/>
                    </a:lnTo>
                    <a:cubicBezTo>
                      <a:pt x="254" y="378"/>
                      <a:pt x="1393" y="4131"/>
                      <a:pt x="0" y="8415"/>
                    </a:cubicBezTo>
                    <a:cubicBezTo>
                      <a:pt x="0" y="8415"/>
                      <a:pt x="1922" y="9766"/>
                      <a:pt x="4350" y="9766"/>
                    </a:cubicBezTo>
                    <a:cubicBezTo>
                      <a:pt x="5443" y="9766"/>
                      <a:pt x="6640" y="9492"/>
                      <a:pt x="7810" y="8696"/>
                    </a:cubicBezTo>
                    <a:cubicBezTo>
                      <a:pt x="9011" y="7879"/>
                      <a:pt x="8220" y="7086"/>
                      <a:pt x="8220" y="7086"/>
                    </a:cubicBezTo>
                    <a:cubicBezTo>
                      <a:pt x="7047" y="6072"/>
                      <a:pt x="7436" y="4216"/>
                      <a:pt x="7436" y="4216"/>
                    </a:cubicBezTo>
                    <a:cubicBezTo>
                      <a:pt x="3407" y="1"/>
                      <a:pt x="1015" y="881"/>
                      <a:pt x="254" y="378"/>
                    </a:cubicBezTo>
                    <a:close/>
                  </a:path>
                </a:pathLst>
              </a:custGeom>
              <a:solidFill>
                <a:srgbClr val="F9AF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66"/>
              <p:cNvSpPr/>
              <p:nvPr/>
            </p:nvSpPr>
            <p:spPr>
              <a:xfrm>
                <a:off x="3572369" y="4467937"/>
                <a:ext cx="94248" cy="106622"/>
              </a:xfrm>
              <a:custGeom>
                <a:avLst/>
                <a:gdLst/>
                <a:ahLst/>
                <a:cxnLst/>
                <a:rect l="l" t="t" r="r" b="b"/>
                <a:pathLst>
                  <a:path w="6916" h="7824" extrusionOk="0">
                    <a:moveTo>
                      <a:pt x="2393" y="0"/>
                    </a:moveTo>
                    <a:cubicBezTo>
                      <a:pt x="1919" y="0"/>
                      <a:pt x="1438" y="136"/>
                      <a:pt x="1051" y="536"/>
                    </a:cubicBezTo>
                    <a:cubicBezTo>
                      <a:pt x="1051" y="536"/>
                      <a:pt x="289" y="2656"/>
                      <a:pt x="289" y="3813"/>
                    </a:cubicBezTo>
                    <a:cubicBezTo>
                      <a:pt x="289" y="4757"/>
                      <a:pt x="0" y="6704"/>
                      <a:pt x="133" y="7823"/>
                    </a:cubicBezTo>
                    <a:lnTo>
                      <a:pt x="6901" y="7822"/>
                    </a:lnTo>
                    <a:cubicBezTo>
                      <a:pt x="6916" y="6819"/>
                      <a:pt x="6854" y="4512"/>
                      <a:pt x="6274" y="4003"/>
                    </a:cubicBezTo>
                    <a:cubicBezTo>
                      <a:pt x="5453" y="3278"/>
                      <a:pt x="5324" y="2100"/>
                      <a:pt x="4380" y="613"/>
                    </a:cubicBezTo>
                    <a:cubicBezTo>
                      <a:pt x="4380" y="613"/>
                      <a:pt x="3400" y="0"/>
                      <a:pt x="23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66"/>
              <p:cNvSpPr/>
              <p:nvPr/>
            </p:nvSpPr>
            <p:spPr>
              <a:xfrm>
                <a:off x="3569098" y="4519885"/>
                <a:ext cx="97328" cy="54674"/>
              </a:xfrm>
              <a:custGeom>
                <a:avLst/>
                <a:gdLst/>
                <a:ahLst/>
                <a:cxnLst/>
                <a:rect l="l" t="t" r="r" b="b"/>
                <a:pathLst>
                  <a:path w="7142" h="4012" extrusionOk="0">
                    <a:moveTo>
                      <a:pt x="530" y="1"/>
                    </a:moveTo>
                    <a:cubicBezTo>
                      <a:pt x="1" y="954"/>
                      <a:pt x="373" y="4011"/>
                      <a:pt x="373" y="4011"/>
                    </a:cubicBezTo>
                    <a:lnTo>
                      <a:pt x="1988" y="4011"/>
                    </a:lnTo>
                    <a:lnTo>
                      <a:pt x="530" y="1"/>
                    </a:lnTo>
                    <a:close/>
                    <a:moveTo>
                      <a:pt x="4826" y="452"/>
                    </a:moveTo>
                    <a:cubicBezTo>
                      <a:pt x="4343" y="452"/>
                      <a:pt x="3149" y="4011"/>
                      <a:pt x="3149" y="4011"/>
                    </a:cubicBezTo>
                    <a:lnTo>
                      <a:pt x="7141" y="4011"/>
                    </a:lnTo>
                    <a:cubicBezTo>
                      <a:pt x="7141" y="4011"/>
                      <a:pt x="5317" y="595"/>
                      <a:pt x="4853" y="456"/>
                    </a:cubicBezTo>
                    <a:cubicBezTo>
                      <a:pt x="4844" y="453"/>
                      <a:pt x="4835" y="452"/>
                      <a:pt x="4826" y="45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66"/>
              <p:cNvSpPr/>
              <p:nvPr/>
            </p:nvSpPr>
            <p:spPr>
              <a:xfrm>
                <a:off x="3536119" y="3314301"/>
                <a:ext cx="419945" cy="1076872"/>
              </a:xfrm>
              <a:custGeom>
                <a:avLst/>
                <a:gdLst/>
                <a:ahLst/>
                <a:cxnLst/>
                <a:rect l="l" t="t" r="r" b="b"/>
                <a:pathLst>
                  <a:path w="30816" h="79022" extrusionOk="0">
                    <a:moveTo>
                      <a:pt x="17501" y="0"/>
                    </a:moveTo>
                    <a:lnTo>
                      <a:pt x="7299" y="239"/>
                    </a:lnTo>
                    <a:cubicBezTo>
                      <a:pt x="7712" y="8191"/>
                      <a:pt x="1" y="16775"/>
                      <a:pt x="9390" y="25972"/>
                    </a:cubicBezTo>
                    <a:cubicBezTo>
                      <a:pt x="10612" y="29408"/>
                      <a:pt x="14664" y="41055"/>
                      <a:pt x="15252" y="46185"/>
                    </a:cubicBezTo>
                    <a:cubicBezTo>
                      <a:pt x="15946" y="52238"/>
                      <a:pt x="17073" y="54921"/>
                      <a:pt x="20574" y="61674"/>
                    </a:cubicBezTo>
                    <a:cubicBezTo>
                      <a:pt x="23605" y="67518"/>
                      <a:pt x="25749" y="74330"/>
                      <a:pt x="27034" y="79021"/>
                    </a:cubicBezTo>
                    <a:lnTo>
                      <a:pt x="30816" y="79022"/>
                    </a:lnTo>
                    <a:cubicBezTo>
                      <a:pt x="28030" y="68303"/>
                      <a:pt x="24582" y="52077"/>
                      <a:pt x="24136" y="49389"/>
                    </a:cubicBezTo>
                    <a:cubicBezTo>
                      <a:pt x="23846" y="47653"/>
                      <a:pt x="23587" y="42140"/>
                      <a:pt x="22903" y="35374"/>
                    </a:cubicBezTo>
                    <a:cubicBezTo>
                      <a:pt x="22725" y="27658"/>
                      <a:pt x="21835" y="10016"/>
                      <a:pt x="175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66"/>
              <p:cNvSpPr/>
              <p:nvPr/>
            </p:nvSpPr>
            <p:spPr>
              <a:xfrm>
                <a:off x="3901159" y="4465130"/>
                <a:ext cx="173355" cy="109429"/>
              </a:xfrm>
              <a:custGeom>
                <a:avLst/>
                <a:gdLst/>
                <a:ahLst/>
                <a:cxnLst/>
                <a:rect l="l" t="t" r="r" b="b"/>
                <a:pathLst>
                  <a:path w="12721" h="8030" extrusionOk="0">
                    <a:moveTo>
                      <a:pt x="1822" y="1"/>
                    </a:moveTo>
                    <a:cubicBezTo>
                      <a:pt x="1571" y="1"/>
                      <a:pt x="1318" y="67"/>
                      <a:pt x="1060" y="214"/>
                    </a:cubicBezTo>
                    <a:cubicBezTo>
                      <a:pt x="916" y="1764"/>
                      <a:pt x="446" y="2890"/>
                      <a:pt x="243" y="3708"/>
                    </a:cubicBezTo>
                    <a:cubicBezTo>
                      <a:pt x="0" y="4722"/>
                      <a:pt x="805" y="7438"/>
                      <a:pt x="1037" y="8029"/>
                    </a:cubicBezTo>
                    <a:lnTo>
                      <a:pt x="1698" y="8029"/>
                    </a:lnTo>
                    <a:cubicBezTo>
                      <a:pt x="1713" y="7534"/>
                      <a:pt x="1919" y="6176"/>
                      <a:pt x="2449" y="5715"/>
                    </a:cubicBezTo>
                    <a:cubicBezTo>
                      <a:pt x="2449" y="5715"/>
                      <a:pt x="2451" y="5714"/>
                      <a:pt x="2457" y="5714"/>
                    </a:cubicBezTo>
                    <a:cubicBezTo>
                      <a:pt x="2518" y="5714"/>
                      <a:pt x="2922" y="5735"/>
                      <a:pt x="3584" y="6248"/>
                    </a:cubicBezTo>
                    <a:cubicBezTo>
                      <a:pt x="4354" y="6846"/>
                      <a:pt x="5450" y="8029"/>
                      <a:pt x="6017" y="8029"/>
                    </a:cubicBezTo>
                    <a:lnTo>
                      <a:pt x="12720" y="8029"/>
                    </a:lnTo>
                    <a:cubicBezTo>
                      <a:pt x="12569" y="7821"/>
                      <a:pt x="12553" y="7405"/>
                      <a:pt x="11439" y="6738"/>
                    </a:cubicBezTo>
                    <a:cubicBezTo>
                      <a:pt x="10702" y="6348"/>
                      <a:pt x="9900" y="6287"/>
                      <a:pt x="9788" y="6223"/>
                    </a:cubicBezTo>
                    <a:cubicBezTo>
                      <a:pt x="9779" y="6220"/>
                      <a:pt x="9770" y="6216"/>
                      <a:pt x="9761" y="6213"/>
                    </a:cubicBezTo>
                    <a:cubicBezTo>
                      <a:pt x="9761" y="6213"/>
                      <a:pt x="9706" y="6225"/>
                      <a:pt x="9601" y="6225"/>
                    </a:cubicBezTo>
                    <a:cubicBezTo>
                      <a:pt x="9299" y="6225"/>
                      <a:pt x="8583" y="6118"/>
                      <a:pt x="7585" y="5278"/>
                    </a:cubicBezTo>
                    <a:cubicBezTo>
                      <a:pt x="5246" y="3308"/>
                      <a:pt x="3590" y="1"/>
                      <a:pt x="18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66"/>
              <p:cNvSpPr/>
              <p:nvPr/>
            </p:nvSpPr>
            <p:spPr>
              <a:xfrm>
                <a:off x="3387961" y="2904754"/>
                <a:ext cx="466524" cy="431188"/>
              </a:xfrm>
              <a:custGeom>
                <a:avLst/>
                <a:gdLst/>
                <a:ahLst/>
                <a:cxnLst/>
                <a:rect l="l" t="t" r="r" b="b"/>
                <a:pathLst>
                  <a:path w="34234" h="31641" extrusionOk="0">
                    <a:moveTo>
                      <a:pt x="21646" y="0"/>
                    </a:moveTo>
                    <a:cubicBezTo>
                      <a:pt x="21646" y="0"/>
                      <a:pt x="17464" y="548"/>
                      <a:pt x="12739" y="1644"/>
                    </a:cubicBezTo>
                    <a:cubicBezTo>
                      <a:pt x="11904" y="1837"/>
                      <a:pt x="11155" y="1907"/>
                      <a:pt x="10475" y="1907"/>
                    </a:cubicBezTo>
                    <a:cubicBezTo>
                      <a:pt x="8744" y="1907"/>
                      <a:pt x="7455" y="1458"/>
                      <a:pt x="6318" y="1458"/>
                    </a:cubicBezTo>
                    <a:cubicBezTo>
                      <a:pt x="5372" y="1458"/>
                      <a:pt x="4531" y="1769"/>
                      <a:pt x="3627" y="2908"/>
                    </a:cubicBezTo>
                    <a:cubicBezTo>
                      <a:pt x="1" y="7483"/>
                      <a:pt x="5902" y="15913"/>
                      <a:pt x="9008" y="20283"/>
                    </a:cubicBezTo>
                    <a:cubicBezTo>
                      <a:pt x="10166" y="21912"/>
                      <a:pt x="12609" y="26430"/>
                      <a:pt x="13102" y="30764"/>
                    </a:cubicBezTo>
                    <a:cubicBezTo>
                      <a:pt x="13102" y="30764"/>
                      <a:pt x="16117" y="31640"/>
                      <a:pt x="20068" y="31640"/>
                    </a:cubicBezTo>
                    <a:cubicBezTo>
                      <a:pt x="22632" y="31640"/>
                      <a:pt x="25590" y="31271"/>
                      <a:pt x="28373" y="30054"/>
                    </a:cubicBezTo>
                    <a:lnTo>
                      <a:pt x="28901" y="19993"/>
                    </a:lnTo>
                    <a:cubicBezTo>
                      <a:pt x="28901" y="19993"/>
                      <a:pt x="34234" y="8849"/>
                      <a:pt x="216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66"/>
              <p:cNvSpPr/>
              <p:nvPr/>
            </p:nvSpPr>
            <p:spPr>
              <a:xfrm>
                <a:off x="3392717" y="2899030"/>
                <a:ext cx="403796" cy="718946"/>
              </a:xfrm>
              <a:custGeom>
                <a:avLst/>
                <a:gdLst/>
                <a:ahLst/>
                <a:cxnLst/>
                <a:rect l="l" t="t" r="r" b="b"/>
                <a:pathLst>
                  <a:path w="29631" h="52757" extrusionOk="0">
                    <a:moveTo>
                      <a:pt x="19718" y="0"/>
                    </a:moveTo>
                    <a:cubicBezTo>
                      <a:pt x="17347" y="0"/>
                      <a:pt x="14219" y="634"/>
                      <a:pt x="9913" y="1881"/>
                    </a:cubicBezTo>
                    <a:cubicBezTo>
                      <a:pt x="9913" y="1881"/>
                      <a:pt x="8269" y="1698"/>
                      <a:pt x="6600" y="1698"/>
                    </a:cubicBezTo>
                    <a:cubicBezTo>
                      <a:pt x="5336" y="1698"/>
                      <a:pt x="4058" y="1803"/>
                      <a:pt x="3469" y="2172"/>
                    </a:cubicBezTo>
                    <a:cubicBezTo>
                      <a:pt x="1022" y="3710"/>
                      <a:pt x="0" y="8617"/>
                      <a:pt x="2137" y="13657"/>
                    </a:cubicBezTo>
                    <a:cubicBezTo>
                      <a:pt x="4272" y="18698"/>
                      <a:pt x="7329" y="26538"/>
                      <a:pt x="7329" y="26538"/>
                    </a:cubicBezTo>
                    <a:cubicBezTo>
                      <a:pt x="7329" y="26538"/>
                      <a:pt x="6317" y="43384"/>
                      <a:pt x="3468" y="51040"/>
                    </a:cubicBezTo>
                    <a:cubicBezTo>
                      <a:pt x="3468" y="51040"/>
                      <a:pt x="8089" y="52756"/>
                      <a:pt x="14130" y="52756"/>
                    </a:cubicBezTo>
                    <a:cubicBezTo>
                      <a:pt x="18100" y="52756"/>
                      <a:pt x="22683" y="52015"/>
                      <a:pt x="26972" y="49559"/>
                    </a:cubicBezTo>
                    <a:cubicBezTo>
                      <a:pt x="26972" y="49559"/>
                      <a:pt x="29630" y="10243"/>
                      <a:pt x="26972" y="4888"/>
                    </a:cubicBezTo>
                    <a:cubicBezTo>
                      <a:pt x="25342" y="1602"/>
                      <a:pt x="23487" y="0"/>
                      <a:pt x="1971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66"/>
              <p:cNvSpPr/>
              <p:nvPr/>
            </p:nvSpPr>
            <p:spPr>
              <a:xfrm>
                <a:off x="3638871" y="2903528"/>
                <a:ext cx="524223" cy="251605"/>
              </a:xfrm>
              <a:custGeom>
                <a:avLst/>
                <a:gdLst/>
                <a:ahLst/>
                <a:cxnLst/>
                <a:rect l="l" t="t" r="r" b="b"/>
                <a:pathLst>
                  <a:path w="38468" h="18463" extrusionOk="0">
                    <a:moveTo>
                      <a:pt x="3917" y="1"/>
                    </a:moveTo>
                    <a:cubicBezTo>
                      <a:pt x="3674" y="1"/>
                      <a:pt x="3446" y="30"/>
                      <a:pt x="3234" y="90"/>
                    </a:cubicBezTo>
                    <a:cubicBezTo>
                      <a:pt x="0" y="1016"/>
                      <a:pt x="463" y="6037"/>
                      <a:pt x="3234" y="8762"/>
                    </a:cubicBezTo>
                    <a:cubicBezTo>
                      <a:pt x="6004" y="11489"/>
                      <a:pt x="17934" y="18147"/>
                      <a:pt x="21417" y="18457"/>
                    </a:cubicBezTo>
                    <a:cubicBezTo>
                      <a:pt x="21460" y="18460"/>
                      <a:pt x="21503" y="18462"/>
                      <a:pt x="21548" y="18462"/>
                    </a:cubicBezTo>
                    <a:cubicBezTo>
                      <a:pt x="25219" y="18462"/>
                      <a:pt x="38182" y="6103"/>
                      <a:pt x="38182" y="6103"/>
                    </a:cubicBezTo>
                    <a:cubicBezTo>
                      <a:pt x="38182" y="6103"/>
                      <a:pt x="38468" y="4744"/>
                      <a:pt x="37074" y="4558"/>
                    </a:cubicBezTo>
                    <a:lnTo>
                      <a:pt x="20873" y="13037"/>
                    </a:lnTo>
                    <a:cubicBezTo>
                      <a:pt x="20873" y="13037"/>
                      <a:pt x="9074" y="1"/>
                      <a:pt x="39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66"/>
              <p:cNvSpPr/>
              <p:nvPr/>
            </p:nvSpPr>
            <p:spPr>
              <a:xfrm>
                <a:off x="3389174" y="2622174"/>
                <a:ext cx="309140" cy="528461"/>
              </a:xfrm>
              <a:custGeom>
                <a:avLst/>
                <a:gdLst/>
                <a:ahLst/>
                <a:cxnLst/>
                <a:rect l="l" t="t" r="r" b="b"/>
                <a:pathLst>
                  <a:path w="22685" h="38779" extrusionOk="0">
                    <a:moveTo>
                      <a:pt x="11643" y="1"/>
                    </a:moveTo>
                    <a:cubicBezTo>
                      <a:pt x="9340" y="1"/>
                      <a:pt x="6845" y="739"/>
                      <a:pt x="5136" y="3310"/>
                    </a:cubicBezTo>
                    <a:cubicBezTo>
                      <a:pt x="2637" y="7070"/>
                      <a:pt x="5136" y="12522"/>
                      <a:pt x="5136" y="12522"/>
                    </a:cubicBezTo>
                    <a:cubicBezTo>
                      <a:pt x="5136" y="12522"/>
                      <a:pt x="1735" y="15186"/>
                      <a:pt x="867" y="21753"/>
                    </a:cubicBezTo>
                    <a:cubicBezTo>
                      <a:pt x="0" y="28319"/>
                      <a:pt x="3205" y="32225"/>
                      <a:pt x="3205" y="32225"/>
                    </a:cubicBezTo>
                    <a:cubicBezTo>
                      <a:pt x="3205" y="32225"/>
                      <a:pt x="2493" y="36758"/>
                      <a:pt x="7707" y="38463"/>
                    </a:cubicBezTo>
                    <a:cubicBezTo>
                      <a:pt x="8362" y="38677"/>
                      <a:pt x="9030" y="38779"/>
                      <a:pt x="9693" y="38779"/>
                    </a:cubicBezTo>
                    <a:cubicBezTo>
                      <a:pt x="14310" y="38779"/>
                      <a:pt x="18735" y="33860"/>
                      <a:pt x="17516" y="27691"/>
                    </a:cubicBezTo>
                    <a:cubicBezTo>
                      <a:pt x="16122" y="20635"/>
                      <a:pt x="17336" y="14427"/>
                      <a:pt x="17336" y="14427"/>
                    </a:cubicBezTo>
                    <a:cubicBezTo>
                      <a:pt x="22292" y="12193"/>
                      <a:pt x="22685" y="6248"/>
                      <a:pt x="21931" y="3310"/>
                    </a:cubicBezTo>
                    <a:cubicBezTo>
                      <a:pt x="21477" y="1546"/>
                      <a:pt x="19976" y="1193"/>
                      <a:pt x="18849" y="1193"/>
                    </a:cubicBezTo>
                    <a:cubicBezTo>
                      <a:pt x="18100" y="1193"/>
                      <a:pt x="17516" y="1349"/>
                      <a:pt x="17516" y="1349"/>
                    </a:cubicBezTo>
                    <a:cubicBezTo>
                      <a:pt x="17516" y="1349"/>
                      <a:pt x="14754" y="1"/>
                      <a:pt x="1164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66"/>
              <p:cNvSpPr/>
              <p:nvPr/>
            </p:nvSpPr>
            <p:spPr>
              <a:xfrm>
                <a:off x="4144083" y="2905708"/>
                <a:ext cx="101062" cy="81152"/>
              </a:xfrm>
              <a:custGeom>
                <a:avLst/>
                <a:gdLst/>
                <a:ahLst/>
                <a:cxnLst/>
                <a:rect l="l" t="t" r="r" b="b"/>
                <a:pathLst>
                  <a:path w="7416" h="5955" extrusionOk="0">
                    <a:moveTo>
                      <a:pt x="6456" y="1"/>
                    </a:moveTo>
                    <a:lnTo>
                      <a:pt x="6456" y="1"/>
                    </a:lnTo>
                    <a:cubicBezTo>
                      <a:pt x="5759" y="612"/>
                      <a:pt x="3141" y="1310"/>
                      <a:pt x="2356" y="1659"/>
                    </a:cubicBezTo>
                    <a:cubicBezTo>
                      <a:pt x="1570" y="2007"/>
                      <a:pt x="1" y="4398"/>
                      <a:pt x="1" y="4398"/>
                    </a:cubicBezTo>
                    <a:lnTo>
                      <a:pt x="1107" y="5943"/>
                    </a:lnTo>
                    <a:cubicBezTo>
                      <a:pt x="1260" y="5951"/>
                      <a:pt x="1409" y="5955"/>
                      <a:pt x="1551" y="5955"/>
                    </a:cubicBezTo>
                    <a:cubicBezTo>
                      <a:pt x="3145" y="5955"/>
                      <a:pt x="4100" y="5497"/>
                      <a:pt x="4100" y="5497"/>
                    </a:cubicBezTo>
                    <a:lnTo>
                      <a:pt x="4798" y="5587"/>
                    </a:lnTo>
                    <a:cubicBezTo>
                      <a:pt x="4811" y="5589"/>
                      <a:pt x="4824" y="5589"/>
                      <a:pt x="4836" y="5589"/>
                    </a:cubicBezTo>
                    <a:cubicBezTo>
                      <a:pt x="5521" y="5589"/>
                      <a:pt x="6190" y="3308"/>
                      <a:pt x="6019" y="2880"/>
                    </a:cubicBezTo>
                    <a:cubicBezTo>
                      <a:pt x="5846" y="2444"/>
                      <a:pt x="5061" y="1746"/>
                      <a:pt x="5061" y="1746"/>
                    </a:cubicBezTo>
                    <a:cubicBezTo>
                      <a:pt x="7415" y="349"/>
                      <a:pt x="6456" y="1"/>
                      <a:pt x="64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5" name="Google Shape;1385;p66"/>
          <p:cNvSpPr txBox="1">
            <a:spLocks noGrp="1"/>
          </p:cNvSpPr>
          <p:nvPr>
            <p:ph type="title" idx="4294967295"/>
          </p:nvPr>
        </p:nvSpPr>
        <p:spPr>
          <a:xfrm>
            <a:off x="6147150" y="1773550"/>
            <a:ext cx="22836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6"/>
                </a:solidFill>
              </a:rPr>
              <a:t>Saturn</a:t>
            </a:r>
            <a:endParaRPr sz="2200">
              <a:solidFill>
                <a:schemeClr val="accent6"/>
              </a:solidFill>
            </a:endParaRPr>
          </a:p>
        </p:txBody>
      </p:sp>
      <p:sp>
        <p:nvSpPr>
          <p:cNvPr id="1386" name="Google Shape;1386;p66"/>
          <p:cNvSpPr txBox="1">
            <a:spLocks noGrp="1"/>
          </p:cNvSpPr>
          <p:nvPr>
            <p:ph type="subTitle" idx="4294967295"/>
          </p:nvPr>
        </p:nvSpPr>
        <p:spPr>
          <a:xfrm>
            <a:off x="6147150" y="2212819"/>
            <a:ext cx="2283600" cy="637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Saturn is composed of hydrogen and helium</a:t>
            </a:r>
            <a:endParaRPr sz="1400"/>
          </a:p>
        </p:txBody>
      </p:sp>
      <p:sp>
        <p:nvSpPr>
          <p:cNvPr id="1387" name="Google Shape;1387;p66"/>
          <p:cNvSpPr txBox="1">
            <a:spLocks noGrp="1"/>
          </p:cNvSpPr>
          <p:nvPr>
            <p:ph type="title" idx="4294967295"/>
          </p:nvPr>
        </p:nvSpPr>
        <p:spPr>
          <a:xfrm>
            <a:off x="6147150" y="3333606"/>
            <a:ext cx="22836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6"/>
                </a:solidFill>
              </a:rPr>
              <a:t>Neptune</a:t>
            </a:r>
            <a:endParaRPr sz="2200">
              <a:solidFill>
                <a:schemeClr val="accent6"/>
              </a:solidFill>
            </a:endParaRPr>
          </a:p>
        </p:txBody>
      </p:sp>
      <p:sp>
        <p:nvSpPr>
          <p:cNvPr id="1388" name="Google Shape;1388;p66"/>
          <p:cNvSpPr txBox="1">
            <a:spLocks noGrp="1"/>
          </p:cNvSpPr>
          <p:nvPr>
            <p:ph type="subTitle" idx="4294967295"/>
          </p:nvPr>
        </p:nvSpPr>
        <p:spPr>
          <a:xfrm>
            <a:off x="6147150" y="3772875"/>
            <a:ext cx="2283600" cy="637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Neptune is the farthest planet from the Sun</a:t>
            </a:r>
            <a:endParaRPr sz="1400"/>
          </a:p>
        </p:txBody>
      </p:sp>
      <p:sp>
        <p:nvSpPr>
          <p:cNvPr id="1389" name="Google Shape;1389;p66"/>
          <p:cNvSpPr txBox="1">
            <a:spLocks noGrp="1"/>
          </p:cNvSpPr>
          <p:nvPr>
            <p:ph type="title" idx="4294967295"/>
          </p:nvPr>
        </p:nvSpPr>
        <p:spPr>
          <a:xfrm>
            <a:off x="713225" y="1773550"/>
            <a:ext cx="2283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6"/>
                </a:solidFill>
              </a:rPr>
              <a:t>Mars</a:t>
            </a:r>
            <a:endParaRPr sz="2200">
              <a:solidFill>
                <a:schemeClr val="accent6"/>
              </a:solidFill>
            </a:endParaRPr>
          </a:p>
        </p:txBody>
      </p:sp>
      <p:sp>
        <p:nvSpPr>
          <p:cNvPr id="1390" name="Google Shape;1390;p66"/>
          <p:cNvSpPr txBox="1">
            <a:spLocks noGrp="1"/>
          </p:cNvSpPr>
          <p:nvPr>
            <p:ph type="subTitle" idx="4294967295"/>
          </p:nvPr>
        </p:nvSpPr>
        <p:spPr>
          <a:xfrm>
            <a:off x="713295" y="2212825"/>
            <a:ext cx="2283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Despite being red, Mars is actually a cold place</a:t>
            </a:r>
            <a:endParaRPr sz="1400"/>
          </a:p>
        </p:txBody>
      </p:sp>
      <p:sp>
        <p:nvSpPr>
          <p:cNvPr id="1391" name="Google Shape;1391;p66"/>
          <p:cNvSpPr txBox="1">
            <a:spLocks noGrp="1"/>
          </p:cNvSpPr>
          <p:nvPr>
            <p:ph type="title" idx="4294967295"/>
          </p:nvPr>
        </p:nvSpPr>
        <p:spPr>
          <a:xfrm>
            <a:off x="713225" y="3333600"/>
            <a:ext cx="2283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6"/>
                </a:solidFill>
              </a:rPr>
              <a:t>Venus</a:t>
            </a:r>
            <a:endParaRPr sz="2200">
              <a:solidFill>
                <a:schemeClr val="accent6"/>
              </a:solidFill>
            </a:endParaRPr>
          </a:p>
        </p:txBody>
      </p:sp>
      <p:sp>
        <p:nvSpPr>
          <p:cNvPr id="1392" name="Google Shape;1392;p66"/>
          <p:cNvSpPr txBox="1">
            <a:spLocks noGrp="1"/>
          </p:cNvSpPr>
          <p:nvPr>
            <p:ph type="subTitle" idx="4294967295"/>
          </p:nvPr>
        </p:nvSpPr>
        <p:spPr>
          <a:xfrm>
            <a:off x="713295" y="3772875"/>
            <a:ext cx="2283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Venus is the second planet from the Sun</a:t>
            </a:r>
            <a:endParaRPr sz="14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86"/>
                                        </p:tgtEl>
                                        <p:attrNameLst>
                                          <p:attrName>style.visibility</p:attrName>
                                        </p:attrNameLst>
                                      </p:cBhvr>
                                      <p:to>
                                        <p:strVal val="visible"/>
                                      </p:to>
                                    </p:set>
                                    <p:anim calcmode="lin" valueType="num">
                                      <p:cBhvr additive="base">
                                        <p:cTn id="7" dur="1000"/>
                                        <p:tgtEl>
                                          <p:spTgt spid="128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96"/>
        <p:cNvGrpSpPr/>
        <p:nvPr/>
      </p:nvGrpSpPr>
      <p:grpSpPr>
        <a:xfrm>
          <a:off x="0" y="0"/>
          <a:ext cx="0" cy="0"/>
          <a:chOff x="0" y="0"/>
          <a:chExt cx="0" cy="0"/>
        </a:xfrm>
      </p:grpSpPr>
      <p:sp>
        <p:nvSpPr>
          <p:cNvPr id="1397" name="Google Shape;1397;p67"/>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 Overview</a:t>
            </a:r>
            <a:endParaRPr/>
          </a:p>
        </p:txBody>
      </p:sp>
      <p:grpSp>
        <p:nvGrpSpPr>
          <p:cNvPr id="1398" name="Google Shape;1398;p67"/>
          <p:cNvGrpSpPr/>
          <p:nvPr/>
        </p:nvGrpSpPr>
        <p:grpSpPr>
          <a:xfrm>
            <a:off x="2865134" y="1514240"/>
            <a:ext cx="3265434" cy="2947818"/>
            <a:chOff x="722925" y="816400"/>
            <a:chExt cx="4435525" cy="4004100"/>
          </a:xfrm>
        </p:grpSpPr>
        <p:sp>
          <p:nvSpPr>
            <p:cNvPr id="1399" name="Google Shape;1399;p67"/>
            <p:cNvSpPr/>
            <p:nvPr/>
          </p:nvSpPr>
          <p:spPr>
            <a:xfrm>
              <a:off x="722925" y="816400"/>
              <a:ext cx="1772100" cy="1592000"/>
            </a:xfrm>
            <a:custGeom>
              <a:avLst/>
              <a:gdLst/>
              <a:ahLst/>
              <a:cxnLst/>
              <a:rect l="l" t="t" r="r" b="b"/>
              <a:pathLst>
                <a:path w="70884" h="63680" extrusionOk="0">
                  <a:moveTo>
                    <a:pt x="31825" y="1"/>
                  </a:moveTo>
                  <a:cubicBezTo>
                    <a:pt x="14226" y="1"/>
                    <a:pt x="0" y="14257"/>
                    <a:pt x="0" y="31856"/>
                  </a:cubicBezTo>
                  <a:cubicBezTo>
                    <a:pt x="0" y="49424"/>
                    <a:pt x="14226" y="63680"/>
                    <a:pt x="31825" y="63680"/>
                  </a:cubicBezTo>
                  <a:cubicBezTo>
                    <a:pt x="40761" y="63680"/>
                    <a:pt x="48786" y="60032"/>
                    <a:pt x="54591" y="54105"/>
                  </a:cubicBezTo>
                  <a:lnTo>
                    <a:pt x="70883" y="58330"/>
                  </a:lnTo>
                  <a:lnTo>
                    <a:pt x="60336" y="46050"/>
                  </a:lnTo>
                  <a:cubicBezTo>
                    <a:pt x="62433" y="41765"/>
                    <a:pt x="63679" y="36932"/>
                    <a:pt x="63679" y="31856"/>
                  </a:cubicBezTo>
                  <a:cubicBezTo>
                    <a:pt x="63679" y="14257"/>
                    <a:pt x="49424" y="1"/>
                    <a:pt x="318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67"/>
            <p:cNvSpPr/>
            <p:nvPr/>
          </p:nvSpPr>
          <p:spPr>
            <a:xfrm>
              <a:off x="1203175" y="1098325"/>
              <a:ext cx="627700" cy="1046400"/>
            </a:xfrm>
            <a:custGeom>
              <a:avLst/>
              <a:gdLst/>
              <a:ahLst/>
              <a:cxnLst/>
              <a:rect l="l" t="t" r="r" b="b"/>
              <a:pathLst>
                <a:path w="25108" h="41856" extrusionOk="0">
                  <a:moveTo>
                    <a:pt x="3162" y="1"/>
                  </a:moveTo>
                  <a:cubicBezTo>
                    <a:pt x="1399" y="1"/>
                    <a:pt x="1" y="1429"/>
                    <a:pt x="1" y="3162"/>
                  </a:cubicBezTo>
                  <a:lnTo>
                    <a:pt x="1" y="38694"/>
                  </a:lnTo>
                  <a:cubicBezTo>
                    <a:pt x="1" y="40427"/>
                    <a:pt x="1399" y="41855"/>
                    <a:pt x="3162" y="41855"/>
                  </a:cubicBezTo>
                  <a:lnTo>
                    <a:pt x="21977" y="41855"/>
                  </a:lnTo>
                  <a:cubicBezTo>
                    <a:pt x="23709" y="41855"/>
                    <a:pt x="25107" y="40427"/>
                    <a:pt x="25107" y="38694"/>
                  </a:cubicBezTo>
                  <a:lnTo>
                    <a:pt x="25107" y="3162"/>
                  </a:lnTo>
                  <a:cubicBezTo>
                    <a:pt x="25107" y="1429"/>
                    <a:pt x="23709" y="1"/>
                    <a:pt x="219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67"/>
            <p:cNvSpPr/>
            <p:nvPr/>
          </p:nvSpPr>
          <p:spPr>
            <a:xfrm>
              <a:off x="1231300" y="1227500"/>
              <a:ext cx="571450" cy="787275"/>
            </a:xfrm>
            <a:custGeom>
              <a:avLst/>
              <a:gdLst/>
              <a:ahLst/>
              <a:cxnLst/>
              <a:rect l="l" t="t" r="r" b="b"/>
              <a:pathLst>
                <a:path w="22858" h="31491" extrusionOk="0">
                  <a:moveTo>
                    <a:pt x="0" y="1"/>
                  </a:moveTo>
                  <a:lnTo>
                    <a:pt x="0" y="31491"/>
                  </a:lnTo>
                  <a:lnTo>
                    <a:pt x="22858" y="31491"/>
                  </a:lnTo>
                  <a:lnTo>
                    <a:pt x="2285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67"/>
            <p:cNvSpPr/>
            <p:nvPr/>
          </p:nvSpPr>
          <p:spPr>
            <a:xfrm>
              <a:off x="1487375" y="2036800"/>
              <a:ext cx="58550" cy="59300"/>
            </a:xfrm>
            <a:custGeom>
              <a:avLst/>
              <a:gdLst/>
              <a:ahLst/>
              <a:cxnLst/>
              <a:rect l="l" t="t" r="r" b="b"/>
              <a:pathLst>
                <a:path w="2342" h="2372" extrusionOk="0">
                  <a:moveTo>
                    <a:pt x="1186" y="0"/>
                  </a:moveTo>
                  <a:cubicBezTo>
                    <a:pt x="517" y="0"/>
                    <a:pt x="1" y="547"/>
                    <a:pt x="1" y="1186"/>
                  </a:cubicBezTo>
                  <a:cubicBezTo>
                    <a:pt x="1" y="1824"/>
                    <a:pt x="517" y="2371"/>
                    <a:pt x="1186" y="2371"/>
                  </a:cubicBezTo>
                  <a:cubicBezTo>
                    <a:pt x="1824" y="2371"/>
                    <a:pt x="2341" y="1824"/>
                    <a:pt x="2341" y="1186"/>
                  </a:cubicBezTo>
                  <a:cubicBezTo>
                    <a:pt x="2341" y="547"/>
                    <a:pt x="1824" y="0"/>
                    <a:pt x="118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67"/>
            <p:cNvSpPr/>
            <p:nvPr/>
          </p:nvSpPr>
          <p:spPr>
            <a:xfrm>
              <a:off x="1464575" y="1150000"/>
              <a:ext cx="109450" cy="19025"/>
            </a:xfrm>
            <a:custGeom>
              <a:avLst/>
              <a:gdLst/>
              <a:ahLst/>
              <a:cxnLst/>
              <a:rect l="l" t="t" r="r" b="b"/>
              <a:pathLst>
                <a:path w="4378" h="761" extrusionOk="0">
                  <a:moveTo>
                    <a:pt x="365" y="1"/>
                  </a:moveTo>
                  <a:cubicBezTo>
                    <a:pt x="153" y="1"/>
                    <a:pt x="1" y="183"/>
                    <a:pt x="1" y="365"/>
                  </a:cubicBezTo>
                  <a:cubicBezTo>
                    <a:pt x="1" y="609"/>
                    <a:pt x="183" y="761"/>
                    <a:pt x="365" y="761"/>
                  </a:cubicBezTo>
                  <a:lnTo>
                    <a:pt x="3952" y="761"/>
                  </a:lnTo>
                  <a:cubicBezTo>
                    <a:pt x="4165" y="761"/>
                    <a:pt x="4317" y="578"/>
                    <a:pt x="4317" y="365"/>
                  </a:cubicBezTo>
                  <a:cubicBezTo>
                    <a:pt x="4378" y="183"/>
                    <a:pt x="4165" y="1"/>
                    <a:pt x="395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67"/>
            <p:cNvSpPr/>
            <p:nvPr/>
          </p:nvSpPr>
          <p:spPr>
            <a:xfrm>
              <a:off x="1625675" y="1150000"/>
              <a:ext cx="25100" cy="24350"/>
            </a:xfrm>
            <a:custGeom>
              <a:avLst/>
              <a:gdLst/>
              <a:ahLst/>
              <a:cxnLst/>
              <a:rect l="l" t="t" r="r" b="b"/>
              <a:pathLst>
                <a:path w="1004" h="974" extrusionOk="0">
                  <a:moveTo>
                    <a:pt x="487" y="1"/>
                  </a:moveTo>
                  <a:cubicBezTo>
                    <a:pt x="244" y="1"/>
                    <a:pt x="1" y="213"/>
                    <a:pt x="1" y="487"/>
                  </a:cubicBezTo>
                  <a:cubicBezTo>
                    <a:pt x="1" y="761"/>
                    <a:pt x="244" y="973"/>
                    <a:pt x="487" y="973"/>
                  </a:cubicBezTo>
                  <a:cubicBezTo>
                    <a:pt x="760" y="973"/>
                    <a:pt x="1004" y="761"/>
                    <a:pt x="1004" y="487"/>
                  </a:cubicBezTo>
                  <a:cubicBezTo>
                    <a:pt x="1004" y="213"/>
                    <a:pt x="760" y="1"/>
                    <a:pt x="48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67"/>
            <p:cNvSpPr/>
            <p:nvPr/>
          </p:nvSpPr>
          <p:spPr>
            <a:xfrm>
              <a:off x="1374150" y="1358125"/>
              <a:ext cx="324625" cy="294625"/>
            </a:xfrm>
            <a:custGeom>
              <a:avLst/>
              <a:gdLst/>
              <a:ahLst/>
              <a:cxnLst/>
              <a:rect l="l" t="t" r="r" b="b"/>
              <a:pathLst>
                <a:path w="12985" h="11785" extrusionOk="0">
                  <a:moveTo>
                    <a:pt x="7094" y="1"/>
                  </a:moveTo>
                  <a:cubicBezTo>
                    <a:pt x="6190" y="1"/>
                    <a:pt x="4590" y="451"/>
                    <a:pt x="2402" y="2679"/>
                  </a:cubicBezTo>
                  <a:cubicBezTo>
                    <a:pt x="61" y="5080"/>
                    <a:pt x="1" y="7177"/>
                    <a:pt x="274" y="7208"/>
                  </a:cubicBezTo>
                  <a:cubicBezTo>
                    <a:pt x="608" y="7299"/>
                    <a:pt x="1338" y="7846"/>
                    <a:pt x="1642" y="7998"/>
                  </a:cubicBezTo>
                  <a:cubicBezTo>
                    <a:pt x="3466" y="8971"/>
                    <a:pt x="4864" y="9518"/>
                    <a:pt x="6718" y="10339"/>
                  </a:cubicBezTo>
                  <a:cubicBezTo>
                    <a:pt x="8694" y="11159"/>
                    <a:pt x="10214" y="11494"/>
                    <a:pt x="11612" y="11737"/>
                  </a:cubicBezTo>
                  <a:cubicBezTo>
                    <a:pt x="11804" y="11768"/>
                    <a:pt x="11978" y="11785"/>
                    <a:pt x="12130" y="11785"/>
                  </a:cubicBezTo>
                  <a:cubicBezTo>
                    <a:pt x="12721" y="11785"/>
                    <a:pt x="12984" y="11526"/>
                    <a:pt x="12767" y="10825"/>
                  </a:cubicBezTo>
                  <a:cubicBezTo>
                    <a:pt x="11825" y="7785"/>
                    <a:pt x="10700" y="5810"/>
                    <a:pt x="9302" y="2618"/>
                  </a:cubicBezTo>
                  <a:cubicBezTo>
                    <a:pt x="9150" y="2314"/>
                    <a:pt x="8359" y="521"/>
                    <a:pt x="7934" y="186"/>
                  </a:cubicBezTo>
                  <a:cubicBezTo>
                    <a:pt x="7870" y="133"/>
                    <a:pt x="7584" y="1"/>
                    <a:pt x="70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67"/>
            <p:cNvSpPr/>
            <p:nvPr/>
          </p:nvSpPr>
          <p:spPr>
            <a:xfrm>
              <a:off x="1294375" y="1316375"/>
              <a:ext cx="281175" cy="222725"/>
            </a:xfrm>
            <a:custGeom>
              <a:avLst/>
              <a:gdLst/>
              <a:ahLst/>
              <a:cxnLst/>
              <a:rect l="l" t="t" r="r" b="b"/>
              <a:pathLst>
                <a:path w="11247" h="8909" extrusionOk="0">
                  <a:moveTo>
                    <a:pt x="9874" y="1"/>
                  </a:moveTo>
                  <a:cubicBezTo>
                    <a:pt x="9262" y="1"/>
                    <a:pt x="8628" y="209"/>
                    <a:pt x="8055" y="458"/>
                  </a:cubicBezTo>
                  <a:cubicBezTo>
                    <a:pt x="6049" y="1309"/>
                    <a:pt x="4286" y="2738"/>
                    <a:pt x="3009" y="4440"/>
                  </a:cubicBezTo>
                  <a:cubicBezTo>
                    <a:pt x="2249" y="5473"/>
                    <a:pt x="0" y="8361"/>
                    <a:pt x="2614" y="8847"/>
                  </a:cubicBezTo>
                  <a:cubicBezTo>
                    <a:pt x="2918" y="8878"/>
                    <a:pt x="3192" y="8878"/>
                    <a:pt x="3465" y="8908"/>
                  </a:cubicBezTo>
                  <a:cubicBezTo>
                    <a:pt x="3465" y="8908"/>
                    <a:pt x="5319" y="3711"/>
                    <a:pt x="11125" y="1856"/>
                  </a:cubicBezTo>
                  <a:cubicBezTo>
                    <a:pt x="11246" y="1431"/>
                    <a:pt x="11003" y="154"/>
                    <a:pt x="10274" y="33"/>
                  </a:cubicBezTo>
                  <a:cubicBezTo>
                    <a:pt x="10142" y="11"/>
                    <a:pt x="10009" y="1"/>
                    <a:pt x="98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67"/>
            <p:cNvSpPr/>
            <p:nvPr/>
          </p:nvSpPr>
          <p:spPr>
            <a:xfrm>
              <a:off x="1443300" y="1475875"/>
              <a:ext cx="60825" cy="52925"/>
            </a:xfrm>
            <a:custGeom>
              <a:avLst/>
              <a:gdLst/>
              <a:ahLst/>
              <a:cxnLst/>
              <a:rect l="l" t="t" r="r" b="b"/>
              <a:pathLst>
                <a:path w="2433" h="2117" extrusionOk="0">
                  <a:moveTo>
                    <a:pt x="1236" y="1"/>
                  </a:moveTo>
                  <a:cubicBezTo>
                    <a:pt x="1045" y="1"/>
                    <a:pt x="850" y="51"/>
                    <a:pt x="669" y="157"/>
                  </a:cubicBezTo>
                  <a:cubicBezTo>
                    <a:pt x="153" y="431"/>
                    <a:pt x="1" y="1100"/>
                    <a:pt x="305" y="1616"/>
                  </a:cubicBezTo>
                  <a:cubicBezTo>
                    <a:pt x="507" y="1941"/>
                    <a:pt x="872" y="2116"/>
                    <a:pt x="1237" y="2116"/>
                  </a:cubicBezTo>
                  <a:cubicBezTo>
                    <a:pt x="1419" y="2116"/>
                    <a:pt x="1601" y="2072"/>
                    <a:pt x="1764" y="1981"/>
                  </a:cubicBezTo>
                  <a:cubicBezTo>
                    <a:pt x="2280" y="1677"/>
                    <a:pt x="2432" y="1008"/>
                    <a:pt x="2128" y="492"/>
                  </a:cubicBezTo>
                  <a:cubicBezTo>
                    <a:pt x="1931" y="175"/>
                    <a:pt x="1591" y="1"/>
                    <a:pt x="12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67"/>
            <p:cNvSpPr/>
            <p:nvPr/>
          </p:nvSpPr>
          <p:spPr>
            <a:xfrm>
              <a:off x="1557275" y="1496425"/>
              <a:ext cx="76025" cy="66300"/>
            </a:xfrm>
            <a:custGeom>
              <a:avLst/>
              <a:gdLst/>
              <a:ahLst/>
              <a:cxnLst/>
              <a:rect l="l" t="t" r="r" b="b"/>
              <a:pathLst>
                <a:path w="3041" h="2652" extrusionOk="0">
                  <a:moveTo>
                    <a:pt x="1527" y="1"/>
                  </a:moveTo>
                  <a:cubicBezTo>
                    <a:pt x="1294" y="1"/>
                    <a:pt x="1061" y="61"/>
                    <a:pt x="852" y="186"/>
                  </a:cubicBezTo>
                  <a:cubicBezTo>
                    <a:pt x="214" y="551"/>
                    <a:pt x="1" y="1372"/>
                    <a:pt x="396" y="2010"/>
                  </a:cubicBezTo>
                  <a:cubicBezTo>
                    <a:pt x="636" y="2429"/>
                    <a:pt x="1072" y="2652"/>
                    <a:pt x="1524" y="2652"/>
                  </a:cubicBezTo>
                  <a:cubicBezTo>
                    <a:pt x="1760" y="2652"/>
                    <a:pt x="2001" y="2591"/>
                    <a:pt x="2220" y="2466"/>
                  </a:cubicBezTo>
                  <a:cubicBezTo>
                    <a:pt x="2828" y="2101"/>
                    <a:pt x="3041" y="1281"/>
                    <a:pt x="2676" y="642"/>
                  </a:cubicBezTo>
                  <a:cubicBezTo>
                    <a:pt x="2416" y="223"/>
                    <a:pt x="1973" y="1"/>
                    <a:pt x="15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67"/>
            <p:cNvSpPr/>
            <p:nvPr/>
          </p:nvSpPr>
          <p:spPr>
            <a:xfrm>
              <a:off x="1531075" y="1449975"/>
              <a:ext cx="47800" cy="29575"/>
            </a:xfrm>
            <a:custGeom>
              <a:avLst/>
              <a:gdLst/>
              <a:ahLst/>
              <a:cxnLst/>
              <a:rect l="l" t="t" r="r" b="b"/>
              <a:pathLst>
                <a:path w="1912" h="1183" extrusionOk="0">
                  <a:moveTo>
                    <a:pt x="1109" y="0"/>
                  </a:moveTo>
                  <a:cubicBezTo>
                    <a:pt x="596" y="0"/>
                    <a:pt x="80" y="385"/>
                    <a:pt x="15" y="920"/>
                  </a:cubicBezTo>
                  <a:cubicBezTo>
                    <a:pt x="1" y="1098"/>
                    <a:pt x="124" y="1182"/>
                    <a:pt x="257" y="1182"/>
                  </a:cubicBezTo>
                  <a:cubicBezTo>
                    <a:pt x="397" y="1182"/>
                    <a:pt x="547" y="1091"/>
                    <a:pt x="563" y="920"/>
                  </a:cubicBezTo>
                  <a:cubicBezTo>
                    <a:pt x="585" y="699"/>
                    <a:pt x="862" y="543"/>
                    <a:pt x="1094" y="543"/>
                  </a:cubicBezTo>
                  <a:cubicBezTo>
                    <a:pt x="1182" y="543"/>
                    <a:pt x="1264" y="566"/>
                    <a:pt x="1323" y="616"/>
                  </a:cubicBezTo>
                  <a:cubicBezTo>
                    <a:pt x="1378" y="659"/>
                    <a:pt x="1436" y="677"/>
                    <a:pt x="1493" y="677"/>
                  </a:cubicBezTo>
                  <a:cubicBezTo>
                    <a:pt x="1718" y="677"/>
                    <a:pt x="1912" y="391"/>
                    <a:pt x="1718" y="221"/>
                  </a:cubicBezTo>
                  <a:cubicBezTo>
                    <a:pt x="1538" y="68"/>
                    <a:pt x="1324" y="0"/>
                    <a:pt x="110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67"/>
            <p:cNvSpPr/>
            <p:nvPr/>
          </p:nvSpPr>
          <p:spPr>
            <a:xfrm>
              <a:off x="1504975" y="1526775"/>
              <a:ext cx="39675" cy="30050"/>
            </a:xfrm>
            <a:custGeom>
              <a:avLst/>
              <a:gdLst/>
              <a:ahLst/>
              <a:cxnLst/>
              <a:rect l="l" t="t" r="r" b="b"/>
              <a:pathLst>
                <a:path w="1587" h="1202" extrusionOk="0">
                  <a:moveTo>
                    <a:pt x="345" y="1"/>
                  </a:moveTo>
                  <a:cubicBezTo>
                    <a:pt x="182" y="1"/>
                    <a:pt x="1" y="137"/>
                    <a:pt x="56" y="340"/>
                  </a:cubicBezTo>
                  <a:cubicBezTo>
                    <a:pt x="87" y="492"/>
                    <a:pt x="178" y="644"/>
                    <a:pt x="239" y="796"/>
                  </a:cubicBezTo>
                  <a:cubicBezTo>
                    <a:pt x="300" y="918"/>
                    <a:pt x="421" y="1161"/>
                    <a:pt x="573" y="1191"/>
                  </a:cubicBezTo>
                  <a:cubicBezTo>
                    <a:pt x="609" y="1199"/>
                    <a:pt x="646" y="1202"/>
                    <a:pt x="684" y="1202"/>
                  </a:cubicBezTo>
                  <a:cubicBezTo>
                    <a:pt x="961" y="1202"/>
                    <a:pt x="1264" y="1018"/>
                    <a:pt x="1424" y="857"/>
                  </a:cubicBezTo>
                  <a:cubicBezTo>
                    <a:pt x="1586" y="648"/>
                    <a:pt x="1413" y="369"/>
                    <a:pt x="1214" y="369"/>
                  </a:cubicBezTo>
                  <a:cubicBezTo>
                    <a:pt x="1152" y="369"/>
                    <a:pt x="1087" y="397"/>
                    <a:pt x="1029" y="462"/>
                  </a:cubicBezTo>
                  <a:cubicBezTo>
                    <a:pt x="938" y="553"/>
                    <a:pt x="865" y="609"/>
                    <a:pt x="770" y="632"/>
                  </a:cubicBezTo>
                  <a:lnTo>
                    <a:pt x="770" y="632"/>
                  </a:lnTo>
                  <a:cubicBezTo>
                    <a:pt x="686" y="511"/>
                    <a:pt x="620" y="377"/>
                    <a:pt x="573" y="188"/>
                  </a:cubicBezTo>
                  <a:cubicBezTo>
                    <a:pt x="549" y="57"/>
                    <a:pt x="451" y="1"/>
                    <a:pt x="3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67"/>
            <p:cNvSpPr/>
            <p:nvPr/>
          </p:nvSpPr>
          <p:spPr>
            <a:xfrm>
              <a:off x="1591925" y="1587525"/>
              <a:ext cx="46275" cy="24000"/>
            </a:xfrm>
            <a:custGeom>
              <a:avLst/>
              <a:gdLst/>
              <a:ahLst/>
              <a:cxnLst/>
              <a:rect l="l" t="t" r="r" b="b"/>
              <a:pathLst>
                <a:path w="1851" h="960" extrusionOk="0">
                  <a:moveTo>
                    <a:pt x="336" y="1"/>
                  </a:moveTo>
                  <a:cubicBezTo>
                    <a:pt x="170" y="1"/>
                    <a:pt x="1" y="129"/>
                    <a:pt x="74" y="311"/>
                  </a:cubicBezTo>
                  <a:cubicBezTo>
                    <a:pt x="196" y="646"/>
                    <a:pt x="469" y="919"/>
                    <a:pt x="864" y="950"/>
                  </a:cubicBezTo>
                  <a:cubicBezTo>
                    <a:pt x="899" y="956"/>
                    <a:pt x="935" y="959"/>
                    <a:pt x="971" y="959"/>
                  </a:cubicBezTo>
                  <a:cubicBezTo>
                    <a:pt x="1278" y="959"/>
                    <a:pt x="1610" y="736"/>
                    <a:pt x="1746" y="463"/>
                  </a:cubicBezTo>
                  <a:cubicBezTo>
                    <a:pt x="1851" y="253"/>
                    <a:pt x="1636" y="57"/>
                    <a:pt x="1443" y="57"/>
                  </a:cubicBezTo>
                  <a:cubicBezTo>
                    <a:pt x="1357" y="57"/>
                    <a:pt x="1276" y="96"/>
                    <a:pt x="1229" y="190"/>
                  </a:cubicBezTo>
                  <a:cubicBezTo>
                    <a:pt x="1182" y="330"/>
                    <a:pt x="1047" y="407"/>
                    <a:pt x="911" y="407"/>
                  </a:cubicBezTo>
                  <a:cubicBezTo>
                    <a:pt x="781" y="407"/>
                    <a:pt x="650" y="338"/>
                    <a:pt x="591" y="190"/>
                  </a:cubicBezTo>
                  <a:cubicBezTo>
                    <a:pt x="554" y="57"/>
                    <a:pt x="446" y="1"/>
                    <a:pt x="3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67"/>
            <p:cNvSpPr/>
            <p:nvPr/>
          </p:nvSpPr>
          <p:spPr>
            <a:xfrm>
              <a:off x="1532100" y="1413825"/>
              <a:ext cx="20025" cy="13800"/>
            </a:xfrm>
            <a:custGeom>
              <a:avLst/>
              <a:gdLst/>
              <a:ahLst/>
              <a:cxnLst/>
              <a:rect l="l" t="t" r="r" b="b"/>
              <a:pathLst>
                <a:path w="801" h="552" extrusionOk="0">
                  <a:moveTo>
                    <a:pt x="454" y="0"/>
                  </a:moveTo>
                  <a:cubicBezTo>
                    <a:pt x="408" y="0"/>
                    <a:pt x="359" y="17"/>
                    <a:pt x="309" y="56"/>
                  </a:cubicBezTo>
                  <a:cubicBezTo>
                    <a:pt x="0" y="184"/>
                    <a:pt x="170" y="552"/>
                    <a:pt x="414" y="552"/>
                  </a:cubicBezTo>
                  <a:cubicBezTo>
                    <a:pt x="458" y="552"/>
                    <a:pt x="505" y="540"/>
                    <a:pt x="552" y="512"/>
                  </a:cubicBezTo>
                  <a:cubicBezTo>
                    <a:pt x="801" y="337"/>
                    <a:pt x="663" y="0"/>
                    <a:pt x="4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67"/>
            <p:cNvSpPr/>
            <p:nvPr/>
          </p:nvSpPr>
          <p:spPr>
            <a:xfrm>
              <a:off x="1595100" y="1464300"/>
              <a:ext cx="20250" cy="13525"/>
            </a:xfrm>
            <a:custGeom>
              <a:avLst/>
              <a:gdLst/>
              <a:ahLst/>
              <a:cxnLst/>
              <a:rect l="l" t="t" r="r" b="b"/>
              <a:pathLst>
                <a:path w="810" h="541" extrusionOk="0">
                  <a:moveTo>
                    <a:pt x="424" y="1"/>
                  </a:moveTo>
                  <a:cubicBezTo>
                    <a:pt x="379" y="1"/>
                    <a:pt x="330" y="13"/>
                    <a:pt x="281" y="43"/>
                  </a:cubicBezTo>
                  <a:cubicBezTo>
                    <a:pt x="1" y="196"/>
                    <a:pt x="169" y="541"/>
                    <a:pt x="410" y="541"/>
                  </a:cubicBezTo>
                  <a:cubicBezTo>
                    <a:pt x="457" y="541"/>
                    <a:pt x="506" y="528"/>
                    <a:pt x="555" y="499"/>
                  </a:cubicBezTo>
                  <a:cubicBezTo>
                    <a:pt x="810" y="346"/>
                    <a:pt x="659" y="1"/>
                    <a:pt x="4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67"/>
            <p:cNvSpPr/>
            <p:nvPr/>
          </p:nvSpPr>
          <p:spPr>
            <a:xfrm>
              <a:off x="1647150" y="1616850"/>
              <a:ext cx="24275" cy="19650"/>
            </a:xfrm>
            <a:custGeom>
              <a:avLst/>
              <a:gdLst/>
              <a:ahLst/>
              <a:cxnLst/>
              <a:rect l="l" t="t" r="r" b="b"/>
              <a:pathLst>
                <a:path w="971" h="786" extrusionOk="0">
                  <a:moveTo>
                    <a:pt x="584" y="1"/>
                  </a:moveTo>
                  <a:cubicBezTo>
                    <a:pt x="526" y="1"/>
                    <a:pt x="467" y="25"/>
                    <a:pt x="418" y="81"/>
                  </a:cubicBezTo>
                  <a:cubicBezTo>
                    <a:pt x="327" y="172"/>
                    <a:pt x="297" y="233"/>
                    <a:pt x="205" y="324"/>
                  </a:cubicBezTo>
                  <a:cubicBezTo>
                    <a:pt x="0" y="529"/>
                    <a:pt x="188" y="786"/>
                    <a:pt x="398" y="786"/>
                  </a:cubicBezTo>
                  <a:cubicBezTo>
                    <a:pt x="468" y="786"/>
                    <a:pt x="540" y="757"/>
                    <a:pt x="601" y="689"/>
                  </a:cubicBezTo>
                  <a:cubicBezTo>
                    <a:pt x="661" y="628"/>
                    <a:pt x="722" y="537"/>
                    <a:pt x="783" y="476"/>
                  </a:cubicBezTo>
                  <a:cubicBezTo>
                    <a:pt x="970" y="265"/>
                    <a:pt x="779" y="1"/>
                    <a:pt x="5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67"/>
            <p:cNvSpPr/>
            <p:nvPr/>
          </p:nvSpPr>
          <p:spPr>
            <a:xfrm>
              <a:off x="1634000" y="1567500"/>
              <a:ext cx="19175" cy="15175"/>
            </a:xfrm>
            <a:custGeom>
              <a:avLst/>
              <a:gdLst/>
              <a:ahLst/>
              <a:cxnLst/>
              <a:rect l="l" t="t" r="r" b="b"/>
              <a:pathLst>
                <a:path w="767" h="607" extrusionOk="0">
                  <a:moveTo>
                    <a:pt x="347" y="0"/>
                  </a:moveTo>
                  <a:cubicBezTo>
                    <a:pt x="168" y="0"/>
                    <a:pt x="0" y="178"/>
                    <a:pt x="123" y="383"/>
                  </a:cubicBezTo>
                  <a:cubicBezTo>
                    <a:pt x="123" y="444"/>
                    <a:pt x="184" y="444"/>
                    <a:pt x="184" y="474"/>
                  </a:cubicBezTo>
                  <a:cubicBezTo>
                    <a:pt x="231" y="568"/>
                    <a:pt x="310" y="607"/>
                    <a:pt x="391" y="607"/>
                  </a:cubicBezTo>
                  <a:cubicBezTo>
                    <a:pt x="572" y="607"/>
                    <a:pt x="766" y="411"/>
                    <a:pt x="640" y="201"/>
                  </a:cubicBezTo>
                  <a:cubicBezTo>
                    <a:pt x="640" y="170"/>
                    <a:pt x="579" y="170"/>
                    <a:pt x="579" y="140"/>
                  </a:cubicBezTo>
                  <a:cubicBezTo>
                    <a:pt x="520" y="41"/>
                    <a:pt x="432"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67"/>
            <p:cNvSpPr/>
            <p:nvPr/>
          </p:nvSpPr>
          <p:spPr>
            <a:xfrm>
              <a:off x="1535950" y="1571450"/>
              <a:ext cx="20125" cy="13525"/>
            </a:xfrm>
            <a:custGeom>
              <a:avLst/>
              <a:gdLst/>
              <a:ahLst/>
              <a:cxnLst/>
              <a:rect l="l" t="t" r="r" b="b"/>
              <a:pathLst>
                <a:path w="805" h="541" extrusionOk="0">
                  <a:moveTo>
                    <a:pt x="437" y="0"/>
                  </a:moveTo>
                  <a:cubicBezTo>
                    <a:pt x="395" y="0"/>
                    <a:pt x="351" y="13"/>
                    <a:pt x="307" y="43"/>
                  </a:cubicBezTo>
                  <a:cubicBezTo>
                    <a:pt x="1" y="196"/>
                    <a:pt x="165" y="541"/>
                    <a:pt x="406" y="541"/>
                  </a:cubicBezTo>
                  <a:cubicBezTo>
                    <a:pt x="452" y="541"/>
                    <a:pt x="501" y="528"/>
                    <a:pt x="550" y="499"/>
                  </a:cubicBezTo>
                  <a:cubicBezTo>
                    <a:pt x="805" y="346"/>
                    <a:pt x="654" y="0"/>
                    <a:pt x="4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67"/>
            <p:cNvSpPr/>
            <p:nvPr/>
          </p:nvSpPr>
          <p:spPr>
            <a:xfrm>
              <a:off x="1477150" y="1548650"/>
              <a:ext cx="19650" cy="13475"/>
            </a:xfrm>
            <a:custGeom>
              <a:avLst/>
              <a:gdLst/>
              <a:ahLst/>
              <a:cxnLst/>
              <a:rect l="l" t="t" r="r" b="b"/>
              <a:pathLst>
                <a:path w="786" h="539" extrusionOk="0">
                  <a:moveTo>
                    <a:pt x="400" y="0"/>
                  </a:moveTo>
                  <a:cubicBezTo>
                    <a:pt x="355" y="0"/>
                    <a:pt x="307" y="13"/>
                    <a:pt x="258" y="43"/>
                  </a:cubicBezTo>
                  <a:cubicBezTo>
                    <a:pt x="0" y="171"/>
                    <a:pt x="157" y="539"/>
                    <a:pt x="395" y="539"/>
                  </a:cubicBezTo>
                  <a:cubicBezTo>
                    <a:pt x="438" y="539"/>
                    <a:pt x="484" y="527"/>
                    <a:pt x="531" y="499"/>
                  </a:cubicBezTo>
                  <a:cubicBezTo>
                    <a:pt x="786" y="346"/>
                    <a:pt x="635" y="0"/>
                    <a:pt x="4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67"/>
            <p:cNvSpPr/>
            <p:nvPr/>
          </p:nvSpPr>
          <p:spPr>
            <a:xfrm>
              <a:off x="1481825" y="1441500"/>
              <a:ext cx="20300" cy="13500"/>
            </a:xfrm>
            <a:custGeom>
              <a:avLst/>
              <a:gdLst/>
              <a:ahLst/>
              <a:cxnLst/>
              <a:rect l="l" t="t" r="r" b="b"/>
              <a:pathLst>
                <a:path w="812" h="540" extrusionOk="0">
                  <a:moveTo>
                    <a:pt x="426" y="1"/>
                  </a:moveTo>
                  <a:cubicBezTo>
                    <a:pt x="381" y="1"/>
                    <a:pt x="332" y="13"/>
                    <a:pt x="283" y="43"/>
                  </a:cubicBezTo>
                  <a:cubicBezTo>
                    <a:pt x="1" y="171"/>
                    <a:pt x="174" y="539"/>
                    <a:pt x="419" y="539"/>
                  </a:cubicBezTo>
                  <a:cubicBezTo>
                    <a:pt x="463" y="539"/>
                    <a:pt x="510" y="527"/>
                    <a:pt x="557" y="499"/>
                  </a:cubicBezTo>
                  <a:cubicBezTo>
                    <a:pt x="812" y="346"/>
                    <a:pt x="661" y="1"/>
                    <a:pt x="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67"/>
            <p:cNvSpPr/>
            <p:nvPr/>
          </p:nvSpPr>
          <p:spPr>
            <a:xfrm>
              <a:off x="1493925" y="1464600"/>
              <a:ext cx="22600" cy="14000"/>
            </a:xfrm>
            <a:custGeom>
              <a:avLst/>
              <a:gdLst/>
              <a:ahLst/>
              <a:cxnLst/>
              <a:rect l="l" t="t" r="r" b="b"/>
              <a:pathLst>
                <a:path w="904" h="560" extrusionOk="0">
                  <a:moveTo>
                    <a:pt x="472" y="0"/>
                  </a:moveTo>
                  <a:cubicBezTo>
                    <a:pt x="431" y="0"/>
                    <a:pt x="389" y="10"/>
                    <a:pt x="346" y="31"/>
                  </a:cubicBezTo>
                  <a:cubicBezTo>
                    <a:pt x="316" y="31"/>
                    <a:pt x="316" y="61"/>
                    <a:pt x="255" y="61"/>
                  </a:cubicBezTo>
                  <a:cubicBezTo>
                    <a:pt x="0" y="214"/>
                    <a:pt x="152" y="559"/>
                    <a:pt x="386" y="559"/>
                  </a:cubicBezTo>
                  <a:cubicBezTo>
                    <a:pt x="431" y="559"/>
                    <a:pt x="480" y="547"/>
                    <a:pt x="529" y="517"/>
                  </a:cubicBezTo>
                  <a:cubicBezTo>
                    <a:pt x="559" y="517"/>
                    <a:pt x="559" y="487"/>
                    <a:pt x="590" y="487"/>
                  </a:cubicBezTo>
                  <a:cubicBezTo>
                    <a:pt x="903" y="356"/>
                    <a:pt x="722" y="0"/>
                    <a:pt x="47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67"/>
            <p:cNvSpPr/>
            <p:nvPr/>
          </p:nvSpPr>
          <p:spPr>
            <a:xfrm>
              <a:off x="1529700" y="1497400"/>
              <a:ext cx="21675" cy="14575"/>
            </a:xfrm>
            <a:custGeom>
              <a:avLst/>
              <a:gdLst/>
              <a:ahLst/>
              <a:cxnLst/>
              <a:rect l="l" t="t" r="r" b="b"/>
              <a:pathLst>
                <a:path w="867" h="583" extrusionOk="0">
                  <a:moveTo>
                    <a:pt x="503" y="1"/>
                  </a:moveTo>
                  <a:cubicBezTo>
                    <a:pt x="453" y="1"/>
                    <a:pt x="399" y="18"/>
                    <a:pt x="344" y="56"/>
                  </a:cubicBezTo>
                  <a:cubicBezTo>
                    <a:pt x="314" y="56"/>
                    <a:pt x="314" y="87"/>
                    <a:pt x="283" y="87"/>
                  </a:cubicBezTo>
                  <a:cubicBezTo>
                    <a:pt x="0" y="215"/>
                    <a:pt x="174" y="583"/>
                    <a:pt x="419" y="583"/>
                  </a:cubicBezTo>
                  <a:cubicBezTo>
                    <a:pt x="463" y="583"/>
                    <a:pt x="510" y="571"/>
                    <a:pt x="557" y="543"/>
                  </a:cubicBezTo>
                  <a:cubicBezTo>
                    <a:pt x="587" y="543"/>
                    <a:pt x="587" y="512"/>
                    <a:pt x="618" y="512"/>
                  </a:cubicBezTo>
                  <a:cubicBezTo>
                    <a:pt x="866" y="338"/>
                    <a:pt x="728" y="1"/>
                    <a:pt x="50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67"/>
            <p:cNvSpPr/>
            <p:nvPr/>
          </p:nvSpPr>
          <p:spPr>
            <a:xfrm>
              <a:off x="1560725" y="1399700"/>
              <a:ext cx="20425" cy="13250"/>
            </a:xfrm>
            <a:custGeom>
              <a:avLst/>
              <a:gdLst/>
              <a:ahLst/>
              <a:cxnLst/>
              <a:rect l="l" t="t" r="r" b="b"/>
              <a:pathLst>
                <a:path w="817" h="530" extrusionOk="0">
                  <a:moveTo>
                    <a:pt x="431" y="1"/>
                  </a:moveTo>
                  <a:cubicBezTo>
                    <a:pt x="386" y="1"/>
                    <a:pt x="338" y="14"/>
                    <a:pt x="288" y="43"/>
                  </a:cubicBezTo>
                  <a:cubicBezTo>
                    <a:pt x="1" y="174"/>
                    <a:pt x="186" y="530"/>
                    <a:pt x="436" y="530"/>
                  </a:cubicBezTo>
                  <a:cubicBezTo>
                    <a:pt x="477" y="530"/>
                    <a:pt x="520" y="520"/>
                    <a:pt x="562" y="499"/>
                  </a:cubicBezTo>
                  <a:cubicBezTo>
                    <a:pt x="817" y="346"/>
                    <a:pt x="666" y="1"/>
                    <a:pt x="43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67"/>
            <p:cNvSpPr/>
            <p:nvPr/>
          </p:nvSpPr>
          <p:spPr>
            <a:xfrm>
              <a:off x="1436350" y="1519800"/>
              <a:ext cx="19175" cy="15175"/>
            </a:xfrm>
            <a:custGeom>
              <a:avLst/>
              <a:gdLst/>
              <a:ahLst/>
              <a:cxnLst/>
              <a:rect l="l" t="t" r="r" b="b"/>
              <a:pathLst>
                <a:path w="767" h="607" extrusionOk="0">
                  <a:moveTo>
                    <a:pt x="376" y="0"/>
                  </a:moveTo>
                  <a:cubicBezTo>
                    <a:pt x="194" y="0"/>
                    <a:pt x="0" y="196"/>
                    <a:pt x="127" y="406"/>
                  </a:cubicBezTo>
                  <a:cubicBezTo>
                    <a:pt x="127" y="437"/>
                    <a:pt x="187" y="437"/>
                    <a:pt x="187" y="467"/>
                  </a:cubicBezTo>
                  <a:cubicBezTo>
                    <a:pt x="247" y="566"/>
                    <a:pt x="335" y="607"/>
                    <a:pt x="420" y="607"/>
                  </a:cubicBezTo>
                  <a:cubicBezTo>
                    <a:pt x="599" y="607"/>
                    <a:pt x="767" y="429"/>
                    <a:pt x="643" y="224"/>
                  </a:cubicBezTo>
                  <a:cubicBezTo>
                    <a:pt x="643" y="163"/>
                    <a:pt x="583" y="163"/>
                    <a:pt x="583" y="133"/>
                  </a:cubicBezTo>
                  <a:cubicBezTo>
                    <a:pt x="536" y="39"/>
                    <a:pt x="457" y="0"/>
                    <a:pt x="3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67"/>
            <p:cNvSpPr/>
            <p:nvPr/>
          </p:nvSpPr>
          <p:spPr>
            <a:xfrm>
              <a:off x="1454250" y="1545600"/>
              <a:ext cx="21275" cy="14775"/>
            </a:xfrm>
            <a:custGeom>
              <a:avLst/>
              <a:gdLst/>
              <a:ahLst/>
              <a:cxnLst/>
              <a:rect l="l" t="t" r="r" b="b"/>
              <a:pathLst>
                <a:path w="851" h="591" extrusionOk="0">
                  <a:moveTo>
                    <a:pt x="465" y="1"/>
                  </a:moveTo>
                  <a:cubicBezTo>
                    <a:pt x="420" y="1"/>
                    <a:pt x="372" y="14"/>
                    <a:pt x="322" y="43"/>
                  </a:cubicBezTo>
                  <a:cubicBezTo>
                    <a:pt x="292" y="43"/>
                    <a:pt x="292" y="104"/>
                    <a:pt x="262" y="104"/>
                  </a:cubicBezTo>
                  <a:cubicBezTo>
                    <a:pt x="0" y="235"/>
                    <a:pt x="166" y="590"/>
                    <a:pt x="411" y="590"/>
                  </a:cubicBezTo>
                  <a:cubicBezTo>
                    <a:pt x="451" y="590"/>
                    <a:pt x="493" y="581"/>
                    <a:pt x="535" y="560"/>
                  </a:cubicBezTo>
                  <a:cubicBezTo>
                    <a:pt x="566" y="560"/>
                    <a:pt x="566" y="499"/>
                    <a:pt x="596" y="499"/>
                  </a:cubicBezTo>
                  <a:cubicBezTo>
                    <a:pt x="851" y="346"/>
                    <a:pt x="700"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67"/>
            <p:cNvSpPr/>
            <p:nvPr/>
          </p:nvSpPr>
          <p:spPr>
            <a:xfrm>
              <a:off x="1572125" y="1596200"/>
              <a:ext cx="20275" cy="13575"/>
            </a:xfrm>
            <a:custGeom>
              <a:avLst/>
              <a:gdLst/>
              <a:ahLst/>
              <a:cxnLst/>
              <a:rect l="l" t="t" r="r" b="b"/>
              <a:pathLst>
                <a:path w="811" h="543" extrusionOk="0">
                  <a:moveTo>
                    <a:pt x="448" y="0"/>
                  </a:moveTo>
                  <a:cubicBezTo>
                    <a:pt x="398" y="0"/>
                    <a:pt x="344" y="17"/>
                    <a:pt x="288" y="56"/>
                  </a:cubicBezTo>
                  <a:cubicBezTo>
                    <a:pt x="1" y="186"/>
                    <a:pt x="186" y="542"/>
                    <a:pt x="436" y="542"/>
                  </a:cubicBezTo>
                  <a:cubicBezTo>
                    <a:pt x="477" y="542"/>
                    <a:pt x="520" y="533"/>
                    <a:pt x="562" y="512"/>
                  </a:cubicBezTo>
                  <a:cubicBezTo>
                    <a:pt x="811" y="337"/>
                    <a:pt x="673" y="0"/>
                    <a:pt x="4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67"/>
            <p:cNvSpPr/>
            <p:nvPr/>
          </p:nvSpPr>
          <p:spPr>
            <a:xfrm>
              <a:off x="1344525" y="1496175"/>
              <a:ext cx="33450" cy="19600"/>
            </a:xfrm>
            <a:custGeom>
              <a:avLst/>
              <a:gdLst/>
              <a:ahLst/>
              <a:cxnLst/>
              <a:rect l="l" t="t" r="r" b="b"/>
              <a:pathLst>
                <a:path w="1338" h="784" extrusionOk="0">
                  <a:moveTo>
                    <a:pt x="302" y="1"/>
                  </a:moveTo>
                  <a:cubicBezTo>
                    <a:pt x="253" y="1"/>
                    <a:pt x="203" y="14"/>
                    <a:pt x="152" y="44"/>
                  </a:cubicBezTo>
                  <a:cubicBezTo>
                    <a:pt x="61" y="105"/>
                    <a:pt x="0" y="288"/>
                    <a:pt x="91" y="409"/>
                  </a:cubicBezTo>
                  <a:cubicBezTo>
                    <a:pt x="281" y="662"/>
                    <a:pt x="529" y="783"/>
                    <a:pt x="805" y="783"/>
                  </a:cubicBezTo>
                  <a:cubicBezTo>
                    <a:pt x="927" y="783"/>
                    <a:pt x="1055" y="760"/>
                    <a:pt x="1186" y="713"/>
                  </a:cubicBezTo>
                  <a:cubicBezTo>
                    <a:pt x="1338" y="622"/>
                    <a:pt x="1338" y="440"/>
                    <a:pt x="1277" y="318"/>
                  </a:cubicBezTo>
                  <a:cubicBezTo>
                    <a:pt x="1225" y="232"/>
                    <a:pt x="1155" y="195"/>
                    <a:pt x="1076" y="195"/>
                  </a:cubicBezTo>
                  <a:cubicBezTo>
                    <a:pt x="1014" y="195"/>
                    <a:pt x="948" y="217"/>
                    <a:pt x="882" y="257"/>
                  </a:cubicBezTo>
                  <a:cubicBezTo>
                    <a:pt x="853" y="264"/>
                    <a:pt x="823" y="268"/>
                    <a:pt x="792" y="268"/>
                  </a:cubicBezTo>
                  <a:cubicBezTo>
                    <a:pt x="693" y="268"/>
                    <a:pt x="594" y="228"/>
                    <a:pt x="547" y="136"/>
                  </a:cubicBezTo>
                  <a:cubicBezTo>
                    <a:pt x="486" y="55"/>
                    <a:pt x="399" y="1"/>
                    <a:pt x="30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67"/>
            <p:cNvSpPr/>
            <p:nvPr/>
          </p:nvSpPr>
          <p:spPr>
            <a:xfrm>
              <a:off x="1358200" y="1470950"/>
              <a:ext cx="34200" cy="19125"/>
            </a:xfrm>
            <a:custGeom>
              <a:avLst/>
              <a:gdLst/>
              <a:ahLst/>
              <a:cxnLst/>
              <a:rect l="l" t="t" r="r" b="b"/>
              <a:pathLst>
                <a:path w="1368" h="765" extrusionOk="0">
                  <a:moveTo>
                    <a:pt x="279" y="1"/>
                  </a:moveTo>
                  <a:cubicBezTo>
                    <a:pt x="220" y="1"/>
                    <a:pt x="164" y="24"/>
                    <a:pt x="122" y="81"/>
                  </a:cubicBezTo>
                  <a:cubicBezTo>
                    <a:pt x="31" y="202"/>
                    <a:pt x="0" y="385"/>
                    <a:pt x="122" y="446"/>
                  </a:cubicBezTo>
                  <a:cubicBezTo>
                    <a:pt x="323" y="647"/>
                    <a:pt x="566" y="765"/>
                    <a:pt x="851" y="765"/>
                  </a:cubicBezTo>
                  <a:cubicBezTo>
                    <a:pt x="910" y="765"/>
                    <a:pt x="971" y="760"/>
                    <a:pt x="1034" y="749"/>
                  </a:cubicBezTo>
                  <a:cubicBezTo>
                    <a:pt x="1359" y="720"/>
                    <a:pt x="1368" y="231"/>
                    <a:pt x="1062" y="231"/>
                  </a:cubicBezTo>
                  <a:cubicBezTo>
                    <a:pt x="1053" y="231"/>
                    <a:pt x="1043" y="232"/>
                    <a:pt x="1034" y="233"/>
                  </a:cubicBezTo>
                  <a:cubicBezTo>
                    <a:pt x="821" y="233"/>
                    <a:pt x="639" y="202"/>
                    <a:pt x="487" y="81"/>
                  </a:cubicBezTo>
                  <a:cubicBezTo>
                    <a:pt x="422" y="32"/>
                    <a:pt x="348" y="1"/>
                    <a:pt x="27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67"/>
            <p:cNvSpPr/>
            <p:nvPr/>
          </p:nvSpPr>
          <p:spPr>
            <a:xfrm>
              <a:off x="1382500" y="1445375"/>
              <a:ext cx="29675" cy="17525"/>
            </a:xfrm>
            <a:custGeom>
              <a:avLst/>
              <a:gdLst/>
              <a:ahLst/>
              <a:cxnLst/>
              <a:rect l="l" t="t" r="r" b="b"/>
              <a:pathLst>
                <a:path w="1187" h="701" extrusionOk="0">
                  <a:moveTo>
                    <a:pt x="297" y="0"/>
                  </a:moveTo>
                  <a:cubicBezTo>
                    <a:pt x="213" y="0"/>
                    <a:pt x="127" y="35"/>
                    <a:pt x="92" y="70"/>
                  </a:cubicBezTo>
                  <a:cubicBezTo>
                    <a:pt x="1" y="162"/>
                    <a:pt x="1" y="344"/>
                    <a:pt x="123" y="465"/>
                  </a:cubicBezTo>
                  <a:cubicBezTo>
                    <a:pt x="276" y="619"/>
                    <a:pt x="479" y="700"/>
                    <a:pt x="684" y="700"/>
                  </a:cubicBezTo>
                  <a:cubicBezTo>
                    <a:pt x="803" y="700"/>
                    <a:pt x="923" y="673"/>
                    <a:pt x="1034" y="617"/>
                  </a:cubicBezTo>
                  <a:cubicBezTo>
                    <a:pt x="1186" y="526"/>
                    <a:pt x="1186" y="344"/>
                    <a:pt x="1126" y="222"/>
                  </a:cubicBezTo>
                  <a:cubicBezTo>
                    <a:pt x="1074" y="137"/>
                    <a:pt x="1003" y="99"/>
                    <a:pt x="924" y="99"/>
                  </a:cubicBezTo>
                  <a:cubicBezTo>
                    <a:pt x="863" y="99"/>
                    <a:pt x="797" y="122"/>
                    <a:pt x="730" y="162"/>
                  </a:cubicBezTo>
                  <a:cubicBezTo>
                    <a:pt x="700" y="169"/>
                    <a:pt x="673" y="173"/>
                    <a:pt x="649" y="173"/>
                  </a:cubicBezTo>
                  <a:cubicBezTo>
                    <a:pt x="577" y="173"/>
                    <a:pt x="525" y="139"/>
                    <a:pt x="457" y="70"/>
                  </a:cubicBezTo>
                  <a:cubicBezTo>
                    <a:pt x="418" y="19"/>
                    <a:pt x="358" y="0"/>
                    <a:pt x="29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67"/>
            <p:cNvSpPr/>
            <p:nvPr/>
          </p:nvSpPr>
          <p:spPr>
            <a:xfrm>
              <a:off x="1506375" y="1425300"/>
              <a:ext cx="23575" cy="22125"/>
            </a:xfrm>
            <a:custGeom>
              <a:avLst/>
              <a:gdLst/>
              <a:ahLst/>
              <a:cxnLst/>
              <a:rect l="l" t="t" r="r" b="b"/>
              <a:pathLst>
                <a:path w="943" h="885" extrusionOk="0">
                  <a:moveTo>
                    <a:pt x="482" y="0"/>
                  </a:moveTo>
                  <a:cubicBezTo>
                    <a:pt x="404" y="0"/>
                    <a:pt x="322" y="27"/>
                    <a:pt x="244" y="83"/>
                  </a:cubicBezTo>
                  <a:cubicBezTo>
                    <a:pt x="61" y="174"/>
                    <a:pt x="0" y="448"/>
                    <a:pt x="92" y="630"/>
                  </a:cubicBezTo>
                  <a:lnTo>
                    <a:pt x="92" y="691"/>
                  </a:lnTo>
                  <a:cubicBezTo>
                    <a:pt x="176" y="817"/>
                    <a:pt x="332" y="885"/>
                    <a:pt x="481" y="885"/>
                  </a:cubicBezTo>
                  <a:cubicBezTo>
                    <a:pt x="547" y="885"/>
                    <a:pt x="613" y="871"/>
                    <a:pt x="669" y="843"/>
                  </a:cubicBezTo>
                  <a:cubicBezTo>
                    <a:pt x="882" y="691"/>
                    <a:pt x="943" y="417"/>
                    <a:pt x="821" y="235"/>
                  </a:cubicBezTo>
                  <a:cubicBezTo>
                    <a:pt x="744" y="81"/>
                    <a:pt x="618" y="0"/>
                    <a:pt x="48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67"/>
            <p:cNvSpPr/>
            <p:nvPr/>
          </p:nvSpPr>
          <p:spPr>
            <a:xfrm>
              <a:off x="1505625" y="1565875"/>
              <a:ext cx="23575" cy="22475"/>
            </a:xfrm>
            <a:custGeom>
              <a:avLst/>
              <a:gdLst/>
              <a:ahLst/>
              <a:cxnLst/>
              <a:rect l="l" t="t" r="r" b="b"/>
              <a:pathLst>
                <a:path w="943" h="899" extrusionOk="0">
                  <a:moveTo>
                    <a:pt x="482" y="0"/>
                  </a:moveTo>
                  <a:cubicBezTo>
                    <a:pt x="403" y="0"/>
                    <a:pt x="321" y="27"/>
                    <a:pt x="243" y="83"/>
                  </a:cubicBezTo>
                  <a:cubicBezTo>
                    <a:pt x="61" y="205"/>
                    <a:pt x="0" y="448"/>
                    <a:pt x="91" y="661"/>
                  </a:cubicBezTo>
                  <a:lnTo>
                    <a:pt x="91" y="691"/>
                  </a:lnTo>
                  <a:cubicBezTo>
                    <a:pt x="175" y="816"/>
                    <a:pt x="330" y="898"/>
                    <a:pt x="478" y="898"/>
                  </a:cubicBezTo>
                  <a:cubicBezTo>
                    <a:pt x="545" y="898"/>
                    <a:pt x="611" y="881"/>
                    <a:pt x="669" y="843"/>
                  </a:cubicBezTo>
                  <a:cubicBezTo>
                    <a:pt x="851" y="661"/>
                    <a:pt x="942" y="418"/>
                    <a:pt x="821" y="235"/>
                  </a:cubicBezTo>
                  <a:cubicBezTo>
                    <a:pt x="744" y="81"/>
                    <a:pt x="618" y="0"/>
                    <a:pt x="48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67"/>
            <p:cNvSpPr/>
            <p:nvPr/>
          </p:nvSpPr>
          <p:spPr>
            <a:xfrm>
              <a:off x="1568050" y="1429650"/>
              <a:ext cx="29300" cy="21050"/>
            </a:xfrm>
            <a:custGeom>
              <a:avLst/>
              <a:gdLst/>
              <a:ahLst/>
              <a:cxnLst/>
              <a:rect l="l" t="t" r="r" b="b"/>
              <a:pathLst>
                <a:path w="1172" h="842" extrusionOk="0">
                  <a:moveTo>
                    <a:pt x="583" y="1"/>
                  </a:moveTo>
                  <a:cubicBezTo>
                    <a:pt x="521" y="1"/>
                    <a:pt x="456" y="19"/>
                    <a:pt x="391" y="61"/>
                  </a:cubicBezTo>
                  <a:cubicBezTo>
                    <a:pt x="0" y="295"/>
                    <a:pt x="234" y="841"/>
                    <a:pt x="595" y="841"/>
                  </a:cubicBezTo>
                  <a:cubicBezTo>
                    <a:pt x="656" y="841"/>
                    <a:pt x="720" y="826"/>
                    <a:pt x="786" y="791"/>
                  </a:cubicBezTo>
                  <a:cubicBezTo>
                    <a:pt x="1172" y="559"/>
                    <a:pt x="926" y="1"/>
                    <a:pt x="58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67"/>
            <p:cNvSpPr/>
            <p:nvPr/>
          </p:nvSpPr>
          <p:spPr>
            <a:xfrm>
              <a:off x="1410625" y="1497000"/>
              <a:ext cx="25100" cy="20850"/>
            </a:xfrm>
            <a:custGeom>
              <a:avLst/>
              <a:gdLst/>
              <a:ahLst/>
              <a:cxnLst/>
              <a:rect l="l" t="t" r="r" b="b"/>
              <a:pathLst>
                <a:path w="1004" h="834" extrusionOk="0">
                  <a:moveTo>
                    <a:pt x="486" y="1"/>
                  </a:moveTo>
                  <a:cubicBezTo>
                    <a:pt x="422" y="1"/>
                    <a:pt x="359" y="14"/>
                    <a:pt x="305" y="42"/>
                  </a:cubicBezTo>
                  <a:lnTo>
                    <a:pt x="244" y="42"/>
                  </a:lnTo>
                  <a:cubicBezTo>
                    <a:pt x="61" y="163"/>
                    <a:pt x="1" y="437"/>
                    <a:pt x="92" y="619"/>
                  </a:cubicBezTo>
                  <a:cubicBezTo>
                    <a:pt x="192" y="759"/>
                    <a:pt x="344" y="833"/>
                    <a:pt x="488" y="833"/>
                  </a:cubicBezTo>
                  <a:cubicBezTo>
                    <a:pt x="564" y="833"/>
                    <a:pt x="637" y="813"/>
                    <a:pt x="700" y="771"/>
                  </a:cubicBezTo>
                  <a:cubicBezTo>
                    <a:pt x="943" y="680"/>
                    <a:pt x="1004" y="407"/>
                    <a:pt x="852" y="224"/>
                  </a:cubicBezTo>
                  <a:cubicBezTo>
                    <a:pt x="788" y="75"/>
                    <a:pt x="635" y="1"/>
                    <a:pt x="48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67"/>
            <p:cNvSpPr/>
            <p:nvPr/>
          </p:nvSpPr>
          <p:spPr>
            <a:xfrm>
              <a:off x="1426575" y="1767025"/>
              <a:ext cx="185450" cy="110225"/>
            </a:xfrm>
            <a:custGeom>
              <a:avLst/>
              <a:gdLst/>
              <a:ahLst/>
              <a:cxnLst/>
              <a:rect l="l" t="t" r="r" b="b"/>
              <a:pathLst>
                <a:path w="7418" h="4409" extrusionOk="0">
                  <a:moveTo>
                    <a:pt x="6840" y="1581"/>
                  </a:moveTo>
                  <a:lnTo>
                    <a:pt x="5837" y="3952"/>
                  </a:lnTo>
                  <a:lnTo>
                    <a:pt x="2767" y="3952"/>
                  </a:lnTo>
                  <a:lnTo>
                    <a:pt x="1733" y="1581"/>
                  </a:lnTo>
                  <a:close/>
                  <a:moveTo>
                    <a:pt x="214" y="1"/>
                  </a:moveTo>
                  <a:cubicBezTo>
                    <a:pt x="122" y="1"/>
                    <a:pt x="1" y="122"/>
                    <a:pt x="1" y="244"/>
                  </a:cubicBezTo>
                  <a:cubicBezTo>
                    <a:pt x="1" y="335"/>
                    <a:pt x="122" y="457"/>
                    <a:pt x="214" y="457"/>
                  </a:cubicBezTo>
                  <a:lnTo>
                    <a:pt x="761" y="457"/>
                  </a:lnTo>
                  <a:lnTo>
                    <a:pt x="1186" y="1399"/>
                  </a:lnTo>
                  <a:lnTo>
                    <a:pt x="2402" y="4256"/>
                  </a:lnTo>
                  <a:cubicBezTo>
                    <a:pt x="2433" y="4378"/>
                    <a:pt x="2554" y="4408"/>
                    <a:pt x="2615" y="4408"/>
                  </a:cubicBezTo>
                  <a:lnTo>
                    <a:pt x="5989" y="4408"/>
                  </a:lnTo>
                  <a:cubicBezTo>
                    <a:pt x="6080" y="4408"/>
                    <a:pt x="6141" y="4378"/>
                    <a:pt x="6202" y="4317"/>
                  </a:cubicBezTo>
                  <a:lnTo>
                    <a:pt x="7417" y="1460"/>
                  </a:lnTo>
                  <a:cubicBezTo>
                    <a:pt x="7417" y="1369"/>
                    <a:pt x="7417" y="1308"/>
                    <a:pt x="7357" y="1217"/>
                  </a:cubicBezTo>
                  <a:cubicBezTo>
                    <a:pt x="7326" y="1156"/>
                    <a:pt x="7235" y="1125"/>
                    <a:pt x="7174" y="1125"/>
                  </a:cubicBezTo>
                  <a:lnTo>
                    <a:pt x="1551" y="1125"/>
                  </a:lnTo>
                  <a:lnTo>
                    <a:pt x="1126" y="153"/>
                  </a:lnTo>
                  <a:cubicBezTo>
                    <a:pt x="1095" y="62"/>
                    <a:pt x="974" y="1"/>
                    <a:pt x="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67"/>
            <p:cNvSpPr/>
            <p:nvPr/>
          </p:nvSpPr>
          <p:spPr>
            <a:xfrm>
              <a:off x="1500300" y="1816425"/>
              <a:ext cx="11425" cy="42575"/>
            </a:xfrm>
            <a:custGeom>
              <a:avLst/>
              <a:gdLst/>
              <a:ahLst/>
              <a:cxnLst/>
              <a:rect l="l" t="t" r="r" b="b"/>
              <a:pathLst>
                <a:path w="457" h="1703" extrusionOk="0">
                  <a:moveTo>
                    <a:pt x="243" y="1"/>
                  </a:moveTo>
                  <a:cubicBezTo>
                    <a:pt x="122" y="1"/>
                    <a:pt x="0" y="122"/>
                    <a:pt x="0" y="244"/>
                  </a:cubicBezTo>
                  <a:lnTo>
                    <a:pt x="0" y="1490"/>
                  </a:lnTo>
                  <a:cubicBezTo>
                    <a:pt x="0" y="1612"/>
                    <a:pt x="122" y="1703"/>
                    <a:pt x="243" y="1703"/>
                  </a:cubicBezTo>
                  <a:cubicBezTo>
                    <a:pt x="365" y="1703"/>
                    <a:pt x="456" y="1612"/>
                    <a:pt x="456" y="1490"/>
                  </a:cubicBezTo>
                  <a:lnTo>
                    <a:pt x="456" y="244"/>
                  </a:lnTo>
                  <a:cubicBezTo>
                    <a:pt x="456" y="122"/>
                    <a:pt x="335" y="1"/>
                    <a:pt x="2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67"/>
            <p:cNvSpPr/>
            <p:nvPr/>
          </p:nvSpPr>
          <p:spPr>
            <a:xfrm>
              <a:off x="1526125" y="1816425"/>
              <a:ext cx="11425" cy="42575"/>
            </a:xfrm>
            <a:custGeom>
              <a:avLst/>
              <a:gdLst/>
              <a:ahLst/>
              <a:cxnLst/>
              <a:rect l="l" t="t" r="r" b="b"/>
              <a:pathLst>
                <a:path w="457" h="1703" extrusionOk="0">
                  <a:moveTo>
                    <a:pt x="213" y="1"/>
                  </a:moveTo>
                  <a:cubicBezTo>
                    <a:pt x="122" y="1"/>
                    <a:pt x="1" y="122"/>
                    <a:pt x="1" y="244"/>
                  </a:cubicBezTo>
                  <a:lnTo>
                    <a:pt x="1" y="1490"/>
                  </a:lnTo>
                  <a:cubicBezTo>
                    <a:pt x="1" y="1612"/>
                    <a:pt x="122" y="1703"/>
                    <a:pt x="213" y="1703"/>
                  </a:cubicBezTo>
                  <a:cubicBezTo>
                    <a:pt x="335" y="1703"/>
                    <a:pt x="457" y="1612"/>
                    <a:pt x="457" y="1490"/>
                  </a:cubicBezTo>
                  <a:lnTo>
                    <a:pt x="457" y="244"/>
                  </a:lnTo>
                  <a:cubicBezTo>
                    <a:pt x="457" y="122"/>
                    <a:pt x="335" y="1"/>
                    <a:pt x="2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67"/>
            <p:cNvSpPr/>
            <p:nvPr/>
          </p:nvSpPr>
          <p:spPr>
            <a:xfrm>
              <a:off x="1551200" y="1816425"/>
              <a:ext cx="11425" cy="42575"/>
            </a:xfrm>
            <a:custGeom>
              <a:avLst/>
              <a:gdLst/>
              <a:ahLst/>
              <a:cxnLst/>
              <a:rect l="l" t="t" r="r" b="b"/>
              <a:pathLst>
                <a:path w="457" h="1703" extrusionOk="0">
                  <a:moveTo>
                    <a:pt x="214" y="1"/>
                  </a:moveTo>
                  <a:cubicBezTo>
                    <a:pt x="92" y="1"/>
                    <a:pt x="1" y="122"/>
                    <a:pt x="1" y="244"/>
                  </a:cubicBezTo>
                  <a:lnTo>
                    <a:pt x="1" y="1490"/>
                  </a:lnTo>
                  <a:cubicBezTo>
                    <a:pt x="1" y="1612"/>
                    <a:pt x="92" y="1703"/>
                    <a:pt x="214" y="1703"/>
                  </a:cubicBezTo>
                  <a:cubicBezTo>
                    <a:pt x="335" y="1703"/>
                    <a:pt x="457" y="1612"/>
                    <a:pt x="457" y="1490"/>
                  </a:cubicBezTo>
                  <a:lnTo>
                    <a:pt x="457" y="244"/>
                  </a:lnTo>
                  <a:cubicBezTo>
                    <a:pt x="457" y="122"/>
                    <a:pt x="335" y="1"/>
                    <a:pt x="21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67"/>
            <p:cNvSpPr/>
            <p:nvPr/>
          </p:nvSpPr>
          <p:spPr>
            <a:xfrm>
              <a:off x="1491925" y="1886325"/>
              <a:ext cx="38025" cy="38025"/>
            </a:xfrm>
            <a:custGeom>
              <a:avLst/>
              <a:gdLst/>
              <a:ahLst/>
              <a:cxnLst/>
              <a:rect l="l" t="t" r="r" b="b"/>
              <a:pathLst>
                <a:path w="1521" h="1521" extrusionOk="0">
                  <a:moveTo>
                    <a:pt x="761" y="487"/>
                  </a:moveTo>
                  <a:cubicBezTo>
                    <a:pt x="913" y="487"/>
                    <a:pt x="1034" y="609"/>
                    <a:pt x="1034" y="761"/>
                  </a:cubicBezTo>
                  <a:cubicBezTo>
                    <a:pt x="1034" y="882"/>
                    <a:pt x="913" y="1004"/>
                    <a:pt x="761" y="1004"/>
                  </a:cubicBezTo>
                  <a:cubicBezTo>
                    <a:pt x="609" y="1004"/>
                    <a:pt x="487" y="913"/>
                    <a:pt x="487" y="761"/>
                  </a:cubicBezTo>
                  <a:cubicBezTo>
                    <a:pt x="487" y="609"/>
                    <a:pt x="609" y="487"/>
                    <a:pt x="761" y="487"/>
                  </a:cubicBezTo>
                  <a:close/>
                  <a:moveTo>
                    <a:pt x="761" y="1"/>
                  </a:moveTo>
                  <a:cubicBezTo>
                    <a:pt x="335" y="1"/>
                    <a:pt x="1" y="335"/>
                    <a:pt x="1" y="761"/>
                  </a:cubicBezTo>
                  <a:cubicBezTo>
                    <a:pt x="1" y="1156"/>
                    <a:pt x="335" y="1521"/>
                    <a:pt x="761" y="1521"/>
                  </a:cubicBezTo>
                  <a:cubicBezTo>
                    <a:pt x="1186" y="1521"/>
                    <a:pt x="1521" y="1156"/>
                    <a:pt x="1521" y="761"/>
                  </a:cubicBezTo>
                  <a:cubicBezTo>
                    <a:pt x="1521" y="335"/>
                    <a:pt x="1186" y="1"/>
                    <a:pt x="7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67"/>
            <p:cNvSpPr/>
            <p:nvPr/>
          </p:nvSpPr>
          <p:spPr>
            <a:xfrm>
              <a:off x="1543600" y="1886325"/>
              <a:ext cx="38025" cy="38025"/>
            </a:xfrm>
            <a:custGeom>
              <a:avLst/>
              <a:gdLst/>
              <a:ahLst/>
              <a:cxnLst/>
              <a:rect l="l" t="t" r="r" b="b"/>
              <a:pathLst>
                <a:path w="1521" h="1521" extrusionOk="0">
                  <a:moveTo>
                    <a:pt x="761" y="487"/>
                  </a:moveTo>
                  <a:cubicBezTo>
                    <a:pt x="913" y="487"/>
                    <a:pt x="1004" y="609"/>
                    <a:pt x="1004" y="761"/>
                  </a:cubicBezTo>
                  <a:cubicBezTo>
                    <a:pt x="1004" y="882"/>
                    <a:pt x="913" y="1004"/>
                    <a:pt x="761" y="1004"/>
                  </a:cubicBezTo>
                  <a:cubicBezTo>
                    <a:pt x="609" y="1004"/>
                    <a:pt x="487" y="913"/>
                    <a:pt x="487" y="761"/>
                  </a:cubicBezTo>
                  <a:cubicBezTo>
                    <a:pt x="487" y="609"/>
                    <a:pt x="609" y="487"/>
                    <a:pt x="761" y="487"/>
                  </a:cubicBezTo>
                  <a:close/>
                  <a:moveTo>
                    <a:pt x="761" y="1"/>
                  </a:moveTo>
                  <a:cubicBezTo>
                    <a:pt x="335" y="1"/>
                    <a:pt x="1" y="335"/>
                    <a:pt x="1" y="761"/>
                  </a:cubicBezTo>
                  <a:cubicBezTo>
                    <a:pt x="1" y="1156"/>
                    <a:pt x="335" y="1521"/>
                    <a:pt x="761" y="1521"/>
                  </a:cubicBezTo>
                  <a:cubicBezTo>
                    <a:pt x="1156" y="1521"/>
                    <a:pt x="1521" y="1156"/>
                    <a:pt x="1521" y="761"/>
                  </a:cubicBezTo>
                  <a:cubicBezTo>
                    <a:pt x="1521" y="335"/>
                    <a:pt x="1156" y="1"/>
                    <a:pt x="7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67"/>
            <p:cNvSpPr/>
            <p:nvPr/>
          </p:nvSpPr>
          <p:spPr>
            <a:xfrm>
              <a:off x="1384800" y="1694075"/>
              <a:ext cx="265225" cy="264475"/>
            </a:xfrm>
            <a:custGeom>
              <a:avLst/>
              <a:gdLst/>
              <a:ahLst/>
              <a:cxnLst/>
              <a:rect l="l" t="t" r="r" b="b"/>
              <a:pathLst>
                <a:path w="10609" h="10579" extrusionOk="0">
                  <a:moveTo>
                    <a:pt x="5289" y="457"/>
                  </a:moveTo>
                  <a:cubicBezTo>
                    <a:pt x="7933" y="457"/>
                    <a:pt x="10091" y="2615"/>
                    <a:pt x="10091" y="5290"/>
                  </a:cubicBezTo>
                  <a:cubicBezTo>
                    <a:pt x="10091" y="7934"/>
                    <a:pt x="7933" y="10092"/>
                    <a:pt x="5289" y="10092"/>
                  </a:cubicBezTo>
                  <a:cubicBezTo>
                    <a:pt x="2614" y="10092"/>
                    <a:pt x="456" y="7934"/>
                    <a:pt x="456" y="5290"/>
                  </a:cubicBezTo>
                  <a:cubicBezTo>
                    <a:pt x="456" y="2615"/>
                    <a:pt x="2614" y="457"/>
                    <a:pt x="5289" y="457"/>
                  </a:cubicBezTo>
                  <a:close/>
                  <a:moveTo>
                    <a:pt x="5289" y="1"/>
                  </a:moveTo>
                  <a:cubicBezTo>
                    <a:pt x="2341" y="1"/>
                    <a:pt x="0" y="2372"/>
                    <a:pt x="0" y="5290"/>
                  </a:cubicBezTo>
                  <a:cubicBezTo>
                    <a:pt x="0" y="8208"/>
                    <a:pt x="2341" y="10579"/>
                    <a:pt x="5289" y="10579"/>
                  </a:cubicBezTo>
                  <a:cubicBezTo>
                    <a:pt x="8207" y="10579"/>
                    <a:pt x="10608" y="8177"/>
                    <a:pt x="10547" y="5290"/>
                  </a:cubicBezTo>
                  <a:cubicBezTo>
                    <a:pt x="10547" y="2341"/>
                    <a:pt x="8207" y="1"/>
                    <a:pt x="5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67"/>
            <p:cNvSpPr/>
            <p:nvPr/>
          </p:nvSpPr>
          <p:spPr>
            <a:xfrm>
              <a:off x="1730550" y="1282975"/>
              <a:ext cx="275100" cy="275125"/>
            </a:xfrm>
            <a:custGeom>
              <a:avLst/>
              <a:gdLst/>
              <a:ahLst/>
              <a:cxnLst/>
              <a:rect l="l" t="t" r="r" b="b"/>
              <a:pathLst>
                <a:path w="11004" h="11005" extrusionOk="0">
                  <a:moveTo>
                    <a:pt x="5502" y="1"/>
                  </a:moveTo>
                  <a:cubicBezTo>
                    <a:pt x="2462" y="1"/>
                    <a:pt x="0" y="2463"/>
                    <a:pt x="0" y="5502"/>
                  </a:cubicBezTo>
                  <a:cubicBezTo>
                    <a:pt x="0" y="8542"/>
                    <a:pt x="2462" y="11004"/>
                    <a:pt x="5502" y="11004"/>
                  </a:cubicBezTo>
                  <a:cubicBezTo>
                    <a:pt x="8541" y="11004"/>
                    <a:pt x="11003" y="8542"/>
                    <a:pt x="11003" y="5502"/>
                  </a:cubicBezTo>
                  <a:cubicBezTo>
                    <a:pt x="11003" y="2463"/>
                    <a:pt x="8541" y="1"/>
                    <a:pt x="55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67"/>
            <p:cNvSpPr/>
            <p:nvPr/>
          </p:nvSpPr>
          <p:spPr>
            <a:xfrm>
              <a:off x="1748775" y="1300450"/>
              <a:ext cx="239400" cy="240150"/>
            </a:xfrm>
            <a:custGeom>
              <a:avLst/>
              <a:gdLst/>
              <a:ahLst/>
              <a:cxnLst/>
              <a:rect l="l" t="t" r="r" b="b"/>
              <a:pathLst>
                <a:path w="9576" h="9606" extrusionOk="0">
                  <a:moveTo>
                    <a:pt x="4773" y="1"/>
                  </a:moveTo>
                  <a:cubicBezTo>
                    <a:pt x="2128" y="1"/>
                    <a:pt x="1" y="2159"/>
                    <a:pt x="1" y="4803"/>
                  </a:cubicBezTo>
                  <a:cubicBezTo>
                    <a:pt x="1" y="7448"/>
                    <a:pt x="2128" y="9606"/>
                    <a:pt x="4773" y="9606"/>
                  </a:cubicBezTo>
                  <a:cubicBezTo>
                    <a:pt x="7417" y="9606"/>
                    <a:pt x="9575" y="7448"/>
                    <a:pt x="9575" y="4803"/>
                  </a:cubicBezTo>
                  <a:cubicBezTo>
                    <a:pt x="9575" y="2159"/>
                    <a:pt x="7417" y="1"/>
                    <a:pt x="47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67"/>
            <p:cNvSpPr/>
            <p:nvPr/>
          </p:nvSpPr>
          <p:spPr>
            <a:xfrm>
              <a:off x="1780700" y="1310350"/>
              <a:ext cx="258375" cy="183150"/>
            </a:xfrm>
            <a:custGeom>
              <a:avLst/>
              <a:gdLst/>
              <a:ahLst/>
              <a:cxnLst/>
              <a:rect l="l" t="t" r="r" b="b"/>
              <a:pathLst>
                <a:path w="10335" h="7326" extrusionOk="0">
                  <a:moveTo>
                    <a:pt x="9241" y="0"/>
                  </a:moveTo>
                  <a:lnTo>
                    <a:pt x="3617" y="4894"/>
                  </a:lnTo>
                  <a:lnTo>
                    <a:pt x="1338" y="1915"/>
                  </a:lnTo>
                  <a:lnTo>
                    <a:pt x="0" y="2918"/>
                  </a:lnTo>
                  <a:lnTo>
                    <a:pt x="3374" y="7325"/>
                  </a:lnTo>
                  <a:lnTo>
                    <a:pt x="10335" y="1246"/>
                  </a:lnTo>
                  <a:lnTo>
                    <a:pt x="92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67"/>
            <p:cNvSpPr/>
            <p:nvPr/>
          </p:nvSpPr>
          <p:spPr>
            <a:xfrm>
              <a:off x="4036050" y="2301950"/>
              <a:ext cx="760675" cy="454625"/>
            </a:xfrm>
            <a:custGeom>
              <a:avLst/>
              <a:gdLst/>
              <a:ahLst/>
              <a:cxnLst/>
              <a:rect l="l" t="t" r="r" b="b"/>
              <a:pathLst>
                <a:path w="30427" h="18185" extrusionOk="0">
                  <a:moveTo>
                    <a:pt x="25230" y="1"/>
                  </a:moveTo>
                  <a:cubicBezTo>
                    <a:pt x="22206" y="1"/>
                    <a:pt x="16610" y="11227"/>
                    <a:pt x="13983" y="12465"/>
                  </a:cubicBezTo>
                  <a:cubicBezTo>
                    <a:pt x="13603" y="12643"/>
                    <a:pt x="12372" y="12744"/>
                    <a:pt x="10706" y="12744"/>
                  </a:cubicBezTo>
                  <a:cubicBezTo>
                    <a:pt x="7842" y="12744"/>
                    <a:pt x="3690" y="12446"/>
                    <a:pt x="365" y="11735"/>
                  </a:cubicBezTo>
                  <a:lnTo>
                    <a:pt x="365" y="11735"/>
                  </a:lnTo>
                  <a:cubicBezTo>
                    <a:pt x="62" y="13042"/>
                    <a:pt x="548" y="14562"/>
                    <a:pt x="1" y="15778"/>
                  </a:cubicBezTo>
                  <a:cubicBezTo>
                    <a:pt x="3237" y="17520"/>
                    <a:pt x="10212" y="18184"/>
                    <a:pt x="14005" y="18184"/>
                  </a:cubicBezTo>
                  <a:cubicBezTo>
                    <a:pt x="15307" y="18184"/>
                    <a:pt x="16234" y="18106"/>
                    <a:pt x="16506" y="17966"/>
                  </a:cubicBezTo>
                  <a:cubicBezTo>
                    <a:pt x="17478" y="17510"/>
                    <a:pt x="25472" y="9243"/>
                    <a:pt x="27083" y="7844"/>
                  </a:cubicBezTo>
                  <a:cubicBezTo>
                    <a:pt x="28512" y="6537"/>
                    <a:pt x="30427" y="306"/>
                    <a:pt x="25290" y="2"/>
                  </a:cubicBezTo>
                  <a:cubicBezTo>
                    <a:pt x="25270" y="1"/>
                    <a:pt x="25250" y="1"/>
                    <a:pt x="2523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67"/>
            <p:cNvSpPr/>
            <p:nvPr/>
          </p:nvSpPr>
          <p:spPr>
            <a:xfrm>
              <a:off x="2798950" y="2302700"/>
              <a:ext cx="778150" cy="444950"/>
            </a:xfrm>
            <a:custGeom>
              <a:avLst/>
              <a:gdLst/>
              <a:ahLst/>
              <a:cxnLst/>
              <a:rect l="l" t="t" r="r" b="b"/>
              <a:pathLst>
                <a:path w="31126" h="17798" extrusionOk="0">
                  <a:moveTo>
                    <a:pt x="5216" y="0"/>
                  </a:moveTo>
                  <a:cubicBezTo>
                    <a:pt x="5189" y="0"/>
                    <a:pt x="5163" y="1"/>
                    <a:pt x="5137" y="3"/>
                  </a:cubicBezTo>
                  <a:cubicBezTo>
                    <a:pt x="1" y="307"/>
                    <a:pt x="1915" y="6538"/>
                    <a:pt x="3344" y="7845"/>
                  </a:cubicBezTo>
                  <a:cubicBezTo>
                    <a:pt x="4955" y="9243"/>
                    <a:pt x="13952" y="17267"/>
                    <a:pt x="14894" y="17723"/>
                  </a:cubicBezTo>
                  <a:cubicBezTo>
                    <a:pt x="14998" y="17773"/>
                    <a:pt x="15192" y="17797"/>
                    <a:pt x="15464" y="17797"/>
                  </a:cubicBezTo>
                  <a:cubicBezTo>
                    <a:pt x="17991" y="17797"/>
                    <a:pt x="27173" y="15733"/>
                    <a:pt x="31126" y="13620"/>
                  </a:cubicBezTo>
                  <a:cubicBezTo>
                    <a:pt x="30548" y="12435"/>
                    <a:pt x="30092" y="11188"/>
                    <a:pt x="29788" y="9881"/>
                  </a:cubicBezTo>
                  <a:cubicBezTo>
                    <a:pt x="25356" y="10773"/>
                    <a:pt x="19729" y="11728"/>
                    <a:pt x="17432" y="11728"/>
                  </a:cubicBezTo>
                  <a:cubicBezTo>
                    <a:pt x="16988" y="11728"/>
                    <a:pt x="16668" y="11693"/>
                    <a:pt x="16505" y="11614"/>
                  </a:cubicBezTo>
                  <a:cubicBezTo>
                    <a:pt x="13854" y="10348"/>
                    <a:pt x="8244" y="0"/>
                    <a:pt x="52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67"/>
            <p:cNvSpPr/>
            <p:nvPr/>
          </p:nvSpPr>
          <p:spPr>
            <a:xfrm>
              <a:off x="2778575" y="2007400"/>
              <a:ext cx="243050" cy="272875"/>
            </a:xfrm>
            <a:custGeom>
              <a:avLst/>
              <a:gdLst/>
              <a:ahLst/>
              <a:cxnLst/>
              <a:rect l="l" t="t" r="r" b="b"/>
              <a:pathLst>
                <a:path w="9722" h="10915" extrusionOk="0">
                  <a:moveTo>
                    <a:pt x="9721" y="10749"/>
                  </a:moveTo>
                  <a:cubicBezTo>
                    <a:pt x="9721" y="10750"/>
                    <a:pt x="9721" y="10750"/>
                    <a:pt x="9721" y="10751"/>
                  </a:cubicBezTo>
                  <a:cubicBezTo>
                    <a:pt x="9721" y="10750"/>
                    <a:pt x="9721" y="10750"/>
                    <a:pt x="9721" y="10749"/>
                  </a:cubicBezTo>
                  <a:close/>
                  <a:moveTo>
                    <a:pt x="990" y="1"/>
                  </a:moveTo>
                  <a:cubicBezTo>
                    <a:pt x="703" y="1"/>
                    <a:pt x="607" y="195"/>
                    <a:pt x="785" y="690"/>
                  </a:cubicBezTo>
                  <a:cubicBezTo>
                    <a:pt x="1606" y="3000"/>
                    <a:pt x="1089" y="7803"/>
                    <a:pt x="664" y="8927"/>
                  </a:cubicBezTo>
                  <a:cubicBezTo>
                    <a:pt x="1" y="10565"/>
                    <a:pt x="1201" y="10915"/>
                    <a:pt x="2436" y="10915"/>
                  </a:cubicBezTo>
                  <a:cubicBezTo>
                    <a:pt x="3127" y="10915"/>
                    <a:pt x="3828" y="10805"/>
                    <a:pt x="4220" y="10751"/>
                  </a:cubicBezTo>
                  <a:cubicBezTo>
                    <a:pt x="4747" y="10692"/>
                    <a:pt x="6740" y="10446"/>
                    <a:pt x="8180" y="10446"/>
                  </a:cubicBezTo>
                  <a:cubicBezTo>
                    <a:pt x="8980" y="10446"/>
                    <a:pt x="9610" y="10522"/>
                    <a:pt x="9721" y="10749"/>
                  </a:cubicBezTo>
                  <a:lnTo>
                    <a:pt x="9721" y="10749"/>
                  </a:lnTo>
                  <a:cubicBezTo>
                    <a:pt x="8445" y="8105"/>
                    <a:pt x="8110" y="5431"/>
                    <a:pt x="7776" y="2544"/>
                  </a:cubicBezTo>
                  <a:cubicBezTo>
                    <a:pt x="5563" y="2520"/>
                    <a:pt x="2028" y="1"/>
                    <a:pt x="99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67"/>
            <p:cNvSpPr/>
            <p:nvPr/>
          </p:nvSpPr>
          <p:spPr>
            <a:xfrm>
              <a:off x="2710050" y="1766900"/>
              <a:ext cx="385275" cy="420625"/>
            </a:xfrm>
            <a:custGeom>
              <a:avLst/>
              <a:gdLst/>
              <a:ahLst/>
              <a:cxnLst/>
              <a:rect l="l" t="t" r="r" b="b"/>
              <a:pathLst>
                <a:path w="15411" h="16825" extrusionOk="0">
                  <a:moveTo>
                    <a:pt x="7287" y="0"/>
                  </a:moveTo>
                  <a:cubicBezTo>
                    <a:pt x="6807" y="0"/>
                    <a:pt x="6331" y="46"/>
                    <a:pt x="5867" y="158"/>
                  </a:cubicBezTo>
                  <a:cubicBezTo>
                    <a:pt x="0" y="1617"/>
                    <a:pt x="2979" y="10158"/>
                    <a:pt x="5228" y="13380"/>
                  </a:cubicBezTo>
                  <a:cubicBezTo>
                    <a:pt x="6563" y="15324"/>
                    <a:pt x="8756" y="16825"/>
                    <a:pt x="11068" y="16825"/>
                  </a:cubicBezTo>
                  <a:cubicBezTo>
                    <a:pt x="11178" y="16825"/>
                    <a:pt x="11288" y="16822"/>
                    <a:pt x="11399" y="16815"/>
                  </a:cubicBezTo>
                  <a:cubicBezTo>
                    <a:pt x="11915" y="16784"/>
                    <a:pt x="12493" y="16663"/>
                    <a:pt x="12918" y="16267"/>
                  </a:cubicBezTo>
                  <a:cubicBezTo>
                    <a:pt x="13222" y="16024"/>
                    <a:pt x="13435" y="15599"/>
                    <a:pt x="13587" y="15204"/>
                  </a:cubicBezTo>
                  <a:cubicBezTo>
                    <a:pt x="15137" y="11708"/>
                    <a:pt x="15411" y="7696"/>
                    <a:pt x="14317" y="3988"/>
                  </a:cubicBezTo>
                  <a:cubicBezTo>
                    <a:pt x="14013" y="3015"/>
                    <a:pt x="13557" y="1982"/>
                    <a:pt x="12706" y="1343"/>
                  </a:cubicBezTo>
                  <a:cubicBezTo>
                    <a:pt x="12098" y="887"/>
                    <a:pt x="11338" y="644"/>
                    <a:pt x="10578" y="492"/>
                  </a:cubicBezTo>
                  <a:cubicBezTo>
                    <a:pt x="9501" y="239"/>
                    <a:pt x="8381" y="0"/>
                    <a:pt x="72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67"/>
            <p:cNvSpPr/>
            <p:nvPr/>
          </p:nvSpPr>
          <p:spPr>
            <a:xfrm>
              <a:off x="2605950" y="1659650"/>
              <a:ext cx="515975" cy="441725"/>
            </a:xfrm>
            <a:custGeom>
              <a:avLst/>
              <a:gdLst/>
              <a:ahLst/>
              <a:cxnLst/>
              <a:rect l="l" t="t" r="r" b="b"/>
              <a:pathLst>
                <a:path w="20639" h="17669" extrusionOk="0">
                  <a:moveTo>
                    <a:pt x="11470" y="0"/>
                  </a:moveTo>
                  <a:cubicBezTo>
                    <a:pt x="8879" y="0"/>
                    <a:pt x="5993" y="692"/>
                    <a:pt x="4103" y="2442"/>
                  </a:cubicBezTo>
                  <a:cubicBezTo>
                    <a:pt x="0" y="6332"/>
                    <a:pt x="456" y="12898"/>
                    <a:pt x="5015" y="16971"/>
                  </a:cubicBezTo>
                  <a:cubicBezTo>
                    <a:pt x="5271" y="17204"/>
                    <a:pt x="6472" y="17668"/>
                    <a:pt x="7881" y="17668"/>
                  </a:cubicBezTo>
                  <a:cubicBezTo>
                    <a:pt x="8311" y="17668"/>
                    <a:pt x="8762" y="17625"/>
                    <a:pt x="9210" y="17518"/>
                  </a:cubicBezTo>
                  <a:cubicBezTo>
                    <a:pt x="10031" y="17336"/>
                    <a:pt x="10608" y="16576"/>
                    <a:pt x="10578" y="15694"/>
                  </a:cubicBezTo>
                  <a:cubicBezTo>
                    <a:pt x="10547" y="13567"/>
                    <a:pt x="10335" y="11135"/>
                    <a:pt x="9727" y="9281"/>
                  </a:cubicBezTo>
                  <a:lnTo>
                    <a:pt x="20639" y="8035"/>
                  </a:lnTo>
                  <a:cubicBezTo>
                    <a:pt x="20639" y="5147"/>
                    <a:pt x="18693" y="2442"/>
                    <a:pt x="16201" y="983"/>
                  </a:cubicBezTo>
                  <a:cubicBezTo>
                    <a:pt x="15130" y="376"/>
                    <a:pt x="13380" y="0"/>
                    <a:pt x="1147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67"/>
            <p:cNvSpPr/>
            <p:nvPr/>
          </p:nvSpPr>
          <p:spPr>
            <a:xfrm>
              <a:off x="2717650" y="1665200"/>
              <a:ext cx="433150" cy="310075"/>
            </a:xfrm>
            <a:custGeom>
              <a:avLst/>
              <a:gdLst/>
              <a:ahLst/>
              <a:cxnLst/>
              <a:rect l="l" t="t" r="r" b="b"/>
              <a:pathLst>
                <a:path w="17326" h="12403" extrusionOk="0">
                  <a:moveTo>
                    <a:pt x="13313" y="1"/>
                  </a:moveTo>
                  <a:lnTo>
                    <a:pt x="11581" y="1277"/>
                  </a:lnTo>
                  <a:lnTo>
                    <a:pt x="10851" y="1794"/>
                  </a:lnTo>
                  <a:lnTo>
                    <a:pt x="9879" y="2493"/>
                  </a:lnTo>
                  <a:lnTo>
                    <a:pt x="7630" y="4074"/>
                  </a:lnTo>
                  <a:lnTo>
                    <a:pt x="1277" y="8633"/>
                  </a:lnTo>
                  <a:cubicBezTo>
                    <a:pt x="1277" y="8633"/>
                    <a:pt x="0" y="10700"/>
                    <a:pt x="2614" y="12402"/>
                  </a:cubicBezTo>
                  <a:lnTo>
                    <a:pt x="8967" y="10609"/>
                  </a:lnTo>
                  <a:lnTo>
                    <a:pt x="11277" y="9971"/>
                  </a:lnTo>
                  <a:lnTo>
                    <a:pt x="12371" y="9667"/>
                  </a:lnTo>
                  <a:lnTo>
                    <a:pt x="13101" y="9484"/>
                  </a:lnTo>
                  <a:lnTo>
                    <a:pt x="17326" y="8299"/>
                  </a:lnTo>
                  <a:cubicBezTo>
                    <a:pt x="17326" y="8299"/>
                    <a:pt x="16171" y="3709"/>
                    <a:pt x="1331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67"/>
            <p:cNvSpPr/>
            <p:nvPr/>
          </p:nvSpPr>
          <p:spPr>
            <a:xfrm>
              <a:off x="2704725" y="1848350"/>
              <a:ext cx="136050" cy="138450"/>
            </a:xfrm>
            <a:custGeom>
              <a:avLst/>
              <a:gdLst/>
              <a:ahLst/>
              <a:cxnLst/>
              <a:rect l="l" t="t" r="r" b="b"/>
              <a:pathLst>
                <a:path w="5442" h="5538" extrusionOk="0">
                  <a:moveTo>
                    <a:pt x="3800" y="0"/>
                  </a:moveTo>
                  <a:cubicBezTo>
                    <a:pt x="3800" y="0"/>
                    <a:pt x="1368" y="1581"/>
                    <a:pt x="1064" y="1854"/>
                  </a:cubicBezTo>
                  <a:cubicBezTo>
                    <a:pt x="760" y="2128"/>
                    <a:pt x="0" y="2949"/>
                    <a:pt x="700" y="4438"/>
                  </a:cubicBezTo>
                  <a:cubicBezTo>
                    <a:pt x="1114" y="5362"/>
                    <a:pt x="1775" y="5537"/>
                    <a:pt x="2216" y="5537"/>
                  </a:cubicBezTo>
                  <a:cubicBezTo>
                    <a:pt x="2487" y="5537"/>
                    <a:pt x="2675" y="5471"/>
                    <a:pt x="2675" y="5471"/>
                  </a:cubicBezTo>
                  <a:lnTo>
                    <a:pt x="5441" y="4499"/>
                  </a:lnTo>
                  <a:lnTo>
                    <a:pt x="380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67"/>
            <p:cNvSpPr/>
            <p:nvPr/>
          </p:nvSpPr>
          <p:spPr>
            <a:xfrm>
              <a:off x="2746525" y="1903825"/>
              <a:ext cx="49400" cy="49400"/>
            </a:xfrm>
            <a:custGeom>
              <a:avLst/>
              <a:gdLst/>
              <a:ahLst/>
              <a:cxnLst/>
              <a:rect l="l" t="t" r="r" b="b"/>
              <a:pathLst>
                <a:path w="1976" h="1976" extrusionOk="0">
                  <a:moveTo>
                    <a:pt x="1003" y="0"/>
                  </a:moveTo>
                  <a:cubicBezTo>
                    <a:pt x="456" y="0"/>
                    <a:pt x="0" y="456"/>
                    <a:pt x="0" y="1003"/>
                  </a:cubicBezTo>
                  <a:cubicBezTo>
                    <a:pt x="0" y="1550"/>
                    <a:pt x="456" y="1976"/>
                    <a:pt x="1003" y="1976"/>
                  </a:cubicBezTo>
                  <a:cubicBezTo>
                    <a:pt x="1550" y="1976"/>
                    <a:pt x="1976" y="1550"/>
                    <a:pt x="1976" y="1003"/>
                  </a:cubicBezTo>
                  <a:cubicBezTo>
                    <a:pt x="1976" y="456"/>
                    <a:pt x="1550" y="0"/>
                    <a:pt x="1003" y="0"/>
                  </a:cubicBezTo>
                  <a:close/>
                </a:path>
              </a:pathLst>
            </a:custGeom>
            <a:solidFill>
              <a:srgbClr val="356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67"/>
            <p:cNvSpPr/>
            <p:nvPr/>
          </p:nvSpPr>
          <p:spPr>
            <a:xfrm>
              <a:off x="2760200" y="1917500"/>
              <a:ext cx="22825" cy="22825"/>
            </a:xfrm>
            <a:custGeom>
              <a:avLst/>
              <a:gdLst/>
              <a:ahLst/>
              <a:cxnLst/>
              <a:rect l="l" t="t" r="r" b="b"/>
              <a:pathLst>
                <a:path w="913" h="913" extrusionOk="0">
                  <a:moveTo>
                    <a:pt x="456" y="0"/>
                  </a:moveTo>
                  <a:cubicBezTo>
                    <a:pt x="183" y="0"/>
                    <a:pt x="0" y="183"/>
                    <a:pt x="0" y="456"/>
                  </a:cubicBezTo>
                  <a:cubicBezTo>
                    <a:pt x="0" y="699"/>
                    <a:pt x="183" y="912"/>
                    <a:pt x="456" y="912"/>
                  </a:cubicBezTo>
                  <a:cubicBezTo>
                    <a:pt x="699" y="912"/>
                    <a:pt x="912" y="699"/>
                    <a:pt x="912" y="456"/>
                  </a:cubicBezTo>
                  <a:cubicBezTo>
                    <a:pt x="912" y="183"/>
                    <a:pt x="699" y="0"/>
                    <a:pt x="45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67"/>
            <p:cNvSpPr/>
            <p:nvPr/>
          </p:nvSpPr>
          <p:spPr>
            <a:xfrm>
              <a:off x="2714600" y="4565950"/>
              <a:ext cx="338175" cy="241075"/>
            </a:xfrm>
            <a:custGeom>
              <a:avLst/>
              <a:gdLst/>
              <a:ahLst/>
              <a:cxnLst/>
              <a:rect l="l" t="t" r="r" b="b"/>
              <a:pathLst>
                <a:path w="13527" h="9643" extrusionOk="0">
                  <a:moveTo>
                    <a:pt x="2368" y="1"/>
                  </a:moveTo>
                  <a:cubicBezTo>
                    <a:pt x="1809" y="1"/>
                    <a:pt x="1373" y="36"/>
                    <a:pt x="1277" y="143"/>
                  </a:cubicBezTo>
                  <a:cubicBezTo>
                    <a:pt x="1733" y="1936"/>
                    <a:pt x="669" y="5432"/>
                    <a:pt x="244" y="7195"/>
                  </a:cubicBezTo>
                  <a:cubicBezTo>
                    <a:pt x="122" y="7802"/>
                    <a:pt x="1" y="8957"/>
                    <a:pt x="457" y="9413"/>
                  </a:cubicBezTo>
                  <a:cubicBezTo>
                    <a:pt x="604" y="9585"/>
                    <a:pt x="2101" y="9643"/>
                    <a:pt x="4073" y="9643"/>
                  </a:cubicBezTo>
                  <a:cubicBezTo>
                    <a:pt x="6989" y="9643"/>
                    <a:pt x="10943" y="9516"/>
                    <a:pt x="13101" y="9444"/>
                  </a:cubicBezTo>
                  <a:cubicBezTo>
                    <a:pt x="13527" y="8775"/>
                    <a:pt x="13040" y="7012"/>
                    <a:pt x="12341" y="6587"/>
                  </a:cubicBezTo>
                  <a:cubicBezTo>
                    <a:pt x="11642" y="6131"/>
                    <a:pt x="8511" y="6252"/>
                    <a:pt x="7721" y="6100"/>
                  </a:cubicBezTo>
                  <a:cubicBezTo>
                    <a:pt x="6566" y="5827"/>
                    <a:pt x="6293" y="5614"/>
                    <a:pt x="5320" y="5006"/>
                  </a:cubicBezTo>
                  <a:cubicBezTo>
                    <a:pt x="5259" y="3790"/>
                    <a:pt x="5441" y="1359"/>
                    <a:pt x="5381" y="143"/>
                  </a:cubicBezTo>
                  <a:cubicBezTo>
                    <a:pt x="4867" y="123"/>
                    <a:pt x="3405" y="1"/>
                    <a:pt x="236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67"/>
            <p:cNvSpPr/>
            <p:nvPr/>
          </p:nvSpPr>
          <p:spPr>
            <a:xfrm>
              <a:off x="3137100" y="4563325"/>
              <a:ext cx="338175" cy="243700"/>
            </a:xfrm>
            <a:custGeom>
              <a:avLst/>
              <a:gdLst/>
              <a:ahLst/>
              <a:cxnLst/>
              <a:rect l="l" t="t" r="r" b="b"/>
              <a:pathLst>
                <a:path w="13527" h="9748" extrusionOk="0">
                  <a:moveTo>
                    <a:pt x="1384" y="0"/>
                  </a:moveTo>
                  <a:cubicBezTo>
                    <a:pt x="939" y="0"/>
                    <a:pt x="612" y="34"/>
                    <a:pt x="548" y="126"/>
                  </a:cubicBezTo>
                  <a:cubicBezTo>
                    <a:pt x="943" y="1889"/>
                    <a:pt x="700" y="5537"/>
                    <a:pt x="274" y="7300"/>
                  </a:cubicBezTo>
                  <a:cubicBezTo>
                    <a:pt x="122" y="7907"/>
                    <a:pt x="1" y="9062"/>
                    <a:pt x="457" y="9518"/>
                  </a:cubicBezTo>
                  <a:cubicBezTo>
                    <a:pt x="604" y="9690"/>
                    <a:pt x="2106" y="9748"/>
                    <a:pt x="4082" y="9748"/>
                  </a:cubicBezTo>
                  <a:cubicBezTo>
                    <a:pt x="7004" y="9748"/>
                    <a:pt x="10961" y="9621"/>
                    <a:pt x="13101" y="9549"/>
                  </a:cubicBezTo>
                  <a:cubicBezTo>
                    <a:pt x="13527" y="8880"/>
                    <a:pt x="13040" y="7117"/>
                    <a:pt x="12341" y="6692"/>
                  </a:cubicBezTo>
                  <a:cubicBezTo>
                    <a:pt x="11673" y="6236"/>
                    <a:pt x="8511" y="6357"/>
                    <a:pt x="7721" y="6205"/>
                  </a:cubicBezTo>
                  <a:cubicBezTo>
                    <a:pt x="6566" y="5932"/>
                    <a:pt x="6323" y="5719"/>
                    <a:pt x="5320" y="5111"/>
                  </a:cubicBezTo>
                  <a:cubicBezTo>
                    <a:pt x="5289" y="3895"/>
                    <a:pt x="4621" y="1433"/>
                    <a:pt x="4590" y="217"/>
                  </a:cubicBezTo>
                  <a:cubicBezTo>
                    <a:pt x="4040" y="175"/>
                    <a:pt x="2402" y="0"/>
                    <a:pt x="138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67"/>
            <p:cNvSpPr/>
            <p:nvPr/>
          </p:nvSpPr>
          <p:spPr>
            <a:xfrm>
              <a:off x="2817950" y="3086950"/>
              <a:ext cx="469625" cy="1590600"/>
            </a:xfrm>
            <a:custGeom>
              <a:avLst/>
              <a:gdLst/>
              <a:ahLst/>
              <a:cxnLst/>
              <a:rect l="l" t="t" r="r" b="b"/>
              <a:pathLst>
                <a:path w="18785" h="63624" extrusionOk="0">
                  <a:moveTo>
                    <a:pt x="0" y="1"/>
                  </a:moveTo>
                  <a:lnTo>
                    <a:pt x="0" y="1"/>
                  </a:lnTo>
                  <a:cubicBezTo>
                    <a:pt x="487" y="7509"/>
                    <a:pt x="8967" y="27509"/>
                    <a:pt x="9393" y="35017"/>
                  </a:cubicBezTo>
                  <a:cubicBezTo>
                    <a:pt x="10213" y="50154"/>
                    <a:pt x="12432" y="54257"/>
                    <a:pt x="12888" y="63589"/>
                  </a:cubicBezTo>
                  <a:cubicBezTo>
                    <a:pt x="13351" y="63614"/>
                    <a:pt x="13782" y="63624"/>
                    <a:pt x="14195" y="63624"/>
                  </a:cubicBezTo>
                  <a:cubicBezTo>
                    <a:pt x="15325" y="63624"/>
                    <a:pt x="16323" y="63553"/>
                    <a:pt x="17462" y="63553"/>
                  </a:cubicBezTo>
                  <a:cubicBezTo>
                    <a:pt x="17880" y="63553"/>
                    <a:pt x="18316" y="63563"/>
                    <a:pt x="18785" y="63589"/>
                  </a:cubicBezTo>
                  <a:cubicBezTo>
                    <a:pt x="18633" y="63558"/>
                    <a:pt x="16992" y="37874"/>
                    <a:pt x="16961" y="34743"/>
                  </a:cubicBezTo>
                  <a:cubicBezTo>
                    <a:pt x="16870" y="28725"/>
                    <a:pt x="14165" y="11095"/>
                    <a:pt x="13314" y="5107"/>
                  </a:cubicBezTo>
                  <a:cubicBezTo>
                    <a:pt x="12888" y="2220"/>
                    <a:pt x="12584" y="1156"/>
                    <a:pt x="9727" y="761"/>
                  </a:cubicBezTo>
                  <a:cubicBezTo>
                    <a:pt x="6535" y="244"/>
                    <a:pt x="3222" y="214"/>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67"/>
            <p:cNvSpPr/>
            <p:nvPr/>
          </p:nvSpPr>
          <p:spPr>
            <a:xfrm>
              <a:off x="2682675" y="3058850"/>
              <a:ext cx="379975" cy="1617825"/>
            </a:xfrm>
            <a:custGeom>
              <a:avLst/>
              <a:gdLst/>
              <a:ahLst/>
              <a:cxnLst/>
              <a:rect l="l" t="t" r="r" b="b"/>
              <a:pathLst>
                <a:path w="15199" h="64713" extrusionOk="0">
                  <a:moveTo>
                    <a:pt x="15199" y="0"/>
                  </a:moveTo>
                  <a:lnTo>
                    <a:pt x="15199" y="0"/>
                  </a:lnTo>
                  <a:cubicBezTo>
                    <a:pt x="12577" y="844"/>
                    <a:pt x="10334" y="1277"/>
                    <a:pt x="8084" y="1277"/>
                  </a:cubicBezTo>
                  <a:cubicBezTo>
                    <a:pt x="5873" y="1277"/>
                    <a:pt x="3656" y="859"/>
                    <a:pt x="1065" y="0"/>
                  </a:cubicBezTo>
                  <a:lnTo>
                    <a:pt x="1065" y="0"/>
                  </a:lnTo>
                  <a:cubicBezTo>
                    <a:pt x="1886" y="274"/>
                    <a:pt x="1" y="4134"/>
                    <a:pt x="1" y="8359"/>
                  </a:cubicBezTo>
                  <a:cubicBezTo>
                    <a:pt x="62" y="15441"/>
                    <a:pt x="4378" y="32372"/>
                    <a:pt x="3922" y="35533"/>
                  </a:cubicBezTo>
                  <a:cubicBezTo>
                    <a:pt x="3588" y="37782"/>
                    <a:pt x="2463" y="53010"/>
                    <a:pt x="1430" y="64713"/>
                  </a:cubicBezTo>
                  <a:lnTo>
                    <a:pt x="7266" y="64713"/>
                  </a:lnTo>
                  <a:cubicBezTo>
                    <a:pt x="9180" y="56050"/>
                    <a:pt x="11946" y="38512"/>
                    <a:pt x="12159" y="35350"/>
                  </a:cubicBezTo>
                  <a:cubicBezTo>
                    <a:pt x="12615" y="29636"/>
                    <a:pt x="13223" y="19210"/>
                    <a:pt x="13801" y="14833"/>
                  </a:cubicBezTo>
                  <a:cubicBezTo>
                    <a:pt x="14682" y="8329"/>
                    <a:pt x="15199" y="3435"/>
                    <a:pt x="151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67"/>
            <p:cNvSpPr/>
            <p:nvPr/>
          </p:nvSpPr>
          <p:spPr>
            <a:xfrm>
              <a:off x="2650775" y="2223150"/>
              <a:ext cx="499275" cy="1043925"/>
            </a:xfrm>
            <a:custGeom>
              <a:avLst/>
              <a:gdLst/>
              <a:ahLst/>
              <a:cxnLst/>
              <a:rect l="l" t="t" r="r" b="b"/>
              <a:pathLst>
                <a:path w="19971" h="41757" extrusionOk="0">
                  <a:moveTo>
                    <a:pt x="8914" y="1"/>
                  </a:moveTo>
                  <a:cubicBezTo>
                    <a:pt x="7684" y="1"/>
                    <a:pt x="6492" y="175"/>
                    <a:pt x="5444" y="509"/>
                  </a:cubicBezTo>
                  <a:lnTo>
                    <a:pt x="5444" y="509"/>
                  </a:lnTo>
                  <a:cubicBezTo>
                    <a:pt x="5446" y="508"/>
                    <a:pt x="5447" y="507"/>
                    <a:pt x="5447" y="507"/>
                  </a:cubicBezTo>
                  <a:lnTo>
                    <a:pt x="5447" y="507"/>
                  </a:lnTo>
                  <a:cubicBezTo>
                    <a:pt x="5447" y="507"/>
                    <a:pt x="5445" y="508"/>
                    <a:pt x="5441" y="510"/>
                  </a:cubicBezTo>
                  <a:cubicBezTo>
                    <a:pt x="5442" y="510"/>
                    <a:pt x="5443" y="509"/>
                    <a:pt x="5444" y="509"/>
                  </a:cubicBezTo>
                  <a:lnTo>
                    <a:pt x="5444" y="509"/>
                  </a:lnTo>
                  <a:cubicBezTo>
                    <a:pt x="5320" y="581"/>
                    <a:pt x="1640" y="2578"/>
                    <a:pt x="851" y="4856"/>
                  </a:cubicBezTo>
                  <a:cubicBezTo>
                    <a:pt x="0" y="7288"/>
                    <a:pt x="0" y="9963"/>
                    <a:pt x="0" y="12547"/>
                  </a:cubicBezTo>
                  <a:cubicBezTo>
                    <a:pt x="92" y="22425"/>
                    <a:pt x="244" y="33854"/>
                    <a:pt x="1277" y="41757"/>
                  </a:cubicBezTo>
                  <a:cubicBezTo>
                    <a:pt x="6346" y="40151"/>
                    <a:pt x="10447" y="39342"/>
                    <a:pt x="15145" y="39342"/>
                  </a:cubicBezTo>
                  <a:cubicBezTo>
                    <a:pt x="16672" y="39342"/>
                    <a:pt x="18263" y="39427"/>
                    <a:pt x="19970" y="39599"/>
                  </a:cubicBezTo>
                  <a:cubicBezTo>
                    <a:pt x="18846" y="28869"/>
                    <a:pt x="18390" y="25282"/>
                    <a:pt x="18572" y="15495"/>
                  </a:cubicBezTo>
                  <a:cubicBezTo>
                    <a:pt x="18633" y="13732"/>
                    <a:pt x="18055" y="9081"/>
                    <a:pt x="17387" y="7410"/>
                  </a:cubicBezTo>
                  <a:cubicBezTo>
                    <a:pt x="16900" y="6194"/>
                    <a:pt x="15958" y="3641"/>
                    <a:pt x="15168" y="2577"/>
                  </a:cubicBezTo>
                  <a:cubicBezTo>
                    <a:pt x="14286" y="1483"/>
                    <a:pt x="13952" y="966"/>
                    <a:pt x="12615" y="540"/>
                  </a:cubicBezTo>
                  <a:cubicBezTo>
                    <a:pt x="11414" y="176"/>
                    <a:pt x="10145" y="1"/>
                    <a:pt x="89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67"/>
            <p:cNvSpPr/>
            <p:nvPr/>
          </p:nvSpPr>
          <p:spPr>
            <a:xfrm>
              <a:off x="2786800" y="2187250"/>
              <a:ext cx="251550" cy="100325"/>
            </a:xfrm>
            <a:custGeom>
              <a:avLst/>
              <a:gdLst/>
              <a:ahLst/>
              <a:cxnLst/>
              <a:rect l="l" t="t" r="r" b="b"/>
              <a:pathLst>
                <a:path w="10062" h="4013" extrusionOk="0">
                  <a:moveTo>
                    <a:pt x="152" y="1"/>
                  </a:moveTo>
                  <a:lnTo>
                    <a:pt x="0" y="1976"/>
                  </a:lnTo>
                  <a:cubicBezTo>
                    <a:pt x="335" y="2615"/>
                    <a:pt x="3192" y="2858"/>
                    <a:pt x="5715" y="3344"/>
                  </a:cubicBezTo>
                  <a:cubicBezTo>
                    <a:pt x="8237" y="3861"/>
                    <a:pt x="9757" y="4013"/>
                    <a:pt x="9757" y="4013"/>
                  </a:cubicBezTo>
                  <a:cubicBezTo>
                    <a:pt x="9757" y="4013"/>
                    <a:pt x="10061" y="1733"/>
                    <a:pt x="9301" y="1368"/>
                  </a:cubicBezTo>
                  <a:cubicBezTo>
                    <a:pt x="8420" y="943"/>
                    <a:pt x="152" y="1"/>
                    <a:pt x="15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67"/>
            <p:cNvSpPr/>
            <p:nvPr/>
          </p:nvSpPr>
          <p:spPr>
            <a:xfrm>
              <a:off x="3392425" y="2734750"/>
              <a:ext cx="338950" cy="79950"/>
            </a:xfrm>
            <a:custGeom>
              <a:avLst/>
              <a:gdLst/>
              <a:ahLst/>
              <a:cxnLst/>
              <a:rect l="l" t="t" r="r" b="b"/>
              <a:pathLst>
                <a:path w="13558" h="3198" extrusionOk="0">
                  <a:moveTo>
                    <a:pt x="1502" y="1"/>
                  </a:moveTo>
                  <a:cubicBezTo>
                    <a:pt x="1238" y="1"/>
                    <a:pt x="976" y="38"/>
                    <a:pt x="760" y="168"/>
                  </a:cubicBezTo>
                  <a:cubicBezTo>
                    <a:pt x="1" y="593"/>
                    <a:pt x="244" y="1870"/>
                    <a:pt x="973" y="2326"/>
                  </a:cubicBezTo>
                  <a:cubicBezTo>
                    <a:pt x="1672" y="2843"/>
                    <a:pt x="3587" y="3147"/>
                    <a:pt x="3587" y="3147"/>
                  </a:cubicBezTo>
                  <a:cubicBezTo>
                    <a:pt x="3926" y="3181"/>
                    <a:pt x="4302" y="3198"/>
                    <a:pt x="4704" y="3198"/>
                  </a:cubicBezTo>
                  <a:cubicBezTo>
                    <a:pt x="8166" y="3198"/>
                    <a:pt x="13557" y="1987"/>
                    <a:pt x="13557" y="897"/>
                  </a:cubicBezTo>
                  <a:cubicBezTo>
                    <a:pt x="13405" y="499"/>
                    <a:pt x="12569" y="444"/>
                    <a:pt x="11791" y="444"/>
                  </a:cubicBezTo>
                  <a:cubicBezTo>
                    <a:pt x="11491" y="444"/>
                    <a:pt x="11199" y="452"/>
                    <a:pt x="10959" y="452"/>
                  </a:cubicBezTo>
                  <a:cubicBezTo>
                    <a:pt x="10823" y="452"/>
                    <a:pt x="10704" y="450"/>
                    <a:pt x="10609" y="441"/>
                  </a:cubicBezTo>
                  <a:cubicBezTo>
                    <a:pt x="7417" y="259"/>
                    <a:pt x="4985" y="259"/>
                    <a:pt x="1824" y="16"/>
                  </a:cubicBezTo>
                  <a:cubicBezTo>
                    <a:pt x="1719" y="7"/>
                    <a:pt x="1610" y="1"/>
                    <a:pt x="150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67"/>
            <p:cNvSpPr/>
            <p:nvPr/>
          </p:nvSpPr>
          <p:spPr>
            <a:xfrm>
              <a:off x="2608975" y="2302575"/>
              <a:ext cx="893650" cy="531850"/>
            </a:xfrm>
            <a:custGeom>
              <a:avLst/>
              <a:gdLst/>
              <a:ahLst/>
              <a:cxnLst/>
              <a:rect l="l" t="t" r="r" b="b"/>
              <a:pathLst>
                <a:path w="35746" h="21274" extrusionOk="0">
                  <a:moveTo>
                    <a:pt x="6499" y="0"/>
                  </a:moveTo>
                  <a:cubicBezTo>
                    <a:pt x="5507" y="0"/>
                    <a:pt x="4581" y="413"/>
                    <a:pt x="3770" y="1376"/>
                  </a:cubicBezTo>
                  <a:cubicBezTo>
                    <a:pt x="1" y="5783"/>
                    <a:pt x="15198" y="17394"/>
                    <a:pt x="18360" y="20221"/>
                  </a:cubicBezTo>
                  <a:cubicBezTo>
                    <a:pt x="18749" y="20582"/>
                    <a:pt x="28992" y="21273"/>
                    <a:pt x="34371" y="21273"/>
                  </a:cubicBezTo>
                  <a:cubicBezTo>
                    <a:pt x="34876" y="21273"/>
                    <a:pt x="35339" y="21267"/>
                    <a:pt x="35746" y="21254"/>
                  </a:cubicBezTo>
                  <a:cubicBezTo>
                    <a:pt x="35442" y="20038"/>
                    <a:pt x="35199" y="18427"/>
                    <a:pt x="34895" y="17242"/>
                  </a:cubicBezTo>
                  <a:cubicBezTo>
                    <a:pt x="30396" y="16148"/>
                    <a:pt x="24986" y="15297"/>
                    <a:pt x="20518" y="14233"/>
                  </a:cubicBezTo>
                  <a:cubicBezTo>
                    <a:pt x="18656" y="11248"/>
                    <a:pt x="11677" y="0"/>
                    <a:pt x="649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67"/>
            <p:cNvSpPr/>
            <p:nvPr/>
          </p:nvSpPr>
          <p:spPr>
            <a:xfrm>
              <a:off x="3414475" y="2658375"/>
              <a:ext cx="721900" cy="88950"/>
            </a:xfrm>
            <a:custGeom>
              <a:avLst/>
              <a:gdLst/>
              <a:ahLst/>
              <a:cxnLst/>
              <a:rect l="l" t="t" r="r" b="b"/>
              <a:pathLst>
                <a:path w="28876" h="3558" extrusionOk="0">
                  <a:moveTo>
                    <a:pt x="0" y="1"/>
                  </a:moveTo>
                  <a:lnTo>
                    <a:pt x="0" y="3557"/>
                  </a:lnTo>
                  <a:lnTo>
                    <a:pt x="28876" y="3557"/>
                  </a:lnTo>
                  <a:lnTo>
                    <a:pt x="288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67"/>
            <p:cNvSpPr/>
            <p:nvPr/>
          </p:nvSpPr>
          <p:spPr>
            <a:xfrm>
              <a:off x="3419025" y="2693350"/>
              <a:ext cx="713550" cy="19000"/>
            </a:xfrm>
            <a:custGeom>
              <a:avLst/>
              <a:gdLst/>
              <a:ahLst/>
              <a:cxnLst/>
              <a:rect l="l" t="t" r="r" b="b"/>
              <a:pathLst>
                <a:path w="28542" h="760" extrusionOk="0">
                  <a:moveTo>
                    <a:pt x="517" y="0"/>
                  </a:moveTo>
                  <a:cubicBezTo>
                    <a:pt x="0" y="0"/>
                    <a:pt x="0" y="760"/>
                    <a:pt x="517" y="760"/>
                  </a:cubicBezTo>
                  <a:lnTo>
                    <a:pt x="28056" y="760"/>
                  </a:lnTo>
                  <a:cubicBezTo>
                    <a:pt x="28542" y="760"/>
                    <a:pt x="28542" y="0"/>
                    <a:pt x="280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67"/>
            <p:cNvSpPr/>
            <p:nvPr/>
          </p:nvSpPr>
          <p:spPr>
            <a:xfrm>
              <a:off x="3383300" y="2570225"/>
              <a:ext cx="721925" cy="88950"/>
            </a:xfrm>
            <a:custGeom>
              <a:avLst/>
              <a:gdLst/>
              <a:ahLst/>
              <a:cxnLst/>
              <a:rect l="l" t="t" r="r" b="b"/>
              <a:pathLst>
                <a:path w="28877" h="3558" extrusionOk="0">
                  <a:moveTo>
                    <a:pt x="1" y="1"/>
                  </a:moveTo>
                  <a:lnTo>
                    <a:pt x="1" y="3557"/>
                  </a:lnTo>
                  <a:lnTo>
                    <a:pt x="28877" y="3557"/>
                  </a:lnTo>
                  <a:lnTo>
                    <a:pt x="2887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67"/>
            <p:cNvSpPr/>
            <p:nvPr/>
          </p:nvSpPr>
          <p:spPr>
            <a:xfrm>
              <a:off x="3387100" y="2602900"/>
              <a:ext cx="713575" cy="19025"/>
            </a:xfrm>
            <a:custGeom>
              <a:avLst/>
              <a:gdLst/>
              <a:ahLst/>
              <a:cxnLst/>
              <a:rect l="l" t="t" r="r" b="b"/>
              <a:pathLst>
                <a:path w="28543" h="761" extrusionOk="0">
                  <a:moveTo>
                    <a:pt x="487" y="1"/>
                  </a:moveTo>
                  <a:cubicBezTo>
                    <a:pt x="1" y="1"/>
                    <a:pt x="1" y="761"/>
                    <a:pt x="487" y="761"/>
                  </a:cubicBezTo>
                  <a:lnTo>
                    <a:pt x="28026" y="761"/>
                  </a:lnTo>
                  <a:cubicBezTo>
                    <a:pt x="28542" y="761"/>
                    <a:pt x="28542" y="1"/>
                    <a:pt x="2802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67"/>
            <p:cNvSpPr/>
            <p:nvPr/>
          </p:nvSpPr>
          <p:spPr>
            <a:xfrm>
              <a:off x="3414475" y="2480575"/>
              <a:ext cx="721900" cy="89675"/>
            </a:xfrm>
            <a:custGeom>
              <a:avLst/>
              <a:gdLst/>
              <a:ahLst/>
              <a:cxnLst/>
              <a:rect l="l" t="t" r="r" b="b"/>
              <a:pathLst>
                <a:path w="28876" h="3587" extrusionOk="0">
                  <a:moveTo>
                    <a:pt x="0" y="0"/>
                  </a:moveTo>
                  <a:lnTo>
                    <a:pt x="0" y="3587"/>
                  </a:lnTo>
                  <a:lnTo>
                    <a:pt x="28876" y="3587"/>
                  </a:lnTo>
                  <a:lnTo>
                    <a:pt x="2887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67"/>
            <p:cNvSpPr/>
            <p:nvPr/>
          </p:nvSpPr>
          <p:spPr>
            <a:xfrm>
              <a:off x="3419025" y="2520850"/>
              <a:ext cx="713550" cy="19025"/>
            </a:xfrm>
            <a:custGeom>
              <a:avLst/>
              <a:gdLst/>
              <a:ahLst/>
              <a:cxnLst/>
              <a:rect l="l" t="t" r="r" b="b"/>
              <a:pathLst>
                <a:path w="28542" h="761" extrusionOk="0">
                  <a:moveTo>
                    <a:pt x="517" y="0"/>
                  </a:moveTo>
                  <a:cubicBezTo>
                    <a:pt x="0" y="0"/>
                    <a:pt x="0" y="760"/>
                    <a:pt x="517" y="760"/>
                  </a:cubicBezTo>
                  <a:lnTo>
                    <a:pt x="28056" y="760"/>
                  </a:lnTo>
                  <a:cubicBezTo>
                    <a:pt x="28542" y="760"/>
                    <a:pt x="28542" y="0"/>
                    <a:pt x="280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67"/>
            <p:cNvSpPr/>
            <p:nvPr/>
          </p:nvSpPr>
          <p:spPr>
            <a:xfrm>
              <a:off x="3482100" y="2055800"/>
              <a:ext cx="140600" cy="349575"/>
            </a:xfrm>
            <a:custGeom>
              <a:avLst/>
              <a:gdLst/>
              <a:ahLst/>
              <a:cxnLst/>
              <a:rect l="l" t="t" r="r" b="b"/>
              <a:pathLst>
                <a:path w="5624" h="13983" extrusionOk="0">
                  <a:moveTo>
                    <a:pt x="1277" y="0"/>
                  </a:moveTo>
                  <a:cubicBezTo>
                    <a:pt x="1277" y="1"/>
                    <a:pt x="3800" y="4408"/>
                    <a:pt x="1885" y="7265"/>
                  </a:cubicBezTo>
                  <a:cubicBezTo>
                    <a:pt x="0" y="10122"/>
                    <a:pt x="3800" y="13982"/>
                    <a:pt x="3800" y="13982"/>
                  </a:cubicBezTo>
                  <a:cubicBezTo>
                    <a:pt x="3800" y="13982"/>
                    <a:pt x="2037" y="10791"/>
                    <a:pt x="3800" y="7265"/>
                  </a:cubicBezTo>
                  <a:cubicBezTo>
                    <a:pt x="5623" y="3617"/>
                    <a:pt x="1277" y="1"/>
                    <a:pt x="127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67"/>
            <p:cNvSpPr/>
            <p:nvPr/>
          </p:nvSpPr>
          <p:spPr>
            <a:xfrm>
              <a:off x="3663700" y="2055800"/>
              <a:ext cx="140600" cy="349575"/>
            </a:xfrm>
            <a:custGeom>
              <a:avLst/>
              <a:gdLst/>
              <a:ahLst/>
              <a:cxnLst/>
              <a:rect l="l" t="t" r="r" b="b"/>
              <a:pathLst>
                <a:path w="5624" h="13983" extrusionOk="0">
                  <a:moveTo>
                    <a:pt x="1277" y="0"/>
                  </a:moveTo>
                  <a:lnTo>
                    <a:pt x="1277" y="0"/>
                  </a:lnTo>
                  <a:cubicBezTo>
                    <a:pt x="1278" y="1"/>
                    <a:pt x="3800" y="4408"/>
                    <a:pt x="1885" y="7265"/>
                  </a:cubicBezTo>
                  <a:cubicBezTo>
                    <a:pt x="1" y="10122"/>
                    <a:pt x="3800" y="13982"/>
                    <a:pt x="3800" y="13982"/>
                  </a:cubicBezTo>
                  <a:cubicBezTo>
                    <a:pt x="3800" y="13982"/>
                    <a:pt x="2037" y="10791"/>
                    <a:pt x="3800" y="7265"/>
                  </a:cubicBezTo>
                  <a:cubicBezTo>
                    <a:pt x="5624" y="3617"/>
                    <a:pt x="1278" y="1"/>
                    <a:pt x="127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67"/>
            <p:cNvSpPr/>
            <p:nvPr/>
          </p:nvSpPr>
          <p:spPr>
            <a:xfrm>
              <a:off x="3844575" y="2055800"/>
              <a:ext cx="140600" cy="349575"/>
            </a:xfrm>
            <a:custGeom>
              <a:avLst/>
              <a:gdLst/>
              <a:ahLst/>
              <a:cxnLst/>
              <a:rect l="l" t="t" r="r" b="b"/>
              <a:pathLst>
                <a:path w="5624" h="13983" extrusionOk="0">
                  <a:moveTo>
                    <a:pt x="1307" y="0"/>
                  </a:moveTo>
                  <a:cubicBezTo>
                    <a:pt x="1307" y="1"/>
                    <a:pt x="3799" y="4408"/>
                    <a:pt x="1915" y="7265"/>
                  </a:cubicBezTo>
                  <a:cubicBezTo>
                    <a:pt x="0" y="10122"/>
                    <a:pt x="3799" y="13982"/>
                    <a:pt x="3799" y="13982"/>
                  </a:cubicBezTo>
                  <a:cubicBezTo>
                    <a:pt x="3799" y="13982"/>
                    <a:pt x="2067" y="10791"/>
                    <a:pt x="3799" y="7265"/>
                  </a:cubicBezTo>
                  <a:cubicBezTo>
                    <a:pt x="5623" y="3617"/>
                    <a:pt x="1307" y="1"/>
                    <a:pt x="130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67"/>
            <p:cNvSpPr/>
            <p:nvPr/>
          </p:nvSpPr>
          <p:spPr>
            <a:xfrm>
              <a:off x="4403075" y="4430700"/>
              <a:ext cx="279675" cy="368400"/>
            </a:xfrm>
            <a:custGeom>
              <a:avLst/>
              <a:gdLst/>
              <a:ahLst/>
              <a:cxnLst/>
              <a:rect l="l" t="t" r="r" b="b"/>
              <a:pathLst>
                <a:path w="11187" h="14736" extrusionOk="0">
                  <a:moveTo>
                    <a:pt x="8016" y="0"/>
                  </a:moveTo>
                  <a:cubicBezTo>
                    <a:pt x="6584" y="0"/>
                    <a:pt x="4557" y="123"/>
                    <a:pt x="4043" y="142"/>
                  </a:cubicBezTo>
                  <a:cubicBezTo>
                    <a:pt x="3983" y="1358"/>
                    <a:pt x="6688" y="9352"/>
                    <a:pt x="6658" y="10568"/>
                  </a:cubicBezTo>
                  <a:cubicBezTo>
                    <a:pt x="5654" y="11176"/>
                    <a:pt x="1825" y="12118"/>
                    <a:pt x="1156" y="12574"/>
                  </a:cubicBezTo>
                  <a:cubicBezTo>
                    <a:pt x="457" y="13030"/>
                    <a:pt x="1" y="13972"/>
                    <a:pt x="426" y="14671"/>
                  </a:cubicBezTo>
                  <a:cubicBezTo>
                    <a:pt x="1686" y="14698"/>
                    <a:pt x="3705" y="14735"/>
                    <a:pt x="5624" y="14735"/>
                  </a:cubicBezTo>
                  <a:cubicBezTo>
                    <a:pt x="8151" y="14735"/>
                    <a:pt x="10506" y="14670"/>
                    <a:pt x="10731" y="14428"/>
                  </a:cubicBezTo>
                  <a:cubicBezTo>
                    <a:pt x="11186" y="13972"/>
                    <a:pt x="11065" y="13212"/>
                    <a:pt x="10913" y="12605"/>
                  </a:cubicBezTo>
                  <a:cubicBezTo>
                    <a:pt x="10548" y="10842"/>
                    <a:pt x="9089" y="1936"/>
                    <a:pt x="9484" y="142"/>
                  </a:cubicBezTo>
                  <a:cubicBezTo>
                    <a:pt x="9388" y="36"/>
                    <a:pt x="8789" y="0"/>
                    <a:pt x="801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67"/>
            <p:cNvSpPr/>
            <p:nvPr/>
          </p:nvSpPr>
          <p:spPr>
            <a:xfrm>
              <a:off x="4339250" y="4721475"/>
              <a:ext cx="359450" cy="97475"/>
            </a:xfrm>
            <a:custGeom>
              <a:avLst/>
              <a:gdLst/>
              <a:ahLst/>
              <a:cxnLst/>
              <a:rect l="l" t="t" r="r" b="b"/>
              <a:pathLst>
                <a:path w="14378" h="3899" extrusionOk="0">
                  <a:moveTo>
                    <a:pt x="5563" y="1"/>
                  </a:moveTo>
                  <a:lnTo>
                    <a:pt x="5563" y="1"/>
                  </a:lnTo>
                  <a:cubicBezTo>
                    <a:pt x="4438" y="366"/>
                    <a:pt x="1186" y="1338"/>
                    <a:pt x="578" y="2463"/>
                  </a:cubicBezTo>
                  <a:cubicBezTo>
                    <a:pt x="1" y="3588"/>
                    <a:pt x="1581" y="3709"/>
                    <a:pt x="1581" y="3709"/>
                  </a:cubicBezTo>
                  <a:cubicBezTo>
                    <a:pt x="1581" y="3709"/>
                    <a:pt x="6242" y="3898"/>
                    <a:pt x="9907" y="3898"/>
                  </a:cubicBezTo>
                  <a:cubicBezTo>
                    <a:pt x="11740" y="3898"/>
                    <a:pt x="13324" y="3851"/>
                    <a:pt x="13952" y="3709"/>
                  </a:cubicBezTo>
                  <a:cubicBezTo>
                    <a:pt x="14378" y="3648"/>
                    <a:pt x="13891" y="2432"/>
                    <a:pt x="13891" y="2432"/>
                  </a:cubicBezTo>
                  <a:cubicBezTo>
                    <a:pt x="13891" y="2432"/>
                    <a:pt x="10703" y="2514"/>
                    <a:pt x="8470" y="2514"/>
                  </a:cubicBezTo>
                  <a:cubicBezTo>
                    <a:pt x="7353" y="2514"/>
                    <a:pt x="6475" y="2493"/>
                    <a:pt x="6353" y="2432"/>
                  </a:cubicBezTo>
                  <a:cubicBezTo>
                    <a:pt x="5381" y="1885"/>
                    <a:pt x="5563" y="1"/>
                    <a:pt x="55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67"/>
            <p:cNvSpPr/>
            <p:nvPr/>
          </p:nvSpPr>
          <p:spPr>
            <a:xfrm>
              <a:off x="4631050" y="4430700"/>
              <a:ext cx="279675" cy="368400"/>
            </a:xfrm>
            <a:custGeom>
              <a:avLst/>
              <a:gdLst/>
              <a:ahLst/>
              <a:cxnLst/>
              <a:rect l="l" t="t" r="r" b="b"/>
              <a:pathLst>
                <a:path w="11187" h="14736" extrusionOk="0">
                  <a:moveTo>
                    <a:pt x="8016" y="0"/>
                  </a:moveTo>
                  <a:cubicBezTo>
                    <a:pt x="6583" y="0"/>
                    <a:pt x="4557" y="123"/>
                    <a:pt x="4043" y="142"/>
                  </a:cubicBezTo>
                  <a:cubicBezTo>
                    <a:pt x="3982" y="1358"/>
                    <a:pt x="6688" y="9352"/>
                    <a:pt x="6657" y="10568"/>
                  </a:cubicBezTo>
                  <a:cubicBezTo>
                    <a:pt x="5654" y="11176"/>
                    <a:pt x="1824" y="12118"/>
                    <a:pt x="1156" y="12574"/>
                  </a:cubicBezTo>
                  <a:cubicBezTo>
                    <a:pt x="456" y="13030"/>
                    <a:pt x="1" y="13972"/>
                    <a:pt x="426" y="14671"/>
                  </a:cubicBezTo>
                  <a:cubicBezTo>
                    <a:pt x="1686" y="14698"/>
                    <a:pt x="3704" y="14735"/>
                    <a:pt x="5624" y="14735"/>
                  </a:cubicBezTo>
                  <a:cubicBezTo>
                    <a:pt x="8151" y="14735"/>
                    <a:pt x="10506" y="14670"/>
                    <a:pt x="10730" y="14428"/>
                  </a:cubicBezTo>
                  <a:cubicBezTo>
                    <a:pt x="11186" y="13972"/>
                    <a:pt x="11065" y="13212"/>
                    <a:pt x="10913" y="12605"/>
                  </a:cubicBezTo>
                  <a:cubicBezTo>
                    <a:pt x="10548" y="10842"/>
                    <a:pt x="9089" y="1936"/>
                    <a:pt x="9484" y="142"/>
                  </a:cubicBezTo>
                  <a:cubicBezTo>
                    <a:pt x="9388" y="36"/>
                    <a:pt x="8789" y="0"/>
                    <a:pt x="801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67"/>
            <p:cNvSpPr/>
            <p:nvPr/>
          </p:nvSpPr>
          <p:spPr>
            <a:xfrm>
              <a:off x="4412200" y="3085450"/>
              <a:ext cx="411900" cy="1424175"/>
            </a:xfrm>
            <a:custGeom>
              <a:avLst/>
              <a:gdLst/>
              <a:ahLst/>
              <a:cxnLst/>
              <a:rect l="l" t="t" r="r" b="b"/>
              <a:pathLst>
                <a:path w="16476" h="56967" extrusionOk="0">
                  <a:moveTo>
                    <a:pt x="16475" y="0"/>
                  </a:moveTo>
                  <a:lnTo>
                    <a:pt x="16475" y="0"/>
                  </a:lnTo>
                  <a:cubicBezTo>
                    <a:pt x="13253" y="243"/>
                    <a:pt x="9940" y="274"/>
                    <a:pt x="6748" y="760"/>
                  </a:cubicBezTo>
                  <a:cubicBezTo>
                    <a:pt x="3891" y="1186"/>
                    <a:pt x="2523" y="912"/>
                    <a:pt x="2128" y="3800"/>
                  </a:cubicBezTo>
                  <a:cubicBezTo>
                    <a:pt x="1247" y="9788"/>
                    <a:pt x="92" y="24013"/>
                    <a:pt x="31" y="30061"/>
                  </a:cubicBezTo>
                  <a:cubicBezTo>
                    <a:pt x="1" y="33223"/>
                    <a:pt x="2949" y="51278"/>
                    <a:pt x="3527" y="56931"/>
                  </a:cubicBezTo>
                  <a:cubicBezTo>
                    <a:pt x="3989" y="56905"/>
                    <a:pt x="4431" y="56896"/>
                    <a:pt x="4861" y="56896"/>
                  </a:cubicBezTo>
                  <a:cubicBezTo>
                    <a:pt x="6037" y="56896"/>
                    <a:pt x="7125" y="56966"/>
                    <a:pt x="8301" y="56966"/>
                  </a:cubicBezTo>
                  <a:cubicBezTo>
                    <a:pt x="8731" y="56966"/>
                    <a:pt x="9174" y="56957"/>
                    <a:pt x="9636" y="56931"/>
                  </a:cubicBezTo>
                  <a:cubicBezTo>
                    <a:pt x="9210" y="48420"/>
                    <a:pt x="9028" y="38998"/>
                    <a:pt x="7752" y="33891"/>
                  </a:cubicBezTo>
                  <a:cubicBezTo>
                    <a:pt x="5502" y="25137"/>
                    <a:pt x="16110" y="6049"/>
                    <a:pt x="1647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67"/>
            <p:cNvSpPr/>
            <p:nvPr/>
          </p:nvSpPr>
          <p:spPr>
            <a:xfrm>
              <a:off x="4543675" y="3032250"/>
              <a:ext cx="386800" cy="1476500"/>
            </a:xfrm>
            <a:custGeom>
              <a:avLst/>
              <a:gdLst/>
              <a:ahLst/>
              <a:cxnLst/>
              <a:rect l="l" t="t" r="r" b="b"/>
              <a:pathLst>
                <a:path w="15472" h="59060" extrusionOk="0">
                  <a:moveTo>
                    <a:pt x="547" y="0"/>
                  </a:moveTo>
                  <a:cubicBezTo>
                    <a:pt x="547" y="3435"/>
                    <a:pt x="1125" y="3283"/>
                    <a:pt x="547" y="9818"/>
                  </a:cubicBezTo>
                  <a:cubicBezTo>
                    <a:pt x="152" y="14408"/>
                    <a:pt x="0" y="23831"/>
                    <a:pt x="0" y="29545"/>
                  </a:cubicBezTo>
                  <a:cubicBezTo>
                    <a:pt x="0" y="35654"/>
                    <a:pt x="5410" y="51004"/>
                    <a:pt x="7204" y="59059"/>
                  </a:cubicBezTo>
                  <a:cubicBezTo>
                    <a:pt x="9848" y="59059"/>
                    <a:pt x="10487" y="58877"/>
                    <a:pt x="13161" y="58877"/>
                  </a:cubicBezTo>
                  <a:cubicBezTo>
                    <a:pt x="12128" y="47174"/>
                    <a:pt x="12098" y="46597"/>
                    <a:pt x="10183" y="34317"/>
                  </a:cubicBezTo>
                  <a:cubicBezTo>
                    <a:pt x="8967" y="26262"/>
                    <a:pt x="15471" y="14074"/>
                    <a:pt x="15441" y="6991"/>
                  </a:cubicBezTo>
                  <a:cubicBezTo>
                    <a:pt x="15471" y="2797"/>
                    <a:pt x="13283" y="3435"/>
                    <a:pt x="13617" y="1064"/>
                  </a:cubicBezTo>
                  <a:lnTo>
                    <a:pt x="13617" y="1064"/>
                  </a:lnTo>
                  <a:cubicBezTo>
                    <a:pt x="11778" y="1677"/>
                    <a:pt x="10255" y="1933"/>
                    <a:pt x="8825" y="1933"/>
                  </a:cubicBezTo>
                  <a:cubicBezTo>
                    <a:pt x="6211" y="1933"/>
                    <a:pt x="3906" y="1081"/>
                    <a:pt x="54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67"/>
            <p:cNvSpPr/>
            <p:nvPr/>
          </p:nvSpPr>
          <p:spPr>
            <a:xfrm>
              <a:off x="4567975" y="4721475"/>
              <a:ext cx="358700" cy="99025"/>
            </a:xfrm>
            <a:custGeom>
              <a:avLst/>
              <a:gdLst/>
              <a:ahLst/>
              <a:cxnLst/>
              <a:rect l="l" t="t" r="r" b="b"/>
              <a:pathLst>
                <a:path w="14348" h="3961" extrusionOk="0">
                  <a:moveTo>
                    <a:pt x="5533" y="1"/>
                  </a:moveTo>
                  <a:cubicBezTo>
                    <a:pt x="4408" y="366"/>
                    <a:pt x="1156" y="1338"/>
                    <a:pt x="548" y="2463"/>
                  </a:cubicBezTo>
                  <a:cubicBezTo>
                    <a:pt x="1" y="3588"/>
                    <a:pt x="1125" y="3891"/>
                    <a:pt x="1125" y="3891"/>
                  </a:cubicBezTo>
                  <a:cubicBezTo>
                    <a:pt x="1125" y="3891"/>
                    <a:pt x="4229" y="3961"/>
                    <a:pt x="7412" y="3961"/>
                  </a:cubicBezTo>
                  <a:cubicBezTo>
                    <a:pt x="10197" y="3961"/>
                    <a:pt x="13043" y="3908"/>
                    <a:pt x="13922" y="3709"/>
                  </a:cubicBezTo>
                  <a:cubicBezTo>
                    <a:pt x="14347" y="3648"/>
                    <a:pt x="13861" y="2432"/>
                    <a:pt x="13861" y="2432"/>
                  </a:cubicBezTo>
                  <a:cubicBezTo>
                    <a:pt x="13861" y="2432"/>
                    <a:pt x="10673" y="2514"/>
                    <a:pt x="8439" y="2514"/>
                  </a:cubicBezTo>
                  <a:cubicBezTo>
                    <a:pt x="7323" y="2514"/>
                    <a:pt x="6445" y="2493"/>
                    <a:pt x="6323" y="2432"/>
                  </a:cubicBezTo>
                  <a:cubicBezTo>
                    <a:pt x="5350" y="1885"/>
                    <a:pt x="5533" y="1"/>
                    <a:pt x="55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67"/>
            <p:cNvSpPr/>
            <p:nvPr/>
          </p:nvSpPr>
          <p:spPr>
            <a:xfrm>
              <a:off x="4395475" y="2224200"/>
              <a:ext cx="549425" cy="1009975"/>
            </a:xfrm>
            <a:custGeom>
              <a:avLst/>
              <a:gdLst/>
              <a:ahLst/>
              <a:cxnLst/>
              <a:rect l="l" t="t" r="r" b="b"/>
              <a:pathLst>
                <a:path w="21977" h="40399" extrusionOk="0">
                  <a:moveTo>
                    <a:pt x="13022" y="1"/>
                  </a:moveTo>
                  <a:cubicBezTo>
                    <a:pt x="11804" y="1"/>
                    <a:pt x="10550" y="168"/>
                    <a:pt x="9363" y="529"/>
                  </a:cubicBezTo>
                  <a:cubicBezTo>
                    <a:pt x="8025" y="924"/>
                    <a:pt x="6779" y="681"/>
                    <a:pt x="5229" y="7246"/>
                  </a:cubicBezTo>
                  <a:cubicBezTo>
                    <a:pt x="4803" y="9009"/>
                    <a:pt x="1" y="11562"/>
                    <a:pt x="1946" y="14967"/>
                  </a:cubicBezTo>
                  <a:cubicBezTo>
                    <a:pt x="6810" y="23477"/>
                    <a:pt x="3922" y="27520"/>
                    <a:pt x="2797" y="38250"/>
                  </a:cubicBezTo>
                  <a:cubicBezTo>
                    <a:pt x="5105" y="39682"/>
                    <a:pt x="8312" y="40398"/>
                    <a:pt x="12885" y="40398"/>
                  </a:cubicBezTo>
                  <a:cubicBezTo>
                    <a:pt x="15299" y="40398"/>
                    <a:pt x="18094" y="40199"/>
                    <a:pt x="21339" y="39800"/>
                  </a:cubicBezTo>
                  <a:cubicBezTo>
                    <a:pt x="21430" y="33964"/>
                    <a:pt x="18664" y="32019"/>
                    <a:pt x="18937" y="25879"/>
                  </a:cubicBezTo>
                  <a:cubicBezTo>
                    <a:pt x="19150" y="20924"/>
                    <a:pt x="19454" y="18128"/>
                    <a:pt x="20488" y="13416"/>
                  </a:cubicBezTo>
                  <a:cubicBezTo>
                    <a:pt x="21065" y="10863"/>
                    <a:pt x="21977" y="7307"/>
                    <a:pt x="21126" y="4875"/>
                  </a:cubicBezTo>
                  <a:cubicBezTo>
                    <a:pt x="20338" y="2569"/>
                    <a:pt x="16661" y="571"/>
                    <a:pt x="16533" y="497"/>
                  </a:cubicBezTo>
                  <a:lnTo>
                    <a:pt x="16533" y="497"/>
                  </a:lnTo>
                  <a:cubicBezTo>
                    <a:pt x="16534" y="498"/>
                    <a:pt x="16535" y="498"/>
                    <a:pt x="16536" y="498"/>
                  </a:cubicBezTo>
                  <a:cubicBezTo>
                    <a:pt x="16532" y="496"/>
                    <a:pt x="16530" y="495"/>
                    <a:pt x="16530" y="495"/>
                  </a:cubicBezTo>
                  <a:lnTo>
                    <a:pt x="16530" y="495"/>
                  </a:lnTo>
                  <a:cubicBezTo>
                    <a:pt x="16530" y="495"/>
                    <a:pt x="16531" y="496"/>
                    <a:pt x="16533" y="497"/>
                  </a:cubicBezTo>
                  <a:lnTo>
                    <a:pt x="16533" y="497"/>
                  </a:lnTo>
                  <a:cubicBezTo>
                    <a:pt x="15474" y="175"/>
                    <a:pt x="14267" y="1"/>
                    <a:pt x="130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67"/>
            <p:cNvSpPr/>
            <p:nvPr/>
          </p:nvSpPr>
          <p:spPr>
            <a:xfrm>
              <a:off x="4106725" y="2303375"/>
              <a:ext cx="879225" cy="513175"/>
            </a:xfrm>
            <a:custGeom>
              <a:avLst/>
              <a:gdLst/>
              <a:ahLst/>
              <a:cxnLst/>
              <a:rect l="l" t="t" r="r" b="b"/>
              <a:pathLst>
                <a:path w="35169" h="20527" extrusionOk="0">
                  <a:moveTo>
                    <a:pt x="28673" y="1"/>
                  </a:moveTo>
                  <a:cubicBezTo>
                    <a:pt x="23488" y="1"/>
                    <a:pt x="16488" y="11271"/>
                    <a:pt x="14651" y="14231"/>
                  </a:cubicBezTo>
                  <a:cubicBezTo>
                    <a:pt x="10153" y="15295"/>
                    <a:pt x="4773" y="16177"/>
                    <a:pt x="274" y="17240"/>
                  </a:cubicBezTo>
                  <a:cubicBezTo>
                    <a:pt x="1" y="18456"/>
                    <a:pt x="578" y="19216"/>
                    <a:pt x="274" y="20432"/>
                  </a:cubicBezTo>
                  <a:cubicBezTo>
                    <a:pt x="2112" y="20490"/>
                    <a:pt x="4908" y="20526"/>
                    <a:pt x="7683" y="20526"/>
                  </a:cubicBezTo>
                  <a:cubicBezTo>
                    <a:pt x="12157" y="20526"/>
                    <a:pt x="16577" y="20433"/>
                    <a:pt x="16840" y="20189"/>
                  </a:cubicBezTo>
                  <a:cubicBezTo>
                    <a:pt x="20001" y="17362"/>
                    <a:pt x="35168" y="5751"/>
                    <a:pt x="31399" y="1374"/>
                  </a:cubicBezTo>
                  <a:cubicBezTo>
                    <a:pt x="30589" y="413"/>
                    <a:pt x="29664" y="1"/>
                    <a:pt x="2867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67"/>
            <p:cNvSpPr/>
            <p:nvPr/>
          </p:nvSpPr>
          <p:spPr>
            <a:xfrm>
              <a:off x="3865850" y="2713850"/>
              <a:ext cx="358675" cy="103375"/>
            </a:xfrm>
            <a:custGeom>
              <a:avLst/>
              <a:gdLst/>
              <a:ahLst/>
              <a:cxnLst/>
              <a:rect l="l" t="t" r="r" b="b"/>
              <a:pathLst>
                <a:path w="14347" h="4135" extrusionOk="0">
                  <a:moveTo>
                    <a:pt x="13424" y="1"/>
                  </a:moveTo>
                  <a:cubicBezTo>
                    <a:pt x="12722" y="1"/>
                    <a:pt x="10268" y="794"/>
                    <a:pt x="9939" y="821"/>
                  </a:cubicBezTo>
                  <a:cubicBezTo>
                    <a:pt x="6748" y="1004"/>
                    <a:pt x="4955" y="1156"/>
                    <a:pt x="1793" y="1338"/>
                  </a:cubicBezTo>
                  <a:cubicBezTo>
                    <a:pt x="1064" y="1399"/>
                    <a:pt x="0" y="1733"/>
                    <a:pt x="304" y="2372"/>
                  </a:cubicBezTo>
                  <a:cubicBezTo>
                    <a:pt x="1041" y="3413"/>
                    <a:pt x="4985" y="4094"/>
                    <a:pt x="8159" y="4094"/>
                  </a:cubicBezTo>
                  <a:cubicBezTo>
                    <a:pt x="8782" y="4094"/>
                    <a:pt x="9375" y="4068"/>
                    <a:pt x="9909" y="4013"/>
                  </a:cubicBezTo>
                  <a:lnTo>
                    <a:pt x="13222" y="4135"/>
                  </a:lnTo>
                  <a:cubicBezTo>
                    <a:pt x="13952" y="3618"/>
                    <a:pt x="14347" y="426"/>
                    <a:pt x="13587" y="31"/>
                  </a:cubicBezTo>
                  <a:cubicBezTo>
                    <a:pt x="13557" y="10"/>
                    <a:pt x="13501" y="1"/>
                    <a:pt x="1342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67"/>
            <p:cNvSpPr/>
            <p:nvPr/>
          </p:nvSpPr>
          <p:spPr>
            <a:xfrm>
              <a:off x="4011750" y="2697925"/>
              <a:ext cx="104875" cy="79775"/>
            </a:xfrm>
            <a:custGeom>
              <a:avLst/>
              <a:gdLst/>
              <a:ahLst/>
              <a:cxnLst/>
              <a:rect l="l" t="t" r="r" b="b"/>
              <a:pathLst>
                <a:path w="4195" h="3191" extrusionOk="0">
                  <a:moveTo>
                    <a:pt x="480" y="1"/>
                  </a:moveTo>
                  <a:cubicBezTo>
                    <a:pt x="350" y="1"/>
                    <a:pt x="220" y="19"/>
                    <a:pt x="91" y="60"/>
                  </a:cubicBezTo>
                  <a:cubicBezTo>
                    <a:pt x="0" y="516"/>
                    <a:pt x="365" y="972"/>
                    <a:pt x="699" y="1306"/>
                  </a:cubicBezTo>
                  <a:cubicBezTo>
                    <a:pt x="1034" y="1610"/>
                    <a:pt x="1459" y="1914"/>
                    <a:pt x="1611" y="2401"/>
                  </a:cubicBezTo>
                  <a:cubicBezTo>
                    <a:pt x="1641" y="2553"/>
                    <a:pt x="1672" y="2735"/>
                    <a:pt x="1763" y="2857"/>
                  </a:cubicBezTo>
                  <a:cubicBezTo>
                    <a:pt x="1945" y="3161"/>
                    <a:pt x="2371" y="3191"/>
                    <a:pt x="2705" y="3191"/>
                  </a:cubicBezTo>
                  <a:cubicBezTo>
                    <a:pt x="3131" y="3191"/>
                    <a:pt x="3587" y="3191"/>
                    <a:pt x="3891" y="2948"/>
                  </a:cubicBezTo>
                  <a:cubicBezTo>
                    <a:pt x="4195" y="2583"/>
                    <a:pt x="4164" y="1945"/>
                    <a:pt x="3739" y="1914"/>
                  </a:cubicBezTo>
                  <a:lnTo>
                    <a:pt x="3648" y="1793"/>
                  </a:lnTo>
                  <a:cubicBezTo>
                    <a:pt x="3009" y="1580"/>
                    <a:pt x="2523" y="1063"/>
                    <a:pt x="1976" y="668"/>
                  </a:cubicBezTo>
                  <a:cubicBezTo>
                    <a:pt x="1559" y="325"/>
                    <a:pt x="1023" y="1"/>
                    <a:pt x="48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67"/>
            <p:cNvSpPr/>
            <p:nvPr/>
          </p:nvSpPr>
          <p:spPr>
            <a:xfrm>
              <a:off x="4828625" y="1779550"/>
              <a:ext cx="329825" cy="365550"/>
            </a:xfrm>
            <a:custGeom>
              <a:avLst/>
              <a:gdLst/>
              <a:ahLst/>
              <a:cxnLst/>
              <a:rect l="l" t="t" r="r" b="b"/>
              <a:pathLst>
                <a:path w="13193" h="14622" extrusionOk="0">
                  <a:moveTo>
                    <a:pt x="2384" y="1"/>
                  </a:moveTo>
                  <a:cubicBezTo>
                    <a:pt x="2051" y="1"/>
                    <a:pt x="1737" y="44"/>
                    <a:pt x="1459" y="138"/>
                  </a:cubicBezTo>
                  <a:cubicBezTo>
                    <a:pt x="0" y="685"/>
                    <a:pt x="61" y="3147"/>
                    <a:pt x="852" y="4272"/>
                  </a:cubicBezTo>
                  <a:cubicBezTo>
                    <a:pt x="1520" y="5214"/>
                    <a:pt x="2584" y="5397"/>
                    <a:pt x="3344" y="6308"/>
                  </a:cubicBezTo>
                  <a:cubicBezTo>
                    <a:pt x="4225" y="7403"/>
                    <a:pt x="4195" y="9044"/>
                    <a:pt x="4377" y="10442"/>
                  </a:cubicBezTo>
                  <a:cubicBezTo>
                    <a:pt x="4651" y="12388"/>
                    <a:pt x="6201" y="14090"/>
                    <a:pt x="8116" y="14515"/>
                  </a:cubicBezTo>
                  <a:cubicBezTo>
                    <a:pt x="8434" y="14587"/>
                    <a:pt x="8759" y="14622"/>
                    <a:pt x="9085" y="14622"/>
                  </a:cubicBezTo>
                  <a:cubicBezTo>
                    <a:pt x="10688" y="14622"/>
                    <a:pt x="12308" y="13782"/>
                    <a:pt x="13192" y="12418"/>
                  </a:cubicBezTo>
                  <a:lnTo>
                    <a:pt x="13192" y="12418"/>
                  </a:lnTo>
                  <a:cubicBezTo>
                    <a:pt x="12920" y="12511"/>
                    <a:pt x="12642" y="12553"/>
                    <a:pt x="12366" y="12553"/>
                  </a:cubicBezTo>
                  <a:cubicBezTo>
                    <a:pt x="11101" y="12553"/>
                    <a:pt x="9859" y="11656"/>
                    <a:pt x="9210" y="10533"/>
                  </a:cubicBezTo>
                  <a:cubicBezTo>
                    <a:pt x="8420" y="9166"/>
                    <a:pt x="8207" y="7494"/>
                    <a:pt x="7995" y="5944"/>
                  </a:cubicBezTo>
                  <a:cubicBezTo>
                    <a:pt x="7751" y="4363"/>
                    <a:pt x="7387" y="2752"/>
                    <a:pt x="6292" y="1567"/>
                  </a:cubicBezTo>
                  <a:cubicBezTo>
                    <a:pt x="5460" y="734"/>
                    <a:pt x="3760" y="1"/>
                    <a:pt x="238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67"/>
            <p:cNvSpPr/>
            <p:nvPr/>
          </p:nvSpPr>
          <p:spPr>
            <a:xfrm>
              <a:off x="4538650" y="2008175"/>
              <a:ext cx="333300" cy="397675"/>
            </a:xfrm>
            <a:custGeom>
              <a:avLst/>
              <a:gdLst/>
              <a:ahLst/>
              <a:cxnLst/>
              <a:rect l="l" t="t" r="r" b="b"/>
              <a:pathLst>
                <a:path w="13332" h="15907" extrusionOk="0">
                  <a:moveTo>
                    <a:pt x="10136" y="0"/>
                  </a:moveTo>
                  <a:cubicBezTo>
                    <a:pt x="9093" y="0"/>
                    <a:pt x="5575" y="2526"/>
                    <a:pt x="3362" y="2574"/>
                  </a:cubicBezTo>
                  <a:cubicBezTo>
                    <a:pt x="3028" y="5398"/>
                    <a:pt x="4241" y="7767"/>
                    <a:pt x="3001" y="10408"/>
                  </a:cubicBezTo>
                  <a:lnTo>
                    <a:pt x="3001" y="10408"/>
                  </a:lnTo>
                  <a:cubicBezTo>
                    <a:pt x="3008" y="10393"/>
                    <a:pt x="3011" y="10386"/>
                    <a:pt x="3010" y="10386"/>
                  </a:cubicBezTo>
                  <a:lnTo>
                    <a:pt x="3010" y="10386"/>
                  </a:lnTo>
                  <a:cubicBezTo>
                    <a:pt x="2979" y="10386"/>
                    <a:pt x="1" y="15907"/>
                    <a:pt x="1788" y="15907"/>
                  </a:cubicBezTo>
                  <a:cubicBezTo>
                    <a:pt x="2289" y="15907"/>
                    <a:pt x="3162" y="15474"/>
                    <a:pt x="4578" y="14367"/>
                  </a:cubicBezTo>
                  <a:cubicBezTo>
                    <a:pt x="5429" y="13729"/>
                    <a:pt x="13332" y="10082"/>
                    <a:pt x="10475" y="8957"/>
                  </a:cubicBezTo>
                  <a:cubicBezTo>
                    <a:pt x="9381" y="8501"/>
                    <a:pt x="9533" y="3030"/>
                    <a:pt x="10353" y="689"/>
                  </a:cubicBezTo>
                  <a:cubicBezTo>
                    <a:pt x="10525" y="195"/>
                    <a:pt x="10426" y="0"/>
                    <a:pt x="101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67"/>
            <p:cNvSpPr/>
            <p:nvPr/>
          </p:nvSpPr>
          <p:spPr>
            <a:xfrm>
              <a:off x="4503400" y="1767925"/>
              <a:ext cx="381475" cy="419600"/>
            </a:xfrm>
            <a:custGeom>
              <a:avLst/>
              <a:gdLst/>
              <a:ahLst/>
              <a:cxnLst/>
              <a:rect l="l" t="t" r="r" b="b"/>
              <a:pathLst>
                <a:path w="15259" h="16784" extrusionOk="0">
                  <a:moveTo>
                    <a:pt x="7894" y="0"/>
                  </a:moveTo>
                  <a:cubicBezTo>
                    <a:pt x="6824" y="0"/>
                    <a:pt x="5730" y="242"/>
                    <a:pt x="4651" y="512"/>
                  </a:cubicBezTo>
                  <a:cubicBezTo>
                    <a:pt x="3891" y="664"/>
                    <a:pt x="3131" y="877"/>
                    <a:pt x="2523" y="1333"/>
                  </a:cubicBezTo>
                  <a:cubicBezTo>
                    <a:pt x="1702" y="1941"/>
                    <a:pt x="942" y="2488"/>
                    <a:pt x="760" y="3491"/>
                  </a:cubicBezTo>
                  <a:cubicBezTo>
                    <a:pt x="0" y="7412"/>
                    <a:pt x="91" y="11667"/>
                    <a:pt x="1672" y="15163"/>
                  </a:cubicBezTo>
                  <a:cubicBezTo>
                    <a:pt x="1824" y="15558"/>
                    <a:pt x="2037" y="15983"/>
                    <a:pt x="2341" y="16226"/>
                  </a:cubicBezTo>
                  <a:cubicBezTo>
                    <a:pt x="2766" y="16622"/>
                    <a:pt x="3344" y="16743"/>
                    <a:pt x="3860" y="16774"/>
                  </a:cubicBezTo>
                  <a:cubicBezTo>
                    <a:pt x="3971" y="16781"/>
                    <a:pt x="4081" y="16784"/>
                    <a:pt x="4191" y="16784"/>
                  </a:cubicBezTo>
                  <a:cubicBezTo>
                    <a:pt x="6500" y="16784"/>
                    <a:pt x="8667" y="15283"/>
                    <a:pt x="10031" y="13339"/>
                  </a:cubicBezTo>
                  <a:cubicBezTo>
                    <a:pt x="12250" y="10117"/>
                    <a:pt x="15259" y="1576"/>
                    <a:pt x="9362" y="178"/>
                  </a:cubicBezTo>
                  <a:cubicBezTo>
                    <a:pt x="8880" y="52"/>
                    <a:pt x="8390" y="0"/>
                    <a:pt x="78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67"/>
            <p:cNvSpPr/>
            <p:nvPr/>
          </p:nvSpPr>
          <p:spPr>
            <a:xfrm>
              <a:off x="4489700" y="1701650"/>
              <a:ext cx="409625" cy="361000"/>
            </a:xfrm>
            <a:custGeom>
              <a:avLst/>
              <a:gdLst/>
              <a:ahLst/>
              <a:cxnLst/>
              <a:rect l="l" t="t" r="r" b="b"/>
              <a:pathLst>
                <a:path w="16385" h="14440" extrusionOk="0">
                  <a:moveTo>
                    <a:pt x="8055" y="1"/>
                  </a:moveTo>
                  <a:cubicBezTo>
                    <a:pt x="7994" y="1"/>
                    <a:pt x="7934" y="1"/>
                    <a:pt x="7873" y="2"/>
                  </a:cubicBezTo>
                  <a:cubicBezTo>
                    <a:pt x="3831" y="32"/>
                    <a:pt x="2311" y="2282"/>
                    <a:pt x="2311" y="2282"/>
                  </a:cubicBezTo>
                  <a:cubicBezTo>
                    <a:pt x="822" y="2403"/>
                    <a:pt x="62" y="3649"/>
                    <a:pt x="31" y="4744"/>
                  </a:cubicBezTo>
                  <a:cubicBezTo>
                    <a:pt x="1" y="6385"/>
                    <a:pt x="1399" y="6962"/>
                    <a:pt x="2706" y="7054"/>
                  </a:cubicBezTo>
                  <a:cubicBezTo>
                    <a:pt x="2676" y="6203"/>
                    <a:pt x="2706" y="5321"/>
                    <a:pt x="3071" y="4744"/>
                  </a:cubicBezTo>
                  <a:cubicBezTo>
                    <a:pt x="3071" y="5716"/>
                    <a:pt x="3162" y="6294"/>
                    <a:pt x="3527" y="7175"/>
                  </a:cubicBezTo>
                  <a:cubicBezTo>
                    <a:pt x="3831" y="7165"/>
                    <a:pt x="4145" y="7158"/>
                    <a:pt x="4462" y="7158"/>
                  </a:cubicBezTo>
                  <a:cubicBezTo>
                    <a:pt x="5097" y="7158"/>
                    <a:pt x="5746" y="7185"/>
                    <a:pt x="6354" y="7266"/>
                  </a:cubicBezTo>
                  <a:cubicBezTo>
                    <a:pt x="6141" y="6355"/>
                    <a:pt x="6232" y="5747"/>
                    <a:pt x="6506" y="4835"/>
                  </a:cubicBezTo>
                  <a:cubicBezTo>
                    <a:pt x="6597" y="5838"/>
                    <a:pt x="6901" y="6355"/>
                    <a:pt x="7357" y="7266"/>
                  </a:cubicBezTo>
                  <a:cubicBezTo>
                    <a:pt x="8177" y="7388"/>
                    <a:pt x="9606" y="7601"/>
                    <a:pt x="9606" y="7601"/>
                  </a:cubicBezTo>
                  <a:cubicBezTo>
                    <a:pt x="10001" y="8695"/>
                    <a:pt x="10184" y="9820"/>
                    <a:pt x="10487" y="10428"/>
                  </a:cubicBezTo>
                  <a:cubicBezTo>
                    <a:pt x="11126" y="11735"/>
                    <a:pt x="11734" y="13011"/>
                    <a:pt x="11916" y="14440"/>
                  </a:cubicBezTo>
                  <a:cubicBezTo>
                    <a:pt x="14317" y="13224"/>
                    <a:pt x="15533" y="10853"/>
                    <a:pt x="15989" y="8209"/>
                  </a:cubicBezTo>
                  <a:cubicBezTo>
                    <a:pt x="16384" y="6142"/>
                    <a:pt x="16171" y="3832"/>
                    <a:pt x="14773" y="2312"/>
                  </a:cubicBezTo>
                  <a:cubicBezTo>
                    <a:pt x="13286" y="676"/>
                    <a:pt x="10781" y="1"/>
                    <a:pt x="805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67"/>
            <p:cNvSpPr/>
            <p:nvPr/>
          </p:nvSpPr>
          <p:spPr>
            <a:xfrm>
              <a:off x="4729475" y="1930375"/>
              <a:ext cx="77900" cy="111050"/>
            </a:xfrm>
            <a:custGeom>
              <a:avLst/>
              <a:gdLst/>
              <a:ahLst/>
              <a:cxnLst/>
              <a:rect l="l" t="t" r="r" b="b"/>
              <a:pathLst>
                <a:path w="3116" h="4442" extrusionOk="0">
                  <a:moveTo>
                    <a:pt x="1990" y="1"/>
                  </a:moveTo>
                  <a:cubicBezTo>
                    <a:pt x="0" y="1"/>
                    <a:pt x="775" y="2950"/>
                    <a:pt x="775" y="2950"/>
                  </a:cubicBezTo>
                  <a:cubicBezTo>
                    <a:pt x="723" y="3394"/>
                    <a:pt x="1096" y="4442"/>
                    <a:pt x="1645" y="4442"/>
                  </a:cubicBezTo>
                  <a:cubicBezTo>
                    <a:pt x="1735" y="4442"/>
                    <a:pt x="1831" y="4413"/>
                    <a:pt x="1930" y="4348"/>
                  </a:cubicBezTo>
                  <a:cubicBezTo>
                    <a:pt x="2842" y="3741"/>
                    <a:pt x="3115" y="1886"/>
                    <a:pt x="2811" y="823"/>
                  </a:cubicBezTo>
                  <a:cubicBezTo>
                    <a:pt x="2690" y="427"/>
                    <a:pt x="2416" y="2"/>
                    <a:pt x="2052" y="2"/>
                  </a:cubicBezTo>
                  <a:cubicBezTo>
                    <a:pt x="2031" y="1"/>
                    <a:pt x="2010" y="1"/>
                    <a:pt x="19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3" name="Google Shape;1483;p67"/>
          <p:cNvSpPr txBox="1"/>
          <p:nvPr/>
        </p:nvSpPr>
        <p:spPr>
          <a:xfrm>
            <a:off x="713239" y="2948925"/>
            <a:ext cx="2310000" cy="5304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2200" b="1">
                <a:solidFill>
                  <a:schemeClr val="accent2"/>
                </a:solidFill>
                <a:latin typeface="Advent Pro"/>
                <a:ea typeface="Advent Pro"/>
                <a:cs typeface="Advent Pro"/>
                <a:sym typeface="Advent Pro"/>
              </a:rPr>
              <a:t>Neptune</a:t>
            </a:r>
            <a:endParaRPr sz="2200" b="1">
              <a:solidFill>
                <a:schemeClr val="accent2"/>
              </a:solidFill>
              <a:latin typeface="Advent Pro"/>
              <a:ea typeface="Advent Pro"/>
              <a:cs typeface="Advent Pro"/>
              <a:sym typeface="Advent Pro"/>
            </a:endParaRPr>
          </a:p>
        </p:txBody>
      </p:sp>
      <p:sp>
        <p:nvSpPr>
          <p:cNvPr id="1484" name="Google Shape;1484;p67"/>
          <p:cNvSpPr txBox="1"/>
          <p:nvPr/>
        </p:nvSpPr>
        <p:spPr>
          <a:xfrm>
            <a:off x="713237" y="3376225"/>
            <a:ext cx="2310000" cy="7305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1600"/>
              </a:spcAft>
              <a:buNone/>
            </a:pPr>
            <a:r>
              <a:rPr lang="en">
                <a:solidFill>
                  <a:schemeClr val="dk1"/>
                </a:solidFill>
                <a:latin typeface="Roboto"/>
                <a:ea typeface="Roboto"/>
                <a:cs typeface="Roboto"/>
                <a:sym typeface="Roboto"/>
              </a:rPr>
              <a:t>Neptune is the closest planet to the Sun</a:t>
            </a:r>
            <a:endParaRPr>
              <a:solidFill>
                <a:schemeClr val="dk1"/>
              </a:solidFill>
              <a:latin typeface="Roboto"/>
              <a:ea typeface="Roboto"/>
              <a:cs typeface="Roboto"/>
              <a:sym typeface="Roboto"/>
            </a:endParaRPr>
          </a:p>
        </p:txBody>
      </p:sp>
      <p:sp>
        <p:nvSpPr>
          <p:cNvPr id="1485" name="Google Shape;1485;p67"/>
          <p:cNvSpPr txBox="1"/>
          <p:nvPr/>
        </p:nvSpPr>
        <p:spPr>
          <a:xfrm>
            <a:off x="6130550" y="1187650"/>
            <a:ext cx="2310000" cy="530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2200" b="1">
                <a:solidFill>
                  <a:schemeClr val="accent3"/>
                </a:solidFill>
                <a:latin typeface="Advent Pro"/>
                <a:ea typeface="Advent Pro"/>
                <a:cs typeface="Advent Pro"/>
                <a:sym typeface="Advent Pro"/>
              </a:rPr>
              <a:t>Mars</a:t>
            </a:r>
            <a:endParaRPr sz="2200" b="1">
              <a:solidFill>
                <a:schemeClr val="accent3"/>
              </a:solidFill>
              <a:latin typeface="Advent Pro"/>
              <a:ea typeface="Advent Pro"/>
              <a:cs typeface="Advent Pro"/>
              <a:sym typeface="Advent Pro"/>
            </a:endParaRPr>
          </a:p>
        </p:txBody>
      </p:sp>
      <p:sp>
        <p:nvSpPr>
          <p:cNvPr id="1486" name="Google Shape;1486;p67"/>
          <p:cNvSpPr txBox="1"/>
          <p:nvPr/>
        </p:nvSpPr>
        <p:spPr>
          <a:xfrm>
            <a:off x="6130563" y="1614950"/>
            <a:ext cx="2310000" cy="730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1600"/>
              </a:spcAft>
              <a:buNone/>
            </a:pPr>
            <a:r>
              <a:rPr lang="en">
                <a:solidFill>
                  <a:schemeClr val="dk1"/>
                </a:solidFill>
                <a:latin typeface="Roboto"/>
                <a:ea typeface="Roboto"/>
                <a:cs typeface="Roboto"/>
                <a:sym typeface="Roboto"/>
              </a:rPr>
              <a:t>Despite being red, Mars is a cold place</a:t>
            </a:r>
            <a:endParaRPr>
              <a:solidFill>
                <a:schemeClr val="dk1"/>
              </a:solidFill>
              <a:latin typeface="Roboto"/>
              <a:ea typeface="Roboto"/>
              <a:cs typeface="Roboto"/>
              <a:sym typeface="Roboto"/>
            </a:endParaRPr>
          </a:p>
        </p:txBody>
      </p:sp>
      <p:cxnSp>
        <p:nvCxnSpPr>
          <p:cNvPr id="1487" name="Google Shape;1487;p67"/>
          <p:cNvCxnSpPr/>
          <p:nvPr/>
        </p:nvCxnSpPr>
        <p:spPr>
          <a:xfrm rot="10800000" flipH="1">
            <a:off x="3229200" y="2687750"/>
            <a:ext cx="2320500" cy="551100"/>
          </a:xfrm>
          <a:prstGeom prst="bentConnector3">
            <a:avLst>
              <a:gd name="adj1" fmla="val 50000"/>
            </a:avLst>
          </a:prstGeom>
          <a:noFill/>
          <a:ln w="28575" cap="flat" cmpd="sng">
            <a:solidFill>
              <a:schemeClr val="accent2"/>
            </a:solidFill>
            <a:prstDash val="solid"/>
            <a:round/>
            <a:headEnd type="oval" w="med" len="med"/>
            <a:tailEnd type="none" w="med" len="med"/>
          </a:ln>
        </p:spPr>
      </p:cxnSp>
      <p:cxnSp>
        <p:nvCxnSpPr>
          <p:cNvPr id="1488" name="Google Shape;1488;p67"/>
          <p:cNvCxnSpPr/>
          <p:nvPr/>
        </p:nvCxnSpPr>
        <p:spPr>
          <a:xfrm flipH="1">
            <a:off x="4746875" y="1517925"/>
            <a:ext cx="1199100" cy="725100"/>
          </a:xfrm>
          <a:prstGeom prst="bentConnector3">
            <a:avLst>
              <a:gd name="adj1" fmla="val 50000"/>
            </a:avLst>
          </a:prstGeom>
          <a:noFill/>
          <a:ln w="28575" cap="flat" cmpd="sng">
            <a:solidFill>
              <a:schemeClr val="accent3"/>
            </a:solidFill>
            <a:prstDash val="solid"/>
            <a:round/>
            <a:headEnd type="oval" w="med" len="med"/>
            <a:tailEnd type="none" w="med" len="med"/>
          </a:ln>
        </p:spPr>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92"/>
        <p:cNvGrpSpPr/>
        <p:nvPr/>
      </p:nvGrpSpPr>
      <p:grpSpPr>
        <a:xfrm>
          <a:off x="0" y="0"/>
          <a:ext cx="0" cy="0"/>
          <a:chOff x="0" y="0"/>
          <a:chExt cx="0" cy="0"/>
        </a:xfrm>
      </p:grpSpPr>
      <p:sp>
        <p:nvSpPr>
          <p:cNvPr id="1493" name="Google Shape;1493;p6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Our Plans</a:t>
            </a:r>
            <a:endParaRPr/>
          </a:p>
        </p:txBody>
      </p:sp>
      <p:sp>
        <p:nvSpPr>
          <p:cNvPr id="1494" name="Google Shape;1494;p68"/>
          <p:cNvSpPr/>
          <p:nvPr/>
        </p:nvSpPr>
        <p:spPr>
          <a:xfrm>
            <a:off x="1775850" y="2590700"/>
            <a:ext cx="1460700" cy="405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lt1"/>
                </a:solidFill>
                <a:latin typeface="Advent Pro"/>
                <a:ea typeface="Advent Pro"/>
                <a:cs typeface="Advent Pro"/>
                <a:sym typeface="Advent Pro"/>
              </a:rPr>
              <a:t>Basic</a:t>
            </a:r>
            <a:endParaRPr sz="2200" b="1">
              <a:solidFill>
                <a:schemeClr val="lt1"/>
              </a:solidFill>
              <a:latin typeface="Advent Pro"/>
              <a:ea typeface="Advent Pro"/>
              <a:cs typeface="Advent Pro"/>
              <a:sym typeface="Advent Pro"/>
            </a:endParaRPr>
          </a:p>
        </p:txBody>
      </p:sp>
      <p:sp>
        <p:nvSpPr>
          <p:cNvPr id="1495" name="Google Shape;1495;p68"/>
          <p:cNvSpPr/>
          <p:nvPr/>
        </p:nvSpPr>
        <p:spPr>
          <a:xfrm>
            <a:off x="1775850" y="4044875"/>
            <a:ext cx="1460700" cy="405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dvent Pro"/>
                <a:ea typeface="Advent Pro"/>
                <a:cs typeface="Advent Pro"/>
                <a:sym typeface="Advent Pro"/>
              </a:rPr>
              <a:t>$10</a:t>
            </a:r>
            <a:endParaRPr b="1">
              <a:solidFill>
                <a:schemeClr val="lt1"/>
              </a:solidFill>
              <a:latin typeface="Advent Pro"/>
              <a:ea typeface="Advent Pro"/>
              <a:cs typeface="Advent Pro"/>
              <a:sym typeface="Advent Pro"/>
            </a:endParaRPr>
          </a:p>
        </p:txBody>
      </p:sp>
      <p:sp>
        <p:nvSpPr>
          <p:cNvPr id="1496" name="Google Shape;1496;p68"/>
          <p:cNvSpPr/>
          <p:nvPr/>
        </p:nvSpPr>
        <p:spPr>
          <a:xfrm>
            <a:off x="3841650" y="2590700"/>
            <a:ext cx="1460700" cy="405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lt1"/>
                </a:solidFill>
                <a:latin typeface="Advent Pro"/>
                <a:ea typeface="Advent Pro"/>
                <a:cs typeface="Advent Pro"/>
                <a:sym typeface="Advent Pro"/>
              </a:rPr>
              <a:t>Pro</a:t>
            </a:r>
            <a:endParaRPr sz="2200" b="1">
              <a:solidFill>
                <a:schemeClr val="lt1"/>
              </a:solidFill>
              <a:latin typeface="Advent Pro"/>
              <a:ea typeface="Advent Pro"/>
              <a:cs typeface="Advent Pro"/>
              <a:sym typeface="Advent Pro"/>
            </a:endParaRPr>
          </a:p>
        </p:txBody>
      </p:sp>
      <p:sp>
        <p:nvSpPr>
          <p:cNvPr id="1497" name="Google Shape;1497;p68"/>
          <p:cNvSpPr/>
          <p:nvPr/>
        </p:nvSpPr>
        <p:spPr>
          <a:xfrm>
            <a:off x="3841650" y="4044875"/>
            <a:ext cx="1460700" cy="405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dvent Pro"/>
                <a:ea typeface="Advent Pro"/>
                <a:cs typeface="Advent Pro"/>
                <a:sym typeface="Advent Pro"/>
              </a:rPr>
              <a:t>$15</a:t>
            </a:r>
            <a:endParaRPr b="1">
              <a:solidFill>
                <a:schemeClr val="lt1"/>
              </a:solidFill>
              <a:latin typeface="Advent Pro"/>
              <a:ea typeface="Advent Pro"/>
              <a:cs typeface="Advent Pro"/>
              <a:sym typeface="Advent Pro"/>
            </a:endParaRPr>
          </a:p>
        </p:txBody>
      </p:sp>
      <p:sp>
        <p:nvSpPr>
          <p:cNvPr id="1498" name="Google Shape;1498;p68"/>
          <p:cNvSpPr/>
          <p:nvPr/>
        </p:nvSpPr>
        <p:spPr>
          <a:xfrm>
            <a:off x="5907450" y="2590700"/>
            <a:ext cx="1460700" cy="4059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lt1"/>
                </a:solidFill>
                <a:latin typeface="Advent Pro"/>
                <a:ea typeface="Advent Pro"/>
                <a:cs typeface="Advent Pro"/>
                <a:sym typeface="Advent Pro"/>
              </a:rPr>
              <a:t>Premium</a:t>
            </a:r>
            <a:endParaRPr sz="2200" b="1">
              <a:solidFill>
                <a:schemeClr val="lt1"/>
              </a:solidFill>
              <a:latin typeface="Advent Pro"/>
              <a:ea typeface="Advent Pro"/>
              <a:cs typeface="Advent Pro"/>
              <a:sym typeface="Advent Pro"/>
            </a:endParaRPr>
          </a:p>
        </p:txBody>
      </p:sp>
      <p:sp>
        <p:nvSpPr>
          <p:cNvPr id="1499" name="Google Shape;1499;p68"/>
          <p:cNvSpPr/>
          <p:nvPr/>
        </p:nvSpPr>
        <p:spPr>
          <a:xfrm>
            <a:off x="5907450" y="4044875"/>
            <a:ext cx="1460700" cy="4059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lt1"/>
                </a:solidFill>
                <a:latin typeface="Advent Pro"/>
                <a:ea typeface="Advent Pro"/>
                <a:cs typeface="Advent Pro"/>
                <a:sym typeface="Advent Pro"/>
              </a:rPr>
              <a:t>$20</a:t>
            </a:r>
            <a:endParaRPr b="1">
              <a:solidFill>
                <a:schemeClr val="lt1"/>
              </a:solidFill>
              <a:latin typeface="Advent Pro"/>
              <a:ea typeface="Advent Pro"/>
              <a:cs typeface="Advent Pro"/>
              <a:sym typeface="Advent Pro"/>
            </a:endParaRPr>
          </a:p>
        </p:txBody>
      </p:sp>
      <p:sp>
        <p:nvSpPr>
          <p:cNvPr id="1500" name="Google Shape;1500;p68"/>
          <p:cNvSpPr/>
          <p:nvPr/>
        </p:nvSpPr>
        <p:spPr>
          <a:xfrm>
            <a:off x="2128350" y="1600575"/>
            <a:ext cx="755700" cy="755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68"/>
          <p:cNvSpPr/>
          <p:nvPr/>
        </p:nvSpPr>
        <p:spPr>
          <a:xfrm>
            <a:off x="4194150" y="1600575"/>
            <a:ext cx="755700" cy="7557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68"/>
          <p:cNvSpPr/>
          <p:nvPr/>
        </p:nvSpPr>
        <p:spPr>
          <a:xfrm>
            <a:off x="6259950" y="1600575"/>
            <a:ext cx="755700" cy="7557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68"/>
          <p:cNvSpPr txBox="1">
            <a:spLocks noGrp="1"/>
          </p:cNvSpPr>
          <p:nvPr>
            <p:ph type="subTitle" idx="4294967295"/>
          </p:nvPr>
        </p:nvSpPr>
        <p:spPr>
          <a:xfrm>
            <a:off x="1775850" y="3106738"/>
            <a:ext cx="1460700" cy="8280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en" sz="1400"/>
              <a:t>Feature 1</a:t>
            </a:r>
            <a:endParaRPr sz="1400"/>
          </a:p>
          <a:p>
            <a:pPr marL="457200" lvl="0" indent="-317500" algn="l" rtl="0">
              <a:spcBef>
                <a:spcPts val="0"/>
              </a:spcBef>
              <a:spcAft>
                <a:spcPts val="0"/>
              </a:spcAft>
              <a:buSzPts val="1400"/>
              <a:buChar char="●"/>
            </a:pPr>
            <a:r>
              <a:rPr lang="en" sz="1400"/>
              <a:t>Feature 2</a:t>
            </a:r>
            <a:endParaRPr sz="1400"/>
          </a:p>
          <a:p>
            <a:pPr marL="457200" lvl="0" indent="-317500" algn="l" rtl="0">
              <a:spcBef>
                <a:spcPts val="0"/>
              </a:spcBef>
              <a:spcAft>
                <a:spcPts val="0"/>
              </a:spcAft>
              <a:buSzPts val="1400"/>
              <a:buChar char="●"/>
            </a:pPr>
            <a:r>
              <a:rPr lang="en" sz="1400"/>
              <a:t>Feature 3</a:t>
            </a:r>
            <a:endParaRPr sz="1400"/>
          </a:p>
        </p:txBody>
      </p:sp>
      <p:sp>
        <p:nvSpPr>
          <p:cNvPr id="1504" name="Google Shape;1504;p68"/>
          <p:cNvSpPr txBox="1">
            <a:spLocks noGrp="1"/>
          </p:cNvSpPr>
          <p:nvPr>
            <p:ph type="subTitle" idx="4294967295"/>
          </p:nvPr>
        </p:nvSpPr>
        <p:spPr>
          <a:xfrm>
            <a:off x="3841650" y="3106725"/>
            <a:ext cx="1460700" cy="8280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en" sz="1400"/>
              <a:t>Feature 1</a:t>
            </a:r>
            <a:endParaRPr sz="1400"/>
          </a:p>
          <a:p>
            <a:pPr marL="457200" lvl="0" indent="-317500" algn="l" rtl="0">
              <a:spcBef>
                <a:spcPts val="0"/>
              </a:spcBef>
              <a:spcAft>
                <a:spcPts val="0"/>
              </a:spcAft>
              <a:buSzPts val="1400"/>
              <a:buChar char="●"/>
            </a:pPr>
            <a:r>
              <a:rPr lang="en" sz="1400"/>
              <a:t>Feature 2</a:t>
            </a:r>
            <a:endParaRPr sz="1400"/>
          </a:p>
          <a:p>
            <a:pPr marL="457200" lvl="0" indent="-317500" algn="l" rtl="0">
              <a:spcBef>
                <a:spcPts val="0"/>
              </a:spcBef>
              <a:spcAft>
                <a:spcPts val="0"/>
              </a:spcAft>
              <a:buSzPts val="1400"/>
              <a:buChar char="●"/>
            </a:pPr>
            <a:r>
              <a:rPr lang="en" sz="1400"/>
              <a:t>Feature 3</a:t>
            </a:r>
            <a:endParaRPr sz="1400"/>
          </a:p>
        </p:txBody>
      </p:sp>
      <p:sp>
        <p:nvSpPr>
          <p:cNvPr id="1505" name="Google Shape;1505;p68"/>
          <p:cNvSpPr txBox="1">
            <a:spLocks noGrp="1"/>
          </p:cNvSpPr>
          <p:nvPr>
            <p:ph type="subTitle" idx="4294967295"/>
          </p:nvPr>
        </p:nvSpPr>
        <p:spPr>
          <a:xfrm>
            <a:off x="5907450" y="3106738"/>
            <a:ext cx="1460700" cy="8280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en" sz="1400"/>
              <a:t>Feature 1</a:t>
            </a:r>
            <a:endParaRPr sz="1400"/>
          </a:p>
          <a:p>
            <a:pPr marL="457200" lvl="0" indent="-317500" algn="l" rtl="0">
              <a:spcBef>
                <a:spcPts val="0"/>
              </a:spcBef>
              <a:spcAft>
                <a:spcPts val="0"/>
              </a:spcAft>
              <a:buSzPts val="1400"/>
              <a:buChar char="●"/>
            </a:pPr>
            <a:r>
              <a:rPr lang="en" sz="1400"/>
              <a:t>Feature 2</a:t>
            </a:r>
            <a:endParaRPr sz="1400"/>
          </a:p>
          <a:p>
            <a:pPr marL="457200" lvl="0" indent="-317500" algn="l" rtl="0">
              <a:spcBef>
                <a:spcPts val="0"/>
              </a:spcBef>
              <a:spcAft>
                <a:spcPts val="0"/>
              </a:spcAft>
              <a:buSzPts val="1400"/>
              <a:buChar char="●"/>
            </a:pPr>
            <a:r>
              <a:rPr lang="en" sz="1400"/>
              <a:t>Feature 3</a:t>
            </a:r>
            <a:endParaRPr sz="1400"/>
          </a:p>
        </p:txBody>
      </p:sp>
      <p:grpSp>
        <p:nvGrpSpPr>
          <p:cNvPr id="1506" name="Google Shape;1506;p68"/>
          <p:cNvGrpSpPr/>
          <p:nvPr/>
        </p:nvGrpSpPr>
        <p:grpSpPr>
          <a:xfrm>
            <a:off x="7184275" y="854275"/>
            <a:ext cx="1751125" cy="3953725"/>
            <a:chOff x="2677475" y="1522175"/>
            <a:chExt cx="1751125" cy="3953725"/>
          </a:xfrm>
        </p:grpSpPr>
        <p:sp>
          <p:nvSpPr>
            <p:cNvPr id="1507" name="Google Shape;1507;p68"/>
            <p:cNvSpPr/>
            <p:nvPr/>
          </p:nvSpPr>
          <p:spPr>
            <a:xfrm>
              <a:off x="2840825" y="1522175"/>
              <a:ext cx="1155525" cy="1241575"/>
            </a:xfrm>
            <a:custGeom>
              <a:avLst/>
              <a:gdLst/>
              <a:ahLst/>
              <a:cxnLst/>
              <a:rect l="l" t="t" r="r" b="b"/>
              <a:pathLst>
                <a:path w="46221" h="49663" extrusionOk="0">
                  <a:moveTo>
                    <a:pt x="10963" y="0"/>
                  </a:moveTo>
                  <a:cubicBezTo>
                    <a:pt x="8502" y="0"/>
                    <a:pt x="6090" y="697"/>
                    <a:pt x="4196" y="2255"/>
                  </a:cubicBezTo>
                  <a:cubicBezTo>
                    <a:pt x="1172" y="4742"/>
                    <a:pt x="1" y="8903"/>
                    <a:pt x="17" y="12818"/>
                  </a:cubicBezTo>
                  <a:cubicBezTo>
                    <a:pt x="25" y="14797"/>
                    <a:pt x="308" y="16814"/>
                    <a:pt x="1203" y="18578"/>
                  </a:cubicBezTo>
                  <a:cubicBezTo>
                    <a:pt x="3311" y="22732"/>
                    <a:pt x="8301" y="24650"/>
                    <a:pt x="10898" y="28516"/>
                  </a:cubicBezTo>
                  <a:cubicBezTo>
                    <a:pt x="12703" y="31204"/>
                    <a:pt x="13168" y="34547"/>
                    <a:pt x="14378" y="37549"/>
                  </a:cubicBezTo>
                  <a:cubicBezTo>
                    <a:pt x="16578" y="43010"/>
                    <a:pt x="23554" y="49663"/>
                    <a:pt x="30144" y="49663"/>
                  </a:cubicBezTo>
                  <a:cubicBezTo>
                    <a:pt x="31128" y="49663"/>
                    <a:pt x="32104" y="49514"/>
                    <a:pt x="33053" y="49192"/>
                  </a:cubicBezTo>
                  <a:cubicBezTo>
                    <a:pt x="41372" y="46364"/>
                    <a:pt x="46221" y="36453"/>
                    <a:pt x="41509" y="28618"/>
                  </a:cubicBezTo>
                  <a:cubicBezTo>
                    <a:pt x="39790" y="25760"/>
                    <a:pt x="37082" y="23663"/>
                    <a:pt x="34801" y="21230"/>
                  </a:cubicBezTo>
                  <a:cubicBezTo>
                    <a:pt x="31724" y="17949"/>
                    <a:pt x="29410" y="14043"/>
                    <a:pt x="26767" y="10402"/>
                  </a:cubicBezTo>
                  <a:cubicBezTo>
                    <a:pt x="24126" y="6763"/>
                    <a:pt x="21018" y="3277"/>
                    <a:pt x="16949" y="1357"/>
                  </a:cubicBezTo>
                  <a:cubicBezTo>
                    <a:pt x="15100" y="484"/>
                    <a:pt x="13014" y="0"/>
                    <a:pt x="1096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68"/>
            <p:cNvSpPr/>
            <p:nvPr/>
          </p:nvSpPr>
          <p:spPr>
            <a:xfrm>
              <a:off x="2707925" y="3802500"/>
              <a:ext cx="256725" cy="271100"/>
            </a:xfrm>
            <a:custGeom>
              <a:avLst/>
              <a:gdLst/>
              <a:ahLst/>
              <a:cxnLst/>
              <a:rect l="l" t="t" r="r" b="b"/>
              <a:pathLst>
                <a:path w="10269" h="10844" extrusionOk="0">
                  <a:moveTo>
                    <a:pt x="2779" y="1"/>
                  </a:moveTo>
                  <a:cubicBezTo>
                    <a:pt x="2779" y="1"/>
                    <a:pt x="2621" y="1536"/>
                    <a:pt x="4876" y="1562"/>
                  </a:cubicBezTo>
                  <a:cubicBezTo>
                    <a:pt x="4876" y="1562"/>
                    <a:pt x="1" y="7002"/>
                    <a:pt x="423" y="7635"/>
                  </a:cubicBezTo>
                  <a:cubicBezTo>
                    <a:pt x="454" y="7683"/>
                    <a:pt x="504" y="7705"/>
                    <a:pt x="570" y="7705"/>
                  </a:cubicBezTo>
                  <a:cubicBezTo>
                    <a:pt x="1382" y="7705"/>
                    <a:pt x="4575" y="4357"/>
                    <a:pt x="4576" y="4356"/>
                  </a:cubicBezTo>
                  <a:lnTo>
                    <a:pt x="4576" y="4356"/>
                  </a:lnTo>
                  <a:cubicBezTo>
                    <a:pt x="4575" y="4357"/>
                    <a:pt x="1553" y="8918"/>
                    <a:pt x="2026" y="9663"/>
                  </a:cubicBezTo>
                  <a:cubicBezTo>
                    <a:pt x="2060" y="9717"/>
                    <a:pt x="2110" y="9742"/>
                    <a:pt x="2174" y="9742"/>
                  </a:cubicBezTo>
                  <a:cubicBezTo>
                    <a:pt x="2980" y="9742"/>
                    <a:pt x="5932" y="5681"/>
                    <a:pt x="5932" y="5680"/>
                  </a:cubicBezTo>
                  <a:lnTo>
                    <a:pt x="5932" y="5680"/>
                  </a:lnTo>
                  <a:cubicBezTo>
                    <a:pt x="5932" y="5681"/>
                    <a:pt x="3481" y="10410"/>
                    <a:pt x="4158" y="10672"/>
                  </a:cubicBezTo>
                  <a:cubicBezTo>
                    <a:pt x="4178" y="10680"/>
                    <a:pt x="4200" y="10684"/>
                    <a:pt x="4223" y="10684"/>
                  </a:cubicBezTo>
                  <a:cubicBezTo>
                    <a:pt x="4932" y="10684"/>
                    <a:pt x="6437" y="6813"/>
                    <a:pt x="6437" y="6812"/>
                  </a:cubicBezTo>
                  <a:lnTo>
                    <a:pt x="6437" y="6812"/>
                  </a:lnTo>
                  <a:cubicBezTo>
                    <a:pt x="6437" y="6813"/>
                    <a:pt x="5936" y="10757"/>
                    <a:pt x="6718" y="10842"/>
                  </a:cubicBezTo>
                  <a:cubicBezTo>
                    <a:pt x="6726" y="10843"/>
                    <a:pt x="6734" y="10844"/>
                    <a:pt x="6742" y="10844"/>
                  </a:cubicBezTo>
                  <a:cubicBezTo>
                    <a:pt x="7501" y="10844"/>
                    <a:pt x="7602" y="6742"/>
                    <a:pt x="7602" y="6742"/>
                  </a:cubicBezTo>
                  <a:cubicBezTo>
                    <a:pt x="7602" y="6742"/>
                    <a:pt x="10033" y="5087"/>
                    <a:pt x="10268" y="2458"/>
                  </a:cubicBezTo>
                  <a:cubicBezTo>
                    <a:pt x="9215" y="1771"/>
                    <a:pt x="10005" y="2184"/>
                    <a:pt x="9281" y="1589"/>
                  </a:cubicBezTo>
                  <a:cubicBezTo>
                    <a:pt x="8949" y="1314"/>
                    <a:pt x="8276" y="327"/>
                    <a:pt x="8276" y="327"/>
                  </a:cubicBezTo>
                  <a:lnTo>
                    <a:pt x="277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68"/>
            <p:cNvSpPr/>
            <p:nvPr/>
          </p:nvSpPr>
          <p:spPr>
            <a:xfrm>
              <a:off x="4108375" y="1607500"/>
              <a:ext cx="307450" cy="266400"/>
            </a:xfrm>
            <a:custGeom>
              <a:avLst/>
              <a:gdLst/>
              <a:ahLst/>
              <a:cxnLst/>
              <a:rect l="l" t="t" r="r" b="b"/>
              <a:pathLst>
                <a:path w="12298" h="10656" extrusionOk="0">
                  <a:moveTo>
                    <a:pt x="7864" y="1"/>
                  </a:moveTo>
                  <a:cubicBezTo>
                    <a:pt x="7855" y="1"/>
                    <a:pt x="7846" y="1"/>
                    <a:pt x="7837" y="3"/>
                  </a:cubicBezTo>
                  <a:cubicBezTo>
                    <a:pt x="6932" y="117"/>
                    <a:pt x="5088" y="5219"/>
                    <a:pt x="5088" y="5219"/>
                  </a:cubicBezTo>
                  <a:cubicBezTo>
                    <a:pt x="5088" y="5219"/>
                    <a:pt x="5941" y="79"/>
                    <a:pt x="5192" y="79"/>
                  </a:cubicBezTo>
                  <a:cubicBezTo>
                    <a:pt x="5186" y="79"/>
                    <a:pt x="5180" y="79"/>
                    <a:pt x="5174" y="80"/>
                  </a:cubicBezTo>
                  <a:cubicBezTo>
                    <a:pt x="4393" y="163"/>
                    <a:pt x="3130" y="7002"/>
                    <a:pt x="3130" y="7002"/>
                  </a:cubicBezTo>
                  <a:cubicBezTo>
                    <a:pt x="2323" y="6345"/>
                    <a:pt x="1622" y="6161"/>
                    <a:pt x="1089" y="6161"/>
                  </a:cubicBezTo>
                  <a:cubicBezTo>
                    <a:pt x="407" y="6161"/>
                    <a:pt x="1" y="6463"/>
                    <a:pt x="1" y="6463"/>
                  </a:cubicBezTo>
                  <a:lnTo>
                    <a:pt x="4030" y="10413"/>
                  </a:lnTo>
                  <a:cubicBezTo>
                    <a:pt x="4030" y="10413"/>
                    <a:pt x="4383" y="10402"/>
                    <a:pt x="4783" y="10402"/>
                  </a:cubicBezTo>
                  <a:cubicBezTo>
                    <a:pt x="5152" y="10402"/>
                    <a:pt x="5561" y="10412"/>
                    <a:pt x="5768" y="10448"/>
                  </a:cubicBezTo>
                  <a:cubicBezTo>
                    <a:pt x="5997" y="10488"/>
                    <a:pt x="6127" y="10500"/>
                    <a:pt x="6210" y="10500"/>
                  </a:cubicBezTo>
                  <a:cubicBezTo>
                    <a:pt x="6327" y="10500"/>
                    <a:pt x="6352" y="10476"/>
                    <a:pt x="6430" y="10476"/>
                  </a:cubicBezTo>
                  <a:cubicBezTo>
                    <a:pt x="6524" y="10476"/>
                    <a:pt x="6696" y="10510"/>
                    <a:pt x="7198" y="10656"/>
                  </a:cubicBezTo>
                  <a:cubicBezTo>
                    <a:pt x="9202" y="8835"/>
                    <a:pt x="8936" y="5974"/>
                    <a:pt x="8936" y="5974"/>
                  </a:cubicBezTo>
                  <a:cubicBezTo>
                    <a:pt x="8936" y="5974"/>
                    <a:pt x="12298" y="3278"/>
                    <a:pt x="11740" y="2751"/>
                  </a:cubicBezTo>
                  <a:cubicBezTo>
                    <a:pt x="11693" y="2706"/>
                    <a:pt x="11628" y="2686"/>
                    <a:pt x="11550" y="2686"/>
                  </a:cubicBezTo>
                  <a:cubicBezTo>
                    <a:pt x="10706" y="2686"/>
                    <a:pt x="8264" y="5064"/>
                    <a:pt x="8264" y="5064"/>
                  </a:cubicBezTo>
                  <a:cubicBezTo>
                    <a:pt x="8264" y="5064"/>
                    <a:pt x="10636" y="1294"/>
                    <a:pt x="9998" y="956"/>
                  </a:cubicBezTo>
                  <a:cubicBezTo>
                    <a:pt x="9976" y="945"/>
                    <a:pt x="9953" y="939"/>
                    <a:pt x="9927" y="939"/>
                  </a:cubicBezTo>
                  <a:cubicBezTo>
                    <a:pt x="9203" y="939"/>
                    <a:pt x="7020" y="5398"/>
                    <a:pt x="7020" y="5398"/>
                  </a:cubicBezTo>
                  <a:cubicBezTo>
                    <a:pt x="7020" y="5398"/>
                    <a:pt x="8707" y="1"/>
                    <a:pt x="78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68"/>
            <p:cNvSpPr/>
            <p:nvPr/>
          </p:nvSpPr>
          <p:spPr>
            <a:xfrm>
              <a:off x="3543450" y="2439800"/>
              <a:ext cx="304825" cy="422000"/>
            </a:xfrm>
            <a:custGeom>
              <a:avLst/>
              <a:gdLst/>
              <a:ahLst/>
              <a:cxnLst/>
              <a:rect l="l" t="t" r="r" b="b"/>
              <a:pathLst>
                <a:path w="12193" h="16880" extrusionOk="0">
                  <a:moveTo>
                    <a:pt x="5557" y="0"/>
                  </a:moveTo>
                  <a:cubicBezTo>
                    <a:pt x="5486" y="0"/>
                    <a:pt x="5419" y="5"/>
                    <a:pt x="5356" y="15"/>
                  </a:cubicBezTo>
                  <a:cubicBezTo>
                    <a:pt x="2623" y="442"/>
                    <a:pt x="46" y="1822"/>
                    <a:pt x="15" y="4733"/>
                  </a:cubicBezTo>
                  <a:cubicBezTo>
                    <a:pt x="1" y="5890"/>
                    <a:pt x="341" y="7036"/>
                    <a:pt x="789" y="8100"/>
                  </a:cubicBezTo>
                  <a:cubicBezTo>
                    <a:pt x="1387" y="9526"/>
                    <a:pt x="2166" y="11268"/>
                    <a:pt x="3624" y="12065"/>
                  </a:cubicBezTo>
                  <a:cubicBezTo>
                    <a:pt x="4164" y="12359"/>
                    <a:pt x="4777" y="12507"/>
                    <a:pt x="5348" y="12740"/>
                  </a:cubicBezTo>
                  <a:cubicBezTo>
                    <a:pt x="6879" y="13359"/>
                    <a:pt x="6540" y="15450"/>
                    <a:pt x="6741" y="16880"/>
                  </a:cubicBezTo>
                  <a:lnTo>
                    <a:pt x="11476" y="15367"/>
                  </a:lnTo>
                  <a:cubicBezTo>
                    <a:pt x="11476" y="15367"/>
                    <a:pt x="9641" y="12950"/>
                    <a:pt x="9877" y="12288"/>
                  </a:cubicBezTo>
                  <a:cubicBezTo>
                    <a:pt x="10063" y="11767"/>
                    <a:pt x="10811" y="10506"/>
                    <a:pt x="10922" y="9933"/>
                  </a:cubicBezTo>
                  <a:cubicBezTo>
                    <a:pt x="12193" y="3360"/>
                    <a:pt x="7429" y="0"/>
                    <a:pt x="555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68"/>
            <p:cNvSpPr/>
            <p:nvPr/>
          </p:nvSpPr>
          <p:spPr>
            <a:xfrm>
              <a:off x="3680950" y="2822525"/>
              <a:ext cx="233450" cy="223125"/>
            </a:xfrm>
            <a:custGeom>
              <a:avLst/>
              <a:gdLst/>
              <a:ahLst/>
              <a:cxnLst/>
              <a:rect l="l" t="t" r="r" b="b"/>
              <a:pathLst>
                <a:path w="9338" h="8925" extrusionOk="0">
                  <a:moveTo>
                    <a:pt x="5981" y="0"/>
                  </a:moveTo>
                  <a:cubicBezTo>
                    <a:pt x="3404" y="0"/>
                    <a:pt x="1" y="937"/>
                    <a:pt x="1" y="3394"/>
                  </a:cubicBezTo>
                  <a:cubicBezTo>
                    <a:pt x="1" y="5850"/>
                    <a:pt x="1822" y="8924"/>
                    <a:pt x="4400" y="8924"/>
                  </a:cubicBezTo>
                  <a:cubicBezTo>
                    <a:pt x="6979" y="8924"/>
                    <a:pt x="9338" y="5851"/>
                    <a:pt x="9338" y="3394"/>
                  </a:cubicBezTo>
                  <a:cubicBezTo>
                    <a:pt x="9338" y="937"/>
                    <a:pt x="8559" y="0"/>
                    <a:pt x="598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68"/>
            <p:cNvSpPr/>
            <p:nvPr/>
          </p:nvSpPr>
          <p:spPr>
            <a:xfrm>
              <a:off x="3863500" y="1853000"/>
              <a:ext cx="460925" cy="1206675"/>
            </a:xfrm>
            <a:custGeom>
              <a:avLst/>
              <a:gdLst/>
              <a:ahLst/>
              <a:cxnLst/>
              <a:rect l="l" t="t" r="r" b="b"/>
              <a:pathLst>
                <a:path w="18437" h="48267" extrusionOk="0">
                  <a:moveTo>
                    <a:pt x="13947" y="1"/>
                  </a:moveTo>
                  <a:cubicBezTo>
                    <a:pt x="13947" y="1"/>
                    <a:pt x="11222" y="13136"/>
                    <a:pt x="9619" y="21231"/>
                  </a:cubicBezTo>
                  <a:cubicBezTo>
                    <a:pt x="8016" y="29327"/>
                    <a:pt x="0" y="37591"/>
                    <a:pt x="0" y="37591"/>
                  </a:cubicBezTo>
                  <a:lnTo>
                    <a:pt x="7535" y="48266"/>
                  </a:lnTo>
                  <a:cubicBezTo>
                    <a:pt x="7375" y="43379"/>
                    <a:pt x="15550" y="24286"/>
                    <a:pt x="16993" y="21537"/>
                  </a:cubicBezTo>
                  <a:cubicBezTo>
                    <a:pt x="18437" y="18787"/>
                    <a:pt x="16993" y="836"/>
                    <a:pt x="16993" y="836"/>
                  </a:cubicBezTo>
                  <a:lnTo>
                    <a:pt x="139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68"/>
            <p:cNvSpPr/>
            <p:nvPr/>
          </p:nvSpPr>
          <p:spPr>
            <a:xfrm>
              <a:off x="2909100" y="2892775"/>
              <a:ext cx="782250" cy="973775"/>
            </a:xfrm>
            <a:custGeom>
              <a:avLst/>
              <a:gdLst/>
              <a:ahLst/>
              <a:cxnLst/>
              <a:rect l="l" t="t" r="r" b="b"/>
              <a:pathLst>
                <a:path w="31290" h="38951" extrusionOk="0">
                  <a:moveTo>
                    <a:pt x="23888" y="1"/>
                  </a:moveTo>
                  <a:cubicBezTo>
                    <a:pt x="23888" y="1"/>
                    <a:pt x="21164" y="460"/>
                    <a:pt x="16994" y="9929"/>
                  </a:cubicBezTo>
                  <a:cubicBezTo>
                    <a:pt x="12825" y="19399"/>
                    <a:pt x="0" y="37030"/>
                    <a:pt x="0" y="37030"/>
                  </a:cubicBezTo>
                  <a:lnTo>
                    <a:pt x="2086" y="38950"/>
                  </a:lnTo>
                  <a:cubicBezTo>
                    <a:pt x="2086" y="38950"/>
                    <a:pt x="14590" y="29634"/>
                    <a:pt x="16994" y="23983"/>
                  </a:cubicBezTo>
                  <a:cubicBezTo>
                    <a:pt x="19349" y="18450"/>
                    <a:pt x="22317" y="11600"/>
                    <a:pt x="23795" y="11600"/>
                  </a:cubicBezTo>
                  <a:cubicBezTo>
                    <a:pt x="23826" y="11600"/>
                    <a:pt x="23857" y="11603"/>
                    <a:pt x="23888" y="11609"/>
                  </a:cubicBezTo>
                  <a:cubicBezTo>
                    <a:pt x="23913" y="11614"/>
                    <a:pt x="23941" y="11617"/>
                    <a:pt x="23969" y="11617"/>
                  </a:cubicBezTo>
                  <a:cubicBezTo>
                    <a:pt x="25544" y="11617"/>
                    <a:pt x="31290" y="3451"/>
                    <a:pt x="238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68"/>
            <p:cNvSpPr/>
            <p:nvPr/>
          </p:nvSpPr>
          <p:spPr>
            <a:xfrm>
              <a:off x="3833200" y="2669575"/>
              <a:ext cx="302925" cy="421650"/>
            </a:xfrm>
            <a:custGeom>
              <a:avLst/>
              <a:gdLst/>
              <a:ahLst/>
              <a:cxnLst/>
              <a:rect l="l" t="t" r="r" b="b"/>
              <a:pathLst>
                <a:path w="12117" h="16866" extrusionOk="0">
                  <a:moveTo>
                    <a:pt x="4174" y="1"/>
                  </a:moveTo>
                  <a:lnTo>
                    <a:pt x="1" y="6014"/>
                  </a:lnTo>
                  <a:lnTo>
                    <a:pt x="8384" y="16866"/>
                  </a:lnTo>
                  <a:lnTo>
                    <a:pt x="12116" y="6565"/>
                  </a:lnTo>
                  <a:cubicBezTo>
                    <a:pt x="12116" y="6565"/>
                    <a:pt x="11541" y="1733"/>
                    <a:pt x="417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68"/>
            <p:cNvSpPr/>
            <p:nvPr/>
          </p:nvSpPr>
          <p:spPr>
            <a:xfrm>
              <a:off x="3338100" y="2873050"/>
              <a:ext cx="436550" cy="345300"/>
            </a:xfrm>
            <a:custGeom>
              <a:avLst/>
              <a:gdLst/>
              <a:ahLst/>
              <a:cxnLst/>
              <a:rect l="l" t="t" r="r" b="b"/>
              <a:pathLst>
                <a:path w="17462" h="13812" extrusionOk="0">
                  <a:moveTo>
                    <a:pt x="7973" y="0"/>
                  </a:moveTo>
                  <a:cubicBezTo>
                    <a:pt x="7973" y="0"/>
                    <a:pt x="3569" y="371"/>
                    <a:pt x="0" y="8209"/>
                  </a:cubicBezTo>
                  <a:cubicBezTo>
                    <a:pt x="0" y="8209"/>
                    <a:pt x="3926" y="13628"/>
                    <a:pt x="6796" y="13811"/>
                  </a:cubicBezTo>
                  <a:cubicBezTo>
                    <a:pt x="6796" y="13811"/>
                    <a:pt x="17461" y="4695"/>
                    <a:pt x="79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68"/>
            <p:cNvSpPr/>
            <p:nvPr/>
          </p:nvSpPr>
          <p:spPr>
            <a:xfrm>
              <a:off x="3643800" y="5124775"/>
              <a:ext cx="196075" cy="344100"/>
            </a:xfrm>
            <a:custGeom>
              <a:avLst/>
              <a:gdLst/>
              <a:ahLst/>
              <a:cxnLst/>
              <a:rect l="l" t="t" r="r" b="b"/>
              <a:pathLst>
                <a:path w="7843" h="13764" extrusionOk="0">
                  <a:moveTo>
                    <a:pt x="3643" y="1"/>
                  </a:moveTo>
                  <a:cubicBezTo>
                    <a:pt x="3643" y="1"/>
                    <a:pt x="1044" y="3641"/>
                    <a:pt x="645" y="4466"/>
                  </a:cubicBezTo>
                  <a:cubicBezTo>
                    <a:pt x="247" y="5290"/>
                    <a:pt x="0" y="11064"/>
                    <a:pt x="743" y="13467"/>
                  </a:cubicBezTo>
                  <a:cubicBezTo>
                    <a:pt x="806" y="13671"/>
                    <a:pt x="910" y="13764"/>
                    <a:pt x="1046" y="13764"/>
                  </a:cubicBezTo>
                  <a:cubicBezTo>
                    <a:pt x="2518" y="13764"/>
                    <a:pt x="7843" y="2891"/>
                    <a:pt x="7843" y="2891"/>
                  </a:cubicBezTo>
                  <a:lnTo>
                    <a:pt x="364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68"/>
            <p:cNvSpPr/>
            <p:nvPr/>
          </p:nvSpPr>
          <p:spPr>
            <a:xfrm>
              <a:off x="3706375" y="3598825"/>
              <a:ext cx="722225" cy="1608025"/>
            </a:xfrm>
            <a:custGeom>
              <a:avLst/>
              <a:gdLst/>
              <a:ahLst/>
              <a:cxnLst/>
              <a:rect l="l" t="t" r="r" b="b"/>
              <a:pathLst>
                <a:path w="28889" h="64321" extrusionOk="0">
                  <a:moveTo>
                    <a:pt x="11637" y="1"/>
                  </a:moveTo>
                  <a:lnTo>
                    <a:pt x="5826" y="2223"/>
                  </a:lnTo>
                  <a:cubicBezTo>
                    <a:pt x="5826" y="2223"/>
                    <a:pt x="1" y="7554"/>
                    <a:pt x="2115" y="17628"/>
                  </a:cubicBezTo>
                  <a:cubicBezTo>
                    <a:pt x="4228" y="27702"/>
                    <a:pt x="18184" y="38170"/>
                    <a:pt x="16235" y="40306"/>
                  </a:cubicBezTo>
                  <a:cubicBezTo>
                    <a:pt x="12337" y="44578"/>
                    <a:pt x="1140" y="61040"/>
                    <a:pt x="1140" y="61040"/>
                  </a:cubicBezTo>
                  <a:lnTo>
                    <a:pt x="5125" y="64320"/>
                  </a:lnTo>
                  <a:cubicBezTo>
                    <a:pt x="5125" y="64320"/>
                    <a:pt x="28747" y="47390"/>
                    <a:pt x="28818" y="38934"/>
                  </a:cubicBezTo>
                  <a:cubicBezTo>
                    <a:pt x="28889" y="30479"/>
                    <a:pt x="11637" y="1"/>
                    <a:pt x="116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68"/>
            <p:cNvSpPr/>
            <p:nvPr/>
          </p:nvSpPr>
          <p:spPr>
            <a:xfrm>
              <a:off x="2691900" y="4917025"/>
              <a:ext cx="286425" cy="278550"/>
            </a:xfrm>
            <a:custGeom>
              <a:avLst/>
              <a:gdLst/>
              <a:ahLst/>
              <a:cxnLst/>
              <a:rect l="l" t="t" r="r" b="b"/>
              <a:pathLst>
                <a:path w="11457" h="11142" extrusionOk="0">
                  <a:moveTo>
                    <a:pt x="9112" y="1"/>
                  </a:moveTo>
                  <a:cubicBezTo>
                    <a:pt x="9112" y="1"/>
                    <a:pt x="5050" y="2102"/>
                    <a:pt x="4300" y="2661"/>
                  </a:cubicBezTo>
                  <a:cubicBezTo>
                    <a:pt x="3551" y="3221"/>
                    <a:pt x="555" y="8245"/>
                    <a:pt x="61" y="10706"/>
                  </a:cubicBezTo>
                  <a:cubicBezTo>
                    <a:pt x="0" y="11008"/>
                    <a:pt x="127" y="11141"/>
                    <a:pt x="396" y="11141"/>
                  </a:cubicBezTo>
                  <a:cubicBezTo>
                    <a:pt x="2313" y="11141"/>
                    <a:pt x="11456" y="4402"/>
                    <a:pt x="11456" y="4402"/>
                  </a:cubicBezTo>
                  <a:lnTo>
                    <a:pt x="911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68"/>
            <p:cNvSpPr/>
            <p:nvPr/>
          </p:nvSpPr>
          <p:spPr>
            <a:xfrm>
              <a:off x="2919675" y="3675025"/>
              <a:ext cx="983975" cy="1358375"/>
            </a:xfrm>
            <a:custGeom>
              <a:avLst/>
              <a:gdLst/>
              <a:ahLst/>
              <a:cxnLst/>
              <a:rect l="l" t="t" r="r" b="b"/>
              <a:pathLst>
                <a:path w="39359" h="54335" extrusionOk="0">
                  <a:moveTo>
                    <a:pt x="38676" y="1"/>
                  </a:moveTo>
                  <a:lnTo>
                    <a:pt x="21479" y="9968"/>
                  </a:lnTo>
                  <a:cubicBezTo>
                    <a:pt x="21479" y="9968"/>
                    <a:pt x="29015" y="34777"/>
                    <a:pt x="23496" y="36874"/>
                  </a:cubicBezTo>
                  <a:cubicBezTo>
                    <a:pt x="17976" y="38971"/>
                    <a:pt x="1" y="49680"/>
                    <a:pt x="1" y="49680"/>
                  </a:cubicBezTo>
                  <a:lnTo>
                    <a:pt x="1965" y="54334"/>
                  </a:lnTo>
                  <a:cubicBezTo>
                    <a:pt x="1965" y="54334"/>
                    <a:pt x="31102" y="49593"/>
                    <a:pt x="35231" y="42107"/>
                  </a:cubicBezTo>
                  <a:cubicBezTo>
                    <a:pt x="39359" y="34622"/>
                    <a:pt x="38676" y="2"/>
                    <a:pt x="38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68"/>
            <p:cNvSpPr/>
            <p:nvPr/>
          </p:nvSpPr>
          <p:spPr>
            <a:xfrm>
              <a:off x="3396100" y="3504600"/>
              <a:ext cx="585775" cy="784775"/>
            </a:xfrm>
            <a:custGeom>
              <a:avLst/>
              <a:gdLst/>
              <a:ahLst/>
              <a:cxnLst/>
              <a:rect l="l" t="t" r="r" b="b"/>
              <a:pathLst>
                <a:path w="23431" h="31391" extrusionOk="0">
                  <a:moveTo>
                    <a:pt x="12665" y="0"/>
                  </a:moveTo>
                  <a:cubicBezTo>
                    <a:pt x="12665" y="0"/>
                    <a:pt x="1" y="4483"/>
                    <a:pt x="2422" y="16785"/>
                  </a:cubicBezTo>
                  <a:cubicBezTo>
                    <a:pt x="4843" y="29085"/>
                    <a:pt x="8877" y="31391"/>
                    <a:pt x="8877" y="31391"/>
                  </a:cubicBezTo>
                  <a:lnTo>
                    <a:pt x="16139" y="19475"/>
                  </a:lnTo>
                  <a:lnTo>
                    <a:pt x="23430" y="3870"/>
                  </a:lnTo>
                  <a:lnTo>
                    <a:pt x="16139" y="2946"/>
                  </a:lnTo>
                  <a:lnTo>
                    <a:pt x="1266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68"/>
            <p:cNvSpPr/>
            <p:nvPr/>
          </p:nvSpPr>
          <p:spPr>
            <a:xfrm>
              <a:off x="3501450" y="2792775"/>
              <a:ext cx="595150" cy="844250"/>
            </a:xfrm>
            <a:custGeom>
              <a:avLst/>
              <a:gdLst/>
              <a:ahLst/>
              <a:cxnLst/>
              <a:rect l="l" t="t" r="r" b="b"/>
              <a:pathLst>
                <a:path w="23806" h="33770" extrusionOk="0">
                  <a:moveTo>
                    <a:pt x="14482" y="0"/>
                  </a:moveTo>
                  <a:lnTo>
                    <a:pt x="13125" y="1168"/>
                  </a:lnTo>
                  <a:cubicBezTo>
                    <a:pt x="13125" y="1168"/>
                    <a:pt x="16826" y="6628"/>
                    <a:pt x="15177" y="7724"/>
                  </a:cubicBezTo>
                  <a:cubicBezTo>
                    <a:pt x="13619" y="8759"/>
                    <a:pt x="12411" y="9173"/>
                    <a:pt x="11476" y="9173"/>
                  </a:cubicBezTo>
                  <a:cubicBezTo>
                    <a:pt x="7708" y="9173"/>
                    <a:pt x="8355" y="2452"/>
                    <a:pt x="8355" y="2452"/>
                  </a:cubicBezTo>
                  <a:lnTo>
                    <a:pt x="8355" y="2452"/>
                  </a:lnTo>
                  <a:lnTo>
                    <a:pt x="1344" y="3221"/>
                  </a:lnTo>
                  <a:lnTo>
                    <a:pt x="0" y="3665"/>
                  </a:lnTo>
                  <a:lnTo>
                    <a:pt x="2478" y="13286"/>
                  </a:lnTo>
                  <a:lnTo>
                    <a:pt x="5664" y="29765"/>
                  </a:lnTo>
                  <a:cubicBezTo>
                    <a:pt x="5664" y="29765"/>
                    <a:pt x="9612" y="32632"/>
                    <a:pt x="13691" y="33431"/>
                  </a:cubicBezTo>
                  <a:cubicBezTo>
                    <a:pt x="14988" y="33685"/>
                    <a:pt x="16199" y="33770"/>
                    <a:pt x="17238" y="33770"/>
                  </a:cubicBezTo>
                  <a:cubicBezTo>
                    <a:pt x="19315" y="33770"/>
                    <a:pt x="20702" y="33431"/>
                    <a:pt x="20702" y="33431"/>
                  </a:cubicBezTo>
                  <a:cubicBezTo>
                    <a:pt x="22621" y="30490"/>
                    <a:pt x="23805" y="17030"/>
                    <a:pt x="23805" y="17030"/>
                  </a:cubicBezTo>
                  <a:cubicBezTo>
                    <a:pt x="23805" y="5224"/>
                    <a:pt x="14482" y="0"/>
                    <a:pt x="144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68"/>
            <p:cNvSpPr/>
            <p:nvPr/>
          </p:nvSpPr>
          <p:spPr>
            <a:xfrm>
              <a:off x="3682025" y="2757125"/>
              <a:ext cx="71450" cy="23625"/>
            </a:xfrm>
            <a:custGeom>
              <a:avLst/>
              <a:gdLst/>
              <a:ahLst/>
              <a:cxnLst/>
              <a:rect l="l" t="t" r="r" b="b"/>
              <a:pathLst>
                <a:path w="2858" h="945" extrusionOk="0">
                  <a:moveTo>
                    <a:pt x="2858" y="0"/>
                  </a:moveTo>
                  <a:cubicBezTo>
                    <a:pt x="2155" y="176"/>
                    <a:pt x="1518" y="225"/>
                    <a:pt x="1025" y="225"/>
                  </a:cubicBezTo>
                  <a:cubicBezTo>
                    <a:pt x="396" y="225"/>
                    <a:pt x="0" y="145"/>
                    <a:pt x="0" y="145"/>
                  </a:cubicBezTo>
                  <a:lnTo>
                    <a:pt x="0" y="145"/>
                  </a:lnTo>
                  <a:cubicBezTo>
                    <a:pt x="489" y="412"/>
                    <a:pt x="778" y="945"/>
                    <a:pt x="778" y="945"/>
                  </a:cubicBezTo>
                  <a:cubicBezTo>
                    <a:pt x="778" y="945"/>
                    <a:pt x="778" y="945"/>
                    <a:pt x="778" y="945"/>
                  </a:cubicBezTo>
                  <a:cubicBezTo>
                    <a:pt x="2068" y="767"/>
                    <a:pt x="2857" y="0"/>
                    <a:pt x="28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68"/>
            <p:cNvSpPr/>
            <p:nvPr/>
          </p:nvSpPr>
          <p:spPr>
            <a:xfrm>
              <a:off x="3511125" y="2638375"/>
              <a:ext cx="79475" cy="44500"/>
            </a:xfrm>
            <a:custGeom>
              <a:avLst/>
              <a:gdLst/>
              <a:ahLst/>
              <a:cxnLst/>
              <a:rect l="l" t="t" r="r" b="b"/>
              <a:pathLst>
                <a:path w="3179" h="1780" extrusionOk="0">
                  <a:moveTo>
                    <a:pt x="1245" y="0"/>
                  </a:moveTo>
                  <a:cubicBezTo>
                    <a:pt x="999" y="0"/>
                    <a:pt x="759" y="98"/>
                    <a:pt x="579" y="383"/>
                  </a:cubicBezTo>
                  <a:cubicBezTo>
                    <a:pt x="0" y="1298"/>
                    <a:pt x="3179" y="1779"/>
                    <a:pt x="3179" y="1779"/>
                  </a:cubicBezTo>
                  <a:lnTo>
                    <a:pt x="2361" y="480"/>
                  </a:lnTo>
                  <a:cubicBezTo>
                    <a:pt x="2361" y="480"/>
                    <a:pt x="1790" y="0"/>
                    <a:pt x="124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68"/>
            <p:cNvSpPr/>
            <p:nvPr/>
          </p:nvSpPr>
          <p:spPr>
            <a:xfrm>
              <a:off x="2677475" y="4955850"/>
              <a:ext cx="168900" cy="246200"/>
            </a:xfrm>
            <a:custGeom>
              <a:avLst/>
              <a:gdLst/>
              <a:ahLst/>
              <a:cxnLst/>
              <a:rect l="l" t="t" r="r" b="b"/>
              <a:pathLst>
                <a:path w="6756" h="9848" extrusionOk="0">
                  <a:moveTo>
                    <a:pt x="6755" y="0"/>
                  </a:moveTo>
                  <a:cubicBezTo>
                    <a:pt x="6755" y="0"/>
                    <a:pt x="5028" y="751"/>
                    <a:pt x="4578" y="1202"/>
                  </a:cubicBezTo>
                  <a:cubicBezTo>
                    <a:pt x="4128" y="1652"/>
                    <a:pt x="1" y="8781"/>
                    <a:pt x="526" y="9682"/>
                  </a:cubicBezTo>
                  <a:cubicBezTo>
                    <a:pt x="593" y="9798"/>
                    <a:pt x="720" y="9848"/>
                    <a:pt x="891" y="9848"/>
                  </a:cubicBezTo>
                  <a:cubicBezTo>
                    <a:pt x="2046" y="9848"/>
                    <a:pt x="5191" y="7525"/>
                    <a:pt x="5191" y="7525"/>
                  </a:cubicBezTo>
                  <a:lnTo>
                    <a:pt x="5191" y="7525"/>
                  </a:lnTo>
                  <a:cubicBezTo>
                    <a:pt x="5191" y="7525"/>
                    <a:pt x="5125" y="7538"/>
                    <a:pt x="5024" y="7538"/>
                  </a:cubicBezTo>
                  <a:cubicBezTo>
                    <a:pt x="4396" y="7538"/>
                    <a:pt x="2421" y="7051"/>
                    <a:pt x="67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68"/>
            <p:cNvSpPr/>
            <p:nvPr/>
          </p:nvSpPr>
          <p:spPr>
            <a:xfrm>
              <a:off x="3639875" y="5191550"/>
              <a:ext cx="104625" cy="284350"/>
            </a:xfrm>
            <a:custGeom>
              <a:avLst/>
              <a:gdLst/>
              <a:ahLst/>
              <a:cxnLst/>
              <a:rect l="l" t="t" r="r" b="b"/>
              <a:pathLst>
                <a:path w="4185" h="11374" extrusionOk="0">
                  <a:moveTo>
                    <a:pt x="1943" y="1"/>
                  </a:moveTo>
                  <a:cubicBezTo>
                    <a:pt x="1943" y="1"/>
                    <a:pt x="717" y="1326"/>
                    <a:pt x="529" y="1934"/>
                  </a:cubicBezTo>
                  <a:cubicBezTo>
                    <a:pt x="339" y="2542"/>
                    <a:pt x="1" y="10774"/>
                    <a:pt x="885" y="11327"/>
                  </a:cubicBezTo>
                  <a:cubicBezTo>
                    <a:pt x="936" y="11358"/>
                    <a:pt x="991" y="11373"/>
                    <a:pt x="1051" y="11373"/>
                  </a:cubicBezTo>
                  <a:cubicBezTo>
                    <a:pt x="2038" y="11373"/>
                    <a:pt x="4185" y="7338"/>
                    <a:pt x="4185" y="7338"/>
                  </a:cubicBezTo>
                  <a:lnTo>
                    <a:pt x="4185" y="7338"/>
                  </a:lnTo>
                  <a:cubicBezTo>
                    <a:pt x="4185" y="7338"/>
                    <a:pt x="3887" y="7570"/>
                    <a:pt x="3505" y="7570"/>
                  </a:cubicBezTo>
                  <a:cubicBezTo>
                    <a:pt x="2695" y="7570"/>
                    <a:pt x="1504" y="6527"/>
                    <a:pt x="1943" y="20"/>
                  </a:cubicBezTo>
                  <a:lnTo>
                    <a:pt x="194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6" name="Google Shape;1526;p68"/>
          <p:cNvGrpSpPr/>
          <p:nvPr/>
        </p:nvGrpSpPr>
        <p:grpSpPr>
          <a:xfrm>
            <a:off x="6527655" y="1766711"/>
            <a:ext cx="220306" cy="423420"/>
            <a:chOff x="2335460" y="1980454"/>
            <a:chExt cx="318961" cy="613031"/>
          </a:xfrm>
        </p:grpSpPr>
        <p:sp>
          <p:nvSpPr>
            <p:cNvPr id="1527" name="Google Shape;1527;p68"/>
            <p:cNvSpPr/>
            <p:nvPr/>
          </p:nvSpPr>
          <p:spPr>
            <a:xfrm>
              <a:off x="2405554" y="2338043"/>
              <a:ext cx="178816" cy="255442"/>
            </a:xfrm>
            <a:custGeom>
              <a:avLst/>
              <a:gdLst/>
              <a:ahLst/>
              <a:cxnLst/>
              <a:rect l="l" t="t" r="r" b="b"/>
              <a:pathLst>
                <a:path w="8513" h="12161" extrusionOk="0">
                  <a:moveTo>
                    <a:pt x="3402" y="1"/>
                  </a:moveTo>
                  <a:lnTo>
                    <a:pt x="3402" y="10451"/>
                  </a:lnTo>
                  <a:lnTo>
                    <a:pt x="0" y="10451"/>
                  </a:lnTo>
                  <a:lnTo>
                    <a:pt x="0" y="12161"/>
                  </a:lnTo>
                  <a:lnTo>
                    <a:pt x="8512" y="12161"/>
                  </a:lnTo>
                  <a:lnTo>
                    <a:pt x="8512" y="10451"/>
                  </a:lnTo>
                  <a:lnTo>
                    <a:pt x="5111" y="10451"/>
                  </a:lnTo>
                  <a:lnTo>
                    <a:pt x="51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68"/>
            <p:cNvSpPr/>
            <p:nvPr/>
          </p:nvSpPr>
          <p:spPr>
            <a:xfrm>
              <a:off x="2494972" y="2338043"/>
              <a:ext cx="89397" cy="255442"/>
            </a:xfrm>
            <a:custGeom>
              <a:avLst/>
              <a:gdLst/>
              <a:ahLst/>
              <a:cxnLst/>
              <a:rect l="l" t="t" r="r" b="b"/>
              <a:pathLst>
                <a:path w="4256" h="12161" extrusionOk="0">
                  <a:moveTo>
                    <a:pt x="0" y="1"/>
                  </a:moveTo>
                  <a:lnTo>
                    <a:pt x="0" y="12161"/>
                  </a:lnTo>
                  <a:lnTo>
                    <a:pt x="4255" y="12161"/>
                  </a:lnTo>
                  <a:lnTo>
                    <a:pt x="4255" y="10451"/>
                  </a:lnTo>
                  <a:lnTo>
                    <a:pt x="854" y="10451"/>
                  </a:lnTo>
                  <a:lnTo>
                    <a:pt x="8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68"/>
            <p:cNvSpPr/>
            <p:nvPr/>
          </p:nvSpPr>
          <p:spPr>
            <a:xfrm>
              <a:off x="2335502" y="1980475"/>
              <a:ext cx="318919" cy="375527"/>
            </a:xfrm>
            <a:custGeom>
              <a:avLst/>
              <a:gdLst/>
              <a:ahLst/>
              <a:cxnLst/>
              <a:rect l="l" t="t" r="r" b="b"/>
              <a:pathLst>
                <a:path w="15183" h="17878" extrusionOk="0">
                  <a:moveTo>
                    <a:pt x="732" y="1"/>
                  </a:moveTo>
                  <a:lnTo>
                    <a:pt x="2" y="10226"/>
                  </a:lnTo>
                  <a:lnTo>
                    <a:pt x="0" y="10287"/>
                  </a:lnTo>
                  <a:cubicBezTo>
                    <a:pt x="0" y="14473"/>
                    <a:pt x="3406" y="17877"/>
                    <a:pt x="7591" y="17877"/>
                  </a:cubicBezTo>
                  <a:cubicBezTo>
                    <a:pt x="11776" y="17877"/>
                    <a:pt x="15182" y="14471"/>
                    <a:pt x="15182" y="10287"/>
                  </a:cubicBezTo>
                  <a:lnTo>
                    <a:pt x="144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68"/>
            <p:cNvSpPr/>
            <p:nvPr/>
          </p:nvSpPr>
          <p:spPr>
            <a:xfrm>
              <a:off x="2494972" y="1980475"/>
              <a:ext cx="159449" cy="375548"/>
            </a:xfrm>
            <a:custGeom>
              <a:avLst/>
              <a:gdLst/>
              <a:ahLst/>
              <a:cxnLst/>
              <a:rect l="l" t="t" r="r" b="b"/>
              <a:pathLst>
                <a:path w="7591" h="17879" extrusionOk="0">
                  <a:moveTo>
                    <a:pt x="0" y="1"/>
                  </a:moveTo>
                  <a:lnTo>
                    <a:pt x="0" y="17879"/>
                  </a:lnTo>
                  <a:cubicBezTo>
                    <a:pt x="4186" y="17879"/>
                    <a:pt x="7590" y="14473"/>
                    <a:pt x="7590" y="10287"/>
                  </a:cubicBezTo>
                  <a:lnTo>
                    <a:pt x="685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68"/>
            <p:cNvSpPr/>
            <p:nvPr/>
          </p:nvSpPr>
          <p:spPr>
            <a:xfrm>
              <a:off x="2335460" y="2118478"/>
              <a:ext cx="318919" cy="237525"/>
            </a:xfrm>
            <a:custGeom>
              <a:avLst/>
              <a:gdLst/>
              <a:ahLst/>
              <a:cxnLst/>
              <a:rect l="l" t="t" r="r" b="b"/>
              <a:pathLst>
                <a:path w="15183" h="11308" extrusionOk="0">
                  <a:moveTo>
                    <a:pt x="13452" y="0"/>
                  </a:moveTo>
                  <a:cubicBezTo>
                    <a:pt x="13255" y="0"/>
                    <a:pt x="13057" y="15"/>
                    <a:pt x="12857" y="44"/>
                  </a:cubicBezTo>
                  <a:cubicBezTo>
                    <a:pt x="11839" y="194"/>
                    <a:pt x="10928" y="699"/>
                    <a:pt x="10046" y="1189"/>
                  </a:cubicBezTo>
                  <a:cubicBezTo>
                    <a:pt x="9013" y="1762"/>
                    <a:pt x="8038" y="2302"/>
                    <a:pt x="6927" y="2302"/>
                  </a:cubicBezTo>
                  <a:lnTo>
                    <a:pt x="101" y="2302"/>
                  </a:lnTo>
                  <a:lnTo>
                    <a:pt x="4" y="3656"/>
                  </a:lnTo>
                  <a:lnTo>
                    <a:pt x="1" y="3717"/>
                  </a:lnTo>
                  <a:cubicBezTo>
                    <a:pt x="1" y="7903"/>
                    <a:pt x="3407" y="11307"/>
                    <a:pt x="7593" y="11307"/>
                  </a:cubicBezTo>
                  <a:cubicBezTo>
                    <a:pt x="11777" y="11307"/>
                    <a:pt x="15183" y="7901"/>
                    <a:pt x="15183" y="3717"/>
                  </a:cubicBezTo>
                  <a:lnTo>
                    <a:pt x="14940" y="292"/>
                  </a:lnTo>
                  <a:cubicBezTo>
                    <a:pt x="14451" y="97"/>
                    <a:pt x="13957" y="0"/>
                    <a:pt x="134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68"/>
            <p:cNvSpPr/>
            <p:nvPr/>
          </p:nvSpPr>
          <p:spPr>
            <a:xfrm>
              <a:off x="2494972" y="2118457"/>
              <a:ext cx="159449" cy="237567"/>
            </a:xfrm>
            <a:custGeom>
              <a:avLst/>
              <a:gdLst/>
              <a:ahLst/>
              <a:cxnLst/>
              <a:rect l="l" t="t" r="r" b="b"/>
              <a:pathLst>
                <a:path w="7591" h="11310" extrusionOk="0">
                  <a:moveTo>
                    <a:pt x="5861" y="1"/>
                  </a:moveTo>
                  <a:cubicBezTo>
                    <a:pt x="5664" y="1"/>
                    <a:pt x="5466" y="16"/>
                    <a:pt x="5266" y="45"/>
                  </a:cubicBezTo>
                  <a:cubicBezTo>
                    <a:pt x="4247" y="195"/>
                    <a:pt x="3335" y="700"/>
                    <a:pt x="2454" y="1190"/>
                  </a:cubicBezTo>
                  <a:cubicBezTo>
                    <a:pt x="1632" y="1645"/>
                    <a:pt x="847" y="2080"/>
                    <a:pt x="0" y="2241"/>
                  </a:cubicBezTo>
                  <a:lnTo>
                    <a:pt x="0" y="11310"/>
                  </a:lnTo>
                  <a:cubicBezTo>
                    <a:pt x="4186" y="11310"/>
                    <a:pt x="7590" y="7904"/>
                    <a:pt x="7590" y="3719"/>
                  </a:cubicBezTo>
                  <a:lnTo>
                    <a:pt x="7347" y="293"/>
                  </a:lnTo>
                  <a:cubicBezTo>
                    <a:pt x="6859" y="98"/>
                    <a:pt x="6365" y="1"/>
                    <a:pt x="58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68"/>
            <p:cNvSpPr/>
            <p:nvPr/>
          </p:nvSpPr>
          <p:spPr>
            <a:xfrm>
              <a:off x="2465460" y="2027694"/>
              <a:ext cx="51042" cy="51021"/>
            </a:xfrm>
            <a:custGeom>
              <a:avLst/>
              <a:gdLst/>
              <a:ahLst/>
              <a:cxnLst/>
              <a:rect l="l" t="t" r="r" b="b"/>
              <a:pathLst>
                <a:path w="2430" h="2429" extrusionOk="0">
                  <a:moveTo>
                    <a:pt x="1220" y="1"/>
                  </a:moveTo>
                  <a:lnTo>
                    <a:pt x="1" y="1220"/>
                  </a:lnTo>
                  <a:lnTo>
                    <a:pt x="1209" y="2428"/>
                  </a:lnTo>
                  <a:lnTo>
                    <a:pt x="2430" y="1210"/>
                  </a:lnTo>
                  <a:lnTo>
                    <a:pt x="122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68"/>
            <p:cNvSpPr/>
            <p:nvPr/>
          </p:nvSpPr>
          <p:spPr>
            <a:xfrm>
              <a:off x="2516481" y="1980454"/>
              <a:ext cx="72635" cy="47240"/>
            </a:xfrm>
            <a:custGeom>
              <a:avLst/>
              <a:gdLst/>
              <a:ahLst/>
              <a:cxnLst/>
              <a:rect l="l" t="t" r="r" b="b"/>
              <a:pathLst>
                <a:path w="3458" h="2249" extrusionOk="0">
                  <a:moveTo>
                    <a:pt x="3458" y="0"/>
                  </a:moveTo>
                  <a:lnTo>
                    <a:pt x="1040" y="2"/>
                  </a:lnTo>
                  <a:lnTo>
                    <a:pt x="1" y="1040"/>
                  </a:lnTo>
                  <a:lnTo>
                    <a:pt x="1210" y="2248"/>
                  </a:lnTo>
                  <a:lnTo>
                    <a:pt x="345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 name="Google Shape;1535;p68"/>
          <p:cNvGrpSpPr/>
          <p:nvPr/>
        </p:nvGrpSpPr>
        <p:grpSpPr>
          <a:xfrm>
            <a:off x="2369239" y="1766721"/>
            <a:ext cx="273914" cy="423406"/>
            <a:chOff x="1475242" y="2619720"/>
            <a:chExt cx="396574" cy="613010"/>
          </a:xfrm>
        </p:grpSpPr>
        <p:sp>
          <p:nvSpPr>
            <p:cNvPr id="1536" name="Google Shape;1536;p68"/>
            <p:cNvSpPr/>
            <p:nvPr/>
          </p:nvSpPr>
          <p:spPr>
            <a:xfrm>
              <a:off x="1485262" y="3134700"/>
              <a:ext cx="373343" cy="98030"/>
            </a:xfrm>
            <a:custGeom>
              <a:avLst/>
              <a:gdLst/>
              <a:ahLst/>
              <a:cxnLst/>
              <a:rect l="l" t="t" r="r" b="b"/>
              <a:pathLst>
                <a:path w="17774" h="4667" extrusionOk="0">
                  <a:moveTo>
                    <a:pt x="1174" y="1"/>
                  </a:moveTo>
                  <a:cubicBezTo>
                    <a:pt x="468" y="2"/>
                    <a:pt x="0" y="731"/>
                    <a:pt x="293" y="1373"/>
                  </a:cubicBezTo>
                  <a:lnTo>
                    <a:pt x="319" y="1430"/>
                  </a:lnTo>
                  <a:lnTo>
                    <a:pt x="2421" y="4666"/>
                  </a:lnTo>
                  <a:lnTo>
                    <a:pt x="15508" y="4666"/>
                  </a:lnTo>
                  <a:lnTo>
                    <a:pt x="17610" y="1430"/>
                  </a:lnTo>
                  <a:lnTo>
                    <a:pt x="17636" y="1373"/>
                  </a:lnTo>
                  <a:cubicBezTo>
                    <a:pt x="17774" y="1073"/>
                    <a:pt x="17749" y="724"/>
                    <a:pt x="17569" y="447"/>
                  </a:cubicBezTo>
                  <a:lnTo>
                    <a:pt x="17568" y="447"/>
                  </a:lnTo>
                  <a:cubicBezTo>
                    <a:pt x="17390" y="169"/>
                    <a:pt x="17082" y="1"/>
                    <a:pt x="167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68"/>
            <p:cNvSpPr/>
            <p:nvPr/>
          </p:nvSpPr>
          <p:spPr>
            <a:xfrm>
              <a:off x="1673488" y="3134700"/>
              <a:ext cx="185096" cy="98030"/>
            </a:xfrm>
            <a:custGeom>
              <a:avLst/>
              <a:gdLst/>
              <a:ahLst/>
              <a:cxnLst/>
              <a:rect l="l" t="t" r="r" b="b"/>
              <a:pathLst>
                <a:path w="8812" h="4667" extrusionOk="0">
                  <a:moveTo>
                    <a:pt x="1" y="1"/>
                  </a:moveTo>
                  <a:lnTo>
                    <a:pt x="1" y="4666"/>
                  </a:lnTo>
                  <a:lnTo>
                    <a:pt x="6545" y="4666"/>
                  </a:lnTo>
                  <a:lnTo>
                    <a:pt x="8646" y="1430"/>
                  </a:lnTo>
                  <a:lnTo>
                    <a:pt x="8672" y="1373"/>
                  </a:lnTo>
                  <a:cubicBezTo>
                    <a:pt x="8811" y="1073"/>
                    <a:pt x="8785" y="724"/>
                    <a:pt x="8607" y="447"/>
                  </a:cubicBezTo>
                  <a:cubicBezTo>
                    <a:pt x="8429" y="169"/>
                    <a:pt x="8121" y="1"/>
                    <a:pt x="77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68"/>
            <p:cNvSpPr/>
            <p:nvPr/>
          </p:nvSpPr>
          <p:spPr>
            <a:xfrm>
              <a:off x="1475242" y="2630622"/>
              <a:ext cx="396574" cy="551024"/>
            </a:xfrm>
            <a:custGeom>
              <a:avLst/>
              <a:gdLst/>
              <a:ahLst/>
              <a:cxnLst/>
              <a:rect l="l" t="t" r="r" b="b"/>
              <a:pathLst>
                <a:path w="18880" h="26233" extrusionOk="0">
                  <a:moveTo>
                    <a:pt x="3151" y="0"/>
                  </a:moveTo>
                  <a:lnTo>
                    <a:pt x="702" y="4141"/>
                  </a:lnTo>
                  <a:cubicBezTo>
                    <a:pt x="242" y="4918"/>
                    <a:pt x="0" y="5802"/>
                    <a:pt x="0" y="6705"/>
                  </a:cubicBezTo>
                  <a:lnTo>
                    <a:pt x="0" y="26232"/>
                  </a:lnTo>
                  <a:lnTo>
                    <a:pt x="18880" y="26232"/>
                  </a:lnTo>
                  <a:lnTo>
                    <a:pt x="18880" y="6705"/>
                  </a:lnTo>
                  <a:cubicBezTo>
                    <a:pt x="18880" y="5802"/>
                    <a:pt x="18638" y="4918"/>
                    <a:pt x="18178" y="4141"/>
                  </a:cubicBezTo>
                  <a:lnTo>
                    <a:pt x="1573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68"/>
            <p:cNvSpPr/>
            <p:nvPr/>
          </p:nvSpPr>
          <p:spPr>
            <a:xfrm>
              <a:off x="1673530" y="2630622"/>
              <a:ext cx="198287" cy="551024"/>
            </a:xfrm>
            <a:custGeom>
              <a:avLst/>
              <a:gdLst/>
              <a:ahLst/>
              <a:cxnLst/>
              <a:rect l="l" t="t" r="r" b="b"/>
              <a:pathLst>
                <a:path w="9440" h="26233" extrusionOk="0">
                  <a:moveTo>
                    <a:pt x="0" y="0"/>
                  </a:moveTo>
                  <a:lnTo>
                    <a:pt x="0" y="26232"/>
                  </a:lnTo>
                  <a:lnTo>
                    <a:pt x="9440" y="26232"/>
                  </a:lnTo>
                  <a:lnTo>
                    <a:pt x="9440" y="6705"/>
                  </a:lnTo>
                  <a:cubicBezTo>
                    <a:pt x="9440" y="5802"/>
                    <a:pt x="9198" y="4918"/>
                    <a:pt x="8738" y="4141"/>
                  </a:cubicBezTo>
                  <a:lnTo>
                    <a:pt x="629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68"/>
            <p:cNvSpPr/>
            <p:nvPr/>
          </p:nvSpPr>
          <p:spPr>
            <a:xfrm>
              <a:off x="1493160" y="2619720"/>
              <a:ext cx="360698" cy="35919"/>
            </a:xfrm>
            <a:custGeom>
              <a:avLst/>
              <a:gdLst/>
              <a:ahLst/>
              <a:cxnLst/>
              <a:rect l="l" t="t" r="r" b="b"/>
              <a:pathLst>
                <a:path w="17172" h="1710" extrusionOk="0">
                  <a:moveTo>
                    <a:pt x="1" y="0"/>
                  </a:moveTo>
                  <a:lnTo>
                    <a:pt x="1" y="1709"/>
                  </a:lnTo>
                  <a:lnTo>
                    <a:pt x="17172" y="1709"/>
                  </a:lnTo>
                  <a:lnTo>
                    <a:pt x="171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68"/>
            <p:cNvSpPr/>
            <p:nvPr/>
          </p:nvSpPr>
          <p:spPr>
            <a:xfrm>
              <a:off x="1768115" y="2729471"/>
              <a:ext cx="103534" cy="35919"/>
            </a:xfrm>
            <a:custGeom>
              <a:avLst/>
              <a:gdLst/>
              <a:ahLst/>
              <a:cxnLst/>
              <a:rect l="l" t="t" r="r" b="b"/>
              <a:pathLst>
                <a:path w="4929" h="1710" extrusionOk="0">
                  <a:moveTo>
                    <a:pt x="0" y="0"/>
                  </a:moveTo>
                  <a:lnTo>
                    <a:pt x="0" y="1709"/>
                  </a:lnTo>
                  <a:lnTo>
                    <a:pt x="4928" y="1709"/>
                  </a:lnTo>
                  <a:cubicBezTo>
                    <a:pt x="4893" y="1121"/>
                    <a:pt x="4757" y="541"/>
                    <a:pt x="45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68"/>
            <p:cNvSpPr/>
            <p:nvPr/>
          </p:nvSpPr>
          <p:spPr>
            <a:xfrm>
              <a:off x="1673530" y="2619720"/>
              <a:ext cx="180328" cy="35919"/>
            </a:xfrm>
            <a:custGeom>
              <a:avLst/>
              <a:gdLst/>
              <a:ahLst/>
              <a:cxnLst/>
              <a:rect l="l" t="t" r="r" b="b"/>
              <a:pathLst>
                <a:path w="8585" h="1710" extrusionOk="0">
                  <a:moveTo>
                    <a:pt x="0" y="0"/>
                  </a:moveTo>
                  <a:lnTo>
                    <a:pt x="0" y="1709"/>
                  </a:lnTo>
                  <a:lnTo>
                    <a:pt x="8585" y="1709"/>
                  </a:lnTo>
                  <a:lnTo>
                    <a:pt x="858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68"/>
            <p:cNvSpPr/>
            <p:nvPr/>
          </p:nvSpPr>
          <p:spPr>
            <a:xfrm>
              <a:off x="1597996" y="2760181"/>
              <a:ext cx="151068" cy="421465"/>
            </a:xfrm>
            <a:custGeom>
              <a:avLst/>
              <a:gdLst/>
              <a:ahLst/>
              <a:cxnLst/>
              <a:rect l="l" t="t" r="r" b="b"/>
              <a:pathLst>
                <a:path w="7192" h="20065" extrusionOk="0">
                  <a:moveTo>
                    <a:pt x="4" y="1"/>
                  </a:moveTo>
                  <a:lnTo>
                    <a:pt x="4" y="1273"/>
                  </a:lnTo>
                  <a:cubicBezTo>
                    <a:pt x="0" y="4578"/>
                    <a:pt x="1009" y="7804"/>
                    <a:pt x="2893" y="10519"/>
                  </a:cubicBezTo>
                  <a:cubicBezTo>
                    <a:pt x="4579" y="12946"/>
                    <a:pt x="5482" y="15834"/>
                    <a:pt x="5477" y="18790"/>
                  </a:cubicBezTo>
                  <a:lnTo>
                    <a:pt x="5477" y="20064"/>
                  </a:lnTo>
                  <a:lnTo>
                    <a:pt x="7188" y="20064"/>
                  </a:lnTo>
                  <a:lnTo>
                    <a:pt x="7188" y="18790"/>
                  </a:lnTo>
                  <a:cubicBezTo>
                    <a:pt x="7192" y="15486"/>
                    <a:pt x="6183" y="12259"/>
                    <a:pt x="4299" y="9546"/>
                  </a:cubicBezTo>
                  <a:cubicBezTo>
                    <a:pt x="2613" y="7117"/>
                    <a:pt x="1710" y="4230"/>
                    <a:pt x="1715" y="1273"/>
                  </a:cubicBezTo>
                  <a:lnTo>
                    <a:pt x="171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68"/>
            <p:cNvSpPr/>
            <p:nvPr/>
          </p:nvSpPr>
          <p:spPr>
            <a:xfrm>
              <a:off x="1673530" y="2937127"/>
              <a:ext cx="75534" cy="244519"/>
            </a:xfrm>
            <a:custGeom>
              <a:avLst/>
              <a:gdLst/>
              <a:ahLst/>
              <a:cxnLst/>
              <a:rect l="l" t="t" r="r" b="b"/>
              <a:pathLst>
                <a:path w="3596" h="11641" extrusionOk="0">
                  <a:moveTo>
                    <a:pt x="0" y="0"/>
                  </a:moveTo>
                  <a:lnTo>
                    <a:pt x="0" y="3215"/>
                  </a:lnTo>
                  <a:cubicBezTo>
                    <a:pt x="1236" y="5395"/>
                    <a:pt x="1884" y="7860"/>
                    <a:pt x="1881" y="10366"/>
                  </a:cubicBezTo>
                  <a:lnTo>
                    <a:pt x="1881" y="11640"/>
                  </a:lnTo>
                  <a:lnTo>
                    <a:pt x="3590" y="11640"/>
                  </a:lnTo>
                  <a:lnTo>
                    <a:pt x="3590" y="10366"/>
                  </a:lnTo>
                  <a:cubicBezTo>
                    <a:pt x="3596" y="7062"/>
                    <a:pt x="2587" y="3835"/>
                    <a:pt x="703" y="1122"/>
                  </a:cubicBezTo>
                  <a:cubicBezTo>
                    <a:pt x="451" y="757"/>
                    <a:pt x="216" y="383"/>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68"/>
            <p:cNvSpPr/>
            <p:nvPr/>
          </p:nvSpPr>
          <p:spPr>
            <a:xfrm>
              <a:off x="1475411" y="2729471"/>
              <a:ext cx="256786" cy="35919"/>
            </a:xfrm>
            <a:custGeom>
              <a:avLst/>
              <a:gdLst/>
              <a:ahLst/>
              <a:cxnLst/>
              <a:rect l="l" t="t" r="r" b="b"/>
              <a:pathLst>
                <a:path w="12225" h="1710" extrusionOk="0">
                  <a:moveTo>
                    <a:pt x="407" y="0"/>
                  </a:moveTo>
                  <a:cubicBezTo>
                    <a:pt x="172" y="541"/>
                    <a:pt x="34" y="1121"/>
                    <a:pt x="1" y="1709"/>
                  </a:cubicBezTo>
                  <a:lnTo>
                    <a:pt x="12225" y="1709"/>
                  </a:lnTo>
                  <a:lnTo>
                    <a:pt x="1222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68"/>
            <p:cNvSpPr/>
            <p:nvPr/>
          </p:nvSpPr>
          <p:spPr>
            <a:xfrm>
              <a:off x="1673530" y="2729471"/>
              <a:ext cx="58667" cy="35919"/>
            </a:xfrm>
            <a:custGeom>
              <a:avLst/>
              <a:gdLst/>
              <a:ahLst/>
              <a:cxnLst/>
              <a:rect l="l" t="t" r="r" b="b"/>
              <a:pathLst>
                <a:path w="2793" h="1710" extrusionOk="0">
                  <a:moveTo>
                    <a:pt x="0" y="0"/>
                  </a:moveTo>
                  <a:lnTo>
                    <a:pt x="0" y="1709"/>
                  </a:lnTo>
                  <a:lnTo>
                    <a:pt x="2793" y="1709"/>
                  </a:lnTo>
                  <a:lnTo>
                    <a:pt x="279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 name="Google Shape;1547;p68"/>
          <p:cNvGrpSpPr/>
          <p:nvPr/>
        </p:nvGrpSpPr>
        <p:grpSpPr>
          <a:xfrm>
            <a:off x="4490851" y="1766714"/>
            <a:ext cx="162288" cy="423406"/>
            <a:chOff x="4077258" y="496073"/>
            <a:chExt cx="234962" cy="613010"/>
          </a:xfrm>
        </p:grpSpPr>
        <p:sp>
          <p:nvSpPr>
            <p:cNvPr id="1548" name="Google Shape;1548;p68"/>
            <p:cNvSpPr/>
            <p:nvPr/>
          </p:nvSpPr>
          <p:spPr>
            <a:xfrm>
              <a:off x="4077258" y="496073"/>
              <a:ext cx="234941" cy="613010"/>
            </a:xfrm>
            <a:custGeom>
              <a:avLst/>
              <a:gdLst/>
              <a:ahLst/>
              <a:cxnLst/>
              <a:rect l="l" t="t" r="r" b="b"/>
              <a:pathLst>
                <a:path w="11185" h="29184" extrusionOk="0">
                  <a:moveTo>
                    <a:pt x="2863" y="0"/>
                  </a:moveTo>
                  <a:lnTo>
                    <a:pt x="1973" y="10011"/>
                  </a:lnTo>
                  <a:cubicBezTo>
                    <a:pt x="1417" y="10744"/>
                    <a:pt x="1" y="12749"/>
                    <a:pt x="1" y="14194"/>
                  </a:cubicBezTo>
                  <a:lnTo>
                    <a:pt x="1" y="29183"/>
                  </a:lnTo>
                  <a:lnTo>
                    <a:pt x="11184" y="29183"/>
                  </a:lnTo>
                  <a:lnTo>
                    <a:pt x="11184" y="14194"/>
                  </a:lnTo>
                  <a:cubicBezTo>
                    <a:pt x="11184" y="12749"/>
                    <a:pt x="9768" y="10743"/>
                    <a:pt x="9212" y="10011"/>
                  </a:cubicBezTo>
                  <a:lnTo>
                    <a:pt x="9213" y="10011"/>
                  </a:lnTo>
                  <a:lnTo>
                    <a:pt x="83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68"/>
            <p:cNvSpPr/>
            <p:nvPr/>
          </p:nvSpPr>
          <p:spPr>
            <a:xfrm>
              <a:off x="4194760" y="496073"/>
              <a:ext cx="117460" cy="613010"/>
            </a:xfrm>
            <a:custGeom>
              <a:avLst/>
              <a:gdLst/>
              <a:ahLst/>
              <a:cxnLst/>
              <a:rect l="l" t="t" r="r" b="b"/>
              <a:pathLst>
                <a:path w="5592" h="29184" extrusionOk="0">
                  <a:moveTo>
                    <a:pt x="0" y="0"/>
                  </a:moveTo>
                  <a:lnTo>
                    <a:pt x="0" y="29183"/>
                  </a:lnTo>
                  <a:lnTo>
                    <a:pt x="5592" y="29183"/>
                  </a:lnTo>
                  <a:lnTo>
                    <a:pt x="5592" y="14194"/>
                  </a:lnTo>
                  <a:cubicBezTo>
                    <a:pt x="5592" y="12749"/>
                    <a:pt x="4176" y="10743"/>
                    <a:pt x="3619" y="10011"/>
                  </a:cubicBezTo>
                  <a:lnTo>
                    <a:pt x="272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68"/>
            <p:cNvSpPr/>
            <p:nvPr/>
          </p:nvSpPr>
          <p:spPr>
            <a:xfrm>
              <a:off x="4077258" y="808018"/>
              <a:ext cx="234962" cy="204064"/>
            </a:xfrm>
            <a:custGeom>
              <a:avLst/>
              <a:gdLst/>
              <a:ahLst/>
              <a:cxnLst/>
              <a:rect l="l" t="t" r="r" b="b"/>
              <a:pathLst>
                <a:path w="11186" h="9715" extrusionOk="0">
                  <a:moveTo>
                    <a:pt x="1" y="1"/>
                  </a:moveTo>
                  <a:lnTo>
                    <a:pt x="1" y="9714"/>
                  </a:lnTo>
                  <a:lnTo>
                    <a:pt x="11186" y="9714"/>
                  </a:lnTo>
                  <a:lnTo>
                    <a:pt x="111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68"/>
            <p:cNvSpPr/>
            <p:nvPr/>
          </p:nvSpPr>
          <p:spPr>
            <a:xfrm>
              <a:off x="4194760" y="808018"/>
              <a:ext cx="117460" cy="204064"/>
            </a:xfrm>
            <a:custGeom>
              <a:avLst/>
              <a:gdLst/>
              <a:ahLst/>
              <a:cxnLst/>
              <a:rect l="l" t="t" r="r" b="b"/>
              <a:pathLst>
                <a:path w="5592" h="9715" extrusionOk="0">
                  <a:moveTo>
                    <a:pt x="0" y="1"/>
                  </a:moveTo>
                  <a:lnTo>
                    <a:pt x="0" y="9714"/>
                  </a:lnTo>
                  <a:lnTo>
                    <a:pt x="5592" y="9714"/>
                  </a:lnTo>
                  <a:lnTo>
                    <a:pt x="559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68"/>
            <p:cNvSpPr/>
            <p:nvPr/>
          </p:nvSpPr>
          <p:spPr>
            <a:xfrm>
              <a:off x="4137395" y="892080"/>
              <a:ext cx="114708" cy="35940"/>
            </a:xfrm>
            <a:custGeom>
              <a:avLst/>
              <a:gdLst/>
              <a:ahLst/>
              <a:cxnLst/>
              <a:rect l="l" t="t" r="r" b="b"/>
              <a:pathLst>
                <a:path w="5461" h="1711" extrusionOk="0">
                  <a:moveTo>
                    <a:pt x="0" y="0"/>
                  </a:moveTo>
                  <a:lnTo>
                    <a:pt x="0" y="1711"/>
                  </a:lnTo>
                  <a:lnTo>
                    <a:pt x="5460" y="1711"/>
                  </a:lnTo>
                  <a:lnTo>
                    <a:pt x="546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68"/>
            <p:cNvSpPr/>
            <p:nvPr/>
          </p:nvSpPr>
          <p:spPr>
            <a:xfrm>
              <a:off x="4194760" y="892080"/>
              <a:ext cx="57344" cy="35940"/>
            </a:xfrm>
            <a:custGeom>
              <a:avLst/>
              <a:gdLst/>
              <a:ahLst/>
              <a:cxnLst/>
              <a:rect l="l" t="t" r="r" b="b"/>
              <a:pathLst>
                <a:path w="2730" h="1711" extrusionOk="0">
                  <a:moveTo>
                    <a:pt x="0" y="0"/>
                  </a:moveTo>
                  <a:lnTo>
                    <a:pt x="0" y="1711"/>
                  </a:lnTo>
                  <a:lnTo>
                    <a:pt x="2729" y="1711"/>
                  </a:lnTo>
                  <a:lnTo>
                    <a:pt x="272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68"/>
            <p:cNvSpPr/>
            <p:nvPr/>
          </p:nvSpPr>
          <p:spPr>
            <a:xfrm>
              <a:off x="4120486" y="496073"/>
              <a:ext cx="148505" cy="63876"/>
            </a:xfrm>
            <a:custGeom>
              <a:avLst/>
              <a:gdLst/>
              <a:ahLst/>
              <a:cxnLst/>
              <a:rect l="l" t="t" r="r" b="b"/>
              <a:pathLst>
                <a:path w="7070" h="3041" extrusionOk="0">
                  <a:moveTo>
                    <a:pt x="495" y="0"/>
                  </a:moveTo>
                  <a:lnTo>
                    <a:pt x="1" y="3041"/>
                  </a:lnTo>
                  <a:lnTo>
                    <a:pt x="7070" y="3041"/>
                  </a:lnTo>
                  <a:lnTo>
                    <a:pt x="657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68"/>
            <p:cNvSpPr/>
            <p:nvPr/>
          </p:nvSpPr>
          <p:spPr>
            <a:xfrm>
              <a:off x="4194760" y="496073"/>
              <a:ext cx="74211" cy="63876"/>
            </a:xfrm>
            <a:custGeom>
              <a:avLst/>
              <a:gdLst/>
              <a:ahLst/>
              <a:cxnLst/>
              <a:rect l="l" t="t" r="r" b="b"/>
              <a:pathLst>
                <a:path w="3533" h="3041" extrusionOk="0">
                  <a:moveTo>
                    <a:pt x="0" y="0"/>
                  </a:moveTo>
                  <a:lnTo>
                    <a:pt x="0" y="3041"/>
                  </a:lnTo>
                  <a:lnTo>
                    <a:pt x="3532" y="3041"/>
                  </a:lnTo>
                  <a:lnTo>
                    <a:pt x="303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1500"/>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501"/>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1502"/>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1526"/>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1535"/>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1547"/>
                                        </p:tgtEl>
                                        <p:attrNameLst>
                                          <p:attrName>r</p:attrName>
                                        </p:attrNameLst>
                                      </p:cBhvr>
                                    </p:animRot>
                                  </p:childTnLst>
                                </p:cTn>
                              </p:par>
                              <p:par>
                                <p:cTn id="17" presetID="2" presetClass="entr" presetSubtype="4" fill="hold" nodeType="withEffect">
                                  <p:stCondLst>
                                    <p:cond delay="0"/>
                                  </p:stCondLst>
                                  <p:childTnLst>
                                    <p:set>
                                      <p:cBhvr>
                                        <p:cTn id="18" dur="1" fill="hold">
                                          <p:stCondLst>
                                            <p:cond delay="0"/>
                                          </p:stCondLst>
                                        </p:cTn>
                                        <p:tgtEl>
                                          <p:spTgt spid="1506"/>
                                        </p:tgtEl>
                                        <p:attrNameLst>
                                          <p:attrName>style.visibility</p:attrName>
                                        </p:attrNameLst>
                                      </p:cBhvr>
                                      <p:to>
                                        <p:strVal val="visible"/>
                                      </p:to>
                                    </p:set>
                                    <p:anim calcmode="lin" valueType="num">
                                      <p:cBhvr additive="base">
                                        <p:cTn id="19" dur="1000"/>
                                        <p:tgtEl>
                                          <p:spTgt spid="150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59"/>
        <p:cNvGrpSpPr/>
        <p:nvPr/>
      </p:nvGrpSpPr>
      <p:grpSpPr>
        <a:xfrm>
          <a:off x="0" y="0"/>
          <a:ext cx="0" cy="0"/>
          <a:chOff x="0" y="0"/>
          <a:chExt cx="0" cy="0"/>
        </a:xfrm>
      </p:grpSpPr>
      <p:sp>
        <p:nvSpPr>
          <p:cNvPr id="1560" name="Google Shape;1560;p69"/>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Product Demo</a:t>
            </a:r>
            <a:endParaRPr/>
          </a:p>
        </p:txBody>
      </p:sp>
      <p:grpSp>
        <p:nvGrpSpPr>
          <p:cNvPr id="1561" name="Google Shape;1561;p69"/>
          <p:cNvGrpSpPr/>
          <p:nvPr/>
        </p:nvGrpSpPr>
        <p:grpSpPr>
          <a:xfrm>
            <a:off x="2804109" y="1494269"/>
            <a:ext cx="3535797" cy="2480235"/>
            <a:chOff x="238125" y="351975"/>
            <a:chExt cx="7143025" cy="5010575"/>
          </a:xfrm>
        </p:grpSpPr>
        <p:sp>
          <p:nvSpPr>
            <p:cNvPr id="1562" name="Google Shape;1562;p69"/>
            <p:cNvSpPr/>
            <p:nvPr/>
          </p:nvSpPr>
          <p:spPr>
            <a:xfrm>
              <a:off x="238125" y="398550"/>
              <a:ext cx="7143025" cy="4964000"/>
            </a:xfrm>
            <a:custGeom>
              <a:avLst/>
              <a:gdLst/>
              <a:ahLst/>
              <a:cxnLst/>
              <a:rect l="l" t="t" r="r" b="b"/>
              <a:pathLst>
                <a:path w="285721" h="198560" extrusionOk="0">
                  <a:moveTo>
                    <a:pt x="4894" y="1"/>
                  </a:moveTo>
                  <a:cubicBezTo>
                    <a:pt x="2320" y="1"/>
                    <a:pt x="0" y="2065"/>
                    <a:pt x="0" y="4901"/>
                  </a:cubicBezTo>
                  <a:lnTo>
                    <a:pt x="0" y="193405"/>
                  </a:lnTo>
                  <a:cubicBezTo>
                    <a:pt x="0" y="196239"/>
                    <a:pt x="2320" y="198560"/>
                    <a:pt x="4894" y="198560"/>
                  </a:cubicBezTo>
                  <a:lnTo>
                    <a:pt x="281292" y="198560"/>
                  </a:lnTo>
                  <a:cubicBezTo>
                    <a:pt x="283867" y="198560"/>
                    <a:pt x="285720" y="196239"/>
                    <a:pt x="285720" y="193405"/>
                  </a:cubicBezTo>
                  <a:lnTo>
                    <a:pt x="285719" y="4901"/>
                  </a:lnTo>
                  <a:cubicBezTo>
                    <a:pt x="285719" y="2065"/>
                    <a:pt x="283865" y="1"/>
                    <a:pt x="281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69"/>
            <p:cNvSpPr/>
            <p:nvPr/>
          </p:nvSpPr>
          <p:spPr>
            <a:xfrm>
              <a:off x="238125" y="351975"/>
              <a:ext cx="7143025" cy="522150"/>
            </a:xfrm>
            <a:custGeom>
              <a:avLst/>
              <a:gdLst/>
              <a:ahLst/>
              <a:cxnLst/>
              <a:rect l="l" t="t" r="r" b="b"/>
              <a:pathLst>
                <a:path w="285721" h="20886" extrusionOk="0">
                  <a:moveTo>
                    <a:pt x="4894" y="0"/>
                  </a:moveTo>
                  <a:cubicBezTo>
                    <a:pt x="2320" y="0"/>
                    <a:pt x="0" y="2064"/>
                    <a:pt x="0" y="4898"/>
                  </a:cubicBezTo>
                  <a:lnTo>
                    <a:pt x="0" y="20886"/>
                  </a:lnTo>
                  <a:lnTo>
                    <a:pt x="285720" y="20886"/>
                  </a:lnTo>
                  <a:lnTo>
                    <a:pt x="285720" y="4898"/>
                  </a:lnTo>
                  <a:cubicBezTo>
                    <a:pt x="285720" y="2064"/>
                    <a:pt x="283865" y="0"/>
                    <a:pt x="2812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69"/>
            <p:cNvSpPr/>
            <p:nvPr/>
          </p:nvSpPr>
          <p:spPr>
            <a:xfrm>
              <a:off x="342975" y="461925"/>
              <a:ext cx="6933250" cy="4784075"/>
            </a:xfrm>
            <a:custGeom>
              <a:avLst/>
              <a:gdLst/>
              <a:ahLst/>
              <a:cxnLst/>
              <a:rect l="l" t="t" r="r" b="b"/>
              <a:pathLst>
                <a:path w="277330" h="191363" extrusionOk="0">
                  <a:moveTo>
                    <a:pt x="4751" y="0"/>
                  </a:moveTo>
                  <a:cubicBezTo>
                    <a:pt x="2252" y="0"/>
                    <a:pt x="1" y="2105"/>
                    <a:pt x="1" y="4833"/>
                  </a:cubicBezTo>
                  <a:lnTo>
                    <a:pt x="1" y="186284"/>
                  </a:lnTo>
                  <a:cubicBezTo>
                    <a:pt x="1" y="189012"/>
                    <a:pt x="2252" y="191363"/>
                    <a:pt x="4751" y="191363"/>
                  </a:cubicBezTo>
                  <a:lnTo>
                    <a:pt x="273033" y="191363"/>
                  </a:lnTo>
                  <a:cubicBezTo>
                    <a:pt x="275530" y="191363"/>
                    <a:pt x="277330" y="189012"/>
                    <a:pt x="277330" y="186284"/>
                  </a:cubicBezTo>
                  <a:lnTo>
                    <a:pt x="277330" y="4833"/>
                  </a:lnTo>
                  <a:cubicBezTo>
                    <a:pt x="277330" y="2104"/>
                    <a:pt x="275530" y="0"/>
                    <a:pt x="273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69"/>
            <p:cNvSpPr/>
            <p:nvPr/>
          </p:nvSpPr>
          <p:spPr>
            <a:xfrm>
              <a:off x="2884175" y="1668575"/>
              <a:ext cx="1845425" cy="1845375"/>
            </a:xfrm>
            <a:custGeom>
              <a:avLst/>
              <a:gdLst/>
              <a:ahLst/>
              <a:cxnLst/>
              <a:rect l="l" t="t" r="r" b="b"/>
              <a:pathLst>
                <a:path w="73817" h="73815" extrusionOk="0">
                  <a:moveTo>
                    <a:pt x="36909" y="1"/>
                  </a:moveTo>
                  <a:cubicBezTo>
                    <a:pt x="27121" y="1"/>
                    <a:pt x="17732" y="3888"/>
                    <a:pt x="10811" y="10811"/>
                  </a:cubicBezTo>
                  <a:cubicBezTo>
                    <a:pt x="3890" y="17732"/>
                    <a:pt x="1" y="27119"/>
                    <a:pt x="1" y="36908"/>
                  </a:cubicBezTo>
                  <a:cubicBezTo>
                    <a:pt x="1" y="46696"/>
                    <a:pt x="3890" y="56083"/>
                    <a:pt x="10811" y="63005"/>
                  </a:cubicBezTo>
                  <a:cubicBezTo>
                    <a:pt x="17732" y="69926"/>
                    <a:pt x="27121" y="73814"/>
                    <a:pt x="36909" y="73814"/>
                  </a:cubicBezTo>
                  <a:cubicBezTo>
                    <a:pt x="46697" y="73814"/>
                    <a:pt x="56085" y="69926"/>
                    <a:pt x="63006" y="63005"/>
                  </a:cubicBezTo>
                  <a:cubicBezTo>
                    <a:pt x="69927" y="56083"/>
                    <a:pt x="73817" y="46696"/>
                    <a:pt x="73817" y="36908"/>
                  </a:cubicBezTo>
                  <a:cubicBezTo>
                    <a:pt x="73817" y="27119"/>
                    <a:pt x="69927" y="17732"/>
                    <a:pt x="63006" y="10811"/>
                  </a:cubicBezTo>
                  <a:cubicBezTo>
                    <a:pt x="56085" y="3888"/>
                    <a:pt x="46697" y="1"/>
                    <a:pt x="3690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69"/>
            <p:cNvSpPr/>
            <p:nvPr/>
          </p:nvSpPr>
          <p:spPr>
            <a:xfrm>
              <a:off x="3562325" y="2101650"/>
              <a:ext cx="738925" cy="979225"/>
            </a:xfrm>
            <a:custGeom>
              <a:avLst/>
              <a:gdLst/>
              <a:ahLst/>
              <a:cxnLst/>
              <a:rect l="l" t="t" r="r" b="b"/>
              <a:pathLst>
                <a:path w="29557" h="39169" extrusionOk="0">
                  <a:moveTo>
                    <a:pt x="1" y="0"/>
                  </a:moveTo>
                  <a:lnTo>
                    <a:pt x="1" y="39169"/>
                  </a:lnTo>
                  <a:lnTo>
                    <a:pt x="29556" y="19584"/>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69"/>
            <p:cNvSpPr/>
            <p:nvPr/>
          </p:nvSpPr>
          <p:spPr>
            <a:xfrm>
              <a:off x="327525" y="4547925"/>
              <a:ext cx="6954250" cy="788275"/>
            </a:xfrm>
            <a:custGeom>
              <a:avLst/>
              <a:gdLst/>
              <a:ahLst/>
              <a:cxnLst/>
              <a:rect l="l" t="t" r="r" b="b"/>
              <a:pathLst>
                <a:path w="278170" h="31531" extrusionOk="0">
                  <a:moveTo>
                    <a:pt x="1" y="0"/>
                  </a:moveTo>
                  <a:lnTo>
                    <a:pt x="1" y="31531"/>
                  </a:lnTo>
                  <a:lnTo>
                    <a:pt x="278169" y="31531"/>
                  </a:lnTo>
                  <a:lnTo>
                    <a:pt x="27816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69"/>
            <p:cNvSpPr/>
            <p:nvPr/>
          </p:nvSpPr>
          <p:spPr>
            <a:xfrm>
              <a:off x="552775" y="4672675"/>
              <a:ext cx="6472425" cy="36100"/>
            </a:xfrm>
            <a:custGeom>
              <a:avLst/>
              <a:gdLst/>
              <a:ahLst/>
              <a:cxnLst/>
              <a:rect l="l" t="t" r="r" b="b"/>
              <a:pathLst>
                <a:path w="258897" h="1444" extrusionOk="0">
                  <a:moveTo>
                    <a:pt x="0" y="0"/>
                  </a:moveTo>
                  <a:lnTo>
                    <a:pt x="0" y="1443"/>
                  </a:lnTo>
                  <a:lnTo>
                    <a:pt x="258897" y="1443"/>
                  </a:lnTo>
                  <a:lnTo>
                    <a:pt x="25889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69"/>
            <p:cNvSpPr/>
            <p:nvPr/>
          </p:nvSpPr>
          <p:spPr>
            <a:xfrm>
              <a:off x="552775" y="4672675"/>
              <a:ext cx="2643325" cy="36100"/>
            </a:xfrm>
            <a:custGeom>
              <a:avLst/>
              <a:gdLst/>
              <a:ahLst/>
              <a:cxnLst/>
              <a:rect l="l" t="t" r="r" b="b"/>
              <a:pathLst>
                <a:path w="105733" h="1444" extrusionOk="0">
                  <a:moveTo>
                    <a:pt x="0" y="0"/>
                  </a:moveTo>
                  <a:lnTo>
                    <a:pt x="0" y="1443"/>
                  </a:lnTo>
                  <a:lnTo>
                    <a:pt x="105732" y="1443"/>
                  </a:lnTo>
                  <a:lnTo>
                    <a:pt x="10573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69"/>
            <p:cNvSpPr/>
            <p:nvPr/>
          </p:nvSpPr>
          <p:spPr>
            <a:xfrm>
              <a:off x="1792625" y="4873400"/>
              <a:ext cx="171400" cy="241125"/>
            </a:xfrm>
            <a:custGeom>
              <a:avLst/>
              <a:gdLst/>
              <a:ahLst/>
              <a:cxnLst/>
              <a:rect l="l" t="t" r="r" b="b"/>
              <a:pathLst>
                <a:path w="6856" h="9645" extrusionOk="0">
                  <a:moveTo>
                    <a:pt x="0" y="0"/>
                  </a:moveTo>
                  <a:lnTo>
                    <a:pt x="0" y="9644"/>
                  </a:lnTo>
                  <a:lnTo>
                    <a:pt x="6855" y="4822"/>
                  </a:lnTo>
                  <a:lnTo>
                    <a:pt x="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69"/>
            <p:cNvSpPr/>
            <p:nvPr/>
          </p:nvSpPr>
          <p:spPr>
            <a:xfrm>
              <a:off x="1993750" y="4873400"/>
              <a:ext cx="40150" cy="241125"/>
            </a:xfrm>
            <a:custGeom>
              <a:avLst/>
              <a:gdLst/>
              <a:ahLst/>
              <a:cxnLst/>
              <a:rect l="l" t="t" r="r" b="b"/>
              <a:pathLst>
                <a:path w="1606" h="9645" extrusionOk="0">
                  <a:moveTo>
                    <a:pt x="1" y="0"/>
                  </a:moveTo>
                  <a:lnTo>
                    <a:pt x="1" y="9644"/>
                  </a:lnTo>
                  <a:lnTo>
                    <a:pt x="1605" y="9644"/>
                  </a:lnTo>
                  <a:lnTo>
                    <a:pt x="16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69"/>
            <p:cNvSpPr/>
            <p:nvPr/>
          </p:nvSpPr>
          <p:spPr>
            <a:xfrm>
              <a:off x="1306250" y="4873400"/>
              <a:ext cx="171450" cy="241125"/>
            </a:xfrm>
            <a:custGeom>
              <a:avLst/>
              <a:gdLst/>
              <a:ahLst/>
              <a:cxnLst/>
              <a:rect l="l" t="t" r="r" b="b"/>
              <a:pathLst>
                <a:path w="6858" h="9645" extrusionOk="0">
                  <a:moveTo>
                    <a:pt x="1" y="0"/>
                  </a:moveTo>
                  <a:lnTo>
                    <a:pt x="1" y="9644"/>
                  </a:lnTo>
                  <a:lnTo>
                    <a:pt x="6857" y="4822"/>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69"/>
            <p:cNvSpPr/>
            <p:nvPr/>
          </p:nvSpPr>
          <p:spPr>
            <a:xfrm>
              <a:off x="819925" y="4873400"/>
              <a:ext cx="171425" cy="241125"/>
            </a:xfrm>
            <a:custGeom>
              <a:avLst/>
              <a:gdLst/>
              <a:ahLst/>
              <a:cxnLst/>
              <a:rect l="l" t="t" r="r" b="b"/>
              <a:pathLst>
                <a:path w="6857" h="9645" extrusionOk="0">
                  <a:moveTo>
                    <a:pt x="6857" y="0"/>
                  </a:moveTo>
                  <a:lnTo>
                    <a:pt x="0" y="4822"/>
                  </a:lnTo>
                  <a:lnTo>
                    <a:pt x="6857" y="9644"/>
                  </a:lnTo>
                  <a:lnTo>
                    <a:pt x="68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69"/>
            <p:cNvSpPr/>
            <p:nvPr/>
          </p:nvSpPr>
          <p:spPr>
            <a:xfrm>
              <a:off x="750050" y="4873400"/>
              <a:ext cx="40150" cy="241125"/>
            </a:xfrm>
            <a:custGeom>
              <a:avLst/>
              <a:gdLst/>
              <a:ahLst/>
              <a:cxnLst/>
              <a:rect l="l" t="t" r="r" b="b"/>
              <a:pathLst>
                <a:path w="1606" h="9645" extrusionOk="0">
                  <a:moveTo>
                    <a:pt x="0" y="0"/>
                  </a:moveTo>
                  <a:lnTo>
                    <a:pt x="0" y="9644"/>
                  </a:lnTo>
                  <a:lnTo>
                    <a:pt x="1605" y="9644"/>
                  </a:lnTo>
                  <a:lnTo>
                    <a:pt x="16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69"/>
            <p:cNvSpPr/>
            <p:nvPr/>
          </p:nvSpPr>
          <p:spPr>
            <a:xfrm>
              <a:off x="5536250" y="4831550"/>
              <a:ext cx="313300" cy="306475"/>
            </a:xfrm>
            <a:custGeom>
              <a:avLst/>
              <a:gdLst/>
              <a:ahLst/>
              <a:cxnLst/>
              <a:rect l="l" t="t" r="r" b="b"/>
              <a:pathLst>
                <a:path w="12532" h="12259" extrusionOk="0">
                  <a:moveTo>
                    <a:pt x="6266" y="4165"/>
                  </a:moveTo>
                  <a:cubicBezTo>
                    <a:pt x="7372" y="4165"/>
                    <a:pt x="8275" y="5046"/>
                    <a:pt x="8275" y="6128"/>
                  </a:cubicBezTo>
                  <a:cubicBezTo>
                    <a:pt x="8275" y="7212"/>
                    <a:pt x="7374" y="8094"/>
                    <a:pt x="6266" y="8094"/>
                  </a:cubicBezTo>
                  <a:cubicBezTo>
                    <a:pt x="5158" y="8094"/>
                    <a:pt x="4257" y="7212"/>
                    <a:pt x="4257" y="6128"/>
                  </a:cubicBezTo>
                  <a:cubicBezTo>
                    <a:pt x="4257" y="5046"/>
                    <a:pt x="5159" y="4165"/>
                    <a:pt x="6266" y="4165"/>
                  </a:cubicBezTo>
                  <a:close/>
                  <a:moveTo>
                    <a:pt x="5550" y="0"/>
                  </a:moveTo>
                  <a:cubicBezTo>
                    <a:pt x="5454" y="0"/>
                    <a:pt x="4829" y="1686"/>
                    <a:pt x="4829" y="1686"/>
                  </a:cubicBezTo>
                  <a:lnTo>
                    <a:pt x="4064" y="1996"/>
                  </a:lnTo>
                  <a:cubicBezTo>
                    <a:pt x="4064" y="1996"/>
                    <a:pt x="2509" y="1336"/>
                    <a:pt x="2319" y="1336"/>
                  </a:cubicBezTo>
                  <a:cubicBezTo>
                    <a:pt x="2310" y="1336"/>
                    <a:pt x="2304" y="1338"/>
                    <a:pt x="2301" y="1340"/>
                  </a:cubicBezTo>
                  <a:lnTo>
                    <a:pt x="1328" y="2292"/>
                  </a:lnTo>
                  <a:cubicBezTo>
                    <a:pt x="1261" y="2357"/>
                    <a:pt x="2035" y="3983"/>
                    <a:pt x="2035" y="3983"/>
                  </a:cubicBezTo>
                  <a:lnTo>
                    <a:pt x="1719" y="4733"/>
                  </a:lnTo>
                  <a:cubicBezTo>
                    <a:pt x="1719" y="4733"/>
                    <a:pt x="0" y="5394"/>
                    <a:pt x="0" y="5484"/>
                  </a:cubicBezTo>
                  <a:lnTo>
                    <a:pt x="0" y="6830"/>
                  </a:lnTo>
                  <a:cubicBezTo>
                    <a:pt x="0" y="6924"/>
                    <a:pt x="1724" y="7537"/>
                    <a:pt x="1724" y="7537"/>
                  </a:cubicBezTo>
                  <a:lnTo>
                    <a:pt x="2039" y="8285"/>
                  </a:lnTo>
                  <a:cubicBezTo>
                    <a:pt x="2039" y="8285"/>
                    <a:pt x="1304" y="9944"/>
                    <a:pt x="1369" y="10007"/>
                  </a:cubicBezTo>
                  <a:lnTo>
                    <a:pt x="2342" y="10961"/>
                  </a:lnTo>
                  <a:cubicBezTo>
                    <a:pt x="2345" y="10963"/>
                    <a:pt x="2350" y="10964"/>
                    <a:pt x="2358" y="10964"/>
                  </a:cubicBezTo>
                  <a:cubicBezTo>
                    <a:pt x="2540" y="10964"/>
                    <a:pt x="4069" y="10267"/>
                    <a:pt x="4069" y="10267"/>
                  </a:cubicBezTo>
                  <a:lnTo>
                    <a:pt x="4836" y="10579"/>
                  </a:lnTo>
                  <a:cubicBezTo>
                    <a:pt x="4836" y="10579"/>
                    <a:pt x="5513" y="12259"/>
                    <a:pt x="5607" y="12259"/>
                  </a:cubicBezTo>
                  <a:lnTo>
                    <a:pt x="6983" y="12259"/>
                  </a:lnTo>
                  <a:cubicBezTo>
                    <a:pt x="7077" y="12259"/>
                    <a:pt x="7704" y="10573"/>
                    <a:pt x="7704" y="10573"/>
                  </a:cubicBezTo>
                  <a:lnTo>
                    <a:pt x="8471" y="10263"/>
                  </a:lnTo>
                  <a:cubicBezTo>
                    <a:pt x="8471" y="10263"/>
                    <a:pt x="10025" y="10924"/>
                    <a:pt x="10212" y="10924"/>
                  </a:cubicBezTo>
                  <a:cubicBezTo>
                    <a:pt x="10220" y="10924"/>
                    <a:pt x="10226" y="10923"/>
                    <a:pt x="10229" y="10920"/>
                  </a:cubicBezTo>
                  <a:lnTo>
                    <a:pt x="11203" y="9968"/>
                  </a:lnTo>
                  <a:cubicBezTo>
                    <a:pt x="11271" y="9902"/>
                    <a:pt x="10495" y="8276"/>
                    <a:pt x="10495" y="8276"/>
                  </a:cubicBezTo>
                  <a:lnTo>
                    <a:pt x="10811" y="7526"/>
                  </a:lnTo>
                  <a:cubicBezTo>
                    <a:pt x="10811" y="7526"/>
                    <a:pt x="12531" y="6865"/>
                    <a:pt x="12531" y="6773"/>
                  </a:cubicBezTo>
                  <a:lnTo>
                    <a:pt x="12531" y="5427"/>
                  </a:lnTo>
                  <a:cubicBezTo>
                    <a:pt x="12531" y="5334"/>
                    <a:pt x="10809" y="4724"/>
                    <a:pt x="10809" y="4724"/>
                  </a:cubicBezTo>
                  <a:lnTo>
                    <a:pt x="10492" y="3972"/>
                  </a:lnTo>
                  <a:cubicBezTo>
                    <a:pt x="10492" y="3972"/>
                    <a:pt x="11229" y="2313"/>
                    <a:pt x="11163" y="2249"/>
                  </a:cubicBezTo>
                  <a:lnTo>
                    <a:pt x="10190" y="1298"/>
                  </a:lnTo>
                  <a:cubicBezTo>
                    <a:pt x="10187" y="1296"/>
                    <a:pt x="10181" y="1294"/>
                    <a:pt x="10173" y="1294"/>
                  </a:cubicBezTo>
                  <a:cubicBezTo>
                    <a:pt x="9987" y="1294"/>
                    <a:pt x="8462" y="1991"/>
                    <a:pt x="8462" y="1991"/>
                  </a:cubicBezTo>
                  <a:lnTo>
                    <a:pt x="7695" y="1682"/>
                  </a:lnTo>
                  <a:cubicBezTo>
                    <a:pt x="7695" y="1682"/>
                    <a:pt x="7019" y="0"/>
                    <a:pt x="692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69"/>
            <p:cNvSpPr/>
            <p:nvPr/>
          </p:nvSpPr>
          <p:spPr>
            <a:xfrm>
              <a:off x="6071425" y="4865225"/>
              <a:ext cx="357425" cy="234950"/>
            </a:xfrm>
            <a:custGeom>
              <a:avLst/>
              <a:gdLst/>
              <a:ahLst/>
              <a:cxnLst/>
              <a:rect l="l" t="t" r="r" b="b"/>
              <a:pathLst>
                <a:path w="14297" h="9398" extrusionOk="0">
                  <a:moveTo>
                    <a:pt x="13244" y="1052"/>
                  </a:moveTo>
                  <a:lnTo>
                    <a:pt x="13244" y="8346"/>
                  </a:lnTo>
                  <a:lnTo>
                    <a:pt x="1053" y="8346"/>
                  </a:lnTo>
                  <a:lnTo>
                    <a:pt x="1053" y="1052"/>
                  </a:lnTo>
                  <a:close/>
                  <a:moveTo>
                    <a:pt x="0" y="1"/>
                  </a:moveTo>
                  <a:lnTo>
                    <a:pt x="0" y="9398"/>
                  </a:lnTo>
                  <a:lnTo>
                    <a:pt x="14296" y="9398"/>
                  </a:lnTo>
                  <a:lnTo>
                    <a:pt x="1429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69"/>
            <p:cNvSpPr/>
            <p:nvPr/>
          </p:nvSpPr>
          <p:spPr>
            <a:xfrm>
              <a:off x="6812775" y="4840300"/>
              <a:ext cx="117075" cy="116950"/>
            </a:xfrm>
            <a:custGeom>
              <a:avLst/>
              <a:gdLst/>
              <a:ahLst/>
              <a:cxnLst/>
              <a:rect l="l" t="t" r="r" b="b"/>
              <a:pathLst>
                <a:path w="4683" h="4678" extrusionOk="0">
                  <a:moveTo>
                    <a:pt x="1" y="1"/>
                  </a:moveTo>
                  <a:lnTo>
                    <a:pt x="1" y="1052"/>
                  </a:lnTo>
                  <a:lnTo>
                    <a:pt x="3630" y="1052"/>
                  </a:lnTo>
                  <a:lnTo>
                    <a:pt x="3630" y="4678"/>
                  </a:lnTo>
                  <a:lnTo>
                    <a:pt x="4682" y="4678"/>
                  </a:lnTo>
                  <a:lnTo>
                    <a:pt x="46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69"/>
            <p:cNvSpPr/>
            <p:nvPr/>
          </p:nvSpPr>
          <p:spPr>
            <a:xfrm>
              <a:off x="6644800" y="4840300"/>
              <a:ext cx="117025" cy="116950"/>
            </a:xfrm>
            <a:custGeom>
              <a:avLst/>
              <a:gdLst/>
              <a:ahLst/>
              <a:cxnLst/>
              <a:rect l="l" t="t" r="r" b="b"/>
              <a:pathLst>
                <a:path w="4681" h="4678" extrusionOk="0">
                  <a:moveTo>
                    <a:pt x="1" y="1"/>
                  </a:moveTo>
                  <a:lnTo>
                    <a:pt x="1" y="4678"/>
                  </a:lnTo>
                  <a:lnTo>
                    <a:pt x="1053" y="4678"/>
                  </a:lnTo>
                  <a:lnTo>
                    <a:pt x="1053" y="1052"/>
                  </a:lnTo>
                  <a:lnTo>
                    <a:pt x="4681" y="1052"/>
                  </a:lnTo>
                  <a:lnTo>
                    <a:pt x="468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69"/>
            <p:cNvSpPr/>
            <p:nvPr/>
          </p:nvSpPr>
          <p:spPr>
            <a:xfrm>
              <a:off x="6812775" y="5008175"/>
              <a:ext cx="117075" cy="116950"/>
            </a:xfrm>
            <a:custGeom>
              <a:avLst/>
              <a:gdLst/>
              <a:ahLst/>
              <a:cxnLst/>
              <a:rect l="l" t="t" r="r" b="b"/>
              <a:pathLst>
                <a:path w="4683" h="4678" extrusionOk="0">
                  <a:moveTo>
                    <a:pt x="3630" y="0"/>
                  </a:moveTo>
                  <a:lnTo>
                    <a:pt x="3630" y="3626"/>
                  </a:lnTo>
                  <a:lnTo>
                    <a:pt x="1" y="3626"/>
                  </a:lnTo>
                  <a:lnTo>
                    <a:pt x="1" y="4677"/>
                  </a:lnTo>
                  <a:lnTo>
                    <a:pt x="4682" y="4677"/>
                  </a:lnTo>
                  <a:lnTo>
                    <a:pt x="468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69"/>
            <p:cNvSpPr/>
            <p:nvPr/>
          </p:nvSpPr>
          <p:spPr>
            <a:xfrm>
              <a:off x="6644800" y="5008175"/>
              <a:ext cx="117025" cy="116950"/>
            </a:xfrm>
            <a:custGeom>
              <a:avLst/>
              <a:gdLst/>
              <a:ahLst/>
              <a:cxnLst/>
              <a:rect l="l" t="t" r="r" b="b"/>
              <a:pathLst>
                <a:path w="4681" h="4678" extrusionOk="0">
                  <a:moveTo>
                    <a:pt x="1" y="0"/>
                  </a:moveTo>
                  <a:lnTo>
                    <a:pt x="1" y="4677"/>
                  </a:lnTo>
                  <a:lnTo>
                    <a:pt x="4681" y="4677"/>
                  </a:lnTo>
                  <a:lnTo>
                    <a:pt x="4681" y="3626"/>
                  </a:lnTo>
                  <a:lnTo>
                    <a:pt x="1053" y="3626"/>
                  </a:lnTo>
                  <a:lnTo>
                    <a:pt x="105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69"/>
            <p:cNvSpPr/>
            <p:nvPr/>
          </p:nvSpPr>
          <p:spPr>
            <a:xfrm>
              <a:off x="3131625" y="4627575"/>
              <a:ext cx="129250" cy="124325"/>
            </a:xfrm>
            <a:custGeom>
              <a:avLst/>
              <a:gdLst/>
              <a:ahLst/>
              <a:cxnLst/>
              <a:rect l="l" t="t" r="r" b="b"/>
              <a:pathLst>
                <a:path w="5170" h="4973" extrusionOk="0">
                  <a:moveTo>
                    <a:pt x="2684" y="0"/>
                  </a:moveTo>
                  <a:cubicBezTo>
                    <a:pt x="2683" y="0"/>
                    <a:pt x="2682" y="0"/>
                    <a:pt x="2681" y="0"/>
                  </a:cubicBezTo>
                  <a:cubicBezTo>
                    <a:pt x="1675" y="0"/>
                    <a:pt x="768" y="607"/>
                    <a:pt x="385" y="1536"/>
                  </a:cubicBezTo>
                  <a:cubicBezTo>
                    <a:pt x="0" y="2464"/>
                    <a:pt x="213" y="3535"/>
                    <a:pt x="925" y="4246"/>
                  </a:cubicBezTo>
                  <a:cubicBezTo>
                    <a:pt x="1400" y="4721"/>
                    <a:pt x="2035" y="4973"/>
                    <a:pt x="2682" y="4973"/>
                  </a:cubicBezTo>
                  <a:cubicBezTo>
                    <a:pt x="3003" y="4973"/>
                    <a:pt x="3328" y="4910"/>
                    <a:pt x="3637" y="4782"/>
                  </a:cubicBezTo>
                  <a:cubicBezTo>
                    <a:pt x="4565" y="4397"/>
                    <a:pt x="5170" y="3488"/>
                    <a:pt x="5170" y="2482"/>
                  </a:cubicBezTo>
                  <a:cubicBezTo>
                    <a:pt x="5168" y="1112"/>
                    <a:pt x="4056" y="0"/>
                    <a:pt x="268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82" name="Google Shape;1582;p69"/>
          <p:cNvSpPr txBox="1">
            <a:spLocks noGrp="1"/>
          </p:cNvSpPr>
          <p:nvPr>
            <p:ph type="subTitle" idx="4294967295"/>
          </p:nvPr>
        </p:nvSpPr>
        <p:spPr>
          <a:xfrm>
            <a:off x="2074800" y="4156000"/>
            <a:ext cx="4994400" cy="581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a:t>Insert your multimedia content here</a:t>
            </a:r>
            <a:endParaRPr sz="14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withEffect">
                                  <p:stCondLst>
                                    <p:cond delay="0"/>
                                  </p:stCondLst>
                                  <p:childTnLst>
                                    <p:set>
                                      <p:cBhvr>
                                        <p:cTn id="6" dur="1" fill="hold">
                                          <p:stCondLst>
                                            <p:cond delay="0"/>
                                          </p:stCondLst>
                                        </p:cTn>
                                        <p:tgtEl>
                                          <p:spTgt spid="1561"/>
                                        </p:tgtEl>
                                        <p:attrNameLst>
                                          <p:attrName>style.visibility</p:attrName>
                                        </p:attrNameLst>
                                      </p:cBhvr>
                                      <p:to>
                                        <p:strVal val="visible"/>
                                      </p:to>
                                    </p:set>
                                    <p:anim calcmode="lin" valueType="num">
                                      <p:cBhvr additive="base">
                                        <p:cTn id="7" dur="1000"/>
                                        <p:tgtEl>
                                          <p:spTgt spid="1561"/>
                                        </p:tgtEl>
                                        <p:attrNameLst>
                                          <p:attrName>ppt_w</p:attrName>
                                        </p:attrNameLst>
                                      </p:cBhvr>
                                      <p:tavLst>
                                        <p:tav tm="0">
                                          <p:val>
                                            <p:strVal val="0"/>
                                          </p:val>
                                        </p:tav>
                                        <p:tav tm="100000">
                                          <p:val>
                                            <p:strVal val="#ppt_w"/>
                                          </p:val>
                                        </p:tav>
                                      </p:tavLst>
                                    </p:anim>
                                    <p:anim calcmode="lin" valueType="num">
                                      <p:cBhvr additive="base">
                                        <p:cTn id="8" dur="1000"/>
                                        <p:tgtEl>
                                          <p:spTgt spid="1561"/>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586"/>
        <p:cNvGrpSpPr/>
        <p:nvPr/>
      </p:nvGrpSpPr>
      <p:grpSpPr>
        <a:xfrm>
          <a:off x="0" y="0"/>
          <a:ext cx="0" cy="0"/>
          <a:chOff x="0" y="0"/>
          <a:chExt cx="0" cy="0"/>
        </a:xfrm>
      </p:grpSpPr>
      <p:sp>
        <p:nvSpPr>
          <p:cNvPr id="1587" name="Google Shape;1587;p70"/>
          <p:cNvSpPr txBox="1">
            <a:spLocks noGrp="1"/>
          </p:cNvSpPr>
          <p:nvPr>
            <p:ph type="title"/>
          </p:nvPr>
        </p:nvSpPr>
        <p:spPr>
          <a:xfrm>
            <a:off x="796050" y="201100"/>
            <a:ext cx="75519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Traction</a:t>
            </a:r>
            <a:endParaRPr/>
          </a:p>
        </p:txBody>
      </p:sp>
      <p:sp>
        <p:nvSpPr>
          <p:cNvPr id="1588" name="Google Shape;1588;p70"/>
          <p:cNvSpPr txBox="1">
            <a:spLocks noGrp="1"/>
          </p:cNvSpPr>
          <p:nvPr>
            <p:ph type="subTitle" idx="1"/>
          </p:nvPr>
        </p:nvSpPr>
        <p:spPr>
          <a:xfrm>
            <a:off x="6288525" y="3156192"/>
            <a:ext cx="2066700" cy="56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Weekly deliveries</a:t>
            </a:r>
            <a:endParaRPr/>
          </a:p>
        </p:txBody>
      </p:sp>
      <p:sp>
        <p:nvSpPr>
          <p:cNvPr id="1589" name="Google Shape;1589;p70"/>
          <p:cNvSpPr txBox="1">
            <a:spLocks noGrp="1"/>
          </p:cNvSpPr>
          <p:nvPr>
            <p:ph type="title" idx="2"/>
          </p:nvPr>
        </p:nvSpPr>
        <p:spPr>
          <a:xfrm>
            <a:off x="6288525" y="2570292"/>
            <a:ext cx="2066700" cy="66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140,000</a:t>
            </a:r>
            <a:endParaRPr/>
          </a:p>
        </p:txBody>
      </p:sp>
      <p:sp>
        <p:nvSpPr>
          <p:cNvPr id="1590" name="Google Shape;1590;p70"/>
          <p:cNvSpPr txBox="1">
            <a:spLocks noGrp="1"/>
          </p:cNvSpPr>
          <p:nvPr>
            <p:ph type="subTitle" idx="3"/>
          </p:nvPr>
        </p:nvSpPr>
        <p:spPr>
          <a:xfrm>
            <a:off x="6288525" y="4276092"/>
            <a:ext cx="2066700" cy="56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Registered businesses</a:t>
            </a:r>
            <a:endParaRPr/>
          </a:p>
        </p:txBody>
      </p:sp>
      <p:sp>
        <p:nvSpPr>
          <p:cNvPr id="1591" name="Google Shape;1591;p70"/>
          <p:cNvSpPr txBox="1">
            <a:spLocks noGrp="1"/>
          </p:cNvSpPr>
          <p:nvPr>
            <p:ph type="title" idx="4"/>
          </p:nvPr>
        </p:nvSpPr>
        <p:spPr>
          <a:xfrm>
            <a:off x="6288525" y="3690192"/>
            <a:ext cx="2066700" cy="66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2,000</a:t>
            </a:r>
            <a:endParaRPr/>
          </a:p>
        </p:txBody>
      </p:sp>
      <p:pic>
        <p:nvPicPr>
          <p:cNvPr id="1592" name="Google Shape;1592;p70" title="Gráfico">
            <a:hlinkClick r:id="rId3"/>
          </p:cNvPr>
          <p:cNvPicPr preferRelativeResize="0"/>
          <p:nvPr/>
        </p:nvPicPr>
        <p:blipFill>
          <a:blip r:embed="rId4">
            <a:alphaModFix/>
          </a:blip>
          <a:stretch>
            <a:fillRect/>
          </a:stretch>
        </p:blipFill>
        <p:spPr>
          <a:xfrm>
            <a:off x="788776" y="1346550"/>
            <a:ext cx="5199548" cy="3380199"/>
          </a:xfrm>
          <a:prstGeom prst="rect">
            <a:avLst/>
          </a:prstGeom>
          <a:noFill/>
          <a:ln>
            <a:noFill/>
          </a:ln>
        </p:spPr>
      </p:pic>
      <p:sp>
        <p:nvSpPr>
          <p:cNvPr id="1593" name="Google Shape;1593;p70"/>
          <p:cNvSpPr txBox="1"/>
          <p:nvPr/>
        </p:nvSpPr>
        <p:spPr>
          <a:xfrm>
            <a:off x="6288525" y="1360998"/>
            <a:ext cx="2066700" cy="9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accent6"/>
                </a:solidFill>
                <a:latin typeface="Roboto"/>
                <a:ea typeface="Roboto"/>
                <a:cs typeface="Roboto"/>
                <a:sym typeface="Roboto"/>
              </a:rPr>
              <a:t>To modify this graph, click on it, follow the link, change the data and paste the new graph here</a:t>
            </a:r>
            <a:endParaRPr sz="1200">
              <a:solidFill>
                <a:schemeClr val="accent6"/>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97"/>
        <p:cNvGrpSpPr/>
        <p:nvPr/>
      </p:nvGrpSpPr>
      <p:grpSpPr>
        <a:xfrm>
          <a:off x="0" y="0"/>
          <a:ext cx="0" cy="0"/>
          <a:chOff x="0" y="0"/>
          <a:chExt cx="0" cy="0"/>
        </a:xfrm>
      </p:grpSpPr>
      <p:sp>
        <p:nvSpPr>
          <p:cNvPr id="1598" name="Google Shape;1598;p71"/>
          <p:cNvSpPr txBox="1">
            <a:spLocks noGrp="1"/>
          </p:cNvSpPr>
          <p:nvPr>
            <p:ph type="title"/>
          </p:nvPr>
        </p:nvSpPr>
        <p:spPr>
          <a:xfrm>
            <a:off x="730812" y="1182325"/>
            <a:ext cx="4395600" cy="1963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300,000</a:t>
            </a:r>
            <a:endParaRPr/>
          </a:p>
        </p:txBody>
      </p:sp>
      <p:sp>
        <p:nvSpPr>
          <p:cNvPr id="1599" name="Google Shape;1599;p71"/>
          <p:cNvSpPr txBox="1">
            <a:spLocks noGrp="1"/>
          </p:cNvSpPr>
          <p:nvPr>
            <p:ph type="body" idx="1"/>
          </p:nvPr>
        </p:nvSpPr>
        <p:spPr>
          <a:xfrm>
            <a:off x="730812" y="3228425"/>
            <a:ext cx="4395600" cy="1300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Big numbers catch your </a:t>
            </a:r>
            <a:endParaRPr/>
          </a:p>
          <a:p>
            <a:pPr marL="0" lvl="0" indent="0" algn="r" rtl="0">
              <a:spcBef>
                <a:spcPts val="0"/>
              </a:spcBef>
              <a:spcAft>
                <a:spcPts val="0"/>
              </a:spcAft>
              <a:buNone/>
            </a:pPr>
            <a:r>
              <a:rPr lang="en"/>
              <a:t>audience’s attention</a:t>
            </a:r>
            <a:endParaRPr/>
          </a:p>
        </p:txBody>
      </p:sp>
      <p:grpSp>
        <p:nvGrpSpPr>
          <p:cNvPr id="1600" name="Google Shape;1600;p71"/>
          <p:cNvGrpSpPr/>
          <p:nvPr/>
        </p:nvGrpSpPr>
        <p:grpSpPr>
          <a:xfrm>
            <a:off x="6297255" y="709014"/>
            <a:ext cx="2578070" cy="4148487"/>
            <a:chOff x="2173025" y="238125"/>
            <a:chExt cx="3255550" cy="5238650"/>
          </a:xfrm>
        </p:grpSpPr>
        <p:sp>
          <p:nvSpPr>
            <p:cNvPr id="1601" name="Google Shape;1601;p71"/>
            <p:cNvSpPr/>
            <p:nvPr/>
          </p:nvSpPr>
          <p:spPr>
            <a:xfrm>
              <a:off x="2261650" y="2577725"/>
              <a:ext cx="461575" cy="336175"/>
            </a:xfrm>
            <a:custGeom>
              <a:avLst/>
              <a:gdLst/>
              <a:ahLst/>
              <a:cxnLst/>
              <a:rect l="l" t="t" r="r" b="b"/>
              <a:pathLst>
                <a:path w="18463" h="13447" extrusionOk="0">
                  <a:moveTo>
                    <a:pt x="6422" y="1"/>
                  </a:moveTo>
                  <a:cubicBezTo>
                    <a:pt x="4145" y="1"/>
                    <a:pt x="2015" y="1327"/>
                    <a:pt x="1147" y="3517"/>
                  </a:cubicBezTo>
                  <a:cubicBezTo>
                    <a:pt x="1" y="6407"/>
                    <a:pt x="1484" y="9706"/>
                    <a:pt x="4461" y="10888"/>
                  </a:cubicBezTo>
                  <a:lnTo>
                    <a:pt x="9851" y="13025"/>
                  </a:lnTo>
                  <a:cubicBezTo>
                    <a:pt x="10572" y="13312"/>
                    <a:pt x="11314" y="13447"/>
                    <a:pt x="12041" y="13447"/>
                  </a:cubicBezTo>
                  <a:cubicBezTo>
                    <a:pt x="14318" y="13447"/>
                    <a:pt x="16448" y="12121"/>
                    <a:pt x="17317" y="9931"/>
                  </a:cubicBezTo>
                  <a:cubicBezTo>
                    <a:pt x="18463" y="7040"/>
                    <a:pt x="16978" y="3741"/>
                    <a:pt x="14002" y="2560"/>
                  </a:cubicBezTo>
                  <a:lnTo>
                    <a:pt x="8613" y="422"/>
                  </a:lnTo>
                  <a:cubicBezTo>
                    <a:pt x="7891" y="136"/>
                    <a:pt x="7149" y="1"/>
                    <a:pt x="64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71"/>
            <p:cNvSpPr/>
            <p:nvPr/>
          </p:nvSpPr>
          <p:spPr>
            <a:xfrm>
              <a:off x="2207775" y="2097675"/>
              <a:ext cx="517175" cy="381075"/>
            </a:xfrm>
            <a:custGeom>
              <a:avLst/>
              <a:gdLst/>
              <a:ahLst/>
              <a:cxnLst/>
              <a:rect l="l" t="t" r="r" b="b"/>
              <a:pathLst>
                <a:path w="20687" h="15243" extrusionOk="0">
                  <a:moveTo>
                    <a:pt x="6394" y="1"/>
                  </a:moveTo>
                  <a:cubicBezTo>
                    <a:pt x="4358" y="1"/>
                    <a:pt x="2511" y="893"/>
                    <a:pt x="1553" y="2557"/>
                  </a:cubicBezTo>
                  <a:cubicBezTo>
                    <a:pt x="1" y="5252"/>
                    <a:pt x="1367" y="8947"/>
                    <a:pt x="4603" y="10812"/>
                  </a:cubicBezTo>
                  <a:lnTo>
                    <a:pt x="10466" y="14188"/>
                  </a:lnTo>
                  <a:cubicBezTo>
                    <a:pt x="11703" y="14901"/>
                    <a:pt x="13035" y="15243"/>
                    <a:pt x="14295" y="15243"/>
                  </a:cubicBezTo>
                  <a:cubicBezTo>
                    <a:pt x="16330" y="15243"/>
                    <a:pt x="18178" y="14350"/>
                    <a:pt x="19136" y="12686"/>
                  </a:cubicBezTo>
                  <a:lnTo>
                    <a:pt x="19135" y="12686"/>
                  </a:lnTo>
                  <a:cubicBezTo>
                    <a:pt x="20686" y="9992"/>
                    <a:pt x="19320" y="6296"/>
                    <a:pt x="16084" y="4432"/>
                  </a:cubicBezTo>
                  <a:lnTo>
                    <a:pt x="10223" y="1056"/>
                  </a:lnTo>
                  <a:cubicBezTo>
                    <a:pt x="8986" y="343"/>
                    <a:pt x="7654" y="1"/>
                    <a:pt x="63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71"/>
            <p:cNvSpPr/>
            <p:nvPr/>
          </p:nvSpPr>
          <p:spPr>
            <a:xfrm>
              <a:off x="2173025" y="1595125"/>
              <a:ext cx="696750" cy="578000"/>
            </a:xfrm>
            <a:custGeom>
              <a:avLst/>
              <a:gdLst/>
              <a:ahLst/>
              <a:cxnLst/>
              <a:rect l="l" t="t" r="r" b="b"/>
              <a:pathLst>
                <a:path w="27870" h="23120" extrusionOk="0">
                  <a:moveTo>
                    <a:pt x="6347" y="0"/>
                  </a:moveTo>
                  <a:cubicBezTo>
                    <a:pt x="4686" y="0"/>
                    <a:pt x="3042" y="732"/>
                    <a:pt x="1931" y="2134"/>
                  </a:cubicBezTo>
                  <a:cubicBezTo>
                    <a:pt x="0" y="4572"/>
                    <a:pt x="411" y="8112"/>
                    <a:pt x="2848" y="10042"/>
                  </a:cubicBezTo>
                  <a:lnTo>
                    <a:pt x="18030" y="21902"/>
                  </a:lnTo>
                  <a:cubicBezTo>
                    <a:pt x="19064" y="22722"/>
                    <a:pt x="20298" y="23120"/>
                    <a:pt x="21522" y="23120"/>
                  </a:cubicBezTo>
                  <a:cubicBezTo>
                    <a:pt x="23183" y="23120"/>
                    <a:pt x="24828" y="22388"/>
                    <a:pt x="25939" y="20986"/>
                  </a:cubicBezTo>
                  <a:cubicBezTo>
                    <a:pt x="27870" y="18549"/>
                    <a:pt x="27458" y="15009"/>
                    <a:pt x="25021" y="13078"/>
                  </a:cubicBezTo>
                  <a:lnTo>
                    <a:pt x="9839" y="1218"/>
                  </a:lnTo>
                  <a:cubicBezTo>
                    <a:pt x="8804" y="398"/>
                    <a:pt x="7571" y="0"/>
                    <a:pt x="634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71"/>
            <p:cNvSpPr/>
            <p:nvPr/>
          </p:nvSpPr>
          <p:spPr>
            <a:xfrm>
              <a:off x="2436925" y="238125"/>
              <a:ext cx="1805800" cy="3360150"/>
            </a:xfrm>
            <a:custGeom>
              <a:avLst/>
              <a:gdLst/>
              <a:ahLst/>
              <a:cxnLst/>
              <a:rect l="l" t="t" r="r" b="b"/>
              <a:pathLst>
                <a:path w="72232" h="134406" extrusionOk="0">
                  <a:moveTo>
                    <a:pt x="7315" y="0"/>
                  </a:moveTo>
                  <a:cubicBezTo>
                    <a:pt x="3275" y="0"/>
                    <a:pt x="1" y="3275"/>
                    <a:pt x="1" y="7315"/>
                  </a:cubicBezTo>
                  <a:lnTo>
                    <a:pt x="1" y="127090"/>
                  </a:lnTo>
                  <a:cubicBezTo>
                    <a:pt x="1" y="131130"/>
                    <a:pt x="3275" y="134406"/>
                    <a:pt x="7315" y="134406"/>
                  </a:cubicBezTo>
                  <a:lnTo>
                    <a:pt x="64918" y="134406"/>
                  </a:lnTo>
                  <a:cubicBezTo>
                    <a:pt x="68957" y="134406"/>
                    <a:pt x="72232" y="131130"/>
                    <a:pt x="72232" y="127090"/>
                  </a:cubicBezTo>
                  <a:lnTo>
                    <a:pt x="72232" y="7315"/>
                  </a:lnTo>
                  <a:cubicBezTo>
                    <a:pt x="72232" y="3275"/>
                    <a:pt x="68957" y="0"/>
                    <a:pt x="6491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71"/>
            <p:cNvSpPr/>
            <p:nvPr/>
          </p:nvSpPr>
          <p:spPr>
            <a:xfrm>
              <a:off x="2542225" y="363775"/>
              <a:ext cx="1602050" cy="2948700"/>
            </a:xfrm>
            <a:custGeom>
              <a:avLst/>
              <a:gdLst/>
              <a:ahLst/>
              <a:cxnLst/>
              <a:rect l="l" t="t" r="r" b="b"/>
              <a:pathLst>
                <a:path w="64082" h="117948" extrusionOk="0">
                  <a:moveTo>
                    <a:pt x="3715" y="1"/>
                  </a:moveTo>
                  <a:cubicBezTo>
                    <a:pt x="1663" y="1"/>
                    <a:pt x="0" y="1664"/>
                    <a:pt x="0" y="3716"/>
                  </a:cubicBezTo>
                  <a:lnTo>
                    <a:pt x="0" y="114234"/>
                  </a:lnTo>
                  <a:cubicBezTo>
                    <a:pt x="0" y="116285"/>
                    <a:pt x="1663" y="117948"/>
                    <a:pt x="3715" y="117948"/>
                  </a:cubicBezTo>
                  <a:lnTo>
                    <a:pt x="60367" y="117948"/>
                  </a:lnTo>
                  <a:cubicBezTo>
                    <a:pt x="62418" y="117948"/>
                    <a:pt x="64081" y="116285"/>
                    <a:pt x="64081" y="114234"/>
                  </a:cubicBezTo>
                  <a:lnTo>
                    <a:pt x="64081" y="3716"/>
                  </a:lnTo>
                  <a:cubicBezTo>
                    <a:pt x="64081" y="1664"/>
                    <a:pt x="62418" y="1"/>
                    <a:pt x="603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71"/>
            <p:cNvSpPr/>
            <p:nvPr/>
          </p:nvSpPr>
          <p:spPr>
            <a:xfrm>
              <a:off x="2913100" y="2197400"/>
              <a:ext cx="1647225" cy="2266625"/>
            </a:xfrm>
            <a:custGeom>
              <a:avLst/>
              <a:gdLst/>
              <a:ahLst/>
              <a:cxnLst/>
              <a:rect l="l" t="t" r="r" b="b"/>
              <a:pathLst>
                <a:path w="65889" h="90665" extrusionOk="0">
                  <a:moveTo>
                    <a:pt x="62275" y="0"/>
                  </a:moveTo>
                  <a:cubicBezTo>
                    <a:pt x="51038" y="0"/>
                    <a:pt x="51913" y="19133"/>
                    <a:pt x="52212" y="25407"/>
                  </a:cubicBezTo>
                  <a:cubicBezTo>
                    <a:pt x="37131" y="32702"/>
                    <a:pt x="37975" y="56033"/>
                    <a:pt x="37975" y="56033"/>
                  </a:cubicBezTo>
                  <a:lnTo>
                    <a:pt x="870" y="56033"/>
                  </a:lnTo>
                  <a:cubicBezTo>
                    <a:pt x="1" y="77729"/>
                    <a:pt x="31167" y="90665"/>
                    <a:pt x="31167" y="90665"/>
                  </a:cubicBezTo>
                  <a:lnTo>
                    <a:pt x="50910" y="85899"/>
                  </a:lnTo>
                  <a:lnTo>
                    <a:pt x="65888" y="85559"/>
                  </a:lnTo>
                  <a:lnTo>
                    <a:pt x="64527" y="43688"/>
                  </a:lnTo>
                  <a:cubicBezTo>
                    <a:pt x="65277" y="3533"/>
                    <a:pt x="63846" y="116"/>
                    <a:pt x="63846" y="116"/>
                  </a:cubicBezTo>
                  <a:cubicBezTo>
                    <a:pt x="63297" y="38"/>
                    <a:pt x="62774" y="0"/>
                    <a:pt x="622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71"/>
            <p:cNvSpPr/>
            <p:nvPr/>
          </p:nvSpPr>
          <p:spPr>
            <a:xfrm>
              <a:off x="3254650" y="3358200"/>
              <a:ext cx="182900" cy="182875"/>
            </a:xfrm>
            <a:custGeom>
              <a:avLst/>
              <a:gdLst/>
              <a:ahLst/>
              <a:cxnLst/>
              <a:rect l="l" t="t" r="r" b="b"/>
              <a:pathLst>
                <a:path w="7316" h="7315" extrusionOk="0">
                  <a:moveTo>
                    <a:pt x="3658" y="0"/>
                  </a:moveTo>
                  <a:cubicBezTo>
                    <a:pt x="1637" y="0"/>
                    <a:pt x="0" y="1637"/>
                    <a:pt x="0" y="3657"/>
                  </a:cubicBezTo>
                  <a:cubicBezTo>
                    <a:pt x="0" y="5677"/>
                    <a:pt x="1637" y="7315"/>
                    <a:pt x="3658" y="7315"/>
                  </a:cubicBezTo>
                  <a:cubicBezTo>
                    <a:pt x="5677" y="7315"/>
                    <a:pt x="7315" y="5677"/>
                    <a:pt x="7315" y="3657"/>
                  </a:cubicBezTo>
                  <a:cubicBezTo>
                    <a:pt x="7315" y="1637"/>
                    <a:pt x="5677" y="0"/>
                    <a:pt x="365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71"/>
            <p:cNvSpPr/>
            <p:nvPr/>
          </p:nvSpPr>
          <p:spPr>
            <a:xfrm>
              <a:off x="3436925" y="3544900"/>
              <a:ext cx="1621625" cy="1529150"/>
            </a:xfrm>
            <a:custGeom>
              <a:avLst/>
              <a:gdLst/>
              <a:ahLst/>
              <a:cxnLst/>
              <a:rect l="l" t="t" r="r" b="b"/>
              <a:pathLst>
                <a:path w="64865" h="61166" extrusionOk="0">
                  <a:moveTo>
                    <a:pt x="33329" y="0"/>
                  </a:moveTo>
                  <a:lnTo>
                    <a:pt x="1" y="25930"/>
                  </a:lnTo>
                  <a:lnTo>
                    <a:pt x="35235" y="61165"/>
                  </a:lnTo>
                  <a:lnTo>
                    <a:pt x="64864" y="31536"/>
                  </a:lnTo>
                  <a:lnTo>
                    <a:pt x="3332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71"/>
            <p:cNvSpPr/>
            <p:nvPr/>
          </p:nvSpPr>
          <p:spPr>
            <a:xfrm>
              <a:off x="3850450" y="3898675"/>
              <a:ext cx="1578125" cy="1578100"/>
            </a:xfrm>
            <a:custGeom>
              <a:avLst/>
              <a:gdLst/>
              <a:ahLst/>
              <a:cxnLst/>
              <a:rect l="l" t="t" r="r" b="b"/>
              <a:pathLst>
                <a:path w="63125" h="63124" extrusionOk="0">
                  <a:moveTo>
                    <a:pt x="35959" y="1"/>
                  </a:moveTo>
                  <a:lnTo>
                    <a:pt x="1" y="35958"/>
                  </a:lnTo>
                  <a:lnTo>
                    <a:pt x="27167" y="63124"/>
                  </a:lnTo>
                  <a:lnTo>
                    <a:pt x="63125" y="27167"/>
                  </a:lnTo>
                  <a:lnTo>
                    <a:pt x="3595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71"/>
            <p:cNvSpPr/>
            <p:nvPr/>
          </p:nvSpPr>
          <p:spPr>
            <a:xfrm>
              <a:off x="2733250" y="736725"/>
              <a:ext cx="1264525" cy="953425"/>
            </a:xfrm>
            <a:custGeom>
              <a:avLst/>
              <a:gdLst/>
              <a:ahLst/>
              <a:cxnLst/>
              <a:rect l="l" t="t" r="r" b="b"/>
              <a:pathLst>
                <a:path w="50581" h="38137" extrusionOk="0">
                  <a:moveTo>
                    <a:pt x="24210" y="1"/>
                  </a:moveTo>
                  <a:cubicBezTo>
                    <a:pt x="22039" y="1"/>
                    <a:pt x="19995" y="506"/>
                    <a:pt x="18204" y="1392"/>
                  </a:cubicBezTo>
                  <a:cubicBezTo>
                    <a:pt x="0" y="8808"/>
                    <a:pt x="23954" y="37607"/>
                    <a:pt x="24385" y="38124"/>
                  </a:cubicBezTo>
                  <a:lnTo>
                    <a:pt x="24385" y="38137"/>
                  </a:lnTo>
                  <a:cubicBezTo>
                    <a:pt x="24385" y="38137"/>
                    <a:pt x="24390" y="38131"/>
                    <a:pt x="24391" y="38130"/>
                  </a:cubicBezTo>
                  <a:lnTo>
                    <a:pt x="24396" y="38137"/>
                  </a:lnTo>
                  <a:lnTo>
                    <a:pt x="24396" y="38123"/>
                  </a:lnTo>
                  <a:cubicBezTo>
                    <a:pt x="24844" y="37589"/>
                    <a:pt x="50580" y="6644"/>
                    <a:pt x="28389" y="661"/>
                  </a:cubicBezTo>
                  <a:cubicBezTo>
                    <a:pt x="27078" y="240"/>
                    <a:pt x="25676" y="1"/>
                    <a:pt x="2421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71"/>
            <p:cNvSpPr/>
            <p:nvPr/>
          </p:nvSpPr>
          <p:spPr>
            <a:xfrm>
              <a:off x="3111325" y="843525"/>
              <a:ext cx="725475" cy="846625"/>
            </a:xfrm>
            <a:custGeom>
              <a:avLst/>
              <a:gdLst/>
              <a:ahLst/>
              <a:cxnLst/>
              <a:rect l="l" t="t" r="r" b="b"/>
              <a:pathLst>
                <a:path w="29019" h="33865" extrusionOk="0">
                  <a:moveTo>
                    <a:pt x="19766" y="0"/>
                  </a:moveTo>
                  <a:lnTo>
                    <a:pt x="1" y="19765"/>
                  </a:lnTo>
                  <a:cubicBezTo>
                    <a:pt x="3770" y="27248"/>
                    <a:pt x="9062" y="33611"/>
                    <a:pt x="9262" y="33851"/>
                  </a:cubicBezTo>
                  <a:lnTo>
                    <a:pt x="9262" y="33865"/>
                  </a:lnTo>
                  <a:cubicBezTo>
                    <a:pt x="9262" y="33865"/>
                    <a:pt x="9267" y="33859"/>
                    <a:pt x="9268" y="33857"/>
                  </a:cubicBezTo>
                  <a:lnTo>
                    <a:pt x="9273" y="33865"/>
                  </a:lnTo>
                  <a:lnTo>
                    <a:pt x="9273" y="33851"/>
                  </a:lnTo>
                  <a:cubicBezTo>
                    <a:pt x="9660" y="33388"/>
                    <a:pt x="29018" y="10109"/>
                    <a:pt x="1976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71"/>
            <p:cNvSpPr/>
            <p:nvPr/>
          </p:nvSpPr>
          <p:spPr>
            <a:xfrm>
              <a:off x="3215575" y="934275"/>
              <a:ext cx="254875" cy="254850"/>
            </a:xfrm>
            <a:custGeom>
              <a:avLst/>
              <a:gdLst/>
              <a:ahLst/>
              <a:cxnLst/>
              <a:rect l="l" t="t" r="r" b="b"/>
              <a:pathLst>
                <a:path w="10195" h="10194" extrusionOk="0">
                  <a:moveTo>
                    <a:pt x="5098" y="0"/>
                  </a:moveTo>
                  <a:cubicBezTo>
                    <a:pt x="3746" y="0"/>
                    <a:pt x="2449" y="537"/>
                    <a:pt x="1494" y="1493"/>
                  </a:cubicBezTo>
                  <a:cubicBezTo>
                    <a:pt x="538" y="2449"/>
                    <a:pt x="1" y="3745"/>
                    <a:pt x="1" y="5096"/>
                  </a:cubicBezTo>
                  <a:cubicBezTo>
                    <a:pt x="1" y="6449"/>
                    <a:pt x="538" y="7745"/>
                    <a:pt x="1494" y="8701"/>
                  </a:cubicBezTo>
                  <a:cubicBezTo>
                    <a:pt x="2449" y="9657"/>
                    <a:pt x="3746" y="10194"/>
                    <a:pt x="5098" y="10194"/>
                  </a:cubicBezTo>
                  <a:cubicBezTo>
                    <a:pt x="6449" y="10194"/>
                    <a:pt x="7746" y="9657"/>
                    <a:pt x="8702" y="8701"/>
                  </a:cubicBezTo>
                  <a:cubicBezTo>
                    <a:pt x="9657" y="7745"/>
                    <a:pt x="10194" y="6449"/>
                    <a:pt x="10194" y="5096"/>
                  </a:cubicBezTo>
                  <a:cubicBezTo>
                    <a:pt x="10194" y="3745"/>
                    <a:pt x="9657" y="2449"/>
                    <a:pt x="8702" y="1493"/>
                  </a:cubicBezTo>
                  <a:cubicBezTo>
                    <a:pt x="7746" y="537"/>
                    <a:pt x="6449" y="0"/>
                    <a:pt x="50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71"/>
            <p:cNvSpPr/>
            <p:nvPr/>
          </p:nvSpPr>
          <p:spPr>
            <a:xfrm>
              <a:off x="2850900" y="2158875"/>
              <a:ext cx="984675" cy="231975"/>
            </a:xfrm>
            <a:custGeom>
              <a:avLst/>
              <a:gdLst/>
              <a:ahLst/>
              <a:cxnLst/>
              <a:rect l="l" t="t" r="r" b="b"/>
              <a:pathLst>
                <a:path w="39387" h="9279" extrusionOk="0">
                  <a:moveTo>
                    <a:pt x="3353" y="1"/>
                  </a:moveTo>
                  <a:cubicBezTo>
                    <a:pt x="1502" y="1"/>
                    <a:pt x="1" y="1720"/>
                    <a:pt x="1" y="3840"/>
                  </a:cubicBezTo>
                  <a:lnTo>
                    <a:pt x="1" y="5440"/>
                  </a:lnTo>
                  <a:cubicBezTo>
                    <a:pt x="1" y="7559"/>
                    <a:pt x="1502" y="9279"/>
                    <a:pt x="3353" y="9279"/>
                  </a:cubicBezTo>
                  <a:lnTo>
                    <a:pt x="36034" y="9279"/>
                  </a:lnTo>
                  <a:cubicBezTo>
                    <a:pt x="37885" y="9279"/>
                    <a:pt x="39386" y="7559"/>
                    <a:pt x="39386" y="5440"/>
                  </a:cubicBezTo>
                  <a:lnTo>
                    <a:pt x="39386" y="3840"/>
                  </a:lnTo>
                  <a:cubicBezTo>
                    <a:pt x="39386" y="1720"/>
                    <a:pt x="37885" y="1"/>
                    <a:pt x="360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71"/>
            <p:cNvSpPr/>
            <p:nvPr/>
          </p:nvSpPr>
          <p:spPr>
            <a:xfrm>
              <a:off x="2933025" y="1831500"/>
              <a:ext cx="818425" cy="302200"/>
            </a:xfrm>
            <a:custGeom>
              <a:avLst/>
              <a:gdLst/>
              <a:ahLst/>
              <a:cxnLst/>
              <a:rect l="l" t="t" r="r" b="b"/>
              <a:pathLst>
                <a:path w="32737" h="12088" extrusionOk="0">
                  <a:moveTo>
                    <a:pt x="11332" y="0"/>
                  </a:moveTo>
                  <a:cubicBezTo>
                    <a:pt x="5075" y="0"/>
                    <a:pt x="1" y="5074"/>
                    <a:pt x="1" y="11332"/>
                  </a:cubicBezTo>
                  <a:lnTo>
                    <a:pt x="1" y="12088"/>
                  </a:lnTo>
                  <a:lnTo>
                    <a:pt x="32737" y="12088"/>
                  </a:lnTo>
                  <a:lnTo>
                    <a:pt x="32737" y="11332"/>
                  </a:lnTo>
                  <a:cubicBezTo>
                    <a:pt x="32737" y="5074"/>
                    <a:pt x="27663" y="0"/>
                    <a:pt x="2140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71"/>
            <p:cNvSpPr/>
            <p:nvPr/>
          </p:nvSpPr>
          <p:spPr>
            <a:xfrm>
              <a:off x="2934875" y="2416975"/>
              <a:ext cx="814725" cy="251825"/>
            </a:xfrm>
            <a:custGeom>
              <a:avLst/>
              <a:gdLst/>
              <a:ahLst/>
              <a:cxnLst/>
              <a:rect l="l" t="t" r="r" b="b"/>
              <a:pathLst>
                <a:path w="32589" h="10073" extrusionOk="0">
                  <a:moveTo>
                    <a:pt x="1" y="0"/>
                  </a:moveTo>
                  <a:cubicBezTo>
                    <a:pt x="628" y="5666"/>
                    <a:pt x="5427" y="10073"/>
                    <a:pt x="11258" y="10073"/>
                  </a:cubicBezTo>
                  <a:lnTo>
                    <a:pt x="21332" y="10073"/>
                  </a:lnTo>
                  <a:cubicBezTo>
                    <a:pt x="27163" y="10073"/>
                    <a:pt x="31962" y="5666"/>
                    <a:pt x="3258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1600"/>
                                        </p:tgtEl>
                                        <p:attrNameLst>
                                          <p:attrName>style.visibility</p:attrName>
                                        </p:attrNameLst>
                                      </p:cBhvr>
                                      <p:to>
                                        <p:strVal val="visible"/>
                                      </p:to>
                                    </p:set>
                                    <p:anim calcmode="lin" valueType="num">
                                      <p:cBhvr additive="base">
                                        <p:cTn id="7" dur="1000"/>
                                        <p:tgtEl>
                                          <p:spTgt spid="160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619"/>
        <p:cNvGrpSpPr/>
        <p:nvPr/>
      </p:nvGrpSpPr>
      <p:grpSpPr>
        <a:xfrm>
          <a:off x="0" y="0"/>
          <a:ext cx="0" cy="0"/>
          <a:chOff x="0" y="0"/>
          <a:chExt cx="0" cy="0"/>
        </a:xfrm>
      </p:grpSpPr>
      <p:sp>
        <p:nvSpPr>
          <p:cNvPr id="1620" name="Google Shape;1620;p72"/>
          <p:cNvSpPr txBox="1">
            <a:spLocks noGrp="1"/>
          </p:cNvSpPr>
          <p:nvPr>
            <p:ph type="title"/>
          </p:nvPr>
        </p:nvSpPr>
        <p:spPr>
          <a:xfrm>
            <a:off x="2374200" y="1186650"/>
            <a:ext cx="4395600" cy="196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147,000</a:t>
            </a:r>
            <a:endParaRPr/>
          </a:p>
        </p:txBody>
      </p:sp>
      <p:sp>
        <p:nvSpPr>
          <p:cNvPr id="1621" name="Google Shape;1621;p72"/>
          <p:cNvSpPr txBox="1">
            <a:spLocks noGrp="1"/>
          </p:cNvSpPr>
          <p:nvPr>
            <p:ph type="body" idx="1"/>
          </p:nvPr>
        </p:nvSpPr>
        <p:spPr>
          <a:xfrm>
            <a:off x="2374200" y="3073950"/>
            <a:ext cx="4395600" cy="771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catch your </a:t>
            </a:r>
            <a:endParaRPr/>
          </a:p>
          <a:p>
            <a:pPr marL="0" lvl="0" indent="0" algn="ctr" rtl="0">
              <a:spcBef>
                <a:spcPts val="0"/>
              </a:spcBef>
              <a:spcAft>
                <a:spcPts val="0"/>
              </a:spcAft>
              <a:buClr>
                <a:schemeClr val="dk1"/>
              </a:buClr>
              <a:buSzPts val="1100"/>
              <a:buFont typeface="Arial"/>
              <a:buNone/>
            </a:pPr>
            <a:r>
              <a:rPr lang="en"/>
              <a:t>audience’s attention</a:t>
            </a:r>
            <a:endParaRPr/>
          </a:p>
        </p:txBody>
      </p:sp>
      <p:grpSp>
        <p:nvGrpSpPr>
          <p:cNvPr id="1622" name="Google Shape;1622;p72"/>
          <p:cNvGrpSpPr/>
          <p:nvPr/>
        </p:nvGrpSpPr>
        <p:grpSpPr>
          <a:xfrm>
            <a:off x="164916" y="1101871"/>
            <a:ext cx="1972123" cy="3328015"/>
            <a:chOff x="465325" y="1946700"/>
            <a:chExt cx="1416450" cy="2390300"/>
          </a:xfrm>
        </p:grpSpPr>
        <p:sp>
          <p:nvSpPr>
            <p:cNvPr id="1623" name="Google Shape;1623;p72"/>
            <p:cNvSpPr/>
            <p:nvPr/>
          </p:nvSpPr>
          <p:spPr>
            <a:xfrm>
              <a:off x="933425" y="2285275"/>
              <a:ext cx="948350" cy="1623150"/>
            </a:xfrm>
            <a:custGeom>
              <a:avLst/>
              <a:gdLst/>
              <a:ahLst/>
              <a:cxnLst/>
              <a:rect l="l" t="t" r="r" b="b"/>
              <a:pathLst>
                <a:path w="37934" h="64926" extrusionOk="0">
                  <a:moveTo>
                    <a:pt x="2067" y="1"/>
                  </a:moveTo>
                  <a:cubicBezTo>
                    <a:pt x="912" y="1"/>
                    <a:pt x="0" y="913"/>
                    <a:pt x="0" y="2037"/>
                  </a:cubicBezTo>
                  <a:lnTo>
                    <a:pt x="0" y="40336"/>
                  </a:lnTo>
                  <a:lnTo>
                    <a:pt x="0" y="62859"/>
                  </a:lnTo>
                  <a:cubicBezTo>
                    <a:pt x="0" y="64014"/>
                    <a:pt x="912" y="64926"/>
                    <a:pt x="2037" y="64926"/>
                  </a:cubicBezTo>
                  <a:lnTo>
                    <a:pt x="35867" y="64926"/>
                  </a:lnTo>
                  <a:cubicBezTo>
                    <a:pt x="37022" y="64926"/>
                    <a:pt x="37934" y="64014"/>
                    <a:pt x="37934" y="62859"/>
                  </a:cubicBezTo>
                  <a:lnTo>
                    <a:pt x="37934" y="2037"/>
                  </a:lnTo>
                  <a:cubicBezTo>
                    <a:pt x="37934" y="913"/>
                    <a:pt x="37022" y="1"/>
                    <a:pt x="3586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72"/>
            <p:cNvSpPr/>
            <p:nvPr/>
          </p:nvSpPr>
          <p:spPr>
            <a:xfrm>
              <a:off x="932650" y="2316425"/>
              <a:ext cx="949125" cy="1539575"/>
            </a:xfrm>
            <a:custGeom>
              <a:avLst/>
              <a:gdLst/>
              <a:ahLst/>
              <a:cxnLst/>
              <a:rect l="l" t="t" r="r" b="b"/>
              <a:pathLst>
                <a:path w="37965" h="61583" extrusionOk="0">
                  <a:moveTo>
                    <a:pt x="2007" y="1"/>
                  </a:moveTo>
                  <a:cubicBezTo>
                    <a:pt x="913" y="1"/>
                    <a:pt x="1" y="913"/>
                    <a:pt x="1" y="2007"/>
                  </a:cubicBezTo>
                  <a:lnTo>
                    <a:pt x="1" y="59576"/>
                  </a:lnTo>
                  <a:cubicBezTo>
                    <a:pt x="31" y="60670"/>
                    <a:pt x="913" y="61582"/>
                    <a:pt x="2007" y="61582"/>
                  </a:cubicBezTo>
                  <a:lnTo>
                    <a:pt x="35928" y="61582"/>
                  </a:lnTo>
                  <a:cubicBezTo>
                    <a:pt x="37053" y="61582"/>
                    <a:pt x="37965" y="60670"/>
                    <a:pt x="37965" y="59576"/>
                  </a:cubicBezTo>
                  <a:lnTo>
                    <a:pt x="37965" y="2007"/>
                  </a:lnTo>
                  <a:cubicBezTo>
                    <a:pt x="37965" y="913"/>
                    <a:pt x="37053" y="1"/>
                    <a:pt x="359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72"/>
            <p:cNvSpPr/>
            <p:nvPr/>
          </p:nvSpPr>
          <p:spPr>
            <a:xfrm>
              <a:off x="1007875" y="2399250"/>
              <a:ext cx="796400" cy="1379225"/>
            </a:xfrm>
            <a:custGeom>
              <a:avLst/>
              <a:gdLst/>
              <a:ahLst/>
              <a:cxnLst/>
              <a:rect l="l" t="t" r="r" b="b"/>
              <a:pathLst>
                <a:path w="31856" h="55169" extrusionOk="0">
                  <a:moveTo>
                    <a:pt x="609" y="1"/>
                  </a:moveTo>
                  <a:cubicBezTo>
                    <a:pt x="244" y="1"/>
                    <a:pt x="1" y="244"/>
                    <a:pt x="1" y="609"/>
                  </a:cubicBezTo>
                  <a:lnTo>
                    <a:pt x="1" y="54591"/>
                  </a:lnTo>
                  <a:cubicBezTo>
                    <a:pt x="1" y="54895"/>
                    <a:pt x="244" y="55169"/>
                    <a:pt x="609" y="55169"/>
                  </a:cubicBezTo>
                  <a:lnTo>
                    <a:pt x="31248" y="55169"/>
                  </a:lnTo>
                  <a:cubicBezTo>
                    <a:pt x="31612" y="55169"/>
                    <a:pt x="31856" y="54895"/>
                    <a:pt x="31856" y="54561"/>
                  </a:cubicBezTo>
                  <a:lnTo>
                    <a:pt x="31856" y="609"/>
                  </a:lnTo>
                  <a:cubicBezTo>
                    <a:pt x="31856" y="244"/>
                    <a:pt x="31612" y="1"/>
                    <a:pt x="312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72"/>
            <p:cNvSpPr/>
            <p:nvPr/>
          </p:nvSpPr>
          <p:spPr>
            <a:xfrm>
              <a:off x="1092225" y="3248825"/>
              <a:ext cx="319175" cy="283450"/>
            </a:xfrm>
            <a:custGeom>
              <a:avLst/>
              <a:gdLst/>
              <a:ahLst/>
              <a:cxnLst/>
              <a:rect l="l" t="t" r="r" b="b"/>
              <a:pathLst>
                <a:path w="12767" h="11338" extrusionOk="0">
                  <a:moveTo>
                    <a:pt x="1" y="0"/>
                  </a:moveTo>
                  <a:lnTo>
                    <a:pt x="1" y="11338"/>
                  </a:lnTo>
                  <a:lnTo>
                    <a:pt x="12767" y="11338"/>
                  </a:lnTo>
                  <a:lnTo>
                    <a:pt x="1276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72"/>
            <p:cNvSpPr/>
            <p:nvPr/>
          </p:nvSpPr>
          <p:spPr>
            <a:xfrm>
              <a:off x="1092225" y="2931175"/>
              <a:ext cx="319175" cy="282725"/>
            </a:xfrm>
            <a:custGeom>
              <a:avLst/>
              <a:gdLst/>
              <a:ahLst/>
              <a:cxnLst/>
              <a:rect l="l" t="t" r="r" b="b"/>
              <a:pathLst>
                <a:path w="12767" h="11309" extrusionOk="0">
                  <a:moveTo>
                    <a:pt x="1" y="1"/>
                  </a:moveTo>
                  <a:lnTo>
                    <a:pt x="1" y="11308"/>
                  </a:lnTo>
                  <a:lnTo>
                    <a:pt x="12767" y="11308"/>
                  </a:lnTo>
                  <a:lnTo>
                    <a:pt x="1276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72"/>
            <p:cNvSpPr/>
            <p:nvPr/>
          </p:nvSpPr>
          <p:spPr>
            <a:xfrm>
              <a:off x="1453950" y="3248825"/>
              <a:ext cx="319175" cy="283450"/>
            </a:xfrm>
            <a:custGeom>
              <a:avLst/>
              <a:gdLst/>
              <a:ahLst/>
              <a:cxnLst/>
              <a:rect l="l" t="t" r="r" b="b"/>
              <a:pathLst>
                <a:path w="12767" h="11338" extrusionOk="0">
                  <a:moveTo>
                    <a:pt x="0" y="0"/>
                  </a:moveTo>
                  <a:lnTo>
                    <a:pt x="0" y="11338"/>
                  </a:lnTo>
                  <a:lnTo>
                    <a:pt x="12766" y="11338"/>
                  </a:lnTo>
                  <a:lnTo>
                    <a:pt x="127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72"/>
            <p:cNvSpPr/>
            <p:nvPr/>
          </p:nvSpPr>
          <p:spPr>
            <a:xfrm>
              <a:off x="1440275" y="2935750"/>
              <a:ext cx="319175" cy="282700"/>
            </a:xfrm>
            <a:custGeom>
              <a:avLst/>
              <a:gdLst/>
              <a:ahLst/>
              <a:cxnLst/>
              <a:rect l="l" t="t" r="r" b="b"/>
              <a:pathLst>
                <a:path w="12767" h="11308" extrusionOk="0">
                  <a:moveTo>
                    <a:pt x="0" y="0"/>
                  </a:moveTo>
                  <a:lnTo>
                    <a:pt x="0" y="11307"/>
                  </a:lnTo>
                  <a:lnTo>
                    <a:pt x="12766" y="11307"/>
                  </a:lnTo>
                  <a:lnTo>
                    <a:pt x="127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72"/>
            <p:cNvSpPr/>
            <p:nvPr/>
          </p:nvSpPr>
          <p:spPr>
            <a:xfrm>
              <a:off x="1066400" y="3580125"/>
              <a:ext cx="713550" cy="135300"/>
            </a:xfrm>
            <a:custGeom>
              <a:avLst/>
              <a:gdLst/>
              <a:ahLst/>
              <a:cxnLst/>
              <a:rect l="l" t="t" r="r" b="b"/>
              <a:pathLst>
                <a:path w="28542" h="5412" extrusionOk="0">
                  <a:moveTo>
                    <a:pt x="2736" y="1"/>
                  </a:moveTo>
                  <a:cubicBezTo>
                    <a:pt x="1247" y="1"/>
                    <a:pt x="31" y="1247"/>
                    <a:pt x="31" y="2706"/>
                  </a:cubicBezTo>
                  <a:cubicBezTo>
                    <a:pt x="0" y="4195"/>
                    <a:pt x="1216" y="5411"/>
                    <a:pt x="2736" y="5411"/>
                  </a:cubicBezTo>
                  <a:lnTo>
                    <a:pt x="25837" y="5411"/>
                  </a:lnTo>
                  <a:cubicBezTo>
                    <a:pt x="27326" y="5411"/>
                    <a:pt x="28542" y="4195"/>
                    <a:pt x="28542" y="2706"/>
                  </a:cubicBezTo>
                  <a:cubicBezTo>
                    <a:pt x="28542" y="1247"/>
                    <a:pt x="27326" y="1"/>
                    <a:pt x="258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72"/>
            <p:cNvSpPr/>
            <p:nvPr/>
          </p:nvSpPr>
          <p:spPr>
            <a:xfrm>
              <a:off x="1034475" y="2940300"/>
              <a:ext cx="38775" cy="604900"/>
            </a:xfrm>
            <a:custGeom>
              <a:avLst/>
              <a:gdLst/>
              <a:ahLst/>
              <a:cxnLst/>
              <a:rect l="l" t="t" r="r" b="b"/>
              <a:pathLst>
                <a:path w="1551" h="24196" extrusionOk="0">
                  <a:moveTo>
                    <a:pt x="791" y="1"/>
                  </a:moveTo>
                  <a:cubicBezTo>
                    <a:pt x="365" y="1"/>
                    <a:pt x="31" y="335"/>
                    <a:pt x="31" y="761"/>
                  </a:cubicBezTo>
                  <a:lnTo>
                    <a:pt x="31" y="23436"/>
                  </a:lnTo>
                  <a:cubicBezTo>
                    <a:pt x="1" y="23861"/>
                    <a:pt x="335" y="24196"/>
                    <a:pt x="791" y="24196"/>
                  </a:cubicBezTo>
                  <a:cubicBezTo>
                    <a:pt x="1217" y="24196"/>
                    <a:pt x="1551" y="23861"/>
                    <a:pt x="1551" y="23436"/>
                  </a:cubicBezTo>
                  <a:lnTo>
                    <a:pt x="1551" y="761"/>
                  </a:lnTo>
                  <a:cubicBezTo>
                    <a:pt x="1551" y="335"/>
                    <a:pt x="1217" y="1"/>
                    <a:pt x="7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72"/>
            <p:cNvSpPr/>
            <p:nvPr/>
          </p:nvSpPr>
          <p:spPr>
            <a:xfrm>
              <a:off x="908350" y="3900800"/>
              <a:ext cx="286500" cy="257625"/>
            </a:xfrm>
            <a:custGeom>
              <a:avLst/>
              <a:gdLst/>
              <a:ahLst/>
              <a:cxnLst/>
              <a:rect l="l" t="t" r="r" b="b"/>
              <a:pathLst>
                <a:path w="11460" h="10305" extrusionOk="0">
                  <a:moveTo>
                    <a:pt x="3556" y="1"/>
                  </a:moveTo>
                  <a:cubicBezTo>
                    <a:pt x="3435" y="1"/>
                    <a:pt x="0" y="7934"/>
                    <a:pt x="0" y="7934"/>
                  </a:cubicBezTo>
                  <a:lnTo>
                    <a:pt x="2249" y="10305"/>
                  </a:lnTo>
                  <a:lnTo>
                    <a:pt x="1145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72"/>
            <p:cNvSpPr/>
            <p:nvPr/>
          </p:nvSpPr>
          <p:spPr>
            <a:xfrm>
              <a:off x="646925" y="3550500"/>
              <a:ext cx="95025" cy="290300"/>
            </a:xfrm>
            <a:custGeom>
              <a:avLst/>
              <a:gdLst/>
              <a:ahLst/>
              <a:cxnLst/>
              <a:rect l="l" t="t" r="r" b="b"/>
              <a:pathLst>
                <a:path w="3801" h="11612" extrusionOk="0">
                  <a:moveTo>
                    <a:pt x="3800" y="0"/>
                  </a:moveTo>
                  <a:lnTo>
                    <a:pt x="3800" y="0"/>
                  </a:lnTo>
                  <a:lnTo>
                    <a:pt x="1" y="11611"/>
                  </a:lnTo>
                  <a:close/>
                </a:path>
              </a:pathLst>
            </a:custGeom>
            <a:solidFill>
              <a:srgbClr val="FDC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72"/>
            <p:cNvSpPr/>
            <p:nvPr/>
          </p:nvSpPr>
          <p:spPr>
            <a:xfrm>
              <a:off x="646925" y="3168275"/>
              <a:ext cx="513725" cy="930875"/>
            </a:xfrm>
            <a:custGeom>
              <a:avLst/>
              <a:gdLst/>
              <a:ahLst/>
              <a:cxnLst/>
              <a:rect l="l" t="t" r="r" b="b"/>
              <a:pathLst>
                <a:path w="20549" h="37235" extrusionOk="0">
                  <a:moveTo>
                    <a:pt x="15867" y="0"/>
                  </a:moveTo>
                  <a:lnTo>
                    <a:pt x="6992" y="8146"/>
                  </a:lnTo>
                  <a:cubicBezTo>
                    <a:pt x="6141" y="8967"/>
                    <a:pt x="5533" y="10000"/>
                    <a:pt x="5168" y="11125"/>
                  </a:cubicBezTo>
                  <a:lnTo>
                    <a:pt x="3800" y="15289"/>
                  </a:lnTo>
                  <a:lnTo>
                    <a:pt x="1" y="26900"/>
                  </a:lnTo>
                  <a:lnTo>
                    <a:pt x="10427" y="37235"/>
                  </a:lnTo>
                  <a:cubicBezTo>
                    <a:pt x="10427" y="37235"/>
                    <a:pt x="11855" y="35198"/>
                    <a:pt x="13101" y="32189"/>
                  </a:cubicBezTo>
                  <a:cubicBezTo>
                    <a:pt x="15077" y="27387"/>
                    <a:pt x="16658" y="20244"/>
                    <a:pt x="11551" y="15198"/>
                  </a:cubicBezTo>
                  <a:lnTo>
                    <a:pt x="17326" y="9362"/>
                  </a:lnTo>
                  <a:cubicBezTo>
                    <a:pt x="20548" y="6110"/>
                    <a:pt x="19089" y="3192"/>
                    <a:pt x="1586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72"/>
            <p:cNvSpPr/>
            <p:nvPr/>
          </p:nvSpPr>
          <p:spPr>
            <a:xfrm>
              <a:off x="465325" y="3798225"/>
              <a:ext cx="538025" cy="538775"/>
            </a:xfrm>
            <a:custGeom>
              <a:avLst/>
              <a:gdLst/>
              <a:ahLst/>
              <a:cxnLst/>
              <a:rect l="l" t="t" r="r" b="b"/>
              <a:pathLst>
                <a:path w="21521" h="21551" extrusionOk="0">
                  <a:moveTo>
                    <a:pt x="5806" y="0"/>
                  </a:moveTo>
                  <a:lnTo>
                    <a:pt x="0" y="5806"/>
                  </a:lnTo>
                  <a:lnTo>
                    <a:pt x="15715" y="21551"/>
                  </a:lnTo>
                  <a:lnTo>
                    <a:pt x="21520" y="15715"/>
                  </a:lnTo>
                  <a:lnTo>
                    <a:pt x="19514" y="13739"/>
                  </a:lnTo>
                  <a:lnTo>
                    <a:pt x="7417" y="1581"/>
                  </a:lnTo>
                  <a:lnTo>
                    <a:pt x="580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72"/>
            <p:cNvSpPr/>
            <p:nvPr/>
          </p:nvSpPr>
          <p:spPr>
            <a:xfrm>
              <a:off x="1180375" y="2428375"/>
              <a:ext cx="473450" cy="457775"/>
            </a:xfrm>
            <a:custGeom>
              <a:avLst/>
              <a:gdLst/>
              <a:ahLst/>
              <a:cxnLst/>
              <a:rect l="l" t="t" r="r" b="b"/>
              <a:pathLst>
                <a:path w="18938" h="18311" extrusionOk="0">
                  <a:moveTo>
                    <a:pt x="8379" y="1"/>
                  </a:moveTo>
                  <a:cubicBezTo>
                    <a:pt x="6199" y="1"/>
                    <a:pt x="4270" y="1026"/>
                    <a:pt x="3040" y="2727"/>
                  </a:cubicBezTo>
                  <a:cubicBezTo>
                    <a:pt x="1065" y="4186"/>
                    <a:pt x="1" y="6526"/>
                    <a:pt x="365" y="9170"/>
                  </a:cubicBezTo>
                  <a:cubicBezTo>
                    <a:pt x="1" y="11784"/>
                    <a:pt x="1065" y="14125"/>
                    <a:pt x="3040" y="15584"/>
                  </a:cubicBezTo>
                  <a:cubicBezTo>
                    <a:pt x="4296" y="17285"/>
                    <a:pt x="6206" y="18310"/>
                    <a:pt x="8381" y="18310"/>
                  </a:cubicBezTo>
                  <a:cubicBezTo>
                    <a:pt x="8732" y="18310"/>
                    <a:pt x="9090" y="18283"/>
                    <a:pt x="9454" y="18228"/>
                  </a:cubicBezTo>
                  <a:cubicBezTo>
                    <a:pt x="9821" y="18283"/>
                    <a:pt x="10183" y="18310"/>
                    <a:pt x="10538" y="18310"/>
                  </a:cubicBezTo>
                  <a:cubicBezTo>
                    <a:pt x="12732" y="18310"/>
                    <a:pt x="14641" y="17285"/>
                    <a:pt x="15898" y="15584"/>
                  </a:cubicBezTo>
                  <a:cubicBezTo>
                    <a:pt x="17843" y="14125"/>
                    <a:pt x="18937" y="11784"/>
                    <a:pt x="18542" y="9170"/>
                  </a:cubicBezTo>
                  <a:cubicBezTo>
                    <a:pt x="18876" y="6526"/>
                    <a:pt x="17813" y="4186"/>
                    <a:pt x="15898" y="2727"/>
                  </a:cubicBezTo>
                  <a:cubicBezTo>
                    <a:pt x="14641" y="1026"/>
                    <a:pt x="12732" y="1"/>
                    <a:pt x="10538" y="1"/>
                  </a:cubicBezTo>
                  <a:cubicBezTo>
                    <a:pt x="10183" y="1"/>
                    <a:pt x="9821" y="27"/>
                    <a:pt x="9454" y="82"/>
                  </a:cubicBezTo>
                  <a:cubicBezTo>
                    <a:pt x="9090" y="27"/>
                    <a:pt x="8732" y="1"/>
                    <a:pt x="837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72"/>
            <p:cNvSpPr/>
            <p:nvPr/>
          </p:nvSpPr>
          <p:spPr>
            <a:xfrm>
              <a:off x="1216100" y="2464650"/>
              <a:ext cx="403525" cy="390575"/>
            </a:xfrm>
            <a:custGeom>
              <a:avLst/>
              <a:gdLst/>
              <a:ahLst/>
              <a:cxnLst/>
              <a:rect l="l" t="t" r="r" b="b"/>
              <a:pathLst>
                <a:path w="16141" h="15623" extrusionOk="0">
                  <a:moveTo>
                    <a:pt x="8914" y="1"/>
                  </a:moveTo>
                  <a:cubicBezTo>
                    <a:pt x="8632" y="1"/>
                    <a:pt x="8345" y="20"/>
                    <a:pt x="8055" y="60"/>
                  </a:cubicBezTo>
                  <a:cubicBezTo>
                    <a:pt x="7771" y="21"/>
                    <a:pt x="7490" y="2"/>
                    <a:pt x="7213" y="2"/>
                  </a:cubicBezTo>
                  <a:cubicBezTo>
                    <a:pt x="5328" y="2"/>
                    <a:pt x="3644" y="882"/>
                    <a:pt x="2584" y="2339"/>
                  </a:cubicBezTo>
                  <a:cubicBezTo>
                    <a:pt x="882" y="3616"/>
                    <a:pt x="0" y="5622"/>
                    <a:pt x="304" y="7811"/>
                  </a:cubicBezTo>
                  <a:cubicBezTo>
                    <a:pt x="0" y="10060"/>
                    <a:pt x="912" y="12066"/>
                    <a:pt x="2584" y="13282"/>
                  </a:cubicBezTo>
                  <a:cubicBezTo>
                    <a:pt x="3690" y="14783"/>
                    <a:pt x="5343" y="15622"/>
                    <a:pt x="7188" y="15622"/>
                  </a:cubicBezTo>
                  <a:cubicBezTo>
                    <a:pt x="7473" y="15622"/>
                    <a:pt x="7763" y="15602"/>
                    <a:pt x="8055" y="15562"/>
                  </a:cubicBezTo>
                  <a:cubicBezTo>
                    <a:pt x="8343" y="15600"/>
                    <a:pt x="8628" y="15619"/>
                    <a:pt x="8908" y="15619"/>
                  </a:cubicBezTo>
                  <a:cubicBezTo>
                    <a:pt x="10813" y="15619"/>
                    <a:pt x="12497" y="14740"/>
                    <a:pt x="13557" y="13282"/>
                  </a:cubicBezTo>
                  <a:cubicBezTo>
                    <a:pt x="15259" y="12036"/>
                    <a:pt x="16140" y="10030"/>
                    <a:pt x="15836" y="7811"/>
                  </a:cubicBezTo>
                  <a:cubicBezTo>
                    <a:pt x="16140" y="5592"/>
                    <a:pt x="15259" y="3555"/>
                    <a:pt x="13557" y="2339"/>
                  </a:cubicBezTo>
                  <a:cubicBezTo>
                    <a:pt x="12447" y="860"/>
                    <a:pt x="10786" y="1"/>
                    <a:pt x="89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72"/>
            <p:cNvSpPr/>
            <p:nvPr/>
          </p:nvSpPr>
          <p:spPr>
            <a:xfrm>
              <a:off x="1237375" y="2485300"/>
              <a:ext cx="361725" cy="349975"/>
            </a:xfrm>
            <a:custGeom>
              <a:avLst/>
              <a:gdLst/>
              <a:ahLst/>
              <a:cxnLst/>
              <a:rect l="l" t="t" r="r" b="b"/>
              <a:pathLst>
                <a:path w="14469" h="13999" extrusionOk="0">
                  <a:moveTo>
                    <a:pt x="6435" y="1"/>
                  </a:moveTo>
                  <a:cubicBezTo>
                    <a:pt x="4762" y="1"/>
                    <a:pt x="3261" y="771"/>
                    <a:pt x="2310" y="2091"/>
                  </a:cubicBezTo>
                  <a:cubicBezTo>
                    <a:pt x="791" y="3185"/>
                    <a:pt x="0" y="4979"/>
                    <a:pt x="274" y="6985"/>
                  </a:cubicBezTo>
                  <a:cubicBezTo>
                    <a:pt x="0" y="8960"/>
                    <a:pt x="791" y="10784"/>
                    <a:pt x="2310" y="11909"/>
                  </a:cubicBezTo>
                  <a:cubicBezTo>
                    <a:pt x="3261" y="13229"/>
                    <a:pt x="4739" y="13999"/>
                    <a:pt x="6426" y="13999"/>
                  </a:cubicBezTo>
                  <a:cubicBezTo>
                    <a:pt x="6681" y="13999"/>
                    <a:pt x="6941" y="13981"/>
                    <a:pt x="7204" y="13945"/>
                  </a:cubicBezTo>
                  <a:cubicBezTo>
                    <a:pt x="7467" y="13981"/>
                    <a:pt x="7727" y="13999"/>
                    <a:pt x="7982" y="13999"/>
                  </a:cubicBezTo>
                  <a:cubicBezTo>
                    <a:pt x="9670" y="13999"/>
                    <a:pt x="11151" y="13229"/>
                    <a:pt x="12128" y="11909"/>
                  </a:cubicBezTo>
                  <a:cubicBezTo>
                    <a:pt x="13648" y="10784"/>
                    <a:pt x="14438" y="9021"/>
                    <a:pt x="14165" y="6985"/>
                  </a:cubicBezTo>
                  <a:cubicBezTo>
                    <a:pt x="14469" y="4979"/>
                    <a:pt x="13678" y="3155"/>
                    <a:pt x="12128" y="2091"/>
                  </a:cubicBezTo>
                  <a:cubicBezTo>
                    <a:pt x="11151" y="771"/>
                    <a:pt x="9693" y="1"/>
                    <a:pt x="7991" y="1"/>
                  </a:cubicBezTo>
                  <a:cubicBezTo>
                    <a:pt x="7734" y="1"/>
                    <a:pt x="7471" y="19"/>
                    <a:pt x="7204" y="54"/>
                  </a:cubicBezTo>
                  <a:cubicBezTo>
                    <a:pt x="6945" y="19"/>
                    <a:pt x="6688" y="1"/>
                    <a:pt x="643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72"/>
            <p:cNvSpPr/>
            <p:nvPr/>
          </p:nvSpPr>
          <p:spPr>
            <a:xfrm>
              <a:off x="1249525" y="2497425"/>
              <a:ext cx="336650" cy="325750"/>
            </a:xfrm>
            <a:custGeom>
              <a:avLst/>
              <a:gdLst/>
              <a:ahLst/>
              <a:cxnLst/>
              <a:rect l="l" t="t" r="r" b="b"/>
              <a:pathLst>
                <a:path w="13466" h="13030" extrusionOk="0">
                  <a:moveTo>
                    <a:pt x="7473" y="1"/>
                  </a:moveTo>
                  <a:cubicBezTo>
                    <a:pt x="7226" y="1"/>
                    <a:pt x="6974" y="19"/>
                    <a:pt x="6718" y="56"/>
                  </a:cubicBezTo>
                  <a:cubicBezTo>
                    <a:pt x="6482" y="25"/>
                    <a:pt x="6248" y="10"/>
                    <a:pt x="6019" y="10"/>
                  </a:cubicBezTo>
                  <a:cubicBezTo>
                    <a:pt x="4448" y="10"/>
                    <a:pt x="3060" y="720"/>
                    <a:pt x="2159" y="1940"/>
                  </a:cubicBezTo>
                  <a:cubicBezTo>
                    <a:pt x="761" y="2974"/>
                    <a:pt x="1" y="4646"/>
                    <a:pt x="274" y="6500"/>
                  </a:cubicBezTo>
                  <a:cubicBezTo>
                    <a:pt x="61" y="8384"/>
                    <a:pt x="761" y="10056"/>
                    <a:pt x="2159" y="11059"/>
                  </a:cubicBezTo>
                  <a:cubicBezTo>
                    <a:pt x="3052" y="12294"/>
                    <a:pt x="4422" y="13029"/>
                    <a:pt x="5975" y="13029"/>
                  </a:cubicBezTo>
                  <a:cubicBezTo>
                    <a:pt x="6219" y="13029"/>
                    <a:pt x="6467" y="13011"/>
                    <a:pt x="6718" y="12974"/>
                  </a:cubicBezTo>
                  <a:cubicBezTo>
                    <a:pt x="6941" y="12999"/>
                    <a:pt x="7160" y="13011"/>
                    <a:pt x="7376" y="13011"/>
                  </a:cubicBezTo>
                  <a:cubicBezTo>
                    <a:pt x="8988" y="13011"/>
                    <a:pt x="10393" y="12319"/>
                    <a:pt x="11277" y="11059"/>
                  </a:cubicBezTo>
                  <a:cubicBezTo>
                    <a:pt x="12706" y="10056"/>
                    <a:pt x="13466" y="8384"/>
                    <a:pt x="13192" y="6500"/>
                  </a:cubicBezTo>
                  <a:cubicBezTo>
                    <a:pt x="13466" y="4646"/>
                    <a:pt x="12706" y="2974"/>
                    <a:pt x="11277" y="1940"/>
                  </a:cubicBezTo>
                  <a:cubicBezTo>
                    <a:pt x="10411" y="732"/>
                    <a:pt x="9045" y="1"/>
                    <a:pt x="7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72"/>
            <p:cNvSpPr/>
            <p:nvPr/>
          </p:nvSpPr>
          <p:spPr>
            <a:xfrm>
              <a:off x="1292850" y="2556000"/>
              <a:ext cx="69925" cy="44650"/>
            </a:xfrm>
            <a:custGeom>
              <a:avLst/>
              <a:gdLst/>
              <a:ahLst/>
              <a:cxnLst/>
              <a:rect l="l" t="t" r="r" b="b"/>
              <a:pathLst>
                <a:path w="2797" h="1786" extrusionOk="0">
                  <a:moveTo>
                    <a:pt x="2393" y="1"/>
                  </a:moveTo>
                  <a:cubicBezTo>
                    <a:pt x="1963" y="1"/>
                    <a:pt x="1550" y="80"/>
                    <a:pt x="1155" y="266"/>
                  </a:cubicBezTo>
                  <a:cubicBezTo>
                    <a:pt x="639" y="509"/>
                    <a:pt x="243" y="904"/>
                    <a:pt x="0" y="1391"/>
                  </a:cubicBezTo>
                  <a:cubicBezTo>
                    <a:pt x="183" y="1512"/>
                    <a:pt x="335" y="1634"/>
                    <a:pt x="517" y="1786"/>
                  </a:cubicBezTo>
                  <a:lnTo>
                    <a:pt x="547" y="1786"/>
                  </a:lnTo>
                  <a:cubicBezTo>
                    <a:pt x="760" y="1391"/>
                    <a:pt x="1094" y="1056"/>
                    <a:pt x="1520" y="874"/>
                  </a:cubicBezTo>
                  <a:cubicBezTo>
                    <a:pt x="1809" y="705"/>
                    <a:pt x="2137" y="651"/>
                    <a:pt x="2472" y="651"/>
                  </a:cubicBezTo>
                  <a:cubicBezTo>
                    <a:pt x="2560" y="651"/>
                    <a:pt x="2648" y="655"/>
                    <a:pt x="2736" y="661"/>
                  </a:cubicBezTo>
                  <a:cubicBezTo>
                    <a:pt x="2766" y="448"/>
                    <a:pt x="2766" y="205"/>
                    <a:pt x="2797" y="23"/>
                  </a:cubicBezTo>
                  <a:cubicBezTo>
                    <a:pt x="2660" y="9"/>
                    <a:pt x="2526" y="1"/>
                    <a:pt x="23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72"/>
            <p:cNvSpPr/>
            <p:nvPr/>
          </p:nvSpPr>
          <p:spPr>
            <a:xfrm>
              <a:off x="1409100" y="2628750"/>
              <a:ext cx="63100" cy="55500"/>
            </a:xfrm>
            <a:custGeom>
              <a:avLst/>
              <a:gdLst/>
              <a:ahLst/>
              <a:cxnLst/>
              <a:rect l="l" t="t" r="r" b="b"/>
              <a:pathLst>
                <a:path w="2524" h="2220" extrusionOk="0">
                  <a:moveTo>
                    <a:pt x="2432" y="0"/>
                  </a:moveTo>
                  <a:cubicBezTo>
                    <a:pt x="1946" y="92"/>
                    <a:pt x="1429" y="274"/>
                    <a:pt x="973" y="608"/>
                  </a:cubicBezTo>
                  <a:cubicBezTo>
                    <a:pt x="518" y="943"/>
                    <a:pt x="214" y="1459"/>
                    <a:pt x="1" y="1946"/>
                  </a:cubicBezTo>
                  <a:cubicBezTo>
                    <a:pt x="214" y="2007"/>
                    <a:pt x="396" y="2098"/>
                    <a:pt x="609" y="2219"/>
                  </a:cubicBezTo>
                  <a:lnTo>
                    <a:pt x="639" y="2219"/>
                  </a:lnTo>
                  <a:cubicBezTo>
                    <a:pt x="761" y="1794"/>
                    <a:pt x="1034" y="1399"/>
                    <a:pt x="1369" y="1095"/>
                  </a:cubicBezTo>
                  <a:cubicBezTo>
                    <a:pt x="1733" y="852"/>
                    <a:pt x="2128" y="700"/>
                    <a:pt x="2524" y="700"/>
                  </a:cubicBezTo>
                  <a:cubicBezTo>
                    <a:pt x="2524" y="456"/>
                    <a:pt x="2463" y="244"/>
                    <a:pt x="24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72"/>
            <p:cNvSpPr/>
            <p:nvPr/>
          </p:nvSpPr>
          <p:spPr>
            <a:xfrm>
              <a:off x="1445575" y="2747300"/>
              <a:ext cx="64625" cy="51700"/>
            </a:xfrm>
            <a:custGeom>
              <a:avLst/>
              <a:gdLst/>
              <a:ahLst/>
              <a:cxnLst/>
              <a:rect l="l" t="t" r="r" b="b"/>
              <a:pathLst>
                <a:path w="2585" h="2068" extrusionOk="0">
                  <a:moveTo>
                    <a:pt x="1976" y="0"/>
                  </a:moveTo>
                  <a:cubicBezTo>
                    <a:pt x="1825" y="426"/>
                    <a:pt x="1551" y="760"/>
                    <a:pt x="1156" y="1034"/>
                  </a:cubicBezTo>
                  <a:cubicBezTo>
                    <a:pt x="791" y="1246"/>
                    <a:pt x="396" y="1368"/>
                    <a:pt x="1" y="1368"/>
                  </a:cubicBezTo>
                  <a:lnTo>
                    <a:pt x="1" y="2067"/>
                  </a:lnTo>
                  <a:cubicBezTo>
                    <a:pt x="518" y="2037"/>
                    <a:pt x="1065" y="1885"/>
                    <a:pt x="1551" y="1581"/>
                  </a:cubicBezTo>
                  <a:cubicBezTo>
                    <a:pt x="2037" y="1277"/>
                    <a:pt x="2372" y="821"/>
                    <a:pt x="2584" y="304"/>
                  </a:cubicBezTo>
                  <a:cubicBezTo>
                    <a:pt x="2372" y="243"/>
                    <a:pt x="2189" y="122"/>
                    <a:pt x="20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72"/>
            <p:cNvSpPr/>
            <p:nvPr/>
          </p:nvSpPr>
          <p:spPr>
            <a:xfrm>
              <a:off x="1282975" y="2688025"/>
              <a:ext cx="76000" cy="31300"/>
            </a:xfrm>
            <a:custGeom>
              <a:avLst/>
              <a:gdLst/>
              <a:ahLst/>
              <a:cxnLst/>
              <a:rect l="l" t="t" r="r" b="b"/>
              <a:pathLst>
                <a:path w="3040" h="1252" extrusionOk="0">
                  <a:moveTo>
                    <a:pt x="456" y="0"/>
                  </a:moveTo>
                  <a:cubicBezTo>
                    <a:pt x="304" y="152"/>
                    <a:pt x="152" y="335"/>
                    <a:pt x="0" y="487"/>
                  </a:cubicBezTo>
                  <a:cubicBezTo>
                    <a:pt x="334" y="821"/>
                    <a:pt x="851" y="1095"/>
                    <a:pt x="1398" y="1216"/>
                  </a:cubicBezTo>
                  <a:cubicBezTo>
                    <a:pt x="1549" y="1240"/>
                    <a:pt x="1700" y="1251"/>
                    <a:pt x="1850" y="1251"/>
                  </a:cubicBezTo>
                  <a:cubicBezTo>
                    <a:pt x="2271" y="1251"/>
                    <a:pt x="2680" y="1160"/>
                    <a:pt x="3040" y="1003"/>
                  </a:cubicBezTo>
                  <a:cubicBezTo>
                    <a:pt x="2979" y="821"/>
                    <a:pt x="2888" y="608"/>
                    <a:pt x="2857" y="395"/>
                  </a:cubicBezTo>
                  <a:lnTo>
                    <a:pt x="2857" y="365"/>
                  </a:lnTo>
                  <a:cubicBezTo>
                    <a:pt x="2568" y="499"/>
                    <a:pt x="2246" y="583"/>
                    <a:pt x="1916" y="583"/>
                  </a:cubicBezTo>
                  <a:cubicBezTo>
                    <a:pt x="1795" y="583"/>
                    <a:pt x="1672" y="572"/>
                    <a:pt x="1550" y="547"/>
                  </a:cubicBezTo>
                  <a:cubicBezTo>
                    <a:pt x="1155" y="487"/>
                    <a:pt x="760" y="304"/>
                    <a:pt x="45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72"/>
            <p:cNvSpPr/>
            <p:nvPr/>
          </p:nvSpPr>
          <p:spPr>
            <a:xfrm>
              <a:off x="1431900" y="2551250"/>
              <a:ext cx="76025" cy="31300"/>
            </a:xfrm>
            <a:custGeom>
              <a:avLst/>
              <a:gdLst/>
              <a:ahLst/>
              <a:cxnLst/>
              <a:rect l="l" t="t" r="r" b="b"/>
              <a:pathLst>
                <a:path w="3041" h="1252" extrusionOk="0">
                  <a:moveTo>
                    <a:pt x="457" y="0"/>
                  </a:moveTo>
                  <a:cubicBezTo>
                    <a:pt x="305" y="152"/>
                    <a:pt x="153" y="334"/>
                    <a:pt x="1" y="486"/>
                  </a:cubicBezTo>
                  <a:cubicBezTo>
                    <a:pt x="396" y="851"/>
                    <a:pt x="882" y="1125"/>
                    <a:pt x="1429" y="1216"/>
                  </a:cubicBezTo>
                  <a:cubicBezTo>
                    <a:pt x="1572" y="1240"/>
                    <a:pt x="1717" y="1251"/>
                    <a:pt x="1862" y="1251"/>
                  </a:cubicBezTo>
                  <a:cubicBezTo>
                    <a:pt x="2272" y="1251"/>
                    <a:pt x="2681" y="1160"/>
                    <a:pt x="3040" y="1003"/>
                  </a:cubicBezTo>
                  <a:cubicBezTo>
                    <a:pt x="2979" y="821"/>
                    <a:pt x="2888" y="608"/>
                    <a:pt x="2858" y="395"/>
                  </a:cubicBezTo>
                  <a:lnTo>
                    <a:pt x="2858" y="365"/>
                  </a:lnTo>
                  <a:cubicBezTo>
                    <a:pt x="2591" y="498"/>
                    <a:pt x="2275" y="583"/>
                    <a:pt x="1946" y="583"/>
                  </a:cubicBezTo>
                  <a:cubicBezTo>
                    <a:pt x="1826" y="583"/>
                    <a:pt x="1703" y="572"/>
                    <a:pt x="1581" y="547"/>
                  </a:cubicBezTo>
                  <a:cubicBezTo>
                    <a:pt x="1156" y="486"/>
                    <a:pt x="761" y="304"/>
                    <a:pt x="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72"/>
            <p:cNvSpPr/>
            <p:nvPr/>
          </p:nvSpPr>
          <p:spPr>
            <a:xfrm>
              <a:off x="1295125" y="2638625"/>
              <a:ext cx="25100" cy="24350"/>
            </a:xfrm>
            <a:custGeom>
              <a:avLst/>
              <a:gdLst/>
              <a:ahLst/>
              <a:cxnLst/>
              <a:rect l="l" t="t" r="r" b="b"/>
              <a:pathLst>
                <a:path w="1004" h="974" fill="none" extrusionOk="0">
                  <a:moveTo>
                    <a:pt x="1003" y="487"/>
                  </a:moveTo>
                  <a:cubicBezTo>
                    <a:pt x="1003" y="760"/>
                    <a:pt x="760" y="973"/>
                    <a:pt x="487" y="973"/>
                  </a:cubicBezTo>
                  <a:cubicBezTo>
                    <a:pt x="244" y="973"/>
                    <a:pt x="0" y="760"/>
                    <a:pt x="0" y="487"/>
                  </a:cubicBezTo>
                  <a:cubicBezTo>
                    <a:pt x="0" y="213"/>
                    <a:pt x="244" y="1"/>
                    <a:pt x="487" y="1"/>
                  </a:cubicBezTo>
                  <a:cubicBezTo>
                    <a:pt x="760" y="1"/>
                    <a:pt x="1003" y="213"/>
                    <a:pt x="1003"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72"/>
            <p:cNvSpPr/>
            <p:nvPr/>
          </p:nvSpPr>
          <p:spPr>
            <a:xfrm>
              <a:off x="1478250" y="2696375"/>
              <a:ext cx="25100" cy="24350"/>
            </a:xfrm>
            <a:custGeom>
              <a:avLst/>
              <a:gdLst/>
              <a:ahLst/>
              <a:cxnLst/>
              <a:rect l="l" t="t" r="r" b="b"/>
              <a:pathLst>
                <a:path w="1004" h="974" fill="none" extrusionOk="0">
                  <a:moveTo>
                    <a:pt x="1004" y="487"/>
                  </a:moveTo>
                  <a:cubicBezTo>
                    <a:pt x="1004" y="761"/>
                    <a:pt x="791" y="973"/>
                    <a:pt x="518" y="973"/>
                  </a:cubicBezTo>
                  <a:cubicBezTo>
                    <a:pt x="244" y="973"/>
                    <a:pt x="1" y="761"/>
                    <a:pt x="1" y="487"/>
                  </a:cubicBezTo>
                  <a:cubicBezTo>
                    <a:pt x="1" y="213"/>
                    <a:pt x="244" y="1"/>
                    <a:pt x="518" y="1"/>
                  </a:cubicBezTo>
                  <a:cubicBezTo>
                    <a:pt x="791" y="1"/>
                    <a:pt x="1004" y="213"/>
                    <a:pt x="1004"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72"/>
            <p:cNvSpPr/>
            <p:nvPr/>
          </p:nvSpPr>
          <p:spPr>
            <a:xfrm>
              <a:off x="1532975" y="2671300"/>
              <a:ext cx="24325" cy="25100"/>
            </a:xfrm>
            <a:custGeom>
              <a:avLst/>
              <a:gdLst/>
              <a:ahLst/>
              <a:cxnLst/>
              <a:rect l="l" t="t" r="r" b="b"/>
              <a:pathLst>
                <a:path w="973" h="1004" fill="none" extrusionOk="0">
                  <a:moveTo>
                    <a:pt x="973" y="517"/>
                  </a:moveTo>
                  <a:cubicBezTo>
                    <a:pt x="973" y="760"/>
                    <a:pt x="760" y="1004"/>
                    <a:pt x="487" y="1004"/>
                  </a:cubicBezTo>
                  <a:cubicBezTo>
                    <a:pt x="213" y="1004"/>
                    <a:pt x="0" y="760"/>
                    <a:pt x="0" y="517"/>
                  </a:cubicBezTo>
                  <a:cubicBezTo>
                    <a:pt x="0" y="244"/>
                    <a:pt x="213" y="1"/>
                    <a:pt x="487" y="1"/>
                  </a:cubicBezTo>
                  <a:cubicBezTo>
                    <a:pt x="760" y="1"/>
                    <a:pt x="973" y="244"/>
                    <a:pt x="973" y="51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72"/>
            <p:cNvSpPr/>
            <p:nvPr/>
          </p:nvSpPr>
          <p:spPr>
            <a:xfrm>
              <a:off x="1349825" y="2665225"/>
              <a:ext cx="24350" cy="24350"/>
            </a:xfrm>
            <a:custGeom>
              <a:avLst/>
              <a:gdLst/>
              <a:ahLst/>
              <a:cxnLst/>
              <a:rect l="l" t="t" r="r" b="b"/>
              <a:pathLst>
                <a:path w="974" h="974" fill="none" extrusionOk="0">
                  <a:moveTo>
                    <a:pt x="974" y="487"/>
                  </a:moveTo>
                  <a:cubicBezTo>
                    <a:pt x="974" y="760"/>
                    <a:pt x="761" y="973"/>
                    <a:pt x="487" y="973"/>
                  </a:cubicBezTo>
                  <a:cubicBezTo>
                    <a:pt x="214" y="973"/>
                    <a:pt x="1" y="760"/>
                    <a:pt x="1" y="487"/>
                  </a:cubicBezTo>
                  <a:cubicBezTo>
                    <a:pt x="1" y="213"/>
                    <a:pt x="214" y="0"/>
                    <a:pt x="487" y="0"/>
                  </a:cubicBezTo>
                  <a:cubicBezTo>
                    <a:pt x="761" y="0"/>
                    <a:pt x="974" y="213"/>
                    <a:pt x="974"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72"/>
            <p:cNvSpPr/>
            <p:nvPr/>
          </p:nvSpPr>
          <p:spPr>
            <a:xfrm>
              <a:off x="1378700" y="2527675"/>
              <a:ext cx="25125" cy="25100"/>
            </a:xfrm>
            <a:custGeom>
              <a:avLst/>
              <a:gdLst/>
              <a:ahLst/>
              <a:cxnLst/>
              <a:rect l="l" t="t" r="r" b="b"/>
              <a:pathLst>
                <a:path w="1005" h="1004" fill="none" extrusionOk="0">
                  <a:moveTo>
                    <a:pt x="1004" y="518"/>
                  </a:moveTo>
                  <a:cubicBezTo>
                    <a:pt x="1004" y="791"/>
                    <a:pt x="761" y="1004"/>
                    <a:pt x="518" y="1004"/>
                  </a:cubicBezTo>
                  <a:cubicBezTo>
                    <a:pt x="244" y="1004"/>
                    <a:pt x="1" y="791"/>
                    <a:pt x="1" y="518"/>
                  </a:cubicBezTo>
                  <a:cubicBezTo>
                    <a:pt x="1" y="244"/>
                    <a:pt x="244" y="1"/>
                    <a:pt x="518" y="1"/>
                  </a:cubicBezTo>
                  <a:cubicBezTo>
                    <a:pt x="761" y="1"/>
                    <a:pt x="1004" y="244"/>
                    <a:pt x="1004" y="518"/>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72"/>
            <p:cNvSpPr/>
            <p:nvPr/>
          </p:nvSpPr>
          <p:spPr>
            <a:xfrm>
              <a:off x="1340725" y="2574800"/>
              <a:ext cx="70675" cy="69925"/>
            </a:xfrm>
            <a:custGeom>
              <a:avLst/>
              <a:gdLst/>
              <a:ahLst/>
              <a:cxnLst/>
              <a:rect l="l" t="t" r="r" b="b"/>
              <a:pathLst>
                <a:path w="2827" h="2797" extrusionOk="0">
                  <a:moveTo>
                    <a:pt x="1429" y="0"/>
                  </a:moveTo>
                  <a:cubicBezTo>
                    <a:pt x="638" y="0"/>
                    <a:pt x="0" y="608"/>
                    <a:pt x="0" y="1399"/>
                  </a:cubicBezTo>
                  <a:cubicBezTo>
                    <a:pt x="0" y="2189"/>
                    <a:pt x="638" y="2797"/>
                    <a:pt x="1429" y="2797"/>
                  </a:cubicBezTo>
                  <a:cubicBezTo>
                    <a:pt x="2189" y="2797"/>
                    <a:pt x="2827" y="2189"/>
                    <a:pt x="2827" y="1399"/>
                  </a:cubicBezTo>
                  <a:cubicBezTo>
                    <a:pt x="2827" y="608"/>
                    <a:pt x="2189" y="0"/>
                    <a:pt x="142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72"/>
            <p:cNvSpPr/>
            <p:nvPr/>
          </p:nvSpPr>
          <p:spPr>
            <a:xfrm>
              <a:off x="1355150" y="2598350"/>
              <a:ext cx="15225" cy="11425"/>
            </a:xfrm>
            <a:custGeom>
              <a:avLst/>
              <a:gdLst/>
              <a:ahLst/>
              <a:cxnLst/>
              <a:rect l="l" t="t" r="r" b="b"/>
              <a:pathLst>
                <a:path w="609" h="457" extrusionOk="0">
                  <a:moveTo>
                    <a:pt x="305" y="1"/>
                  </a:moveTo>
                  <a:cubicBezTo>
                    <a:pt x="1" y="1"/>
                    <a:pt x="1" y="457"/>
                    <a:pt x="305" y="457"/>
                  </a:cubicBezTo>
                  <a:cubicBezTo>
                    <a:pt x="609" y="457"/>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72"/>
            <p:cNvSpPr/>
            <p:nvPr/>
          </p:nvSpPr>
          <p:spPr>
            <a:xfrm>
              <a:off x="1373400" y="2597600"/>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72"/>
            <p:cNvSpPr/>
            <p:nvPr/>
          </p:nvSpPr>
          <p:spPr>
            <a:xfrm>
              <a:off x="1365800" y="2582400"/>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72"/>
            <p:cNvSpPr/>
            <p:nvPr/>
          </p:nvSpPr>
          <p:spPr>
            <a:xfrm>
              <a:off x="1393900" y="2602150"/>
              <a:ext cx="15225" cy="11425"/>
            </a:xfrm>
            <a:custGeom>
              <a:avLst/>
              <a:gdLst/>
              <a:ahLst/>
              <a:cxnLst/>
              <a:rect l="l" t="t" r="r" b="b"/>
              <a:pathLst>
                <a:path w="609" h="457" extrusionOk="0">
                  <a:moveTo>
                    <a:pt x="305" y="1"/>
                  </a:moveTo>
                  <a:cubicBezTo>
                    <a:pt x="1" y="1"/>
                    <a:pt x="1" y="457"/>
                    <a:pt x="305" y="457"/>
                  </a:cubicBezTo>
                  <a:cubicBezTo>
                    <a:pt x="609" y="457"/>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72"/>
            <p:cNvSpPr/>
            <p:nvPr/>
          </p:nvSpPr>
          <p:spPr>
            <a:xfrm>
              <a:off x="1365800" y="2623425"/>
              <a:ext cx="15225" cy="11425"/>
            </a:xfrm>
            <a:custGeom>
              <a:avLst/>
              <a:gdLst/>
              <a:ahLst/>
              <a:cxnLst/>
              <a:rect l="l" t="t" r="r" b="b"/>
              <a:pathLst>
                <a:path w="609" h="457" extrusionOk="0">
                  <a:moveTo>
                    <a:pt x="304" y="1"/>
                  </a:moveTo>
                  <a:cubicBezTo>
                    <a:pt x="0" y="1"/>
                    <a:pt x="0" y="457"/>
                    <a:pt x="304" y="457"/>
                  </a:cubicBezTo>
                  <a:cubicBezTo>
                    <a:pt x="608" y="457"/>
                    <a:pt x="608" y="1"/>
                    <a:pt x="30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72"/>
            <p:cNvSpPr/>
            <p:nvPr/>
          </p:nvSpPr>
          <p:spPr>
            <a:xfrm>
              <a:off x="1347550" y="2617350"/>
              <a:ext cx="15225" cy="11425"/>
            </a:xfrm>
            <a:custGeom>
              <a:avLst/>
              <a:gdLst/>
              <a:ahLst/>
              <a:cxnLst/>
              <a:rect l="l" t="t" r="r" b="b"/>
              <a:pathLst>
                <a:path w="609" h="457" extrusionOk="0">
                  <a:moveTo>
                    <a:pt x="305" y="1"/>
                  </a:moveTo>
                  <a:cubicBezTo>
                    <a:pt x="1" y="1"/>
                    <a:pt x="1" y="456"/>
                    <a:pt x="305" y="456"/>
                  </a:cubicBezTo>
                  <a:cubicBezTo>
                    <a:pt x="609" y="456"/>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72"/>
            <p:cNvSpPr/>
            <p:nvPr/>
          </p:nvSpPr>
          <p:spPr>
            <a:xfrm>
              <a:off x="1386300" y="2620400"/>
              <a:ext cx="15225" cy="11425"/>
            </a:xfrm>
            <a:custGeom>
              <a:avLst/>
              <a:gdLst/>
              <a:ahLst/>
              <a:cxnLst/>
              <a:rect l="l" t="t" r="r" b="b"/>
              <a:pathLst>
                <a:path w="609" h="457" extrusionOk="0">
                  <a:moveTo>
                    <a:pt x="305" y="0"/>
                  </a:moveTo>
                  <a:cubicBezTo>
                    <a:pt x="1" y="0"/>
                    <a:pt x="1" y="456"/>
                    <a:pt x="305" y="456"/>
                  </a:cubicBezTo>
                  <a:cubicBezTo>
                    <a:pt x="609" y="456"/>
                    <a:pt x="609"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72"/>
            <p:cNvSpPr/>
            <p:nvPr/>
          </p:nvSpPr>
          <p:spPr>
            <a:xfrm>
              <a:off x="1366550" y="2612025"/>
              <a:ext cx="9900" cy="7675"/>
            </a:xfrm>
            <a:custGeom>
              <a:avLst/>
              <a:gdLst/>
              <a:ahLst/>
              <a:cxnLst/>
              <a:rect l="l" t="t" r="r" b="b"/>
              <a:pathLst>
                <a:path w="396" h="307" extrusionOk="0">
                  <a:moveTo>
                    <a:pt x="183" y="1"/>
                  </a:moveTo>
                  <a:cubicBezTo>
                    <a:pt x="1" y="1"/>
                    <a:pt x="1" y="305"/>
                    <a:pt x="183" y="305"/>
                  </a:cubicBezTo>
                  <a:cubicBezTo>
                    <a:pt x="192" y="306"/>
                    <a:pt x="201" y="307"/>
                    <a:pt x="210" y="307"/>
                  </a:cubicBezTo>
                  <a:cubicBezTo>
                    <a:pt x="395" y="307"/>
                    <a:pt x="387"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72"/>
            <p:cNvSpPr/>
            <p:nvPr/>
          </p:nvSpPr>
          <p:spPr>
            <a:xfrm>
              <a:off x="1381750" y="2612025"/>
              <a:ext cx="9900" cy="7625"/>
            </a:xfrm>
            <a:custGeom>
              <a:avLst/>
              <a:gdLst/>
              <a:ahLst/>
              <a:cxnLst/>
              <a:rect l="l" t="t" r="r" b="b"/>
              <a:pathLst>
                <a:path w="396" h="305" extrusionOk="0">
                  <a:moveTo>
                    <a:pt x="183" y="1"/>
                  </a:moveTo>
                  <a:cubicBezTo>
                    <a:pt x="1" y="1"/>
                    <a:pt x="1" y="305"/>
                    <a:pt x="183" y="305"/>
                  </a:cubicBezTo>
                  <a:cubicBezTo>
                    <a:pt x="396" y="305"/>
                    <a:pt x="39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72"/>
            <p:cNvSpPr/>
            <p:nvPr/>
          </p:nvSpPr>
          <p:spPr>
            <a:xfrm>
              <a:off x="1391625" y="2589225"/>
              <a:ext cx="7625" cy="6125"/>
            </a:xfrm>
            <a:custGeom>
              <a:avLst/>
              <a:gdLst/>
              <a:ahLst/>
              <a:cxnLst/>
              <a:rect l="l" t="t" r="r" b="b"/>
              <a:pathLst>
                <a:path w="305" h="245" extrusionOk="0">
                  <a:moveTo>
                    <a:pt x="92" y="1"/>
                  </a:moveTo>
                  <a:cubicBezTo>
                    <a:pt x="61" y="1"/>
                    <a:pt x="61" y="1"/>
                    <a:pt x="31" y="31"/>
                  </a:cubicBezTo>
                  <a:cubicBezTo>
                    <a:pt x="1" y="31"/>
                    <a:pt x="1" y="62"/>
                    <a:pt x="1" y="62"/>
                  </a:cubicBezTo>
                  <a:lnTo>
                    <a:pt x="1" y="92"/>
                  </a:lnTo>
                  <a:lnTo>
                    <a:pt x="1" y="122"/>
                  </a:lnTo>
                  <a:lnTo>
                    <a:pt x="1" y="183"/>
                  </a:lnTo>
                  <a:lnTo>
                    <a:pt x="1" y="214"/>
                  </a:lnTo>
                  <a:lnTo>
                    <a:pt x="31" y="244"/>
                  </a:lnTo>
                  <a:lnTo>
                    <a:pt x="153" y="244"/>
                  </a:lnTo>
                  <a:cubicBezTo>
                    <a:pt x="183" y="244"/>
                    <a:pt x="183" y="214"/>
                    <a:pt x="213" y="214"/>
                  </a:cubicBezTo>
                  <a:cubicBezTo>
                    <a:pt x="213" y="214"/>
                    <a:pt x="213" y="183"/>
                    <a:pt x="244" y="183"/>
                  </a:cubicBezTo>
                  <a:cubicBezTo>
                    <a:pt x="244" y="122"/>
                    <a:pt x="305" y="122"/>
                    <a:pt x="305" y="92"/>
                  </a:cubicBezTo>
                  <a:lnTo>
                    <a:pt x="213" y="62"/>
                  </a:lnTo>
                  <a:cubicBezTo>
                    <a:pt x="213" y="62"/>
                    <a:pt x="213" y="31"/>
                    <a:pt x="183" y="31"/>
                  </a:cubicBezTo>
                  <a:lnTo>
                    <a:pt x="153" y="1"/>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72"/>
            <p:cNvSpPr/>
            <p:nvPr/>
          </p:nvSpPr>
          <p:spPr>
            <a:xfrm>
              <a:off x="1355925" y="2586200"/>
              <a:ext cx="9900" cy="7625"/>
            </a:xfrm>
            <a:custGeom>
              <a:avLst/>
              <a:gdLst/>
              <a:ahLst/>
              <a:cxnLst/>
              <a:rect l="l" t="t" r="r" b="b"/>
              <a:pathLst>
                <a:path w="396" h="305" extrusionOk="0">
                  <a:moveTo>
                    <a:pt x="213" y="0"/>
                  </a:moveTo>
                  <a:cubicBezTo>
                    <a:pt x="0" y="0"/>
                    <a:pt x="0" y="304"/>
                    <a:pt x="213" y="304"/>
                  </a:cubicBezTo>
                  <a:cubicBezTo>
                    <a:pt x="395" y="304"/>
                    <a:pt x="395" y="0"/>
                    <a:pt x="21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72"/>
            <p:cNvSpPr/>
            <p:nvPr/>
          </p:nvSpPr>
          <p:spPr>
            <a:xfrm>
              <a:off x="1343750" y="2602900"/>
              <a:ext cx="10675" cy="7625"/>
            </a:xfrm>
            <a:custGeom>
              <a:avLst/>
              <a:gdLst/>
              <a:ahLst/>
              <a:cxnLst/>
              <a:rect l="l" t="t" r="r" b="b"/>
              <a:pathLst>
                <a:path w="427" h="305" extrusionOk="0">
                  <a:moveTo>
                    <a:pt x="183" y="1"/>
                  </a:moveTo>
                  <a:cubicBezTo>
                    <a:pt x="1" y="1"/>
                    <a:pt x="1" y="305"/>
                    <a:pt x="183" y="305"/>
                  </a:cubicBezTo>
                  <a:cubicBezTo>
                    <a:pt x="426" y="305"/>
                    <a:pt x="42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72"/>
            <p:cNvSpPr/>
            <p:nvPr/>
          </p:nvSpPr>
          <p:spPr>
            <a:xfrm>
              <a:off x="1381000" y="2631800"/>
              <a:ext cx="10650" cy="7650"/>
            </a:xfrm>
            <a:custGeom>
              <a:avLst/>
              <a:gdLst/>
              <a:ahLst/>
              <a:cxnLst/>
              <a:rect l="l" t="t" r="r" b="b"/>
              <a:pathLst>
                <a:path w="426" h="306" extrusionOk="0">
                  <a:moveTo>
                    <a:pt x="183" y="0"/>
                  </a:moveTo>
                  <a:cubicBezTo>
                    <a:pt x="0" y="0"/>
                    <a:pt x="0" y="304"/>
                    <a:pt x="183" y="304"/>
                  </a:cubicBezTo>
                  <a:cubicBezTo>
                    <a:pt x="193" y="305"/>
                    <a:pt x="203" y="306"/>
                    <a:pt x="213" y="306"/>
                  </a:cubicBezTo>
                  <a:cubicBezTo>
                    <a:pt x="425" y="306"/>
                    <a:pt x="41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72"/>
            <p:cNvSpPr/>
            <p:nvPr/>
          </p:nvSpPr>
          <p:spPr>
            <a:xfrm>
              <a:off x="1377950" y="2751100"/>
              <a:ext cx="25100" cy="25100"/>
            </a:xfrm>
            <a:custGeom>
              <a:avLst/>
              <a:gdLst/>
              <a:ahLst/>
              <a:cxnLst/>
              <a:rect l="l" t="t" r="r" b="b"/>
              <a:pathLst>
                <a:path w="1004" h="1004" fill="none" extrusionOk="0">
                  <a:moveTo>
                    <a:pt x="1004" y="486"/>
                  </a:moveTo>
                  <a:cubicBezTo>
                    <a:pt x="1004" y="760"/>
                    <a:pt x="760" y="1003"/>
                    <a:pt x="487" y="1003"/>
                  </a:cubicBezTo>
                  <a:cubicBezTo>
                    <a:pt x="213" y="1003"/>
                    <a:pt x="1" y="760"/>
                    <a:pt x="1" y="486"/>
                  </a:cubicBezTo>
                  <a:cubicBezTo>
                    <a:pt x="1" y="243"/>
                    <a:pt x="213" y="0"/>
                    <a:pt x="487" y="0"/>
                  </a:cubicBezTo>
                  <a:cubicBezTo>
                    <a:pt x="760" y="0"/>
                    <a:pt x="1004" y="243"/>
                    <a:pt x="1004" y="486"/>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72"/>
            <p:cNvSpPr/>
            <p:nvPr/>
          </p:nvSpPr>
          <p:spPr>
            <a:xfrm>
              <a:off x="1484325" y="2579350"/>
              <a:ext cx="78300" cy="78300"/>
            </a:xfrm>
            <a:custGeom>
              <a:avLst/>
              <a:gdLst/>
              <a:ahLst/>
              <a:cxnLst/>
              <a:rect l="l" t="t" r="r" b="b"/>
              <a:pathLst>
                <a:path w="3132" h="3132" extrusionOk="0">
                  <a:moveTo>
                    <a:pt x="1551" y="1"/>
                  </a:moveTo>
                  <a:cubicBezTo>
                    <a:pt x="700" y="1"/>
                    <a:pt x="1" y="700"/>
                    <a:pt x="1" y="1551"/>
                  </a:cubicBezTo>
                  <a:cubicBezTo>
                    <a:pt x="1" y="2432"/>
                    <a:pt x="700" y="3131"/>
                    <a:pt x="1551" y="3131"/>
                  </a:cubicBezTo>
                  <a:cubicBezTo>
                    <a:pt x="2433" y="3131"/>
                    <a:pt x="3132" y="2432"/>
                    <a:pt x="3132" y="1551"/>
                  </a:cubicBezTo>
                  <a:cubicBezTo>
                    <a:pt x="3132" y="700"/>
                    <a:pt x="2433" y="1"/>
                    <a:pt x="155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72"/>
            <p:cNvSpPr/>
            <p:nvPr/>
          </p:nvSpPr>
          <p:spPr>
            <a:xfrm>
              <a:off x="1499525" y="2605950"/>
              <a:ext cx="17500" cy="12175"/>
            </a:xfrm>
            <a:custGeom>
              <a:avLst/>
              <a:gdLst/>
              <a:ahLst/>
              <a:cxnLst/>
              <a:rect l="l" t="t" r="r" b="b"/>
              <a:pathLst>
                <a:path w="700" h="487" extrusionOk="0">
                  <a:moveTo>
                    <a:pt x="335" y="1"/>
                  </a:moveTo>
                  <a:cubicBezTo>
                    <a:pt x="1" y="1"/>
                    <a:pt x="1" y="487"/>
                    <a:pt x="335" y="487"/>
                  </a:cubicBezTo>
                  <a:cubicBezTo>
                    <a:pt x="700" y="487"/>
                    <a:pt x="700"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72"/>
            <p:cNvSpPr/>
            <p:nvPr/>
          </p:nvSpPr>
          <p:spPr>
            <a:xfrm>
              <a:off x="1519300" y="2605200"/>
              <a:ext cx="17475" cy="12200"/>
            </a:xfrm>
            <a:custGeom>
              <a:avLst/>
              <a:gdLst/>
              <a:ahLst/>
              <a:cxnLst/>
              <a:rect l="l" t="t" r="r" b="b"/>
              <a:pathLst>
                <a:path w="699" h="488" extrusionOk="0">
                  <a:moveTo>
                    <a:pt x="365" y="0"/>
                  </a:moveTo>
                  <a:cubicBezTo>
                    <a:pt x="0" y="0"/>
                    <a:pt x="0" y="487"/>
                    <a:pt x="365" y="487"/>
                  </a:cubicBezTo>
                  <a:cubicBezTo>
                    <a:pt x="374" y="487"/>
                    <a:pt x="384" y="488"/>
                    <a:pt x="393" y="488"/>
                  </a:cubicBezTo>
                  <a:cubicBezTo>
                    <a:pt x="699" y="488"/>
                    <a:pt x="690" y="0"/>
                    <a:pt x="36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72"/>
            <p:cNvSpPr/>
            <p:nvPr/>
          </p:nvSpPr>
          <p:spPr>
            <a:xfrm>
              <a:off x="1511700" y="2589225"/>
              <a:ext cx="16725" cy="12200"/>
            </a:xfrm>
            <a:custGeom>
              <a:avLst/>
              <a:gdLst/>
              <a:ahLst/>
              <a:cxnLst/>
              <a:rect l="l" t="t" r="r" b="b"/>
              <a:pathLst>
                <a:path w="669" h="488" extrusionOk="0">
                  <a:moveTo>
                    <a:pt x="365" y="1"/>
                  </a:moveTo>
                  <a:cubicBezTo>
                    <a:pt x="0" y="1"/>
                    <a:pt x="0" y="487"/>
                    <a:pt x="365" y="487"/>
                  </a:cubicBezTo>
                  <a:cubicBezTo>
                    <a:pt x="669" y="487"/>
                    <a:pt x="669"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72"/>
            <p:cNvSpPr/>
            <p:nvPr/>
          </p:nvSpPr>
          <p:spPr>
            <a:xfrm>
              <a:off x="1543600" y="2609750"/>
              <a:ext cx="15975" cy="12300"/>
            </a:xfrm>
            <a:custGeom>
              <a:avLst/>
              <a:gdLst/>
              <a:ahLst/>
              <a:cxnLst/>
              <a:rect l="l" t="t" r="r" b="b"/>
              <a:pathLst>
                <a:path w="639" h="492" extrusionOk="0">
                  <a:moveTo>
                    <a:pt x="335" y="1"/>
                  </a:moveTo>
                  <a:cubicBezTo>
                    <a:pt x="1" y="1"/>
                    <a:pt x="1" y="487"/>
                    <a:pt x="335" y="487"/>
                  </a:cubicBezTo>
                  <a:cubicBezTo>
                    <a:pt x="351" y="490"/>
                    <a:pt x="366" y="492"/>
                    <a:pt x="381" y="492"/>
                  </a:cubicBezTo>
                  <a:cubicBezTo>
                    <a:pt x="638" y="492"/>
                    <a:pt x="623"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72"/>
            <p:cNvSpPr/>
            <p:nvPr/>
          </p:nvSpPr>
          <p:spPr>
            <a:xfrm>
              <a:off x="1511700" y="2633300"/>
              <a:ext cx="17500" cy="12950"/>
            </a:xfrm>
            <a:custGeom>
              <a:avLst/>
              <a:gdLst/>
              <a:ahLst/>
              <a:cxnLst/>
              <a:rect l="l" t="t" r="r" b="b"/>
              <a:pathLst>
                <a:path w="700" h="518" extrusionOk="0">
                  <a:moveTo>
                    <a:pt x="365" y="1"/>
                  </a:moveTo>
                  <a:cubicBezTo>
                    <a:pt x="0" y="1"/>
                    <a:pt x="0" y="518"/>
                    <a:pt x="365" y="518"/>
                  </a:cubicBezTo>
                  <a:cubicBezTo>
                    <a:pt x="699" y="518"/>
                    <a:pt x="699"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72"/>
            <p:cNvSpPr/>
            <p:nvPr/>
          </p:nvSpPr>
          <p:spPr>
            <a:xfrm>
              <a:off x="1491925" y="2627225"/>
              <a:ext cx="17525" cy="12175"/>
            </a:xfrm>
            <a:custGeom>
              <a:avLst/>
              <a:gdLst/>
              <a:ahLst/>
              <a:cxnLst/>
              <a:rect l="l" t="t" r="r" b="b"/>
              <a:pathLst>
                <a:path w="701" h="487" extrusionOk="0">
                  <a:moveTo>
                    <a:pt x="335" y="1"/>
                  </a:moveTo>
                  <a:cubicBezTo>
                    <a:pt x="1" y="1"/>
                    <a:pt x="1" y="487"/>
                    <a:pt x="335" y="487"/>
                  </a:cubicBezTo>
                  <a:cubicBezTo>
                    <a:pt x="700" y="487"/>
                    <a:pt x="700"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72"/>
            <p:cNvSpPr/>
            <p:nvPr/>
          </p:nvSpPr>
          <p:spPr>
            <a:xfrm>
              <a:off x="1534500" y="2629500"/>
              <a:ext cx="17475" cy="12975"/>
            </a:xfrm>
            <a:custGeom>
              <a:avLst/>
              <a:gdLst/>
              <a:ahLst/>
              <a:cxnLst/>
              <a:rect l="l" t="t" r="r" b="b"/>
              <a:pathLst>
                <a:path w="699" h="519" extrusionOk="0">
                  <a:moveTo>
                    <a:pt x="365" y="1"/>
                  </a:moveTo>
                  <a:cubicBezTo>
                    <a:pt x="0" y="1"/>
                    <a:pt x="0" y="518"/>
                    <a:pt x="365" y="518"/>
                  </a:cubicBezTo>
                  <a:cubicBezTo>
                    <a:pt x="374" y="518"/>
                    <a:pt x="383" y="519"/>
                    <a:pt x="391" y="519"/>
                  </a:cubicBezTo>
                  <a:cubicBezTo>
                    <a:pt x="699" y="519"/>
                    <a:pt x="690"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72"/>
            <p:cNvSpPr/>
            <p:nvPr/>
          </p:nvSpPr>
          <p:spPr>
            <a:xfrm>
              <a:off x="1513200" y="2621150"/>
              <a:ext cx="9925" cy="8375"/>
            </a:xfrm>
            <a:custGeom>
              <a:avLst/>
              <a:gdLst/>
              <a:ahLst/>
              <a:cxnLst/>
              <a:rect l="l" t="t" r="r" b="b"/>
              <a:pathLst>
                <a:path w="397" h="335" extrusionOk="0">
                  <a:moveTo>
                    <a:pt x="214" y="0"/>
                  </a:moveTo>
                  <a:cubicBezTo>
                    <a:pt x="1" y="0"/>
                    <a:pt x="1" y="335"/>
                    <a:pt x="214" y="335"/>
                  </a:cubicBezTo>
                  <a:cubicBezTo>
                    <a:pt x="396" y="335"/>
                    <a:pt x="396" y="0"/>
                    <a:pt x="21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72"/>
            <p:cNvSpPr/>
            <p:nvPr/>
          </p:nvSpPr>
          <p:spPr>
            <a:xfrm>
              <a:off x="1529175" y="2621150"/>
              <a:ext cx="11425" cy="8375"/>
            </a:xfrm>
            <a:custGeom>
              <a:avLst/>
              <a:gdLst/>
              <a:ahLst/>
              <a:cxnLst/>
              <a:rect l="l" t="t" r="r" b="b"/>
              <a:pathLst>
                <a:path w="457" h="335" extrusionOk="0">
                  <a:moveTo>
                    <a:pt x="213" y="0"/>
                  </a:moveTo>
                  <a:cubicBezTo>
                    <a:pt x="0" y="0"/>
                    <a:pt x="0" y="335"/>
                    <a:pt x="213" y="335"/>
                  </a:cubicBezTo>
                  <a:cubicBezTo>
                    <a:pt x="456" y="335"/>
                    <a:pt x="456" y="0"/>
                    <a:pt x="21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72"/>
            <p:cNvSpPr/>
            <p:nvPr/>
          </p:nvSpPr>
          <p:spPr>
            <a:xfrm>
              <a:off x="1538300" y="2595325"/>
              <a:ext cx="8375" cy="7600"/>
            </a:xfrm>
            <a:custGeom>
              <a:avLst/>
              <a:gdLst/>
              <a:ahLst/>
              <a:cxnLst/>
              <a:rect l="l" t="t" r="r" b="b"/>
              <a:pathLst>
                <a:path w="335" h="304" extrusionOk="0">
                  <a:moveTo>
                    <a:pt x="152" y="0"/>
                  </a:moveTo>
                  <a:cubicBezTo>
                    <a:pt x="122" y="0"/>
                    <a:pt x="122" y="0"/>
                    <a:pt x="91" y="61"/>
                  </a:cubicBezTo>
                  <a:cubicBezTo>
                    <a:pt x="61" y="61"/>
                    <a:pt x="61" y="91"/>
                    <a:pt x="0" y="122"/>
                  </a:cubicBezTo>
                  <a:lnTo>
                    <a:pt x="0" y="152"/>
                  </a:lnTo>
                  <a:lnTo>
                    <a:pt x="0" y="213"/>
                  </a:lnTo>
                  <a:lnTo>
                    <a:pt x="0" y="243"/>
                  </a:lnTo>
                  <a:lnTo>
                    <a:pt x="0" y="274"/>
                  </a:lnTo>
                  <a:lnTo>
                    <a:pt x="61" y="304"/>
                  </a:lnTo>
                  <a:lnTo>
                    <a:pt x="213" y="304"/>
                  </a:lnTo>
                  <a:cubicBezTo>
                    <a:pt x="243" y="304"/>
                    <a:pt x="243" y="274"/>
                    <a:pt x="274" y="274"/>
                  </a:cubicBezTo>
                  <a:cubicBezTo>
                    <a:pt x="274" y="274"/>
                    <a:pt x="274" y="243"/>
                    <a:pt x="304" y="243"/>
                  </a:cubicBezTo>
                  <a:cubicBezTo>
                    <a:pt x="304" y="213"/>
                    <a:pt x="334" y="213"/>
                    <a:pt x="334" y="152"/>
                  </a:cubicBezTo>
                  <a:cubicBezTo>
                    <a:pt x="304" y="122"/>
                    <a:pt x="304" y="91"/>
                    <a:pt x="304" y="91"/>
                  </a:cubicBezTo>
                  <a:cubicBezTo>
                    <a:pt x="304" y="61"/>
                    <a:pt x="304" y="61"/>
                    <a:pt x="274" y="61"/>
                  </a:cubicBezTo>
                  <a:lnTo>
                    <a:pt x="243" y="0"/>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72"/>
            <p:cNvSpPr/>
            <p:nvPr/>
          </p:nvSpPr>
          <p:spPr>
            <a:xfrm>
              <a:off x="1500300" y="2593025"/>
              <a:ext cx="11425" cy="8400"/>
            </a:xfrm>
            <a:custGeom>
              <a:avLst/>
              <a:gdLst/>
              <a:ahLst/>
              <a:cxnLst/>
              <a:rect l="l" t="t" r="r" b="b"/>
              <a:pathLst>
                <a:path w="457" h="336" extrusionOk="0">
                  <a:moveTo>
                    <a:pt x="243" y="1"/>
                  </a:moveTo>
                  <a:cubicBezTo>
                    <a:pt x="0" y="1"/>
                    <a:pt x="0" y="335"/>
                    <a:pt x="243" y="335"/>
                  </a:cubicBezTo>
                  <a:cubicBezTo>
                    <a:pt x="456" y="335"/>
                    <a:pt x="456" y="1"/>
                    <a:pt x="24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72"/>
            <p:cNvSpPr/>
            <p:nvPr/>
          </p:nvSpPr>
          <p:spPr>
            <a:xfrm>
              <a:off x="1487375" y="2612025"/>
              <a:ext cx="11425" cy="8400"/>
            </a:xfrm>
            <a:custGeom>
              <a:avLst/>
              <a:gdLst/>
              <a:ahLst/>
              <a:cxnLst/>
              <a:rect l="l" t="t" r="r" b="b"/>
              <a:pathLst>
                <a:path w="457" h="336" extrusionOk="0">
                  <a:moveTo>
                    <a:pt x="213" y="1"/>
                  </a:moveTo>
                  <a:cubicBezTo>
                    <a:pt x="1" y="1"/>
                    <a:pt x="1" y="335"/>
                    <a:pt x="213" y="335"/>
                  </a:cubicBezTo>
                  <a:cubicBezTo>
                    <a:pt x="456" y="335"/>
                    <a:pt x="456" y="1"/>
                    <a:pt x="21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72"/>
            <p:cNvSpPr/>
            <p:nvPr/>
          </p:nvSpPr>
          <p:spPr>
            <a:xfrm>
              <a:off x="1528400" y="2643175"/>
              <a:ext cx="11425" cy="8400"/>
            </a:xfrm>
            <a:custGeom>
              <a:avLst/>
              <a:gdLst/>
              <a:ahLst/>
              <a:cxnLst/>
              <a:rect l="l" t="t" r="r" b="b"/>
              <a:pathLst>
                <a:path w="457" h="336" extrusionOk="0">
                  <a:moveTo>
                    <a:pt x="214" y="1"/>
                  </a:moveTo>
                  <a:cubicBezTo>
                    <a:pt x="1" y="1"/>
                    <a:pt x="1" y="335"/>
                    <a:pt x="214" y="335"/>
                  </a:cubicBezTo>
                  <a:cubicBezTo>
                    <a:pt x="457" y="335"/>
                    <a:pt x="457" y="1"/>
                    <a:pt x="21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72"/>
            <p:cNvSpPr/>
            <p:nvPr/>
          </p:nvSpPr>
          <p:spPr>
            <a:xfrm>
              <a:off x="1405300" y="2697900"/>
              <a:ext cx="70700" cy="70700"/>
            </a:xfrm>
            <a:custGeom>
              <a:avLst/>
              <a:gdLst/>
              <a:ahLst/>
              <a:cxnLst/>
              <a:rect l="l" t="t" r="r" b="b"/>
              <a:pathLst>
                <a:path w="2828" h="2828" extrusionOk="0">
                  <a:moveTo>
                    <a:pt x="1399" y="0"/>
                  </a:moveTo>
                  <a:cubicBezTo>
                    <a:pt x="639" y="0"/>
                    <a:pt x="1" y="639"/>
                    <a:pt x="1" y="1399"/>
                  </a:cubicBezTo>
                  <a:cubicBezTo>
                    <a:pt x="1" y="2189"/>
                    <a:pt x="639" y="2827"/>
                    <a:pt x="1399" y="2827"/>
                  </a:cubicBezTo>
                  <a:cubicBezTo>
                    <a:pt x="2189" y="2827"/>
                    <a:pt x="2828" y="2189"/>
                    <a:pt x="2828" y="1399"/>
                  </a:cubicBezTo>
                  <a:cubicBezTo>
                    <a:pt x="2828" y="639"/>
                    <a:pt x="2189" y="0"/>
                    <a:pt x="139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72"/>
            <p:cNvSpPr/>
            <p:nvPr/>
          </p:nvSpPr>
          <p:spPr>
            <a:xfrm>
              <a:off x="1418975" y="2722225"/>
              <a:ext cx="15225" cy="11450"/>
            </a:xfrm>
            <a:custGeom>
              <a:avLst/>
              <a:gdLst/>
              <a:ahLst/>
              <a:cxnLst/>
              <a:rect l="l" t="t" r="r" b="b"/>
              <a:pathLst>
                <a:path w="609" h="458" extrusionOk="0">
                  <a:moveTo>
                    <a:pt x="305" y="0"/>
                  </a:moveTo>
                  <a:cubicBezTo>
                    <a:pt x="1" y="0"/>
                    <a:pt x="1" y="456"/>
                    <a:pt x="305" y="456"/>
                  </a:cubicBezTo>
                  <a:cubicBezTo>
                    <a:pt x="314" y="457"/>
                    <a:pt x="323" y="457"/>
                    <a:pt x="332" y="457"/>
                  </a:cubicBezTo>
                  <a:cubicBezTo>
                    <a:pt x="609" y="457"/>
                    <a:pt x="600"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72"/>
            <p:cNvSpPr/>
            <p:nvPr/>
          </p:nvSpPr>
          <p:spPr>
            <a:xfrm>
              <a:off x="1437225" y="272222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72"/>
            <p:cNvSpPr/>
            <p:nvPr/>
          </p:nvSpPr>
          <p:spPr>
            <a:xfrm>
              <a:off x="1429625" y="270702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72"/>
            <p:cNvSpPr/>
            <p:nvPr/>
          </p:nvSpPr>
          <p:spPr>
            <a:xfrm>
              <a:off x="1457750" y="272677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72"/>
            <p:cNvSpPr/>
            <p:nvPr/>
          </p:nvSpPr>
          <p:spPr>
            <a:xfrm>
              <a:off x="1430375" y="2747300"/>
              <a:ext cx="15225" cy="11425"/>
            </a:xfrm>
            <a:custGeom>
              <a:avLst/>
              <a:gdLst/>
              <a:ahLst/>
              <a:cxnLst/>
              <a:rect l="l" t="t" r="r" b="b"/>
              <a:pathLst>
                <a:path w="609" h="457" extrusionOk="0">
                  <a:moveTo>
                    <a:pt x="305" y="0"/>
                  </a:moveTo>
                  <a:cubicBezTo>
                    <a:pt x="1" y="0"/>
                    <a:pt x="1" y="456"/>
                    <a:pt x="305" y="456"/>
                  </a:cubicBezTo>
                  <a:cubicBezTo>
                    <a:pt x="609" y="456"/>
                    <a:pt x="609"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72"/>
            <p:cNvSpPr/>
            <p:nvPr/>
          </p:nvSpPr>
          <p:spPr>
            <a:xfrm>
              <a:off x="1412150" y="2741200"/>
              <a:ext cx="15200" cy="11475"/>
            </a:xfrm>
            <a:custGeom>
              <a:avLst/>
              <a:gdLst/>
              <a:ahLst/>
              <a:cxnLst/>
              <a:rect l="l" t="t" r="r" b="b"/>
              <a:pathLst>
                <a:path w="608" h="459" extrusionOk="0">
                  <a:moveTo>
                    <a:pt x="304" y="1"/>
                  </a:moveTo>
                  <a:cubicBezTo>
                    <a:pt x="0" y="1"/>
                    <a:pt x="0" y="457"/>
                    <a:pt x="304" y="457"/>
                  </a:cubicBezTo>
                  <a:cubicBezTo>
                    <a:pt x="314" y="458"/>
                    <a:pt x="322" y="458"/>
                    <a:pt x="331" y="458"/>
                  </a:cubicBezTo>
                  <a:cubicBezTo>
                    <a:pt x="608" y="458"/>
                    <a:pt x="599" y="1"/>
                    <a:pt x="30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72"/>
            <p:cNvSpPr/>
            <p:nvPr/>
          </p:nvSpPr>
          <p:spPr>
            <a:xfrm>
              <a:off x="1450900" y="2745000"/>
              <a:ext cx="15225" cy="11425"/>
            </a:xfrm>
            <a:custGeom>
              <a:avLst/>
              <a:gdLst/>
              <a:ahLst/>
              <a:cxnLst/>
              <a:rect l="l" t="t" r="r" b="b"/>
              <a:pathLst>
                <a:path w="609" h="457" extrusionOk="0">
                  <a:moveTo>
                    <a:pt x="305" y="1"/>
                  </a:moveTo>
                  <a:cubicBezTo>
                    <a:pt x="1" y="1"/>
                    <a:pt x="1" y="457"/>
                    <a:pt x="305" y="457"/>
                  </a:cubicBezTo>
                  <a:cubicBezTo>
                    <a:pt x="608" y="457"/>
                    <a:pt x="608"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72"/>
            <p:cNvSpPr/>
            <p:nvPr/>
          </p:nvSpPr>
          <p:spPr>
            <a:xfrm>
              <a:off x="1431150" y="2735900"/>
              <a:ext cx="9900" cy="7625"/>
            </a:xfrm>
            <a:custGeom>
              <a:avLst/>
              <a:gdLst/>
              <a:ahLst/>
              <a:cxnLst/>
              <a:rect l="l" t="t" r="r" b="b"/>
              <a:pathLst>
                <a:path w="396" h="305" extrusionOk="0">
                  <a:moveTo>
                    <a:pt x="183" y="0"/>
                  </a:moveTo>
                  <a:cubicBezTo>
                    <a:pt x="0" y="0"/>
                    <a:pt x="0" y="304"/>
                    <a:pt x="183" y="304"/>
                  </a:cubicBezTo>
                  <a:cubicBezTo>
                    <a:pt x="395" y="304"/>
                    <a:pt x="39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72"/>
            <p:cNvSpPr/>
            <p:nvPr/>
          </p:nvSpPr>
          <p:spPr>
            <a:xfrm>
              <a:off x="1445575" y="2735900"/>
              <a:ext cx="9900" cy="7625"/>
            </a:xfrm>
            <a:custGeom>
              <a:avLst/>
              <a:gdLst/>
              <a:ahLst/>
              <a:cxnLst/>
              <a:rect l="l" t="t" r="r" b="b"/>
              <a:pathLst>
                <a:path w="396" h="305" extrusionOk="0">
                  <a:moveTo>
                    <a:pt x="183" y="0"/>
                  </a:moveTo>
                  <a:cubicBezTo>
                    <a:pt x="1" y="0"/>
                    <a:pt x="1" y="304"/>
                    <a:pt x="183" y="304"/>
                  </a:cubicBezTo>
                  <a:cubicBezTo>
                    <a:pt x="396" y="304"/>
                    <a:pt x="396"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72"/>
            <p:cNvSpPr/>
            <p:nvPr/>
          </p:nvSpPr>
          <p:spPr>
            <a:xfrm>
              <a:off x="1454700" y="2712325"/>
              <a:ext cx="7625" cy="6875"/>
            </a:xfrm>
            <a:custGeom>
              <a:avLst/>
              <a:gdLst/>
              <a:ahLst/>
              <a:cxnLst/>
              <a:rect l="l" t="t" r="r" b="b"/>
              <a:pathLst>
                <a:path w="305" h="275" extrusionOk="0">
                  <a:moveTo>
                    <a:pt x="122" y="1"/>
                  </a:moveTo>
                  <a:cubicBezTo>
                    <a:pt x="92" y="1"/>
                    <a:pt x="92" y="1"/>
                    <a:pt x="61" y="31"/>
                  </a:cubicBezTo>
                  <a:cubicBezTo>
                    <a:pt x="1" y="31"/>
                    <a:pt x="1" y="92"/>
                    <a:pt x="1" y="92"/>
                  </a:cubicBezTo>
                  <a:lnTo>
                    <a:pt x="1" y="123"/>
                  </a:lnTo>
                  <a:lnTo>
                    <a:pt x="1" y="153"/>
                  </a:lnTo>
                  <a:lnTo>
                    <a:pt x="1" y="183"/>
                  </a:lnTo>
                  <a:lnTo>
                    <a:pt x="1" y="214"/>
                  </a:lnTo>
                  <a:lnTo>
                    <a:pt x="61" y="275"/>
                  </a:lnTo>
                  <a:lnTo>
                    <a:pt x="153" y="275"/>
                  </a:lnTo>
                  <a:cubicBezTo>
                    <a:pt x="213" y="275"/>
                    <a:pt x="213" y="214"/>
                    <a:pt x="244" y="214"/>
                  </a:cubicBezTo>
                  <a:cubicBezTo>
                    <a:pt x="244" y="214"/>
                    <a:pt x="244" y="183"/>
                    <a:pt x="274" y="183"/>
                  </a:cubicBezTo>
                  <a:cubicBezTo>
                    <a:pt x="274" y="153"/>
                    <a:pt x="304" y="153"/>
                    <a:pt x="304" y="123"/>
                  </a:cubicBezTo>
                  <a:cubicBezTo>
                    <a:pt x="244" y="123"/>
                    <a:pt x="244" y="123"/>
                    <a:pt x="244" y="92"/>
                  </a:cubicBezTo>
                  <a:cubicBezTo>
                    <a:pt x="244" y="92"/>
                    <a:pt x="244" y="31"/>
                    <a:pt x="213" y="31"/>
                  </a:cubicBezTo>
                  <a:lnTo>
                    <a:pt x="153" y="1"/>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72"/>
            <p:cNvSpPr/>
            <p:nvPr/>
          </p:nvSpPr>
          <p:spPr>
            <a:xfrm>
              <a:off x="1419750" y="2710825"/>
              <a:ext cx="9900" cy="7625"/>
            </a:xfrm>
            <a:custGeom>
              <a:avLst/>
              <a:gdLst/>
              <a:ahLst/>
              <a:cxnLst/>
              <a:rect l="l" t="t" r="r" b="b"/>
              <a:pathLst>
                <a:path w="396" h="305" extrusionOk="0">
                  <a:moveTo>
                    <a:pt x="183" y="0"/>
                  </a:moveTo>
                  <a:cubicBezTo>
                    <a:pt x="0" y="0"/>
                    <a:pt x="0" y="304"/>
                    <a:pt x="183" y="304"/>
                  </a:cubicBezTo>
                  <a:cubicBezTo>
                    <a:pt x="395" y="304"/>
                    <a:pt x="39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72"/>
            <p:cNvSpPr/>
            <p:nvPr/>
          </p:nvSpPr>
          <p:spPr>
            <a:xfrm>
              <a:off x="1408350" y="2727525"/>
              <a:ext cx="9900" cy="7625"/>
            </a:xfrm>
            <a:custGeom>
              <a:avLst/>
              <a:gdLst/>
              <a:ahLst/>
              <a:cxnLst/>
              <a:rect l="l" t="t" r="r" b="b"/>
              <a:pathLst>
                <a:path w="396" h="305" extrusionOk="0">
                  <a:moveTo>
                    <a:pt x="183" y="1"/>
                  </a:moveTo>
                  <a:cubicBezTo>
                    <a:pt x="0" y="1"/>
                    <a:pt x="0" y="305"/>
                    <a:pt x="183" y="305"/>
                  </a:cubicBezTo>
                  <a:cubicBezTo>
                    <a:pt x="396" y="305"/>
                    <a:pt x="39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72"/>
            <p:cNvSpPr/>
            <p:nvPr/>
          </p:nvSpPr>
          <p:spPr>
            <a:xfrm>
              <a:off x="1445575" y="2756400"/>
              <a:ext cx="9150" cy="7625"/>
            </a:xfrm>
            <a:custGeom>
              <a:avLst/>
              <a:gdLst/>
              <a:ahLst/>
              <a:cxnLst/>
              <a:rect l="l" t="t" r="r" b="b"/>
              <a:pathLst>
                <a:path w="366" h="305" extrusionOk="0">
                  <a:moveTo>
                    <a:pt x="183" y="1"/>
                  </a:moveTo>
                  <a:cubicBezTo>
                    <a:pt x="1" y="1"/>
                    <a:pt x="1" y="305"/>
                    <a:pt x="183" y="305"/>
                  </a:cubicBezTo>
                  <a:cubicBezTo>
                    <a:pt x="366" y="305"/>
                    <a:pt x="36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72"/>
            <p:cNvSpPr/>
            <p:nvPr/>
          </p:nvSpPr>
          <p:spPr>
            <a:xfrm>
              <a:off x="1411375" y="2581300"/>
              <a:ext cx="64625" cy="43675"/>
            </a:xfrm>
            <a:custGeom>
              <a:avLst/>
              <a:gdLst/>
              <a:ahLst/>
              <a:cxnLst/>
              <a:rect l="l" t="t" r="r" b="b"/>
              <a:pathLst>
                <a:path w="2585" h="1747" extrusionOk="0">
                  <a:moveTo>
                    <a:pt x="745" y="1"/>
                  </a:moveTo>
                  <a:cubicBezTo>
                    <a:pt x="595" y="1"/>
                    <a:pt x="444" y="70"/>
                    <a:pt x="335" y="287"/>
                  </a:cubicBezTo>
                  <a:cubicBezTo>
                    <a:pt x="1" y="956"/>
                    <a:pt x="730" y="1139"/>
                    <a:pt x="730" y="1139"/>
                  </a:cubicBezTo>
                  <a:lnTo>
                    <a:pt x="730" y="1746"/>
                  </a:lnTo>
                  <a:lnTo>
                    <a:pt x="1794" y="1746"/>
                  </a:lnTo>
                  <a:lnTo>
                    <a:pt x="1794" y="1139"/>
                  </a:lnTo>
                  <a:cubicBezTo>
                    <a:pt x="1794" y="1139"/>
                    <a:pt x="2585" y="926"/>
                    <a:pt x="2189" y="379"/>
                  </a:cubicBezTo>
                  <a:cubicBezTo>
                    <a:pt x="2038" y="164"/>
                    <a:pt x="1856" y="102"/>
                    <a:pt x="1694" y="102"/>
                  </a:cubicBezTo>
                  <a:cubicBezTo>
                    <a:pt x="1465" y="102"/>
                    <a:pt x="1278" y="227"/>
                    <a:pt x="1278" y="227"/>
                  </a:cubicBezTo>
                  <a:cubicBezTo>
                    <a:pt x="1278" y="227"/>
                    <a:pt x="1014" y="1"/>
                    <a:pt x="7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72"/>
            <p:cNvSpPr/>
            <p:nvPr/>
          </p:nvSpPr>
          <p:spPr>
            <a:xfrm>
              <a:off x="1312600" y="2729725"/>
              <a:ext cx="58525" cy="50275"/>
            </a:xfrm>
            <a:custGeom>
              <a:avLst/>
              <a:gdLst/>
              <a:ahLst/>
              <a:cxnLst/>
              <a:rect l="l" t="t" r="r" b="b"/>
              <a:pathLst>
                <a:path w="2341" h="2011" extrusionOk="0">
                  <a:moveTo>
                    <a:pt x="1443" y="0"/>
                  </a:moveTo>
                  <a:cubicBezTo>
                    <a:pt x="877" y="0"/>
                    <a:pt x="821" y="642"/>
                    <a:pt x="821" y="642"/>
                  </a:cubicBezTo>
                  <a:cubicBezTo>
                    <a:pt x="821" y="642"/>
                    <a:pt x="1" y="855"/>
                    <a:pt x="304" y="1463"/>
                  </a:cubicBezTo>
                  <a:cubicBezTo>
                    <a:pt x="426" y="1706"/>
                    <a:pt x="596" y="1779"/>
                    <a:pt x="757" y="1779"/>
                  </a:cubicBezTo>
                  <a:cubicBezTo>
                    <a:pt x="998" y="1779"/>
                    <a:pt x="1216" y="1615"/>
                    <a:pt x="1216" y="1615"/>
                  </a:cubicBezTo>
                  <a:lnTo>
                    <a:pt x="1703" y="2010"/>
                  </a:lnTo>
                  <a:lnTo>
                    <a:pt x="2341" y="1159"/>
                  </a:lnTo>
                  <a:lnTo>
                    <a:pt x="1855" y="794"/>
                  </a:lnTo>
                  <a:cubicBezTo>
                    <a:pt x="1855" y="794"/>
                    <a:pt x="2159" y="34"/>
                    <a:pt x="1520" y="4"/>
                  </a:cubicBezTo>
                  <a:cubicBezTo>
                    <a:pt x="1494" y="2"/>
                    <a:pt x="1468" y="0"/>
                    <a:pt x="14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72"/>
            <p:cNvSpPr/>
            <p:nvPr/>
          </p:nvSpPr>
          <p:spPr>
            <a:xfrm>
              <a:off x="1146500" y="3016900"/>
              <a:ext cx="218550" cy="153750"/>
            </a:xfrm>
            <a:custGeom>
              <a:avLst/>
              <a:gdLst/>
              <a:ahLst/>
              <a:cxnLst/>
              <a:rect l="l" t="t" r="r" b="b"/>
              <a:pathLst>
                <a:path w="8742" h="6150" extrusionOk="0">
                  <a:moveTo>
                    <a:pt x="6735" y="0"/>
                  </a:moveTo>
                  <a:cubicBezTo>
                    <a:pt x="5503" y="0"/>
                    <a:pt x="4395" y="1618"/>
                    <a:pt x="4395" y="1618"/>
                  </a:cubicBezTo>
                  <a:cubicBezTo>
                    <a:pt x="4395" y="1618"/>
                    <a:pt x="3340" y="1194"/>
                    <a:pt x="2325" y="1194"/>
                  </a:cubicBezTo>
                  <a:cubicBezTo>
                    <a:pt x="1558" y="1194"/>
                    <a:pt x="814" y="1436"/>
                    <a:pt x="565" y="2286"/>
                  </a:cubicBezTo>
                  <a:cubicBezTo>
                    <a:pt x="1" y="4218"/>
                    <a:pt x="1993" y="6150"/>
                    <a:pt x="4695" y="6150"/>
                  </a:cubicBezTo>
                  <a:cubicBezTo>
                    <a:pt x="4757" y="6150"/>
                    <a:pt x="4819" y="6149"/>
                    <a:pt x="4882" y="6146"/>
                  </a:cubicBezTo>
                  <a:cubicBezTo>
                    <a:pt x="7708" y="6025"/>
                    <a:pt x="8742" y="1010"/>
                    <a:pt x="7374" y="159"/>
                  </a:cubicBezTo>
                  <a:cubicBezTo>
                    <a:pt x="7161" y="47"/>
                    <a:pt x="6946" y="0"/>
                    <a:pt x="67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72"/>
            <p:cNvSpPr/>
            <p:nvPr/>
          </p:nvSpPr>
          <p:spPr>
            <a:xfrm>
              <a:off x="1202425" y="3004900"/>
              <a:ext cx="103350" cy="94250"/>
            </a:xfrm>
            <a:custGeom>
              <a:avLst/>
              <a:gdLst/>
              <a:ahLst/>
              <a:cxnLst/>
              <a:rect l="l" t="t" r="r" b="b"/>
              <a:pathLst>
                <a:path w="4134" h="3770" extrusionOk="0">
                  <a:moveTo>
                    <a:pt x="1702" y="0"/>
                  </a:moveTo>
                  <a:lnTo>
                    <a:pt x="1125" y="304"/>
                  </a:lnTo>
                  <a:lnTo>
                    <a:pt x="1429" y="1368"/>
                  </a:lnTo>
                  <a:cubicBezTo>
                    <a:pt x="1429" y="1368"/>
                    <a:pt x="213" y="1459"/>
                    <a:pt x="0" y="2006"/>
                  </a:cubicBezTo>
                  <a:cubicBezTo>
                    <a:pt x="172" y="2108"/>
                    <a:pt x="412" y="2141"/>
                    <a:pt x="655" y="2141"/>
                  </a:cubicBezTo>
                  <a:cubicBezTo>
                    <a:pt x="1142" y="2141"/>
                    <a:pt x="1641" y="2006"/>
                    <a:pt x="1642" y="2006"/>
                  </a:cubicBezTo>
                  <a:lnTo>
                    <a:pt x="1642" y="2006"/>
                  </a:lnTo>
                  <a:cubicBezTo>
                    <a:pt x="1641" y="2006"/>
                    <a:pt x="456" y="3131"/>
                    <a:pt x="882" y="3769"/>
                  </a:cubicBezTo>
                  <a:cubicBezTo>
                    <a:pt x="1733" y="3526"/>
                    <a:pt x="2189" y="2128"/>
                    <a:pt x="2189" y="2128"/>
                  </a:cubicBezTo>
                  <a:cubicBezTo>
                    <a:pt x="2189" y="2128"/>
                    <a:pt x="3261" y="2597"/>
                    <a:pt x="3873" y="2597"/>
                  </a:cubicBezTo>
                  <a:cubicBezTo>
                    <a:pt x="3975" y="2597"/>
                    <a:pt x="4064" y="2584"/>
                    <a:pt x="4134" y="2553"/>
                  </a:cubicBezTo>
                  <a:cubicBezTo>
                    <a:pt x="3556" y="1702"/>
                    <a:pt x="2736" y="1672"/>
                    <a:pt x="2736" y="1672"/>
                  </a:cubicBezTo>
                  <a:cubicBezTo>
                    <a:pt x="2736" y="1672"/>
                    <a:pt x="3830" y="1216"/>
                    <a:pt x="4134" y="578"/>
                  </a:cubicBezTo>
                  <a:cubicBezTo>
                    <a:pt x="4027" y="520"/>
                    <a:pt x="3910" y="495"/>
                    <a:pt x="3787" y="495"/>
                  </a:cubicBezTo>
                  <a:cubicBezTo>
                    <a:pt x="3067" y="495"/>
                    <a:pt x="2158" y="1338"/>
                    <a:pt x="2158" y="1338"/>
                  </a:cubicBezTo>
                  <a:lnTo>
                    <a:pt x="170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72"/>
            <p:cNvSpPr/>
            <p:nvPr/>
          </p:nvSpPr>
          <p:spPr>
            <a:xfrm>
              <a:off x="1179625" y="3096450"/>
              <a:ext cx="95775" cy="58050"/>
            </a:xfrm>
            <a:custGeom>
              <a:avLst/>
              <a:gdLst/>
              <a:ahLst/>
              <a:cxnLst/>
              <a:rect l="l" t="t" r="r" b="b"/>
              <a:pathLst>
                <a:path w="3831" h="2322" extrusionOk="0">
                  <a:moveTo>
                    <a:pt x="398" y="0"/>
                  </a:moveTo>
                  <a:cubicBezTo>
                    <a:pt x="368" y="0"/>
                    <a:pt x="337" y="5"/>
                    <a:pt x="304" y="16"/>
                  </a:cubicBezTo>
                  <a:cubicBezTo>
                    <a:pt x="122" y="77"/>
                    <a:pt x="0" y="290"/>
                    <a:pt x="61" y="442"/>
                  </a:cubicBezTo>
                  <a:cubicBezTo>
                    <a:pt x="274" y="1050"/>
                    <a:pt x="760" y="1536"/>
                    <a:pt x="1338" y="1840"/>
                  </a:cubicBezTo>
                  <a:cubicBezTo>
                    <a:pt x="1642" y="1992"/>
                    <a:pt x="2006" y="2113"/>
                    <a:pt x="2341" y="2205"/>
                  </a:cubicBezTo>
                  <a:cubicBezTo>
                    <a:pt x="2554" y="2235"/>
                    <a:pt x="2705" y="2265"/>
                    <a:pt x="2888" y="2265"/>
                  </a:cubicBezTo>
                  <a:cubicBezTo>
                    <a:pt x="3035" y="2286"/>
                    <a:pt x="3181" y="2322"/>
                    <a:pt x="3328" y="2322"/>
                  </a:cubicBezTo>
                  <a:cubicBezTo>
                    <a:pt x="3394" y="2322"/>
                    <a:pt x="3460" y="2315"/>
                    <a:pt x="3526" y="2296"/>
                  </a:cubicBezTo>
                  <a:cubicBezTo>
                    <a:pt x="3709" y="2265"/>
                    <a:pt x="3830" y="2083"/>
                    <a:pt x="3830" y="1931"/>
                  </a:cubicBezTo>
                  <a:cubicBezTo>
                    <a:pt x="3830" y="1779"/>
                    <a:pt x="3709" y="1627"/>
                    <a:pt x="3526" y="1597"/>
                  </a:cubicBezTo>
                  <a:cubicBezTo>
                    <a:pt x="3374" y="1505"/>
                    <a:pt x="3192" y="1536"/>
                    <a:pt x="3009" y="1505"/>
                  </a:cubicBezTo>
                  <a:cubicBezTo>
                    <a:pt x="2857" y="1505"/>
                    <a:pt x="2736" y="1475"/>
                    <a:pt x="2584" y="1445"/>
                  </a:cubicBezTo>
                  <a:cubicBezTo>
                    <a:pt x="2280" y="1384"/>
                    <a:pt x="1976" y="1293"/>
                    <a:pt x="1702" y="1171"/>
                  </a:cubicBezTo>
                  <a:cubicBezTo>
                    <a:pt x="1277" y="989"/>
                    <a:pt x="912" y="685"/>
                    <a:pt x="730" y="259"/>
                  </a:cubicBezTo>
                  <a:cubicBezTo>
                    <a:pt x="655" y="109"/>
                    <a:pt x="539" y="0"/>
                    <a:pt x="3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72"/>
            <p:cNvSpPr/>
            <p:nvPr/>
          </p:nvSpPr>
          <p:spPr>
            <a:xfrm>
              <a:off x="1488125" y="3000125"/>
              <a:ext cx="199875" cy="141575"/>
            </a:xfrm>
            <a:custGeom>
              <a:avLst/>
              <a:gdLst/>
              <a:ahLst/>
              <a:cxnLst/>
              <a:rect l="l" t="t" r="r" b="b"/>
              <a:pathLst>
                <a:path w="7995" h="5663" extrusionOk="0">
                  <a:moveTo>
                    <a:pt x="2494" y="1"/>
                  </a:moveTo>
                  <a:cubicBezTo>
                    <a:pt x="2184" y="1"/>
                    <a:pt x="1845" y="94"/>
                    <a:pt x="1490" y="343"/>
                  </a:cubicBezTo>
                  <a:cubicBezTo>
                    <a:pt x="1" y="1377"/>
                    <a:pt x="2068" y="2684"/>
                    <a:pt x="2068" y="2684"/>
                  </a:cubicBezTo>
                  <a:lnTo>
                    <a:pt x="1642" y="5085"/>
                  </a:lnTo>
                  <a:lnTo>
                    <a:pt x="5107" y="5662"/>
                  </a:lnTo>
                  <a:lnTo>
                    <a:pt x="5503" y="3444"/>
                  </a:lnTo>
                  <a:cubicBezTo>
                    <a:pt x="5503" y="3444"/>
                    <a:pt x="7995" y="2896"/>
                    <a:pt x="6962" y="1285"/>
                  </a:cubicBezTo>
                  <a:cubicBezTo>
                    <a:pt x="6552" y="653"/>
                    <a:pt x="6001" y="466"/>
                    <a:pt x="5493" y="466"/>
                  </a:cubicBezTo>
                  <a:cubicBezTo>
                    <a:pt x="4754" y="466"/>
                    <a:pt x="4104" y="860"/>
                    <a:pt x="4104" y="860"/>
                  </a:cubicBezTo>
                  <a:cubicBezTo>
                    <a:pt x="4104" y="860"/>
                    <a:pt x="3434" y="1"/>
                    <a:pt x="2494" y="1"/>
                  </a:cubicBezTo>
                  <a:close/>
                </a:path>
              </a:pathLst>
            </a:custGeom>
            <a:solidFill>
              <a:srgbClr val="BCB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72"/>
            <p:cNvSpPr/>
            <p:nvPr/>
          </p:nvSpPr>
          <p:spPr>
            <a:xfrm>
              <a:off x="1488125" y="3000125"/>
              <a:ext cx="199875" cy="141575"/>
            </a:xfrm>
            <a:custGeom>
              <a:avLst/>
              <a:gdLst/>
              <a:ahLst/>
              <a:cxnLst/>
              <a:rect l="l" t="t" r="r" b="b"/>
              <a:pathLst>
                <a:path w="7995" h="5663" extrusionOk="0">
                  <a:moveTo>
                    <a:pt x="2494" y="1"/>
                  </a:moveTo>
                  <a:cubicBezTo>
                    <a:pt x="2184" y="1"/>
                    <a:pt x="1845" y="94"/>
                    <a:pt x="1490" y="343"/>
                  </a:cubicBezTo>
                  <a:cubicBezTo>
                    <a:pt x="1" y="1377"/>
                    <a:pt x="2068" y="2684"/>
                    <a:pt x="2068" y="2684"/>
                  </a:cubicBezTo>
                  <a:lnTo>
                    <a:pt x="1642" y="5085"/>
                  </a:lnTo>
                  <a:lnTo>
                    <a:pt x="5107" y="5662"/>
                  </a:lnTo>
                  <a:lnTo>
                    <a:pt x="5503" y="3444"/>
                  </a:lnTo>
                  <a:cubicBezTo>
                    <a:pt x="5503" y="3444"/>
                    <a:pt x="7995" y="2896"/>
                    <a:pt x="6962" y="1285"/>
                  </a:cubicBezTo>
                  <a:cubicBezTo>
                    <a:pt x="6552" y="653"/>
                    <a:pt x="6001" y="466"/>
                    <a:pt x="5493" y="466"/>
                  </a:cubicBezTo>
                  <a:cubicBezTo>
                    <a:pt x="4754" y="466"/>
                    <a:pt x="4104" y="860"/>
                    <a:pt x="4104" y="860"/>
                  </a:cubicBezTo>
                  <a:cubicBezTo>
                    <a:pt x="4104" y="860"/>
                    <a:pt x="3434" y="1"/>
                    <a:pt x="2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72"/>
            <p:cNvSpPr/>
            <p:nvPr/>
          </p:nvSpPr>
          <p:spPr>
            <a:xfrm>
              <a:off x="1527650" y="3015525"/>
              <a:ext cx="126175" cy="109450"/>
            </a:xfrm>
            <a:custGeom>
              <a:avLst/>
              <a:gdLst/>
              <a:ahLst/>
              <a:cxnLst/>
              <a:rect l="l" t="t" r="r" b="b"/>
              <a:pathLst>
                <a:path w="5047" h="4378" extrusionOk="0">
                  <a:moveTo>
                    <a:pt x="1125" y="1"/>
                  </a:moveTo>
                  <a:cubicBezTo>
                    <a:pt x="852" y="1"/>
                    <a:pt x="578" y="122"/>
                    <a:pt x="365" y="274"/>
                  </a:cubicBezTo>
                  <a:cubicBezTo>
                    <a:pt x="122" y="426"/>
                    <a:pt x="1" y="609"/>
                    <a:pt x="1" y="791"/>
                  </a:cubicBezTo>
                  <a:cubicBezTo>
                    <a:pt x="1" y="1247"/>
                    <a:pt x="669" y="1733"/>
                    <a:pt x="882" y="1885"/>
                  </a:cubicBezTo>
                  <a:lnTo>
                    <a:pt x="1004" y="1976"/>
                  </a:lnTo>
                  <a:lnTo>
                    <a:pt x="669" y="3983"/>
                  </a:lnTo>
                  <a:lnTo>
                    <a:pt x="3162" y="4378"/>
                  </a:lnTo>
                  <a:lnTo>
                    <a:pt x="3526" y="2493"/>
                  </a:lnTo>
                  <a:lnTo>
                    <a:pt x="3678" y="2463"/>
                  </a:lnTo>
                  <a:cubicBezTo>
                    <a:pt x="3982" y="2432"/>
                    <a:pt x="4742" y="2128"/>
                    <a:pt x="4925" y="1673"/>
                  </a:cubicBezTo>
                  <a:cubicBezTo>
                    <a:pt x="5046" y="1429"/>
                    <a:pt x="4955" y="1217"/>
                    <a:pt x="4803" y="943"/>
                  </a:cubicBezTo>
                  <a:cubicBezTo>
                    <a:pt x="4529" y="518"/>
                    <a:pt x="4195" y="335"/>
                    <a:pt x="3739" y="335"/>
                  </a:cubicBezTo>
                  <a:cubicBezTo>
                    <a:pt x="3162" y="335"/>
                    <a:pt x="2645" y="669"/>
                    <a:pt x="2645" y="669"/>
                  </a:cubicBezTo>
                  <a:lnTo>
                    <a:pt x="2432" y="791"/>
                  </a:lnTo>
                  <a:lnTo>
                    <a:pt x="2341" y="639"/>
                  </a:lnTo>
                  <a:cubicBezTo>
                    <a:pt x="2341" y="639"/>
                    <a:pt x="1855" y="1"/>
                    <a:pt x="11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72"/>
            <p:cNvSpPr/>
            <p:nvPr/>
          </p:nvSpPr>
          <p:spPr>
            <a:xfrm>
              <a:off x="1558800" y="3068900"/>
              <a:ext cx="53975" cy="28725"/>
            </a:xfrm>
            <a:custGeom>
              <a:avLst/>
              <a:gdLst/>
              <a:ahLst/>
              <a:cxnLst/>
              <a:rect l="l" t="t" r="r" b="b"/>
              <a:pathLst>
                <a:path w="2159" h="1149" extrusionOk="0">
                  <a:moveTo>
                    <a:pt x="509" y="0"/>
                  </a:moveTo>
                  <a:cubicBezTo>
                    <a:pt x="480" y="0"/>
                    <a:pt x="451" y="8"/>
                    <a:pt x="426" y="24"/>
                  </a:cubicBezTo>
                  <a:cubicBezTo>
                    <a:pt x="396" y="24"/>
                    <a:pt x="365" y="24"/>
                    <a:pt x="335" y="115"/>
                  </a:cubicBezTo>
                  <a:lnTo>
                    <a:pt x="62" y="358"/>
                  </a:lnTo>
                  <a:cubicBezTo>
                    <a:pt x="1" y="449"/>
                    <a:pt x="1" y="571"/>
                    <a:pt x="62" y="632"/>
                  </a:cubicBezTo>
                  <a:cubicBezTo>
                    <a:pt x="83" y="653"/>
                    <a:pt x="150" y="675"/>
                    <a:pt x="209" y="675"/>
                  </a:cubicBezTo>
                  <a:cubicBezTo>
                    <a:pt x="233" y="675"/>
                    <a:pt x="256" y="671"/>
                    <a:pt x="274" y="662"/>
                  </a:cubicBezTo>
                  <a:cubicBezTo>
                    <a:pt x="343" y="731"/>
                    <a:pt x="428" y="765"/>
                    <a:pt x="492" y="765"/>
                  </a:cubicBezTo>
                  <a:cubicBezTo>
                    <a:pt x="514" y="765"/>
                    <a:pt x="533" y="761"/>
                    <a:pt x="548" y="753"/>
                  </a:cubicBezTo>
                  <a:cubicBezTo>
                    <a:pt x="578" y="875"/>
                    <a:pt x="700" y="936"/>
                    <a:pt x="821" y="936"/>
                  </a:cubicBezTo>
                  <a:cubicBezTo>
                    <a:pt x="892" y="989"/>
                    <a:pt x="973" y="1021"/>
                    <a:pt x="1040" y="1021"/>
                  </a:cubicBezTo>
                  <a:cubicBezTo>
                    <a:pt x="1089" y="1021"/>
                    <a:pt x="1130" y="1004"/>
                    <a:pt x="1156" y="966"/>
                  </a:cubicBezTo>
                  <a:cubicBezTo>
                    <a:pt x="1213" y="1062"/>
                    <a:pt x="1320" y="1122"/>
                    <a:pt x="1421" y="1122"/>
                  </a:cubicBezTo>
                  <a:cubicBezTo>
                    <a:pt x="1480" y="1122"/>
                    <a:pt x="1537" y="1102"/>
                    <a:pt x="1581" y="1057"/>
                  </a:cubicBezTo>
                  <a:cubicBezTo>
                    <a:pt x="1642" y="1118"/>
                    <a:pt x="1718" y="1149"/>
                    <a:pt x="1794" y="1149"/>
                  </a:cubicBezTo>
                  <a:cubicBezTo>
                    <a:pt x="1870" y="1149"/>
                    <a:pt x="1946" y="1118"/>
                    <a:pt x="2007" y="1057"/>
                  </a:cubicBezTo>
                  <a:cubicBezTo>
                    <a:pt x="2128" y="936"/>
                    <a:pt x="2159" y="693"/>
                    <a:pt x="2037" y="601"/>
                  </a:cubicBezTo>
                  <a:cubicBezTo>
                    <a:pt x="2007" y="571"/>
                    <a:pt x="1916" y="510"/>
                    <a:pt x="1885" y="449"/>
                  </a:cubicBezTo>
                  <a:lnTo>
                    <a:pt x="1855" y="419"/>
                  </a:lnTo>
                  <a:cubicBezTo>
                    <a:pt x="1855" y="358"/>
                    <a:pt x="1824" y="358"/>
                    <a:pt x="1824" y="328"/>
                  </a:cubicBezTo>
                  <a:cubicBezTo>
                    <a:pt x="1733" y="206"/>
                    <a:pt x="1672" y="176"/>
                    <a:pt x="1551" y="176"/>
                  </a:cubicBezTo>
                  <a:cubicBezTo>
                    <a:pt x="1496" y="102"/>
                    <a:pt x="1418" y="62"/>
                    <a:pt x="1345" y="62"/>
                  </a:cubicBezTo>
                  <a:cubicBezTo>
                    <a:pt x="1298" y="62"/>
                    <a:pt x="1253" y="79"/>
                    <a:pt x="1217" y="115"/>
                  </a:cubicBezTo>
                  <a:cubicBezTo>
                    <a:pt x="1156" y="145"/>
                    <a:pt x="1125" y="145"/>
                    <a:pt x="1095" y="176"/>
                  </a:cubicBezTo>
                  <a:cubicBezTo>
                    <a:pt x="1065" y="176"/>
                    <a:pt x="1004" y="145"/>
                    <a:pt x="973" y="145"/>
                  </a:cubicBezTo>
                  <a:cubicBezTo>
                    <a:pt x="943" y="145"/>
                    <a:pt x="913" y="145"/>
                    <a:pt x="852" y="176"/>
                  </a:cubicBezTo>
                  <a:cubicBezTo>
                    <a:pt x="821" y="145"/>
                    <a:pt x="730" y="145"/>
                    <a:pt x="700" y="145"/>
                  </a:cubicBezTo>
                  <a:cubicBezTo>
                    <a:pt x="678" y="56"/>
                    <a:pt x="590" y="0"/>
                    <a:pt x="509" y="0"/>
                  </a:cubicBezTo>
                  <a:close/>
                </a:path>
              </a:pathLst>
            </a:custGeom>
            <a:solidFill>
              <a:srgbClr val="747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72"/>
            <p:cNvSpPr/>
            <p:nvPr/>
          </p:nvSpPr>
          <p:spPr>
            <a:xfrm>
              <a:off x="1539800" y="3021325"/>
              <a:ext cx="25100" cy="24625"/>
            </a:xfrm>
            <a:custGeom>
              <a:avLst/>
              <a:gdLst/>
              <a:ahLst/>
              <a:cxnLst/>
              <a:rect l="l" t="t" r="r" b="b"/>
              <a:pathLst>
                <a:path w="1004" h="985" extrusionOk="0">
                  <a:moveTo>
                    <a:pt x="607" y="1"/>
                  </a:moveTo>
                  <a:cubicBezTo>
                    <a:pt x="459" y="1"/>
                    <a:pt x="328" y="35"/>
                    <a:pt x="214" y="103"/>
                  </a:cubicBezTo>
                  <a:cubicBezTo>
                    <a:pt x="153" y="134"/>
                    <a:pt x="62" y="225"/>
                    <a:pt x="31" y="286"/>
                  </a:cubicBezTo>
                  <a:cubicBezTo>
                    <a:pt x="1" y="316"/>
                    <a:pt x="1" y="377"/>
                    <a:pt x="1" y="437"/>
                  </a:cubicBezTo>
                  <a:lnTo>
                    <a:pt x="1" y="559"/>
                  </a:lnTo>
                  <a:lnTo>
                    <a:pt x="1" y="681"/>
                  </a:lnTo>
                  <a:lnTo>
                    <a:pt x="1" y="711"/>
                  </a:lnTo>
                  <a:cubicBezTo>
                    <a:pt x="1" y="741"/>
                    <a:pt x="31" y="772"/>
                    <a:pt x="62" y="863"/>
                  </a:cubicBezTo>
                  <a:cubicBezTo>
                    <a:pt x="92" y="893"/>
                    <a:pt x="183" y="924"/>
                    <a:pt x="214" y="985"/>
                  </a:cubicBezTo>
                  <a:lnTo>
                    <a:pt x="274" y="985"/>
                  </a:lnTo>
                  <a:cubicBezTo>
                    <a:pt x="335" y="985"/>
                    <a:pt x="366" y="985"/>
                    <a:pt x="366" y="924"/>
                  </a:cubicBezTo>
                  <a:cubicBezTo>
                    <a:pt x="396" y="924"/>
                    <a:pt x="426" y="893"/>
                    <a:pt x="487" y="863"/>
                  </a:cubicBezTo>
                  <a:cubicBezTo>
                    <a:pt x="487" y="833"/>
                    <a:pt x="518" y="772"/>
                    <a:pt x="518" y="741"/>
                  </a:cubicBezTo>
                  <a:cubicBezTo>
                    <a:pt x="518" y="711"/>
                    <a:pt x="518" y="681"/>
                    <a:pt x="487" y="620"/>
                  </a:cubicBezTo>
                  <a:lnTo>
                    <a:pt x="791" y="620"/>
                  </a:lnTo>
                  <a:cubicBezTo>
                    <a:pt x="822" y="620"/>
                    <a:pt x="882" y="589"/>
                    <a:pt x="943" y="559"/>
                  </a:cubicBezTo>
                  <a:cubicBezTo>
                    <a:pt x="974" y="529"/>
                    <a:pt x="1004" y="437"/>
                    <a:pt x="1004" y="407"/>
                  </a:cubicBezTo>
                  <a:cubicBezTo>
                    <a:pt x="974" y="225"/>
                    <a:pt x="974" y="134"/>
                    <a:pt x="913" y="103"/>
                  </a:cubicBezTo>
                  <a:lnTo>
                    <a:pt x="852" y="73"/>
                  </a:lnTo>
                  <a:cubicBezTo>
                    <a:pt x="822" y="12"/>
                    <a:pt x="791" y="12"/>
                    <a:pt x="761" y="12"/>
                  </a:cubicBezTo>
                  <a:cubicBezTo>
                    <a:pt x="708" y="4"/>
                    <a:pt x="656" y="1"/>
                    <a:pt x="6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72"/>
            <p:cNvSpPr/>
            <p:nvPr/>
          </p:nvSpPr>
          <p:spPr>
            <a:xfrm>
              <a:off x="1616550" y="3037750"/>
              <a:ext cx="24350" cy="22650"/>
            </a:xfrm>
            <a:custGeom>
              <a:avLst/>
              <a:gdLst/>
              <a:ahLst/>
              <a:cxnLst/>
              <a:rect l="l" t="t" r="r" b="b"/>
              <a:pathLst>
                <a:path w="974" h="906" extrusionOk="0">
                  <a:moveTo>
                    <a:pt x="320" y="1"/>
                  </a:moveTo>
                  <a:cubicBezTo>
                    <a:pt x="267" y="1"/>
                    <a:pt x="214" y="8"/>
                    <a:pt x="153" y="24"/>
                  </a:cubicBezTo>
                  <a:cubicBezTo>
                    <a:pt x="122" y="24"/>
                    <a:pt x="31" y="54"/>
                    <a:pt x="31" y="84"/>
                  </a:cubicBezTo>
                  <a:cubicBezTo>
                    <a:pt x="1" y="145"/>
                    <a:pt x="1" y="176"/>
                    <a:pt x="1" y="206"/>
                  </a:cubicBezTo>
                  <a:cubicBezTo>
                    <a:pt x="1" y="236"/>
                    <a:pt x="31" y="297"/>
                    <a:pt x="31" y="328"/>
                  </a:cubicBezTo>
                  <a:cubicBezTo>
                    <a:pt x="62" y="358"/>
                    <a:pt x="92" y="388"/>
                    <a:pt x="183" y="388"/>
                  </a:cubicBezTo>
                  <a:lnTo>
                    <a:pt x="244" y="388"/>
                  </a:lnTo>
                  <a:cubicBezTo>
                    <a:pt x="305" y="388"/>
                    <a:pt x="305" y="388"/>
                    <a:pt x="335" y="449"/>
                  </a:cubicBezTo>
                  <a:cubicBezTo>
                    <a:pt x="366" y="449"/>
                    <a:pt x="366" y="480"/>
                    <a:pt x="396" y="480"/>
                  </a:cubicBezTo>
                  <a:lnTo>
                    <a:pt x="487" y="540"/>
                  </a:lnTo>
                  <a:cubicBezTo>
                    <a:pt x="487" y="601"/>
                    <a:pt x="518" y="601"/>
                    <a:pt x="518" y="632"/>
                  </a:cubicBezTo>
                  <a:cubicBezTo>
                    <a:pt x="518" y="662"/>
                    <a:pt x="518" y="662"/>
                    <a:pt x="548" y="692"/>
                  </a:cubicBezTo>
                  <a:lnTo>
                    <a:pt x="548" y="753"/>
                  </a:lnTo>
                  <a:cubicBezTo>
                    <a:pt x="548" y="784"/>
                    <a:pt x="609" y="814"/>
                    <a:pt x="609" y="814"/>
                  </a:cubicBezTo>
                  <a:cubicBezTo>
                    <a:pt x="639" y="905"/>
                    <a:pt x="700" y="905"/>
                    <a:pt x="761" y="905"/>
                  </a:cubicBezTo>
                  <a:cubicBezTo>
                    <a:pt x="821" y="905"/>
                    <a:pt x="913" y="844"/>
                    <a:pt x="913" y="814"/>
                  </a:cubicBezTo>
                  <a:cubicBezTo>
                    <a:pt x="943" y="784"/>
                    <a:pt x="943" y="753"/>
                    <a:pt x="943" y="662"/>
                  </a:cubicBezTo>
                  <a:cubicBezTo>
                    <a:pt x="973" y="632"/>
                    <a:pt x="973" y="601"/>
                    <a:pt x="973" y="601"/>
                  </a:cubicBezTo>
                  <a:cubicBezTo>
                    <a:pt x="973" y="510"/>
                    <a:pt x="943" y="449"/>
                    <a:pt x="913" y="388"/>
                  </a:cubicBezTo>
                  <a:cubicBezTo>
                    <a:pt x="882" y="328"/>
                    <a:pt x="791" y="236"/>
                    <a:pt x="761" y="176"/>
                  </a:cubicBezTo>
                  <a:cubicBezTo>
                    <a:pt x="670" y="84"/>
                    <a:pt x="578" y="54"/>
                    <a:pt x="487" y="24"/>
                  </a:cubicBezTo>
                  <a:cubicBezTo>
                    <a:pt x="426" y="8"/>
                    <a:pt x="373"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72"/>
            <p:cNvSpPr/>
            <p:nvPr/>
          </p:nvSpPr>
          <p:spPr>
            <a:xfrm>
              <a:off x="1529925" y="3020925"/>
              <a:ext cx="196850" cy="150400"/>
            </a:xfrm>
            <a:custGeom>
              <a:avLst/>
              <a:gdLst/>
              <a:ahLst/>
              <a:cxnLst/>
              <a:rect l="l" t="t" r="r" b="b"/>
              <a:pathLst>
                <a:path w="7874" h="6016" extrusionOk="0">
                  <a:moveTo>
                    <a:pt x="5360" y="0"/>
                  </a:moveTo>
                  <a:cubicBezTo>
                    <a:pt x="4275" y="0"/>
                    <a:pt x="3527" y="1122"/>
                    <a:pt x="3527" y="1122"/>
                  </a:cubicBezTo>
                  <a:cubicBezTo>
                    <a:pt x="3527" y="1122"/>
                    <a:pt x="3020" y="851"/>
                    <a:pt x="2412" y="851"/>
                  </a:cubicBezTo>
                  <a:cubicBezTo>
                    <a:pt x="1905" y="851"/>
                    <a:pt x="1327" y="1039"/>
                    <a:pt x="913" y="1730"/>
                  </a:cubicBezTo>
                  <a:cubicBezTo>
                    <a:pt x="1" y="3250"/>
                    <a:pt x="2432" y="3645"/>
                    <a:pt x="2432" y="3645"/>
                  </a:cubicBezTo>
                  <a:lnTo>
                    <a:pt x="3040" y="6016"/>
                  </a:lnTo>
                  <a:lnTo>
                    <a:pt x="6414" y="5104"/>
                  </a:lnTo>
                  <a:lnTo>
                    <a:pt x="5897" y="2885"/>
                  </a:lnTo>
                  <a:cubicBezTo>
                    <a:pt x="5897" y="2885"/>
                    <a:pt x="7873" y="1335"/>
                    <a:pt x="6323" y="302"/>
                  </a:cubicBezTo>
                  <a:cubicBezTo>
                    <a:pt x="5982" y="85"/>
                    <a:pt x="5658" y="0"/>
                    <a:pt x="5360" y="0"/>
                  </a:cubicBezTo>
                  <a:close/>
                </a:path>
              </a:pathLst>
            </a:custGeom>
            <a:solidFill>
              <a:srgbClr val="BCB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72"/>
            <p:cNvSpPr/>
            <p:nvPr/>
          </p:nvSpPr>
          <p:spPr>
            <a:xfrm>
              <a:off x="1529925" y="3020925"/>
              <a:ext cx="196850" cy="150400"/>
            </a:xfrm>
            <a:custGeom>
              <a:avLst/>
              <a:gdLst/>
              <a:ahLst/>
              <a:cxnLst/>
              <a:rect l="l" t="t" r="r" b="b"/>
              <a:pathLst>
                <a:path w="7874" h="6016" extrusionOk="0">
                  <a:moveTo>
                    <a:pt x="5360" y="0"/>
                  </a:moveTo>
                  <a:cubicBezTo>
                    <a:pt x="4275" y="0"/>
                    <a:pt x="3527" y="1122"/>
                    <a:pt x="3527" y="1122"/>
                  </a:cubicBezTo>
                  <a:cubicBezTo>
                    <a:pt x="3527" y="1122"/>
                    <a:pt x="3020" y="851"/>
                    <a:pt x="2412" y="851"/>
                  </a:cubicBezTo>
                  <a:cubicBezTo>
                    <a:pt x="1905" y="851"/>
                    <a:pt x="1327" y="1039"/>
                    <a:pt x="913" y="1730"/>
                  </a:cubicBezTo>
                  <a:cubicBezTo>
                    <a:pt x="1" y="3250"/>
                    <a:pt x="2432" y="3645"/>
                    <a:pt x="2432" y="3645"/>
                  </a:cubicBezTo>
                  <a:lnTo>
                    <a:pt x="3040" y="6016"/>
                  </a:lnTo>
                  <a:lnTo>
                    <a:pt x="6414" y="5104"/>
                  </a:lnTo>
                  <a:lnTo>
                    <a:pt x="5897" y="2885"/>
                  </a:lnTo>
                  <a:cubicBezTo>
                    <a:pt x="5897" y="2885"/>
                    <a:pt x="7873" y="1335"/>
                    <a:pt x="6323" y="302"/>
                  </a:cubicBezTo>
                  <a:cubicBezTo>
                    <a:pt x="5982" y="85"/>
                    <a:pt x="5658" y="0"/>
                    <a:pt x="5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72"/>
            <p:cNvSpPr/>
            <p:nvPr/>
          </p:nvSpPr>
          <p:spPr>
            <a:xfrm>
              <a:off x="1564875" y="3036975"/>
              <a:ext cx="124650" cy="116875"/>
            </a:xfrm>
            <a:custGeom>
              <a:avLst/>
              <a:gdLst/>
              <a:ahLst/>
              <a:cxnLst/>
              <a:rect l="l" t="t" r="r" b="b"/>
              <a:pathLst>
                <a:path w="4986" h="4675" extrusionOk="0">
                  <a:moveTo>
                    <a:pt x="3823" y="0"/>
                  </a:moveTo>
                  <a:cubicBezTo>
                    <a:pt x="3658" y="0"/>
                    <a:pt x="3491" y="40"/>
                    <a:pt x="3314" y="115"/>
                  </a:cubicBezTo>
                  <a:cubicBezTo>
                    <a:pt x="2797" y="359"/>
                    <a:pt x="2433" y="875"/>
                    <a:pt x="2433" y="875"/>
                  </a:cubicBezTo>
                  <a:lnTo>
                    <a:pt x="2311" y="1088"/>
                  </a:lnTo>
                  <a:lnTo>
                    <a:pt x="2129" y="967"/>
                  </a:lnTo>
                  <a:cubicBezTo>
                    <a:pt x="2129" y="967"/>
                    <a:pt x="1748" y="760"/>
                    <a:pt x="1296" y="760"/>
                  </a:cubicBezTo>
                  <a:cubicBezTo>
                    <a:pt x="1122" y="760"/>
                    <a:pt x="938" y="791"/>
                    <a:pt x="761" y="875"/>
                  </a:cubicBezTo>
                  <a:cubicBezTo>
                    <a:pt x="548" y="997"/>
                    <a:pt x="366" y="1149"/>
                    <a:pt x="183" y="1422"/>
                  </a:cubicBezTo>
                  <a:cubicBezTo>
                    <a:pt x="31" y="1666"/>
                    <a:pt x="1" y="1878"/>
                    <a:pt x="92" y="2061"/>
                  </a:cubicBezTo>
                  <a:cubicBezTo>
                    <a:pt x="274" y="2426"/>
                    <a:pt x="1065" y="2669"/>
                    <a:pt x="1338" y="2699"/>
                  </a:cubicBezTo>
                  <a:lnTo>
                    <a:pt x="1490" y="2729"/>
                  </a:lnTo>
                  <a:lnTo>
                    <a:pt x="2037" y="4675"/>
                  </a:lnTo>
                  <a:lnTo>
                    <a:pt x="4499" y="4006"/>
                  </a:lnTo>
                  <a:lnTo>
                    <a:pt x="4044" y="2182"/>
                  </a:lnTo>
                  <a:lnTo>
                    <a:pt x="4165" y="2091"/>
                  </a:lnTo>
                  <a:cubicBezTo>
                    <a:pt x="4378" y="1909"/>
                    <a:pt x="4986" y="1331"/>
                    <a:pt x="4955" y="845"/>
                  </a:cubicBezTo>
                  <a:cubicBezTo>
                    <a:pt x="4955" y="632"/>
                    <a:pt x="4803" y="419"/>
                    <a:pt x="4530" y="237"/>
                  </a:cubicBezTo>
                  <a:cubicBezTo>
                    <a:pt x="4281" y="77"/>
                    <a:pt x="4054" y="0"/>
                    <a:pt x="38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72"/>
            <p:cNvSpPr/>
            <p:nvPr/>
          </p:nvSpPr>
          <p:spPr>
            <a:xfrm>
              <a:off x="1613525" y="3093600"/>
              <a:ext cx="53200" cy="27475"/>
            </a:xfrm>
            <a:custGeom>
              <a:avLst/>
              <a:gdLst/>
              <a:ahLst/>
              <a:cxnLst/>
              <a:rect l="l" t="t" r="r" b="b"/>
              <a:pathLst>
                <a:path w="2128" h="1099" extrusionOk="0">
                  <a:moveTo>
                    <a:pt x="1459" y="1"/>
                  </a:moveTo>
                  <a:cubicBezTo>
                    <a:pt x="1406" y="1"/>
                    <a:pt x="1353" y="24"/>
                    <a:pt x="1307" y="69"/>
                  </a:cubicBezTo>
                  <a:cubicBezTo>
                    <a:pt x="1259" y="33"/>
                    <a:pt x="1202" y="16"/>
                    <a:pt x="1146" y="16"/>
                  </a:cubicBezTo>
                  <a:cubicBezTo>
                    <a:pt x="1061" y="16"/>
                    <a:pt x="979" y="56"/>
                    <a:pt x="942" y="130"/>
                  </a:cubicBezTo>
                  <a:cubicBezTo>
                    <a:pt x="912" y="161"/>
                    <a:pt x="912" y="221"/>
                    <a:pt x="882" y="252"/>
                  </a:cubicBezTo>
                  <a:cubicBezTo>
                    <a:pt x="851" y="252"/>
                    <a:pt x="791" y="252"/>
                    <a:pt x="760" y="282"/>
                  </a:cubicBezTo>
                  <a:cubicBezTo>
                    <a:pt x="730" y="282"/>
                    <a:pt x="699" y="343"/>
                    <a:pt x="699" y="373"/>
                  </a:cubicBezTo>
                  <a:lnTo>
                    <a:pt x="547" y="373"/>
                  </a:lnTo>
                  <a:cubicBezTo>
                    <a:pt x="502" y="328"/>
                    <a:pt x="441" y="305"/>
                    <a:pt x="384" y="305"/>
                  </a:cubicBezTo>
                  <a:cubicBezTo>
                    <a:pt x="327" y="305"/>
                    <a:pt x="274" y="328"/>
                    <a:pt x="243" y="373"/>
                  </a:cubicBezTo>
                  <a:cubicBezTo>
                    <a:pt x="183" y="373"/>
                    <a:pt x="152" y="404"/>
                    <a:pt x="152" y="464"/>
                  </a:cubicBezTo>
                  <a:lnTo>
                    <a:pt x="31" y="829"/>
                  </a:lnTo>
                  <a:cubicBezTo>
                    <a:pt x="0" y="920"/>
                    <a:pt x="31" y="1042"/>
                    <a:pt x="152" y="1072"/>
                  </a:cubicBezTo>
                  <a:cubicBezTo>
                    <a:pt x="180" y="1091"/>
                    <a:pt x="206" y="1098"/>
                    <a:pt x="230" y="1098"/>
                  </a:cubicBezTo>
                  <a:cubicBezTo>
                    <a:pt x="284" y="1098"/>
                    <a:pt x="332" y="1063"/>
                    <a:pt x="395" y="1042"/>
                  </a:cubicBezTo>
                  <a:cubicBezTo>
                    <a:pt x="429" y="1053"/>
                    <a:pt x="466" y="1060"/>
                    <a:pt x="502" y="1060"/>
                  </a:cubicBezTo>
                  <a:cubicBezTo>
                    <a:pt x="563" y="1060"/>
                    <a:pt x="619" y="1039"/>
                    <a:pt x="639" y="981"/>
                  </a:cubicBezTo>
                  <a:cubicBezTo>
                    <a:pt x="695" y="1019"/>
                    <a:pt x="774" y="1045"/>
                    <a:pt x="856" y="1045"/>
                  </a:cubicBezTo>
                  <a:cubicBezTo>
                    <a:pt x="906" y="1045"/>
                    <a:pt x="957" y="1035"/>
                    <a:pt x="1003" y="1012"/>
                  </a:cubicBezTo>
                  <a:cubicBezTo>
                    <a:pt x="1025" y="1019"/>
                    <a:pt x="1050" y="1023"/>
                    <a:pt x="1076" y="1023"/>
                  </a:cubicBezTo>
                  <a:cubicBezTo>
                    <a:pt x="1163" y="1023"/>
                    <a:pt x="1268" y="983"/>
                    <a:pt x="1338" y="890"/>
                  </a:cubicBezTo>
                  <a:cubicBezTo>
                    <a:pt x="1377" y="919"/>
                    <a:pt x="1425" y="933"/>
                    <a:pt x="1476" y="933"/>
                  </a:cubicBezTo>
                  <a:cubicBezTo>
                    <a:pt x="1583" y="933"/>
                    <a:pt x="1701" y="872"/>
                    <a:pt x="1763" y="768"/>
                  </a:cubicBezTo>
                  <a:cubicBezTo>
                    <a:pt x="1801" y="784"/>
                    <a:pt x="1841" y="791"/>
                    <a:pt x="1880" y="791"/>
                  </a:cubicBezTo>
                  <a:cubicBezTo>
                    <a:pt x="1997" y="791"/>
                    <a:pt x="2105" y="723"/>
                    <a:pt x="2128" y="586"/>
                  </a:cubicBezTo>
                  <a:cubicBezTo>
                    <a:pt x="2128" y="434"/>
                    <a:pt x="2098" y="252"/>
                    <a:pt x="1915" y="221"/>
                  </a:cubicBezTo>
                  <a:cubicBezTo>
                    <a:pt x="1824" y="221"/>
                    <a:pt x="1794" y="161"/>
                    <a:pt x="1702" y="130"/>
                  </a:cubicBezTo>
                  <a:lnTo>
                    <a:pt x="1672" y="100"/>
                  </a:lnTo>
                  <a:cubicBezTo>
                    <a:pt x="1642" y="100"/>
                    <a:pt x="1642" y="69"/>
                    <a:pt x="1611" y="69"/>
                  </a:cubicBezTo>
                  <a:cubicBezTo>
                    <a:pt x="1566" y="24"/>
                    <a:pt x="1512" y="1"/>
                    <a:pt x="145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72"/>
            <p:cNvSpPr/>
            <p:nvPr/>
          </p:nvSpPr>
          <p:spPr>
            <a:xfrm>
              <a:off x="1575525" y="3064175"/>
              <a:ext cx="22825" cy="27375"/>
            </a:xfrm>
            <a:custGeom>
              <a:avLst/>
              <a:gdLst/>
              <a:ahLst/>
              <a:cxnLst/>
              <a:rect l="l" t="t" r="r" b="b"/>
              <a:pathLst>
                <a:path w="913" h="1095" extrusionOk="0">
                  <a:moveTo>
                    <a:pt x="700" y="0"/>
                  </a:moveTo>
                  <a:cubicBezTo>
                    <a:pt x="639" y="0"/>
                    <a:pt x="608" y="0"/>
                    <a:pt x="578" y="30"/>
                  </a:cubicBezTo>
                  <a:cubicBezTo>
                    <a:pt x="365" y="91"/>
                    <a:pt x="213" y="182"/>
                    <a:pt x="122" y="334"/>
                  </a:cubicBezTo>
                  <a:cubicBezTo>
                    <a:pt x="92" y="395"/>
                    <a:pt x="31" y="486"/>
                    <a:pt x="0" y="608"/>
                  </a:cubicBezTo>
                  <a:lnTo>
                    <a:pt x="0" y="760"/>
                  </a:lnTo>
                  <a:cubicBezTo>
                    <a:pt x="0" y="790"/>
                    <a:pt x="0" y="821"/>
                    <a:pt x="31" y="851"/>
                  </a:cubicBezTo>
                  <a:cubicBezTo>
                    <a:pt x="31" y="912"/>
                    <a:pt x="61" y="942"/>
                    <a:pt x="61" y="942"/>
                  </a:cubicBezTo>
                  <a:cubicBezTo>
                    <a:pt x="61" y="942"/>
                    <a:pt x="61" y="973"/>
                    <a:pt x="122" y="973"/>
                  </a:cubicBezTo>
                  <a:cubicBezTo>
                    <a:pt x="152" y="1003"/>
                    <a:pt x="183" y="1064"/>
                    <a:pt x="213" y="1064"/>
                  </a:cubicBezTo>
                  <a:cubicBezTo>
                    <a:pt x="304" y="1094"/>
                    <a:pt x="335" y="1094"/>
                    <a:pt x="426" y="1094"/>
                  </a:cubicBezTo>
                  <a:lnTo>
                    <a:pt x="487" y="1094"/>
                  </a:lnTo>
                  <a:cubicBezTo>
                    <a:pt x="517" y="1094"/>
                    <a:pt x="517" y="1064"/>
                    <a:pt x="578" y="1064"/>
                  </a:cubicBezTo>
                  <a:cubicBezTo>
                    <a:pt x="608" y="1003"/>
                    <a:pt x="608" y="973"/>
                    <a:pt x="639" y="942"/>
                  </a:cubicBezTo>
                  <a:cubicBezTo>
                    <a:pt x="639" y="882"/>
                    <a:pt x="639" y="851"/>
                    <a:pt x="608" y="821"/>
                  </a:cubicBezTo>
                  <a:cubicBezTo>
                    <a:pt x="608" y="790"/>
                    <a:pt x="578" y="760"/>
                    <a:pt x="517" y="760"/>
                  </a:cubicBezTo>
                  <a:lnTo>
                    <a:pt x="517" y="699"/>
                  </a:lnTo>
                  <a:lnTo>
                    <a:pt x="578" y="669"/>
                  </a:lnTo>
                  <a:cubicBezTo>
                    <a:pt x="639" y="638"/>
                    <a:pt x="669" y="578"/>
                    <a:pt x="760" y="578"/>
                  </a:cubicBezTo>
                  <a:cubicBezTo>
                    <a:pt x="791" y="547"/>
                    <a:pt x="882" y="517"/>
                    <a:pt x="882" y="486"/>
                  </a:cubicBezTo>
                  <a:cubicBezTo>
                    <a:pt x="912" y="426"/>
                    <a:pt x="912" y="365"/>
                    <a:pt x="882" y="274"/>
                  </a:cubicBezTo>
                  <a:cubicBezTo>
                    <a:pt x="852" y="30"/>
                    <a:pt x="791" y="0"/>
                    <a:pt x="7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72"/>
            <p:cNvSpPr/>
            <p:nvPr/>
          </p:nvSpPr>
          <p:spPr>
            <a:xfrm>
              <a:off x="1650000" y="3048200"/>
              <a:ext cx="28125" cy="16550"/>
            </a:xfrm>
            <a:custGeom>
              <a:avLst/>
              <a:gdLst/>
              <a:ahLst/>
              <a:cxnLst/>
              <a:rect l="l" t="t" r="r" b="b"/>
              <a:pathLst>
                <a:path w="1125" h="662" extrusionOk="0">
                  <a:moveTo>
                    <a:pt x="365" y="1"/>
                  </a:moveTo>
                  <a:cubicBezTo>
                    <a:pt x="243" y="1"/>
                    <a:pt x="152" y="92"/>
                    <a:pt x="61" y="122"/>
                  </a:cubicBezTo>
                  <a:cubicBezTo>
                    <a:pt x="31" y="183"/>
                    <a:pt x="0" y="214"/>
                    <a:pt x="0" y="244"/>
                  </a:cubicBezTo>
                  <a:cubicBezTo>
                    <a:pt x="0" y="274"/>
                    <a:pt x="0" y="335"/>
                    <a:pt x="31" y="366"/>
                  </a:cubicBezTo>
                  <a:cubicBezTo>
                    <a:pt x="61" y="396"/>
                    <a:pt x="61" y="426"/>
                    <a:pt x="152" y="426"/>
                  </a:cubicBezTo>
                  <a:cubicBezTo>
                    <a:pt x="172" y="426"/>
                    <a:pt x="206" y="453"/>
                    <a:pt x="245" y="453"/>
                  </a:cubicBezTo>
                  <a:cubicBezTo>
                    <a:pt x="264" y="453"/>
                    <a:pt x="284" y="447"/>
                    <a:pt x="304" y="426"/>
                  </a:cubicBezTo>
                  <a:cubicBezTo>
                    <a:pt x="335" y="426"/>
                    <a:pt x="335" y="396"/>
                    <a:pt x="365" y="396"/>
                  </a:cubicBezTo>
                  <a:lnTo>
                    <a:pt x="517" y="396"/>
                  </a:lnTo>
                  <a:cubicBezTo>
                    <a:pt x="547" y="396"/>
                    <a:pt x="578" y="426"/>
                    <a:pt x="578" y="426"/>
                  </a:cubicBezTo>
                  <a:cubicBezTo>
                    <a:pt x="639" y="426"/>
                    <a:pt x="639" y="487"/>
                    <a:pt x="669" y="487"/>
                  </a:cubicBezTo>
                  <a:lnTo>
                    <a:pt x="699" y="518"/>
                  </a:lnTo>
                  <a:lnTo>
                    <a:pt x="730" y="548"/>
                  </a:lnTo>
                  <a:lnTo>
                    <a:pt x="821" y="639"/>
                  </a:lnTo>
                  <a:cubicBezTo>
                    <a:pt x="836" y="654"/>
                    <a:pt x="866" y="662"/>
                    <a:pt x="901" y="662"/>
                  </a:cubicBezTo>
                  <a:cubicBezTo>
                    <a:pt x="935" y="662"/>
                    <a:pt x="973" y="654"/>
                    <a:pt x="1003" y="639"/>
                  </a:cubicBezTo>
                  <a:cubicBezTo>
                    <a:pt x="1034" y="578"/>
                    <a:pt x="1125" y="548"/>
                    <a:pt x="1125" y="487"/>
                  </a:cubicBezTo>
                  <a:cubicBezTo>
                    <a:pt x="1125" y="426"/>
                    <a:pt x="1125" y="366"/>
                    <a:pt x="1094" y="335"/>
                  </a:cubicBezTo>
                  <a:cubicBezTo>
                    <a:pt x="1064" y="244"/>
                    <a:pt x="1003" y="214"/>
                    <a:pt x="942" y="183"/>
                  </a:cubicBezTo>
                  <a:cubicBezTo>
                    <a:pt x="851" y="92"/>
                    <a:pt x="791" y="62"/>
                    <a:pt x="669" y="62"/>
                  </a:cubicBezTo>
                  <a:cubicBezTo>
                    <a:pt x="547" y="1"/>
                    <a:pt x="456" y="1"/>
                    <a:pt x="3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72"/>
            <p:cNvSpPr/>
            <p:nvPr/>
          </p:nvSpPr>
          <p:spPr>
            <a:xfrm>
              <a:off x="1503250" y="3334600"/>
              <a:ext cx="187050" cy="124525"/>
            </a:xfrm>
            <a:custGeom>
              <a:avLst/>
              <a:gdLst/>
              <a:ahLst/>
              <a:cxnLst/>
              <a:rect l="l" t="t" r="r" b="b"/>
              <a:pathLst>
                <a:path w="7482" h="4981" extrusionOk="0">
                  <a:moveTo>
                    <a:pt x="5020" y="0"/>
                  </a:moveTo>
                  <a:cubicBezTo>
                    <a:pt x="4848" y="0"/>
                    <a:pt x="4655" y="60"/>
                    <a:pt x="4442" y="217"/>
                  </a:cubicBezTo>
                  <a:cubicBezTo>
                    <a:pt x="3499" y="916"/>
                    <a:pt x="3803" y="2557"/>
                    <a:pt x="2891" y="3317"/>
                  </a:cubicBezTo>
                  <a:cubicBezTo>
                    <a:pt x="1980" y="4077"/>
                    <a:pt x="65" y="3955"/>
                    <a:pt x="34" y="4472"/>
                  </a:cubicBezTo>
                  <a:cubicBezTo>
                    <a:pt x="0" y="4779"/>
                    <a:pt x="855" y="4981"/>
                    <a:pt x="1908" y="4981"/>
                  </a:cubicBezTo>
                  <a:cubicBezTo>
                    <a:pt x="2732" y="4981"/>
                    <a:pt x="3677" y="4857"/>
                    <a:pt x="4411" y="4563"/>
                  </a:cubicBezTo>
                  <a:cubicBezTo>
                    <a:pt x="6113" y="3864"/>
                    <a:pt x="7481" y="2800"/>
                    <a:pt x="7481" y="1828"/>
                  </a:cubicBezTo>
                  <a:cubicBezTo>
                    <a:pt x="7481" y="825"/>
                    <a:pt x="5901" y="642"/>
                    <a:pt x="5901" y="642"/>
                  </a:cubicBezTo>
                  <a:cubicBezTo>
                    <a:pt x="5901" y="642"/>
                    <a:pt x="5580" y="0"/>
                    <a:pt x="502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72"/>
            <p:cNvSpPr/>
            <p:nvPr/>
          </p:nvSpPr>
          <p:spPr>
            <a:xfrm>
              <a:off x="1640125" y="3307325"/>
              <a:ext cx="50175" cy="61575"/>
            </a:xfrm>
            <a:custGeom>
              <a:avLst/>
              <a:gdLst/>
              <a:ahLst/>
              <a:cxnLst/>
              <a:rect l="l" t="t" r="r" b="b"/>
              <a:pathLst>
                <a:path w="2007" h="2463" extrusionOk="0">
                  <a:moveTo>
                    <a:pt x="1368" y="1"/>
                  </a:moveTo>
                  <a:lnTo>
                    <a:pt x="0" y="2159"/>
                  </a:lnTo>
                  <a:lnTo>
                    <a:pt x="486" y="2463"/>
                  </a:lnTo>
                  <a:lnTo>
                    <a:pt x="2006" y="639"/>
                  </a:lnTo>
                  <a:lnTo>
                    <a:pt x="13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72"/>
            <p:cNvSpPr/>
            <p:nvPr/>
          </p:nvSpPr>
          <p:spPr>
            <a:xfrm>
              <a:off x="1228250" y="3285300"/>
              <a:ext cx="36500" cy="53975"/>
            </a:xfrm>
            <a:custGeom>
              <a:avLst/>
              <a:gdLst/>
              <a:ahLst/>
              <a:cxnLst/>
              <a:rect l="l" t="t" r="r" b="b"/>
              <a:pathLst>
                <a:path w="1460" h="2159" extrusionOk="0">
                  <a:moveTo>
                    <a:pt x="1216" y="0"/>
                  </a:moveTo>
                  <a:lnTo>
                    <a:pt x="1" y="183"/>
                  </a:lnTo>
                  <a:lnTo>
                    <a:pt x="1004" y="2158"/>
                  </a:lnTo>
                  <a:lnTo>
                    <a:pt x="1460" y="2037"/>
                  </a:lnTo>
                  <a:lnTo>
                    <a:pt x="121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72"/>
            <p:cNvSpPr/>
            <p:nvPr/>
          </p:nvSpPr>
          <p:spPr>
            <a:xfrm>
              <a:off x="1164425" y="3314125"/>
              <a:ext cx="191525" cy="156125"/>
            </a:xfrm>
            <a:custGeom>
              <a:avLst/>
              <a:gdLst/>
              <a:ahLst/>
              <a:cxnLst/>
              <a:rect l="l" t="t" r="r" b="b"/>
              <a:pathLst>
                <a:path w="7661" h="6245" extrusionOk="0">
                  <a:moveTo>
                    <a:pt x="5934" y="0"/>
                  </a:moveTo>
                  <a:cubicBezTo>
                    <a:pt x="5162" y="0"/>
                    <a:pt x="4621" y="1036"/>
                    <a:pt x="4621" y="1036"/>
                  </a:cubicBezTo>
                  <a:cubicBezTo>
                    <a:pt x="4621" y="1036"/>
                    <a:pt x="4545" y="252"/>
                    <a:pt x="3863" y="252"/>
                  </a:cubicBezTo>
                  <a:cubicBezTo>
                    <a:pt x="3797" y="252"/>
                    <a:pt x="3726" y="260"/>
                    <a:pt x="3648" y="276"/>
                  </a:cubicBezTo>
                  <a:cubicBezTo>
                    <a:pt x="2766" y="549"/>
                    <a:pt x="2554" y="1340"/>
                    <a:pt x="2554" y="1340"/>
                  </a:cubicBezTo>
                  <a:cubicBezTo>
                    <a:pt x="2554" y="1340"/>
                    <a:pt x="2284" y="956"/>
                    <a:pt x="1793" y="956"/>
                  </a:cubicBezTo>
                  <a:cubicBezTo>
                    <a:pt x="1565" y="956"/>
                    <a:pt x="1290" y="1038"/>
                    <a:pt x="973" y="1279"/>
                  </a:cubicBezTo>
                  <a:cubicBezTo>
                    <a:pt x="0" y="2039"/>
                    <a:pt x="578" y="5230"/>
                    <a:pt x="2037" y="5990"/>
                  </a:cubicBezTo>
                  <a:cubicBezTo>
                    <a:pt x="2391" y="6175"/>
                    <a:pt x="2670" y="6244"/>
                    <a:pt x="2889" y="6244"/>
                  </a:cubicBezTo>
                  <a:cubicBezTo>
                    <a:pt x="3574" y="6244"/>
                    <a:pt x="3678" y="5565"/>
                    <a:pt x="3678" y="5565"/>
                  </a:cubicBezTo>
                  <a:cubicBezTo>
                    <a:pt x="3678" y="5565"/>
                    <a:pt x="4203" y="6237"/>
                    <a:pt x="4834" y="6237"/>
                  </a:cubicBezTo>
                  <a:cubicBezTo>
                    <a:pt x="4962" y="6237"/>
                    <a:pt x="5095" y="6209"/>
                    <a:pt x="5228" y="6142"/>
                  </a:cubicBezTo>
                  <a:cubicBezTo>
                    <a:pt x="6079" y="5717"/>
                    <a:pt x="5897" y="5078"/>
                    <a:pt x="5897" y="5078"/>
                  </a:cubicBezTo>
                  <a:lnTo>
                    <a:pt x="5897" y="5078"/>
                  </a:lnTo>
                  <a:cubicBezTo>
                    <a:pt x="5897" y="5078"/>
                    <a:pt x="6136" y="5249"/>
                    <a:pt x="6454" y="5249"/>
                  </a:cubicBezTo>
                  <a:cubicBezTo>
                    <a:pt x="6656" y="5249"/>
                    <a:pt x="6889" y="5181"/>
                    <a:pt x="7113" y="4957"/>
                  </a:cubicBezTo>
                  <a:cubicBezTo>
                    <a:pt x="7660" y="4379"/>
                    <a:pt x="7204" y="397"/>
                    <a:pt x="6262" y="63"/>
                  </a:cubicBezTo>
                  <a:cubicBezTo>
                    <a:pt x="6149" y="19"/>
                    <a:pt x="6039" y="0"/>
                    <a:pt x="59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72"/>
            <p:cNvSpPr/>
            <p:nvPr/>
          </p:nvSpPr>
          <p:spPr>
            <a:xfrm>
              <a:off x="1179625" y="3352450"/>
              <a:ext cx="31925" cy="63250"/>
            </a:xfrm>
            <a:custGeom>
              <a:avLst/>
              <a:gdLst/>
              <a:ahLst/>
              <a:cxnLst/>
              <a:rect l="l" t="t" r="r" b="b"/>
              <a:pathLst>
                <a:path w="1277" h="2530" extrusionOk="0">
                  <a:moveTo>
                    <a:pt x="1028" y="0"/>
                  </a:moveTo>
                  <a:cubicBezTo>
                    <a:pt x="960" y="0"/>
                    <a:pt x="886" y="31"/>
                    <a:pt x="821" y="80"/>
                  </a:cubicBezTo>
                  <a:cubicBezTo>
                    <a:pt x="152" y="627"/>
                    <a:pt x="0" y="1630"/>
                    <a:pt x="426" y="2390"/>
                  </a:cubicBezTo>
                  <a:cubicBezTo>
                    <a:pt x="475" y="2489"/>
                    <a:pt x="557" y="2530"/>
                    <a:pt x="639" y="2530"/>
                  </a:cubicBezTo>
                  <a:cubicBezTo>
                    <a:pt x="810" y="2530"/>
                    <a:pt x="984" y="2352"/>
                    <a:pt x="882" y="2147"/>
                  </a:cubicBezTo>
                  <a:cubicBezTo>
                    <a:pt x="791" y="2026"/>
                    <a:pt x="760" y="1874"/>
                    <a:pt x="730" y="1722"/>
                  </a:cubicBezTo>
                  <a:lnTo>
                    <a:pt x="730" y="1478"/>
                  </a:lnTo>
                  <a:lnTo>
                    <a:pt x="730" y="1387"/>
                  </a:lnTo>
                  <a:lnTo>
                    <a:pt x="730" y="1326"/>
                  </a:lnTo>
                  <a:lnTo>
                    <a:pt x="730" y="1266"/>
                  </a:lnTo>
                  <a:cubicBezTo>
                    <a:pt x="730" y="1174"/>
                    <a:pt x="760" y="1114"/>
                    <a:pt x="791" y="1022"/>
                  </a:cubicBezTo>
                  <a:cubicBezTo>
                    <a:pt x="821" y="962"/>
                    <a:pt x="821" y="901"/>
                    <a:pt x="882" y="840"/>
                  </a:cubicBezTo>
                  <a:cubicBezTo>
                    <a:pt x="943" y="688"/>
                    <a:pt x="1034" y="597"/>
                    <a:pt x="1186" y="445"/>
                  </a:cubicBezTo>
                  <a:cubicBezTo>
                    <a:pt x="1277" y="384"/>
                    <a:pt x="1247" y="202"/>
                    <a:pt x="1186" y="80"/>
                  </a:cubicBezTo>
                  <a:cubicBezTo>
                    <a:pt x="1143" y="24"/>
                    <a:pt x="1088" y="0"/>
                    <a:pt x="102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72"/>
            <p:cNvSpPr/>
            <p:nvPr/>
          </p:nvSpPr>
          <p:spPr>
            <a:xfrm>
              <a:off x="1263200" y="3438800"/>
              <a:ext cx="30425" cy="17675"/>
            </a:xfrm>
            <a:custGeom>
              <a:avLst/>
              <a:gdLst/>
              <a:ahLst/>
              <a:cxnLst/>
              <a:rect l="l" t="t" r="r" b="b"/>
              <a:pathLst>
                <a:path w="1217" h="707" extrusionOk="0">
                  <a:moveTo>
                    <a:pt x="457" y="152"/>
                  </a:moveTo>
                  <a:cubicBezTo>
                    <a:pt x="457" y="152"/>
                    <a:pt x="464" y="159"/>
                    <a:pt x="475" y="167"/>
                  </a:cubicBezTo>
                  <a:lnTo>
                    <a:pt x="475" y="167"/>
                  </a:lnTo>
                  <a:cubicBezTo>
                    <a:pt x="469" y="163"/>
                    <a:pt x="463" y="158"/>
                    <a:pt x="457" y="152"/>
                  </a:cubicBezTo>
                  <a:close/>
                  <a:moveTo>
                    <a:pt x="943" y="0"/>
                  </a:moveTo>
                  <a:cubicBezTo>
                    <a:pt x="882" y="0"/>
                    <a:pt x="791" y="61"/>
                    <a:pt x="761" y="91"/>
                  </a:cubicBezTo>
                  <a:lnTo>
                    <a:pt x="685" y="142"/>
                  </a:lnTo>
                  <a:lnTo>
                    <a:pt x="685" y="142"/>
                  </a:lnTo>
                  <a:cubicBezTo>
                    <a:pt x="671" y="147"/>
                    <a:pt x="659" y="152"/>
                    <a:pt x="648" y="157"/>
                  </a:cubicBezTo>
                  <a:lnTo>
                    <a:pt x="648" y="157"/>
                  </a:lnTo>
                  <a:cubicBezTo>
                    <a:pt x="624" y="165"/>
                    <a:pt x="601" y="182"/>
                    <a:pt x="578" y="182"/>
                  </a:cubicBezTo>
                  <a:cubicBezTo>
                    <a:pt x="553" y="182"/>
                    <a:pt x="532" y="182"/>
                    <a:pt x="515" y="180"/>
                  </a:cubicBezTo>
                  <a:lnTo>
                    <a:pt x="515" y="180"/>
                  </a:lnTo>
                  <a:cubicBezTo>
                    <a:pt x="516" y="181"/>
                    <a:pt x="517" y="182"/>
                    <a:pt x="518" y="182"/>
                  </a:cubicBezTo>
                  <a:cubicBezTo>
                    <a:pt x="502" y="182"/>
                    <a:pt x="486" y="175"/>
                    <a:pt x="475" y="167"/>
                  </a:cubicBezTo>
                  <a:lnTo>
                    <a:pt x="475" y="167"/>
                  </a:lnTo>
                  <a:cubicBezTo>
                    <a:pt x="487" y="174"/>
                    <a:pt x="500" y="178"/>
                    <a:pt x="515" y="180"/>
                  </a:cubicBezTo>
                  <a:lnTo>
                    <a:pt x="515" y="180"/>
                  </a:lnTo>
                  <a:cubicBezTo>
                    <a:pt x="487" y="152"/>
                    <a:pt x="486" y="152"/>
                    <a:pt x="457" y="152"/>
                  </a:cubicBezTo>
                  <a:cubicBezTo>
                    <a:pt x="426" y="122"/>
                    <a:pt x="335" y="91"/>
                    <a:pt x="274" y="91"/>
                  </a:cubicBezTo>
                  <a:cubicBezTo>
                    <a:pt x="183" y="91"/>
                    <a:pt x="122" y="122"/>
                    <a:pt x="62" y="152"/>
                  </a:cubicBezTo>
                  <a:cubicBezTo>
                    <a:pt x="1" y="243"/>
                    <a:pt x="1" y="426"/>
                    <a:pt x="62" y="517"/>
                  </a:cubicBezTo>
                  <a:cubicBezTo>
                    <a:pt x="188" y="643"/>
                    <a:pt x="357" y="707"/>
                    <a:pt x="515" y="707"/>
                  </a:cubicBezTo>
                  <a:cubicBezTo>
                    <a:pt x="547" y="707"/>
                    <a:pt x="578" y="704"/>
                    <a:pt x="609" y="699"/>
                  </a:cubicBezTo>
                  <a:cubicBezTo>
                    <a:pt x="791" y="699"/>
                    <a:pt x="973" y="608"/>
                    <a:pt x="1125" y="456"/>
                  </a:cubicBezTo>
                  <a:cubicBezTo>
                    <a:pt x="1186" y="426"/>
                    <a:pt x="1217" y="334"/>
                    <a:pt x="1217" y="274"/>
                  </a:cubicBezTo>
                  <a:cubicBezTo>
                    <a:pt x="1217" y="213"/>
                    <a:pt x="1186" y="122"/>
                    <a:pt x="1125" y="91"/>
                  </a:cubicBezTo>
                  <a:cubicBezTo>
                    <a:pt x="1095" y="31"/>
                    <a:pt x="1034" y="0"/>
                    <a:pt x="94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72"/>
            <p:cNvSpPr/>
            <p:nvPr/>
          </p:nvSpPr>
          <p:spPr>
            <a:xfrm>
              <a:off x="1301950" y="3332400"/>
              <a:ext cx="25125" cy="22075"/>
            </a:xfrm>
            <a:custGeom>
              <a:avLst/>
              <a:gdLst/>
              <a:ahLst/>
              <a:cxnLst/>
              <a:rect l="l" t="t" r="r" b="b"/>
              <a:pathLst>
                <a:path w="1005" h="883" extrusionOk="0">
                  <a:moveTo>
                    <a:pt x="290" y="488"/>
                  </a:moveTo>
                  <a:lnTo>
                    <a:pt x="290" y="488"/>
                  </a:lnTo>
                  <a:cubicBezTo>
                    <a:pt x="306" y="517"/>
                    <a:pt x="311" y="517"/>
                    <a:pt x="335" y="517"/>
                  </a:cubicBezTo>
                  <a:cubicBezTo>
                    <a:pt x="320" y="517"/>
                    <a:pt x="305" y="503"/>
                    <a:pt x="290" y="488"/>
                  </a:cubicBezTo>
                  <a:close/>
                  <a:moveTo>
                    <a:pt x="305" y="1"/>
                  </a:moveTo>
                  <a:cubicBezTo>
                    <a:pt x="244" y="1"/>
                    <a:pt x="153" y="1"/>
                    <a:pt x="123" y="31"/>
                  </a:cubicBezTo>
                  <a:cubicBezTo>
                    <a:pt x="92" y="92"/>
                    <a:pt x="1" y="122"/>
                    <a:pt x="1" y="183"/>
                  </a:cubicBezTo>
                  <a:cubicBezTo>
                    <a:pt x="1" y="274"/>
                    <a:pt x="1" y="335"/>
                    <a:pt x="31" y="396"/>
                  </a:cubicBezTo>
                  <a:cubicBezTo>
                    <a:pt x="123" y="396"/>
                    <a:pt x="153" y="457"/>
                    <a:pt x="244" y="457"/>
                  </a:cubicBezTo>
                  <a:cubicBezTo>
                    <a:pt x="260" y="457"/>
                    <a:pt x="275" y="472"/>
                    <a:pt x="290" y="488"/>
                  </a:cubicBezTo>
                  <a:lnTo>
                    <a:pt x="290" y="488"/>
                  </a:lnTo>
                  <a:cubicBezTo>
                    <a:pt x="286" y="480"/>
                    <a:pt x="281" y="470"/>
                    <a:pt x="275" y="457"/>
                  </a:cubicBezTo>
                  <a:lnTo>
                    <a:pt x="275" y="457"/>
                  </a:lnTo>
                  <a:cubicBezTo>
                    <a:pt x="305" y="517"/>
                    <a:pt x="366" y="517"/>
                    <a:pt x="427" y="548"/>
                  </a:cubicBezTo>
                  <a:lnTo>
                    <a:pt x="396" y="487"/>
                  </a:lnTo>
                  <a:lnTo>
                    <a:pt x="396" y="487"/>
                  </a:lnTo>
                  <a:lnTo>
                    <a:pt x="479" y="598"/>
                  </a:lnTo>
                  <a:lnTo>
                    <a:pt x="479" y="598"/>
                  </a:lnTo>
                  <a:cubicBezTo>
                    <a:pt x="471" y="591"/>
                    <a:pt x="463" y="585"/>
                    <a:pt x="457" y="578"/>
                  </a:cubicBezTo>
                  <a:lnTo>
                    <a:pt x="457" y="578"/>
                  </a:lnTo>
                  <a:lnTo>
                    <a:pt x="487" y="609"/>
                  </a:lnTo>
                  <a:lnTo>
                    <a:pt x="487" y="609"/>
                  </a:lnTo>
                  <a:lnTo>
                    <a:pt x="479" y="598"/>
                  </a:lnTo>
                  <a:lnTo>
                    <a:pt x="479" y="598"/>
                  </a:lnTo>
                  <a:cubicBezTo>
                    <a:pt x="508" y="622"/>
                    <a:pt x="542" y="653"/>
                    <a:pt x="547" y="713"/>
                  </a:cubicBezTo>
                  <a:lnTo>
                    <a:pt x="547" y="713"/>
                  </a:lnTo>
                  <a:cubicBezTo>
                    <a:pt x="545" y="696"/>
                    <a:pt x="534" y="685"/>
                    <a:pt x="487" y="639"/>
                  </a:cubicBezTo>
                  <a:lnTo>
                    <a:pt x="487" y="700"/>
                  </a:lnTo>
                  <a:cubicBezTo>
                    <a:pt x="487" y="730"/>
                    <a:pt x="548" y="761"/>
                    <a:pt x="548" y="761"/>
                  </a:cubicBezTo>
                  <a:cubicBezTo>
                    <a:pt x="548" y="791"/>
                    <a:pt x="579" y="791"/>
                    <a:pt x="609" y="852"/>
                  </a:cubicBezTo>
                  <a:cubicBezTo>
                    <a:pt x="639" y="882"/>
                    <a:pt x="761" y="882"/>
                    <a:pt x="791" y="882"/>
                  </a:cubicBezTo>
                  <a:cubicBezTo>
                    <a:pt x="882" y="852"/>
                    <a:pt x="913" y="791"/>
                    <a:pt x="943" y="761"/>
                  </a:cubicBezTo>
                  <a:cubicBezTo>
                    <a:pt x="1004" y="700"/>
                    <a:pt x="1004" y="609"/>
                    <a:pt x="1004" y="578"/>
                  </a:cubicBezTo>
                  <a:cubicBezTo>
                    <a:pt x="943" y="426"/>
                    <a:pt x="852" y="305"/>
                    <a:pt x="730" y="183"/>
                  </a:cubicBezTo>
                  <a:cubicBezTo>
                    <a:pt x="609" y="92"/>
                    <a:pt x="457" y="1"/>
                    <a:pt x="30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72"/>
            <p:cNvSpPr/>
            <p:nvPr/>
          </p:nvSpPr>
          <p:spPr>
            <a:xfrm>
              <a:off x="981275" y="1989325"/>
              <a:ext cx="187725" cy="229100"/>
            </a:xfrm>
            <a:custGeom>
              <a:avLst/>
              <a:gdLst/>
              <a:ahLst/>
              <a:cxnLst/>
              <a:rect l="l" t="t" r="r" b="b"/>
              <a:pathLst>
                <a:path w="7509" h="9164" extrusionOk="0">
                  <a:moveTo>
                    <a:pt x="2846" y="1"/>
                  </a:moveTo>
                  <a:cubicBezTo>
                    <a:pt x="2655" y="1"/>
                    <a:pt x="2466" y="72"/>
                    <a:pt x="2281" y="228"/>
                  </a:cubicBezTo>
                  <a:cubicBezTo>
                    <a:pt x="1" y="2173"/>
                    <a:pt x="7509" y="9164"/>
                    <a:pt x="7509" y="9164"/>
                  </a:cubicBezTo>
                  <a:cubicBezTo>
                    <a:pt x="7509" y="9164"/>
                    <a:pt x="5019" y="1"/>
                    <a:pt x="28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72"/>
            <p:cNvSpPr/>
            <p:nvPr/>
          </p:nvSpPr>
          <p:spPr>
            <a:xfrm>
              <a:off x="1667475" y="1989325"/>
              <a:ext cx="188475" cy="229100"/>
            </a:xfrm>
            <a:custGeom>
              <a:avLst/>
              <a:gdLst/>
              <a:ahLst/>
              <a:cxnLst/>
              <a:rect l="l" t="t" r="r" b="b"/>
              <a:pathLst>
                <a:path w="7539" h="9164" extrusionOk="0">
                  <a:moveTo>
                    <a:pt x="4699" y="1"/>
                  </a:moveTo>
                  <a:cubicBezTo>
                    <a:pt x="2541" y="1"/>
                    <a:pt x="0" y="9164"/>
                    <a:pt x="0" y="9164"/>
                  </a:cubicBezTo>
                  <a:cubicBezTo>
                    <a:pt x="0" y="9164"/>
                    <a:pt x="7538" y="2173"/>
                    <a:pt x="5259" y="228"/>
                  </a:cubicBezTo>
                  <a:cubicBezTo>
                    <a:pt x="5076" y="72"/>
                    <a:pt x="4889" y="1"/>
                    <a:pt x="46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72"/>
            <p:cNvSpPr/>
            <p:nvPr/>
          </p:nvSpPr>
          <p:spPr>
            <a:xfrm>
              <a:off x="1331600" y="1946700"/>
              <a:ext cx="153800" cy="264900"/>
            </a:xfrm>
            <a:custGeom>
              <a:avLst/>
              <a:gdLst/>
              <a:ahLst/>
              <a:cxnLst/>
              <a:rect l="l" t="t" r="r" b="b"/>
              <a:pathLst>
                <a:path w="6152" h="10596" extrusionOk="0">
                  <a:moveTo>
                    <a:pt x="3366" y="0"/>
                  </a:moveTo>
                  <a:cubicBezTo>
                    <a:pt x="3301" y="0"/>
                    <a:pt x="3233" y="6"/>
                    <a:pt x="3162" y="18"/>
                  </a:cubicBezTo>
                  <a:cubicBezTo>
                    <a:pt x="0" y="534"/>
                    <a:pt x="3162" y="10595"/>
                    <a:pt x="3162" y="10595"/>
                  </a:cubicBezTo>
                  <a:cubicBezTo>
                    <a:pt x="3162" y="10595"/>
                    <a:pt x="6151" y="0"/>
                    <a:pt x="336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0" name="Google Shape;1720;p72"/>
          <p:cNvGrpSpPr/>
          <p:nvPr/>
        </p:nvGrpSpPr>
        <p:grpSpPr>
          <a:xfrm>
            <a:off x="6444689" y="1483824"/>
            <a:ext cx="2424360" cy="2336847"/>
            <a:chOff x="4216900" y="2323475"/>
            <a:chExt cx="1715875" cy="1685550"/>
          </a:xfrm>
        </p:grpSpPr>
        <p:sp>
          <p:nvSpPr>
            <p:cNvPr id="1721" name="Google Shape;1721;p72"/>
            <p:cNvSpPr/>
            <p:nvPr/>
          </p:nvSpPr>
          <p:spPr>
            <a:xfrm>
              <a:off x="5215400" y="3841525"/>
              <a:ext cx="92750" cy="129225"/>
            </a:xfrm>
            <a:custGeom>
              <a:avLst/>
              <a:gdLst/>
              <a:ahLst/>
              <a:cxnLst/>
              <a:rect l="l" t="t" r="r" b="b"/>
              <a:pathLst>
                <a:path w="3710" h="5169" extrusionOk="0">
                  <a:moveTo>
                    <a:pt x="1065" y="1"/>
                  </a:moveTo>
                  <a:lnTo>
                    <a:pt x="1" y="4530"/>
                  </a:lnTo>
                  <a:lnTo>
                    <a:pt x="3010" y="5168"/>
                  </a:lnTo>
                  <a:lnTo>
                    <a:pt x="3709" y="882"/>
                  </a:lnTo>
                  <a:lnTo>
                    <a:pt x="10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72"/>
            <p:cNvSpPr/>
            <p:nvPr/>
          </p:nvSpPr>
          <p:spPr>
            <a:xfrm>
              <a:off x="4750350" y="3105200"/>
              <a:ext cx="642150" cy="780425"/>
            </a:xfrm>
            <a:custGeom>
              <a:avLst/>
              <a:gdLst/>
              <a:ahLst/>
              <a:cxnLst/>
              <a:rect l="l" t="t" r="r" b="b"/>
              <a:pathLst>
                <a:path w="25686" h="31217" extrusionOk="0">
                  <a:moveTo>
                    <a:pt x="6323" y="0"/>
                  </a:moveTo>
                  <a:cubicBezTo>
                    <a:pt x="6323" y="0"/>
                    <a:pt x="1" y="8998"/>
                    <a:pt x="274" y="9575"/>
                  </a:cubicBezTo>
                  <a:cubicBezTo>
                    <a:pt x="2554" y="12007"/>
                    <a:pt x="6809" y="12128"/>
                    <a:pt x="6809" y="12128"/>
                  </a:cubicBezTo>
                  <a:lnTo>
                    <a:pt x="19393" y="16505"/>
                  </a:lnTo>
                  <a:lnTo>
                    <a:pt x="18481" y="30487"/>
                  </a:lnTo>
                  <a:lnTo>
                    <a:pt x="22311" y="31217"/>
                  </a:lnTo>
                  <a:cubicBezTo>
                    <a:pt x="22311" y="31217"/>
                    <a:pt x="25685" y="12736"/>
                    <a:pt x="24500" y="11368"/>
                  </a:cubicBezTo>
                  <a:cubicBezTo>
                    <a:pt x="23314" y="10001"/>
                    <a:pt x="6566" y="92"/>
                    <a:pt x="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72"/>
            <p:cNvSpPr/>
            <p:nvPr/>
          </p:nvSpPr>
          <p:spPr>
            <a:xfrm>
              <a:off x="5215400" y="3898525"/>
              <a:ext cx="88175" cy="72225"/>
            </a:xfrm>
            <a:custGeom>
              <a:avLst/>
              <a:gdLst/>
              <a:ahLst/>
              <a:cxnLst/>
              <a:rect l="l" t="t" r="r" b="b"/>
              <a:pathLst>
                <a:path w="3527" h="2889" extrusionOk="0">
                  <a:moveTo>
                    <a:pt x="548" y="0"/>
                  </a:moveTo>
                  <a:lnTo>
                    <a:pt x="1" y="2250"/>
                  </a:lnTo>
                  <a:lnTo>
                    <a:pt x="3010" y="2888"/>
                  </a:lnTo>
                  <a:lnTo>
                    <a:pt x="3527" y="548"/>
                  </a:lnTo>
                  <a:lnTo>
                    <a:pt x="54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72"/>
            <p:cNvSpPr/>
            <p:nvPr/>
          </p:nvSpPr>
          <p:spPr>
            <a:xfrm>
              <a:off x="5185775" y="3922850"/>
              <a:ext cx="253075" cy="86175"/>
            </a:xfrm>
            <a:custGeom>
              <a:avLst/>
              <a:gdLst/>
              <a:ahLst/>
              <a:cxnLst/>
              <a:rect l="l" t="t" r="r" b="b"/>
              <a:pathLst>
                <a:path w="10123" h="3447" extrusionOk="0">
                  <a:moveTo>
                    <a:pt x="669" y="0"/>
                  </a:moveTo>
                  <a:cubicBezTo>
                    <a:pt x="0" y="1246"/>
                    <a:pt x="426" y="3374"/>
                    <a:pt x="426" y="3374"/>
                  </a:cubicBezTo>
                  <a:cubicBezTo>
                    <a:pt x="426" y="3374"/>
                    <a:pt x="2690" y="3446"/>
                    <a:pt x="5030" y="3446"/>
                  </a:cubicBezTo>
                  <a:cubicBezTo>
                    <a:pt x="7487" y="3446"/>
                    <a:pt x="10029" y="3367"/>
                    <a:pt x="10122" y="3040"/>
                  </a:cubicBezTo>
                  <a:cubicBezTo>
                    <a:pt x="9940" y="2097"/>
                    <a:pt x="7873" y="2037"/>
                    <a:pt x="6900" y="1641"/>
                  </a:cubicBezTo>
                  <a:cubicBezTo>
                    <a:pt x="5897" y="1277"/>
                    <a:pt x="4377" y="30"/>
                    <a:pt x="4377" y="30"/>
                  </a:cubicBezTo>
                  <a:lnTo>
                    <a:pt x="2402" y="1003"/>
                  </a:lnTo>
                  <a:lnTo>
                    <a:pt x="66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72"/>
            <p:cNvSpPr/>
            <p:nvPr/>
          </p:nvSpPr>
          <p:spPr>
            <a:xfrm>
              <a:off x="4273150" y="3760225"/>
              <a:ext cx="120075" cy="85125"/>
            </a:xfrm>
            <a:custGeom>
              <a:avLst/>
              <a:gdLst/>
              <a:ahLst/>
              <a:cxnLst/>
              <a:rect l="l" t="t" r="r" b="b"/>
              <a:pathLst>
                <a:path w="4803" h="3405" extrusionOk="0">
                  <a:moveTo>
                    <a:pt x="4803" y="0"/>
                  </a:moveTo>
                  <a:lnTo>
                    <a:pt x="0" y="304"/>
                  </a:lnTo>
                  <a:lnTo>
                    <a:pt x="243" y="3405"/>
                  </a:lnTo>
                  <a:lnTo>
                    <a:pt x="4712" y="2888"/>
                  </a:lnTo>
                  <a:lnTo>
                    <a:pt x="480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72"/>
            <p:cNvSpPr/>
            <p:nvPr/>
          </p:nvSpPr>
          <p:spPr>
            <a:xfrm>
              <a:off x="4356725" y="3133075"/>
              <a:ext cx="661900" cy="704675"/>
            </a:xfrm>
            <a:custGeom>
              <a:avLst/>
              <a:gdLst/>
              <a:ahLst/>
              <a:cxnLst/>
              <a:rect l="l" t="t" r="r" b="b"/>
              <a:pathLst>
                <a:path w="26476" h="28187" extrusionOk="0">
                  <a:moveTo>
                    <a:pt x="15431" y="0"/>
                  </a:moveTo>
                  <a:cubicBezTo>
                    <a:pt x="15331" y="0"/>
                    <a:pt x="15262" y="13"/>
                    <a:pt x="15229" y="40"/>
                  </a:cubicBezTo>
                  <a:cubicBezTo>
                    <a:pt x="13527" y="3019"/>
                    <a:pt x="14712" y="7214"/>
                    <a:pt x="14712" y="7214"/>
                  </a:cubicBezTo>
                  <a:lnTo>
                    <a:pt x="14165" y="20892"/>
                  </a:lnTo>
                  <a:lnTo>
                    <a:pt x="1" y="24509"/>
                  </a:lnTo>
                  <a:lnTo>
                    <a:pt x="548" y="28187"/>
                  </a:lnTo>
                  <a:cubicBezTo>
                    <a:pt x="548" y="28187"/>
                    <a:pt x="19697" y="25998"/>
                    <a:pt x="20700" y="24448"/>
                  </a:cubicBezTo>
                  <a:cubicBezTo>
                    <a:pt x="21703" y="22868"/>
                    <a:pt x="26475" y="3384"/>
                    <a:pt x="26475" y="3171"/>
                  </a:cubicBezTo>
                  <a:cubicBezTo>
                    <a:pt x="26475" y="3171"/>
                    <a:pt x="17017" y="0"/>
                    <a:pt x="154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72"/>
            <p:cNvSpPr/>
            <p:nvPr/>
          </p:nvSpPr>
          <p:spPr>
            <a:xfrm>
              <a:off x="4273150" y="3764025"/>
              <a:ext cx="68400" cy="81325"/>
            </a:xfrm>
            <a:custGeom>
              <a:avLst/>
              <a:gdLst/>
              <a:ahLst/>
              <a:cxnLst/>
              <a:rect l="l" t="t" r="r" b="b"/>
              <a:pathLst>
                <a:path w="2736" h="3253" extrusionOk="0">
                  <a:moveTo>
                    <a:pt x="2371" y="0"/>
                  </a:moveTo>
                  <a:lnTo>
                    <a:pt x="0" y="152"/>
                  </a:lnTo>
                  <a:lnTo>
                    <a:pt x="243" y="3253"/>
                  </a:lnTo>
                  <a:lnTo>
                    <a:pt x="2736" y="3101"/>
                  </a:lnTo>
                  <a:lnTo>
                    <a:pt x="237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72"/>
            <p:cNvSpPr/>
            <p:nvPr/>
          </p:nvSpPr>
          <p:spPr>
            <a:xfrm>
              <a:off x="4216900" y="3743350"/>
              <a:ext cx="111750" cy="257025"/>
            </a:xfrm>
            <a:custGeom>
              <a:avLst/>
              <a:gdLst/>
              <a:ahLst/>
              <a:cxnLst/>
              <a:rect l="l" t="t" r="r" b="b"/>
              <a:pathLst>
                <a:path w="4470" h="10281" extrusionOk="0">
                  <a:moveTo>
                    <a:pt x="2888" y="0"/>
                  </a:moveTo>
                  <a:cubicBezTo>
                    <a:pt x="1558" y="0"/>
                    <a:pt x="1" y="827"/>
                    <a:pt x="1" y="827"/>
                  </a:cubicBezTo>
                  <a:cubicBezTo>
                    <a:pt x="1" y="827"/>
                    <a:pt x="2493" y="10280"/>
                    <a:pt x="3192" y="10280"/>
                  </a:cubicBezTo>
                  <a:cubicBezTo>
                    <a:pt x="4044" y="9794"/>
                    <a:pt x="3496" y="7788"/>
                    <a:pt x="3588" y="6663"/>
                  </a:cubicBezTo>
                  <a:cubicBezTo>
                    <a:pt x="3648" y="5569"/>
                    <a:pt x="4469" y="3715"/>
                    <a:pt x="4469" y="3715"/>
                  </a:cubicBezTo>
                  <a:lnTo>
                    <a:pt x="2888" y="2074"/>
                  </a:lnTo>
                  <a:lnTo>
                    <a:pt x="3344" y="37"/>
                  </a:lnTo>
                  <a:cubicBezTo>
                    <a:pt x="3197" y="12"/>
                    <a:pt x="3044" y="0"/>
                    <a:pt x="288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72"/>
            <p:cNvSpPr/>
            <p:nvPr/>
          </p:nvSpPr>
          <p:spPr>
            <a:xfrm>
              <a:off x="5423625" y="2951825"/>
              <a:ext cx="216600" cy="108300"/>
            </a:xfrm>
            <a:custGeom>
              <a:avLst/>
              <a:gdLst/>
              <a:ahLst/>
              <a:cxnLst/>
              <a:rect l="l" t="t" r="r" b="b"/>
              <a:pathLst>
                <a:path w="8664" h="4332" extrusionOk="0">
                  <a:moveTo>
                    <a:pt x="3769" y="0"/>
                  </a:moveTo>
                  <a:cubicBezTo>
                    <a:pt x="3352" y="0"/>
                    <a:pt x="2970" y="20"/>
                    <a:pt x="2736" y="56"/>
                  </a:cubicBezTo>
                  <a:cubicBezTo>
                    <a:pt x="1946" y="208"/>
                    <a:pt x="1946" y="1090"/>
                    <a:pt x="1946" y="1090"/>
                  </a:cubicBezTo>
                  <a:lnTo>
                    <a:pt x="0" y="938"/>
                  </a:lnTo>
                  <a:lnTo>
                    <a:pt x="0" y="938"/>
                  </a:lnTo>
                  <a:lnTo>
                    <a:pt x="152" y="4069"/>
                  </a:lnTo>
                  <a:cubicBezTo>
                    <a:pt x="152" y="4069"/>
                    <a:pt x="2910" y="4331"/>
                    <a:pt x="5181" y="4331"/>
                  </a:cubicBezTo>
                  <a:cubicBezTo>
                    <a:pt x="6696" y="4331"/>
                    <a:pt x="7994" y="4214"/>
                    <a:pt x="8116" y="3825"/>
                  </a:cubicBezTo>
                  <a:cubicBezTo>
                    <a:pt x="8420" y="2914"/>
                    <a:pt x="7417" y="2214"/>
                    <a:pt x="7417" y="2214"/>
                  </a:cubicBezTo>
                  <a:cubicBezTo>
                    <a:pt x="7417" y="2214"/>
                    <a:pt x="8663" y="1850"/>
                    <a:pt x="8268" y="1485"/>
                  </a:cubicBezTo>
                  <a:cubicBezTo>
                    <a:pt x="8045" y="1262"/>
                    <a:pt x="6899" y="1213"/>
                    <a:pt x="5945" y="1213"/>
                  </a:cubicBezTo>
                  <a:cubicBezTo>
                    <a:pt x="5211" y="1213"/>
                    <a:pt x="4590" y="1242"/>
                    <a:pt x="4590" y="1242"/>
                  </a:cubicBezTo>
                  <a:cubicBezTo>
                    <a:pt x="4590" y="1242"/>
                    <a:pt x="5684" y="755"/>
                    <a:pt x="5836" y="391"/>
                  </a:cubicBezTo>
                  <a:cubicBezTo>
                    <a:pt x="5943" y="113"/>
                    <a:pt x="4757" y="0"/>
                    <a:pt x="376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72"/>
            <p:cNvSpPr/>
            <p:nvPr/>
          </p:nvSpPr>
          <p:spPr>
            <a:xfrm>
              <a:off x="5054300" y="2542125"/>
              <a:ext cx="119350" cy="142125"/>
            </a:xfrm>
            <a:custGeom>
              <a:avLst/>
              <a:gdLst/>
              <a:ahLst/>
              <a:cxnLst/>
              <a:rect l="l" t="t" r="r" b="b"/>
              <a:pathLst>
                <a:path w="4774" h="5685" extrusionOk="0">
                  <a:moveTo>
                    <a:pt x="700" y="0"/>
                  </a:moveTo>
                  <a:lnTo>
                    <a:pt x="1" y="3344"/>
                  </a:lnTo>
                  <a:lnTo>
                    <a:pt x="3648" y="5684"/>
                  </a:lnTo>
                  <a:lnTo>
                    <a:pt x="4773" y="1064"/>
                  </a:lnTo>
                  <a:lnTo>
                    <a:pt x="70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72"/>
            <p:cNvSpPr/>
            <p:nvPr/>
          </p:nvSpPr>
          <p:spPr>
            <a:xfrm>
              <a:off x="5004925" y="2380200"/>
              <a:ext cx="240150" cy="230575"/>
            </a:xfrm>
            <a:custGeom>
              <a:avLst/>
              <a:gdLst/>
              <a:ahLst/>
              <a:cxnLst/>
              <a:rect l="l" t="t" r="r" b="b"/>
              <a:pathLst>
                <a:path w="9606" h="9223" extrusionOk="0">
                  <a:moveTo>
                    <a:pt x="6343" y="1"/>
                  </a:moveTo>
                  <a:cubicBezTo>
                    <a:pt x="3747" y="1"/>
                    <a:pt x="1064" y="1371"/>
                    <a:pt x="1064" y="1371"/>
                  </a:cubicBezTo>
                  <a:lnTo>
                    <a:pt x="1125" y="3499"/>
                  </a:lnTo>
                  <a:cubicBezTo>
                    <a:pt x="1125" y="3499"/>
                    <a:pt x="920" y="3393"/>
                    <a:pt x="685" y="3393"/>
                  </a:cubicBezTo>
                  <a:cubicBezTo>
                    <a:pt x="370" y="3393"/>
                    <a:pt x="0" y="3583"/>
                    <a:pt x="0" y="4471"/>
                  </a:cubicBezTo>
                  <a:cubicBezTo>
                    <a:pt x="0" y="5778"/>
                    <a:pt x="1459" y="6325"/>
                    <a:pt x="1459" y="6325"/>
                  </a:cubicBezTo>
                  <a:cubicBezTo>
                    <a:pt x="1459" y="6325"/>
                    <a:pt x="2128" y="8271"/>
                    <a:pt x="5198" y="8909"/>
                  </a:cubicBezTo>
                  <a:cubicBezTo>
                    <a:pt x="6287" y="9146"/>
                    <a:pt x="7009" y="9223"/>
                    <a:pt x="7487" y="9223"/>
                  </a:cubicBezTo>
                  <a:cubicBezTo>
                    <a:pt x="8357" y="9223"/>
                    <a:pt x="8420" y="8970"/>
                    <a:pt x="8420" y="8970"/>
                  </a:cubicBezTo>
                  <a:cubicBezTo>
                    <a:pt x="8420" y="8970"/>
                    <a:pt x="9605" y="3894"/>
                    <a:pt x="8329" y="337"/>
                  </a:cubicBezTo>
                  <a:cubicBezTo>
                    <a:pt x="7707" y="96"/>
                    <a:pt x="7028" y="1"/>
                    <a:pt x="634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72"/>
            <p:cNvSpPr/>
            <p:nvPr/>
          </p:nvSpPr>
          <p:spPr>
            <a:xfrm>
              <a:off x="5031525" y="2414450"/>
              <a:ext cx="139075" cy="76775"/>
            </a:xfrm>
            <a:custGeom>
              <a:avLst/>
              <a:gdLst/>
              <a:ahLst/>
              <a:cxnLst/>
              <a:rect l="l" t="t" r="r" b="b"/>
              <a:pathLst>
                <a:path w="5563" h="3071" extrusionOk="0">
                  <a:moveTo>
                    <a:pt x="0" y="1"/>
                  </a:moveTo>
                  <a:lnTo>
                    <a:pt x="91" y="2341"/>
                  </a:lnTo>
                  <a:lnTo>
                    <a:pt x="1854" y="3071"/>
                  </a:lnTo>
                  <a:lnTo>
                    <a:pt x="2158" y="1277"/>
                  </a:lnTo>
                  <a:cubicBezTo>
                    <a:pt x="2158" y="1277"/>
                    <a:pt x="2230" y="1282"/>
                    <a:pt x="2354" y="1282"/>
                  </a:cubicBezTo>
                  <a:cubicBezTo>
                    <a:pt x="2913" y="1282"/>
                    <a:pt x="4543" y="1200"/>
                    <a:pt x="5563" y="305"/>
                  </a:cubicBezTo>
                  <a:cubicBezTo>
                    <a:pt x="5076" y="92"/>
                    <a:pt x="0" y="1"/>
                    <a:pt x="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72"/>
            <p:cNvSpPr/>
            <p:nvPr/>
          </p:nvSpPr>
          <p:spPr>
            <a:xfrm>
              <a:off x="5002650" y="2323475"/>
              <a:ext cx="345775" cy="110775"/>
            </a:xfrm>
            <a:custGeom>
              <a:avLst/>
              <a:gdLst/>
              <a:ahLst/>
              <a:cxnLst/>
              <a:rect l="l" t="t" r="r" b="b"/>
              <a:pathLst>
                <a:path w="13831" h="4431" extrusionOk="0">
                  <a:moveTo>
                    <a:pt x="5799" y="1"/>
                  </a:moveTo>
                  <a:cubicBezTo>
                    <a:pt x="3989" y="1"/>
                    <a:pt x="1094" y="832"/>
                    <a:pt x="608" y="1391"/>
                  </a:cubicBezTo>
                  <a:cubicBezTo>
                    <a:pt x="0" y="1999"/>
                    <a:pt x="1034" y="4430"/>
                    <a:pt x="1034" y="4430"/>
                  </a:cubicBezTo>
                  <a:lnTo>
                    <a:pt x="8845" y="4157"/>
                  </a:lnTo>
                  <a:cubicBezTo>
                    <a:pt x="8845" y="4157"/>
                    <a:pt x="13617" y="4005"/>
                    <a:pt x="13830" y="3883"/>
                  </a:cubicBezTo>
                  <a:cubicBezTo>
                    <a:pt x="13288" y="3243"/>
                    <a:pt x="11331" y="2842"/>
                    <a:pt x="10041" y="2842"/>
                  </a:cubicBezTo>
                  <a:cubicBezTo>
                    <a:pt x="9739" y="2842"/>
                    <a:pt x="9473" y="2864"/>
                    <a:pt x="9271" y="2910"/>
                  </a:cubicBezTo>
                  <a:cubicBezTo>
                    <a:pt x="9088" y="2758"/>
                    <a:pt x="8298" y="783"/>
                    <a:pt x="6900" y="175"/>
                  </a:cubicBezTo>
                  <a:cubicBezTo>
                    <a:pt x="6638" y="53"/>
                    <a:pt x="6252" y="1"/>
                    <a:pt x="579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72"/>
            <p:cNvSpPr/>
            <p:nvPr/>
          </p:nvSpPr>
          <p:spPr>
            <a:xfrm>
              <a:off x="5102175" y="2741200"/>
              <a:ext cx="375425" cy="333125"/>
            </a:xfrm>
            <a:custGeom>
              <a:avLst/>
              <a:gdLst/>
              <a:ahLst/>
              <a:cxnLst/>
              <a:rect l="l" t="t" r="r" b="b"/>
              <a:pathLst>
                <a:path w="15017" h="13325" extrusionOk="0">
                  <a:moveTo>
                    <a:pt x="1581" y="1"/>
                  </a:moveTo>
                  <a:lnTo>
                    <a:pt x="1" y="5989"/>
                  </a:lnTo>
                  <a:lnTo>
                    <a:pt x="3284" y="12402"/>
                  </a:lnTo>
                  <a:cubicBezTo>
                    <a:pt x="3284" y="12402"/>
                    <a:pt x="10113" y="13324"/>
                    <a:pt x="12885" y="13324"/>
                  </a:cubicBezTo>
                  <a:cubicBezTo>
                    <a:pt x="13452" y="13324"/>
                    <a:pt x="13849" y="13286"/>
                    <a:pt x="13983" y="13193"/>
                  </a:cubicBezTo>
                  <a:cubicBezTo>
                    <a:pt x="15016" y="12038"/>
                    <a:pt x="13922" y="9606"/>
                    <a:pt x="13922" y="9606"/>
                  </a:cubicBezTo>
                  <a:lnTo>
                    <a:pt x="6901" y="8481"/>
                  </a:lnTo>
                  <a:lnTo>
                    <a:pt x="158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72"/>
            <p:cNvSpPr/>
            <p:nvPr/>
          </p:nvSpPr>
          <p:spPr>
            <a:xfrm>
              <a:off x="4716925" y="2625700"/>
              <a:ext cx="437725" cy="599375"/>
            </a:xfrm>
            <a:custGeom>
              <a:avLst/>
              <a:gdLst/>
              <a:ahLst/>
              <a:cxnLst/>
              <a:rect l="l" t="t" r="r" b="b"/>
              <a:pathLst>
                <a:path w="17509" h="23975" extrusionOk="0">
                  <a:moveTo>
                    <a:pt x="13435" y="1"/>
                  </a:moveTo>
                  <a:cubicBezTo>
                    <a:pt x="13435" y="1"/>
                    <a:pt x="8511" y="700"/>
                    <a:pt x="7174" y="3132"/>
                  </a:cubicBezTo>
                  <a:cubicBezTo>
                    <a:pt x="5836" y="5563"/>
                    <a:pt x="3921" y="12524"/>
                    <a:pt x="3921" y="12524"/>
                  </a:cubicBezTo>
                  <a:lnTo>
                    <a:pt x="0" y="19241"/>
                  </a:lnTo>
                  <a:cubicBezTo>
                    <a:pt x="0" y="19241"/>
                    <a:pt x="1095" y="21734"/>
                    <a:pt x="4864" y="23223"/>
                  </a:cubicBezTo>
                  <a:cubicBezTo>
                    <a:pt x="6318" y="23798"/>
                    <a:pt x="8034" y="23974"/>
                    <a:pt x="9595" y="23974"/>
                  </a:cubicBezTo>
                  <a:cubicBezTo>
                    <a:pt x="12078" y="23974"/>
                    <a:pt x="14165" y="23527"/>
                    <a:pt x="14165" y="23527"/>
                  </a:cubicBezTo>
                  <a:cubicBezTo>
                    <a:pt x="14165" y="23527"/>
                    <a:pt x="16991" y="10457"/>
                    <a:pt x="17204" y="8664"/>
                  </a:cubicBezTo>
                  <a:cubicBezTo>
                    <a:pt x="17447" y="6840"/>
                    <a:pt x="17508" y="2402"/>
                    <a:pt x="17143" y="2341"/>
                  </a:cubicBezTo>
                  <a:lnTo>
                    <a:pt x="1343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72"/>
            <p:cNvSpPr/>
            <p:nvPr/>
          </p:nvSpPr>
          <p:spPr>
            <a:xfrm>
              <a:off x="5448700" y="2979050"/>
              <a:ext cx="484075" cy="92750"/>
            </a:xfrm>
            <a:custGeom>
              <a:avLst/>
              <a:gdLst/>
              <a:ahLst/>
              <a:cxnLst/>
              <a:rect l="l" t="t" r="r" b="b"/>
              <a:pathLst>
                <a:path w="19363" h="3710" extrusionOk="0">
                  <a:moveTo>
                    <a:pt x="0" y="1"/>
                  </a:moveTo>
                  <a:lnTo>
                    <a:pt x="0" y="3709"/>
                  </a:lnTo>
                  <a:lnTo>
                    <a:pt x="19362" y="3709"/>
                  </a:lnTo>
                  <a:lnTo>
                    <a:pt x="19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72"/>
            <p:cNvSpPr/>
            <p:nvPr/>
          </p:nvSpPr>
          <p:spPr>
            <a:xfrm>
              <a:off x="5447925" y="2979050"/>
              <a:ext cx="484075" cy="89700"/>
            </a:xfrm>
            <a:custGeom>
              <a:avLst/>
              <a:gdLst/>
              <a:ahLst/>
              <a:cxnLst/>
              <a:rect l="l" t="t" r="r" b="b"/>
              <a:pathLst>
                <a:path w="19363" h="3588" extrusionOk="0">
                  <a:moveTo>
                    <a:pt x="1" y="1"/>
                  </a:moveTo>
                  <a:lnTo>
                    <a:pt x="2585" y="3587"/>
                  </a:lnTo>
                  <a:lnTo>
                    <a:pt x="16931" y="3587"/>
                  </a:lnTo>
                  <a:cubicBezTo>
                    <a:pt x="16931" y="3587"/>
                    <a:pt x="18816" y="518"/>
                    <a:pt x="193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72"/>
            <p:cNvSpPr/>
            <p:nvPr/>
          </p:nvSpPr>
          <p:spPr>
            <a:xfrm>
              <a:off x="4954000" y="2745000"/>
              <a:ext cx="539250" cy="406575"/>
            </a:xfrm>
            <a:custGeom>
              <a:avLst/>
              <a:gdLst/>
              <a:ahLst/>
              <a:cxnLst/>
              <a:rect l="l" t="t" r="r" b="b"/>
              <a:pathLst>
                <a:path w="21570" h="16263" extrusionOk="0">
                  <a:moveTo>
                    <a:pt x="21339" y="15442"/>
                  </a:moveTo>
                  <a:lnTo>
                    <a:pt x="21334" y="15442"/>
                  </a:lnTo>
                  <a:lnTo>
                    <a:pt x="21334" y="15442"/>
                  </a:lnTo>
                  <a:cubicBezTo>
                    <a:pt x="21335" y="15443"/>
                    <a:pt x="21336" y="15443"/>
                    <a:pt x="21336" y="15443"/>
                  </a:cubicBezTo>
                  <a:cubicBezTo>
                    <a:pt x="21337" y="15443"/>
                    <a:pt x="21338" y="15443"/>
                    <a:pt x="21339" y="15442"/>
                  </a:cubicBezTo>
                  <a:close/>
                  <a:moveTo>
                    <a:pt x="2725" y="0"/>
                  </a:moveTo>
                  <a:cubicBezTo>
                    <a:pt x="1406" y="0"/>
                    <a:pt x="0" y="1485"/>
                    <a:pt x="578" y="4591"/>
                  </a:cubicBezTo>
                  <a:cubicBezTo>
                    <a:pt x="1308" y="8512"/>
                    <a:pt x="8420" y="16263"/>
                    <a:pt x="8420" y="16263"/>
                  </a:cubicBezTo>
                  <a:lnTo>
                    <a:pt x="21334" y="15442"/>
                  </a:lnTo>
                  <a:lnTo>
                    <a:pt x="21334" y="15442"/>
                  </a:lnTo>
                  <a:cubicBezTo>
                    <a:pt x="21293" y="15390"/>
                    <a:pt x="21570" y="13347"/>
                    <a:pt x="21126" y="12342"/>
                  </a:cubicBezTo>
                  <a:lnTo>
                    <a:pt x="10123" y="11247"/>
                  </a:lnTo>
                  <a:cubicBezTo>
                    <a:pt x="10123" y="11247"/>
                    <a:pt x="5107" y="1217"/>
                    <a:pt x="3709" y="305"/>
                  </a:cubicBezTo>
                  <a:cubicBezTo>
                    <a:pt x="3412" y="103"/>
                    <a:pt x="3071" y="0"/>
                    <a:pt x="272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72"/>
            <p:cNvSpPr/>
            <p:nvPr/>
          </p:nvSpPr>
          <p:spPr>
            <a:xfrm>
              <a:off x="5789125" y="3013250"/>
              <a:ext cx="34225" cy="26625"/>
            </a:xfrm>
            <a:custGeom>
              <a:avLst/>
              <a:gdLst/>
              <a:ahLst/>
              <a:cxnLst/>
              <a:rect l="l" t="t" r="r" b="b"/>
              <a:pathLst>
                <a:path w="1369" h="1065" extrusionOk="0">
                  <a:moveTo>
                    <a:pt x="700" y="1"/>
                  </a:moveTo>
                  <a:cubicBezTo>
                    <a:pt x="1" y="1"/>
                    <a:pt x="1" y="1064"/>
                    <a:pt x="700" y="1064"/>
                  </a:cubicBezTo>
                  <a:cubicBezTo>
                    <a:pt x="1368" y="1064"/>
                    <a:pt x="1368" y="1"/>
                    <a:pt x="7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72"/>
            <p:cNvSpPr/>
            <p:nvPr/>
          </p:nvSpPr>
          <p:spPr>
            <a:xfrm>
              <a:off x="5576350" y="3013250"/>
              <a:ext cx="34225" cy="26625"/>
            </a:xfrm>
            <a:custGeom>
              <a:avLst/>
              <a:gdLst/>
              <a:ahLst/>
              <a:cxnLst/>
              <a:rect l="l" t="t" r="r" b="b"/>
              <a:pathLst>
                <a:path w="1369" h="1065" extrusionOk="0">
                  <a:moveTo>
                    <a:pt x="670" y="1"/>
                  </a:moveTo>
                  <a:cubicBezTo>
                    <a:pt x="1" y="1"/>
                    <a:pt x="1" y="1064"/>
                    <a:pt x="670" y="1064"/>
                  </a:cubicBezTo>
                  <a:cubicBezTo>
                    <a:pt x="1369" y="1064"/>
                    <a:pt x="1369" y="1"/>
                    <a:pt x="67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72"/>
            <p:cNvSpPr/>
            <p:nvPr/>
          </p:nvSpPr>
          <p:spPr>
            <a:xfrm>
              <a:off x="5482125" y="3029575"/>
              <a:ext cx="216600" cy="108225"/>
            </a:xfrm>
            <a:custGeom>
              <a:avLst/>
              <a:gdLst/>
              <a:ahLst/>
              <a:cxnLst/>
              <a:rect l="l" t="t" r="r" b="b"/>
              <a:pathLst>
                <a:path w="8664" h="4329" extrusionOk="0">
                  <a:moveTo>
                    <a:pt x="3918" y="1"/>
                  </a:moveTo>
                  <a:cubicBezTo>
                    <a:pt x="3448" y="1"/>
                    <a:pt x="3004" y="27"/>
                    <a:pt x="2736" y="77"/>
                  </a:cubicBezTo>
                  <a:cubicBezTo>
                    <a:pt x="1946" y="229"/>
                    <a:pt x="1946" y="1111"/>
                    <a:pt x="1946" y="1111"/>
                  </a:cubicBezTo>
                  <a:lnTo>
                    <a:pt x="1" y="959"/>
                  </a:lnTo>
                  <a:lnTo>
                    <a:pt x="1" y="959"/>
                  </a:lnTo>
                  <a:lnTo>
                    <a:pt x="153" y="4059"/>
                  </a:lnTo>
                  <a:cubicBezTo>
                    <a:pt x="153" y="4059"/>
                    <a:pt x="2992" y="4328"/>
                    <a:pt x="5288" y="4328"/>
                  </a:cubicBezTo>
                  <a:cubicBezTo>
                    <a:pt x="6771" y="4328"/>
                    <a:pt x="8028" y="4216"/>
                    <a:pt x="8147" y="3846"/>
                  </a:cubicBezTo>
                  <a:cubicBezTo>
                    <a:pt x="8451" y="2934"/>
                    <a:pt x="7417" y="2205"/>
                    <a:pt x="7417" y="2205"/>
                  </a:cubicBezTo>
                  <a:cubicBezTo>
                    <a:pt x="7417" y="2205"/>
                    <a:pt x="8664" y="1870"/>
                    <a:pt x="8299" y="1475"/>
                  </a:cubicBezTo>
                  <a:cubicBezTo>
                    <a:pt x="8067" y="1276"/>
                    <a:pt x="6994" y="1231"/>
                    <a:pt x="6066" y="1231"/>
                  </a:cubicBezTo>
                  <a:cubicBezTo>
                    <a:pt x="5293" y="1231"/>
                    <a:pt x="4621" y="1263"/>
                    <a:pt x="4621" y="1263"/>
                  </a:cubicBezTo>
                  <a:cubicBezTo>
                    <a:pt x="4621" y="1263"/>
                    <a:pt x="5715" y="746"/>
                    <a:pt x="5867" y="381"/>
                  </a:cubicBezTo>
                  <a:cubicBezTo>
                    <a:pt x="5969" y="115"/>
                    <a:pt x="4887" y="1"/>
                    <a:pt x="391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72"/>
            <p:cNvSpPr/>
            <p:nvPr/>
          </p:nvSpPr>
          <p:spPr>
            <a:xfrm>
              <a:off x="4983650" y="2567625"/>
              <a:ext cx="175550" cy="134100"/>
            </a:xfrm>
            <a:custGeom>
              <a:avLst/>
              <a:gdLst/>
              <a:ahLst/>
              <a:cxnLst/>
              <a:rect l="l" t="t" r="r" b="b"/>
              <a:pathLst>
                <a:path w="7022" h="5364" extrusionOk="0">
                  <a:moveTo>
                    <a:pt x="1765" y="0"/>
                  </a:moveTo>
                  <a:cubicBezTo>
                    <a:pt x="1687" y="0"/>
                    <a:pt x="1616" y="15"/>
                    <a:pt x="1550" y="44"/>
                  </a:cubicBezTo>
                  <a:cubicBezTo>
                    <a:pt x="243" y="652"/>
                    <a:pt x="0" y="2871"/>
                    <a:pt x="0" y="2871"/>
                  </a:cubicBezTo>
                  <a:cubicBezTo>
                    <a:pt x="0" y="2871"/>
                    <a:pt x="5715" y="4512"/>
                    <a:pt x="7022" y="5363"/>
                  </a:cubicBezTo>
                  <a:cubicBezTo>
                    <a:pt x="7022" y="5363"/>
                    <a:pt x="3281" y="0"/>
                    <a:pt x="176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72"/>
            <p:cNvSpPr/>
            <p:nvPr/>
          </p:nvSpPr>
          <p:spPr>
            <a:xfrm>
              <a:off x="4908400" y="3065675"/>
              <a:ext cx="111750" cy="80575"/>
            </a:xfrm>
            <a:custGeom>
              <a:avLst/>
              <a:gdLst/>
              <a:ahLst/>
              <a:cxnLst/>
              <a:rect l="l" t="t" r="r" b="b"/>
              <a:pathLst>
                <a:path w="4470" h="3223" extrusionOk="0">
                  <a:moveTo>
                    <a:pt x="4469" y="791"/>
                  </a:moveTo>
                  <a:lnTo>
                    <a:pt x="4469" y="791"/>
                  </a:lnTo>
                  <a:cubicBezTo>
                    <a:pt x="4468" y="794"/>
                    <a:pt x="4466" y="797"/>
                    <a:pt x="4465" y="799"/>
                  </a:cubicBezTo>
                  <a:lnTo>
                    <a:pt x="4465" y="799"/>
                  </a:lnTo>
                  <a:cubicBezTo>
                    <a:pt x="4466" y="797"/>
                    <a:pt x="4468" y="794"/>
                    <a:pt x="4469" y="791"/>
                  </a:cubicBezTo>
                  <a:close/>
                  <a:moveTo>
                    <a:pt x="3770" y="1"/>
                  </a:moveTo>
                  <a:cubicBezTo>
                    <a:pt x="3770" y="1"/>
                    <a:pt x="1916" y="1703"/>
                    <a:pt x="1" y="2281"/>
                  </a:cubicBezTo>
                  <a:lnTo>
                    <a:pt x="548" y="3223"/>
                  </a:lnTo>
                  <a:cubicBezTo>
                    <a:pt x="548" y="3223"/>
                    <a:pt x="3487" y="2526"/>
                    <a:pt x="4465" y="799"/>
                  </a:cubicBezTo>
                  <a:lnTo>
                    <a:pt x="4465" y="799"/>
                  </a:lnTo>
                  <a:cubicBezTo>
                    <a:pt x="4460" y="805"/>
                    <a:pt x="4454" y="808"/>
                    <a:pt x="4446" y="808"/>
                  </a:cubicBezTo>
                  <a:cubicBezTo>
                    <a:pt x="4317" y="808"/>
                    <a:pt x="3770" y="1"/>
                    <a:pt x="377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622"/>
                                        </p:tgtEl>
                                        <p:attrNameLst>
                                          <p:attrName>style.visibility</p:attrName>
                                        </p:attrNameLst>
                                      </p:cBhvr>
                                      <p:to>
                                        <p:strVal val="visible"/>
                                      </p:to>
                                    </p:set>
                                    <p:anim calcmode="lin" valueType="num">
                                      <p:cBhvr additive="base">
                                        <p:cTn id="7" dur="1000"/>
                                        <p:tgtEl>
                                          <p:spTgt spid="1622"/>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720"/>
                                        </p:tgtEl>
                                        <p:attrNameLst>
                                          <p:attrName>style.visibility</p:attrName>
                                        </p:attrNameLst>
                                      </p:cBhvr>
                                      <p:to>
                                        <p:strVal val="visible"/>
                                      </p:to>
                                    </p:set>
                                    <p:anim calcmode="lin" valueType="num">
                                      <p:cBhvr additive="base">
                                        <p:cTn id="12" dur="1000"/>
                                        <p:tgtEl>
                                          <p:spTgt spid="172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47"/>
        <p:cNvGrpSpPr/>
        <p:nvPr/>
      </p:nvGrpSpPr>
      <p:grpSpPr>
        <a:xfrm>
          <a:off x="0" y="0"/>
          <a:ext cx="0" cy="0"/>
          <a:chOff x="0" y="0"/>
          <a:chExt cx="0" cy="0"/>
        </a:xfrm>
      </p:grpSpPr>
      <p:sp>
        <p:nvSpPr>
          <p:cNvPr id="1748" name="Google Shape;1748;p73"/>
          <p:cNvSpPr/>
          <p:nvPr/>
        </p:nvSpPr>
        <p:spPr>
          <a:xfrm rot="10800000" flipH="1">
            <a:off x="-1733445" y="756215"/>
            <a:ext cx="5893767" cy="4581960"/>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73"/>
          <p:cNvSpPr txBox="1">
            <a:spLocks noGrp="1"/>
          </p:cNvSpPr>
          <p:nvPr>
            <p:ph type="title"/>
          </p:nvPr>
        </p:nvSpPr>
        <p:spPr>
          <a:xfrm>
            <a:off x="4368875" y="460725"/>
            <a:ext cx="4049400" cy="1093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333,000.00</a:t>
            </a:r>
            <a:endParaRPr/>
          </a:p>
        </p:txBody>
      </p:sp>
      <p:sp>
        <p:nvSpPr>
          <p:cNvPr id="1750" name="Google Shape;1750;p73"/>
          <p:cNvSpPr txBox="1">
            <a:spLocks noGrp="1"/>
          </p:cNvSpPr>
          <p:nvPr>
            <p:ph type="subTitle" idx="1"/>
          </p:nvPr>
        </p:nvSpPr>
        <p:spPr>
          <a:xfrm>
            <a:off x="4368875" y="1412200"/>
            <a:ext cx="4049400" cy="63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earths is the Sun’s mass</a:t>
            </a:r>
            <a:endParaRPr/>
          </a:p>
        </p:txBody>
      </p:sp>
      <p:sp>
        <p:nvSpPr>
          <p:cNvPr id="1751" name="Google Shape;1751;p73"/>
          <p:cNvSpPr txBox="1">
            <a:spLocks noGrp="1"/>
          </p:cNvSpPr>
          <p:nvPr>
            <p:ph type="title" idx="2"/>
          </p:nvPr>
        </p:nvSpPr>
        <p:spPr>
          <a:xfrm>
            <a:off x="4368875" y="1663000"/>
            <a:ext cx="4049400" cy="1190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9h 55m 23s</a:t>
            </a:r>
            <a:endParaRPr/>
          </a:p>
        </p:txBody>
      </p:sp>
      <p:sp>
        <p:nvSpPr>
          <p:cNvPr id="1752" name="Google Shape;1752;p73"/>
          <p:cNvSpPr txBox="1">
            <a:spLocks noGrp="1"/>
          </p:cNvSpPr>
          <p:nvPr>
            <p:ph type="subTitle" idx="3"/>
          </p:nvPr>
        </p:nvSpPr>
        <p:spPr>
          <a:xfrm>
            <a:off x="4368875" y="2731300"/>
            <a:ext cx="4049400" cy="63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is Jupiter’s rotation period</a:t>
            </a:r>
            <a:endParaRPr/>
          </a:p>
        </p:txBody>
      </p:sp>
      <p:sp>
        <p:nvSpPr>
          <p:cNvPr id="1753" name="Google Shape;1753;p73"/>
          <p:cNvSpPr txBox="1">
            <a:spLocks noGrp="1"/>
          </p:cNvSpPr>
          <p:nvPr>
            <p:ph type="title" idx="4"/>
          </p:nvPr>
        </p:nvSpPr>
        <p:spPr>
          <a:xfrm>
            <a:off x="4368875" y="2982700"/>
            <a:ext cx="4049400" cy="1190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386,000 km </a:t>
            </a:r>
            <a:endParaRPr/>
          </a:p>
        </p:txBody>
      </p:sp>
      <p:sp>
        <p:nvSpPr>
          <p:cNvPr id="1754" name="Google Shape;1754;p73"/>
          <p:cNvSpPr txBox="1">
            <a:spLocks noGrp="1"/>
          </p:cNvSpPr>
          <p:nvPr>
            <p:ph type="subTitle" idx="5"/>
          </p:nvPr>
        </p:nvSpPr>
        <p:spPr>
          <a:xfrm>
            <a:off x="4368875" y="4051000"/>
            <a:ext cx="4049400" cy="63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rgbClr val="1A1A1A"/>
              </a:buClr>
              <a:buSzPts val="1100"/>
              <a:buFont typeface="Arial"/>
              <a:buNone/>
            </a:pPr>
            <a:r>
              <a:rPr lang="en"/>
              <a:t>is the distance between Earth and the Moon</a:t>
            </a:r>
            <a:endParaRPr/>
          </a:p>
          <a:p>
            <a:pPr marL="0" lvl="0" indent="0" algn="r" rtl="0">
              <a:spcBef>
                <a:spcPts val="0"/>
              </a:spcBef>
              <a:spcAft>
                <a:spcPts val="1600"/>
              </a:spcAft>
              <a:buNone/>
            </a:pPr>
            <a:endParaRPr/>
          </a:p>
        </p:txBody>
      </p:sp>
      <p:sp>
        <p:nvSpPr>
          <p:cNvPr id="1755" name="Google Shape;1755;p73"/>
          <p:cNvSpPr/>
          <p:nvPr/>
        </p:nvSpPr>
        <p:spPr>
          <a:xfrm flipH="1">
            <a:off x="4453381" y="3111787"/>
            <a:ext cx="65391" cy="147281"/>
          </a:xfrm>
          <a:custGeom>
            <a:avLst/>
            <a:gdLst/>
            <a:ahLst/>
            <a:cxnLst/>
            <a:rect l="l" t="t" r="r" b="b"/>
            <a:pathLst>
              <a:path w="3131" h="7052" extrusionOk="0">
                <a:moveTo>
                  <a:pt x="790" y="7052"/>
                </a:moveTo>
                <a:lnTo>
                  <a:pt x="2310" y="7052"/>
                </a:lnTo>
                <a:cubicBezTo>
                  <a:pt x="2766" y="7052"/>
                  <a:pt x="3131" y="6717"/>
                  <a:pt x="3131" y="6262"/>
                </a:cubicBezTo>
                <a:lnTo>
                  <a:pt x="3131" y="790"/>
                </a:lnTo>
                <a:cubicBezTo>
                  <a:pt x="3131" y="334"/>
                  <a:pt x="2766" y="0"/>
                  <a:pt x="2310" y="0"/>
                </a:cubicBezTo>
                <a:lnTo>
                  <a:pt x="790" y="0"/>
                </a:lnTo>
                <a:cubicBezTo>
                  <a:pt x="335" y="0"/>
                  <a:pt x="0" y="334"/>
                  <a:pt x="0" y="790"/>
                </a:cubicBezTo>
                <a:lnTo>
                  <a:pt x="0" y="6262"/>
                </a:lnTo>
                <a:cubicBezTo>
                  <a:pt x="0" y="6717"/>
                  <a:pt x="335" y="7052"/>
                  <a:pt x="790" y="705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6" name="Google Shape;1756;p73"/>
          <p:cNvGrpSpPr/>
          <p:nvPr/>
        </p:nvGrpSpPr>
        <p:grpSpPr>
          <a:xfrm>
            <a:off x="156" y="1491738"/>
            <a:ext cx="1780029" cy="2211701"/>
            <a:chOff x="156" y="1491738"/>
            <a:chExt cx="1780029" cy="2211701"/>
          </a:xfrm>
        </p:grpSpPr>
        <p:sp>
          <p:nvSpPr>
            <p:cNvPr id="1757" name="Google Shape;1757;p73"/>
            <p:cNvSpPr/>
            <p:nvPr/>
          </p:nvSpPr>
          <p:spPr>
            <a:xfrm flipH="1">
              <a:off x="156" y="1491738"/>
              <a:ext cx="1170604" cy="2140608"/>
            </a:xfrm>
            <a:custGeom>
              <a:avLst/>
              <a:gdLst/>
              <a:ahLst/>
              <a:cxnLst/>
              <a:rect l="l" t="t" r="r" b="b"/>
              <a:pathLst>
                <a:path w="56050" h="102495" extrusionOk="0">
                  <a:moveTo>
                    <a:pt x="0" y="1"/>
                  </a:moveTo>
                  <a:lnTo>
                    <a:pt x="0" y="102494"/>
                  </a:lnTo>
                  <a:lnTo>
                    <a:pt x="56050" y="102494"/>
                  </a:lnTo>
                  <a:lnTo>
                    <a:pt x="560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73"/>
            <p:cNvSpPr/>
            <p:nvPr/>
          </p:nvSpPr>
          <p:spPr>
            <a:xfrm flipH="1">
              <a:off x="62999" y="1560303"/>
              <a:ext cx="1044292" cy="2072043"/>
            </a:xfrm>
            <a:custGeom>
              <a:avLst/>
              <a:gdLst/>
              <a:ahLst/>
              <a:cxnLst/>
              <a:rect l="l" t="t" r="r" b="b"/>
              <a:pathLst>
                <a:path w="50002" h="99212" extrusionOk="0">
                  <a:moveTo>
                    <a:pt x="1" y="0"/>
                  </a:moveTo>
                  <a:lnTo>
                    <a:pt x="1" y="99211"/>
                  </a:lnTo>
                  <a:lnTo>
                    <a:pt x="50002" y="99211"/>
                  </a:lnTo>
                  <a:lnTo>
                    <a:pt x="50002" y="0"/>
                  </a:lnTo>
                  <a:close/>
                </a:path>
              </a:pathLst>
            </a:cu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73"/>
            <p:cNvSpPr/>
            <p:nvPr/>
          </p:nvSpPr>
          <p:spPr>
            <a:xfrm flipH="1">
              <a:off x="62999" y="1501888"/>
              <a:ext cx="432319" cy="2201551"/>
            </a:xfrm>
            <a:custGeom>
              <a:avLst/>
              <a:gdLst/>
              <a:ahLst/>
              <a:cxnLst/>
              <a:rect l="l" t="t" r="r" b="b"/>
              <a:pathLst>
                <a:path w="20700" h="105413" extrusionOk="0">
                  <a:moveTo>
                    <a:pt x="20700" y="3040"/>
                  </a:moveTo>
                  <a:lnTo>
                    <a:pt x="20700" y="102373"/>
                  </a:lnTo>
                  <a:lnTo>
                    <a:pt x="0" y="105413"/>
                  </a:lnTo>
                  <a:lnTo>
                    <a:pt x="0" y="1"/>
                  </a:lnTo>
                  <a:close/>
                  <a:moveTo>
                    <a:pt x="17903" y="99151"/>
                  </a:moveTo>
                  <a:lnTo>
                    <a:pt x="17903" y="58999"/>
                  </a:lnTo>
                  <a:lnTo>
                    <a:pt x="3009" y="59242"/>
                  </a:lnTo>
                  <a:lnTo>
                    <a:pt x="3009" y="101188"/>
                  </a:lnTo>
                  <a:close/>
                  <a:moveTo>
                    <a:pt x="17903" y="46415"/>
                  </a:moveTo>
                  <a:lnTo>
                    <a:pt x="17903" y="6232"/>
                  </a:lnTo>
                  <a:lnTo>
                    <a:pt x="3009" y="4195"/>
                  </a:lnTo>
                  <a:lnTo>
                    <a:pt x="3009" y="46141"/>
                  </a:lnTo>
                  <a:close/>
                </a:path>
              </a:pathLst>
            </a:custGeom>
            <a:solidFill>
              <a:schemeClr val="accent6"/>
            </a:solid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73"/>
            <p:cNvSpPr/>
            <p:nvPr/>
          </p:nvSpPr>
          <p:spPr>
            <a:xfrm flipH="1">
              <a:off x="121394" y="2734061"/>
              <a:ext cx="309808" cy="881786"/>
            </a:xfrm>
            <a:custGeom>
              <a:avLst/>
              <a:gdLst/>
              <a:ahLst/>
              <a:cxnLst/>
              <a:rect l="l" t="t" r="r" b="b"/>
              <a:pathLst>
                <a:path w="14834" h="42221" extrusionOk="0">
                  <a:moveTo>
                    <a:pt x="14833" y="1"/>
                  </a:moveTo>
                  <a:lnTo>
                    <a:pt x="14833" y="40153"/>
                  </a:lnTo>
                  <a:lnTo>
                    <a:pt x="0" y="42220"/>
                  </a:lnTo>
                  <a:lnTo>
                    <a:pt x="0" y="244"/>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73"/>
            <p:cNvSpPr/>
            <p:nvPr/>
          </p:nvSpPr>
          <p:spPr>
            <a:xfrm flipH="1">
              <a:off x="121394" y="1588874"/>
              <a:ext cx="309808" cy="882391"/>
            </a:xfrm>
            <a:custGeom>
              <a:avLst/>
              <a:gdLst/>
              <a:ahLst/>
              <a:cxnLst/>
              <a:rect l="l" t="t" r="r" b="b"/>
              <a:pathLst>
                <a:path w="14834" h="42250" extrusionOk="0">
                  <a:moveTo>
                    <a:pt x="14833" y="2067"/>
                  </a:moveTo>
                  <a:lnTo>
                    <a:pt x="14833" y="42250"/>
                  </a:lnTo>
                  <a:lnTo>
                    <a:pt x="0" y="41946"/>
                  </a:ln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73"/>
            <p:cNvSpPr/>
            <p:nvPr/>
          </p:nvSpPr>
          <p:spPr>
            <a:xfrm flipH="1">
              <a:off x="495298" y="1501888"/>
              <a:ext cx="55262" cy="2201551"/>
            </a:xfrm>
            <a:custGeom>
              <a:avLst/>
              <a:gdLst/>
              <a:ahLst/>
              <a:cxnLst/>
              <a:rect l="l" t="t" r="r" b="b"/>
              <a:pathLst>
                <a:path w="2646" h="105413" extrusionOk="0">
                  <a:moveTo>
                    <a:pt x="1" y="104744"/>
                  </a:moveTo>
                  <a:lnTo>
                    <a:pt x="2645" y="105413"/>
                  </a:lnTo>
                  <a:lnTo>
                    <a:pt x="2645" y="1"/>
                  </a:lnTo>
                  <a:lnTo>
                    <a:pt x="1" y="67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73"/>
            <p:cNvSpPr/>
            <p:nvPr/>
          </p:nvSpPr>
          <p:spPr>
            <a:xfrm flipH="1">
              <a:off x="507369" y="2509339"/>
              <a:ext cx="31766" cy="263464"/>
            </a:xfrm>
            <a:custGeom>
              <a:avLst/>
              <a:gdLst/>
              <a:ahLst/>
              <a:cxnLst/>
              <a:rect l="l" t="t" r="r" b="b"/>
              <a:pathLst>
                <a:path w="1521" h="12615" extrusionOk="0">
                  <a:moveTo>
                    <a:pt x="1" y="1"/>
                  </a:moveTo>
                  <a:lnTo>
                    <a:pt x="1" y="12615"/>
                  </a:lnTo>
                  <a:lnTo>
                    <a:pt x="1521" y="12615"/>
                  </a:lnTo>
                  <a:lnTo>
                    <a:pt x="152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73"/>
            <p:cNvSpPr/>
            <p:nvPr/>
          </p:nvSpPr>
          <p:spPr>
            <a:xfrm flipH="1">
              <a:off x="515619" y="2541084"/>
              <a:ext cx="13993" cy="59689"/>
            </a:xfrm>
            <a:custGeom>
              <a:avLst/>
              <a:gdLst/>
              <a:ahLst/>
              <a:cxnLst/>
              <a:rect l="l" t="t" r="r" b="b"/>
              <a:pathLst>
                <a:path w="670" h="2858" extrusionOk="0">
                  <a:moveTo>
                    <a:pt x="1" y="0"/>
                  </a:moveTo>
                  <a:lnTo>
                    <a:pt x="1" y="2858"/>
                  </a:lnTo>
                  <a:lnTo>
                    <a:pt x="669" y="2858"/>
                  </a:lnTo>
                  <a:lnTo>
                    <a:pt x="66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73"/>
            <p:cNvSpPr/>
            <p:nvPr/>
          </p:nvSpPr>
          <p:spPr>
            <a:xfrm flipH="1">
              <a:off x="515619" y="2638846"/>
              <a:ext cx="13993" cy="59689"/>
            </a:xfrm>
            <a:custGeom>
              <a:avLst/>
              <a:gdLst/>
              <a:ahLst/>
              <a:cxnLst/>
              <a:rect l="l" t="t" r="r" b="b"/>
              <a:pathLst>
                <a:path w="670" h="2858" extrusionOk="0">
                  <a:moveTo>
                    <a:pt x="1" y="0"/>
                  </a:moveTo>
                  <a:lnTo>
                    <a:pt x="1" y="2857"/>
                  </a:lnTo>
                  <a:lnTo>
                    <a:pt x="669" y="2857"/>
                  </a:lnTo>
                  <a:lnTo>
                    <a:pt x="66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73"/>
            <p:cNvSpPr/>
            <p:nvPr/>
          </p:nvSpPr>
          <p:spPr>
            <a:xfrm flipH="1">
              <a:off x="419757" y="2534108"/>
              <a:ext cx="36215" cy="60316"/>
            </a:xfrm>
            <a:custGeom>
              <a:avLst/>
              <a:gdLst/>
              <a:ahLst/>
              <a:cxnLst/>
              <a:rect l="l" t="t" r="r" b="b"/>
              <a:pathLst>
                <a:path w="1734" h="2888" extrusionOk="0">
                  <a:moveTo>
                    <a:pt x="700" y="0"/>
                  </a:moveTo>
                  <a:cubicBezTo>
                    <a:pt x="305" y="0"/>
                    <a:pt x="1" y="638"/>
                    <a:pt x="1" y="1429"/>
                  </a:cubicBezTo>
                  <a:cubicBezTo>
                    <a:pt x="1" y="2249"/>
                    <a:pt x="305" y="2888"/>
                    <a:pt x="700" y="2888"/>
                  </a:cubicBezTo>
                  <a:lnTo>
                    <a:pt x="1733" y="2888"/>
                  </a:lnTo>
                  <a:lnTo>
                    <a:pt x="17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73"/>
            <p:cNvSpPr/>
            <p:nvPr/>
          </p:nvSpPr>
          <p:spPr>
            <a:xfrm flipH="1">
              <a:off x="386759" y="2522663"/>
              <a:ext cx="50166" cy="84459"/>
            </a:xfrm>
            <a:custGeom>
              <a:avLst/>
              <a:gdLst/>
              <a:ahLst/>
              <a:cxnLst/>
              <a:rect l="l" t="t" r="r" b="b"/>
              <a:pathLst>
                <a:path w="2402" h="4044" extrusionOk="0">
                  <a:moveTo>
                    <a:pt x="943" y="1"/>
                  </a:moveTo>
                  <a:cubicBezTo>
                    <a:pt x="426" y="1"/>
                    <a:pt x="1" y="913"/>
                    <a:pt x="1" y="2037"/>
                  </a:cubicBezTo>
                  <a:cubicBezTo>
                    <a:pt x="1" y="3132"/>
                    <a:pt x="426" y="4044"/>
                    <a:pt x="943" y="4044"/>
                  </a:cubicBezTo>
                  <a:lnTo>
                    <a:pt x="2402" y="4044"/>
                  </a:lnTo>
                  <a:lnTo>
                    <a:pt x="240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73"/>
            <p:cNvSpPr/>
            <p:nvPr/>
          </p:nvSpPr>
          <p:spPr>
            <a:xfrm flipH="1">
              <a:off x="367064" y="2522663"/>
              <a:ext cx="40016" cy="84459"/>
            </a:xfrm>
            <a:custGeom>
              <a:avLst/>
              <a:gdLst/>
              <a:ahLst/>
              <a:cxnLst/>
              <a:rect l="l" t="t" r="r" b="b"/>
              <a:pathLst>
                <a:path w="1916" h="4044" extrusionOk="0">
                  <a:moveTo>
                    <a:pt x="973" y="1"/>
                  </a:moveTo>
                  <a:cubicBezTo>
                    <a:pt x="426" y="1"/>
                    <a:pt x="0" y="913"/>
                    <a:pt x="0" y="2007"/>
                  </a:cubicBezTo>
                  <a:cubicBezTo>
                    <a:pt x="0" y="3132"/>
                    <a:pt x="426" y="4044"/>
                    <a:pt x="973" y="4044"/>
                  </a:cubicBezTo>
                  <a:cubicBezTo>
                    <a:pt x="1490" y="4044"/>
                    <a:pt x="1915" y="3132"/>
                    <a:pt x="1915" y="2007"/>
                  </a:cubicBezTo>
                  <a:cubicBezTo>
                    <a:pt x="1915" y="913"/>
                    <a:pt x="1490" y="1"/>
                    <a:pt x="97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73"/>
            <p:cNvSpPr/>
            <p:nvPr/>
          </p:nvSpPr>
          <p:spPr>
            <a:xfrm flipH="1">
              <a:off x="426106" y="2624248"/>
              <a:ext cx="33040" cy="71740"/>
            </a:xfrm>
            <a:custGeom>
              <a:avLst/>
              <a:gdLst/>
              <a:ahLst/>
              <a:cxnLst/>
              <a:rect l="l" t="t" r="r" b="b"/>
              <a:pathLst>
                <a:path w="1582" h="3435" extrusionOk="0">
                  <a:moveTo>
                    <a:pt x="791" y="0"/>
                  </a:moveTo>
                  <a:cubicBezTo>
                    <a:pt x="365" y="0"/>
                    <a:pt x="1" y="760"/>
                    <a:pt x="1" y="1702"/>
                  </a:cubicBezTo>
                  <a:cubicBezTo>
                    <a:pt x="1" y="2675"/>
                    <a:pt x="365" y="3435"/>
                    <a:pt x="791" y="3435"/>
                  </a:cubicBezTo>
                  <a:cubicBezTo>
                    <a:pt x="1247" y="3435"/>
                    <a:pt x="1581" y="2675"/>
                    <a:pt x="1581" y="1702"/>
                  </a:cubicBezTo>
                  <a:cubicBezTo>
                    <a:pt x="1581" y="760"/>
                    <a:pt x="1247" y="0"/>
                    <a:pt x="7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73"/>
            <p:cNvSpPr/>
            <p:nvPr/>
          </p:nvSpPr>
          <p:spPr>
            <a:xfrm flipH="1">
              <a:off x="439451" y="2648997"/>
              <a:ext cx="6370" cy="12719"/>
            </a:xfrm>
            <a:custGeom>
              <a:avLst/>
              <a:gdLst/>
              <a:ahLst/>
              <a:cxnLst/>
              <a:rect l="l" t="t" r="r" b="b"/>
              <a:pathLst>
                <a:path w="305" h="609" extrusionOk="0">
                  <a:moveTo>
                    <a:pt x="153" y="1"/>
                  </a:moveTo>
                  <a:cubicBezTo>
                    <a:pt x="62" y="1"/>
                    <a:pt x="1" y="122"/>
                    <a:pt x="1" y="305"/>
                  </a:cubicBezTo>
                  <a:cubicBezTo>
                    <a:pt x="1" y="487"/>
                    <a:pt x="62" y="609"/>
                    <a:pt x="153" y="609"/>
                  </a:cubicBezTo>
                  <a:cubicBezTo>
                    <a:pt x="244" y="609"/>
                    <a:pt x="305" y="487"/>
                    <a:pt x="305" y="305"/>
                  </a:cubicBezTo>
                  <a:cubicBezTo>
                    <a:pt x="305" y="122"/>
                    <a:pt x="244" y="1"/>
                    <a:pt x="153" y="1"/>
                  </a:cubicBezTo>
                  <a:close/>
                </a:path>
              </a:pathLst>
            </a:custGeom>
            <a:solidFill>
              <a:srgbClr val="8DA1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73"/>
            <p:cNvSpPr/>
            <p:nvPr/>
          </p:nvSpPr>
          <p:spPr>
            <a:xfrm flipH="1">
              <a:off x="440705" y="2657894"/>
              <a:ext cx="2569" cy="13346"/>
            </a:xfrm>
            <a:custGeom>
              <a:avLst/>
              <a:gdLst/>
              <a:ahLst/>
              <a:cxnLst/>
              <a:rect l="l" t="t" r="r" b="b"/>
              <a:pathLst>
                <a:path w="123" h="639" extrusionOk="0">
                  <a:moveTo>
                    <a:pt x="1" y="0"/>
                  </a:moveTo>
                  <a:lnTo>
                    <a:pt x="1" y="638"/>
                  </a:lnTo>
                  <a:lnTo>
                    <a:pt x="122" y="638"/>
                  </a:lnTo>
                  <a:lnTo>
                    <a:pt x="12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73"/>
            <p:cNvSpPr/>
            <p:nvPr/>
          </p:nvSpPr>
          <p:spPr>
            <a:xfrm flipH="1">
              <a:off x="1183438" y="1809775"/>
              <a:ext cx="213319" cy="331403"/>
            </a:xfrm>
            <a:custGeom>
              <a:avLst/>
              <a:gdLst/>
              <a:ahLst/>
              <a:cxnLst/>
              <a:rect l="l" t="t" r="r" b="b"/>
              <a:pathLst>
                <a:path w="10214" h="15868" extrusionOk="0">
                  <a:moveTo>
                    <a:pt x="9210" y="3040"/>
                  </a:moveTo>
                  <a:cubicBezTo>
                    <a:pt x="9727" y="6931"/>
                    <a:pt x="10213" y="15867"/>
                    <a:pt x="10213" y="15867"/>
                  </a:cubicBezTo>
                  <a:lnTo>
                    <a:pt x="0" y="15867"/>
                  </a:lnTo>
                  <a:lnTo>
                    <a:pt x="760" y="1916"/>
                  </a:lnTo>
                  <a:lnTo>
                    <a:pt x="446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73"/>
            <p:cNvSpPr/>
            <p:nvPr/>
          </p:nvSpPr>
          <p:spPr>
            <a:xfrm flipH="1">
              <a:off x="1345965" y="2092432"/>
              <a:ext cx="134604" cy="382133"/>
            </a:xfrm>
            <a:custGeom>
              <a:avLst/>
              <a:gdLst/>
              <a:ahLst/>
              <a:cxnLst/>
              <a:rect l="l" t="t" r="r" b="b"/>
              <a:pathLst>
                <a:path w="6445" h="18297" extrusionOk="0">
                  <a:moveTo>
                    <a:pt x="4301" y="0"/>
                  </a:moveTo>
                  <a:cubicBezTo>
                    <a:pt x="2721" y="0"/>
                    <a:pt x="1736" y="2636"/>
                    <a:pt x="1217" y="6011"/>
                  </a:cubicBezTo>
                  <a:cubicBezTo>
                    <a:pt x="670" y="9598"/>
                    <a:pt x="1" y="18017"/>
                    <a:pt x="1460" y="18291"/>
                  </a:cubicBezTo>
                  <a:cubicBezTo>
                    <a:pt x="1481" y="18294"/>
                    <a:pt x="1502" y="18296"/>
                    <a:pt x="1523" y="18296"/>
                  </a:cubicBezTo>
                  <a:cubicBezTo>
                    <a:pt x="2952" y="18296"/>
                    <a:pt x="5087" y="10275"/>
                    <a:pt x="5746" y="6771"/>
                  </a:cubicBezTo>
                  <a:cubicBezTo>
                    <a:pt x="6445" y="3245"/>
                    <a:pt x="6323" y="327"/>
                    <a:pt x="4560" y="23"/>
                  </a:cubicBezTo>
                  <a:cubicBezTo>
                    <a:pt x="4472" y="8"/>
                    <a:pt x="4386" y="0"/>
                    <a:pt x="43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73"/>
            <p:cNvSpPr/>
            <p:nvPr/>
          </p:nvSpPr>
          <p:spPr>
            <a:xfrm flipH="1">
              <a:off x="1408160" y="2409466"/>
              <a:ext cx="292682" cy="158099"/>
            </a:xfrm>
            <a:custGeom>
              <a:avLst/>
              <a:gdLst/>
              <a:ahLst/>
              <a:cxnLst/>
              <a:rect l="l" t="t" r="r" b="b"/>
              <a:pathLst>
                <a:path w="14014" h="7570" extrusionOk="0">
                  <a:moveTo>
                    <a:pt x="12164" y="1"/>
                  </a:moveTo>
                  <a:cubicBezTo>
                    <a:pt x="11192" y="1"/>
                    <a:pt x="9868" y="610"/>
                    <a:pt x="8633" y="1257"/>
                  </a:cubicBezTo>
                  <a:cubicBezTo>
                    <a:pt x="6688" y="2290"/>
                    <a:pt x="1" y="6181"/>
                    <a:pt x="609" y="7336"/>
                  </a:cubicBezTo>
                  <a:cubicBezTo>
                    <a:pt x="696" y="7498"/>
                    <a:pt x="916" y="7569"/>
                    <a:pt x="1235" y="7569"/>
                  </a:cubicBezTo>
                  <a:cubicBezTo>
                    <a:pt x="3127" y="7569"/>
                    <a:pt x="8488" y="5059"/>
                    <a:pt x="10153" y="4175"/>
                  </a:cubicBezTo>
                  <a:cubicBezTo>
                    <a:pt x="12068" y="3141"/>
                    <a:pt x="14013" y="1925"/>
                    <a:pt x="13375" y="649"/>
                  </a:cubicBezTo>
                  <a:cubicBezTo>
                    <a:pt x="13127" y="185"/>
                    <a:pt x="12699" y="1"/>
                    <a:pt x="121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73"/>
            <p:cNvSpPr/>
            <p:nvPr/>
          </p:nvSpPr>
          <p:spPr>
            <a:xfrm flipH="1">
              <a:off x="1335167" y="2607686"/>
              <a:ext cx="142227" cy="513646"/>
            </a:xfrm>
            <a:custGeom>
              <a:avLst/>
              <a:gdLst/>
              <a:ahLst/>
              <a:cxnLst/>
              <a:rect l="l" t="t" r="r" b="b"/>
              <a:pathLst>
                <a:path w="6810" h="24594" extrusionOk="0">
                  <a:moveTo>
                    <a:pt x="3277" y="0"/>
                  </a:moveTo>
                  <a:cubicBezTo>
                    <a:pt x="3239" y="0"/>
                    <a:pt x="3201" y="1"/>
                    <a:pt x="3162" y="3"/>
                  </a:cubicBezTo>
                  <a:cubicBezTo>
                    <a:pt x="700" y="94"/>
                    <a:pt x="1" y="3924"/>
                    <a:pt x="305" y="8696"/>
                  </a:cubicBezTo>
                  <a:cubicBezTo>
                    <a:pt x="578" y="13486"/>
                    <a:pt x="2120" y="24593"/>
                    <a:pt x="4149" y="24593"/>
                  </a:cubicBezTo>
                  <a:cubicBezTo>
                    <a:pt x="4154" y="24593"/>
                    <a:pt x="4160" y="24593"/>
                    <a:pt x="4165" y="24593"/>
                  </a:cubicBezTo>
                  <a:cubicBezTo>
                    <a:pt x="6171" y="24502"/>
                    <a:pt x="6810" y="13255"/>
                    <a:pt x="6688" y="8453"/>
                  </a:cubicBezTo>
                  <a:cubicBezTo>
                    <a:pt x="6628" y="3726"/>
                    <a:pt x="5655" y="0"/>
                    <a:pt x="3277"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73"/>
            <p:cNvSpPr/>
            <p:nvPr/>
          </p:nvSpPr>
          <p:spPr>
            <a:xfrm flipH="1">
              <a:off x="1333267" y="3060953"/>
              <a:ext cx="104759" cy="559342"/>
            </a:xfrm>
            <a:custGeom>
              <a:avLst/>
              <a:gdLst/>
              <a:ahLst/>
              <a:cxnLst/>
              <a:rect l="l" t="t" r="r" b="b"/>
              <a:pathLst>
                <a:path w="5016" h="26782" extrusionOk="0">
                  <a:moveTo>
                    <a:pt x="2200" y="1"/>
                  </a:moveTo>
                  <a:cubicBezTo>
                    <a:pt x="2176" y="1"/>
                    <a:pt x="2152" y="1"/>
                    <a:pt x="2128" y="2"/>
                  </a:cubicBezTo>
                  <a:cubicBezTo>
                    <a:pt x="92" y="63"/>
                    <a:pt x="1" y="3832"/>
                    <a:pt x="152" y="7419"/>
                  </a:cubicBezTo>
                  <a:cubicBezTo>
                    <a:pt x="304" y="10965"/>
                    <a:pt x="1423" y="26781"/>
                    <a:pt x="3207" y="26781"/>
                  </a:cubicBezTo>
                  <a:cubicBezTo>
                    <a:pt x="3212" y="26781"/>
                    <a:pt x="3217" y="26781"/>
                    <a:pt x="3222" y="26781"/>
                  </a:cubicBezTo>
                  <a:cubicBezTo>
                    <a:pt x="5016" y="26720"/>
                    <a:pt x="4864" y="10793"/>
                    <a:pt x="4712" y="7206"/>
                  </a:cubicBezTo>
                  <a:cubicBezTo>
                    <a:pt x="4532" y="3692"/>
                    <a:pt x="4144" y="1"/>
                    <a:pt x="2200" y="1"/>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73"/>
            <p:cNvSpPr/>
            <p:nvPr/>
          </p:nvSpPr>
          <p:spPr>
            <a:xfrm flipH="1">
              <a:off x="1151066" y="2609399"/>
              <a:ext cx="150476" cy="511975"/>
            </a:xfrm>
            <a:custGeom>
              <a:avLst/>
              <a:gdLst/>
              <a:ahLst/>
              <a:cxnLst/>
              <a:rect l="l" t="t" r="r" b="b"/>
              <a:pathLst>
                <a:path w="7205" h="24514" extrusionOk="0">
                  <a:moveTo>
                    <a:pt x="3146" y="1"/>
                  </a:moveTo>
                  <a:cubicBezTo>
                    <a:pt x="3072" y="1"/>
                    <a:pt x="2996" y="4"/>
                    <a:pt x="2919" y="12"/>
                  </a:cubicBezTo>
                  <a:cubicBezTo>
                    <a:pt x="487" y="225"/>
                    <a:pt x="1" y="4116"/>
                    <a:pt x="517" y="8857"/>
                  </a:cubicBezTo>
                  <a:cubicBezTo>
                    <a:pt x="1060" y="13590"/>
                    <a:pt x="3098" y="24513"/>
                    <a:pt x="5118" y="24513"/>
                  </a:cubicBezTo>
                  <a:cubicBezTo>
                    <a:pt x="5135" y="24513"/>
                    <a:pt x="5151" y="24512"/>
                    <a:pt x="5168" y="24511"/>
                  </a:cubicBezTo>
                  <a:cubicBezTo>
                    <a:pt x="7174" y="24329"/>
                    <a:pt x="7204" y="13082"/>
                    <a:pt x="6870" y="8249"/>
                  </a:cubicBezTo>
                  <a:cubicBezTo>
                    <a:pt x="6546" y="3597"/>
                    <a:pt x="5452" y="1"/>
                    <a:pt x="3146" y="1"/>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73"/>
            <p:cNvSpPr/>
            <p:nvPr/>
          </p:nvSpPr>
          <p:spPr>
            <a:xfrm flipH="1">
              <a:off x="1117420" y="3061496"/>
              <a:ext cx="123806" cy="557546"/>
            </a:xfrm>
            <a:custGeom>
              <a:avLst/>
              <a:gdLst/>
              <a:ahLst/>
              <a:cxnLst/>
              <a:rect l="l" t="t" r="r" b="b"/>
              <a:pathLst>
                <a:path w="5928" h="26696" extrusionOk="0">
                  <a:moveTo>
                    <a:pt x="2116" y="0"/>
                  </a:moveTo>
                  <a:cubicBezTo>
                    <a:pt x="2070" y="0"/>
                    <a:pt x="2023" y="2"/>
                    <a:pt x="1976" y="7"/>
                  </a:cubicBezTo>
                  <a:cubicBezTo>
                    <a:pt x="0" y="189"/>
                    <a:pt x="31" y="3958"/>
                    <a:pt x="365" y="7484"/>
                  </a:cubicBezTo>
                  <a:cubicBezTo>
                    <a:pt x="698" y="11023"/>
                    <a:pt x="2325" y="26695"/>
                    <a:pt x="4108" y="26695"/>
                  </a:cubicBezTo>
                  <a:cubicBezTo>
                    <a:pt x="4117" y="26695"/>
                    <a:pt x="4125" y="26695"/>
                    <a:pt x="4134" y="26694"/>
                  </a:cubicBezTo>
                  <a:cubicBezTo>
                    <a:pt x="5927" y="26542"/>
                    <a:pt x="5259" y="10615"/>
                    <a:pt x="4894" y="7089"/>
                  </a:cubicBezTo>
                  <a:cubicBezTo>
                    <a:pt x="4597" y="3617"/>
                    <a:pt x="4011" y="0"/>
                    <a:pt x="2116"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73"/>
            <p:cNvSpPr/>
            <p:nvPr/>
          </p:nvSpPr>
          <p:spPr>
            <a:xfrm flipH="1">
              <a:off x="1169487" y="2069417"/>
              <a:ext cx="299637" cy="615147"/>
            </a:xfrm>
            <a:custGeom>
              <a:avLst/>
              <a:gdLst/>
              <a:ahLst/>
              <a:cxnLst/>
              <a:rect l="l" t="t" r="r" b="b"/>
              <a:pathLst>
                <a:path w="14347" h="29454" extrusionOk="0">
                  <a:moveTo>
                    <a:pt x="8815" y="0"/>
                  </a:moveTo>
                  <a:lnTo>
                    <a:pt x="3830" y="1520"/>
                  </a:lnTo>
                  <a:cubicBezTo>
                    <a:pt x="3830" y="1520"/>
                    <a:pt x="365" y="7083"/>
                    <a:pt x="365" y="9119"/>
                  </a:cubicBezTo>
                  <a:cubicBezTo>
                    <a:pt x="365" y="10457"/>
                    <a:pt x="2097" y="13040"/>
                    <a:pt x="2097" y="13040"/>
                  </a:cubicBezTo>
                  <a:cubicBezTo>
                    <a:pt x="2097" y="13040"/>
                    <a:pt x="1338" y="19028"/>
                    <a:pt x="1277" y="20882"/>
                  </a:cubicBezTo>
                  <a:cubicBezTo>
                    <a:pt x="1216" y="23162"/>
                    <a:pt x="0" y="29454"/>
                    <a:pt x="0" y="29454"/>
                  </a:cubicBezTo>
                  <a:lnTo>
                    <a:pt x="14195" y="29454"/>
                  </a:lnTo>
                  <a:cubicBezTo>
                    <a:pt x="14195" y="29454"/>
                    <a:pt x="12067" y="22432"/>
                    <a:pt x="11885" y="20031"/>
                  </a:cubicBezTo>
                  <a:cubicBezTo>
                    <a:pt x="11611" y="16323"/>
                    <a:pt x="14347" y="11855"/>
                    <a:pt x="14347" y="5380"/>
                  </a:cubicBezTo>
                  <a:cubicBezTo>
                    <a:pt x="14347" y="3253"/>
                    <a:pt x="14316" y="1216"/>
                    <a:pt x="12189" y="821"/>
                  </a:cubicBezTo>
                  <a:lnTo>
                    <a:pt x="881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73"/>
            <p:cNvSpPr/>
            <p:nvPr/>
          </p:nvSpPr>
          <p:spPr>
            <a:xfrm flipH="1">
              <a:off x="1091398" y="2091973"/>
              <a:ext cx="154904" cy="377643"/>
            </a:xfrm>
            <a:custGeom>
              <a:avLst/>
              <a:gdLst/>
              <a:ahLst/>
              <a:cxnLst/>
              <a:rect l="l" t="t" r="r" b="b"/>
              <a:pathLst>
                <a:path w="7417" h="18082" extrusionOk="0">
                  <a:moveTo>
                    <a:pt x="2121" y="1"/>
                  </a:moveTo>
                  <a:cubicBezTo>
                    <a:pt x="2004" y="1"/>
                    <a:pt x="1885" y="15"/>
                    <a:pt x="1763" y="45"/>
                  </a:cubicBezTo>
                  <a:cubicBezTo>
                    <a:pt x="0" y="440"/>
                    <a:pt x="91" y="3389"/>
                    <a:pt x="1003" y="6884"/>
                  </a:cubicBezTo>
                  <a:cubicBezTo>
                    <a:pt x="1835" y="10303"/>
                    <a:pt x="4470" y="18082"/>
                    <a:pt x="5922" y="18082"/>
                  </a:cubicBezTo>
                  <a:cubicBezTo>
                    <a:pt x="5955" y="18082"/>
                    <a:pt x="5987" y="18078"/>
                    <a:pt x="6018" y="18070"/>
                  </a:cubicBezTo>
                  <a:cubicBezTo>
                    <a:pt x="7417" y="17735"/>
                    <a:pt x="6231" y="9346"/>
                    <a:pt x="5471" y="5820"/>
                  </a:cubicBezTo>
                  <a:cubicBezTo>
                    <a:pt x="4765" y="2543"/>
                    <a:pt x="3665" y="1"/>
                    <a:pt x="212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73"/>
            <p:cNvSpPr/>
            <p:nvPr/>
          </p:nvSpPr>
          <p:spPr>
            <a:xfrm flipH="1">
              <a:off x="1250729" y="1981804"/>
              <a:ext cx="93335" cy="117478"/>
            </a:xfrm>
            <a:custGeom>
              <a:avLst/>
              <a:gdLst/>
              <a:ahLst/>
              <a:cxnLst/>
              <a:rect l="l" t="t" r="r" b="b"/>
              <a:pathLst>
                <a:path w="4469" h="5625" extrusionOk="0">
                  <a:moveTo>
                    <a:pt x="4468" y="1"/>
                  </a:moveTo>
                  <a:lnTo>
                    <a:pt x="0" y="3496"/>
                  </a:lnTo>
                  <a:lnTo>
                    <a:pt x="0" y="5077"/>
                  </a:lnTo>
                  <a:cubicBezTo>
                    <a:pt x="0" y="5077"/>
                    <a:pt x="274" y="5624"/>
                    <a:pt x="1429" y="5624"/>
                  </a:cubicBezTo>
                  <a:cubicBezTo>
                    <a:pt x="3556" y="5624"/>
                    <a:pt x="4468" y="5077"/>
                    <a:pt x="4468" y="5077"/>
                  </a:cubicBezTo>
                  <a:lnTo>
                    <a:pt x="446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73"/>
            <p:cNvSpPr/>
            <p:nvPr/>
          </p:nvSpPr>
          <p:spPr>
            <a:xfrm flipH="1">
              <a:off x="1234961" y="1795802"/>
              <a:ext cx="175768" cy="262942"/>
            </a:xfrm>
            <a:custGeom>
              <a:avLst/>
              <a:gdLst/>
              <a:ahLst/>
              <a:cxnLst/>
              <a:rect l="l" t="t" r="r" b="b"/>
              <a:pathLst>
                <a:path w="8416" h="12590" extrusionOk="0">
                  <a:moveTo>
                    <a:pt x="4310" y="1"/>
                  </a:moveTo>
                  <a:cubicBezTo>
                    <a:pt x="4292" y="1"/>
                    <a:pt x="4274" y="1"/>
                    <a:pt x="4256" y="1"/>
                  </a:cubicBezTo>
                  <a:cubicBezTo>
                    <a:pt x="2463" y="1"/>
                    <a:pt x="1338" y="822"/>
                    <a:pt x="639" y="2098"/>
                  </a:cubicBezTo>
                  <a:cubicBezTo>
                    <a:pt x="304" y="2797"/>
                    <a:pt x="1" y="3770"/>
                    <a:pt x="1" y="4560"/>
                  </a:cubicBezTo>
                  <a:cubicBezTo>
                    <a:pt x="1" y="5077"/>
                    <a:pt x="183" y="6202"/>
                    <a:pt x="183" y="6536"/>
                  </a:cubicBezTo>
                  <a:cubicBezTo>
                    <a:pt x="183" y="6992"/>
                    <a:pt x="92" y="7235"/>
                    <a:pt x="92" y="8025"/>
                  </a:cubicBezTo>
                  <a:lnTo>
                    <a:pt x="92" y="8056"/>
                  </a:lnTo>
                  <a:cubicBezTo>
                    <a:pt x="92" y="8876"/>
                    <a:pt x="730" y="11217"/>
                    <a:pt x="1551" y="12129"/>
                  </a:cubicBezTo>
                  <a:cubicBezTo>
                    <a:pt x="1882" y="12489"/>
                    <a:pt x="2472" y="12589"/>
                    <a:pt x="3059" y="12589"/>
                  </a:cubicBezTo>
                  <a:cubicBezTo>
                    <a:pt x="3713" y="12589"/>
                    <a:pt x="4363" y="12465"/>
                    <a:pt x="4651" y="12433"/>
                  </a:cubicBezTo>
                  <a:cubicBezTo>
                    <a:pt x="7569" y="11399"/>
                    <a:pt x="7843" y="9424"/>
                    <a:pt x="7721" y="6840"/>
                  </a:cubicBezTo>
                  <a:lnTo>
                    <a:pt x="7721" y="6688"/>
                  </a:lnTo>
                  <a:cubicBezTo>
                    <a:pt x="7751" y="6536"/>
                    <a:pt x="7751" y="6384"/>
                    <a:pt x="7751" y="6232"/>
                  </a:cubicBezTo>
                  <a:cubicBezTo>
                    <a:pt x="7872" y="3478"/>
                    <a:pt x="8415" y="1"/>
                    <a:pt x="43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73"/>
            <p:cNvSpPr/>
            <p:nvPr/>
          </p:nvSpPr>
          <p:spPr>
            <a:xfrm flipH="1">
              <a:off x="1199958" y="1774855"/>
              <a:ext cx="222196" cy="304733"/>
            </a:xfrm>
            <a:custGeom>
              <a:avLst/>
              <a:gdLst/>
              <a:ahLst/>
              <a:cxnLst/>
              <a:rect l="l" t="t" r="r" b="b"/>
              <a:pathLst>
                <a:path w="10639" h="14591" extrusionOk="0">
                  <a:moveTo>
                    <a:pt x="5776" y="3344"/>
                  </a:moveTo>
                  <a:cubicBezTo>
                    <a:pt x="4043" y="4803"/>
                    <a:pt x="943" y="4773"/>
                    <a:pt x="639" y="6597"/>
                  </a:cubicBezTo>
                  <a:lnTo>
                    <a:pt x="760" y="7387"/>
                  </a:lnTo>
                  <a:cubicBezTo>
                    <a:pt x="760" y="7387"/>
                    <a:pt x="335" y="6414"/>
                    <a:pt x="213" y="6080"/>
                  </a:cubicBezTo>
                  <a:cubicBezTo>
                    <a:pt x="0" y="5320"/>
                    <a:pt x="487" y="3740"/>
                    <a:pt x="1368" y="2615"/>
                  </a:cubicBezTo>
                  <a:cubicBezTo>
                    <a:pt x="3070" y="457"/>
                    <a:pt x="6627" y="1"/>
                    <a:pt x="8116" y="2007"/>
                  </a:cubicBezTo>
                  <a:cubicBezTo>
                    <a:pt x="8116" y="2007"/>
                    <a:pt x="10213" y="1581"/>
                    <a:pt x="10426" y="4773"/>
                  </a:cubicBezTo>
                  <a:cubicBezTo>
                    <a:pt x="10639" y="6992"/>
                    <a:pt x="8207" y="14591"/>
                    <a:pt x="8207" y="14591"/>
                  </a:cubicBezTo>
                  <a:cubicBezTo>
                    <a:pt x="8207" y="14591"/>
                    <a:pt x="7630" y="14074"/>
                    <a:pt x="7447" y="13284"/>
                  </a:cubicBezTo>
                  <a:cubicBezTo>
                    <a:pt x="6718" y="10244"/>
                    <a:pt x="5988" y="4895"/>
                    <a:pt x="5624" y="2797"/>
                  </a:cubicBezTo>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73"/>
            <p:cNvSpPr/>
            <p:nvPr/>
          </p:nvSpPr>
          <p:spPr>
            <a:xfrm flipH="1">
              <a:off x="1278673" y="1881515"/>
              <a:ext cx="21" cy="21"/>
            </a:xfrm>
            <a:custGeom>
              <a:avLst/>
              <a:gdLst/>
              <a:ahLst/>
              <a:cxnLst/>
              <a:rect l="l" t="t" r="r" b="b"/>
              <a:pathLst>
                <a:path w="1" h="1" extrusionOk="0">
                  <a:moveTo>
                    <a:pt x="1" y="0"/>
                  </a:moveTo>
                  <a:lnTo>
                    <a:pt x="1" y="0"/>
                  </a:lnTo>
                  <a:close/>
                </a:path>
              </a:pathLst>
            </a:custGeom>
            <a:solidFill>
              <a:srgbClr val="AD86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73"/>
            <p:cNvSpPr/>
            <p:nvPr/>
          </p:nvSpPr>
          <p:spPr>
            <a:xfrm flipH="1">
              <a:off x="1271050" y="2029422"/>
              <a:ext cx="61590" cy="29197"/>
            </a:xfrm>
            <a:custGeom>
              <a:avLst/>
              <a:gdLst/>
              <a:ahLst/>
              <a:cxnLst/>
              <a:rect l="l" t="t" r="r" b="b"/>
              <a:pathLst>
                <a:path w="2949" h="1398" extrusionOk="0">
                  <a:moveTo>
                    <a:pt x="2949" y="1"/>
                  </a:moveTo>
                  <a:lnTo>
                    <a:pt x="2949" y="1"/>
                  </a:lnTo>
                  <a:cubicBezTo>
                    <a:pt x="2280" y="760"/>
                    <a:pt x="821" y="1247"/>
                    <a:pt x="0" y="1368"/>
                  </a:cubicBezTo>
                  <a:cubicBezTo>
                    <a:pt x="0" y="1368"/>
                    <a:pt x="253" y="1397"/>
                    <a:pt x="596" y="1397"/>
                  </a:cubicBezTo>
                  <a:cubicBezTo>
                    <a:pt x="1042" y="1397"/>
                    <a:pt x="1642" y="1349"/>
                    <a:pt x="2037" y="1125"/>
                  </a:cubicBezTo>
                  <a:cubicBezTo>
                    <a:pt x="2797" y="760"/>
                    <a:pt x="2949" y="1"/>
                    <a:pt x="294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73"/>
            <p:cNvSpPr/>
            <p:nvPr/>
          </p:nvSpPr>
          <p:spPr>
            <a:xfrm flipH="1">
              <a:off x="1342790" y="3281269"/>
              <a:ext cx="136504" cy="372651"/>
            </a:xfrm>
            <a:custGeom>
              <a:avLst/>
              <a:gdLst/>
              <a:ahLst/>
              <a:cxnLst/>
              <a:rect l="l" t="t" r="r" b="b"/>
              <a:pathLst>
                <a:path w="6536" h="17843" extrusionOk="0">
                  <a:moveTo>
                    <a:pt x="5077" y="1"/>
                  </a:moveTo>
                  <a:cubicBezTo>
                    <a:pt x="4317" y="1"/>
                    <a:pt x="3587" y="15077"/>
                    <a:pt x="3527" y="15138"/>
                  </a:cubicBezTo>
                  <a:cubicBezTo>
                    <a:pt x="2676" y="15502"/>
                    <a:pt x="1186" y="16262"/>
                    <a:pt x="366" y="16749"/>
                  </a:cubicBezTo>
                  <a:cubicBezTo>
                    <a:pt x="1" y="16992"/>
                    <a:pt x="609" y="17843"/>
                    <a:pt x="1065" y="17843"/>
                  </a:cubicBezTo>
                  <a:lnTo>
                    <a:pt x="6019" y="17843"/>
                  </a:lnTo>
                  <a:cubicBezTo>
                    <a:pt x="6293" y="17843"/>
                    <a:pt x="6536" y="17630"/>
                    <a:pt x="6536" y="17387"/>
                  </a:cubicBezTo>
                  <a:lnTo>
                    <a:pt x="6445" y="15502"/>
                  </a:lnTo>
                  <a:cubicBezTo>
                    <a:pt x="6445" y="15502"/>
                    <a:pt x="5806" y="1"/>
                    <a:pt x="507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73"/>
            <p:cNvSpPr/>
            <p:nvPr/>
          </p:nvSpPr>
          <p:spPr>
            <a:xfrm flipH="1">
              <a:off x="1131392" y="3281269"/>
              <a:ext cx="95236" cy="384493"/>
            </a:xfrm>
            <a:custGeom>
              <a:avLst/>
              <a:gdLst/>
              <a:ahLst/>
              <a:cxnLst/>
              <a:rect l="l" t="t" r="r" b="b"/>
              <a:pathLst>
                <a:path w="4560" h="18410" extrusionOk="0">
                  <a:moveTo>
                    <a:pt x="3220" y="1"/>
                  </a:moveTo>
                  <a:cubicBezTo>
                    <a:pt x="2552" y="1"/>
                    <a:pt x="1854" y="15107"/>
                    <a:pt x="1854" y="15107"/>
                  </a:cubicBezTo>
                  <a:cubicBezTo>
                    <a:pt x="1854" y="15107"/>
                    <a:pt x="1672" y="15502"/>
                    <a:pt x="1338" y="15928"/>
                  </a:cubicBezTo>
                  <a:cubicBezTo>
                    <a:pt x="1338" y="15928"/>
                    <a:pt x="0" y="17478"/>
                    <a:pt x="122" y="17904"/>
                  </a:cubicBezTo>
                  <a:cubicBezTo>
                    <a:pt x="180" y="18175"/>
                    <a:pt x="980" y="18409"/>
                    <a:pt x="1884" y="18409"/>
                  </a:cubicBezTo>
                  <a:cubicBezTo>
                    <a:pt x="2396" y="18409"/>
                    <a:pt x="2942" y="18334"/>
                    <a:pt x="3405" y="18147"/>
                  </a:cubicBezTo>
                  <a:cubicBezTo>
                    <a:pt x="3739" y="17995"/>
                    <a:pt x="4560" y="17296"/>
                    <a:pt x="4560" y="17144"/>
                  </a:cubicBezTo>
                  <a:lnTo>
                    <a:pt x="4560" y="15624"/>
                  </a:lnTo>
                  <a:lnTo>
                    <a:pt x="4560" y="15411"/>
                  </a:lnTo>
                  <a:cubicBezTo>
                    <a:pt x="4560" y="15411"/>
                    <a:pt x="4013" y="61"/>
                    <a:pt x="3222" y="1"/>
                  </a:cubicBezTo>
                  <a:cubicBezTo>
                    <a:pt x="3222" y="1"/>
                    <a:pt x="3221" y="1"/>
                    <a:pt x="3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73"/>
            <p:cNvSpPr/>
            <p:nvPr/>
          </p:nvSpPr>
          <p:spPr>
            <a:xfrm flipH="1">
              <a:off x="1342143" y="3613904"/>
              <a:ext cx="146028" cy="40016"/>
            </a:xfrm>
            <a:custGeom>
              <a:avLst/>
              <a:gdLst/>
              <a:ahLst/>
              <a:cxnLst/>
              <a:rect l="l" t="t" r="r" b="b"/>
              <a:pathLst>
                <a:path w="6992" h="1916" extrusionOk="0">
                  <a:moveTo>
                    <a:pt x="730" y="1916"/>
                  </a:moveTo>
                  <a:lnTo>
                    <a:pt x="6839" y="1916"/>
                  </a:lnTo>
                  <a:cubicBezTo>
                    <a:pt x="6900" y="1916"/>
                    <a:pt x="6991" y="1825"/>
                    <a:pt x="6991" y="1764"/>
                  </a:cubicBezTo>
                  <a:lnTo>
                    <a:pt x="6991" y="791"/>
                  </a:lnTo>
                  <a:cubicBezTo>
                    <a:pt x="5775" y="791"/>
                    <a:pt x="2949" y="852"/>
                    <a:pt x="2797" y="791"/>
                  </a:cubicBezTo>
                  <a:cubicBezTo>
                    <a:pt x="2614" y="761"/>
                    <a:pt x="2098" y="153"/>
                    <a:pt x="1976" y="1"/>
                  </a:cubicBezTo>
                  <a:cubicBezTo>
                    <a:pt x="1490" y="274"/>
                    <a:pt x="791" y="700"/>
                    <a:pt x="426" y="943"/>
                  </a:cubicBezTo>
                  <a:cubicBezTo>
                    <a:pt x="0" y="1247"/>
                    <a:pt x="183" y="1916"/>
                    <a:pt x="730" y="191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73"/>
            <p:cNvSpPr/>
            <p:nvPr/>
          </p:nvSpPr>
          <p:spPr>
            <a:xfrm flipH="1">
              <a:off x="1131392" y="3613904"/>
              <a:ext cx="93962" cy="57162"/>
            </a:xfrm>
            <a:custGeom>
              <a:avLst/>
              <a:gdLst/>
              <a:ahLst/>
              <a:cxnLst/>
              <a:rect l="l" t="t" r="r" b="b"/>
              <a:pathLst>
                <a:path w="4499" h="2737" extrusionOk="0">
                  <a:moveTo>
                    <a:pt x="3344" y="2220"/>
                  </a:moveTo>
                  <a:cubicBezTo>
                    <a:pt x="3678" y="2068"/>
                    <a:pt x="4499" y="1369"/>
                    <a:pt x="4499" y="1217"/>
                  </a:cubicBezTo>
                  <a:lnTo>
                    <a:pt x="4499" y="426"/>
                  </a:lnTo>
                  <a:lnTo>
                    <a:pt x="3344" y="1126"/>
                  </a:lnTo>
                  <a:cubicBezTo>
                    <a:pt x="2493" y="274"/>
                    <a:pt x="942" y="1"/>
                    <a:pt x="547" y="761"/>
                  </a:cubicBezTo>
                  <a:lnTo>
                    <a:pt x="547" y="761"/>
                  </a:lnTo>
                  <a:cubicBezTo>
                    <a:pt x="243" y="1247"/>
                    <a:pt x="0" y="1703"/>
                    <a:pt x="61" y="1977"/>
                  </a:cubicBezTo>
                  <a:cubicBezTo>
                    <a:pt x="152" y="2433"/>
                    <a:pt x="2067" y="2737"/>
                    <a:pt x="3344" y="22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73"/>
            <p:cNvSpPr/>
            <p:nvPr/>
          </p:nvSpPr>
          <p:spPr>
            <a:xfrm flipH="1">
              <a:off x="1116146" y="2702963"/>
              <a:ext cx="359974" cy="869067"/>
            </a:xfrm>
            <a:custGeom>
              <a:avLst/>
              <a:gdLst/>
              <a:ahLst/>
              <a:cxnLst/>
              <a:rect l="l" t="t" r="r" b="b"/>
              <a:pathLst>
                <a:path w="17236" h="41612" extrusionOk="0">
                  <a:moveTo>
                    <a:pt x="15047" y="0"/>
                  </a:moveTo>
                  <a:cubicBezTo>
                    <a:pt x="15047" y="0"/>
                    <a:pt x="16050" y="10578"/>
                    <a:pt x="16141" y="17508"/>
                  </a:cubicBezTo>
                  <a:cubicBezTo>
                    <a:pt x="16141" y="17508"/>
                    <a:pt x="16870" y="22128"/>
                    <a:pt x="17053" y="27144"/>
                  </a:cubicBezTo>
                  <a:cubicBezTo>
                    <a:pt x="17235" y="32159"/>
                    <a:pt x="16566" y="41612"/>
                    <a:pt x="16566" y="41612"/>
                  </a:cubicBezTo>
                  <a:lnTo>
                    <a:pt x="13466" y="41612"/>
                  </a:lnTo>
                  <a:lnTo>
                    <a:pt x="8360" y="2310"/>
                  </a:lnTo>
                  <a:lnTo>
                    <a:pt x="6992" y="2310"/>
                  </a:lnTo>
                  <a:lnTo>
                    <a:pt x="6992" y="41612"/>
                  </a:lnTo>
                  <a:lnTo>
                    <a:pt x="3405" y="41612"/>
                  </a:lnTo>
                  <a:cubicBezTo>
                    <a:pt x="3405" y="41612"/>
                    <a:pt x="1308" y="25806"/>
                    <a:pt x="1" y="0"/>
                  </a:cubicBezTo>
                  <a:lnTo>
                    <a:pt x="150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73"/>
            <p:cNvSpPr/>
            <p:nvPr/>
          </p:nvSpPr>
          <p:spPr>
            <a:xfrm flipH="1">
              <a:off x="1148539" y="2078940"/>
              <a:ext cx="332656" cy="632920"/>
            </a:xfrm>
            <a:custGeom>
              <a:avLst/>
              <a:gdLst/>
              <a:ahLst/>
              <a:cxnLst/>
              <a:rect l="l" t="t" r="r" b="b"/>
              <a:pathLst>
                <a:path w="15928" h="30305" extrusionOk="0">
                  <a:moveTo>
                    <a:pt x="1" y="30305"/>
                  </a:moveTo>
                  <a:lnTo>
                    <a:pt x="2371" y="12554"/>
                  </a:lnTo>
                  <a:cubicBezTo>
                    <a:pt x="1612" y="11551"/>
                    <a:pt x="852" y="9362"/>
                    <a:pt x="852" y="8390"/>
                  </a:cubicBezTo>
                  <a:cubicBezTo>
                    <a:pt x="852" y="7873"/>
                    <a:pt x="1520" y="6140"/>
                    <a:pt x="2280" y="4438"/>
                  </a:cubicBezTo>
                  <a:cubicBezTo>
                    <a:pt x="2523" y="3921"/>
                    <a:pt x="1824" y="3557"/>
                    <a:pt x="1824" y="3557"/>
                  </a:cubicBezTo>
                  <a:cubicBezTo>
                    <a:pt x="1824" y="3557"/>
                    <a:pt x="2219" y="1976"/>
                    <a:pt x="3071" y="1125"/>
                  </a:cubicBezTo>
                  <a:cubicBezTo>
                    <a:pt x="3770" y="426"/>
                    <a:pt x="6627" y="426"/>
                    <a:pt x="6627" y="426"/>
                  </a:cubicBezTo>
                  <a:cubicBezTo>
                    <a:pt x="4955" y="912"/>
                    <a:pt x="4560" y="3192"/>
                    <a:pt x="4803" y="3405"/>
                  </a:cubicBezTo>
                  <a:cubicBezTo>
                    <a:pt x="5016" y="3587"/>
                    <a:pt x="8238" y="3496"/>
                    <a:pt x="8815" y="3405"/>
                  </a:cubicBezTo>
                  <a:cubicBezTo>
                    <a:pt x="9423" y="3283"/>
                    <a:pt x="10487" y="396"/>
                    <a:pt x="12037" y="152"/>
                  </a:cubicBezTo>
                  <a:cubicBezTo>
                    <a:pt x="12037" y="152"/>
                    <a:pt x="13101" y="0"/>
                    <a:pt x="14256" y="730"/>
                  </a:cubicBezTo>
                  <a:cubicBezTo>
                    <a:pt x="15381" y="1459"/>
                    <a:pt x="15898" y="3496"/>
                    <a:pt x="15898" y="3496"/>
                  </a:cubicBezTo>
                  <a:cubicBezTo>
                    <a:pt x="15898" y="3496"/>
                    <a:pt x="11642" y="3405"/>
                    <a:pt x="11885" y="5897"/>
                  </a:cubicBezTo>
                  <a:cubicBezTo>
                    <a:pt x="11885" y="5988"/>
                    <a:pt x="11885" y="6019"/>
                    <a:pt x="11946" y="6110"/>
                  </a:cubicBezTo>
                  <a:cubicBezTo>
                    <a:pt x="12280" y="8633"/>
                    <a:pt x="14074" y="13162"/>
                    <a:pt x="14074" y="13162"/>
                  </a:cubicBezTo>
                  <a:cubicBezTo>
                    <a:pt x="14074" y="13162"/>
                    <a:pt x="13344" y="15867"/>
                    <a:pt x="13344" y="18876"/>
                  </a:cubicBezTo>
                  <a:cubicBezTo>
                    <a:pt x="13344" y="21855"/>
                    <a:pt x="15928" y="30274"/>
                    <a:pt x="15928" y="30274"/>
                  </a:cubicBezTo>
                  <a:lnTo>
                    <a:pt x="1" y="30274"/>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73"/>
            <p:cNvSpPr/>
            <p:nvPr/>
          </p:nvSpPr>
          <p:spPr>
            <a:xfrm flipH="1">
              <a:off x="1090124" y="2420849"/>
              <a:ext cx="115557" cy="364715"/>
            </a:xfrm>
            <a:custGeom>
              <a:avLst/>
              <a:gdLst/>
              <a:ahLst/>
              <a:cxnLst/>
              <a:rect l="l" t="t" r="r" b="b"/>
              <a:pathLst>
                <a:path w="5533" h="17463" extrusionOk="0">
                  <a:moveTo>
                    <a:pt x="3946" y="1"/>
                  </a:moveTo>
                  <a:cubicBezTo>
                    <a:pt x="2598" y="1"/>
                    <a:pt x="1991" y="2633"/>
                    <a:pt x="1581" y="5180"/>
                  </a:cubicBezTo>
                  <a:cubicBezTo>
                    <a:pt x="1186" y="7824"/>
                    <a:pt x="0" y="17277"/>
                    <a:pt x="1277" y="17460"/>
                  </a:cubicBezTo>
                  <a:cubicBezTo>
                    <a:pt x="1289" y="17461"/>
                    <a:pt x="1302" y="17462"/>
                    <a:pt x="1314" y="17462"/>
                  </a:cubicBezTo>
                  <a:cubicBezTo>
                    <a:pt x="2589" y="17462"/>
                    <a:pt x="4412" y="8316"/>
                    <a:pt x="4864" y="5727"/>
                  </a:cubicBezTo>
                  <a:cubicBezTo>
                    <a:pt x="5289" y="3052"/>
                    <a:pt x="5532" y="256"/>
                    <a:pt x="4104" y="13"/>
                  </a:cubicBezTo>
                  <a:cubicBezTo>
                    <a:pt x="4050" y="5"/>
                    <a:pt x="3998" y="1"/>
                    <a:pt x="394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73"/>
            <p:cNvSpPr/>
            <p:nvPr/>
          </p:nvSpPr>
          <p:spPr>
            <a:xfrm flipH="1">
              <a:off x="1140916" y="2734562"/>
              <a:ext cx="96510" cy="135606"/>
            </a:xfrm>
            <a:custGeom>
              <a:avLst/>
              <a:gdLst/>
              <a:ahLst/>
              <a:cxnLst/>
              <a:rect l="l" t="t" r="r" b="b"/>
              <a:pathLst>
                <a:path w="4621" h="6493" extrusionOk="0">
                  <a:moveTo>
                    <a:pt x="2892" y="0"/>
                  </a:moveTo>
                  <a:cubicBezTo>
                    <a:pt x="2088" y="0"/>
                    <a:pt x="1658" y="337"/>
                    <a:pt x="1125" y="1010"/>
                  </a:cubicBezTo>
                  <a:cubicBezTo>
                    <a:pt x="578" y="1770"/>
                    <a:pt x="1" y="3928"/>
                    <a:pt x="517" y="4110"/>
                  </a:cubicBezTo>
                  <a:cubicBezTo>
                    <a:pt x="548" y="4121"/>
                    <a:pt x="578" y="4125"/>
                    <a:pt x="609" y="4125"/>
                  </a:cubicBezTo>
                  <a:cubicBezTo>
                    <a:pt x="1105" y="4125"/>
                    <a:pt x="1625" y="2884"/>
                    <a:pt x="1774" y="2884"/>
                  </a:cubicBezTo>
                  <a:cubicBezTo>
                    <a:pt x="1781" y="2884"/>
                    <a:pt x="1788" y="2887"/>
                    <a:pt x="1794" y="2895"/>
                  </a:cubicBezTo>
                  <a:cubicBezTo>
                    <a:pt x="1885" y="3047"/>
                    <a:pt x="912" y="6360"/>
                    <a:pt x="1490" y="6481"/>
                  </a:cubicBezTo>
                  <a:cubicBezTo>
                    <a:pt x="1516" y="6489"/>
                    <a:pt x="1545" y="6492"/>
                    <a:pt x="1576" y="6492"/>
                  </a:cubicBezTo>
                  <a:cubicBezTo>
                    <a:pt x="2178" y="6492"/>
                    <a:pt x="3543" y="5102"/>
                    <a:pt x="3861" y="3685"/>
                  </a:cubicBezTo>
                  <a:cubicBezTo>
                    <a:pt x="4104" y="2773"/>
                    <a:pt x="4621" y="129"/>
                    <a:pt x="3101" y="7"/>
                  </a:cubicBezTo>
                  <a:cubicBezTo>
                    <a:pt x="3028" y="2"/>
                    <a:pt x="2959" y="0"/>
                    <a:pt x="289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73"/>
            <p:cNvSpPr/>
            <p:nvPr/>
          </p:nvSpPr>
          <p:spPr>
            <a:xfrm flipH="1">
              <a:off x="1646855" y="2518799"/>
              <a:ext cx="133330" cy="76084"/>
            </a:xfrm>
            <a:custGeom>
              <a:avLst/>
              <a:gdLst/>
              <a:ahLst/>
              <a:cxnLst/>
              <a:rect l="l" t="t" r="r" b="b"/>
              <a:pathLst>
                <a:path w="6384" h="3643" extrusionOk="0">
                  <a:moveTo>
                    <a:pt x="3416" y="0"/>
                  </a:moveTo>
                  <a:cubicBezTo>
                    <a:pt x="2645" y="0"/>
                    <a:pt x="1885" y="211"/>
                    <a:pt x="1885" y="611"/>
                  </a:cubicBezTo>
                  <a:cubicBezTo>
                    <a:pt x="1922" y="963"/>
                    <a:pt x="2532" y="988"/>
                    <a:pt x="2984" y="988"/>
                  </a:cubicBezTo>
                  <a:cubicBezTo>
                    <a:pt x="3060" y="988"/>
                    <a:pt x="3131" y="987"/>
                    <a:pt x="3194" y="987"/>
                  </a:cubicBezTo>
                  <a:cubicBezTo>
                    <a:pt x="3375" y="987"/>
                    <a:pt x="3492" y="993"/>
                    <a:pt x="3465" y="1037"/>
                  </a:cubicBezTo>
                  <a:cubicBezTo>
                    <a:pt x="3344" y="1128"/>
                    <a:pt x="0" y="1250"/>
                    <a:pt x="61" y="1827"/>
                  </a:cubicBezTo>
                  <a:cubicBezTo>
                    <a:pt x="118" y="2365"/>
                    <a:pt x="1493" y="3642"/>
                    <a:pt x="2640" y="3642"/>
                  </a:cubicBezTo>
                  <a:cubicBezTo>
                    <a:pt x="2724" y="3642"/>
                    <a:pt x="2807" y="3635"/>
                    <a:pt x="2888" y="3621"/>
                  </a:cubicBezTo>
                  <a:cubicBezTo>
                    <a:pt x="3800" y="3408"/>
                    <a:pt x="6383" y="3104"/>
                    <a:pt x="5988" y="1645"/>
                  </a:cubicBezTo>
                  <a:cubicBezTo>
                    <a:pt x="5775" y="733"/>
                    <a:pt x="5289" y="399"/>
                    <a:pt x="4377" y="125"/>
                  </a:cubicBezTo>
                  <a:cubicBezTo>
                    <a:pt x="4098" y="41"/>
                    <a:pt x="3756" y="0"/>
                    <a:pt x="34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 name="Google Shape;1795;p73"/>
          <p:cNvGrpSpPr/>
          <p:nvPr/>
        </p:nvGrpSpPr>
        <p:grpSpPr>
          <a:xfrm>
            <a:off x="1728119" y="1711385"/>
            <a:ext cx="2760182" cy="1954544"/>
            <a:chOff x="1728119" y="1711385"/>
            <a:chExt cx="2760182" cy="1954544"/>
          </a:xfrm>
        </p:grpSpPr>
        <p:sp>
          <p:nvSpPr>
            <p:cNvPr id="1796" name="Google Shape;1796;p73"/>
            <p:cNvSpPr/>
            <p:nvPr/>
          </p:nvSpPr>
          <p:spPr>
            <a:xfrm flipH="1">
              <a:off x="3072653" y="3353636"/>
              <a:ext cx="739580" cy="76836"/>
            </a:xfrm>
            <a:custGeom>
              <a:avLst/>
              <a:gdLst/>
              <a:ahLst/>
              <a:cxnLst/>
              <a:rect l="l" t="t" r="r" b="b"/>
              <a:pathLst>
                <a:path w="35412" h="3679" extrusionOk="0">
                  <a:moveTo>
                    <a:pt x="1" y="1"/>
                  </a:moveTo>
                  <a:cubicBezTo>
                    <a:pt x="1" y="2068"/>
                    <a:pt x="1672" y="3679"/>
                    <a:pt x="3678" y="3679"/>
                  </a:cubicBezTo>
                  <a:lnTo>
                    <a:pt x="31703" y="3679"/>
                  </a:lnTo>
                  <a:cubicBezTo>
                    <a:pt x="33740" y="3679"/>
                    <a:pt x="35412" y="2068"/>
                    <a:pt x="3541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73"/>
            <p:cNvSpPr/>
            <p:nvPr/>
          </p:nvSpPr>
          <p:spPr>
            <a:xfrm flipH="1">
              <a:off x="3843310" y="3168281"/>
              <a:ext cx="447566" cy="447566"/>
            </a:xfrm>
            <a:custGeom>
              <a:avLst/>
              <a:gdLst/>
              <a:ahLst/>
              <a:cxnLst/>
              <a:rect l="l" t="t" r="r" b="b"/>
              <a:pathLst>
                <a:path w="21430" h="21430" extrusionOk="0">
                  <a:moveTo>
                    <a:pt x="10700" y="0"/>
                  </a:moveTo>
                  <a:cubicBezTo>
                    <a:pt x="4803" y="0"/>
                    <a:pt x="0" y="4772"/>
                    <a:pt x="0" y="10699"/>
                  </a:cubicBezTo>
                  <a:cubicBezTo>
                    <a:pt x="0" y="16627"/>
                    <a:pt x="4803" y="21429"/>
                    <a:pt x="10700" y="21429"/>
                  </a:cubicBezTo>
                  <a:cubicBezTo>
                    <a:pt x="16627" y="21429"/>
                    <a:pt x="21429" y="16627"/>
                    <a:pt x="21429" y="10699"/>
                  </a:cubicBezTo>
                  <a:cubicBezTo>
                    <a:pt x="21429" y="4772"/>
                    <a:pt x="16627" y="0"/>
                    <a:pt x="107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73"/>
            <p:cNvSpPr/>
            <p:nvPr/>
          </p:nvSpPr>
          <p:spPr>
            <a:xfrm flipH="1">
              <a:off x="3916324" y="3241274"/>
              <a:ext cx="301559" cy="301559"/>
            </a:xfrm>
            <a:custGeom>
              <a:avLst/>
              <a:gdLst/>
              <a:ahLst/>
              <a:cxnLst/>
              <a:rect l="l" t="t" r="r" b="b"/>
              <a:pathLst>
                <a:path w="14439" h="14439" extrusionOk="0">
                  <a:moveTo>
                    <a:pt x="7205" y="1"/>
                  </a:moveTo>
                  <a:cubicBezTo>
                    <a:pt x="3223" y="1"/>
                    <a:pt x="1" y="3223"/>
                    <a:pt x="1" y="7204"/>
                  </a:cubicBezTo>
                  <a:cubicBezTo>
                    <a:pt x="1" y="11186"/>
                    <a:pt x="3223" y="14439"/>
                    <a:pt x="7205" y="14439"/>
                  </a:cubicBezTo>
                  <a:cubicBezTo>
                    <a:pt x="11186" y="14439"/>
                    <a:pt x="14439" y="11186"/>
                    <a:pt x="14439" y="7204"/>
                  </a:cubicBezTo>
                  <a:cubicBezTo>
                    <a:pt x="14439" y="3223"/>
                    <a:pt x="11186" y="1"/>
                    <a:pt x="72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73"/>
            <p:cNvSpPr/>
            <p:nvPr/>
          </p:nvSpPr>
          <p:spPr>
            <a:xfrm flipH="1">
              <a:off x="3934723" y="3259047"/>
              <a:ext cx="265386" cy="265386"/>
            </a:xfrm>
            <a:custGeom>
              <a:avLst/>
              <a:gdLst/>
              <a:ahLst/>
              <a:cxnLst/>
              <a:rect l="l" t="t" r="r" b="b"/>
              <a:pathLst>
                <a:path w="12707" h="12707" extrusionOk="0">
                  <a:moveTo>
                    <a:pt x="6354" y="1"/>
                  </a:moveTo>
                  <a:cubicBezTo>
                    <a:pt x="2858" y="1"/>
                    <a:pt x="1" y="2858"/>
                    <a:pt x="1" y="6353"/>
                  </a:cubicBezTo>
                  <a:cubicBezTo>
                    <a:pt x="1" y="9849"/>
                    <a:pt x="2858" y="12706"/>
                    <a:pt x="6354" y="12706"/>
                  </a:cubicBezTo>
                  <a:cubicBezTo>
                    <a:pt x="9879" y="12706"/>
                    <a:pt x="12706" y="9849"/>
                    <a:pt x="12706" y="6353"/>
                  </a:cubicBezTo>
                  <a:cubicBezTo>
                    <a:pt x="12706" y="2858"/>
                    <a:pt x="9879" y="1"/>
                    <a:pt x="635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73"/>
            <p:cNvSpPr/>
            <p:nvPr/>
          </p:nvSpPr>
          <p:spPr>
            <a:xfrm flipH="1">
              <a:off x="3996940" y="3321264"/>
              <a:ext cx="140953" cy="140953"/>
            </a:xfrm>
            <a:custGeom>
              <a:avLst/>
              <a:gdLst/>
              <a:ahLst/>
              <a:cxnLst/>
              <a:rect l="l" t="t" r="r" b="b"/>
              <a:pathLst>
                <a:path w="6749" h="6749" extrusionOk="0">
                  <a:moveTo>
                    <a:pt x="3375" y="1"/>
                  </a:moveTo>
                  <a:cubicBezTo>
                    <a:pt x="1520" y="1"/>
                    <a:pt x="1" y="1520"/>
                    <a:pt x="1" y="3374"/>
                  </a:cubicBezTo>
                  <a:cubicBezTo>
                    <a:pt x="1" y="5229"/>
                    <a:pt x="1520" y="6748"/>
                    <a:pt x="3375" y="6748"/>
                  </a:cubicBezTo>
                  <a:cubicBezTo>
                    <a:pt x="5259" y="6748"/>
                    <a:pt x="6748" y="5229"/>
                    <a:pt x="6748" y="3374"/>
                  </a:cubicBezTo>
                  <a:cubicBezTo>
                    <a:pt x="6748" y="1520"/>
                    <a:pt x="5259" y="1"/>
                    <a:pt x="337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73"/>
            <p:cNvSpPr/>
            <p:nvPr/>
          </p:nvSpPr>
          <p:spPr>
            <a:xfrm flipH="1">
              <a:off x="2536243" y="3168281"/>
              <a:ext cx="447566" cy="447566"/>
            </a:xfrm>
            <a:custGeom>
              <a:avLst/>
              <a:gdLst/>
              <a:ahLst/>
              <a:cxnLst/>
              <a:rect l="l" t="t" r="r" b="b"/>
              <a:pathLst>
                <a:path w="21430" h="21430" extrusionOk="0">
                  <a:moveTo>
                    <a:pt x="10700" y="0"/>
                  </a:moveTo>
                  <a:cubicBezTo>
                    <a:pt x="4773" y="0"/>
                    <a:pt x="1" y="4772"/>
                    <a:pt x="1" y="10699"/>
                  </a:cubicBezTo>
                  <a:cubicBezTo>
                    <a:pt x="1" y="16627"/>
                    <a:pt x="4773" y="21429"/>
                    <a:pt x="10700" y="21429"/>
                  </a:cubicBezTo>
                  <a:cubicBezTo>
                    <a:pt x="16627" y="21429"/>
                    <a:pt x="21430" y="16627"/>
                    <a:pt x="21430" y="10699"/>
                  </a:cubicBezTo>
                  <a:cubicBezTo>
                    <a:pt x="21430" y="4772"/>
                    <a:pt x="16627" y="0"/>
                    <a:pt x="107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73"/>
            <p:cNvSpPr/>
            <p:nvPr/>
          </p:nvSpPr>
          <p:spPr>
            <a:xfrm flipH="1">
              <a:off x="2609236" y="3241274"/>
              <a:ext cx="301559" cy="301559"/>
            </a:xfrm>
            <a:custGeom>
              <a:avLst/>
              <a:gdLst/>
              <a:ahLst/>
              <a:cxnLst/>
              <a:rect l="l" t="t" r="r" b="b"/>
              <a:pathLst>
                <a:path w="14439" h="14439" extrusionOk="0">
                  <a:moveTo>
                    <a:pt x="7204" y="1"/>
                  </a:moveTo>
                  <a:cubicBezTo>
                    <a:pt x="3222" y="1"/>
                    <a:pt x="0" y="3223"/>
                    <a:pt x="0" y="7204"/>
                  </a:cubicBezTo>
                  <a:cubicBezTo>
                    <a:pt x="0" y="11186"/>
                    <a:pt x="3222" y="14439"/>
                    <a:pt x="7204" y="14439"/>
                  </a:cubicBezTo>
                  <a:cubicBezTo>
                    <a:pt x="11186" y="14439"/>
                    <a:pt x="14438" y="11186"/>
                    <a:pt x="14438" y="7204"/>
                  </a:cubicBezTo>
                  <a:cubicBezTo>
                    <a:pt x="14438" y="3223"/>
                    <a:pt x="11186" y="1"/>
                    <a:pt x="72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73"/>
            <p:cNvSpPr/>
            <p:nvPr/>
          </p:nvSpPr>
          <p:spPr>
            <a:xfrm flipH="1">
              <a:off x="2627656" y="3259047"/>
              <a:ext cx="265365" cy="265386"/>
            </a:xfrm>
            <a:custGeom>
              <a:avLst/>
              <a:gdLst/>
              <a:ahLst/>
              <a:cxnLst/>
              <a:rect l="l" t="t" r="r" b="b"/>
              <a:pathLst>
                <a:path w="12706" h="12707" extrusionOk="0">
                  <a:moveTo>
                    <a:pt x="6353" y="1"/>
                  </a:moveTo>
                  <a:cubicBezTo>
                    <a:pt x="2858" y="1"/>
                    <a:pt x="1" y="2858"/>
                    <a:pt x="1" y="6353"/>
                  </a:cubicBezTo>
                  <a:cubicBezTo>
                    <a:pt x="1" y="9849"/>
                    <a:pt x="2858" y="12706"/>
                    <a:pt x="6353" y="12706"/>
                  </a:cubicBezTo>
                  <a:cubicBezTo>
                    <a:pt x="9849" y="12706"/>
                    <a:pt x="12706" y="9849"/>
                    <a:pt x="12706" y="6353"/>
                  </a:cubicBezTo>
                  <a:cubicBezTo>
                    <a:pt x="12706" y="2858"/>
                    <a:pt x="9849" y="1"/>
                    <a:pt x="635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73"/>
            <p:cNvSpPr/>
            <p:nvPr/>
          </p:nvSpPr>
          <p:spPr>
            <a:xfrm flipH="1">
              <a:off x="2689852" y="3321264"/>
              <a:ext cx="140953" cy="140953"/>
            </a:xfrm>
            <a:custGeom>
              <a:avLst/>
              <a:gdLst/>
              <a:ahLst/>
              <a:cxnLst/>
              <a:rect l="l" t="t" r="r" b="b"/>
              <a:pathLst>
                <a:path w="6749" h="6749" extrusionOk="0">
                  <a:moveTo>
                    <a:pt x="3374" y="1"/>
                  </a:moveTo>
                  <a:cubicBezTo>
                    <a:pt x="1520" y="1"/>
                    <a:pt x="0" y="1520"/>
                    <a:pt x="0" y="3374"/>
                  </a:cubicBezTo>
                  <a:cubicBezTo>
                    <a:pt x="0" y="5229"/>
                    <a:pt x="1520" y="6748"/>
                    <a:pt x="3374" y="6748"/>
                  </a:cubicBezTo>
                  <a:cubicBezTo>
                    <a:pt x="5228" y="6748"/>
                    <a:pt x="6748" y="5229"/>
                    <a:pt x="6748" y="3374"/>
                  </a:cubicBezTo>
                  <a:cubicBezTo>
                    <a:pt x="6748" y="1520"/>
                    <a:pt x="5228" y="1"/>
                    <a:pt x="337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73"/>
            <p:cNvSpPr/>
            <p:nvPr/>
          </p:nvSpPr>
          <p:spPr>
            <a:xfrm flipH="1">
              <a:off x="4127722" y="2720736"/>
              <a:ext cx="269813" cy="270440"/>
            </a:xfrm>
            <a:custGeom>
              <a:avLst/>
              <a:gdLst/>
              <a:ahLst/>
              <a:cxnLst/>
              <a:rect l="l" t="t" r="r" b="b"/>
              <a:pathLst>
                <a:path w="12919" h="12949" extrusionOk="0">
                  <a:moveTo>
                    <a:pt x="1034" y="0"/>
                  </a:moveTo>
                  <a:lnTo>
                    <a:pt x="1" y="1034"/>
                  </a:lnTo>
                  <a:lnTo>
                    <a:pt x="11916" y="12949"/>
                  </a:lnTo>
                  <a:lnTo>
                    <a:pt x="12919" y="11915"/>
                  </a:lnTo>
                  <a:lnTo>
                    <a:pt x="103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73"/>
            <p:cNvSpPr/>
            <p:nvPr/>
          </p:nvSpPr>
          <p:spPr>
            <a:xfrm flipH="1">
              <a:off x="2793337" y="2514414"/>
              <a:ext cx="1688615" cy="877337"/>
            </a:xfrm>
            <a:custGeom>
              <a:avLst/>
              <a:gdLst/>
              <a:ahLst/>
              <a:cxnLst/>
              <a:rect l="l" t="t" r="r" b="b"/>
              <a:pathLst>
                <a:path w="80853" h="42008" extrusionOk="0">
                  <a:moveTo>
                    <a:pt x="77266" y="23193"/>
                  </a:moveTo>
                  <a:cubicBezTo>
                    <a:pt x="76050" y="21217"/>
                    <a:pt x="73588" y="22098"/>
                    <a:pt x="73588" y="22098"/>
                  </a:cubicBezTo>
                  <a:lnTo>
                    <a:pt x="65655" y="1"/>
                  </a:lnTo>
                  <a:lnTo>
                    <a:pt x="63254" y="4165"/>
                  </a:lnTo>
                  <a:cubicBezTo>
                    <a:pt x="63223" y="4256"/>
                    <a:pt x="63223" y="4287"/>
                    <a:pt x="63223" y="4347"/>
                  </a:cubicBezTo>
                  <a:cubicBezTo>
                    <a:pt x="63618" y="5715"/>
                    <a:pt x="68482" y="21490"/>
                    <a:pt x="69454" y="29424"/>
                  </a:cubicBezTo>
                  <a:cubicBezTo>
                    <a:pt x="70214" y="35746"/>
                    <a:pt x="64439" y="37570"/>
                    <a:pt x="61582" y="38056"/>
                  </a:cubicBezTo>
                  <a:cubicBezTo>
                    <a:pt x="60822" y="38208"/>
                    <a:pt x="60062" y="38238"/>
                    <a:pt x="59302" y="38238"/>
                  </a:cubicBezTo>
                  <a:lnTo>
                    <a:pt x="44743" y="38238"/>
                  </a:lnTo>
                  <a:lnTo>
                    <a:pt x="44682" y="38238"/>
                  </a:lnTo>
                  <a:cubicBezTo>
                    <a:pt x="41885" y="38238"/>
                    <a:pt x="40001" y="35472"/>
                    <a:pt x="41034" y="32889"/>
                  </a:cubicBezTo>
                  <a:lnTo>
                    <a:pt x="48360" y="14135"/>
                  </a:lnTo>
                  <a:cubicBezTo>
                    <a:pt x="48633" y="13405"/>
                    <a:pt x="48785" y="12615"/>
                    <a:pt x="48785" y="11855"/>
                  </a:cubicBezTo>
                  <a:lnTo>
                    <a:pt x="48785" y="11521"/>
                  </a:lnTo>
                  <a:lnTo>
                    <a:pt x="26444" y="11521"/>
                  </a:lnTo>
                  <a:cubicBezTo>
                    <a:pt x="5380" y="11034"/>
                    <a:pt x="4924" y="25989"/>
                    <a:pt x="4924" y="25989"/>
                  </a:cubicBezTo>
                  <a:lnTo>
                    <a:pt x="3496" y="25989"/>
                  </a:lnTo>
                  <a:cubicBezTo>
                    <a:pt x="1550" y="25989"/>
                    <a:pt x="0" y="27539"/>
                    <a:pt x="0" y="29484"/>
                  </a:cubicBezTo>
                  <a:lnTo>
                    <a:pt x="0" y="42007"/>
                  </a:lnTo>
                  <a:lnTo>
                    <a:pt x="69515" y="42007"/>
                  </a:lnTo>
                  <a:lnTo>
                    <a:pt x="69849" y="42007"/>
                  </a:lnTo>
                  <a:lnTo>
                    <a:pt x="69849" y="41977"/>
                  </a:lnTo>
                  <a:cubicBezTo>
                    <a:pt x="69849" y="35624"/>
                    <a:pt x="74682" y="30427"/>
                    <a:pt x="80853" y="29758"/>
                  </a:cubicBezTo>
                  <a:cubicBezTo>
                    <a:pt x="79850" y="27813"/>
                    <a:pt x="78117" y="24530"/>
                    <a:pt x="77266" y="23193"/>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73"/>
            <p:cNvSpPr/>
            <p:nvPr/>
          </p:nvSpPr>
          <p:spPr>
            <a:xfrm flipH="1">
              <a:off x="2496875" y="3123838"/>
              <a:ext cx="536431" cy="267913"/>
            </a:xfrm>
            <a:custGeom>
              <a:avLst/>
              <a:gdLst/>
              <a:ahLst/>
              <a:cxnLst/>
              <a:rect l="l" t="t" r="r" b="b"/>
              <a:pathLst>
                <a:path w="25685" h="12828" extrusionOk="0">
                  <a:moveTo>
                    <a:pt x="0" y="12827"/>
                  </a:moveTo>
                  <a:cubicBezTo>
                    <a:pt x="0" y="5715"/>
                    <a:pt x="5745" y="1"/>
                    <a:pt x="12857" y="1"/>
                  </a:cubicBezTo>
                  <a:cubicBezTo>
                    <a:pt x="19940" y="1"/>
                    <a:pt x="25684" y="5715"/>
                    <a:pt x="25684" y="12827"/>
                  </a:cubicBezTo>
                  <a:lnTo>
                    <a:pt x="0" y="12827"/>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73"/>
            <p:cNvSpPr/>
            <p:nvPr/>
          </p:nvSpPr>
          <p:spPr>
            <a:xfrm flipH="1">
              <a:off x="3396412" y="2678194"/>
              <a:ext cx="374552" cy="76836"/>
            </a:xfrm>
            <a:custGeom>
              <a:avLst/>
              <a:gdLst/>
              <a:ahLst/>
              <a:cxnLst/>
              <a:rect l="l" t="t" r="r" b="b"/>
              <a:pathLst>
                <a:path w="17934" h="3679" extrusionOk="0">
                  <a:moveTo>
                    <a:pt x="3678" y="1"/>
                  </a:moveTo>
                  <a:cubicBezTo>
                    <a:pt x="1672" y="1"/>
                    <a:pt x="0" y="1642"/>
                    <a:pt x="0" y="3679"/>
                  </a:cubicBezTo>
                  <a:lnTo>
                    <a:pt x="17934" y="3679"/>
                  </a:lnTo>
                  <a:cubicBezTo>
                    <a:pt x="17934" y="1673"/>
                    <a:pt x="16262" y="1"/>
                    <a:pt x="142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73"/>
            <p:cNvSpPr/>
            <p:nvPr/>
          </p:nvSpPr>
          <p:spPr>
            <a:xfrm flipH="1">
              <a:off x="3789990" y="2713113"/>
              <a:ext cx="698311" cy="41916"/>
            </a:xfrm>
            <a:custGeom>
              <a:avLst/>
              <a:gdLst/>
              <a:ahLst/>
              <a:cxnLst/>
              <a:rect l="l" t="t" r="r" b="b"/>
              <a:pathLst>
                <a:path w="33436" h="2007" extrusionOk="0">
                  <a:moveTo>
                    <a:pt x="973" y="1"/>
                  </a:moveTo>
                  <a:cubicBezTo>
                    <a:pt x="456" y="1"/>
                    <a:pt x="0" y="457"/>
                    <a:pt x="0" y="1004"/>
                  </a:cubicBezTo>
                  <a:lnTo>
                    <a:pt x="0" y="2007"/>
                  </a:lnTo>
                  <a:lnTo>
                    <a:pt x="33435" y="2007"/>
                  </a:lnTo>
                  <a:lnTo>
                    <a:pt x="33435" y="882"/>
                  </a:lnTo>
                  <a:cubicBezTo>
                    <a:pt x="33435" y="396"/>
                    <a:pt x="33040" y="1"/>
                    <a:pt x="3255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73"/>
            <p:cNvSpPr/>
            <p:nvPr/>
          </p:nvSpPr>
          <p:spPr>
            <a:xfrm flipH="1">
              <a:off x="3723346" y="3040047"/>
              <a:ext cx="703386" cy="352330"/>
            </a:xfrm>
            <a:custGeom>
              <a:avLst/>
              <a:gdLst/>
              <a:ahLst/>
              <a:cxnLst/>
              <a:rect l="l" t="t" r="r" b="b"/>
              <a:pathLst>
                <a:path w="33679" h="16870" extrusionOk="0">
                  <a:moveTo>
                    <a:pt x="33679" y="16839"/>
                  </a:moveTo>
                  <a:lnTo>
                    <a:pt x="33679" y="16839"/>
                  </a:lnTo>
                  <a:lnTo>
                    <a:pt x="1" y="16870"/>
                  </a:lnTo>
                  <a:lnTo>
                    <a:pt x="1" y="16839"/>
                  </a:lnTo>
                  <a:cubicBezTo>
                    <a:pt x="1" y="7538"/>
                    <a:pt x="7539" y="0"/>
                    <a:pt x="16840" y="0"/>
                  </a:cubicBezTo>
                  <a:cubicBezTo>
                    <a:pt x="26141" y="0"/>
                    <a:pt x="33679" y="7538"/>
                    <a:pt x="33679" y="1683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73"/>
            <p:cNvSpPr/>
            <p:nvPr/>
          </p:nvSpPr>
          <p:spPr>
            <a:xfrm flipH="1">
              <a:off x="3110747" y="2481415"/>
              <a:ext cx="71113" cy="109834"/>
            </a:xfrm>
            <a:custGeom>
              <a:avLst/>
              <a:gdLst/>
              <a:ahLst/>
              <a:cxnLst/>
              <a:rect l="l" t="t" r="r" b="b"/>
              <a:pathLst>
                <a:path w="3405" h="5259" extrusionOk="0">
                  <a:moveTo>
                    <a:pt x="2949" y="0"/>
                  </a:moveTo>
                  <a:lnTo>
                    <a:pt x="1" y="608"/>
                  </a:lnTo>
                  <a:lnTo>
                    <a:pt x="1520" y="5259"/>
                  </a:lnTo>
                  <a:lnTo>
                    <a:pt x="3405" y="1581"/>
                  </a:lnTo>
                  <a:lnTo>
                    <a:pt x="29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73"/>
            <p:cNvSpPr/>
            <p:nvPr/>
          </p:nvSpPr>
          <p:spPr>
            <a:xfrm flipH="1">
              <a:off x="3000913" y="2370808"/>
              <a:ext cx="43838" cy="164845"/>
            </a:xfrm>
            <a:custGeom>
              <a:avLst/>
              <a:gdLst/>
              <a:ahLst/>
              <a:cxnLst/>
              <a:rect l="l" t="t" r="r" b="b"/>
              <a:pathLst>
                <a:path w="2099" h="7893" extrusionOk="0">
                  <a:moveTo>
                    <a:pt x="1130" y="1"/>
                  </a:moveTo>
                  <a:cubicBezTo>
                    <a:pt x="1088" y="1"/>
                    <a:pt x="1046" y="3"/>
                    <a:pt x="1004" y="7"/>
                  </a:cubicBezTo>
                  <a:lnTo>
                    <a:pt x="1" y="159"/>
                  </a:lnTo>
                  <a:lnTo>
                    <a:pt x="1" y="7728"/>
                  </a:lnTo>
                  <a:lnTo>
                    <a:pt x="1004" y="7880"/>
                  </a:lnTo>
                  <a:cubicBezTo>
                    <a:pt x="1060" y="7889"/>
                    <a:pt x="1116" y="7893"/>
                    <a:pt x="1171" y="7893"/>
                  </a:cubicBezTo>
                  <a:cubicBezTo>
                    <a:pt x="1678" y="7893"/>
                    <a:pt x="2098" y="7528"/>
                    <a:pt x="2098" y="7090"/>
                  </a:cubicBezTo>
                  <a:lnTo>
                    <a:pt x="2098" y="828"/>
                  </a:lnTo>
                  <a:cubicBezTo>
                    <a:pt x="2098" y="349"/>
                    <a:pt x="1654" y="1"/>
                    <a:pt x="11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73"/>
            <p:cNvSpPr/>
            <p:nvPr/>
          </p:nvSpPr>
          <p:spPr>
            <a:xfrm flipH="1">
              <a:off x="3058681" y="2359530"/>
              <a:ext cx="196820" cy="188550"/>
            </a:xfrm>
            <a:custGeom>
              <a:avLst/>
              <a:gdLst/>
              <a:ahLst/>
              <a:cxnLst/>
              <a:rect l="l" t="t" r="r" b="b"/>
              <a:pathLst>
                <a:path w="9424" h="9028" extrusionOk="0">
                  <a:moveTo>
                    <a:pt x="9423" y="9028"/>
                  </a:moveTo>
                  <a:lnTo>
                    <a:pt x="1034" y="8055"/>
                  </a:lnTo>
                  <a:cubicBezTo>
                    <a:pt x="457" y="7964"/>
                    <a:pt x="1" y="7478"/>
                    <a:pt x="1" y="6900"/>
                  </a:cubicBezTo>
                  <a:lnTo>
                    <a:pt x="1" y="4164"/>
                  </a:lnTo>
                  <a:cubicBezTo>
                    <a:pt x="1" y="3678"/>
                    <a:pt x="305" y="3253"/>
                    <a:pt x="760" y="3070"/>
                  </a:cubicBezTo>
                  <a:lnTo>
                    <a:pt x="9393" y="0"/>
                  </a:lnTo>
                  <a:lnTo>
                    <a:pt x="9393" y="9028"/>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73"/>
            <p:cNvSpPr/>
            <p:nvPr/>
          </p:nvSpPr>
          <p:spPr>
            <a:xfrm flipH="1">
              <a:off x="3013611" y="2355312"/>
              <a:ext cx="45091" cy="197468"/>
            </a:xfrm>
            <a:custGeom>
              <a:avLst/>
              <a:gdLst/>
              <a:ahLst/>
              <a:cxnLst/>
              <a:rect l="l" t="t" r="r" b="b"/>
              <a:pathLst>
                <a:path w="2159" h="9455" extrusionOk="0">
                  <a:moveTo>
                    <a:pt x="1230" y="0"/>
                  </a:moveTo>
                  <a:cubicBezTo>
                    <a:pt x="1166" y="0"/>
                    <a:pt x="1100" y="7"/>
                    <a:pt x="1034" y="20"/>
                  </a:cubicBezTo>
                  <a:lnTo>
                    <a:pt x="0" y="202"/>
                  </a:lnTo>
                  <a:lnTo>
                    <a:pt x="0" y="9230"/>
                  </a:lnTo>
                  <a:lnTo>
                    <a:pt x="1034" y="9443"/>
                  </a:lnTo>
                  <a:cubicBezTo>
                    <a:pt x="1086" y="9450"/>
                    <a:pt x="1138" y="9454"/>
                    <a:pt x="1188" y="9454"/>
                  </a:cubicBezTo>
                  <a:cubicBezTo>
                    <a:pt x="1727" y="9454"/>
                    <a:pt x="2158" y="9025"/>
                    <a:pt x="2158" y="8470"/>
                  </a:cubicBezTo>
                  <a:lnTo>
                    <a:pt x="2158" y="962"/>
                  </a:lnTo>
                  <a:cubicBezTo>
                    <a:pt x="2158" y="421"/>
                    <a:pt x="1749" y="0"/>
                    <a:pt x="12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73"/>
            <p:cNvSpPr/>
            <p:nvPr/>
          </p:nvSpPr>
          <p:spPr>
            <a:xfrm flipH="1">
              <a:off x="3246583" y="2305564"/>
              <a:ext cx="74935" cy="131429"/>
            </a:xfrm>
            <a:custGeom>
              <a:avLst/>
              <a:gdLst/>
              <a:ahLst/>
              <a:cxnLst/>
              <a:rect l="l" t="t" r="r" b="b"/>
              <a:pathLst>
                <a:path w="3588" h="6293" extrusionOk="0">
                  <a:moveTo>
                    <a:pt x="1794" y="1"/>
                  </a:moveTo>
                  <a:cubicBezTo>
                    <a:pt x="821" y="1"/>
                    <a:pt x="0" y="1399"/>
                    <a:pt x="0" y="3162"/>
                  </a:cubicBezTo>
                  <a:cubicBezTo>
                    <a:pt x="0" y="4894"/>
                    <a:pt x="821" y="6293"/>
                    <a:pt x="1794" y="6293"/>
                  </a:cubicBezTo>
                  <a:cubicBezTo>
                    <a:pt x="2766" y="6293"/>
                    <a:pt x="3587" y="4894"/>
                    <a:pt x="3587" y="3162"/>
                  </a:cubicBezTo>
                  <a:cubicBezTo>
                    <a:pt x="3587" y="1399"/>
                    <a:pt x="2766" y="1"/>
                    <a:pt x="17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73"/>
            <p:cNvSpPr/>
            <p:nvPr/>
          </p:nvSpPr>
          <p:spPr>
            <a:xfrm flipH="1">
              <a:off x="3204688" y="2372855"/>
              <a:ext cx="66038" cy="55888"/>
            </a:xfrm>
            <a:custGeom>
              <a:avLst/>
              <a:gdLst/>
              <a:ahLst/>
              <a:cxnLst/>
              <a:rect l="l" t="t" r="r" b="b"/>
              <a:pathLst>
                <a:path w="3162" h="2676" extrusionOk="0">
                  <a:moveTo>
                    <a:pt x="274" y="1"/>
                  </a:moveTo>
                  <a:lnTo>
                    <a:pt x="0" y="305"/>
                  </a:lnTo>
                  <a:lnTo>
                    <a:pt x="2948" y="2675"/>
                  </a:lnTo>
                  <a:lnTo>
                    <a:pt x="3161" y="2402"/>
                  </a:lnTo>
                  <a:lnTo>
                    <a:pt x="2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73"/>
            <p:cNvSpPr/>
            <p:nvPr/>
          </p:nvSpPr>
          <p:spPr>
            <a:xfrm flipH="1">
              <a:off x="3157091" y="2454286"/>
              <a:ext cx="175852" cy="103715"/>
            </a:xfrm>
            <a:custGeom>
              <a:avLst/>
              <a:gdLst/>
              <a:ahLst/>
              <a:cxnLst/>
              <a:rect l="l" t="t" r="r" b="b"/>
              <a:pathLst>
                <a:path w="8420" h="4966" extrusionOk="0">
                  <a:moveTo>
                    <a:pt x="7409" y="0"/>
                  </a:moveTo>
                  <a:cubicBezTo>
                    <a:pt x="7300" y="0"/>
                    <a:pt x="7190" y="17"/>
                    <a:pt x="7083" y="53"/>
                  </a:cubicBezTo>
                  <a:lnTo>
                    <a:pt x="1125" y="2241"/>
                  </a:lnTo>
                  <a:cubicBezTo>
                    <a:pt x="365" y="2515"/>
                    <a:pt x="0" y="3427"/>
                    <a:pt x="335" y="4156"/>
                  </a:cubicBezTo>
                  <a:cubicBezTo>
                    <a:pt x="562" y="4673"/>
                    <a:pt x="1057" y="4965"/>
                    <a:pt x="1579" y="4965"/>
                  </a:cubicBezTo>
                  <a:cubicBezTo>
                    <a:pt x="1825" y="4965"/>
                    <a:pt x="2077" y="4900"/>
                    <a:pt x="2310" y="4764"/>
                  </a:cubicBezTo>
                  <a:lnTo>
                    <a:pt x="7842" y="1694"/>
                  </a:lnTo>
                  <a:cubicBezTo>
                    <a:pt x="8268" y="1451"/>
                    <a:pt x="8420" y="934"/>
                    <a:pt x="8238" y="509"/>
                  </a:cubicBezTo>
                  <a:cubicBezTo>
                    <a:pt x="8098" y="183"/>
                    <a:pt x="7763" y="0"/>
                    <a:pt x="740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73"/>
            <p:cNvSpPr/>
            <p:nvPr/>
          </p:nvSpPr>
          <p:spPr>
            <a:xfrm flipH="1">
              <a:off x="3887126" y="2351281"/>
              <a:ext cx="509135" cy="361227"/>
            </a:xfrm>
            <a:custGeom>
              <a:avLst/>
              <a:gdLst/>
              <a:ahLst/>
              <a:cxnLst/>
              <a:rect l="l" t="t" r="r" b="b"/>
              <a:pathLst>
                <a:path w="24378" h="17296" extrusionOk="0">
                  <a:moveTo>
                    <a:pt x="1" y="0"/>
                  </a:moveTo>
                  <a:lnTo>
                    <a:pt x="1" y="17295"/>
                  </a:lnTo>
                  <a:lnTo>
                    <a:pt x="24378" y="17295"/>
                  </a:lnTo>
                  <a:lnTo>
                    <a:pt x="2437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73"/>
            <p:cNvSpPr/>
            <p:nvPr/>
          </p:nvSpPr>
          <p:spPr>
            <a:xfrm flipH="1">
              <a:off x="3874428" y="2302389"/>
              <a:ext cx="533883" cy="53988"/>
            </a:xfrm>
            <a:custGeom>
              <a:avLst/>
              <a:gdLst/>
              <a:ahLst/>
              <a:cxnLst/>
              <a:rect l="l" t="t" r="r" b="b"/>
              <a:pathLst>
                <a:path w="25563" h="2585" extrusionOk="0">
                  <a:moveTo>
                    <a:pt x="760" y="1"/>
                  </a:moveTo>
                  <a:cubicBezTo>
                    <a:pt x="334" y="1"/>
                    <a:pt x="0" y="335"/>
                    <a:pt x="0" y="761"/>
                  </a:cubicBezTo>
                  <a:lnTo>
                    <a:pt x="0" y="1824"/>
                  </a:lnTo>
                  <a:cubicBezTo>
                    <a:pt x="0" y="2250"/>
                    <a:pt x="334" y="2584"/>
                    <a:pt x="760" y="2584"/>
                  </a:cubicBezTo>
                  <a:lnTo>
                    <a:pt x="24803" y="2584"/>
                  </a:lnTo>
                  <a:cubicBezTo>
                    <a:pt x="25228" y="2584"/>
                    <a:pt x="25563" y="2250"/>
                    <a:pt x="25563" y="1824"/>
                  </a:cubicBezTo>
                  <a:lnTo>
                    <a:pt x="25563" y="761"/>
                  </a:lnTo>
                  <a:cubicBezTo>
                    <a:pt x="25563" y="335"/>
                    <a:pt x="25228" y="1"/>
                    <a:pt x="2480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73"/>
            <p:cNvSpPr/>
            <p:nvPr/>
          </p:nvSpPr>
          <p:spPr>
            <a:xfrm flipH="1">
              <a:off x="4003915" y="2440105"/>
              <a:ext cx="207618" cy="152440"/>
            </a:xfrm>
            <a:custGeom>
              <a:avLst/>
              <a:gdLst/>
              <a:ahLst/>
              <a:cxnLst/>
              <a:rect l="l" t="t" r="r" b="b"/>
              <a:pathLst>
                <a:path w="9941" h="7299" extrusionOk="0">
                  <a:moveTo>
                    <a:pt x="4971" y="843"/>
                  </a:moveTo>
                  <a:cubicBezTo>
                    <a:pt x="4996" y="843"/>
                    <a:pt x="5021" y="846"/>
                    <a:pt x="5046" y="854"/>
                  </a:cubicBezTo>
                  <a:cubicBezTo>
                    <a:pt x="5290" y="884"/>
                    <a:pt x="5442" y="1066"/>
                    <a:pt x="5442" y="1279"/>
                  </a:cubicBezTo>
                  <a:cubicBezTo>
                    <a:pt x="5442" y="1476"/>
                    <a:pt x="5259" y="1647"/>
                    <a:pt x="5063" y="1647"/>
                  </a:cubicBezTo>
                  <a:cubicBezTo>
                    <a:pt x="5047" y="1647"/>
                    <a:pt x="5032" y="1646"/>
                    <a:pt x="5016" y="1644"/>
                  </a:cubicBezTo>
                  <a:cubicBezTo>
                    <a:pt x="4773" y="1644"/>
                    <a:pt x="4590" y="1461"/>
                    <a:pt x="4621" y="1218"/>
                  </a:cubicBezTo>
                  <a:cubicBezTo>
                    <a:pt x="4621" y="1031"/>
                    <a:pt x="4786" y="843"/>
                    <a:pt x="4971" y="843"/>
                  </a:cubicBezTo>
                  <a:close/>
                  <a:moveTo>
                    <a:pt x="6705" y="1299"/>
                  </a:moveTo>
                  <a:cubicBezTo>
                    <a:pt x="6729" y="1299"/>
                    <a:pt x="6754" y="1302"/>
                    <a:pt x="6779" y="1310"/>
                  </a:cubicBezTo>
                  <a:cubicBezTo>
                    <a:pt x="7022" y="1310"/>
                    <a:pt x="7174" y="1492"/>
                    <a:pt x="7174" y="1735"/>
                  </a:cubicBezTo>
                  <a:cubicBezTo>
                    <a:pt x="7174" y="1932"/>
                    <a:pt x="7018" y="2103"/>
                    <a:pt x="6801" y="2103"/>
                  </a:cubicBezTo>
                  <a:cubicBezTo>
                    <a:pt x="6784" y="2103"/>
                    <a:pt x="6766" y="2102"/>
                    <a:pt x="6749" y="2100"/>
                  </a:cubicBezTo>
                  <a:cubicBezTo>
                    <a:pt x="6536" y="2100"/>
                    <a:pt x="6353" y="1917"/>
                    <a:pt x="6384" y="1674"/>
                  </a:cubicBezTo>
                  <a:cubicBezTo>
                    <a:pt x="6384" y="1487"/>
                    <a:pt x="6526" y="1299"/>
                    <a:pt x="6705" y="1299"/>
                  </a:cubicBezTo>
                  <a:close/>
                  <a:moveTo>
                    <a:pt x="2568" y="2096"/>
                  </a:moveTo>
                  <a:cubicBezTo>
                    <a:pt x="2583" y="2096"/>
                    <a:pt x="2599" y="2098"/>
                    <a:pt x="2615" y="2100"/>
                  </a:cubicBezTo>
                  <a:cubicBezTo>
                    <a:pt x="2797" y="2130"/>
                    <a:pt x="3010" y="2343"/>
                    <a:pt x="3010" y="2525"/>
                  </a:cubicBezTo>
                  <a:cubicBezTo>
                    <a:pt x="3010" y="2713"/>
                    <a:pt x="2844" y="2901"/>
                    <a:pt x="2659" y="2901"/>
                  </a:cubicBezTo>
                  <a:cubicBezTo>
                    <a:pt x="2635" y="2901"/>
                    <a:pt x="2609" y="2897"/>
                    <a:pt x="2584" y="2890"/>
                  </a:cubicBezTo>
                  <a:cubicBezTo>
                    <a:pt x="2341" y="2860"/>
                    <a:pt x="2159" y="2708"/>
                    <a:pt x="2189" y="2495"/>
                  </a:cubicBezTo>
                  <a:cubicBezTo>
                    <a:pt x="2189" y="2270"/>
                    <a:pt x="2372" y="2096"/>
                    <a:pt x="2568" y="2096"/>
                  </a:cubicBezTo>
                  <a:close/>
                  <a:moveTo>
                    <a:pt x="4271" y="2431"/>
                  </a:moveTo>
                  <a:cubicBezTo>
                    <a:pt x="4286" y="2431"/>
                    <a:pt x="4301" y="2432"/>
                    <a:pt x="4317" y="2434"/>
                  </a:cubicBezTo>
                  <a:cubicBezTo>
                    <a:pt x="4560" y="2434"/>
                    <a:pt x="4742" y="2647"/>
                    <a:pt x="4712" y="2860"/>
                  </a:cubicBezTo>
                  <a:cubicBezTo>
                    <a:pt x="4712" y="3085"/>
                    <a:pt x="4555" y="3258"/>
                    <a:pt x="4339" y="3258"/>
                  </a:cubicBezTo>
                  <a:cubicBezTo>
                    <a:pt x="4322" y="3258"/>
                    <a:pt x="4304" y="3257"/>
                    <a:pt x="4286" y="3255"/>
                  </a:cubicBezTo>
                  <a:cubicBezTo>
                    <a:pt x="4074" y="3255"/>
                    <a:pt x="3861" y="3042"/>
                    <a:pt x="3922" y="2829"/>
                  </a:cubicBezTo>
                  <a:cubicBezTo>
                    <a:pt x="3922" y="2604"/>
                    <a:pt x="4078" y="2431"/>
                    <a:pt x="4271" y="2431"/>
                  </a:cubicBezTo>
                  <a:close/>
                  <a:moveTo>
                    <a:pt x="3480" y="3920"/>
                  </a:moveTo>
                  <a:cubicBezTo>
                    <a:pt x="3495" y="3920"/>
                    <a:pt x="3511" y="3921"/>
                    <a:pt x="3527" y="3924"/>
                  </a:cubicBezTo>
                  <a:cubicBezTo>
                    <a:pt x="3770" y="3924"/>
                    <a:pt x="3922" y="4106"/>
                    <a:pt x="3922" y="4349"/>
                  </a:cubicBezTo>
                  <a:cubicBezTo>
                    <a:pt x="3922" y="4537"/>
                    <a:pt x="3756" y="4724"/>
                    <a:pt x="3571" y="4724"/>
                  </a:cubicBezTo>
                  <a:cubicBezTo>
                    <a:pt x="3546" y="4724"/>
                    <a:pt x="3521" y="4721"/>
                    <a:pt x="3496" y="4714"/>
                  </a:cubicBezTo>
                  <a:cubicBezTo>
                    <a:pt x="3253" y="4714"/>
                    <a:pt x="3071" y="4531"/>
                    <a:pt x="3101" y="4319"/>
                  </a:cubicBezTo>
                  <a:cubicBezTo>
                    <a:pt x="3101" y="4093"/>
                    <a:pt x="3284" y="3920"/>
                    <a:pt x="3480" y="3920"/>
                  </a:cubicBezTo>
                  <a:close/>
                  <a:moveTo>
                    <a:pt x="558" y="0"/>
                  </a:moveTo>
                  <a:cubicBezTo>
                    <a:pt x="247" y="0"/>
                    <a:pt x="1" y="263"/>
                    <a:pt x="1" y="580"/>
                  </a:cubicBezTo>
                  <a:cubicBezTo>
                    <a:pt x="122" y="2981"/>
                    <a:pt x="943" y="5200"/>
                    <a:pt x="2432" y="7085"/>
                  </a:cubicBezTo>
                  <a:cubicBezTo>
                    <a:pt x="2529" y="7230"/>
                    <a:pt x="2686" y="7298"/>
                    <a:pt x="2849" y="7298"/>
                  </a:cubicBezTo>
                  <a:cubicBezTo>
                    <a:pt x="2992" y="7298"/>
                    <a:pt x="3139" y="7245"/>
                    <a:pt x="3253" y="7145"/>
                  </a:cubicBezTo>
                  <a:lnTo>
                    <a:pt x="9575" y="1310"/>
                  </a:lnTo>
                  <a:cubicBezTo>
                    <a:pt x="9940" y="975"/>
                    <a:pt x="9727" y="367"/>
                    <a:pt x="9180" y="306"/>
                  </a:cubicBezTo>
                  <a:lnTo>
                    <a:pt x="609" y="2"/>
                  </a:lnTo>
                  <a:cubicBezTo>
                    <a:pt x="592" y="1"/>
                    <a:pt x="575" y="0"/>
                    <a:pt x="5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73"/>
            <p:cNvSpPr/>
            <p:nvPr/>
          </p:nvSpPr>
          <p:spPr>
            <a:xfrm flipH="1">
              <a:off x="4159446" y="2435071"/>
              <a:ext cx="82558" cy="187297"/>
            </a:xfrm>
            <a:custGeom>
              <a:avLst/>
              <a:gdLst/>
              <a:ahLst/>
              <a:cxnLst/>
              <a:rect l="l" t="t" r="r" b="b"/>
              <a:pathLst>
                <a:path w="3953" h="8968" extrusionOk="0">
                  <a:moveTo>
                    <a:pt x="396" y="0"/>
                  </a:moveTo>
                  <a:cubicBezTo>
                    <a:pt x="213" y="0"/>
                    <a:pt x="61" y="92"/>
                    <a:pt x="61" y="335"/>
                  </a:cubicBezTo>
                  <a:cubicBezTo>
                    <a:pt x="1" y="3526"/>
                    <a:pt x="1186" y="6566"/>
                    <a:pt x="3344" y="8876"/>
                  </a:cubicBezTo>
                  <a:cubicBezTo>
                    <a:pt x="3420" y="8937"/>
                    <a:pt x="3511" y="8967"/>
                    <a:pt x="3603" y="8967"/>
                  </a:cubicBezTo>
                  <a:cubicBezTo>
                    <a:pt x="3694" y="8967"/>
                    <a:pt x="3785" y="8937"/>
                    <a:pt x="3861" y="8876"/>
                  </a:cubicBezTo>
                  <a:cubicBezTo>
                    <a:pt x="3922" y="8845"/>
                    <a:pt x="3952" y="8724"/>
                    <a:pt x="3952" y="8663"/>
                  </a:cubicBezTo>
                  <a:cubicBezTo>
                    <a:pt x="3952" y="8572"/>
                    <a:pt x="3922" y="8450"/>
                    <a:pt x="3861" y="8420"/>
                  </a:cubicBezTo>
                  <a:cubicBezTo>
                    <a:pt x="1794" y="6231"/>
                    <a:pt x="700" y="3344"/>
                    <a:pt x="730" y="335"/>
                  </a:cubicBezTo>
                  <a:cubicBezTo>
                    <a:pt x="730" y="152"/>
                    <a:pt x="578" y="0"/>
                    <a:pt x="3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73"/>
            <p:cNvSpPr/>
            <p:nvPr/>
          </p:nvSpPr>
          <p:spPr>
            <a:xfrm flipH="1">
              <a:off x="3491001" y="3392356"/>
              <a:ext cx="27944" cy="187297"/>
            </a:xfrm>
            <a:custGeom>
              <a:avLst/>
              <a:gdLst/>
              <a:ahLst/>
              <a:cxnLst/>
              <a:rect l="l" t="t" r="r" b="b"/>
              <a:pathLst>
                <a:path w="1338" h="8968" extrusionOk="0">
                  <a:moveTo>
                    <a:pt x="0" y="1"/>
                  </a:moveTo>
                  <a:lnTo>
                    <a:pt x="1338" y="1"/>
                  </a:lnTo>
                  <a:lnTo>
                    <a:pt x="1338" y="8968"/>
                  </a:lnTo>
                  <a:lnTo>
                    <a:pt x="0" y="8968"/>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73"/>
            <p:cNvSpPr/>
            <p:nvPr/>
          </p:nvSpPr>
          <p:spPr>
            <a:xfrm flipH="1">
              <a:off x="3484651" y="3556784"/>
              <a:ext cx="41269" cy="41290"/>
            </a:xfrm>
            <a:custGeom>
              <a:avLst/>
              <a:gdLst/>
              <a:ahLst/>
              <a:cxnLst/>
              <a:rect l="l" t="t" r="r" b="b"/>
              <a:pathLst>
                <a:path w="1976" h="1977" extrusionOk="0">
                  <a:moveTo>
                    <a:pt x="0" y="0"/>
                  </a:moveTo>
                  <a:lnTo>
                    <a:pt x="0" y="1976"/>
                  </a:lnTo>
                  <a:lnTo>
                    <a:pt x="1976" y="1976"/>
                  </a:lnTo>
                  <a:lnTo>
                    <a:pt x="197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73"/>
            <p:cNvSpPr/>
            <p:nvPr/>
          </p:nvSpPr>
          <p:spPr>
            <a:xfrm flipH="1">
              <a:off x="3487179" y="2849597"/>
              <a:ext cx="345375" cy="354878"/>
            </a:xfrm>
            <a:custGeom>
              <a:avLst/>
              <a:gdLst/>
              <a:ahLst/>
              <a:cxnLst/>
              <a:rect l="l" t="t" r="r" b="b"/>
              <a:pathLst>
                <a:path w="16537" h="16992" extrusionOk="0">
                  <a:moveTo>
                    <a:pt x="3436" y="1"/>
                  </a:moveTo>
                  <a:cubicBezTo>
                    <a:pt x="1278" y="1"/>
                    <a:pt x="1" y="2402"/>
                    <a:pt x="1217" y="4195"/>
                  </a:cubicBezTo>
                  <a:lnTo>
                    <a:pt x="9940" y="16992"/>
                  </a:lnTo>
                  <a:cubicBezTo>
                    <a:pt x="9940" y="16961"/>
                    <a:pt x="9971" y="16931"/>
                    <a:pt x="9971" y="16840"/>
                  </a:cubicBezTo>
                  <a:lnTo>
                    <a:pt x="1653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73"/>
            <p:cNvSpPr/>
            <p:nvPr/>
          </p:nvSpPr>
          <p:spPr>
            <a:xfrm flipH="1">
              <a:off x="2115347" y="2053127"/>
              <a:ext cx="166349" cy="386686"/>
            </a:xfrm>
            <a:custGeom>
              <a:avLst/>
              <a:gdLst/>
              <a:ahLst/>
              <a:cxnLst/>
              <a:rect l="l" t="t" r="r" b="b"/>
              <a:pathLst>
                <a:path w="7965" h="18515" extrusionOk="0">
                  <a:moveTo>
                    <a:pt x="2176" y="0"/>
                  </a:moveTo>
                  <a:cubicBezTo>
                    <a:pt x="2051" y="0"/>
                    <a:pt x="1924" y="17"/>
                    <a:pt x="1794" y="51"/>
                  </a:cubicBezTo>
                  <a:cubicBezTo>
                    <a:pt x="1" y="507"/>
                    <a:pt x="153" y="3486"/>
                    <a:pt x="1125" y="7103"/>
                  </a:cubicBezTo>
                  <a:cubicBezTo>
                    <a:pt x="2105" y="10547"/>
                    <a:pt x="4941" y="18515"/>
                    <a:pt x="6432" y="18515"/>
                  </a:cubicBezTo>
                  <a:cubicBezTo>
                    <a:pt x="6467" y="18515"/>
                    <a:pt x="6502" y="18510"/>
                    <a:pt x="6536" y="18501"/>
                  </a:cubicBezTo>
                  <a:cubicBezTo>
                    <a:pt x="7964" y="18136"/>
                    <a:pt x="6596" y="9504"/>
                    <a:pt x="5745" y="5887"/>
                  </a:cubicBezTo>
                  <a:cubicBezTo>
                    <a:pt x="4930" y="2540"/>
                    <a:pt x="3724" y="0"/>
                    <a:pt x="2176"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73"/>
            <p:cNvSpPr/>
            <p:nvPr/>
          </p:nvSpPr>
          <p:spPr>
            <a:xfrm flipH="1">
              <a:off x="1855078" y="2179481"/>
              <a:ext cx="325054" cy="260185"/>
            </a:xfrm>
            <a:custGeom>
              <a:avLst/>
              <a:gdLst/>
              <a:ahLst/>
              <a:cxnLst/>
              <a:rect l="l" t="t" r="r" b="b"/>
              <a:pathLst>
                <a:path w="15564" h="12458" extrusionOk="0">
                  <a:moveTo>
                    <a:pt x="14409" y="1"/>
                  </a:moveTo>
                  <a:cubicBezTo>
                    <a:pt x="12731" y="1"/>
                    <a:pt x="6076" y="5413"/>
                    <a:pt x="4135" y="7101"/>
                  </a:cubicBezTo>
                  <a:cubicBezTo>
                    <a:pt x="2037" y="8925"/>
                    <a:pt x="1" y="11023"/>
                    <a:pt x="974" y="12117"/>
                  </a:cubicBezTo>
                  <a:cubicBezTo>
                    <a:pt x="1190" y="12353"/>
                    <a:pt x="1468" y="12458"/>
                    <a:pt x="1792" y="12458"/>
                  </a:cubicBezTo>
                  <a:cubicBezTo>
                    <a:pt x="2965" y="12458"/>
                    <a:pt x="4740" y="11084"/>
                    <a:pt x="6384" y="9655"/>
                  </a:cubicBezTo>
                  <a:cubicBezTo>
                    <a:pt x="8421" y="7801"/>
                    <a:pt x="15564" y="1083"/>
                    <a:pt x="14712" y="110"/>
                  </a:cubicBezTo>
                  <a:cubicBezTo>
                    <a:pt x="14647" y="36"/>
                    <a:pt x="14544" y="1"/>
                    <a:pt x="1440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73"/>
            <p:cNvSpPr/>
            <p:nvPr/>
          </p:nvSpPr>
          <p:spPr>
            <a:xfrm flipH="1">
              <a:off x="1770014" y="2177977"/>
              <a:ext cx="145380" cy="78590"/>
            </a:xfrm>
            <a:custGeom>
              <a:avLst/>
              <a:gdLst/>
              <a:ahLst/>
              <a:cxnLst/>
              <a:rect l="l" t="t" r="r" b="b"/>
              <a:pathLst>
                <a:path w="6961" h="3763" extrusionOk="0">
                  <a:moveTo>
                    <a:pt x="2723" y="1"/>
                  </a:moveTo>
                  <a:cubicBezTo>
                    <a:pt x="1540" y="1"/>
                    <a:pt x="1" y="246"/>
                    <a:pt x="91" y="1398"/>
                  </a:cubicBezTo>
                  <a:cubicBezTo>
                    <a:pt x="152" y="2371"/>
                    <a:pt x="577" y="2797"/>
                    <a:pt x="1429" y="3283"/>
                  </a:cubicBezTo>
                  <a:cubicBezTo>
                    <a:pt x="1937" y="3555"/>
                    <a:pt x="2953" y="3762"/>
                    <a:pt x="3717" y="3762"/>
                  </a:cubicBezTo>
                  <a:cubicBezTo>
                    <a:pt x="4232" y="3762"/>
                    <a:pt x="4632" y="3668"/>
                    <a:pt x="4681" y="3435"/>
                  </a:cubicBezTo>
                  <a:cubicBezTo>
                    <a:pt x="4802" y="2888"/>
                    <a:pt x="3131" y="2462"/>
                    <a:pt x="3252" y="2341"/>
                  </a:cubicBezTo>
                  <a:cubicBezTo>
                    <a:pt x="3272" y="2321"/>
                    <a:pt x="3350" y="2313"/>
                    <a:pt x="3469" y="2313"/>
                  </a:cubicBezTo>
                  <a:cubicBezTo>
                    <a:pt x="3915" y="2313"/>
                    <a:pt x="4945" y="2422"/>
                    <a:pt x="5767" y="2422"/>
                  </a:cubicBezTo>
                  <a:cubicBezTo>
                    <a:pt x="6399" y="2422"/>
                    <a:pt x="6907" y="2357"/>
                    <a:pt x="6930" y="2128"/>
                  </a:cubicBezTo>
                  <a:cubicBezTo>
                    <a:pt x="6961" y="1520"/>
                    <a:pt x="5289" y="213"/>
                    <a:pt x="3739" y="61"/>
                  </a:cubicBezTo>
                  <a:cubicBezTo>
                    <a:pt x="3497" y="30"/>
                    <a:pt x="3131" y="1"/>
                    <a:pt x="272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73"/>
            <p:cNvSpPr/>
            <p:nvPr/>
          </p:nvSpPr>
          <p:spPr>
            <a:xfrm flipH="1">
              <a:off x="1908398" y="2048490"/>
              <a:ext cx="397421" cy="407070"/>
            </a:xfrm>
            <a:custGeom>
              <a:avLst/>
              <a:gdLst/>
              <a:ahLst/>
              <a:cxnLst/>
              <a:rect l="l" t="t" r="r" b="b"/>
              <a:pathLst>
                <a:path w="19029" h="19491" extrusionOk="0">
                  <a:moveTo>
                    <a:pt x="2895" y="1"/>
                  </a:moveTo>
                  <a:cubicBezTo>
                    <a:pt x="2627" y="1"/>
                    <a:pt x="2351" y="48"/>
                    <a:pt x="2067" y="151"/>
                  </a:cubicBezTo>
                  <a:cubicBezTo>
                    <a:pt x="1" y="911"/>
                    <a:pt x="1125" y="4863"/>
                    <a:pt x="2067" y="7781"/>
                  </a:cubicBezTo>
                  <a:cubicBezTo>
                    <a:pt x="3010" y="10699"/>
                    <a:pt x="4682" y="15866"/>
                    <a:pt x="5654" y="17659"/>
                  </a:cubicBezTo>
                  <a:cubicBezTo>
                    <a:pt x="6273" y="18766"/>
                    <a:pt x="7135" y="19490"/>
                    <a:pt x="8154" y="19490"/>
                  </a:cubicBezTo>
                  <a:cubicBezTo>
                    <a:pt x="8787" y="19490"/>
                    <a:pt x="9480" y="19211"/>
                    <a:pt x="10214" y="18571"/>
                  </a:cubicBezTo>
                  <a:cubicBezTo>
                    <a:pt x="12159" y="16899"/>
                    <a:pt x="19028" y="10212"/>
                    <a:pt x="19028" y="10212"/>
                  </a:cubicBezTo>
                  <a:lnTo>
                    <a:pt x="16870" y="7781"/>
                  </a:lnTo>
                  <a:lnTo>
                    <a:pt x="8937" y="13647"/>
                  </a:lnTo>
                  <a:cubicBezTo>
                    <a:pt x="8937" y="13647"/>
                    <a:pt x="6992" y="5075"/>
                    <a:pt x="6505" y="3495"/>
                  </a:cubicBezTo>
                  <a:cubicBezTo>
                    <a:pt x="6056" y="2069"/>
                    <a:pt x="4667" y="1"/>
                    <a:pt x="289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73"/>
            <p:cNvSpPr/>
            <p:nvPr/>
          </p:nvSpPr>
          <p:spPr>
            <a:xfrm flipH="1">
              <a:off x="1729393" y="2226221"/>
              <a:ext cx="308534" cy="165075"/>
            </a:xfrm>
            <a:custGeom>
              <a:avLst/>
              <a:gdLst/>
              <a:ahLst/>
              <a:cxnLst/>
              <a:rect l="l" t="t" r="r" b="b"/>
              <a:pathLst>
                <a:path w="14773" h="7904" extrusionOk="0">
                  <a:moveTo>
                    <a:pt x="1" y="0"/>
                  </a:moveTo>
                  <a:lnTo>
                    <a:pt x="1" y="7903"/>
                  </a:lnTo>
                  <a:lnTo>
                    <a:pt x="14773" y="7903"/>
                  </a:lnTo>
                  <a:lnTo>
                    <a:pt x="14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73"/>
            <p:cNvSpPr/>
            <p:nvPr/>
          </p:nvSpPr>
          <p:spPr>
            <a:xfrm flipH="1">
              <a:off x="1728119" y="2226221"/>
              <a:ext cx="311709" cy="31745"/>
            </a:xfrm>
            <a:custGeom>
              <a:avLst/>
              <a:gdLst/>
              <a:ahLst/>
              <a:cxnLst/>
              <a:rect l="l" t="t" r="r" b="b"/>
              <a:pathLst>
                <a:path w="14925" h="1520" extrusionOk="0">
                  <a:moveTo>
                    <a:pt x="0" y="0"/>
                  </a:moveTo>
                  <a:lnTo>
                    <a:pt x="0" y="1520"/>
                  </a:lnTo>
                  <a:lnTo>
                    <a:pt x="14925" y="1520"/>
                  </a:lnTo>
                  <a:lnTo>
                    <a:pt x="149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73"/>
            <p:cNvSpPr/>
            <p:nvPr/>
          </p:nvSpPr>
          <p:spPr>
            <a:xfrm flipH="1">
              <a:off x="2190262" y="3279368"/>
              <a:ext cx="128881" cy="375199"/>
            </a:xfrm>
            <a:custGeom>
              <a:avLst/>
              <a:gdLst/>
              <a:ahLst/>
              <a:cxnLst/>
              <a:rect l="l" t="t" r="r" b="b"/>
              <a:pathLst>
                <a:path w="6171" h="17965" extrusionOk="0">
                  <a:moveTo>
                    <a:pt x="1453" y="0"/>
                  </a:moveTo>
                  <a:cubicBezTo>
                    <a:pt x="756" y="0"/>
                    <a:pt x="91" y="15593"/>
                    <a:pt x="91" y="15593"/>
                  </a:cubicBezTo>
                  <a:lnTo>
                    <a:pt x="0" y="17478"/>
                  </a:lnTo>
                  <a:cubicBezTo>
                    <a:pt x="0" y="17721"/>
                    <a:pt x="243" y="17964"/>
                    <a:pt x="487" y="17964"/>
                  </a:cubicBezTo>
                  <a:lnTo>
                    <a:pt x="5502" y="17964"/>
                  </a:lnTo>
                  <a:cubicBezTo>
                    <a:pt x="5958" y="17964"/>
                    <a:pt x="6171" y="17387"/>
                    <a:pt x="5806" y="17113"/>
                  </a:cubicBezTo>
                  <a:cubicBezTo>
                    <a:pt x="5046" y="16566"/>
                    <a:pt x="3982" y="15897"/>
                    <a:pt x="3009" y="15715"/>
                  </a:cubicBezTo>
                  <a:cubicBezTo>
                    <a:pt x="2918" y="15715"/>
                    <a:pt x="2219" y="0"/>
                    <a:pt x="1459" y="0"/>
                  </a:cubicBezTo>
                  <a:cubicBezTo>
                    <a:pt x="1457" y="0"/>
                    <a:pt x="1455" y="0"/>
                    <a:pt x="145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73"/>
            <p:cNvSpPr/>
            <p:nvPr/>
          </p:nvSpPr>
          <p:spPr>
            <a:xfrm flipH="1">
              <a:off x="2449257" y="3277468"/>
              <a:ext cx="96510" cy="388461"/>
            </a:xfrm>
            <a:custGeom>
              <a:avLst/>
              <a:gdLst/>
              <a:ahLst/>
              <a:cxnLst/>
              <a:rect l="l" t="t" r="r" b="b"/>
              <a:pathLst>
                <a:path w="4621" h="18600" extrusionOk="0">
                  <a:moveTo>
                    <a:pt x="1309" y="0"/>
                  </a:moveTo>
                  <a:cubicBezTo>
                    <a:pt x="1308" y="0"/>
                    <a:pt x="1308" y="0"/>
                    <a:pt x="1307" y="0"/>
                  </a:cubicBezTo>
                  <a:cubicBezTo>
                    <a:pt x="547" y="31"/>
                    <a:pt x="0" y="15593"/>
                    <a:pt x="0" y="15593"/>
                  </a:cubicBezTo>
                  <a:lnTo>
                    <a:pt x="0" y="15806"/>
                  </a:lnTo>
                  <a:lnTo>
                    <a:pt x="0" y="17326"/>
                  </a:lnTo>
                  <a:cubicBezTo>
                    <a:pt x="0" y="17478"/>
                    <a:pt x="365" y="18177"/>
                    <a:pt x="699" y="18329"/>
                  </a:cubicBezTo>
                  <a:cubicBezTo>
                    <a:pt x="1161" y="18520"/>
                    <a:pt x="1786" y="18599"/>
                    <a:pt x="2396" y="18599"/>
                  </a:cubicBezTo>
                  <a:cubicBezTo>
                    <a:pt x="3431" y="18599"/>
                    <a:pt x="4422" y="18372"/>
                    <a:pt x="4499" y="18086"/>
                  </a:cubicBezTo>
                  <a:cubicBezTo>
                    <a:pt x="4620" y="17630"/>
                    <a:pt x="3951" y="16687"/>
                    <a:pt x="3374" y="15988"/>
                  </a:cubicBezTo>
                  <a:cubicBezTo>
                    <a:pt x="3040" y="15532"/>
                    <a:pt x="2705" y="15228"/>
                    <a:pt x="2705" y="15228"/>
                  </a:cubicBezTo>
                  <a:cubicBezTo>
                    <a:pt x="2705" y="15228"/>
                    <a:pt x="2038" y="0"/>
                    <a:pt x="13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73"/>
            <p:cNvSpPr/>
            <p:nvPr/>
          </p:nvSpPr>
          <p:spPr>
            <a:xfrm flipH="1">
              <a:off x="2220107" y="2568380"/>
              <a:ext cx="142853" cy="533904"/>
            </a:xfrm>
            <a:custGeom>
              <a:avLst/>
              <a:gdLst/>
              <a:ahLst/>
              <a:cxnLst/>
              <a:rect l="l" t="t" r="r" b="b"/>
              <a:pathLst>
                <a:path w="6840" h="25564" extrusionOk="0">
                  <a:moveTo>
                    <a:pt x="3436" y="0"/>
                  </a:moveTo>
                  <a:cubicBezTo>
                    <a:pt x="882" y="0"/>
                    <a:pt x="1" y="3952"/>
                    <a:pt x="123" y="8906"/>
                  </a:cubicBezTo>
                  <a:cubicBezTo>
                    <a:pt x="214" y="13891"/>
                    <a:pt x="1338" y="25563"/>
                    <a:pt x="3436" y="25563"/>
                  </a:cubicBezTo>
                  <a:cubicBezTo>
                    <a:pt x="5533" y="25563"/>
                    <a:pt x="6658" y="13891"/>
                    <a:pt x="6749" y="8906"/>
                  </a:cubicBezTo>
                  <a:cubicBezTo>
                    <a:pt x="6840" y="3952"/>
                    <a:pt x="5989" y="0"/>
                    <a:pt x="3436"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73"/>
            <p:cNvSpPr/>
            <p:nvPr/>
          </p:nvSpPr>
          <p:spPr>
            <a:xfrm flipH="1">
              <a:off x="2242307" y="3039400"/>
              <a:ext cx="98431" cy="579621"/>
            </a:xfrm>
            <a:custGeom>
              <a:avLst/>
              <a:gdLst/>
              <a:ahLst/>
              <a:cxnLst/>
              <a:rect l="l" t="t" r="r" b="b"/>
              <a:pathLst>
                <a:path w="4713" h="27753" extrusionOk="0">
                  <a:moveTo>
                    <a:pt x="2372" y="1"/>
                  </a:moveTo>
                  <a:cubicBezTo>
                    <a:pt x="274" y="1"/>
                    <a:pt x="1" y="3922"/>
                    <a:pt x="1" y="7600"/>
                  </a:cubicBezTo>
                  <a:cubicBezTo>
                    <a:pt x="1" y="11338"/>
                    <a:pt x="518" y="27752"/>
                    <a:pt x="2372" y="27752"/>
                  </a:cubicBezTo>
                  <a:cubicBezTo>
                    <a:pt x="4226" y="27752"/>
                    <a:pt x="4712" y="11278"/>
                    <a:pt x="4712" y="7600"/>
                  </a:cubicBezTo>
                  <a:cubicBezTo>
                    <a:pt x="4712" y="3922"/>
                    <a:pt x="4408" y="1"/>
                    <a:pt x="23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73"/>
            <p:cNvSpPr/>
            <p:nvPr/>
          </p:nvSpPr>
          <p:spPr>
            <a:xfrm flipH="1">
              <a:off x="2367367" y="2570114"/>
              <a:ext cx="157452" cy="532212"/>
            </a:xfrm>
            <a:custGeom>
              <a:avLst/>
              <a:gdLst/>
              <a:ahLst/>
              <a:cxnLst/>
              <a:rect l="l" t="t" r="r" b="b"/>
              <a:pathLst>
                <a:path w="7539" h="25483" extrusionOk="0">
                  <a:moveTo>
                    <a:pt x="4298" y="0"/>
                  </a:moveTo>
                  <a:cubicBezTo>
                    <a:pt x="1881" y="0"/>
                    <a:pt x="720" y="3758"/>
                    <a:pt x="365" y="8611"/>
                  </a:cubicBezTo>
                  <a:cubicBezTo>
                    <a:pt x="0" y="13535"/>
                    <a:pt x="91" y="25298"/>
                    <a:pt x="2189" y="25480"/>
                  </a:cubicBezTo>
                  <a:cubicBezTo>
                    <a:pt x="2205" y="25482"/>
                    <a:pt x="2221" y="25482"/>
                    <a:pt x="2237" y="25482"/>
                  </a:cubicBezTo>
                  <a:cubicBezTo>
                    <a:pt x="4290" y="25482"/>
                    <a:pt x="6478" y="14104"/>
                    <a:pt x="6991" y="9218"/>
                  </a:cubicBezTo>
                  <a:cubicBezTo>
                    <a:pt x="7538" y="4264"/>
                    <a:pt x="7052" y="252"/>
                    <a:pt x="4499" y="9"/>
                  </a:cubicBezTo>
                  <a:cubicBezTo>
                    <a:pt x="4431" y="3"/>
                    <a:pt x="4364" y="0"/>
                    <a:pt x="4298"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73"/>
            <p:cNvSpPr/>
            <p:nvPr/>
          </p:nvSpPr>
          <p:spPr>
            <a:xfrm flipH="1">
              <a:off x="2430210" y="3039922"/>
              <a:ext cx="128255" cy="577199"/>
            </a:xfrm>
            <a:custGeom>
              <a:avLst/>
              <a:gdLst/>
              <a:ahLst/>
              <a:cxnLst/>
              <a:rect l="l" t="t" r="r" b="b"/>
              <a:pathLst>
                <a:path w="6141" h="27637" extrusionOk="0">
                  <a:moveTo>
                    <a:pt x="3904" y="0"/>
                  </a:moveTo>
                  <a:cubicBezTo>
                    <a:pt x="1946" y="0"/>
                    <a:pt x="1300" y="3797"/>
                    <a:pt x="1003" y="7362"/>
                  </a:cubicBezTo>
                  <a:cubicBezTo>
                    <a:pt x="669" y="11040"/>
                    <a:pt x="0" y="27454"/>
                    <a:pt x="1854" y="27636"/>
                  </a:cubicBezTo>
                  <a:cubicBezTo>
                    <a:pt x="1863" y="27637"/>
                    <a:pt x="1871" y="27637"/>
                    <a:pt x="1880" y="27637"/>
                  </a:cubicBezTo>
                  <a:cubicBezTo>
                    <a:pt x="3724" y="27637"/>
                    <a:pt x="5412" y="11449"/>
                    <a:pt x="5714" y="7818"/>
                  </a:cubicBezTo>
                  <a:cubicBezTo>
                    <a:pt x="6079" y="4110"/>
                    <a:pt x="6140" y="219"/>
                    <a:pt x="4043" y="6"/>
                  </a:cubicBezTo>
                  <a:cubicBezTo>
                    <a:pt x="3996" y="2"/>
                    <a:pt x="3950" y="0"/>
                    <a:pt x="390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73"/>
            <p:cNvSpPr/>
            <p:nvPr/>
          </p:nvSpPr>
          <p:spPr>
            <a:xfrm flipH="1">
              <a:off x="2211836" y="2009101"/>
              <a:ext cx="321253" cy="639290"/>
            </a:xfrm>
            <a:custGeom>
              <a:avLst/>
              <a:gdLst/>
              <a:ahLst/>
              <a:cxnLst/>
              <a:rect l="l" t="t" r="r" b="b"/>
              <a:pathLst>
                <a:path w="15382" h="30610" extrusionOk="0">
                  <a:moveTo>
                    <a:pt x="7630" y="1"/>
                  </a:moveTo>
                  <a:lnTo>
                    <a:pt x="3740" y="730"/>
                  </a:lnTo>
                  <a:cubicBezTo>
                    <a:pt x="1551" y="1156"/>
                    <a:pt x="1" y="3132"/>
                    <a:pt x="62" y="5381"/>
                  </a:cubicBezTo>
                  <a:lnTo>
                    <a:pt x="1460" y="21156"/>
                  </a:lnTo>
                  <a:lnTo>
                    <a:pt x="943" y="30609"/>
                  </a:lnTo>
                  <a:lnTo>
                    <a:pt x="14804" y="30609"/>
                  </a:lnTo>
                  <a:lnTo>
                    <a:pt x="15381" y="8329"/>
                  </a:lnTo>
                  <a:lnTo>
                    <a:pt x="14348" y="2068"/>
                  </a:lnTo>
                  <a:lnTo>
                    <a:pt x="7630" y="1"/>
                  </a:ln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73"/>
            <p:cNvSpPr/>
            <p:nvPr/>
          </p:nvSpPr>
          <p:spPr>
            <a:xfrm flipH="1">
              <a:off x="2307698" y="1946905"/>
              <a:ext cx="96510" cy="105386"/>
            </a:xfrm>
            <a:custGeom>
              <a:avLst/>
              <a:gdLst/>
              <a:ahLst/>
              <a:cxnLst/>
              <a:rect l="l" t="t" r="r" b="b"/>
              <a:pathLst>
                <a:path w="4621" h="5046" extrusionOk="0">
                  <a:moveTo>
                    <a:pt x="0" y="0"/>
                  </a:moveTo>
                  <a:lnTo>
                    <a:pt x="0" y="4468"/>
                  </a:lnTo>
                  <a:cubicBezTo>
                    <a:pt x="0" y="4468"/>
                    <a:pt x="973" y="5046"/>
                    <a:pt x="3161" y="5046"/>
                  </a:cubicBezTo>
                  <a:cubicBezTo>
                    <a:pt x="4347" y="5046"/>
                    <a:pt x="4620" y="4468"/>
                    <a:pt x="4620" y="4468"/>
                  </a:cubicBezTo>
                  <a:lnTo>
                    <a:pt x="4620" y="2797"/>
                  </a:lnTo>
                  <a:lnTo>
                    <a:pt x="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73"/>
            <p:cNvSpPr/>
            <p:nvPr/>
          </p:nvSpPr>
          <p:spPr>
            <a:xfrm flipH="1">
              <a:off x="2222007" y="1738682"/>
              <a:ext cx="195546" cy="275369"/>
            </a:xfrm>
            <a:custGeom>
              <a:avLst/>
              <a:gdLst/>
              <a:ahLst/>
              <a:cxnLst/>
              <a:rect l="l" t="t" r="r" b="b"/>
              <a:pathLst>
                <a:path w="9363" h="13185" extrusionOk="0">
                  <a:moveTo>
                    <a:pt x="4895" y="0"/>
                  </a:moveTo>
                  <a:cubicBezTo>
                    <a:pt x="639" y="61"/>
                    <a:pt x="1" y="3769"/>
                    <a:pt x="123" y="6627"/>
                  </a:cubicBezTo>
                  <a:cubicBezTo>
                    <a:pt x="123" y="6779"/>
                    <a:pt x="123" y="6931"/>
                    <a:pt x="153" y="7083"/>
                  </a:cubicBezTo>
                  <a:lnTo>
                    <a:pt x="153" y="7235"/>
                  </a:lnTo>
                  <a:cubicBezTo>
                    <a:pt x="31" y="9879"/>
                    <a:pt x="1764" y="12736"/>
                    <a:pt x="4348" y="13131"/>
                  </a:cubicBezTo>
                  <a:lnTo>
                    <a:pt x="4500" y="13131"/>
                  </a:lnTo>
                  <a:cubicBezTo>
                    <a:pt x="4678" y="13152"/>
                    <a:pt x="5036" y="13184"/>
                    <a:pt x="5457" y="13184"/>
                  </a:cubicBezTo>
                  <a:cubicBezTo>
                    <a:pt x="6253" y="13184"/>
                    <a:pt x="7275" y="13070"/>
                    <a:pt x="7752" y="12554"/>
                  </a:cubicBezTo>
                  <a:cubicBezTo>
                    <a:pt x="8603" y="11611"/>
                    <a:pt x="9363" y="9879"/>
                    <a:pt x="9363" y="8724"/>
                  </a:cubicBezTo>
                  <a:cubicBezTo>
                    <a:pt x="9363" y="7538"/>
                    <a:pt x="9120" y="7265"/>
                    <a:pt x="9120" y="6779"/>
                  </a:cubicBezTo>
                  <a:cubicBezTo>
                    <a:pt x="9120" y="6383"/>
                    <a:pt x="9302" y="5259"/>
                    <a:pt x="9302" y="4712"/>
                  </a:cubicBezTo>
                  <a:cubicBezTo>
                    <a:pt x="9302" y="2371"/>
                    <a:pt x="7721" y="0"/>
                    <a:pt x="489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73"/>
            <p:cNvSpPr/>
            <p:nvPr/>
          </p:nvSpPr>
          <p:spPr>
            <a:xfrm flipH="1">
              <a:off x="2377538" y="1876231"/>
              <a:ext cx="33792" cy="58687"/>
            </a:xfrm>
            <a:custGeom>
              <a:avLst/>
              <a:gdLst/>
              <a:ahLst/>
              <a:cxnLst/>
              <a:rect l="l" t="t" r="r" b="b"/>
              <a:pathLst>
                <a:path w="1618" h="2810" extrusionOk="0">
                  <a:moveTo>
                    <a:pt x="603" y="1"/>
                  </a:moveTo>
                  <a:cubicBezTo>
                    <a:pt x="293" y="1"/>
                    <a:pt x="0" y="159"/>
                    <a:pt x="98" y="922"/>
                  </a:cubicBezTo>
                  <a:cubicBezTo>
                    <a:pt x="310" y="2694"/>
                    <a:pt x="1235" y="2809"/>
                    <a:pt x="1471" y="2809"/>
                  </a:cubicBezTo>
                  <a:cubicBezTo>
                    <a:pt x="1507" y="2809"/>
                    <a:pt x="1527" y="2807"/>
                    <a:pt x="1527" y="2807"/>
                  </a:cubicBezTo>
                  <a:cubicBezTo>
                    <a:pt x="1466" y="2503"/>
                    <a:pt x="1344" y="2138"/>
                    <a:pt x="1253" y="1621"/>
                  </a:cubicBezTo>
                  <a:cubicBezTo>
                    <a:pt x="1618" y="1439"/>
                    <a:pt x="1192" y="1165"/>
                    <a:pt x="1162" y="952"/>
                  </a:cubicBezTo>
                  <a:lnTo>
                    <a:pt x="1162" y="801"/>
                  </a:lnTo>
                  <a:cubicBezTo>
                    <a:pt x="1101" y="557"/>
                    <a:pt x="1071" y="345"/>
                    <a:pt x="1071" y="71"/>
                  </a:cubicBezTo>
                  <a:cubicBezTo>
                    <a:pt x="952" y="49"/>
                    <a:pt x="774" y="1"/>
                    <a:pt x="6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73"/>
            <p:cNvSpPr/>
            <p:nvPr/>
          </p:nvSpPr>
          <p:spPr>
            <a:xfrm flipH="1">
              <a:off x="2385140" y="1887133"/>
              <a:ext cx="20969" cy="33165"/>
            </a:xfrm>
            <a:custGeom>
              <a:avLst/>
              <a:gdLst/>
              <a:ahLst/>
              <a:cxnLst/>
              <a:rect l="l" t="t" r="r" b="b"/>
              <a:pathLst>
                <a:path w="1004" h="1588" extrusionOk="0">
                  <a:moveTo>
                    <a:pt x="383" y="1"/>
                  </a:moveTo>
                  <a:cubicBezTo>
                    <a:pt x="335" y="1"/>
                    <a:pt x="287" y="11"/>
                    <a:pt x="243" y="35"/>
                  </a:cubicBezTo>
                  <a:cubicBezTo>
                    <a:pt x="0" y="187"/>
                    <a:pt x="182" y="856"/>
                    <a:pt x="395" y="1221"/>
                  </a:cubicBezTo>
                  <a:cubicBezTo>
                    <a:pt x="559" y="1487"/>
                    <a:pt x="709" y="1588"/>
                    <a:pt x="818" y="1588"/>
                  </a:cubicBezTo>
                  <a:cubicBezTo>
                    <a:pt x="870" y="1588"/>
                    <a:pt x="913" y="1564"/>
                    <a:pt x="942" y="1525"/>
                  </a:cubicBezTo>
                  <a:cubicBezTo>
                    <a:pt x="973" y="1403"/>
                    <a:pt x="486" y="1190"/>
                    <a:pt x="669" y="1008"/>
                  </a:cubicBezTo>
                  <a:cubicBezTo>
                    <a:pt x="851" y="795"/>
                    <a:pt x="1003" y="765"/>
                    <a:pt x="1003" y="643"/>
                  </a:cubicBezTo>
                  <a:cubicBezTo>
                    <a:pt x="942" y="613"/>
                    <a:pt x="912" y="279"/>
                    <a:pt x="912" y="279"/>
                  </a:cubicBezTo>
                  <a:cubicBezTo>
                    <a:pt x="912" y="279"/>
                    <a:pt x="634" y="1"/>
                    <a:pt x="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73"/>
            <p:cNvSpPr/>
            <p:nvPr/>
          </p:nvSpPr>
          <p:spPr>
            <a:xfrm flipH="1">
              <a:off x="2294374" y="1927211"/>
              <a:ext cx="102232" cy="90432"/>
            </a:xfrm>
            <a:custGeom>
              <a:avLst/>
              <a:gdLst/>
              <a:ahLst/>
              <a:cxnLst/>
              <a:rect l="l" t="t" r="r" b="b"/>
              <a:pathLst>
                <a:path w="4895" h="4330" extrusionOk="0">
                  <a:moveTo>
                    <a:pt x="1" y="1"/>
                  </a:moveTo>
                  <a:lnTo>
                    <a:pt x="1" y="1"/>
                  </a:lnTo>
                  <a:cubicBezTo>
                    <a:pt x="1" y="1"/>
                    <a:pt x="31" y="639"/>
                    <a:pt x="305" y="852"/>
                  </a:cubicBezTo>
                  <a:cubicBezTo>
                    <a:pt x="548" y="1095"/>
                    <a:pt x="700" y="1126"/>
                    <a:pt x="761" y="1277"/>
                  </a:cubicBezTo>
                  <a:cubicBezTo>
                    <a:pt x="791" y="1429"/>
                    <a:pt x="1095" y="3436"/>
                    <a:pt x="2159" y="4013"/>
                  </a:cubicBezTo>
                  <a:cubicBezTo>
                    <a:pt x="2597" y="4256"/>
                    <a:pt x="3122" y="4329"/>
                    <a:pt x="3595" y="4329"/>
                  </a:cubicBezTo>
                  <a:cubicBezTo>
                    <a:pt x="4304" y="4329"/>
                    <a:pt x="4895" y="4165"/>
                    <a:pt x="4895" y="4165"/>
                  </a:cubicBezTo>
                  <a:lnTo>
                    <a:pt x="4895" y="4165"/>
                  </a:lnTo>
                  <a:cubicBezTo>
                    <a:pt x="4851" y="4168"/>
                    <a:pt x="4807" y="4170"/>
                    <a:pt x="4762" y="4170"/>
                  </a:cubicBezTo>
                  <a:cubicBezTo>
                    <a:pt x="3475" y="4170"/>
                    <a:pt x="1869" y="2930"/>
                    <a:pt x="1399" y="2372"/>
                  </a:cubicBezTo>
                  <a:cubicBezTo>
                    <a:pt x="943" y="1825"/>
                    <a:pt x="670" y="335"/>
                    <a:pt x="670" y="335"/>
                  </a:cubicBezTo>
                  <a:cubicBezTo>
                    <a:pt x="670" y="335"/>
                    <a:pt x="662" y="336"/>
                    <a:pt x="649" y="336"/>
                  </a:cubicBezTo>
                  <a:cubicBezTo>
                    <a:pt x="567" y="336"/>
                    <a:pt x="262" y="314"/>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73"/>
            <p:cNvSpPr/>
            <p:nvPr/>
          </p:nvSpPr>
          <p:spPr>
            <a:xfrm flipH="1">
              <a:off x="2180738" y="3601227"/>
              <a:ext cx="138405" cy="53967"/>
            </a:xfrm>
            <a:custGeom>
              <a:avLst/>
              <a:gdLst/>
              <a:ahLst/>
              <a:cxnLst/>
              <a:rect l="l" t="t" r="r" b="b"/>
              <a:pathLst>
                <a:path w="6627" h="2584" extrusionOk="0">
                  <a:moveTo>
                    <a:pt x="3161" y="0"/>
                  </a:moveTo>
                  <a:cubicBezTo>
                    <a:pt x="2918" y="182"/>
                    <a:pt x="2584" y="851"/>
                    <a:pt x="2158" y="912"/>
                  </a:cubicBezTo>
                  <a:cubicBezTo>
                    <a:pt x="2145" y="913"/>
                    <a:pt x="2129" y="914"/>
                    <a:pt x="2112" y="914"/>
                  </a:cubicBezTo>
                  <a:cubicBezTo>
                    <a:pt x="1663" y="914"/>
                    <a:pt x="0" y="547"/>
                    <a:pt x="0" y="547"/>
                  </a:cubicBezTo>
                  <a:lnTo>
                    <a:pt x="0" y="2280"/>
                  </a:lnTo>
                  <a:cubicBezTo>
                    <a:pt x="0" y="2462"/>
                    <a:pt x="152" y="2584"/>
                    <a:pt x="304" y="2584"/>
                  </a:cubicBezTo>
                  <a:lnTo>
                    <a:pt x="5927" y="2584"/>
                  </a:lnTo>
                  <a:cubicBezTo>
                    <a:pt x="6414" y="2584"/>
                    <a:pt x="6627" y="1976"/>
                    <a:pt x="6231" y="1672"/>
                  </a:cubicBezTo>
                  <a:cubicBezTo>
                    <a:pt x="5411" y="1064"/>
                    <a:pt x="4104" y="456"/>
                    <a:pt x="31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73"/>
            <p:cNvSpPr/>
            <p:nvPr/>
          </p:nvSpPr>
          <p:spPr>
            <a:xfrm flipH="1">
              <a:off x="2449257" y="3607555"/>
              <a:ext cx="96510" cy="58374"/>
            </a:xfrm>
            <a:custGeom>
              <a:avLst/>
              <a:gdLst/>
              <a:ahLst/>
              <a:cxnLst/>
              <a:rect l="l" t="t" r="r" b="b"/>
              <a:pathLst>
                <a:path w="4621" h="2795" extrusionOk="0">
                  <a:moveTo>
                    <a:pt x="0" y="1"/>
                  </a:moveTo>
                  <a:lnTo>
                    <a:pt x="0" y="1521"/>
                  </a:lnTo>
                  <a:cubicBezTo>
                    <a:pt x="0" y="1673"/>
                    <a:pt x="365" y="2372"/>
                    <a:pt x="699" y="2524"/>
                  </a:cubicBezTo>
                  <a:cubicBezTo>
                    <a:pt x="1161" y="2715"/>
                    <a:pt x="1786" y="2794"/>
                    <a:pt x="2396" y="2794"/>
                  </a:cubicBezTo>
                  <a:cubicBezTo>
                    <a:pt x="3431" y="2794"/>
                    <a:pt x="4422" y="2567"/>
                    <a:pt x="4499" y="2281"/>
                  </a:cubicBezTo>
                  <a:cubicBezTo>
                    <a:pt x="4620" y="1825"/>
                    <a:pt x="3951" y="882"/>
                    <a:pt x="3374" y="183"/>
                  </a:cubicBezTo>
                  <a:cubicBezTo>
                    <a:pt x="3262" y="96"/>
                    <a:pt x="2971" y="65"/>
                    <a:pt x="2652" y="65"/>
                  </a:cubicBezTo>
                  <a:cubicBezTo>
                    <a:pt x="2193" y="65"/>
                    <a:pt x="1676" y="130"/>
                    <a:pt x="1550" y="183"/>
                  </a:cubicBezTo>
                  <a:cubicBezTo>
                    <a:pt x="1307" y="305"/>
                    <a:pt x="790" y="609"/>
                    <a:pt x="669" y="609"/>
                  </a:cubicBezTo>
                  <a:cubicBezTo>
                    <a:pt x="608" y="609"/>
                    <a:pt x="0" y="1"/>
                    <a:pt x="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73"/>
            <p:cNvSpPr/>
            <p:nvPr/>
          </p:nvSpPr>
          <p:spPr>
            <a:xfrm flipH="1">
              <a:off x="2367367" y="2703590"/>
              <a:ext cx="189845" cy="877337"/>
            </a:xfrm>
            <a:custGeom>
              <a:avLst/>
              <a:gdLst/>
              <a:ahLst/>
              <a:cxnLst/>
              <a:rect l="l" t="t" r="r" b="b"/>
              <a:pathLst>
                <a:path w="9090" h="42008" extrusionOk="0">
                  <a:moveTo>
                    <a:pt x="9089" y="1"/>
                  </a:moveTo>
                  <a:lnTo>
                    <a:pt x="9089" y="1065"/>
                  </a:lnTo>
                  <a:lnTo>
                    <a:pt x="3952" y="42007"/>
                  </a:lnTo>
                  <a:lnTo>
                    <a:pt x="1" y="42007"/>
                  </a:lnTo>
                  <a:lnTo>
                    <a:pt x="173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73"/>
            <p:cNvSpPr/>
            <p:nvPr/>
          </p:nvSpPr>
          <p:spPr>
            <a:xfrm flipH="1">
              <a:off x="2216932" y="2703590"/>
              <a:ext cx="150456" cy="877337"/>
            </a:xfrm>
            <a:custGeom>
              <a:avLst/>
              <a:gdLst/>
              <a:ahLst/>
              <a:cxnLst/>
              <a:rect l="l" t="t" r="r" b="b"/>
              <a:pathLst>
                <a:path w="7204" h="42008" extrusionOk="0">
                  <a:moveTo>
                    <a:pt x="7204" y="1"/>
                  </a:moveTo>
                  <a:lnTo>
                    <a:pt x="5532" y="42007"/>
                  </a:lnTo>
                  <a:lnTo>
                    <a:pt x="1642" y="42007"/>
                  </a:lnTo>
                  <a:lnTo>
                    <a:pt x="0" y="1065"/>
                  </a:ln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73"/>
            <p:cNvSpPr/>
            <p:nvPr/>
          </p:nvSpPr>
          <p:spPr>
            <a:xfrm flipH="1">
              <a:off x="2307698" y="2042120"/>
              <a:ext cx="21" cy="21"/>
            </a:xfrm>
            <a:custGeom>
              <a:avLst/>
              <a:gdLst/>
              <a:ahLst/>
              <a:cxnLst/>
              <a:rect l="l" t="t" r="r" b="b"/>
              <a:pathLst>
                <a:path w="1" h="1" extrusionOk="0">
                  <a:moveTo>
                    <a:pt x="0" y="0"/>
                  </a:moveTo>
                  <a:close/>
                </a:path>
              </a:pathLst>
            </a:custGeom>
            <a:solidFill>
              <a:srgbClr val="6EBA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73"/>
            <p:cNvSpPr/>
            <p:nvPr/>
          </p:nvSpPr>
          <p:spPr>
            <a:xfrm flipH="1">
              <a:off x="2202312" y="2015450"/>
              <a:ext cx="324428" cy="687534"/>
            </a:xfrm>
            <a:custGeom>
              <a:avLst/>
              <a:gdLst/>
              <a:ahLst/>
              <a:cxnLst/>
              <a:rect l="l" t="t" r="r" b="b"/>
              <a:pathLst>
                <a:path w="15534" h="32920" extrusionOk="0">
                  <a:moveTo>
                    <a:pt x="5107" y="1"/>
                  </a:moveTo>
                  <a:cubicBezTo>
                    <a:pt x="5107" y="1"/>
                    <a:pt x="3527" y="92"/>
                    <a:pt x="2129" y="548"/>
                  </a:cubicBezTo>
                  <a:cubicBezTo>
                    <a:pt x="3892" y="730"/>
                    <a:pt x="4864" y="2372"/>
                    <a:pt x="4256" y="4925"/>
                  </a:cubicBezTo>
                  <a:cubicBezTo>
                    <a:pt x="3557" y="7843"/>
                    <a:pt x="1217" y="13284"/>
                    <a:pt x="1217" y="13284"/>
                  </a:cubicBezTo>
                  <a:cubicBezTo>
                    <a:pt x="1065" y="13284"/>
                    <a:pt x="943" y="13253"/>
                    <a:pt x="791" y="13193"/>
                  </a:cubicBezTo>
                  <a:lnTo>
                    <a:pt x="305" y="14256"/>
                  </a:lnTo>
                  <a:cubicBezTo>
                    <a:pt x="305" y="14256"/>
                    <a:pt x="913" y="18694"/>
                    <a:pt x="791" y="21399"/>
                  </a:cubicBezTo>
                  <a:cubicBezTo>
                    <a:pt x="670" y="24105"/>
                    <a:pt x="1" y="32919"/>
                    <a:pt x="1" y="32919"/>
                  </a:cubicBezTo>
                  <a:lnTo>
                    <a:pt x="15138" y="32919"/>
                  </a:lnTo>
                  <a:cubicBezTo>
                    <a:pt x="15138" y="32919"/>
                    <a:pt x="15411" y="21065"/>
                    <a:pt x="15503" y="13314"/>
                  </a:cubicBezTo>
                  <a:cubicBezTo>
                    <a:pt x="15533" y="10305"/>
                    <a:pt x="15533" y="7873"/>
                    <a:pt x="15503" y="7053"/>
                  </a:cubicBezTo>
                  <a:cubicBezTo>
                    <a:pt x="15351" y="4043"/>
                    <a:pt x="14196" y="1642"/>
                    <a:pt x="14196" y="1642"/>
                  </a:cubicBezTo>
                  <a:lnTo>
                    <a:pt x="10487" y="639"/>
                  </a:lnTo>
                  <a:lnTo>
                    <a:pt x="10487" y="639"/>
                  </a:lnTo>
                  <a:cubicBezTo>
                    <a:pt x="10487" y="639"/>
                    <a:pt x="11502" y="2105"/>
                    <a:pt x="8972" y="2105"/>
                  </a:cubicBezTo>
                  <a:cubicBezTo>
                    <a:pt x="8874" y="2105"/>
                    <a:pt x="8772" y="2103"/>
                    <a:pt x="8664" y="2098"/>
                  </a:cubicBezTo>
                  <a:cubicBezTo>
                    <a:pt x="5776" y="2068"/>
                    <a:pt x="5107" y="1"/>
                    <a:pt x="51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73"/>
            <p:cNvSpPr/>
            <p:nvPr/>
          </p:nvSpPr>
          <p:spPr>
            <a:xfrm flipH="1">
              <a:off x="2392763" y="2026707"/>
              <a:ext cx="189824" cy="297298"/>
            </a:xfrm>
            <a:custGeom>
              <a:avLst/>
              <a:gdLst/>
              <a:ahLst/>
              <a:cxnLst/>
              <a:rect l="l" t="t" r="r" b="b"/>
              <a:pathLst>
                <a:path w="9089" h="14235" extrusionOk="0">
                  <a:moveTo>
                    <a:pt x="5918" y="1"/>
                  </a:moveTo>
                  <a:cubicBezTo>
                    <a:pt x="5349" y="1"/>
                    <a:pt x="4803" y="100"/>
                    <a:pt x="4803" y="100"/>
                  </a:cubicBezTo>
                  <a:cubicBezTo>
                    <a:pt x="4803" y="100"/>
                    <a:pt x="0" y="495"/>
                    <a:pt x="2948" y="13778"/>
                  </a:cubicBezTo>
                  <a:cubicBezTo>
                    <a:pt x="2948" y="13778"/>
                    <a:pt x="5107" y="14234"/>
                    <a:pt x="5259" y="14234"/>
                  </a:cubicBezTo>
                  <a:cubicBezTo>
                    <a:pt x="5410" y="14234"/>
                    <a:pt x="9088" y="11590"/>
                    <a:pt x="9088" y="11590"/>
                  </a:cubicBezTo>
                  <a:cubicBezTo>
                    <a:pt x="9088" y="11590"/>
                    <a:pt x="7477" y="1042"/>
                    <a:pt x="7143" y="404"/>
                  </a:cubicBezTo>
                  <a:cubicBezTo>
                    <a:pt x="6983" y="84"/>
                    <a:pt x="6441" y="1"/>
                    <a:pt x="591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73"/>
            <p:cNvSpPr/>
            <p:nvPr/>
          </p:nvSpPr>
          <p:spPr>
            <a:xfrm flipH="1">
              <a:off x="2213757" y="1727738"/>
              <a:ext cx="219648" cy="225537"/>
            </a:xfrm>
            <a:custGeom>
              <a:avLst/>
              <a:gdLst/>
              <a:ahLst/>
              <a:cxnLst/>
              <a:rect l="l" t="t" r="r" b="b"/>
              <a:pathLst>
                <a:path w="10517" h="10799" extrusionOk="0">
                  <a:moveTo>
                    <a:pt x="5310" y="1"/>
                  </a:moveTo>
                  <a:cubicBezTo>
                    <a:pt x="4711" y="1"/>
                    <a:pt x="4083" y="150"/>
                    <a:pt x="3648" y="646"/>
                  </a:cubicBezTo>
                  <a:cubicBezTo>
                    <a:pt x="3648" y="646"/>
                    <a:pt x="3473" y="614"/>
                    <a:pt x="3254" y="614"/>
                  </a:cubicBezTo>
                  <a:cubicBezTo>
                    <a:pt x="2910" y="614"/>
                    <a:pt x="2457" y="693"/>
                    <a:pt x="2401" y="1102"/>
                  </a:cubicBezTo>
                  <a:cubicBezTo>
                    <a:pt x="2401" y="1102"/>
                    <a:pt x="1277" y="1558"/>
                    <a:pt x="1337" y="2348"/>
                  </a:cubicBezTo>
                  <a:cubicBezTo>
                    <a:pt x="1337" y="2348"/>
                    <a:pt x="608" y="3047"/>
                    <a:pt x="790" y="3777"/>
                  </a:cubicBezTo>
                  <a:cubicBezTo>
                    <a:pt x="790" y="3777"/>
                    <a:pt x="182" y="5479"/>
                    <a:pt x="456" y="6087"/>
                  </a:cubicBezTo>
                  <a:cubicBezTo>
                    <a:pt x="152" y="6755"/>
                    <a:pt x="0" y="7485"/>
                    <a:pt x="486" y="8123"/>
                  </a:cubicBezTo>
                  <a:cubicBezTo>
                    <a:pt x="517" y="8184"/>
                    <a:pt x="578" y="8214"/>
                    <a:pt x="578" y="8275"/>
                  </a:cubicBezTo>
                  <a:cubicBezTo>
                    <a:pt x="578" y="8336"/>
                    <a:pt x="517" y="8366"/>
                    <a:pt x="517" y="8397"/>
                  </a:cubicBezTo>
                  <a:cubicBezTo>
                    <a:pt x="365" y="8731"/>
                    <a:pt x="608" y="9096"/>
                    <a:pt x="760" y="9430"/>
                  </a:cubicBezTo>
                  <a:cubicBezTo>
                    <a:pt x="1003" y="9765"/>
                    <a:pt x="1155" y="10099"/>
                    <a:pt x="1246" y="10494"/>
                  </a:cubicBezTo>
                  <a:cubicBezTo>
                    <a:pt x="1307" y="10616"/>
                    <a:pt x="1337" y="10677"/>
                    <a:pt x="1337" y="10798"/>
                  </a:cubicBezTo>
                  <a:cubicBezTo>
                    <a:pt x="1459" y="10525"/>
                    <a:pt x="1520" y="10251"/>
                    <a:pt x="1611" y="10008"/>
                  </a:cubicBezTo>
                  <a:cubicBezTo>
                    <a:pt x="1611" y="9947"/>
                    <a:pt x="1733" y="9582"/>
                    <a:pt x="1733" y="9582"/>
                  </a:cubicBezTo>
                  <a:cubicBezTo>
                    <a:pt x="1733" y="9582"/>
                    <a:pt x="1641" y="9430"/>
                    <a:pt x="1368" y="9005"/>
                  </a:cubicBezTo>
                  <a:cubicBezTo>
                    <a:pt x="1125" y="8579"/>
                    <a:pt x="942" y="7789"/>
                    <a:pt x="1125" y="7363"/>
                  </a:cubicBezTo>
                  <a:cubicBezTo>
                    <a:pt x="1235" y="7158"/>
                    <a:pt x="1461" y="7109"/>
                    <a:pt x="1652" y="7109"/>
                  </a:cubicBezTo>
                  <a:cubicBezTo>
                    <a:pt x="1829" y="7109"/>
                    <a:pt x="1976" y="7151"/>
                    <a:pt x="1976" y="7151"/>
                  </a:cubicBezTo>
                  <a:cubicBezTo>
                    <a:pt x="1976" y="7151"/>
                    <a:pt x="2432" y="8427"/>
                    <a:pt x="2614" y="8427"/>
                  </a:cubicBezTo>
                  <a:cubicBezTo>
                    <a:pt x="2796" y="8427"/>
                    <a:pt x="2948" y="6573"/>
                    <a:pt x="2948" y="6573"/>
                  </a:cubicBezTo>
                  <a:cubicBezTo>
                    <a:pt x="2959" y="6573"/>
                    <a:pt x="2977" y="6574"/>
                    <a:pt x="3002" y="6574"/>
                  </a:cubicBezTo>
                  <a:cubicBezTo>
                    <a:pt x="3128" y="6574"/>
                    <a:pt x="3420" y="6553"/>
                    <a:pt x="3648" y="6300"/>
                  </a:cubicBezTo>
                  <a:cubicBezTo>
                    <a:pt x="3860" y="6056"/>
                    <a:pt x="3921" y="5631"/>
                    <a:pt x="3708" y="5296"/>
                  </a:cubicBezTo>
                  <a:cubicBezTo>
                    <a:pt x="3800" y="5236"/>
                    <a:pt x="4316" y="5023"/>
                    <a:pt x="4438" y="4445"/>
                  </a:cubicBezTo>
                  <a:cubicBezTo>
                    <a:pt x="4438" y="4445"/>
                    <a:pt x="4620" y="4487"/>
                    <a:pt x="4890" y="4487"/>
                  </a:cubicBezTo>
                  <a:cubicBezTo>
                    <a:pt x="5182" y="4487"/>
                    <a:pt x="5578" y="4438"/>
                    <a:pt x="5958" y="4233"/>
                  </a:cubicBezTo>
                  <a:lnTo>
                    <a:pt x="6687" y="3807"/>
                  </a:lnTo>
                  <a:cubicBezTo>
                    <a:pt x="6687" y="3807"/>
                    <a:pt x="7579" y="4224"/>
                    <a:pt x="8163" y="4224"/>
                  </a:cubicBezTo>
                  <a:cubicBezTo>
                    <a:pt x="8302" y="4224"/>
                    <a:pt x="8423" y="4200"/>
                    <a:pt x="8511" y="4141"/>
                  </a:cubicBezTo>
                  <a:cubicBezTo>
                    <a:pt x="8967" y="3837"/>
                    <a:pt x="9301" y="3807"/>
                    <a:pt x="9301" y="3807"/>
                  </a:cubicBezTo>
                  <a:cubicBezTo>
                    <a:pt x="9301" y="3807"/>
                    <a:pt x="9669" y="4065"/>
                    <a:pt x="9975" y="4065"/>
                  </a:cubicBezTo>
                  <a:cubicBezTo>
                    <a:pt x="10063" y="4065"/>
                    <a:pt x="10145" y="4044"/>
                    <a:pt x="10213" y="3989"/>
                  </a:cubicBezTo>
                  <a:cubicBezTo>
                    <a:pt x="10517" y="3807"/>
                    <a:pt x="10304" y="2743"/>
                    <a:pt x="9696" y="2500"/>
                  </a:cubicBezTo>
                  <a:cubicBezTo>
                    <a:pt x="9696" y="2500"/>
                    <a:pt x="9240" y="433"/>
                    <a:pt x="7052" y="342"/>
                  </a:cubicBezTo>
                  <a:cubicBezTo>
                    <a:pt x="7052" y="342"/>
                    <a:pt x="6215" y="1"/>
                    <a:pt x="53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73"/>
            <p:cNvSpPr/>
            <p:nvPr/>
          </p:nvSpPr>
          <p:spPr>
            <a:xfrm flipH="1">
              <a:off x="2211836" y="1711385"/>
              <a:ext cx="218394" cy="114909"/>
            </a:xfrm>
            <a:custGeom>
              <a:avLst/>
              <a:gdLst/>
              <a:ahLst/>
              <a:cxnLst/>
              <a:rect l="l" t="t" r="r" b="b"/>
              <a:pathLst>
                <a:path w="10457" h="5502" extrusionOk="0">
                  <a:moveTo>
                    <a:pt x="5167" y="0"/>
                  </a:moveTo>
                  <a:cubicBezTo>
                    <a:pt x="0" y="0"/>
                    <a:pt x="182" y="5502"/>
                    <a:pt x="182" y="5502"/>
                  </a:cubicBezTo>
                  <a:lnTo>
                    <a:pt x="10456" y="5320"/>
                  </a:lnTo>
                  <a:cubicBezTo>
                    <a:pt x="10456" y="5320"/>
                    <a:pt x="10304" y="0"/>
                    <a:pt x="516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73"/>
            <p:cNvSpPr/>
            <p:nvPr/>
          </p:nvSpPr>
          <p:spPr>
            <a:xfrm flipH="1">
              <a:off x="2169753" y="1816124"/>
              <a:ext cx="174160" cy="31641"/>
            </a:xfrm>
            <a:custGeom>
              <a:avLst/>
              <a:gdLst/>
              <a:ahLst/>
              <a:cxnLst/>
              <a:rect l="l" t="t" r="r" b="b"/>
              <a:pathLst>
                <a:path w="8339" h="1515" extrusionOk="0">
                  <a:moveTo>
                    <a:pt x="3740" y="1"/>
                  </a:moveTo>
                  <a:cubicBezTo>
                    <a:pt x="1885" y="1"/>
                    <a:pt x="1" y="396"/>
                    <a:pt x="1" y="396"/>
                  </a:cubicBezTo>
                  <a:cubicBezTo>
                    <a:pt x="1" y="396"/>
                    <a:pt x="2037" y="1247"/>
                    <a:pt x="3405" y="1429"/>
                  </a:cubicBezTo>
                  <a:cubicBezTo>
                    <a:pt x="3873" y="1492"/>
                    <a:pt x="4599" y="1515"/>
                    <a:pt x="5351" y="1515"/>
                  </a:cubicBezTo>
                  <a:cubicBezTo>
                    <a:pt x="6798" y="1515"/>
                    <a:pt x="8339" y="1428"/>
                    <a:pt x="8299" y="1368"/>
                  </a:cubicBezTo>
                  <a:cubicBezTo>
                    <a:pt x="8208" y="1247"/>
                    <a:pt x="6323" y="305"/>
                    <a:pt x="6323" y="305"/>
                  </a:cubicBezTo>
                  <a:cubicBezTo>
                    <a:pt x="6323" y="305"/>
                    <a:pt x="5594" y="1"/>
                    <a:pt x="37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73"/>
            <p:cNvSpPr/>
            <p:nvPr/>
          </p:nvSpPr>
          <p:spPr>
            <a:xfrm flipH="1">
              <a:off x="2281675" y="2073489"/>
              <a:ext cx="257115" cy="357029"/>
            </a:xfrm>
            <a:custGeom>
              <a:avLst/>
              <a:gdLst/>
              <a:ahLst/>
              <a:cxnLst/>
              <a:rect l="l" t="t" r="r" b="b"/>
              <a:pathLst>
                <a:path w="12311" h="17095" extrusionOk="0">
                  <a:moveTo>
                    <a:pt x="2366" y="0"/>
                  </a:moveTo>
                  <a:cubicBezTo>
                    <a:pt x="2108" y="0"/>
                    <a:pt x="1856" y="65"/>
                    <a:pt x="1611" y="201"/>
                  </a:cubicBezTo>
                  <a:cubicBezTo>
                    <a:pt x="0" y="1112"/>
                    <a:pt x="912" y="4000"/>
                    <a:pt x="2797" y="7222"/>
                  </a:cubicBezTo>
                  <a:cubicBezTo>
                    <a:pt x="4589" y="10344"/>
                    <a:pt x="9158" y="17095"/>
                    <a:pt x="10752" y="17095"/>
                  </a:cubicBezTo>
                  <a:cubicBezTo>
                    <a:pt x="10834" y="17095"/>
                    <a:pt x="10908" y="17077"/>
                    <a:pt x="10973" y="17040"/>
                  </a:cubicBezTo>
                  <a:cubicBezTo>
                    <a:pt x="12311" y="16310"/>
                    <a:pt x="8785" y="8225"/>
                    <a:pt x="6991" y="4912"/>
                  </a:cubicBezTo>
                  <a:cubicBezTo>
                    <a:pt x="5491" y="2093"/>
                    <a:pt x="3837" y="0"/>
                    <a:pt x="2366" y="0"/>
                  </a:cubicBezTo>
                  <a:close/>
                </a:path>
              </a:pathLst>
            </a:custGeom>
            <a:solidFill>
              <a:srgbClr val="FFC8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73"/>
            <p:cNvSpPr/>
            <p:nvPr/>
          </p:nvSpPr>
          <p:spPr>
            <a:xfrm flipH="1">
              <a:off x="1957916" y="2366422"/>
              <a:ext cx="385997" cy="72095"/>
            </a:xfrm>
            <a:custGeom>
              <a:avLst/>
              <a:gdLst/>
              <a:ahLst/>
              <a:cxnLst/>
              <a:rect l="l" t="t" r="r" b="b"/>
              <a:pathLst>
                <a:path w="18482" h="3452" extrusionOk="0">
                  <a:moveTo>
                    <a:pt x="6524" y="1"/>
                  </a:moveTo>
                  <a:cubicBezTo>
                    <a:pt x="6226" y="1"/>
                    <a:pt x="5964" y="2"/>
                    <a:pt x="5746" y="5"/>
                  </a:cubicBezTo>
                  <a:cubicBezTo>
                    <a:pt x="2980" y="96"/>
                    <a:pt x="1" y="339"/>
                    <a:pt x="62" y="1859"/>
                  </a:cubicBezTo>
                  <a:cubicBezTo>
                    <a:pt x="88" y="3197"/>
                    <a:pt x="2379" y="3451"/>
                    <a:pt x="4835" y="3451"/>
                  </a:cubicBezTo>
                  <a:cubicBezTo>
                    <a:pt x="5168" y="3451"/>
                    <a:pt x="5503" y="3447"/>
                    <a:pt x="5837" y="3439"/>
                  </a:cubicBezTo>
                  <a:cubicBezTo>
                    <a:pt x="8603" y="3379"/>
                    <a:pt x="18481" y="2771"/>
                    <a:pt x="18451" y="1403"/>
                  </a:cubicBezTo>
                  <a:cubicBezTo>
                    <a:pt x="18395" y="199"/>
                    <a:pt x="10009" y="1"/>
                    <a:pt x="652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73"/>
            <p:cNvSpPr/>
            <p:nvPr/>
          </p:nvSpPr>
          <p:spPr>
            <a:xfrm flipH="1">
              <a:off x="2319122" y="2028796"/>
              <a:ext cx="60963" cy="45717"/>
            </a:xfrm>
            <a:custGeom>
              <a:avLst/>
              <a:gdLst/>
              <a:ahLst/>
              <a:cxnLst/>
              <a:rect l="l" t="t" r="r" b="b"/>
              <a:pathLst>
                <a:path w="2919" h="2189" extrusionOk="0">
                  <a:moveTo>
                    <a:pt x="1520" y="0"/>
                  </a:moveTo>
                  <a:lnTo>
                    <a:pt x="669" y="760"/>
                  </a:lnTo>
                  <a:cubicBezTo>
                    <a:pt x="669" y="760"/>
                    <a:pt x="0" y="1429"/>
                    <a:pt x="487" y="1520"/>
                  </a:cubicBezTo>
                  <a:cubicBezTo>
                    <a:pt x="973" y="1611"/>
                    <a:pt x="2918" y="2189"/>
                    <a:pt x="2918" y="2189"/>
                  </a:cubicBezTo>
                  <a:lnTo>
                    <a:pt x="152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73"/>
            <p:cNvSpPr/>
            <p:nvPr/>
          </p:nvSpPr>
          <p:spPr>
            <a:xfrm flipH="1">
              <a:off x="2348320" y="1993876"/>
              <a:ext cx="78110" cy="80637"/>
            </a:xfrm>
            <a:custGeom>
              <a:avLst/>
              <a:gdLst/>
              <a:ahLst/>
              <a:cxnLst/>
              <a:rect l="l" t="t" r="r" b="b"/>
              <a:pathLst>
                <a:path w="3740" h="3861" extrusionOk="0">
                  <a:moveTo>
                    <a:pt x="548" y="0"/>
                  </a:moveTo>
                  <a:lnTo>
                    <a:pt x="0" y="1216"/>
                  </a:lnTo>
                  <a:lnTo>
                    <a:pt x="2584" y="3861"/>
                  </a:lnTo>
                  <a:lnTo>
                    <a:pt x="3739" y="1672"/>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73"/>
            <p:cNvSpPr/>
            <p:nvPr/>
          </p:nvSpPr>
          <p:spPr>
            <a:xfrm flipH="1">
              <a:off x="2404187" y="1993876"/>
              <a:ext cx="10818" cy="6370"/>
            </a:xfrm>
            <a:custGeom>
              <a:avLst/>
              <a:gdLst/>
              <a:ahLst/>
              <a:cxnLst/>
              <a:rect l="l" t="t" r="r" b="b"/>
              <a:pathLst>
                <a:path w="518" h="305" extrusionOk="0">
                  <a:moveTo>
                    <a:pt x="1" y="0"/>
                  </a:moveTo>
                  <a:lnTo>
                    <a:pt x="517" y="304"/>
                  </a:lnTo>
                  <a:lnTo>
                    <a:pt x="517" y="0"/>
                  </a:lnTo>
                  <a:close/>
                </a:path>
              </a:pathLst>
            </a:custGeom>
            <a:solidFill>
              <a:srgbClr val="576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73"/>
            <p:cNvSpPr/>
            <p:nvPr/>
          </p:nvSpPr>
          <p:spPr>
            <a:xfrm flipH="1">
              <a:off x="2278501" y="2023073"/>
              <a:ext cx="25417" cy="33040"/>
            </a:xfrm>
            <a:custGeom>
              <a:avLst/>
              <a:gdLst/>
              <a:ahLst/>
              <a:cxnLst/>
              <a:rect l="l" t="t" r="r" b="b"/>
              <a:pathLst>
                <a:path w="1217" h="1582" extrusionOk="0">
                  <a:moveTo>
                    <a:pt x="457" y="1"/>
                  </a:moveTo>
                  <a:lnTo>
                    <a:pt x="1" y="912"/>
                  </a:lnTo>
                  <a:lnTo>
                    <a:pt x="1217" y="1581"/>
                  </a:lnTo>
                  <a:lnTo>
                    <a:pt x="1217" y="1581"/>
                  </a:lnTo>
                  <a:lnTo>
                    <a:pt x="45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73"/>
            <p:cNvSpPr/>
            <p:nvPr/>
          </p:nvSpPr>
          <p:spPr>
            <a:xfrm flipH="1">
              <a:off x="2295000" y="2017371"/>
              <a:ext cx="24143" cy="57141"/>
            </a:xfrm>
            <a:custGeom>
              <a:avLst/>
              <a:gdLst/>
              <a:ahLst/>
              <a:cxnLst/>
              <a:rect l="l" t="t" r="r" b="b"/>
              <a:pathLst>
                <a:path w="1156" h="2736" extrusionOk="0">
                  <a:moveTo>
                    <a:pt x="547" y="0"/>
                  </a:moveTo>
                  <a:cubicBezTo>
                    <a:pt x="547" y="0"/>
                    <a:pt x="487" y="1033"/>
                    <a:pt x="426" y="1520"/>
                  </a:cubicBezTo>
                  <a:cubicBezTo>
                    <a:pt x="335" y="2006"/>
                    <a:pt x="0" y="2736"/>
                    <a:pt x="0" y="2736"/>
                  </a:cubicBezTo>
                  <a:cubicBezTo>
                    <a:pt x="0" y="2736"/>
                    <a:pt x="608" y="1915"/>
                    <a:pt x="791" y="1398"/>
                  </a:cubicBezTo>
                  <a:cubicBezTo>
                    <a:pt x="1003" y="942"/>
                    <a:pt x="1155" y="243"/>
                    <a:pt x="1155" y="243"/>
                  </a:cubicBezTo>
                  <a:lnTo>
                    <a:pt x="547" y="0"/>
                  </a:lnTo>
                  <a:close/>
                </a:path>
              </a:pathLst>
            </a:custGeom>
            <a:solidFill>
              <a:srgbClr val="576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73"/>
            <p:cNvSpPr/>
            <p:nvPr/>
          </p:nvSpPr>
          <p:spPr>
            <a:xfrm flipH="1">
              <a:off x="2294374" y="2023700"/>
              <a:ext cx="54614" cy="61611"/>
            </a:xfrm>
            <a:custGeom>
              <a:avLst/>
              <a:gdLst/>
              <a:ahLst/>
              <a:cxnLst/>
              <a:rect l="l" t="t" r="r" b="b"/>
              <a:pathLst>
                <a:path w="2615" h="2950" extrusionOk="0">
                  <a:moveTo>
                    <a:pt x="2615" y="1"/>
                  </a:moveTo>
                  <a:cubicBezTo>
                    <a:pt x="2615" y="1"/>
                    <a:pt x="2584" y="31"/>
                    <a:pt x="2493" y="183"/>
                  </a:cubicBezTo>
                  <a:cubicBezTo>
                    <a:pt x="2463" y="335"/>
                    <a:pt x="2341" y="548"/>
                    <a:pt x="2280" y="791"/>
                  </a:cubicBezTo>
                  <a:cubicBezTo>
                    <a:pt x="2189" y="1065"/>
                    <a:pt x="2037" y="1338"/>
                    <a:pt x="1885" y="1642"/>
                  </a:cubicBezTo>
                  <a:cubicBezTo>
                    <a:pt x="1764" y="1855"/>
                    <a:pt x="1612" y="2098"/>
                    <a:pt x="1460" y="2341"/>
                  </a:cubicBezTo>
                  <a:cubicBezTo>
                    <a:pt x="1368" y="2159"/>
                    <a:pt x="1217" y="1946"/>
                    <a:pt x="1034" y="1764"/>
                  </a:cubicBezTo>
                  <a:cubicBezTo>
                    <a:pt x="913" y="1521"/>
                    <a:pt x="669" y="1217"/>
                    <a:pt x="517" y="1004"/>
                  </a:cubicBezTo>
                  <a:cubicBezTo>
                    <a:pt x="365" y="761"/>
                    <a:pt x="213" y="609"/>
                    <a:pt x="153" y="457"/>
                  </a:cubicBezTo>
                  <a:cubicBezTo>
                    <a:pt x="31" y="335"/>
                    <a:pt x="1" y="275"/>
                    <a:pt x="1" y="275"/>
                  </a:cubicBezTo>
                  <a:lnTo>
                    <a:pt x="1" y="275"/>
                  </a:lnTo>
                  <a:lnTo>
                    <a:pt x="92" y="487"/>
                  </a:lnTo>
                  <a:cubicBezTo>
                    <a:pt x="183" y="639"/>
                    <a:pt x="244" y="822"/>
                    <a:pt x="396" y="1065"/>
                  </a:cubicBezTo>
                  <a:cubicBezTo>
                    <a:pt x="517" y="1278"/>
                    <a:pt x="700" y="1642"/>
                    <a:pt x="852" y="1855"/>
                  </a:cubicBezTo>
                  <a:cubicBezTo>
                    <a:pt x="1065" y="2159"/>
                    <a:pt x="1217" y="2433"/>
                    <a:pt x="1399" y="2737"/>
                  </a:cubicBezTo>
                  <a:lnTo>
                    <a:pt x="1520" y="2949"/>
                  </a:lnTo>
                  <a:lnTo>
                    <a:pt x="1672" y="2737"/>
                  </a:lnTo>
                  <a:lnTo>
                    <a:pt x="1703" y="2706"/>
                  </a:lnTo>
                  <a:cubicBezTo>
                    <a:pt x="1885" y="2402"/>
                    <a:pt x="2037" y="2068"/>
                    <a:pt x="2189" y="1764"/>
                  </a:cubicBezTo>
                  <a:cubicBezTo>
                    <a:pt x="2341" y="1430"/>
                    <a:pt x="2432" y="1156"/>
                    <a:pt x="2463" y="882"/>
                  </a:cubicBezTo>
                  <a:cubicBezTo>
                    <a:pt x="2493" y="609"/>
                    <a:pt x="2524" y="366"/>
                    <a:pt x="2584" y="244"/>
                  </a:cubicBezTo>
                  <a:cubicBezTo>
                    <a:pt x="2615" y="62"/>
                    <a:pt x="2615" y="1"/>
                    <a:pt x="261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73"/>
            <p:cNvSpPr/>
            <p:nvPr/>
          </p:nvSpPr>
          <p:spPr>
            <a:xfrm flipH="1">
              <a:off x="2213110" y="2179230"/>
              <a:ext cx="33040" cy="15267"/>
            </a:xfrm>
            <a:custGeom>
              <a:avLst/>
              <a:gdLst/>
              <a:ahLst/>
              <a:cxnLst/>
              <a:rect l="l" t="t" r="r" b="b"/>
              <a:pathLst>
                <a:path w="1582" h="731" extrusionOk="0">
                  <a:moveTo>
                    <a:pt x="1" y="1"/>
                  </a:moveTo>
                  <a:lnTo>
                    <a:pt x="1" y="730"/>
                  </a:lnTo>
                  <a:lnTo>
                    <a:pt x="1581" y="730"/>
                  </a:lnTo>
                  <a:lnTo>
                    <a:pt x="158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73"/>
            <p:cNvSpPr/>
            <p:nvPr/>
          </p:nvSpPr>
          <p:spPr>
            <a:xfrm flipH="1">
              <a:off x="2029656" y="2048302"/>
              <a:ext cx="537079" cy="402767"/>
            </a:xfrm>
            <a:custGeom>
              <a:avLst/>
              <a:gdLst/>
              <a:ahLst/>
              <a:cxnLst/>
              <a:rect l="l" t="t" r="r" b="b"/>
              <a:pathLst>
                <a:path w="25716" h="19285" extrusionOk="0">
                  <a:moveTo>
                    <a:pt x="3879" y="0"/>
                  </a:moveTo>
                  <a:cubicBezTo>
                    <a:pt x="3243" y="0"/>
                    <a:pt x="2591" y="258"/>
                    <a:pt x="2007" y="951"/>
                  </a:cubicBezTo>
                  <a:cubicBezTo>
                    <a:pt x="1" y="3322"/>
                    <a:pt x="4044" y="10282"/>
                    <a:pt x="5655" y="12501"/>
                  </a:cubicBezTo>
                  <a:cubicBezTo>
                    <a:pt x="7326" y="14750"/>
                    <a:pt x="9910" y="19158"/>
                    <a:pt x="12342" y="19279"/>
                  </a:cubicBezTo>
                  <a:cubicBezTo>
                    <a:pt x="12442" y="19283"/>
                    <a:pt x="12556" y="19285"/>
                    <a:pt x="12683" y="19285"/>
                  </a:cubicBezTo>
                  <a:cubicBezTo>
                    <a:pt x="15654" y="19285"/>
                    <a:pt x="25716" y="18307"/>
                    <a:pt x="25716" y="18307"/>
                  </a:cubicBezTo>
                  <a:lnTo>
                    <a:pt x="25716" y="15419"/>
                  </a:lnTo>
                  <a:cubicBezTo>
                    <a:pt x="25716" y="15419"/>
                    <a:pt x="22767" y="15115"/>
                    <a:pt x="19880" y="14963"/>
                  </a:cubicBezTo>
                  <a:cubicBezTo>
                    <a:pt x="17023" y="14872"/>
                    <a:pt x="12585" y="14750"/>
                    <a:pt x="12585" y="14750"/>
                  </a:cubicBezTo>
                  <a:cubicBezTo>
                    <a:pt x="12585" y="14750"/>
                    <a:pt x="7600" y="2744"/>
                    <a:pt x="6901" y="1741"/>
                  </a:cubicBezTo>
                  <a:cubicBezTo>
                    <a:pt x="6450" y="1106"/>
                    <a:pt x="5197" y="0"/>
                    <a:pt x="387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73"/>
            <p:cNvSpPr/>
            <p:nvPr/>
          </p:nvSpPr>
          <p:spPr>
            <a:xfrm flipH="1">
              <a:off x="2237232" y="1756455"/>
              <a:ext cx="40016" cy="44464"/>
            </a:xfrm>
            <a:custGeom>
              <a:avLst/>
              <a:gdLst/>
              <a:ahLst/>
              <a:cxnLst/>
              <a:rect l="l" t="t" r="r" b="b"/>
              <a:pathLst>
                <a:path w="1916" h="2129" extrusionOk="0">
                  <a:moveTo>
                    <a:pt x="973" y="365"/>
                  </a:moveTo>
                  <a:cubicBezTo>
                    <a:pt x="1307" y="365"/>
                    <a:pt x="1520" y="669"/>
                    <a:pt x="1520" y="1064"/>
                  </a:cubicBezTo>
                  <a:cubicBezTo>
                    <a:pt x="1520" y="1429"/>
                    <a:pt x="1277" y="1733"/>
                    <a:pt x="973" y="1733"/>
                  </a:cubicBezTo>
                  <a:cubicBezTo>
                    <a:pt x="669" y="1733"/>
                    <a:pt x="396" y="1429"/>
                    <a:pt x="396" y="1064"/>
                  </a:cubicBezTo>
                  <a:cubicBezTo>
                    <a:pt x="396" y="669"/>
                    <a:pt x="669" y="365"/>
                    <a:pt x="973" y="365"/>
                  </a:cubicBezTo>
                  <a:close/>
                  <a:moveTo>
                    <a:pt x="973" y="0"/>
                  </a:moveTo>
                  <a:cubicBezTo>
                    <a:pt x="426" y="0"/>
                    <a:pt x="0" y="487"/>
                    <a:pt x="0" y="1064"/>
                  </a:cubicBezTo>
                  <a:cubicBezTo>
                    <a:pt x="0" y="1642"/>
                    <a:pt x="426" y="2128"/>
                    <a:pt x="973" y="2128"/>
                  </a:cubicBezTo>
                  <a:cubicBezTo>
                    <a:pt x="1490" y="2128"/>
                    <a:pt x="1915" y="1642"/>
                    <a:pt x="1915" y="1064"/>
                  </a:cubicBezTo>
                  <a:cubicBezTo>
                    <a:pt x="1915" y="487"/>
                    <a:pt x="1490" y="0"/>
                    <a:pt x="9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1795"/>
                                        </p:tgtEl>
                                        <p:attrNameLst>
                                          <p:attrName>style.visibility</p:attrName>
                                        </p:attrNameLst>
                                      </p:cBhvr>
                                      <p:to>
                                        <p:strVal val="visible"/>
                                      </p:to>
                                    </p:set>
                                    <p:anim calcmode="lin" valueType="num">
                                      <p:cBhvr additive="base">
                                        <p:cTn id="7" dur="1000"/>
                                        <p:tgtEl>
                                          <p:spTgt spid="1795"/>
                                        </p:tgtEl>
                                        <p:attrNameLst>
                                          <p:attrName>ppt_y</p:attrName>
                                        </p:attrNameLst>
                                      </p:cBhvr>
                                      <p:tavLst>
                                        <p:tav tm="0">
                                          <p:val>
                                            <p:strVal val="#ppt_y-1"/>
                                          </p:val>
                                        </p:tav>
                                        <p:tav tm="100000">
                                          <p:val>
                                            <p:strVal val="#ppt_y"/>
                                          </p:val>
                                        </p:tav>
                                      </p:tavLst>
                                    </p:anim>
                                  </p:childTnLst>
                                </p:cTn>
                              </p:par>
                              <p:par>
                                <p:cTn id="8" presetID="2" presetClass="entr" presetSubtype="8" fill="hold" nodeType="withEffect">
                                  <p:stCondLst>
                                    <p:cond delay="0"/>
                                  </p:stCondLst>
                                  <p:childTnLst>
                                    <p:set>
                                      <p:cBhvr>
                                        <p:cTn id="9" dur="1" fill="hold">
                                          <p:stCondLst>
                                            <p:cond delay="0"/>
                                          </p:stCondLst>
                                        </p:cTn>
                                        <p:tgtEl>
                                          <p:spTgt spid="1756"/>
                                        </p:tgtEl>
                                        <p:attrNameLst>
                                          <p:attrName>style.visibility</p:attrName>
                                        </p:attrNameLst>
                                      </p:cBhvr>
                                      <p:to>
                                        <p:strVal val="visible"/>
                                      </p:to>
                                    </p:set>
                                    <p:anim calcmode="lin" valueType="num">
                                      <p:cBhvr additive="base">
                                        <p:cTn id="10" dur="1000"/>
                                        <p:tgtEl>
                                          <p:spTgt spid="175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67"/>
        <p:cNvGrpSpPr/>
        <p:nvPr/>
      </p:nvGrpSpPr>
      <p:grpSpPr>
        <a:xfrm>
          <a:off x="0" y="0"/>
          <a:ext cx="0" cy="0"/>
          <a:chOff x="0" y="0"/>
          <a:chExt cx="0" cy="0"/>
        </a:xfrm>
      </p:grpSpPr>
      <p:sp>
        <p:nvSpPr>
          <p:cNvPr id="1868" name="Google Shape;1868;p74"/>
          <p:cNvSpPr/>
          <p:nvPr/>
        </p:nvSpPr>
        <p:spPr>
          <a:xfrm>
            <a:off x="4854226" y="956850"/>
            <a:ext cx="5309093" cy="461443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74"/>
          <p:cNvSpPr txBox="1">
            <a:spLocks noGrp="1"/>
          </p:cNvSpPr>
          <p:nvPr>
            <p:ph type="title"/>
          </p:nvPr>
        </p:nvSpPr>
        <p:spPr>
          <a:xfrm>
            <a:off x="5108600" y="1906375"/>
            <a:ext cx="3135000" cy="23943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A Picture Is Worth a Thousand Words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73"/>
        <p:cNvGrpSpPr/>
        <p:nvPr/>
      </p:nvGrpSpPr>
      <p:grpSpPr>
        <a:xfrm>
          <a:off x="0" y="0"/>
          <a:ext cx="0" cy="0"/>
          <a:chOff x="0" y="0"/>
          <a:chExt cx="0" cy="0"/>
        </a:xfrm>
      </p:grpSpPr>
      <p:sp>
        <p:nvSpPr>
          <p:cNvPr id="1874" name="Google Shape;1874;p75"/>
          <p:cNvSpPr/>
          <p:nvPr/>
        </p:nvSpPr>
        <p:spPr>
          <a:xfrm>
            <a:off x="902176" y="2339925"/>
            <a:ext cx="5309093" cy="461443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75"/>
          <p:cNvSpPr txBox="1">
            <a:spLocks noGrp="1"/>
          </p:cNvSpPr>
          <p:nvPr>
            <p:ph type="title"/>
          </p:nvPr>
        </p:nvSpPr>
        <p:spPr>
          <a:xfrm>
            <a:off x="1871700" y="3005750"/>
            <a:ext cx="3135000" cy="2027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 Picture Is Worth a Thousand Words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9"/>
        <p:cNvGrpSpPr/>
        <p:nvPr/>
      </p:nvGrpSpPr>
      <p:grpSpPr>
        <a:xfrm>
          <a:off x="0" y="0"/>
          <a:ext cx="0" cy="0"/>
          <a:chOff x="0" y="0"/>
          <a:chExt cx="0" cy="0"/>
        </a:xfrm>
      </p:grpSpPr>
      <p:sp>
        <p:nvSpPr>
          <p:cNvPr id="1880" name="Google Shape;1880;p76"/>
          <p:cNvSpPr txBox="1">
            <a:spLocks noGrp="1"/>
          </p:cNvSpPr>
          <p:nvPr>
            <p:ph type="title"/>
          </p:nvPr>
        </p:nvSpPr>
        <p:spPr>
          <a:xfrm>
            <a:off x="713225" y="1374600"/>
            <a:ext cx="4450800" cy="239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AWESOME WORDS</a:t>
            </a:r>
            <a:endParaRPr/>
          </a:p>
        </p:txBody>
      </p:sp>
      <p:grpSp>
        <p:nvGrpSpPr>
          <p:cNvPr id="1881" name="Google Shape;1881;p76"/>
          <p:cNvGrpSpPr/>
          <p:nvPr/>
        </p:nvGrpSpPr>
        <p:grpSpPr>
          <a:xfrm>
            <a:off x="5845725" y="1953600"/>
            <a:ext cx="1802975" cy="1599275"/>
            <a:chOff x="5845725" y="1953600"/>
            <a:chExt cx="1802975" cy="1599275"/>
          </a:xfrm>
        </p:grpSpPr>
        <p:sp>
          <p:nvSpPr>
            <p:cNvPr id="1882" name="Google Shape;1882;p76"/>
            <p:cNvSpPr/>
            <p:nvPr/>
          </p:nvSpPr>
          <p:spPr>
            <a:xfrm>
              <a:off x="5896575" y="2766450"/>
              <a:ext cx="349450" cy="135950"/>
            </a:xfrm>
            <a:custGeom>
              <a:avLst/>
              <a:gdLst/>
              <a:ahLst/>
              <a:cxnLst/>
              <a:rect l="l" t="t" r="r" b="b"/>
              <a:pathLst>
                <a:path w="13978" h="5438" extrusionOk="0">
                  <a:moveTo>
                    <a:pt x="13944" y="1"/>
                  </a:moveTo>
                  <a:lnTo>
                    <a:pt x="1" y="234"/>
                  </a:lnTo>
                  <a:lnTo>
                    <a:pt x="1" y="1669"/>
                  </a:lnTo>
                  <a:lnTo>
                    <a:pt x="8841" y="5438"/>
                  </a:lnTo>
                  <a:lnTo>
                    <a:pt x="13978" y="1202"/>
                  </a:lnTo>
                  <a:lnTo>
                    <a:pt x="1394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76"/>
            <p:cNvSpPr/>
            <p:nvPr/>
          </p:nvSpPr>
          <p:spPr>
            <a:xfrm>
              <a:off x="6043350" y="3021625"/>
              <a:ext cx="532075" cy="531250"/>
            </a:xfrm>
            <a:custGeom>
              <a:avLst/>
              <a:gdLst/>
              <a:ahLst/>
              <a:cxnLst/>
              <a:rect l="l" t="t" r="r" b="b"/>
              <a:pathLst>
                <a:path w="21283" h="21250" extrusionOk="0">
                  <a:moveTo>
                    <a:pt x="10642" y="1"/>
                  </a:moveTo>
                  <a:cubicBezTo>
                    <a:pt x="4771" y="1"/>
                    <a:pt x="1" y="4738"/>
                    <a:pt x="1" y="10642"/>
                  </a:cubicBezTo>
                  <a:cubicBezTo>
                    <a:pt x="1" y="16513"/>
                    <a:pt x="4771" y="21250"/>
                    <a:pt x="10642" y="21250"/>
                  </a:cubicBezTo>
                  <a:cubicBezTo>
                    <a:pt x="16513" y="21250"/>
                    <a:pt x="21283" y="16513"/>
                    <a:pt x="21283" y="10642"/>
                  </a:cubicBezTo>
                  <a:cubicBezTo>
                    <a:pt x="21283" y="4738"/>
                    <a:pt x="16513" y="1"/>
                    <a:pt x="1064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76"/>
            <p:cNvSpPr/>
            <p:nvPr/>
          </p:nvSpPr>
          <p:spPr>
            <a:xfrm>
              <a:off x="6145100" y="3122550"/>
              <a:ext cx="329425" cy="329425"/>
            </a:xfrm>
            <a:custGeom>
              <a:avLst/>
              <a:gdLst/>
              <a:ahLst/>
              <a:cxnLst/>
              <a:rect l="l" t="t" r="r" b="b"/>
              <a:pathLst>
                <a:path w="13177" h="13177" extrusionOk="0">
                  <a:moveTo>
                    <a:pt x="6572" y="0"/>
                  </a:moveTo>
                  <a:cubicBezTo>
                    <a:pt x="2936" y="0"/>
                    <a:pt x="0" y="2936"/>
                    <a:pt x="0" y="6605"/>
                  </a:cubicBezTo>
                  <a:cubicBezTo>
                    <a:pt x="0" y="10241"/>
                    <a:pt x="2936" y="13176"/>
                    <a:pt x="6572" y="13176"/>
                  </a:cubicBezTo>
                  <a:cubicBezTo>
                    <a:pt x="10208" y="13176"/>
                    <a:pt x="13176" y="10241"/>
                    <a:pt x="13176" y="6605"/>
                  </a:cubicBezTo>
                  <a:cubicBezTo>
                    <a:pt x="13176" y="2936"/>
                    <a:pt x="10208" y="0"/>
                    <a:pt x="65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76"/>
            <p:cNvSpPr/>
            <p:nvPr/>
          </p:nvSpPr>
          <p:spPr>
            <a:xfrm>
              <a:off x="6251850" y="3230125"/>
              <a:ext cx="115100" cy="114275"/>
            </a:xfrm>
            <a:custGeom>
              <a:avLst/>
              <a:gdLst/>
              <a:ahLst/>
              <a:cxnLst/>
              <a:rect l="l" t="t" r="r" b="b"/>
              <a:pathLst>
                <a:path w="4604" h="4571" extrusionOk="0">
                  <a:moveTo>
                    <a:pt x="2302" y="0"/>
                  </a:moveTo>
                  <a:cubicBezTo>
                    <a:pt x="1034" y="0"/>
                    <a:pt x="0" y="1034"/>
                    <a:pt x="0" y="2302"/>
                  </a:cubicBezTo>
                  <a:cubicBezTo>
                    <a:pt x="0" y="3536"/>
                    <a:pt x="1034" y="4570"/>
                    <a:pt x="2302" y="4570"/>
                  </a:cubicBezTo>
                  <a:cubicBezTo>
                    <a:pt x="3569" y="4570"/>
                    <a:pt x="4603" y="3536"/>
                    <a:pt x="4603" y="2302"/>
                  </a:cubicBezTo>
                  <a:cubicBezTo>
                    <a:pt x="4603" y="1034"/>
                    <a:pt x="3569" y="0"/>
                    <a:pt x="23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76"/>
            <p:cNvSpPr/>
            <p:nvPr/>
          </p:nvSpPr>
          <p:spPr>
            <a:xfrm>
              <a:off x="6275200" y="3252625"/>
              <a:ext cx="68400" cy="69250"/>
            </a:xfrm>
            <a:custGeom>
              <a:avLst/>
              <a:gdLst/>
              <a:ahLst/>
              <a:cxnLst/>
              <a:rect l="l" t="t" r="r" b="b"/>
              <a:pathLst>
                <a:path w="2736" h="2770" extrusionOk="0">
                  <a:moveTo>
                    <a:pt x="1368" y="1"/>
                  </a:moveTo>
                  <a:cubicBezTo>
                    <a:pt x="601" y="1"/>
                    <a:pt x="0" y="635"/>
                    <a:pt x="0" y="1402"/>
                  </a:cubicBezTo>
                  <a:cubicBezTo>
                    <a:pt x="0" y="2136"/>
                    <a:pt x="601" y="2770"/>
                    <a:pt x="1368" y="2770"/>
                  </a:cubicBezTo>
                  <a:cubicBezTo>
                    <a:pt x="2135" y="2770"/>
                    <a:pt x="2735" y="2136"/>
                    <a:pt x="2735" y="1402"/>
                  </a:cubicBezTo>
                  <a:cubicBezTo>
                    <a:pt x="2735" y="635"/>
                    <a:pt x="2135" y="1"/>
                    <a:pt x="136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76"/>
            <p:cNvSpPr/>
            <p:nvPr/>
          </p:nvSpPr>
          <p:spPr>
            <a:xfrm>
              <a:off x="6391100" y="3267650"/>
              <a:ext cx="46725" cy="34200"/>
            </a:xfrm>
            <a:custGeom>
              <a:avLst/>
              <a:gdLst/>
              <a:ahLst/>
              <a:cxnLst/>
              <a:rect l="l" t="t" r="r" b="b"/>
              <a:pathLst>
                <a:path w="1869" h="1368" extrusionOk="0">
                  <a:moveTo>
                    <a:pt x="1368" y="0"/>
                  </a:moveTo>
                  <a:lnTo>
                    <a:pt x="301" y="301"/>
                  </a:lnTo>
                  <a:cubicBezTo>
                    <a:pt x="134" y="301"/>
                    <a:pt x="1" y="401"/>
                    <a:pt x="1" y="567"/>
                  </a:cubicBezTo>
                  <a:lnTo>
                    <a:pt x="1" y="801"/>
                  </a:lnTo>
                  <a:cubicBezTo>
                    <a:pt x="1" y="968"/>
                    <a:pt x="134" y="1068"/>
                    <a:pt x="301" y="1068"/>
                  </a:cubicBezTo>
                  <a:lnTo>
                    <a:pt x="1368" y="1368"/>
                  </a:lnTo>
                  <a:cubicBezTo>
                    <a:pt x="1635" y="1368"/>
                    <a:pt x="1869" y="1134"/>
                    <a:pt x="1869" y="868"/>
                  </a:cubicBezTo>
                  <a:lnTo>
                    <a:pt x="1869" y="501"/>
                  </a:lnTo>
                  <a:cubicBezTo>
                    <a:pt x="1869" y="200"/>
                    <a:pt x="1669" y="0"/>
                    <a:pt x="136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76"/>
            <p:cNvSpPr/>
            <p:nvPr/>
          </p:nvSpPr>
          <p:spPr>
            <a:xfrm>
              <a:off x="6374425" y="3209800"/>
              <a:ext cx="50075" cy="41175"/>
            </a:xfrm>
            <a:custGeom>
              <a:avLst/>
              <a:gdLst/>
              <a:ahLst/>
              <a:cxnLst/>
              <a:rect l="l" t="t" r="r" b="b"/>
              <a:pathLst>
                <a:path w="2003" h="1647" extrusionOk="0">
                  <a:moveTo>
                    <a:pt x="1279" y="0"/>
                  </a:moveTo>
                  <a:cubicBezTo>
                    <a:pt x="1200" y="0"/>
                    <a:pt x="1117" y="15"/>
                    <a:pt x="1035" y="46"/>
                  </a:cubicBezTo>
                  <a:lnTo>
                    <a:pt x="201" y="847"/>
                  </a:lnTo>
                  <a:cubicBezTo>
                    <a:pt x="34" y="947"/>
                    <a:pt x="1" y="1147"/>
                    <a:pt x="67" y="1280"/>
                  </a:cubicBezTo>
                  <a:lnTo>
                    <a:pt x="201" y="1480"/>
                  </a:lnTo>
                  <a:cubicBezTo>
                    <a:pt x="269" y="1594"/>
                    <a:pt x="384" y="1646"/>
                    <a:pt x="493" y="1646"/>
                  </a:cubicBezTo>
                  <a:cubicBezTo>
                    <a:pt x="543" y="1646"/>
                    <a:pt x="592" y="1635"/>
                    <a:pt x="634" y="1614"/>
                  </a:cubicBezTo>
                  <a:lnTo>
                    <a:pt x="1702" y="1280"/>
                  </a:lnTo>
                  <a:cubicBezTo>
                    <a:pt x="1902" y="1147"/>
                    <a:pt x="2002" y="847"/>
                    <a:pt x="1869" y="546"/>
                  </a:cubicBezTo>
                  <a:lnTo>
                    <a:pt x="1702" y="213"/>
                  </a:lnTo>
                  <a:cubicBezTo>
                    <a:pt x="1610" y="75"/>
                    <a:pt x="1454" y="0"/>
                    <a:pt x="1279" y="0"/>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76"/>
            <p:cNvSpPr/>
            <p:nvPr/>
          </p:nvSpPr>
          <p:spPr>
            <a:xfrm>
              <a:off x="6338575" y="3171350"/>
              <a:ext cx="45050" cy="48125"/>
            </a:xfrm>
            <a:custGeom>
              <a:avLst/>
              <a:gdLst/>
              <a:ahLst/>
              <a:cxnLst/>
              <a:rect l="l" t="t" r="r" b="b"/>
              <a:pathLst>
                <a:path w="1802" h="1925" extrusionOk="0">
                  <a:moveTo>
                    <a:pt x="862" y="0"/>
                  </a:moveTo>
                  <a:cubicBezTo>
                    <a:pt x="696" y="0"/>
                    <a:pt x="522" y="96"/>
                    <a:pt x="434" y="250"/>
                  </a:cubicBezTo>
                  <a:lnTo>
                    <a:pt x="100" y="1351"/>
                  </a:lnTo>
                  <a:cubicBezTo>
                    <a:pt x="0" y="1517"/>
                    <a:pt x="100" y="1684"/>
                    <a:pt x="234" y="1751"/>
                  </a:cubicBezTo>
                  <a:lnTo>
                    <a:pt x="434" y="1884"/>
                  </a:lnTo>
                  <a:cubicBezTo>
                    <a:pt x="481" y="1913"/>
                    <a:pt x="528" y="1925"/>
                    <a:pt x="573" y="1925"/>
                  </a:cubicBezTo>
                  <a:cubicBezTo>
                    <a:pt x="687" y="1925"/>
                    <a:pt x="786" y="1846"/>
                    <a:pt x="834" y="1751"/>
                  </a:cubicBezTo>
                  <a:lnTo>
                    <a:pt x="1635" y="917"/>
                  </a:lnTo>
                  <a:cubicBezTo>
                    <a:pt x="1802" y="683"/>
                    <a:pt x="1735" y="383"/>
                    <a:pt x="1435" y="250"/>
                  </a:cubicBezTo>
                  <a:lnTo>
                    <a:pt x="1101" y="83"/>
                  </a:lnTo>
                  <a:cubicBezTo>
                    <a:pt x="1033" y="26"/>
                    <a:pt x="949" y="0"/>
                    <a:pt x="862" y="0"/>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76"/>
            <p:cNvSpPr/>
            <p:nvPr/>
          </p:nvSpPr>
          <p:spPr>
            <a:xfrm>
              <a:off x="6290200" y="3159225"/>
              <a:ext cx="34225" cy="46725"/>
            </a:xfrm>
            <a:custGeom>
              <a:avLst/>
              <a:gdLst/>
              <a:ahLst/>
              <a:cxnLst/>
              <a:rect l="l" t="t" r="r" b="b"/>
              <a:pathLst>
                <a:path w="1369" h="1869" extrusionOk="0">
                  <a:moveTo>
                    <a:pt x="501" y="1"/>
                  </a:moveTo>
                  <a:cubicBezTo>
                    <a:pt x="201" y="1"/>
                    <a:pt x="1" y="201"/>
                    <a:pt x="1" y="501"/>
                  </a:cubicBezTo>
                  <a:lnTo>
                    <a:pt x="267" y="1569"/>
                  </a:lnTo>
                  <a:cubicBezTo>
                    <a:pt x="267" y="1735"/>
                    <a:pt x="401" y="1869"/>
                    <a:pt x="568" y="1869"/>
                  </a:cubicBezTo>
                  <a:lnTo>
                    <a:pt x="768" y="1869"/>
                  </a:lnTo>
                  <a:cubicBezTo>
                    <a:pt x="935" y="1869"/>
                    <a:pt x="1068" y="1735"/>
                    <a:pt x="1068" y="1569"/>
                  </a:cubicBezTo>
                  <a:lnTo>
                    <a:pt x="1368" y="501"/>
                  </a:lnTo>
                  <a:cubicBezTo>
                    <a:pt x="1368" y="234"/>
                    <a:pt x="1101" y="1"/>
                    <a:pt x="868" y="1"/>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76"/>
            <p:cNvSpPr/>
            <p:nvPr/>
          </p:nvSpPr>
          <p:spPr>
            <a:xfrm>
              <a:off x="6231000" y="3174225"/>
              <a:ext cx="44225" cy="47550"/>
            </a:xfrm>
            <a:custGeom>
              <a:avLst/>
              <a:gdLst/>
              <a:ahLst/>
              <a:cxnLst/>
              <a:rect l="l" t="t" r="r" b="b"/>
              <a:pathLst>
                <a:path w="1769" h="1902" extrusionOk="0">
                  <a:moveTo>
                    <a:pt x="914" y="0"/>
                  </a:moveTo>
                  <a:cubicBezTo>
                    <a:pt x="821" y="0"/>
                    <a:pt x="726" y="22"/>
                    <a:pt x="634" y="68"/>
                  </a:cubicBezTo>
                  <a:lnTo>
                    <a:pt x="300" y="235"/>
                  </a:lnTo>
                  <a:cubicBezTo>
                    <a:pt x="100" y="368"/>
                    <a:pt x="0" y="635"/>
                    <a:pt x="134" y="902"/>
                  </a:cubicBezTo>
                  <a:lnTo>
                    <a:pt x="934" y="1736"/>
                  </a:lnTo>
                  <a:cubicBezTo>
                    <a:pt x="1003" y="1850"/>
                    <a:pt x="1118" y="1902"/>
                    <a:pt x="1226" y="1902"/>
                  </a:cubicBezTo>
                  <a:cubicBezTo>
                    <a:pt x="1277" y="1902"/>
                    <a:pt x="1326" y="1890"/>
                    <a:pt x="1368" y="1869"/>
                  </a:cubicBezTo>
                  <a:lnTo>
                    <a:pt x="1568" y="1736"/>
                  </a:lnTo>
                  <a:cubicBezTo>
                    <a:pt x="1735" y="1636"/>
                    <a:pt x="1768" y="1436"/>
                    <a:pt x="1701" y="1302"/>
                  </a:cubicBezTo>
                  <a:lnTo>
                    <a:pt x="1368" y="235"/>
                  </a:lnTo>
                  <a:cubicBezTo>
                    <a:pt x="1258" y="81"/>
                    <a:pt x="1091" y="0"/>
                    <a:pt x="914" y="0"/>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76"/>
            <p:cNvSpPr/>
            <p:nvPr/>
          </p:nvSpPr>
          <p:spPr>
            <a:xfrm>
              <a:off x="6191800" y="3215950"/>
              <a:ext cx="50900" cy="40700"/>
            </a:xfrm>
            <a:custGeom>
              <a:avLst/>
              <a:gdLst/>
              <a:ahLst/>
              <a:cxnLst/>
              <a:rect l="l" t="t" r="r" b="b"/>
              <a:pathLst>
                <a:path w="2036" h="1628" extrusionOk="0">
                  <a:moveTo>
                    <a:pt x="754" y="0"/>
                  </a:moveTo>
                  <a:cubicBezTo>
                    <a:pt x="586" y="0"/>
                    <a:pt x="423" y="89"/>
                    <a:pt x="334" y="267"/>
                  </a:cubicBezTo>
                  <a:lnTo>
                    <a:pt x="167" y="601"/>
                  </a:lnTo>
                  <a:cubicBezTo>
                    <a:pt x="0" y="801"/>
                    <a:pt x="100" y="1134"/>
                    <a:pt x="334" y="1268"/>
                  </a:cubicBezTo>
                  <a:lnTo>
                    <a:pt x="1435" y="1601"/>
                  </a:lnTo>
                  <a:cubicBezTo>
                    <a:pt x="1479" y="1619"/>
                    <a:pt x="1524" y="1628"/>
                    <a:pt x="1567" y="1628"/>
                  </a:cubicBezTo>
                  <a:cubicBezTo>
                    <a:pt x="1684" y="1628"/>
                    <a:pt x="1786" y="1566"/>
                    <a:pt x="1835" y="1468"/>
                  </a:cubicBezTo>
                  <a:lnTo>
                    <a:pt x="1968" y="1268"/>
                  </a:lnTo>
                  <a:cubicBezTo>
                    <a:pt x="2035" y="1101"/>
                    <a:pt x="1968" y="934"/>
                    <a:pt x="1835" y="834"/>
                  </a:cubicBezTo>
                  <a:lnTo>
                    <a:pt x="1001" y="67"/>
                  </a:lnTo>
                  <a:cubicBezTo>
                    <a:pt x="923" y="22"/>
                    <a:pt x="838" y="0"/>
                    <a:pt x="754" y="0"/>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76"/>
            <p:cNvSpPr/>
            <p:nvPr/>
          </p:nvSpPr>
          <p:spPr>
            <a:xfrm>
              <a:off x="6181800" y="3272650"/>
              <a:ext cx="46725" cy="34225"/>
            </a:xfrm>
            <a:custGeom>
              <a:avLst/>
              <a:gdLst/>
              <a:ahLst/>
              <a:cxnLst/>
              <a:rect l="l" t="t" r="r" b="b"/>
              <a:pathLst>
                <a:path w="1869" h="1369" extrusionOk="0">
                  <a:moveTo>
                    <a:pt x="500" y="0"/>
                  </a:moveTo>
                  <a:cubicBezTo>
                    <a:pt x="234" y="0"/>
                    <a:pt x="0" y="234"/>
                    <a:pt x="0" y="501"/>
                  </a:cubicBezTo>
                  <a:lnTo>
                    <a:pt x="0" y="868"/>
                  </a:lnTo>
                  <a:cubicBezTo>
                    <a:pt x="0" y="1168"/>
                    <a:pt x="200" y="1368"/>
                    <a:pt x="500" y="1368"/>
                  </a:cubicBezTo>
                  <a:lnTo>
                    <a:pt x="1568" y="1068"/>
                  </a:lnTo>
                  <a:cubicBezTo>
                    <a:pt x="1735" y="1068"/>
                    <a:pt x="1868" y="968"/>
                    <a:pt x="1868" y="801"/>
                  </a:cubicBezTo>
                  <a:lnTo>
                    <a:pt x="1868" y="601"/>
                  </a:lnTo>
                  <a:cubicBezTo>
                    <a:pt x="1868" y="434"/>
                    <a:pt x="1735" y="301"/>
                    <a:pt x="1568" y="301"/>
                  </a:cubicBezTo>
                  <a:lnTo>
                    <a:pt x="50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76"/>
            <p:cNvSpPr/>
            <p:nvPr/>
          </p:nvSpPr>
          <p:spPr>
            <a:xfrm>
              <a:off x="6195125" y="3323775"/>
              <a:ext cx="50075" cy="41325"/>
            </a:xfrm>
            <a:custGeom>
              <a:avLst/>
              <a:gdLst/>
              <a:ahLst/>
              <a:cxnLst/>
              <a:rect l="l" t="t" r="r" b="b"/>
              <a:pathLst>
                <a:path w="2003" h="1653" extrusionOk="0">
                  <a:moveTo>
                    <a:pt x="1538" y="1"/>
                  </a:moveTo>
                  <a:cubicBezTo>
                    <a:pt x="1478" y="1"/>
                    <a:pt x="1418" y="19"/>
                    <a:pt x="1368" y="57"/>
                  </a:cubicBezTo>
                  <a:lnTo>
                    <a:pt x="301" y="391"/>
                  </a:lnTo>
                  <a:cubicBezTo>
                    <a:pt x="68" y="491"/>
                    <a:pt x="1" y="791"/>
                    <a:pt x="134" y="1091"/>
                  </a:cubicBezTo>
                  <a:lnTo>
                    <a:pt x="301" y="1425"/>
                  </a:lnTo>
                  <a:cubicBezTo>
                    <a:pt x="370" y="1562"/>
                    <a:pt x="533" y="1652"/>
                    <a:pt x="714" y="1652"/>
                  </a:cubicBezTo>
                  <a:cubicBezTo>
                    <a:pt x="797" y="1652"/>
                    <a:pt x="884" y="1633"/>
                    <a:pt x="968" y="1591"/>
                  </a:cubicBezTo>
                  <a:lnTo>
                    <a:pt x="1802" y="791"/>
                  </a:lnTo>
                  <a:cubicBezTo>
                    <a:pt x="1969" y="724"/>
                    <a:pt x="2002" y="491"/>
                    <a:pt x="1902" y="391"/>
                  </a:cubicBezTo>
                  <a:lnTo>
                    <a:pt x="1802" y="157"/>
                  </a:lnTo>
                  <a:cubicBezTo>
                    <a:pt x="1740" y="53"/>
                    <a:pt x="1638" y="1"/>
                    <a:pt x="153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76"/>
            <p:cNvSpPr/>
            <p:nvPr/>
          </p:nvSpPr>
          <p:spPr>
            <a:xfrm>
              <a:off x="6236825" y="3355400"/>
              <a:ext cx="43400" cy="47775"/>
            </a:xfrm>
            <a:custGeom>
              <a:avLst/>
              <a:gdLst/>
              <a:ahLst/>
              <a:cxnLst/>
              <a:rect l="l" t="t" r="r" b="b"/>
              <a:pathLst>
                <a:path w="1736" h="1911" extrusionOk="0">
                  <a:moveTo>
                    <a:pt x="1202" y="0"/>
                  </a:moveTo>
                  <a:cubicBezTo>
                    <a:pt x="1084" y="0"/>
                    <a:pt x="975" y="62"/>
                    <a:pt x="901" y="160"/>
                  </a:cubicBezTo>
                  <a:lnTo>
                    <a:pt x="134" y="994"/>
                  </a:lnTo>
                  <a:cubicBezTo>
                    <a:pt x="1" y="1227"/>
                    <a:pt x="67" y="1527"/>
                    <a:pt x="334" y="1661"/>
                  </a:cubicBezTo>
                  <a:lnTo>
                    <a:pt x="668" y="1828"/>
                  </a:lnTo>
                  <a:cubicBezTo>
                    <a:pt x="736" y="1884"/>
                    <a:pt x="820" y="1910"/>
                    <a:pt x="906" y="1910"/>
                  </a:cubicBezTo>
                  <a:cubicBezTo>
                    <a:pt x="1073" y="1910"/>
                    <a:pt x="1247" y="1814"/>
                    <a:pt x="1335" y="1661"/>
                  </a:cubicBezTo>
                  <a:lnTo>
                    <a:pt x="1669" y="560"/>
                  </a:lnTo>
                  <a:cubicBezTo>
                    <a:pt x="1735" y="393"/>
                    <a:pt x="1669" y="226"/>
                    <a:pt x="1535" y="160"/>
                  </a:cubicBezTo>
                  <a:lnTo>
                    <a:pt x="1335" y="26"/>
                  </a:lnTo>
                  <a:cubicBezTo>
                    <a:pt x="1290" y="8"/>
                    <a:pt x="1246" y="0"/>
                    <a:pt x="12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76"/>
            <p:cNvSpPr/>
            <p:nvPr/>
          </p:nvSpPr>
          <p:spPr>
            <a:xfrm>
              <a:off x="6295200" y="3368550"/>
              <a:ext cx="34225" cy="46725"/>
            </a:xfrm>
            <a:custGeom>
              <a:avLst/>
              <a:gdLst/>
              <a:ahLst/>
              <a:cxnLst/>
              <a:rect l="l" t="t" r="r" b="b"/>
              <a:pathLst>
                <a:path w="1369" h="1869" extrusionOk="0">
                  <a:moveTo>
                    <a:pt x="568" y="1"/>
                  </a:moveTo>
                  <a:cubicBezTo>
                    <a:pt x="401" y="1"/>
                    <a:pt x="301" y="134"/>
                    <a:pt x="301" y="301"/>
                  </a:cubicBezTo>
                  <a:lnTo>
                    <a:pt x="1" y="1368"/>
                  </a:lnTo>
                  <a:cubicBezTo>
                    <a:pt x="1" y="1635"/>
                    <a:pt x="234" y="1869"/>
                    <a:pt x="501" y="1869"/>
                  </a:cubicBezTo>
                  <a:lnTo>
                    <a:pt x="868" y="1869"/>
                  </a:lnTo>
                  <a:cubicBezTo>
                    <a:pt x="1168" y="1869"/>
                    <a:pt x="1368" y="1668"/>
                    <a:pt x="1368" y="1368"/>
                  </a:cubicBezTo>
                  <a:lnTo>
                    <a:pt x="1068" y="301"/>
                  </a:lnTo>
                  <a:cubicBezTo>
                    <a:pt x="1068" y="134"/>
                    <a:pt x="968" y="1"/>
                    <a:pt x="76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76"/>
            <p:cNvSpPr/>
            <p:nvPr/>
          </p:nvSpPr>
          <p:spPr>
            <a:xfrm>
              <a:off x="6345250" y="3352725"/>
              <a:ext cx="43375" cy="47575"/>
            </a:xfrm>
            <a:custGeom>
              <a:avLst/>
              <a:gdLst/>
              <a:ahLst/>
              <a:cxnLst/>
              <a:rect l="l" t="t" r="r" b="b"/>
              <a:pathLst>
                <a:path w="1735" h="1903" extrusionOk="0">
                  <a:moveTo>
                    <a:pt x="542" y="1"/>
                  </a:moveTo>
                  <a:cubicBezTo>
                    <a:pt x="492" y="1"/>
                    <a:pt x="443" y="12"/>
                    <a:pt x="400" y="33"/>
                  </a:cubicBezTo>
                  <a:lnTo>
                    <a:pt x="200" y="167"/>
                  </a:lnTo>
                  <a:cubicBezTo>
                    <a:pt x="33" y="267"/>
                    <a:pt x="0" y="467"/>
                    <a:pt x="67" y="600"/>
                  </a:cubicBezTo>
                  <a:lnTo>
                    <a:pt x="400" y="1668"/>
                  </a:lnTo>
                  <a:cubicBezTo>
                    <a:pt x="488" y="1821"/>
                    <a:pt x="648" y="1902"/>
                    <a:pt x="832" y="1902"/>
                  </a:cubicBezTo>
                  <a:cubicBezTo>
                    <a:pt x="928" y="1902"/>
                    <a:pt x="1031" y="1880"/>
                    <a:pt x="1134" y="1834"/>
                  </a:cubicBezTo>
                  <a:lnTo>
                    <a:pt x="1468" y="1668"/>
                  </a:lnTo>
                  <a:cubicBezTo>
                    <a:pt x="1668" y="1568"/>
                    <a:pt x="1735" y="1267"/>
                    <a:pt x="1635" y="1001"/>
                  </a:cubicBezTo>
                  <a:lnTo>
                    <a:pt x="834" y="167"/>
                  </a:lnTo>
                  <a:cubicBezTo>
                    <a:pt x="766" y="53"/>
                    <a:pt x="651" y="1"/>
                    <a:pt x="54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76"/>
            <p:cNvSpPr/>
            <p:nvPr/>
          </p:nvSpPr>
          <p:spPr>
            <a:xfrm>
              <a:off x="6376100" y="3317850"/>
              <a:ext cx="51725" cy="40725"/>
            </a:xfrm>
            <a:custGeom>
              <a:avLst/>
              <a:gdLst/>
              <a:ahLst/>
              <a:cxnLst/>
              <a:rect l="l" t="t" r="r" b="b"/>
              <a:pathLst>
                <a:path w="2069" h="1629" extrusionOk="0">
                  <a:moveTo>
                    <a:pt x="502" y="1"/>
                  </a:moveTo>
                  <a:cubicBezTo>
                    <a:pt x="385" y="1"/>
                    <a:pt x="283" y="63"/>
                    <a:pt x="234" y="161"/>
                  </a:cubicBezTo>
                  <a:lnTo>
                    <a:pt x="100" y="361"/>
                  </a:lnTo>
                  <a:cubicBezTo>
                    <a:pt x="0" y="527"/>
                    <a:pt x="100" y="694"/>
                    <a:pt x="234" y="794"/>
                  </a:cubicBezTo>
                  <a:lnTo>
                    <a:pt x="1068" y="1562"/>
                  </a:lnTo>
                  <a:cubicBezTo>
                    <a:pt x="1146" y="1606"/>
                    <a:pt x="1231" y="1628"/>
                    <a:pt x="1315" y="1628"/>
                  </a:cubicBezTo>
                  <a:cubicBezTo>
                    <a:pt x="1483" y="1628"/>
                    <a:pt x="1646" y="1539"/>
                    <a:pt x="1735" y="1361"/>
                  </a:cubicBezTo>
                  <a:lnTo>
                    <a:pt x="1902" y="1028"/>
                  </a:lnTo>
                  <a:cubicBezTo>
                    <a:pt x="2068" y="828"/>
                    <a:pt x="1968" y="494"/>
                    <a:pt x="1735" y="361"/>
                  </a:cubicBezTo>
                  <a:lnTo>
                    <a:pt x="634" y="27"/>
                  </a:lnTo>
                  <a:cubicBezTo>
                    <a:pt x="589" y="9"/>
                    <a:pt x="545" y="1"/>
                    <a:pt x="50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76"/>
            <p:cNvSpPr/>
            <p:nvPr/>
          </p:nvSpPr>
          <p:spPr>
            <a:xfrm>
              <a:off x="7117450" y="3021625"/>
              <a:ext cx="531250" cy="531250"/>
            </a:xfrm>
            <a:custGeom>
              <a:avLst/>
              <a:gdLst/>
              <a:ahLst/>
              <a:cxnLst/>
              <a:rect l="l" t="t" r="r" b="b"/>
              <a:pathLst>
                <a:path w="21250" h="21250" extrusionOk="0">
                  <a:moveTo>
                    <a:pt x="10642" y="1"/>
                  </a:moveTo>
                  <a:cubicBezTo>
                    <a:pt x="4771" y="1"/>
                    <a:pt x="1" y="4738"/>
                    <a:pt x="1" y="10642"/>
                  </a:cubicBezTo>
                  <a:cubicBezTo>
                    <a:pt x="1" y="16513"/>
                    <a:pt x="4771" y="21250"/>
                    <a:pt x="10642" y="21250"/>
                  </a:cubicBezTo>
                  <a:cubicBezTo>
                    <a:pt x="16513" y="21250"/>
                    <a:pt x="21249" y="16513"/>
                    <a:pt x="21249" y="10642"/>
                  </a:cubicBezTo>
                  <a:cubicBezTo>
                    <a:pt x="21249" y="4738"/>
                    <a:pt x="16513" y="1"/>
                    <a:pt x="1064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76"/>
            <p:cNvSpPr/>
            <p:nvPr/>
          </p:nvSpPr>
          <p:spPr>
            <a:xfrm>
              <a:off x="7218375" y="3122550"/>
              <a:ext cx="329425" cy="329425"/>
            </a:xfrm>
            <a:custGeom>
              <a:avLst/>
              <a:gdLst/>
              <a:ahLst/>
              <a:cxnLst/>
              <a:rect l="l" t="t" r="r" b="b"/>
              <a:pathLst>
                <a:path w="13177" h="13177" extrusionOk="0">
                  <a:moveTo>
                    <a:pt x="6605" y="0"/>
                  </a:moveTo>
                  <a:cubicBezTo>
                    <a:pt x="2969" y="0"/>
                    <a:pt x="0" y="2936"/>
                    <a:pt x="0" y="6605"/>
                  </a:cubicBezTo>
                  <a:cubicBezTo>
                    <a:pt x="0" y="10241"/>
                    <a:pt x="2969" y="13176"/>
                    <a:pt x="6605" y="13176"/>
                  </a:cubicBezTo>
                  <a:cubicBezTo>
                    <a:pt x="10241" y="13176"/>
                    <a:pt x="13176" y="10241"/>
                    <a:pt x="13176" y="6605"/>
                  </a:cubicBezTo>
                  <a:cubicBezTo>
                    <a:pt x="13176" y="2936"/>
                    <a:pt x="10241" y="0"/>
                    <a:pt x="66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76"/>
            <p:cNvSpPr/>
            <p:nvPr/>
          </p:nvSpPr>
          <p:spPr>
            <a:xfrm>
              <a:off x="7325950" y="3230125"/>
              <a:ext cx="114275" cy="114275"/>
            </a:xfrm>
            <a:custGeom>
              <a:avLst/>
              <a:gdLst/>
              <a:ahLst/>
              <a:cxnLst/>
              <a:rect l="l" t="t" r="r" b="b"/>
              <a:pathLst>
                <a:path w="4571" h="4571" extrusionOk="0">
                  <a:moveTo>
                    <a:pt x="2302" y="0"/>
                  </a:moveTo>
                  <a:cubicBezTo>
                    <a:pt x="1034" y="0"/>
                    <a:pt x="0" y="1034"/>
                    <a:pt x="0" y="2302"/>
                  </a:cubicBezTo>
                  <a:cubicBezTo>
                    <a:pt x="0" y="3536"/>
                    <a:pt x="1034" y="4570"/>
                    <a:pt x="2302" y="4570"/>
                  </a:cubicBezTo>
                  <a:cubicBezTo>
                    <a:pt x="3569" y="4570"/>
                    <a:pt x="4570" y="3536"/>
                    <a:pt x="4570" y="2302"/>
                  </a:cubicBezTo>
                  <a:cubicBezTo>
                    <a:pt x="4570" y="1034"/>
                    <a:pt x="3569" y="0"/>
                    <a:pt x="23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76"/>
            <p:cNvSpPr/>
            <p:nvPr/>
          </p:nvSpPr>
          <p:spPr>
            <a:xfrm>
              <a:off x="7348450" y="3252625"/>
              <a:ext cx="69250" cy="69250"/>
            </a:xfrm>
            <a:custGeom>
              <a:avLst/>
              <a:gdLst/>
              <a:ahLst/>
              <a:cxnLst/>
              <a:rect l="l" t="t" r="r" b="b"/>
              <a:pathLst>
                <a:path w="2770" h="2770" extrusionOk="0">
                  <a:moveTo>
                    <a:pt x="1402" y="1"/>
                  </a:moveTo>
                  <a:cubicBezTo>
                    <a:pt x="635" y="1"/>
                    <a:pt x="1" y="635"/>
                    <a:pt x="1" y="1402"/>
                  </a:cubicBezTo>
                  <a:cubicBezTo>
                    <a:pt x="1" y="2136"/>
                    <a:pt x="635" y="2770"/>
                    <a:pt x="1402" y="2770"/>
                  </a:cubicBezTo>
                  <a:cubicBezTo>
                    <a:pt x="2169" y="2770"/>
                    <a:pt x="2769" y="2136"/>
                    <a:pt x="2769" y="1402"/>
                  </a:cubicBezTo>
                  <a:cubicBezTo>
                    <a:pt x="2769" y="635"/>
                    <a:pt x="2169" y="1"/>
                    <a:pt x="14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76"/>
            <p:cNvSpPr/>
            <p:nvPr/>
          </p:nvSpPr>
          <p:spPr>
            <a:xfrm>
              <a:off x="7464375" y="3267650"/>
              <a:ext cx="47550" cy="34200"/>
            </a:xfrm>
            <a:custGeom>
              <a:avLst/>
              <a:gdLst/>
              <a:ahLst/>
              <a:cxnLst/>
              <a:rect l="l" t="t" r="r" b="b"/>
              <a:pathLst>
                <a:path w="1902" h="1368" extrusionOk="0">
                  <a:moveTo>
                    <a:pt x="1401" y="0"/>
                  </a:moveTo>
                  <a:lnTo>
                    <a:pt x="301" y="301"/>
                  </a:lnTo>
                  <a:cubicBezTo>
                    <a:pt x="134" y="301"/>
                    <a:pt x="0" y="401"/>
                    <a:pt x="0" y="567"/>
                  </a:cubicBezTo>
                  <a:lnTo>
                    <a:pt x="0" y="801"/>
                  </a:lnTo>
                  <a:cubicBezTo>
                    <a:pt x="0" y="968"/>
                    <a:pt x="134" y="1068"/>
                    <a:pt x="301" y="1068"/>
                  </a:cubicBezTo>
                  <a:lnTo>
                    <a:pt x="1401" y="1368"/>
                  </a:lnTo>
                  <a:cubicBezTo>
                    <a:pt x="1668" y="1368"/>
                    <a:pt x="1902" y="1134"/>
                    <a:pt x="1902" y="868"/>
                  </a:cubicBezTo>
                  <a:lnTo>
                    <a:pt x="1902" y="501"/>
                  </a:lnTo>
                  <a:cubicBezTo>
                    <a:pt x="1902" y="200"/>
                    <a:pt x="1668" y="0"/>
                    <a:pt x="14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76"/>
            <p:cNvSpPr/>
            <p:nvPr/>
          </p:nvSpPr>
          <p:spPr>
            <a:xfrm>
              <a:off x="7447700" y="3209800"/>
              <a:ext cx="51725" cy="41175"/>
            </a:xfrm>
            <a:custGeom>
              <a:avLst/>
              <a:gdLst/>
              <a:ahLst/>
              <a:cxnLst/>
              <a:rect l="l" t="t" r="r" b="b"/>
              <a:pathLst>
                <a:path w="2069" h="1647" extrusionOk="0">
                  <a:moveTo>
                    <a:pt x="1286" y="0"/>
                  </a:moveTo>
                  <a:cubicBezTo>
                    <a:pt x="1203" y="0"/>
                    <a:pt x="1117" y="15"/>
                    <a:pt x="1034" y="46"/>
                  </a:cubicBezTo>
                  <a:lnTo>
                    <a:pt x="200" y="847"/>
                  </a:lnTo>
                  <a:cubicBezTo>
                    <a:pt x="34" y="947"/>
                    <a:pt x="0" y="1147"/>
                    <a:pt x="100" y="1280"/>
                  </a:cubicBezTo>
                  <a:lnTo>
                    <a:pt x="200" y="1480"/>
                  </a:lnTo>
                  <a:cubicBezTo>
                    <a:pt x="269" y="1594"/>
                    <a:pt x="384" y="1646"/>
                    <a:pt x="493" y="1646"/>
                  </a:cubicBezTo>
                  <a:cubicBezTo>
                    <a:pt x="543" y="1646"/>
                    <a:pt x="592" y="1635"/>
                    <a:pt x="634" y="1614"/>
                  </a:cubicBezTo>
                  <a:lnTo>
                    <a:pt x="1735" y="1280"/>
                  </a:lnTo>
                  <a:cubicBezTo>
                    <a:pt x="1968" y="1147"/>
                    <a:pt x="2068" y="847"/>
                    <a:pt x="1868" y="546"/>
                  </a:cubicBezTo>
                  <a:lnTo>
                    <a:pt x="1735" y="213"/>
                  </a:lnTo>
                  <a:cubicBezTo>
                    <a:pt x="1643" y="75"/>
                    <a:pt x="1471" y="0"/>
                    <a:pt x="128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76"/>
            <p:cNvSpPr/>
            <p:nvPr/>
          </p:nvSpPr>
          <p:spPr>
            <a:xfrm>
              <a:off x="7412675" y="3171350"/>
              <a:ext cx="45050" cy="48125"/>
            </a:xfrm>
            <a:custGeom>
              <a:avLst/>
              <a:gdLst/>
              <a:ahLst/>
              <a:cxnLst/>
              <a:rect l="l" t="t" r="r" b="b"/>
              <a:pathLst>
                <a:path w="1802" h="1925" extrusionOk="0">
                  <a:moveTo>
                    <a:pt x="829" y="0"/>
                  </a:moveTo>
                  <a:cubicBezTo>
                    <a:pt x="663" y="0"/>
                    <a:pt x="488" y="96"/>
                    <a:pt x="401" y="250"/>
                  </a:cubicBezTo>
                  <a:lnTo>
                    <a:pt x="67" y="1351"/>
                  </a:lnTo>
                  <a:cubicBezTo>
                    <a:pt x="0" y="1517"/>
                    <a:pt x="67" y="1684"/>
                    <a:pt x="200" y="1751"/>
                  </a:cubicBezTo>
                  <a:lnTo>
                    <a:pt x="401" y="1884"/>
                  </a:lnTo>
                  <a:cubicBezTo>
                    <a:pt x="448" y="1913"/>
                    <a:pt x="495" y="1925"/>
                    <a:pt x="541" y="1925"/>
                  </a:cubicBezTo>
                  <a:cubicBezTo>
                    <a:pt x="657" y="1925"/>
                    <a:pt x="762" y="1846"/>
                    <a:pt x="834" y="1751"/>
                  </a:cubicBezTo>
                  <a:lnTo>
                    <a:pt x="1635" y="917"/>
                  </a:lnTo>
                  <a:cubicBezTo>
                    <a:pt x="1802" y="683"/>
                    <a:pt x="1701" y="383"/>
                    <a:pt x="1401" y="250"/>
                  </a:cubicBezTo>
                  <a:lnTo>
                    <a:pt x="1068" y="83"/>
                  </a:lnTo>
                  <a:cubicBezTo>
                    <a:pt x="999" y="26"/>
                    <a:pt x="915" y="0"/>
                    <a:pt x="82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76"/>
            <p:cNvSpPr/>
            <p:nvPr/>
          </p:nvSpPr>
          <p:spPr>
            <a:xfrm>
              <a:off x="7363475" y="3159225"/>
              <a:ext cx="34200" cy="46725"/>
            </a:xfrm>
            <a:custGeom>
              <a:avLst/>
              <a:gdLst/>
              <a:ahLst/>
              <a:cxnLst/>
              <a:rect l="l" t="t" r="r" b="b"/>
              <a:pathLst>
                <a:path w="1368" h="1869" extrusionOk="0">
                  <a:moveTo>
                    <a:pt x="501" y="1"/>
                  </a:moveTo>
                  <a:cubicBezTo>
                    <a:pt x="200" y="1"/>
                    <a:pt x="0" y="201"/>
                    <a:pt x="0" y="501"/>
                  </a:cubicBezTo>
                  <a:lnTo>
                    <a:pt x="300" y="1569"/>
                  </a:lnTo>
                  <a:cubicBezTo>
                    <a:pt x="300" y="1735"/>
                    <a:pt x="434" y="1869"/>
                    <a:pt x="601" y="1869"/>
                  </a:cubicBezTo>
                  <a:lnTo>
                    <a:pt x="801" y="1869"/>
                  </a:lnTo>
                  <a:cubicBezTo>
                    <a:pt x="968" y="1869"/>
                    <a:pt x="1101" y="1735"/>
                    <a:pt x="1101" y="1569"/>
                  </a:cubicBezTo>
                  <a:lnTo>
                    <a:pt x="1368" y="501"/>
                  </a:lnTo>
                  <a:cubicBezTo>
                    <a:pt x="1368" y="234"/>
                    <a:pt x="1168" y="1"/>
                    <a:pt x="86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76"/>
            <p:cNvSpPr/>
            <p:nvPr/>
          </p:nvSpPr>
          <p:spPr>
            <a:xfrm>
              <a:off x="7305100" y="3174225"/>
              <a:ext cx="44225" cy="47550"/>
            </a:xfrm>
            <a:custGeom>
              <a:avLst/>
              <a:gdLst/>
              <a:ahLst/>
              <a:cxnLst/>
              <a:rect l="l" t="t" r="r" b="b"/>
              <a:pathLst>
                <a:path w="1769" h="1902" extrusionOk="0">
                  <a:moveTo>
                    <a:pt x="890" y="0"/>
                  </a:moveTo>
                  <a:cubicBezTo>
                    <a:pt x="802" y="0"/>
                    <a:pt x="714" y="22"/>
                    <a:pt x="634" y="68"/>
                  </a:cubicBezTo>
                  <a:lnTo>
                    <a:pt x="300" y="235"/>
                  </a:lnTo>
                  <a:cubicBezTo>
                    <a:pt x="100" y="368"/>
                    <a:pt x="0" y="635"/>
                    <a:pt x="134" y="902"/>
                  </a:cubicBezTo>
                  <a:lnTo>
                    <a:pt x="934" y="1736"/>
                  </a:lnTo>
                  <a:cubicBezTo>
                    <a:pt x="980" y="1850"/>
                    <a:pt x="1088" y="1902"/>
                    <a:pt x="1194" y="1902"/>
                  </a:cubicBezTo>
                  <a:cubicBezTo>
                    <a:pt x="1243" y="1902"/>
                    <a:pt x="1292" y="1890"/>
                    <a:pt x="1334" y="1869"/>
                  </a:cubicBezTo>
                  <a:lnTo>
                    <a:pt x="1535" y="1736"/>
                  </a:lnTo>
                  <a:cubicBezTo>
                    <a:pt x="1701" y="1636"/>
                    <a:pt x="1768" y="1436"/>
                    <a:pt x="1668" y="1302"/>
                  </a:cubicBezTo>
                  <a:lnTo>
                    <a:pt x="1334" y="235"/>
                  </a:lnTo>
                  <a:cubicBezTo>
                    <a:pt x="1225" y="81"/>
                    <a:pt x="1058" y="0"/>
                    <a:pt x="89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76"/>
            <p:cNvSpPr/>
            <p:nvPr/>
          </p:nvSpPr>
          <p:spPr>
            <a:xfrm>
              <a:off x="7265075" y="3215950"/>
              <a:ext cx="51725" cy="40700"/>
            </a:xfrm>
            <a:custGeom>
              <a:avLst/>
              <a:gdLst/>
              <a:ahLst/>
              <a:cxnLst/>
              <a:rect l="l" t="t" r="r" b="b"/>
              <a:pathLst>
                <a:path w="2069" h="1628" extrusionOk="0">
                  <a:moveTo>
                    <a:pt x="778" y="0"/>
                  </a:moveTo>
                  <a:cubicBezTo>
                    <a:pt x="600" y="0"/>
                    <a:pt x="423" y="89"/>
                    <a:pt x="334" y="267"/>
                  </a:cubicBezTo>
                  <a:lnTo>
                    <a:pt x="200" y="601"/>
                  </a:lnTo>
                  <a:cubicBezTo>
                    <a:pt x="0" y="801"/>
                    <a:pt x="100" y="1134"/>
                    <a:pt x="334" y="1268"/>
                  </a:cubicBezTo>
                  <a:lnTo>
                    <a:pt x="1434" y="1601"/>
                  </a:lnTo>
                  <a:cubicBezTo>
                    <a:pt x="1479" y="1619"/>
                    <a:pt x="1524" y="1628"/>
                    <a:pt x="1567" y="1628"/>
                  </a:cubicBezTo>
                  <a:cubicBezTo>
                    <a:pt x="1686" y="1628"/>
                    <a:pt x="1795" y="1566"/>
                    <a:pt x="1868" y="1468"/>
                  </a:cubicBezTo>
                  <a:lnTo>
                    <a:pt x="1968" y="1268"/>
                  </a:lnTo>
                  <a:cubicBezTo>
                    <a:pt x="2068" y="1101"/>
                    <a:pt x="1968" y="934"/>
                    <a:pt x="1868" y="834"/>
                  </a:cubicBezTo>
                  <a:lnTo>
                    <a:pt x="1034" y="67"/>
                  </a:lnTo>
                  <a:cubicBezTo>
                    <a:pt x="956" y="22"/>
                    <a:pt x="867" y="0"/>
                    <a:pt x="77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76"/>
            <p:cNvSpPr/>
            <p:nvPr/>
          </p:nvSpPr>
          <p:spPr>
            <a:xfrm>
              <a:off x="7255900" y="3272650"/>
              <a:ext cx="47550" cy="34225"/>
            </a:xfrm>
            <a:custGeom>
              <a:avLst/>
              <a:gdLst/>
              <a:ahLst/>
              <a:cxnLst/>
              <a:rect l="l" t="t" r="r" b="b"/>
              <a:pathLst>
                <a:path w="1902" h="1369" extrusionOk="0">
                  <a:moveTo>
                    <a:pt x="500" y="0"/>
                  </a:moveTo>
                  <a:cubicBezTo>
                    <a:pt x="234" y="0"/>
                    <a:pt x="0" y="234"/>
                    <a:pt x="0" y="501"/>
                  </a:cubicBezTo>
                  <a:lnTo>
                    <a:pt x="0" y="868"/>
                  </a:lnTo>
                  <a:cubicBezTo>
                    <a:pt x="0" y="1168"/>
                    <a:pt x="234" y="1368"/>
                    <a:pt x="500" y="1368"/>
                  </a:cubicBezTo>
                  <a:lnTo>
                    <a:pt x="1601" y="1068"/>
                  </a:lnTo>
                  <a:cubicBezTo>
                    <a:pt x="1768" y="1068"/>
                    <a:pt x="1901" y="968"/>
                    <a:pt x="1901" y="801"/>
                  </a:cubicBezTo>
                  <a:lnTo>
                    <a:pt x="1901" y="601"/>
                  </a:lnTo>
                  <a:cubicBezTo>
                    <a:pt x="1901" y="434"/>
                    <a:pt x="1768" y="301"/>
                    <a:pt x="1601" y="301"/>
                  </a:cubicBezTo>
                  <a:lnTo>
                    <a:pt x="50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76"/>
            <p:cNvSpPr/>
            <p:nvPr/>
          </p:nvSpPr>
          <p:spPr>
            <a:xfrm>
              <a:off x="7268400" y="3323775"/>
              <a:ext cx="51725" cy="41325"/>
            </a:xfrm>
            <a:custGeom>
              <a:avLst/>
              <a:gdLst/>
              <a:ahLst/>
              <a:cxnLst/>
              <a:rect l="l" t="t" r="r" b="b"/>
              <a:pathLst>
                <a:path w="2069" h="1653" extrusionOk="0">
                  <a:moveTo>
                    <a:pt x="1603" y="1"/>
                  </a:moveTo>
                  <a:cubicBezTo>
                    <a:pt x="1544" y="1"/>
                    <a:pt x="1485" y="19"/>
                    <a:pt x="1435" y="57"/>
                  </a:cubicBezTo>
                  <a:lnTo>
                    <a:pt x="334" y="391"/>
                  </a:lnTo>
                  <a:cubicBezTo>
                    <a:pt x="101" y="491"/>
                    <a:pt x="0" y="791"/>
                    <a:pt x="167" y="1091"/>
                  </a:cubicBezTo>
                  <a:lnTo>
                    <a:pt x="334" y="1425"/>
                  </a:lnTo>
                  <a:cubicBezTo>
                    <a:pt x="426" y="1562"/>
                    <a:pt x="596" y="1652"/>
                    <a:pt x="769" y="1652"/>
                  </a:cubicBezTo>
                  <a:cubicBezTo>
                    <a:pt x="848" y="1652"/>
                    <a:pt x="928" y="1633"/>
                    <a:pt x="1001" y="1591"/>
                  </a:cubicBezTo>
                  <a:lnTo>
                    <a:pt x="1835" y="791"/>
                  </a:lnTo>
                  <a:cubicBezTo>
                    <a:pt x="2002" y="724"/>
                    <a:pt x="2069" y="491"/>
                    <a:pt x="1969" y="391"/>
                  </a:cubicBezTo>
                  <a:lnTo>
                    <a:pt x="1835" y="157"/>
                  </a:lnTo>
                  <a:cubicBezTo>
                    <a:pt x="1793" y="53"/>
                    <a:pt x="1700" y="1"/>
                    <a:pt x="16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76"/>
            <p:cNvSpPr/>
            <p:nvPr/>
          </p:nvSpPr>
          <p:spPr>
            <a:xfrm>
              <a:off x="7310100" y="3355400"/>
              <a:ext cx="44225" cy="47775"/>
            </a:xfrm>
            <a:custGeom>
              <a:avLst/>
              <a:gdLst/>
              <a:ahLst/>
              <a:cxnLst/>
              <a:rect l="l" t="t" r="r" b="b"/>
              <a:pathLst>
                <a:path w="1769" h="1911" extrusionOk="0">
                  <a:moveTo>
                    <a:pt x="1202" y="0"/>
                  </a:moveTo>
                  <a:cubicBezTo>
                    <a:pt x="1086" y="0"/>
                    <a:pt x="983" y="62"/>
                    <a:pt x="934" y="160"/>
                  </a:cubicBezTo>
                  <a:lnTo>
                    <a:pt x="134" y="994"/>
                  </a:lnTo>
                  <a:cubicBezTo>
                    <a:pt x="0" y="1227"/>
                    <a:pt x="100" y="1527"/>
                    <a:pt x="334" y="1661"/>
                  </a:cubicBezTo>
                  <a:lnTo>
                    <a:pt x="667" y="1828"/>
                  </a:lnTo>
                  <a:cubicBezTo>
                    <a:pt x="736" y="1884"/>
                    <a:pt x="820" y="1910"/>
                    <a:pt x="906" y="1910"/>
                  </a:cubicBezTo>
                  <a:cubicBezTo>
                    <a:pt x="1072" y="1910"/>
                    <a:pt x="1247" y="1814"/>
                    <a:pt x="1335" y="1661"/>
                  </a:cubicBezTo>
                  <a:lnTo>
                    <a:pt x="1668" y="560"/>
                  </a:lnTo>
                  <a:cubicBezTo>
                    <a:pt x="1768" y="393"/>
                    <a:pt x="1668" y="226"/>
                    <a:pt x="1535" y="160"/>
                  </a:cubicBezTo>
                  <a:lnTo>
                    <a:pt x="1335" y="26"/>
                  </a:lnTo>
                  <a:cubicBezTo>
                    <a:pt x="1290" y="8"/>
                    <a:pt x="1245" y="0"/>
                    <a:pt x="12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76"/>
            <p:cNvSpPr/>
            <p:nvPr/>
          </p:nvSpPr>
          <p:spPr>
            <a:xfrm>
              <a:off x="7370150" y="3368550"/>
              <a:ext cx="34200" cy="46725"/>
            </a:xfrm>
            <a:custGeom>
              <a:avLst/>
              <a:gdLst/>
              <a:ahLst/>
              <a:cxnLst/>
              <a:rect l="l" t="t" r="r" b="b"/>
              <a:pathLst>
                <a:path w="1368" h="1869" extrusionOk="0">
                  <a:moveTo>
                    <a:pt x="567" y="1"/>
                  </a:moveTo>
                  <a:cubicBezTo>
                    <a:pt x="400" y="1"/>
                    <a:pt x="267" y="134"/>
                    <a:pt x="267" y="301"/>
                  </a:cubicBezTo>
                  <a:lnTo>
                    <a:pt x="0" y="1368"/>
                  </a:lnTo>
                  <a:cubicBezTo>
                    <a:pt x="0" y="1635"/>
                    <a:pt x="200" y="1869"/>
                    <a:pt x="500" y="1869"/>
                  </a:cubicBezTo>
                  <a:lnTo>
                    <a:pt x="867" y="1869"/>
                  </a:lnTo>
                  <a:cubicBezTo>
                    <a:pt x="1134" y="1869"/>
                    <a:pt x="1368" y="1668"/>
                    <a:pt x="1368" y="1368"/>
                  </a:cubicBezTo>
                  <a:lnTo>
                    <a:pt x="1067" y="301"/>
                  </a:lnTo>
                  <a:cubicBezTo>
                    <a:pt x="1067" y="134"/>
                    <a:pt x="934" y="1"/>
                    <a:pt x="76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76"/>
            <p:cNvSpPr/>
            <p:nvPr/>
          </p:nvSpPr>
          <p:spPr>
            <a:xfrm>
              <a:off x="7418500" y="3352725"/>
              <a:ext cx="44225" cy="47575"/>
            </a:xfrm>
            <a:custGeom>
              <a:avLst/>
              <a:gdLst/>
              <a:ahLst/>
              <a:cxnLst/>
              <a:rect l="l" t="t" r="r" b="b"/>
              <a:pathLst>
                <a:path w="1769" h="1903" extrusionOk="0">
                  <a:moveTo>
                    <a:pt x="575" y="1"/>
                  </a:moveTo>
                  <a:cubicBezTo>
                    <a:pt x="526" y="1"/>
                    <a:pt x="477" y="12"/>
                    <a:pt x="434" y="33"/>
                  </a:cubicBezTo>
                  <a:lnTo>
                    <a:pt x="234" y="167"/>
                  </a:lnTo>
                  <a:cubicBezTo>
                    <a:pt x="34" y="267"/>
                    <a:pt x="1" y="467"/>
                    <a:pt x="101" y="600"/>
                  </a:cubicBezTo>
                  <a:lnTo>
                    <a:pt x="434" y="1668"/>
                  </a:lnTo>
                  <a:cubicBezTo>
                    <a:pt x="522" y="1821"/>
                    <a:pt x="682" y="1902"/>
                    <a:pt x="856" y="1902"/>
                  </a:cubicBezTo>
                  <a:cubicBezTo>
                    <a:pt x="948" y="1902"/>
                    <a:pt x="1043" y="1880"/>
                    <a:pt x="1135" y="1834"/>
                  </a:cubicBezTo>
                  <a:lnTo>
                    <a:pt x="1468" y="1668"/>
                  </a:lnTo>
                  <a:cubicBezTo>
                    <a:pt x="1669" y="1568"/>
                    <a:pt x="1769" y="1267"/>
                    <a:pt x="1635" y="1001"/>
                  </a:cubicBezTo>
                  <a:lnTo>
                    <a:pt x="835" y="167"/>
                  </a:lnTo>
                  <a:cubicBezTo>
                    <a:pt x="789" y="53"/>
                    <a:pt x="681" y="1"/>
                    <a:pt x="57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76"/>
            <p:cNvSpPr/>
            <p:nvPr/>
          </p:nvSpPr>
          <p:spPr>
            <a:xfrm>
              <a:off x="7450200" y="3317850"/>
              <a:ext cx="50900" cy="40725"/>
            </a:xfrm>
            <a:custGeom>
              <a:avLst/>
              <a:gdLst/>
              <a:ahLst/>
              <a:cxnLst/>
              <a:rect l="l" t="t" r="r" b="b"/>
              <a:pathLst>
                <a:path w="2036" h="1629" extrusionOk="0">
                  <a:moveTo>
                    <a:pt x="501" y="1"/>
                  </a:moveTo>
                  <a:cubicBezTo>
                    <a:pt x="383" y="1"/>
                    <a:pt x="274" y="63"/>
                    <a:pt x="200" y="161"/>
                  </a:cubicBezTo>
                  <a:lnTo>
                    <a:pt x="67" y="361"/>
                  </a:lnTo>
                  <a:cubicBezTo>
                    <a:pt x="0" y="527"/>
                    <a:pt x="67" y="694"/>
                    <a:pt x="200" y="794"/>
                  </a:cubicBezTo>
                  <a:lnTo>
                    <a:pt x="1034" y="1562"/>
                  </a:lnTo>
                  <a:cubicBezTo>
                    <a:pt x="1112" y="1606"/>
                    <a:pt x="1197" y="1628"/>
                    <a:pt x="1281" y="1628"/>
                  </a:cubicBezTo>
                  <a:cubicBezTo>
                    <a:pt x="1450" y="1628"/>
                    <a:pt x="1613" y="1539"/>
                    <a:pt x="1702" y="1361"/>
                  </a:cubicBezTo>
                  <a:lnTo>
                    <a:pt x="1868" y="1028"/>
                  </a:lnTo>
                  <a:cubicBezTo>
                    <a:pt x="2035" y="828"/>
                    <a:pt x="1968" y="494"/>
                    <a:pt x="1702" y="361"/>
                  </a:cubicBezTo>
                  <a:lnTo>
                    <a:pt x="634" y="27"/>
                  </a:lnTo>
                  <a:cubicBezTo>
                    <a:pt x="589" y="9"/>
                    <a:pt x="545" y="1"/>
                    <a:pt x="5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76"/>
            <p:cNvSpPr/>
            <p:nvPr/>
          </p:nvSpPr>
          <p:spPr>
            <a:xfrm>
              <a:off x="7187500" y="2522125"/>
              <a:ext cx="85925" cy="141775"/>
            </a:xfrm>
            <a:custGeom>
              <a:avLst/>
              <a:gdLst/>
              <a:ahLst/>
              <a:cxnLst/>
              <a:rect l="l" t="t" r="r" b="b"/>
              <a:pathLst>
                <a:path w="3437" h="5671" extrusionOk="0">
                  <a:moveTo>
                    <a:pt x="2836" y="0"/>
                  </a:moveTo>
                  <a:cubicBezTo>
                    <a:pt x="1302" y="0"/>
                    <a:pt x="1" y="1268"/>
                    <a:pt x="1" y="2835"/>
                  </a:cubicBezTo>
                  <a:cubicBezTo>
                    <a:pt x="1" y="4370"/>
                    <a:pt x="1235" y="5671"/>
                    <a:pt x="2836" y="5671"/>
                  </a:cubicBezTo>
                  <a:cubicBezTo>
                    <a:pt x="3036" y="5671"/>
                    <a:pt x="3236" y="5637"/>
                    <a:pt x="3437" y="5604"/>
                  </a:cubicBezTo>
                  <a:lnTo>
                    <a:pt x="3437" y="100"/>
                  </a:lnTo>
                  <a:cubicBezTo>
                    <a:pt x="3236" y="33"/>
                    <a:pt x="3036" y="0"/>
                    <a:pt x="283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76"/>
            <p:cNvSpPr/>
            <p:nvPr/>
          </p:nvSpPr>
          <p:spPr>
            <a:xfrm>
              <a:off x="5969975" y="2524625"/>
              <a:ext cx="1331800" cy="738050"/>
            </a:xfrm>
            <a:custGeom>
              <a:avLst/>
              <a:gdLst/>
              <a:ahLst/>
              <a:cxnLst/>
              <a:rect l="l" t="t" r="r" b="b"/>
              <a:pathLst>
                <a:path w="53272" h="29522" extrusionOk="0">
                  <a:moveTo>
                    <a:pt x="47768" y="0"/>
                  </a:moveTo>
                  <a:lnTo>
                    <a:pt x="46767" y="5237"/>
                  </a:lnTo>
                  <a:cubicBezTo>
                    <a:pt x="46767" y="5237"/>
                    <a:pt x="49669" y="7505"/>
                    <a:pt x="49002" y="14510"/>
                  </a:cubicBezTo>
                  <a:cubicBezTo>
                    <a:pt x="48318" y="21600"/>
                    <a:pt x="43821" y="23936"/>
                    <a:pt x="39065" y="23936"/>
                  </a:cubicBezTo>
                  <a:cubicBezTo>
                    <a:pt x="36168" y="23936"/>
                    <a:pt x="33175" y="23069"/>
                    <a:pt x="30889" y="21882"/>
                  </a:cubicBezTo>
                  <a:cubicBezTo>
                    <a:pt x="24851" y="18747"/>
                    <a:pt x="24384" y="10074"/>
                    <a:pt x="24384" y="10074"/>
                  </a:cubicBezTo>
                  <a:lnTo>
                    <a:pt x="9040" y="10074"/>
                  </a:lnTo>
                  <a:cubicBezTo>
                    <a:pt x="9040" y="10074"/>
                    <a:pt x="0" y="16679"/>
                    <a:pt x="0" y="29521"/>
                  </a:cubicBezTo>
                  <a:lnTo>
                    <a:pt x="49636" y="29521"/>
                  </a:lnTo>
                  <a:lnTo>
                    <a:pt x="53272" y="14510"/>
                  </a:lnTo>
                  <a:lnTo>
                    <a:pt x="50203" y="3903"/>
                  </a:lnTo>
                  <a:lnTo>
                    <a:pt x="5107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76"/>
            <p:cNvSpPr/>
            <p:nvPr/>
          </p:nvSpPr>
          <p:spPr>
            <a:xfrm>
              <a:off x="6633775" y="2134325"/>
              <a:ext cx="100925" cy="108450"/>
            </a:xfrm>
            <a:custGeom>
              <a:avLst/>
              <a:gdLst/>
              <a:ahLst/>
              <a:cxnLst/>
              <a:rect l="l" t="t" r="r" b="b"/>
              <a:pathLst>
                <a:path w="4037" h="4338" extrusionOk="0">
                  <a:moveTo>
                    <a:pt x="1969" y="1"/>
                  </a:moveTo>
                  <a:lnTo>
                    <a:pt x="1" y="2136"/>
                  </a:lnTo>
                  <a:lnTo>
                    <a:pt x="2769" y="4337"/>
                  </a:lnTo>
                  <a:lnTo>
                    <a:pt x="4037" y="1702"/>
                  </a:lnTo>
                  <a:lnTo>
                    <a:pt x="196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76"/>
            <p:cNvSpPr/>
            <p:nvPr/>
          </p:nvSpPr>
          <p:spPr>
            <a:xfrm>
              <a:off x="6682975" y="2133500"/>
              <a:ext cx="51725" cy="80925"/>
            </a:xfrm>
            <a:custGeom>
              <a:avLst/>
              <a:gdLst/>
              <a:ahLst/>
              <a:cxnLst/>
              <a:rect l="l" t="t" r="r" b="b"/>
              <a:pathLst>
                <a:path w="2069" h="3237" extrusionOk="0">
                  <a:moveTo>
                    <a:pt x="1" y="1"/>
                  </a:moveTo>
                  <a:lnTo>
                    <a:pt x="1" y="1"/>
                  </a:lnTo>
                  <a:cubicBezTo>
                    <a:pt x="34" y="301"/>
                    <a:pt x="134" y="634"/>
                    <a:pt x="234" y="901"/>
                  </a:cubicBezTo>
                  <a:cubicBezTo>
                    <a:pt x="334" y="1902"/>
                    <a:pt x="735" y="2702"/>
                    <a:pt x="1335" y="3236"/>
                  </a:cubicBezTo>
                  <a:lnTo>
                    <a:pt x="2069" y="1735"/>
                  </a:lnTo>
                  <a:lnTo>
                    <a:pt x="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76"/>
            <p:cNvSpPr/>
            <p:nvPr/>
          </p:nvSpPr>
          <p:spPr>
            <a:xfrm>
              <a:off x="6662975" y="2010075"/>
              <a:ext cx="168475" cy="169325"/>
            </a:xfrm>
            <a:custGeom>
              <a:avLst/>
              <a:gdLst/>
              <a:ahLst/>
              <a:cxnLst/>
              <a:rect l="l" t="t" r="r" b="b"/>
              <a:pathLst>
                <a:path w="6739" h="6773" extrusionOk="0">
                  <a:moveTo>
                    <a:pt x="3369" y="1"/>
                  </a:moveTo>
                  <a:cubicBezTo>
                    <a:pt x="1501" y="1"/>
                    <a:pt x="0" y="1535"/>
                    <a:pt x="0" y="3403"/>
                  </a:cubicBezTo>
                  <a:cubicBezTo>
                    <a:pt x="0" y="5238"/>
                    <a:pt x="1501" y="6772"/>
                    <a:pt x="3369" y="6772"/>
                  </a:cubicBezTo>
                  <a:cubicBezTo>
                    <a:pt x="5237" y="6772"/>
                    <a:pt x="6738" y="5238"/>
                    <a:pt x="6738" y="3403"/>
                  </a:cubicBezTo>
                  <a:cubicBezTo>
                    <a:pt x="6738" y="1535"/>
                    <a:pt x="5237" y="1"/>
                    <a:pt x="33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76"/>
            <p:cNvSpPr/>
            <p:nvPr/>
          </p:nvSpPr>
          <p:spPr>
            <a:xfrm>
              <a:off x="6676800" y="2086525"/>
              <a:ext cx="35400" cy="46575"/>
            </a:xfrm>
            <a:custGeom>
              <a:avLst/>
              <a:gdLst/>
              <a:ahLst/>
              <a:cxnLst/>
              <a:rect l="l" t="t" r="r" b="b"/>
              <a:pathLst>
                <a:path w="1416" h="1863" extrusionOk="0">
                  <a:moveTo>
                    <a:pt x="805" y="1"/>
                  </a:moveTo>
                  <a:cubicBezTo>
                    <a:pt x="623" y="1"/>
                    <a:pt x="439" y="97"/>
                    <a:pt x="314" y="345"/>
                  </a:cubicBezTo>
                  <a:cubicBezTo>
                    <a:pt x="0" y="945"/>
                    <a:pt x="224" y="1863"/>
                    <a:pt x="819" y="1863"/>
                  </a:cubicBezTo>
                  <a:cubicBezTo>
                    <a:pt x="918" y="1863"/>
                    <a:pt x="1029" y="1837"/>
                    <a:pt x="1148" y="1779"/>
                  </a:cubicBezTo>
                  <a:lnTo>
                    <a:pt x="1415" y="545"/>
                  </a:lnTo>
                  <a:cubicBezTo>
                    <a:pt x="1415" y="273"/>
                    <a:pt x="1113" y="1"/>
                    <a:pt x="80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76"/>
            <p:cNvSpPr/>
            <p:nvPr/>
          </p:nvSpPr>
          <p:spPr>
            <a:xfrm>
              <a:off x="6657125" y="2003700"/>
              <a:ext cx="156800" cy="148175"/>
            </a:xfrm>
            <a:custGeom>
              <a:avLst/>
              <a:gdLst/>
              <a:ahLst/>
              <a:cxnLst/>
              <a:rect l="l" t="t" r="r" b="b"/>
              <a:pathLst>
                <a:path w="6272" h="5927" extrusionOk="0">
                  <a:moveTo>
                    <a:pt x="3545" y="0"/>
                  </a:moveTo>
                  <a:cubicBezTo>
                    <a:pt x="3276" y="0"/>
                    <a:pt x="2985" y="28"/>
                    <a:pt x="2669" y="89"/>
                  </a:cubicBezTo>
                  <a:cubicBezTo>
                    <a:pt x="434" y="656"/>
                    <a:pt x="1" y="2924"/>
                    <a:pt x="1" y="2924"/>
                  </a:cubicBezTo>
                  <a:lnTo>
                    <a:pt x="334" y="5926"/>
                  </a:lnTo>
                  <a:lnTo>
                    <a:pt x="1602" y="5159"/>
                  </a:lnTo>
                  <a:cubicBezTo>
                    <a:pt x="868" y="5026"/>
                    <a:pt x="1001" y="4025"/>
                    <a:pt x="1001" y="4025"/>
                  </a:cubicBezTo>
                  <a:cubicBezTo>
                    <a:pt x="1164" y="3320"/>
                    <a:pt x="1547" y="3254"/>
                    <a:pt x="1685" y="3254"/>
                  </a:cubicBezTo>
                  <a:cubicBezTo>
                    <a:pt x="1716" y="3254"/>
                    <a:pt x="1735" y="3258"/>
                    <a:pt x="1735" y="3258"/>
                  </a:cubicBezTo>
                  <a:cubicBezTo>
                    <a:pt x="2436" y="3525"/>
                    <a:pt x="2236" y="4259"/>
                    <a:pt x="2236" y="4259"/>
                  </a:cubicBezTo>
                  <a:lnTo>
                    <a:pt x="3003" y="2657"/>
                  </a:lnTo>
                  <a:lnTo>
                    <a:pt x="3737" y="2657"/>
                  </a:lnTo>
                  <a:lnTo>
                    <a:pt x="4404" y="1557"/>
                  </a:lnTo>
                  <a:lnTo>
                    <a:pt x="6272" y="1557"/>
                  </a:lnTo>
                  <a:cubicBezTo>
                    <a:pt x="5985" y="1012"/>
                    <a:pt x="5182" y="0"/>
                    <a:pt x="354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76"/>
            <p:cNvSpPr/>
            <p:nvPr/>
          </p:nvSpPr>
          <p:spPr>
            <a:xfrm>
              <a:off x="6641275" y="1953600"/>
              <a:ext cx="181000" cy="127400"/>
            </a:xfrm>
            <a:custGeom>
              <a:avLst/>
              <a:gdLst/>
              <a:ahLst/>
              <a:cxnLst/>
              <a:rect l="l" t="t" r="r" b="b"/>
              <a:pathLst>
                <a:path w="7240" h="5096" extrusionOk="0">
                  <a:moveTo>
                    <a:pt x="4155" y="0"/>
                  </a:moveTo>
                  <a:cubicBezTo>
                    <a:pt x="3745" y="0"/>
                    <a:pt x="3275" y="49"/>
                    <a:pt x="2736" y="158"/>
                  </a:cubicBezTo>
                  <a:cubicBezTo>
                    <a:pt x="1" y="692"/>
                    <a:pt x="234" y="3360"/>
                    <a:pt x="234" y="3360"/>
                  </a:cubicBezTo>
                  <a:lnTo>
                    <a:pt x="635" y="5095"/>
                  </a:lnTo>
                  <a:lnTo>
                    <a:pt x="7239" y="4094"/>
                  </a:lnTo>
                  <a:cubicBezTo>
                    <a:pt x="7239" y="4094"/>
                    <a:pt x="6973" y="2160"/>
                    <a:pt x="6806" y="1693"/>
                  </a:cubicBezTo>
                  <a:cubicBezTo>
                    <a:pt x="6536" y="857"/>
                    <a:pt x="5875" y="0"/>
                    <a:pt x="415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76"/>
            <p:cNvSpPr/>
            <p:nvPr/>
          </p:nvSpPr>
          <p:spPr>
            <a:xfrm>
              <a:off x="6733025" y="1955050"/>
              <a:ext cx="89250" cy="112600"/>
            </a:xfrm>
            <a:custGeom>
              <a:avLst/>
              <a:gdLst/>
              <a:ahLst/>
              <a:cxnLst/>
              <a:rect l="l" t="t" r="r" b="b"/>
              <a:pathLst>
                <a:path w="3570" h="4504" extrusionOk="0">
                  <a:moveTo>
                    <a:pt x="1401" y="0"/>
                  </a:moveTo>
                  <a:cubicBezTo>
                    <a:pt x="0" y="967"/>
                    <a:pt x="134" y="2702"/>
                    <a:pt x="134" y="2702"/>
                  </a:cubicBezTo>
                  <a:lnTo>
                    <a:pt x="467" y="4503"/>
                  </a:lnTo>
                  <a:lnTo>
                    <a:pt x="3536" y="4036"/>
                  </a:lnTo>
                  <a:cubicBezTo>
                    <a:pt x="3569" y="4036"/>
                    <a:pt x="3303" y="2102"/>
                    <a:pt x="3136" y="1601"/>
                  </a:cubicBezTo>
                  <a:cubicBezTo>
                    <a:pt x="2902" y="934"/>
                    <a:pt x="2469" y="267"/>
                    <a:pt x="14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76"/>
            <p:cNvSpPr/>
            <p:nvPr/>
          </p:nvSpPr>
          <p:spPr>
            <a:xfrm>
              <a:off x="6799725" y="2024250"/>
              <a:ext cx="80925" cy="35050"/>
            </a:xfrm>
            <a:custGeom>
              <a:avLst/>
              <a:gdLst/>
              <a:ahLst/>
              <a:cxnLst/>
              <a:rect l="l" t="t" r="r" b="b"/>
              <a:pathLst>
                <a:path w="3237" h="1402" extrusionOk="0">
                  <a:moveTo>
                    <a:pt x="735" y="1"/>
                  </a:moveTo>
                  <a:lnTo>
                    <a:pt x="1" y="1402"/>
                  </a:lnTo>
                  <a:lnTo>
                    <a:pt x="3236" y="868"/>
                  </a:lnTo>
                  <a:lnTo>
                    <a:pt x="3070" y="601"/>
                  </a:lnTo>
                  <a:lnTo>
                    <a:pt x="73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76"/>
            <p:cNvSpPr/>
            <p:nvPr/>
          </p:nvSpPr>
          <p:spPr>
            <a:xfrm>
              <a:off x="6342750" y="2181025"/>
              <a:ext cx="416975" cy="475375"/>
            </a:xfrm>
            <a:custGeom>
              <a:avLst/>
              <a:gdLst/>
              <a:ahLst/>
              <a:cxnLst/>
              <a:rect l="l" t="t" r="r" b="b"/>
              <a:pathLst>
                <a:path w="16679" h="19015" extrusionOk="0">
                  <a:moveTo>
                    <a:pt x="11808" y="1"/>
                  </a:moveTo>
                  <a:cubicBezTo>
                    <a:pt x="11808" y="1"/>
                    <a:pt x="7605" y="2169"/>
                    <a:pt x="3769" y="7740"/>
                  </a:cubicBezTo>
                  <a:cubicBezTo>
                    <a:pt x="2402" y="9741"/>
                    <a:pt x="1067" y="12143"/>
                    <a:pt x="0" y="15078"/>
                  </a:cubicBezTo>
                  <a:lnTo>
                    <a:pt x="12742" y="19015"/>
                  </a:lnTo>
                  <a:cubicBezTo>
                    <a:pt x="12742" y="19015"/>
                    <a:pt x="12609" y="12510"/>
                    <a:pt x="14644" y="8874"/>
                  </a:cubicBezTo>
                  <a:cubicBezTo>
                    <a:pt x="16679" y="5305"/>
                    <a:pt x="14977" y="2569"/>
                    <a:pt x="14977" y="2569"/>
                  </a:cubicBezTo>
                  <a:lnTo>
                    <a:pt x="118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76"/>
            <p:cNvSpPr/>
            <p:nvPr/>
          </p:nvSpPr>
          <p:spPr>
            <a:xfrm>
              <a:off x="5856325" y="2090525"/>
              <a:ext cx="152025" cy="163925"/>
            </a:xfrm>
            <a:custGeom>
              <a:avLst/>
              <a:gdLst/>
              <a:ahLst/>
              <a:cxnLst/>
              <a:rect l="l" t="t" r="r" b="b"/>
              <a:pathLst>
                <a:path w="6081" h="6557" extrusionOk="0">
                  <a:moveTo>
                    <a:pt x="2363" y="0"/>
                  </a:moveTo>
                  <a:cubicBezTo>
                    <a:pt x="2284" y="0"/>
                    <a:pt x="2201" y="16"/>
                    <a:pt x="2111" y="52"/>
                  </a:cubicBezTo>
                  <a:cubicBezTo>
                    <a:pt x="1044" y="519"/>
                    <a:pt x="2412" y="3221"/>
                    <a:pt x="2412" y="3221"/>
                  </a:cubicBezTo>
                  <a:cubicBezTo>
                    <a:pt x="2412" y="3221"/>
                    <a:pt x="1666" y="2413"/>
                    <a:pt x="1040" y="2413"/>
                  </a:cubicBezTo>
                  <a:cubicBezTo>
                    <a:pt x="871" y="2413"/>
                    <a:pt x="711" y="2472"/>
                    <a:pt x="577" y="2620"/>
                  </a:cubicBezTo>
                  <a:cubicBezTo>
                    <a:pt x="0" y="3288"/>
                    <a:pt x="1826" y="4453"/>
                    <a:pt x="2160" y="4657"/>
                  </a:cubicBezTo>
                  <a:lnTo>
                    <a:pt x="2160" y="4657"/>
                  </a:lnTo>
                  <a:cubicBezTo>
                    <a:pt x="2053" y="4596"/>
                    <a:pt x="1797" y="4465"/>
                    <a:pt x="1558" y="4465"/>
                  </a:cubicBezTo>
                  <a:cubicBezTo>
                    <a:pt x="1345" y="4465"/>
                    <a:pt x="1145" y="4569"/>
                    <a:pt x="1077" y="4922"/>
                  </a:cubicBezTo>
                  <a:cubicBezTo>
                    <a:pt x="910" y="5789"/>
                    <a:pt x="4079" y="6556"/>
                    <a:pt x="4079" y="6556"/>
                  </a:cubicBezTo>
                  <a:cubicBezTo>
                    <a:pt x="4079" y="6556"/>
                    <a:pt x="6081" y="3888"/>
                    <a:pt x="5414" y="3421"/>
                  </a:cubicBezTo>
                  <a:cubicBezTo>
                    <a:pt x="5305" y="3345"/>
                    <a:pt x="5202" y="3313"/>
                    <a:pt x="5105" y="3313"/>
                  </a:cubicBezTo>
                  <a:cubicBezTo>
                    <a:pt x="4851" y="3313"/>
                    <a:pt x="4641" y="3532"/>
                    <a:pt x="4497" y="3747"/>
                  </a:cubicBezTo>
                  <a:lnTo>
                    <a:pt x="4497" y="3747"/>
                  </a:lnTo>
                  <a:cubicBezTo>
                    <a:pt x="4834" y="3073"/>
                    <a:pt x="5383" y="1782"/>
                    <a:pt x="4747" y="1586"/>
                  </a:cubicBezTo>
                  <a:cubicBezTo>
                    <a:pt x="4684" y="1569"/>
                    <a:pt x="4624" y="1561"/>
                    <a:pt x="4567" y="1561"/>
                  </a:cubicBezTo>
                  <a:cubicBezTo>
                    <a:pt x="3828" y="1561"/>
                    <a:pt x="3512" y="2854"/>
                    <a:pt x="3512" y="2854"/>
                  </a:cubicBezTo>
                  <a:cubicBezTo>
                    <a:pt x="3512" y="2854"/>
                    <a:pt x="3397" y="0"/>
                    <a:pt x="2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76"/>
            <p:cNvSpPr/>
            <p:nvPr/>
          </p:nvSpPr>
          <p:spPr>
            <a:xfrm>
              <a:off x="5903250" y="2229100"/>
              <a:ext cx="171000" cy="276225"/>
            </a:xfrm>
            <a:custGeom>
              <a:avLst/>
              <a:gdLst/>
              <a:ahLst/>
              <a:cxnLst/>
              <a:rect l="l" t="t" r="r" b="b"/>
              <a:pathLst>
                <a:path w="6840" h="11049" extrusionOk="0">
                  <a:moveTo>
                    <a:pt x="2766" y="1"/>
                  </a:moveTo>
                  <a:cubicBezTo>
                    <a:pt x="2503" y="1"/>
                    <a:pt x="2237" y="57"/>
                    <a:pt x="1969" y="146"/>
                  </a:cubicBezTo>
                  <a:cubicBezTo>
                    <a:pt x="735" y="546"/>
                    <a:pt x="1" y="1480"/>
                    <a:pt x="1002" y="4482"/>
                  </a:cubicBezTo>
                  <a:cubicBezTo>
                    <a:pt x="1986" y="7342"/>
                    <a:pt x="4182" y="11049"/>
                    <a:pt x="5426" y="11049"/>
                  </a:cubicBezTo>
                  <a:cubicBezTo>
                    <a:pt x="5488" y="11049"/>
                    <a:pt x="5548" y="11040"/>
                    <a:pt x="5605" y="11020"/>
                  </a:cubicBezTo>
                  <a:cubicBezTo>
                    <a:pt x="6839" y="10587"/>
                    <a:pt x="6339" y="6017"/>
                    <a:pt x="5338" y="3015"/>
                  </a:cubicBezTo>
                  <a:cubicBezTo>
                    <a:pt x="4560" y="682"/>
                    <a:pt x="3682" y="1"/>
                    <a:pt x="27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76"/>
            <p:cNvSpPr/>
            <p:nvPr/>
          </p:nvSpPr>
          <p:spPr>
            <a:xfrm>
              <a:off x="6025000" y="2266925"/>
              <a:ext cx="117625" cy="134225"/>
            </a:xfrm>
            <a:custGeom>
              <a:avLst/>
              <a:gdLst/>
              <a:ahLst/>
              <a:cxnLst/>
              <a:rect l="l" t="t" r="r" b="b"/>
              <a:pathLst>
                <a:path w="4705" h="5369" extrusionOk="0">
                  <a:moveTo>
                    <a:pt x="1969" y="334"/>
                  </a:moveTo>
                  <a:lnTo>
                    <a:pt x="3704" y="634"/>
                  </a:lnTo>
                  <a:cubicBezTo>
                    <a:pt x="3704" y="634"/>
                    <a:pt x="3347" y="1882"/>
                    <a:pt x="2662" y="1882"/>
                  </a:cubicBezTo>
                  <a:cubicBezTo>
                    <a:pt x="2621" y="1882"/>
                    <a:pt x="2579" y="1878"/>
                    <a:pt x="2536" y="1869"/>
                  </a:cubicBezTo>
                  <a:cubicBezTo>
                    <a:pt x="1769" y="1669"/>
                    <a:pt x="1969" y="334"/>
                    <a:pt x="1969" y="334"/>
                  </a:cubicBezTo>
                  <a:close/>
                  <a:moveTo>
                    <a:pt x="1002" y="1"/>
                  </a:moveTo>
                  <a:lnTo>
                    <a:pt x="1002" y="1"/>
                  </a:lnTo>
                  <a:cubicBezTo>
                    <a:pt x="1002" y="1"/>
                    <a:pt x="1469" y="1202"/>
                    <a:pt x="1168" y="2336"/>
                  </a:cubicBezTo>
                  <a:cubicBezTo>
                    <a:pt x="868" y="3470"/>
                    <a:pt x="268" y="3737"/>
                    <a:pt x="134" y="4204"/>
                  </a:cubicBezTo>
                  <a:cubicBezTo>
                    <a:pt x="1" y="4671"/>
                    <a:pt x="802" y="5004"/>
                    <a:pt x="1669" y="5204"/>
                  </a:cubicBezTo>
                  <a:cubicBezTo>
                    <a:pt x="2071" y="5297"/>
                    <a:pt x="2465" y="5368"/>
                    <a:pt x="2786" y="5368"/>
                  </a:cubicBezTo>
                  <a:cubicBezTo>
                    <a:pt x="3158" y="5368"/>
                    <a:pt x="3432" y="5273"/>
                    <a:pt x="3503" y="5004"/>
                  </a:cubicBezTo>
                  <a:cubicBezTo>
                    <a:pt x="3637" y="4537"/>
                    <a:pt x="3170" y="3970"/>
                    <a:pt x="3470" y="2869"/>
                  </a:cubicBezTo>
                  <a:cubicBezTo>
                    <a:pt x="3770" y="1802"/>
                    <a:pt x="4704" y="868"/>
                    <a:pt x="4704" y="868"/>
                  </a:cubicBezTo>
                  <a:lnTo>
                    <a:pt x="2970" y="34"/>
                  </a:lnTo>
                  <a:lnTo>
                    <a:pt x="100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76"/>
            <p:cNvSpPr/>
            <p:nvPr/>
          </p:nvSpPr>
          <p:spPr>
            <a:xfrm>
              <a:off x="6005000" y="2170850"/>
              <a:ext cx="193500" cy="141700"/>
            </a:xfrm>
            <a:custGeom>
              <a:avLst/>
              <a:gdLst/>
              <a:ahLst/>
              <a:cxnLst/>
              <a:rect l="l" t="t" r="r" b="b"/>
              <a:pathLst>
                <a:path w="7740" h="5668" extrusionOk="0">
                  <a:moveTo>
                    <a:pt x="3295" y="1"/>
                  </a:moveTo>
                  <a:cubicBezTo>
                    <a:pt x="2775" y="1"/>
                    <a:pt x="2308" y="344"/>
                    <a:pt x="2169" y="875"/>
                  </a:cubicBezTo>
                  <a:cubicBezTo>
                    <a:pt x="2135" y="875"/>
                    <a:pt x="2102" y="842"/>
                    <a:pt x="2069" y="842"/>
                  </a:cubicBezTo>
                  <a:cubicBezTo>
                    <a:pt x="1971" y="816"/>
                    <a:pt x="1873" y="804"/>
                    <a:pt x="1777" y="804"/>
                  </a:cubicBezTo>
                  <a:cubicBezTo>
                    <a:pt x="1251" y="804"/>
                    <a:pt x="775" y="1173"/>
                    <a:pt x="634" y="1709"/>
                  </a:cubicBezTo>
                  <a:cubicBezTo>
                    <a:pt x="601" y="1876"/>
                    <a:pt x="601" y="2042"/>
                    <a:pt x="634" y="2176"/>
                  </a:cubicBezTo>
                  <a:cubicBezTo>
                    <a:pt x="401" y="2309"/>
                    <a:pt x="167" y="2509"/>
                    <a:pt x="134" y="2810"/>
                  </a:cubicBezTo>
                  <a:cubicBezTo>
                    <a:pt x="0" y="3310"/>
                    <a:pt x="301" y="3810"/>
                    <a:pt x="801" y="3910"/>
                  </a:cubicBezTo>
                  <a:lnTo>
                    <a:pt x="934" y="3910"/>
                  </a:lnTo>
                  <a:cubicBezTo>
                    <a:pt x="834" y="4511"/>
                    <a:pt x="1235" y="5078"/>
                    <a:pt x="1802" y="5245"/>
                  </a:cubicBezTo>
                  <a:cubicBezTo>
                    <a:pt x="1905" y="5272"/>
                    <a:pt x="2008" y="5286"/>
                    <a:pt x="2109" y="5286"/>
                  </a:cubicBezTo>
                  <a:cubicBezTo>
                    <a:pt x="2499" y="5286"/>
                    <a:pt x="2857" y="5088"/>
                    <a:pt x="3069" y="4744"/>
                  </a:cubicBezTo>
                  <a:cubicBezTo>
                    <a:pt x="3236" y="4911"/>
                    <a:pt x="3403" y="5045"/>
                    <a:pt x="3636" y="5078"/>
                  </a:cubicBezTo>
                  <a:cubicBezTo>
                    <a:pt x="3720" y="5111"/>
                    <a:pt x="3795" y="5128"/>
                    <a:pt x="3870" y="5128"/>
                  </a:cubicBezTo>
                  <a:cubicBezTo>
                    <a:pt x="3945" y="5128"/>
                    <a:pt x="4020" y="5111"/>
                    <a:pt x="4103" y="5078"/>
                  </a:cubicBezTo>
                  <a:cubicBezTo>
                    <a:pt x="4270" y="5345"/>
                    <a:pt x="4504" y="5545"/>
                    <a:pt x="4804" y="5645"/>
                  </a:cubicBezTo>
                  <a:cubicBezTo>
                    <a:pt x="4885" y="5660"/>
                    <a:pt x="4968" y="5668"/>
                    <a:pt x="5051" y="5668"/>
                  </a:cubicBezTo>
                  <a:cubicBezTo>
                    <a:pt x="5511" y="5668"/>
                    <a:pt x="5968" y="5435"/>
                    <a:pt x="6138" y="5011"/>
                  </a:cubicBezTo>
                  <a:cubicBezTo>
                    <a:pt x="6272" y="5078"/>
                    <a:pt x="6372" y="5178"/>
                    <a:pt x="6505" y="5211"/>
                  </a:cubicBezTo>
                  <a:cubicBezTo>
                    <a:pt x="6585" y="5233"/>
                    <a:pt x="6666" y="5243"/>
                    <a:pt x="6745" y="5243"/>
                  </a:cubicBezTo>
                  <a:cubicBezTo>
                    <a:pt x="7157" y="5243"/>
                    <a:pt x="7527" y="4964"/>
                    <a:pt x="7639" y="4544"/>
                  </a:cubicBezTo>
                  <a:cubicBezTo>
                    <a:pt x="7739" y="4044"/>
                    <a:pt x="7439" y="3543"/>
                    <a:pt x="6939" y="3410"/>
                  </a:cubicBezTo>
                  <a:lnTo>
                    <a:pt x="6839" y="3410"/>
                  </a:lnTo>
                  <a:cubicBezTo>
                    <a:pt x="6905" y="3343"/>
                    <a:pt x="6905" y="3310"/>
                    <a:pt x="6939" y="3210"/>
                  </a:cubicBezTo>
                  <a:cubicBezTo>
                    <a:pt x="7105" y="2576"/>
                    <a:pt x="6672" y="1976"/>
                    <a:pt x="6071" y="1809"/>
                  </a:cubicBezTo>
                  <a:cubicBezTo>
                    <a:pt x="5955" y="1776"/>
                    <a:pt x="5855" y="1759"/>
                    <a:pt x="5763" y="1759"/>
                  </a:cubicBezTo>
                  <a:cubicBezTo>
                    <a:pt x="5671" y="1759"/>
                    <a:pt x="5588" y="1776"/>
                    <a:pt x="5504" y="1809"/>
                  </a:cubicBezTo>
                  <a:cubicBezTo>
                    <a:pt x="5404" y="1475"/>
                    <a:pt x="5104" y="1175"/>
                    <a:pt x="4737" y="1075"/>
                  </a:cubicBezTo>
                  <a:cubicBezTo>
                    <a:pt x="4637" y="1042"/>
                    <a:pt x="4570" y="1042"/>
                    <a:pt x="4470" y="1042"/>
                  </a:cubicBezTo>
                  <a:cubicBezTo>
                    <a:pt x="4437" y="575"/>
                    <a:pt x="4103" y="174"/>
                    <a:pt x="3603" y="41"/>
                  </a:cubicBezTo>
                  <a:cubicBezTo>
                    <a:pt x="3500" y="14"/>
                    <a:pt x="3396" y="1"/>
                    <a:pt x="32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76"/>
            <p:cNvSpPr/>
            <p:nvPr/>
          </p:nvSpPr>
          <p:spPr>
            <a:xfrm>
              <a:off x="6102575" y="2186525"/>
              <a:ext cx="207675" cy="275575"/>
            </a:xfrm>
            <a:custGeom>
              <a:avLst/>
              <a:gdLst/>
              <a:ahLst/>
              <a:cxnLst/>
              <a:rect l="l" t="t" r="r" b="b"/>
              <a:pathLst>
                <a:path w="8307" h="11023" extrusionOk="0">
                  <a:moveTo>
                    <a:pt x="6280" y="0"/>
                  </a:moveTo>
                  <a:cubicBezTo>
                    <a:pt x="5446" y="0"/>
                    <a:pt x="4488" y="529"/>
                    <a:pt x="3736" y="1849"/>
                  </a:cubicBezTo>
                  <a:cubicBezTo>
                    <a:pt x="2002" y="4918"/>
                    <a:pt x="0" y="8454"/>
                    <a:pt x="0" y="8454"/>
                  </a:cubicBezTo>
                  <a:lnTo>
                    <a:pt x="5704" y="11022"/>
                  </a:lnTo>
                  <a:cubicBezTo>
                    <a:pt x="5704" y="11022"/>
                    <a:pt x="7906" y="4518"/>
                    <a:pt x="8173" y="2249"/>
                  </a:cubicBezTo>
                  <a:cubicBezTo>
                    <a:pt x="8307" y="965"/>
                    <a:pt x="7406" y="0"/>
                    <a:pt x="62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76"/>
            <p:cNvSpPr/>
            <p:nvPr/>
          </p:nvSpPr>
          <p:spPr>
            <a:xfrm>
              <a:off x="6228500" y="2187150"/>
              <a:ext cx="82150" cy="274950"/>
            </a:xfrm>
            <a:custGeom>
              <a:avLst/>
              <a:gdLst/>
              <a:ahLst/>
              <a:cxnLst/>
              <a:rect l="l" t="t" r="r" b="b"/>
              <a:pathLst>
                <a:path w="3286" h="10998" extrusionOk="0">
                  <a:moveTo>
                    <a:pt x="1238" y="1"/>
                  </a:moveTo>
                  <a:cubicBezTo>
                    <a:pt x="852" y="1"/>
                    <a:pt x="440" y="111"/>
                    <a:pt x="33" y="356"/>
                  </a:cubicBezTo>
                  <a:cubicBezTo>
                    <a:pt x="142" y="340"/>
                    <a:pt x="249" y="331"/>
                    <a:pt x="354" y="331"/>
                  </a:cubicBezTo>
                  <a:cubicBezTo>
                    <a:pt x="1504" y="331"/>
                    <a:pt x="2388" y="1305"/>
                    <a:pt x="2235" y="2558"/>
                  </a:cubicBezTo>
                  <a:cubicBezTo>
                    <a:pt x="2035" y="4359"/>
                    <a:pt x="567" y="8996"/>
                    <a:pt x="0" y="10697"/>
                  </a:cubicBezTo>
                  <a:lnTo>
                    <a:pt x="667" y="10997"/>
                  </a:lnTo>
                  <a:cubicBezTo>
                    <a:pt x="667" y="10997"/>
                    <a:pt x="2835" y="4493"/>
                    <a:pt x="3136" y="2224"/>
                  </a:cubicBezTo>
                  <a:cubicBezTo>
                    <a:pt x="3285" y="955"/>
                    <a:pt x="2375" y="1"/>
                    <a:pt x="12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76"/>
            <p:cNvSpPr/>
            <p:nvPr/>
          </p:nvSpPr>
          <p:spPr>
            <a:xfrm>
              <a:off x="6204300" y="2247575"/>
              <a:ext cx="62575" cy="68750"/>
            </a:xfrm>
            <a:custGeom>
              <a:avLst/>
              <a:gdLst/>
              <a:ahLst/>
              <a:cxnLst/>
              <a:rect l="l" t="t" r="r" b="b"/>
              <a:pathLst>
                <a:path w="2503" h="2750" extrusionOk="0">
                  <a:moveTo>
                    <a:pt x="542" y="1"/>
                  </a:moveTo>
                  <a:cubicBezTo>
                    <a:pt x="442" y="1"/>
                    <a:pt x="335" y="35"/>
                    <a:pt x="234" y="108"/>
                  </a:cubicBezTo>
                  <a:cubicBezTo>
                    <a:pt x="34" y="241"/>
                    <a:pt x="1" y="508"/>
                    <a:pt x="168" y="741"/>
                  </a:cubicBezTo>
                  <a:lnTo>
                    <a:pt x="1635" y="2576"/>
                  </a:lnTo>
                  <a:cubicBezTo>
                    <a:pt x="1711" y="2690"/>
                    <a:pt x="1830" y="2749"/>
                    <a:pt x="1961" y="2749"/>
                  </a:cubicBezTo>
                  <a:cubicBezTo>
                    <a:pt x="2061" y="2749"/>
                    <a:pt x="2168" y="2715"/>
                    <a:pt x="2269" y="2643"/>
                  </a:cubicBezTo>
                  <a:cubicBezTo>
                    <a:pt x="2469" y="2476"/>
                    <a:pt x="2503" y="2176"/>
                    <a:pt x="2336" y="2009"/>
                  </a:cubicBezTo>
                  <a:lnTo>
                    <a:pt x="868" y="174"/>
                  </a:lnTo>
                  <a:cubicBezTo>
                    <a:pt x="792" y="61"/>
                    <a:pt x="674" y="1"/>
                    <a:pt x="54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76"/>
            <p:cNvSpPr/>
            <p:nvPr/>
          </p:nvSpPr>
          <p:spPr>
            <a:xfrm>
              <a:off x="6178450" y="2285100"/>
              <a:ext cx="62575" cy="68750"/>
            </a:xfrm>
            <a:custGeom>
              <a:avLst/>
              <a:gdLst/>
              <a:ahLst/>
              <a:cxnLst/>
              <a:rect l="l" t="t" r="r" b="b"/>
              <a:pathLst>
                <a:path w="2503" h="2750" extrusionOk="0">
                  <a:moveTo>
                    <a:pt x="528" y="1"/>
                  </a:moveTo>
                  <a:cubicBezTo>
                    <a:pt x="426" y="1"/>
                    <a:pt x="321" y="36"/>
                    <a:pt x="234" y="108"/>
                  </a:cubicBezTo>
                  <a:cubicBezTo>
                    <a:pt x="34" y="241"/>
                    <a:pt x="1" y="508"/>
                    <a:pt x="167" y="741"/>
                  </a:cubicBezTo>
                  <a:lnTo>
                    <a:pt x="1635" y="2576"/>
                  </a:lnTo>
                  <a:cubicBezTo>
                    <a:pt x="1692" y="2690"/>
                    <a:pt x="1813" y="2750"/>
                    <a:pt x="1944" y="2750"/>
                  </a:cubicBezTo>
                  <a:cubicBezTo>
                    <a:pt x="2044" y="2750"/>
                    <a:pt x="2149" y="2715"/>
                    <a:pt x="2236" y="2643"/>
                  </a:cubicBezTo>
                  <a:cubicBezTo>
                    <a:pt x="2469" y="2509"/>
                    <a:pt x="2502" y="2242"/>
                    <a:pt x="2336" y="2009"/>
                  </a:cubicBezTo>
                  <a:lnTo>
                    <a:pt x="868" y="174"/>
                  </a:lnTo>
                  <a:cubicBezTo>
                    <a:pt x="792" y="61"/>
                    <a:pt x="663" y="1"/>
                    <a:pt x="52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76"/>
            <p:cNvSpPr/>
            <p:nvPr/>
          </p:nvSpPr>
          <p:spPr>
            <a:xfrm>
              <a:off x="6152600" y="2323525"/>
              <a:ext cx="62575" cy="68675"/>
            </a:xfrm>
            <a:custGeom>
              <a:avLst/>
              <a:gdLst/>
              <a:ahLst/>
              <a:cxnLst/>
              <a:rect l="l" t="t" r="r" b="b"/>
              <a:pathLst>
                <a:path w="2503" h="2747" extrusionOk="0">
                  <a:moveTo>
                    <a:pt x="517" y="1"/>
                  </a:moveTo>
                  <a:cubicBezTo>
                    <a:pt x="418" y="1"/>
                    <a:pt x="317" y="36"/>
                    <a:pt x="234" y="105"/>
                  </a:cubicBezTo>
                  <a:cubicBezTo>
                    <a:pt x="34" y="238"/>
                    <a:pt x="1" y="539"/>
                    <a:pt x="167" y="739"/>
                  </a:cubicBezTo>
                  <a:lnTo>
                    <a:pt x="1602" y="2573"/>
                  </a:lnTo>
                  <a:cubicBezTo>
                    <a:pt x="1678" y="2687"/>
                    <a:pt x="1807" y="2747"/>
                    <a:pt x="1941" y="2747"/>
                  </a:cubicBezTo>
                  <a:cubicBezTo>
                    <a:pt x="2044" y="2747"/>
                    <a:pt x="2149" y="2712"/>
                    <a:pt x="2236" y="2640"/>
                  </a:cubicBezTo>
                  <a:cubicBezTo>
                    <a:pt x="2436" y="2540"/>
                    <a:pt x="2502" y="2240"/>
                    <a:pt x="2302" y="2040"/>
                  </a:cubicBezTo>
                  <a:lnTo>
                    <a:pt x="868" y="205"/>
                  </a:lnTo>
                  <a:cubicBezTo>
                    <a:pt x="790" y="69"/>
                    <a:pt x="655" y="1"/>
                    <a:pt x="51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76"/>
            <p:cNvSpPr/>
            <p:nvPr/>
          </p:nvSpPr>
          <p:spPr>
            <a:xfrm>
              <a:off x="5885750" y="2339475"/>
              <a:ext cx="439500" cy="391150"/>
            </a:xfrm>
            <a:custGeom>
              <a:avLst/>
              <a:gdLst/>
              <a:ahLst/>
              <a:cxnLst/>
              <a:rect l="l" t="t" r="r" b="b"/>
              <a:pathLst>
                <a:path w="17580" h="15646" extrusionOk="0">
                  <a:moveTo>
                    <a:pt x="34" y="1"/>
                  </a:moveTo>
                  <a:lnTo>
                    <a:pt x="0" y="15645"/>
                  </a:lnTo>
                  <a:lnTo>
                    <a:pt x="17580" y="15645"/>
                  </a:lnTo>
                  <a:lnTo>
                    <a:pt x="17580" y="34"/>
                  </a:lnTo>
                  <a:lnTo>
                    <a:pt x="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76"/>
            <p:cNvSpPr/>
            <p:nvPr/>
          </p:nvSpPr>
          <p:spPr>
            <a:xfrm>
              <a:off x="6077550" y="2339475"/>
              <a:ext cx="55900" cy="391150"/>
            </a:xfrm>
            <a:custGeom>
              <a:avLst/>
              <a:gdLst/>
              <a:ahLst/>
              <a:cxnLst/>
              <a:rect l="l" t="t" r="r" b="b"/>
              <a:pathLst>
                <a:path w="2236" h="15646" extrusionOk="0">
                  <a:moveTo>
                    <a:pt x="34" y="1"/>
                  </a:moveTo>
                  <a:lnTo>
                    <a:pt x="0" y="15645"/>
                  </a:lnTo>
                  <a:lnTo>
                    <a:pt x="2235" y="15645"/>
                  </a:lnTo>
                  <a:lnTo>
                    <a:pt x="223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76"/>
            <p:cNvSpPr/>
            <p:nvPr/>
          </p:nvSpPr>
          <p:spPr>
            <a:xfrm>
              <a:off x="6260175" y="2340325"/>
              <a:ext cx="66750" cy="391125"/>
            </a:xfrm>
            <a:custGeom>
              <a:avLst/>
              <a:gdLst/>
              <a:ahLst/>
              <a:cxnLst/>
              <a:rect l="l" t="t" r="r" b="b"/>
              <a:pathLst>
                <a:path w="2670" h="15645" extrusionOk="0">
                  <a:moveTo>
                    <a:pt x="34" y="0"/>
                  </a:moveTo>
                  <a:lnTo>
                    <a:pt x="1" y="15645"/>
                  </a:lnTo>
                  <a:lnTo>
                    <a:pt x="2636" y="15645"/>
                  </a:lnTo>
                  <a:lnTo>
                    <a:pt x="2669" y="33"/>
                  </a:lnTo>
                  <a:lnTo>
                    <a:pt x="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76"/>
            <p:cNvSpPr/>
            <p:nvPr/>
          </p:nvSpPr>
          <p:spPr>
            <a:xfrm>
              <a:off x="5885750" y="2339475"/>
              <a:ext cx="74250" cy="391150"/>
            </a:xfrm>
            <a:custGeom>
              <a:avLst/>
              <a:gdLst/>
              <a:ahLst/>
              <a:cxnLst/>
              <a:rect l="l" t="t" r="r" b="b"/>
              <a:pathLst>
                <a:path w="2970" h="15646" extrusionOk="0">
                  <a:moveTo>
                    <a:pt x="34" y="1"/>
                  </a:moveTo>
                  <a:lnTo>
                    <a:pt x="0" y="15645"/>
                  </a:lnTo>
                  <a:lnTo>
                    <a:pt x="2936" y="15645"/>
                  </a:lnTo>
                  <a:lnTo>
                    <a:pt x="296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76"/>
            <p:cNvSpPr/>
            <p:nvPr/>
          </p:nvSpPr>
          <p:spPr>
            <a:xfrm>
              <a:off x="6588750" y="2328650"/>
              <a:ext cx="127625" cy="327750"/>
            </a:xfrm>
            <a:custGeom>
              <a:avLst/>
              <a:gdLst/>
              <a:ahLst/>
              <a:cxnLst/>
              <a:rect l="l" t="t" r="r" b="b"/>
              <a:pathLst>
                <a:path w="5105" h="13110" extrusionOk="0">
                  <a:moveTo>
                    <a:pt x="0" y="0"/>
                  </a:moveTo>
                  <a:lnTo>
                    <a:pt x="768" y="12442"/>
                  </a:lnTo>
                  <a:lnTo>
                    <a:pt x="2902" y="13109"/>
                  </a:lnTo>
                  <a:lnTo>
                    <a:pt x="2902" y="13109"/>
                  </a:lnTo>
                  <a:cubicBezTo>
                    <a:pt x="2835" y="13068"/>
                    <a:pt x="2742" y="6593"/>
                    <a:pt x="4770" y="3002"/>
                  </a:cubicBezTo>
                  <a:cubicBezTo>
                    <a:pt x="4904" y="2769"/>
                    <a:pt x="4971" y="2569"/>
                    <a:pt x="5104" y="2368"/>
                  </a:cubicBezTo>
                  <a:lnTo>
                    <a:pt x="0" y="0"/>
                  </a:lnTo>
                  <a:close/>
                  <a:moveTo>
                    <a:pt x="2902" y="13109"/>
                  </a:moveTo>
                  <a:cubicBezTo>
                    <a:pt x="2902" y="13109"/>
                    <a:pt x="2902" y="13110"/>
                    <a:pt x="2902" y="13110"/>
                  </a:cubicBezTo>
                  <a:lnTo>
                    <a:pt x="2902" y="13109"/>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76"/>
            <p:cNvSpPr/>
            <p:nvPr/>
          </p:nvSpPr>
          <p:spPr>
            <a:xfrm>
              <a:off x="6713000" y="2307800"/>
              <a:ext cx="403650" cy="268550"/>
            </a:xfrm>
            <a:custGeom>
              <a:avLst/>
              <a:gdLst/>
              <a:ahLst/>
              <a:cxnLst/>
              <a:rect l="l" t="t" r="r" b="b"/>
              <a:pathLst>
                <a:path w="16146" h="10742" extrusionOk="0">
                  <a:moveTo>
                    <a:pt x="1302" y="0"/>
                  </a:moveTo>
                  <a:lnTo>
                    <a:pt x="1" y="4537"/>
                  </a:lnTo>
                  <a:cubicBezTo>
                    <a:pt x="7339" y="9941"/>
                    <a:pt x="15278" y="10741"/>
                    <a:pt x="15278" y="10741"/>
                  </a:cubicBezTo>
                  <a:lnTo>
                    <a:pt x="16145" y="9007"/>
                  </a:lnTo>
                  <a:cubicBezTo>
                    <a:pt x="7272" y="5904"/>
                    <a:pt x="1302" y="0"/>
                    <a:pt x="130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76"/>
            <p:cNvSpPr/>
            <p:nvPr/>
          </p:nvSpPr>
          <p:spPr>
            <a:xfrm>
              <a:off x="6573725" y="2240225"/>
              <a:ext cx="247725" cy="230200"/>
            </a:xfrm>
            <a:custGeom>
              <a:avLst/>
              <a:gdLst/>
              <a:ahLst/>
              <a:cxnLst/>
              <a:rect l="l" t="t" r="r" b="b"/>
              <a:pathLst>
                <a:path w="9909" h="9208" extrusionOk="0">
                  <a:moveTo>
                    <a:pt x="3300" y="1"/>
                  </a:moveTo>
                  <a:cubicBezTo>
                    <a:pt x="2468" y="1"/>
                    <a:pt x="1637" y="357"/>
                    <a:pt x="1068" y="1035"/>
                  </a:cubicBezTo>
                  <a:cubicBezTo>
                    <a:pt x="1" y="2236"/>
                    <a:pt x="168" y="4104"/>
                    <a:pt x="1369" y="5138"/>
                  </a:cubicBezTo>
                  <a:lnTo>
                    <a:pt x="6072" y="9208"/>
                  </a:lnTo>
                  <a:lnTo>
                    <a:pt x="9908" y="4771"/>
                  </a:lnTo>
                  <a:lnTo>
                    <a:pt x="5205" y="735"/>
                  </a:lnTo>
                  <a:cubicBezTo>
                    <a:pt x="4664" y="240"/>
                    <a:pt x="3981" y="1"/>
                    <a:pt x="33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76"/>
            <p:cNvSpPr/>
            <p:nvPr/>
          </p:nvSpPr>
          <p:spPr>
            <a:xfrm>
              <a:off x="7076600" y="2523175"/>
              <a:ext cx="124275" cy="74100"/>
            </a:xfrm>
            <a:custGeom>
              <a:avLst/>
              <a:gdLst/>
              <a:ahLst/>
              <a:cxnLst/>
              <a:rect l="l" t="t" r="r" b="b"/>
              <a:pathLst>
                <a:path w="4971" h="2964" extrusionOk="0">
                  <a:moveTo>
                    <a:pt x="2090" y="0"/>
                  </a:moveTo>
                  <a:cubicBezTo>
                    <a:pt x="1162" y="0"/>
                    <a:pt x="393" y="437"/>
                    <a:pt x="234" y="1126"/>
                  </a:cubicBezTo>
                  <a:cubicBezTo>
                    <a:pt x="0" y="1959"/>
                    <a:pt x="934" y="2493"/>
                    <a:pt x="2169" y="2793"/>
                  </a:cubicBezTo>
                  <a:cubicBezTo>
                    <a:pt x="2614" y="2899"/>
                    <a:pt x="3039" y="2963"/>
                    <a:pt x="3412" y="2963"/>
                  </a:cubicBezTo>
                  <a:cubicBezTo>
                    <a:pt x="4102" y="2963"/>
                    <a:pt x="4619" y="2744"/>
                    <a:pt x="4770" y="2160"/>
                  </a:cubicBezTo>
                  <a:cubicBezTo>
                    <a:pt x="4971" y="1292"/>
                    <a:pt x="4103" y="392"/>
                    <a:pt x="2836" y="91"/>
                  </a:cubicBezTo>
                  <a:cubicBezTo>
                    <a:pt x="2582" y="30"/>
                    <a:pt x="2331" y="0"/>
                    <a:pt x="209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76"/>
            <p:cNvSpPr/>
            <p:nvPr/>
          </p:nvSpPr>
          <p:spPr>
            <a:xfrm>
              <a:off x="6341075" y="2692225"/>
              <a:ext cx="334425" cy="85100"/>
            </a:xfrm>
            <a:custGeom>
              <a:avLst/>
              <a:gdLst/>
              <a:ahLst/>
              <a:cxnLst/>
              <a:rect l="l" t="t" r="r" b="b"/>
              <a:pathLst>
                <a:path w="13377" h="3404" extrusionOk="0">
                  <a:moveTo>
                    <a:pt x="801" y="1"/>
                  </a:moveTo>
                  <a:cubicBezTo>
                    <a:pt x="367" y="1"/>
                    <a:pt x="0" y="334"/>
                    <a:pt x="0" y="735"/>
                  </a:cubicBezTo>
                  <a:lnTo>
                    <a:pt x="0" y="2669"/>
                  </a:lnTo>
                  <a:cubicBezTo>
                    <a:pt x="0" y="3070"/>
                    <a:pt x="334" y="3403"/>
                    <a:pt x="734" y="3403"/>
                  </a:cubicBezTo>
                  <a:lnTo>
                    <a:pt x="12643" y="3403"/>
                  </a:lnTo>
                  <a:cubicBezTo>
                    <a:pt x="13043" y="3403"/>
                    <a:pt x="13377" y="3070"/>
                    <a:pt x="13377" y="2669"/>
                  </a:cubicBezTo>
                  <a:lnTo>
                    <a:pt x="13377" y="1435"/>
                  </a:lnTo>
                  <a:cubicBezTo>
                    <a:pt x="13377" y="1035"/>
                    <a:pt x="13043" y="735"/>
                    <a:pt x="12676" y="701"/>
                  </a:cubicBezTo>
                  <a:lnTo>
                    <a:pt x="80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76"/>
            <p:cNvSpPr/>
            <p:nvPr/>
          </p:nvSpPr>
          <p:spPr>
            <a:xfrm>
              <a:off x="5873225" y="2763125"/>
              <a:ext cx="424500" cy="13350"/>
            </a:xfrm>
            <a:custGeom>
              <a:avLst/>
              <a:gdLst/>
              <a:ahLst/>
              <a:cxnLst/>
              <a:rect l="l" t="t" r="r" b="b"/>
              <a:pathLst>
                <a:path w="16980" h="534" extrusionOk="0">
                  <a:moveTo>
                    <a:pt x="1" y="0"/>
                  </a:moveTo>
                  <a:lnTo>
                    <a:pt x="1" y="534"/>
                  </a:lnTo>
                  <a:lnTo>
                    <a:pt x="16980" y="534"/>
                  </a:lnTo>
                  <a:lnTo>
                    <a:pt x="1698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76"/>
            <p:cNvSpPr/>
            <p:nvPr/>
          </p:nvSpPr>
          <p:spPr>
            <a:xfrm>
              <a:off x="5845725" y="2729750"/>
              <a:ext cx="466175" cy="37575"/>
            </a:xfrm>
            <a:custGeom>
              <a:avLst/>
              <a:gdLst/>
              <a:ahLst/>
              <a:cxnLst/>
              <a:rect l="l" t="t" r="r" b="b"/>
              <a:pathLst>
                <a:path w="18647" h="1503" extrusionOk="0">
                  <a:moveTo>
                    <a:pt x="0" y="1"/>
                  </a:moveTo>
                  <a:lnTo>
                    <a:pt x="0" y="1502"/>
                  </a:lnTo>
                  <a:lnTo>
                    <a:pt x="18647" y="1502"/>
                  </a:lnTo>
                  <a:lnTo>
                    <a:pt x="1864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76"/>
            <p:cNvSpPr/>
            <p:nvPr/>
          </p:nvSpPr>
          <p:spPr>
            <a:xfrm>
              <a:off x="5913275" y="2901550"/>
              <a:ext cx="771400" cy="361125"/>
            </a:xfrm>
            <a:custGeom>
              <a:avLst/>
              <a:gdLst/>
              <a:ahLst/>
              <a:cxnLst/>
              <a:rect l="l" t="t" r="r" b="b"/>
              <a:pathLst>
                <a:path w="30856" h="14445" extrusionOk="0">
                  <a:moveTo>
                    <a:pt x="15444" y="1"/>
                  </a:moveTo>
                  <a:cubicBezTo>
                    <a:pt x="7272" y="1"/>
                    <a:pt x="567" y="6372"/>
                    <a:pt x="0" y="14444"/>
                  </a:cubicBezTo>
                  <a:lnTo>
                    <a:pt x="30855" y="14444"/>
                  </a:lnTo>
                  <a:cubicBezTo>
                    <a:pt x="30322" y="6372"/>
                    <a:pt x="23617" y="1"/>
                    <a:pt x="154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76"/>
            <p:cNvSpPr/>
            <p:nvPr/>
          </p:nvSpPr>
          <p:spPr>
            <a:xfrm>
              <a:off x="6012500" y="2901550"/>
              <a:ext cx="673850" cy="361125"/>
            </a:xfrm>
            <a:custGeom>
              <a:avLst/>
              <a:gdLst/>
              <a:ahLst/>
              <a:cxnLst/>
              <a:rect l="l" t="t" r="r" b="b"/>
              <a:pathLst>
                <a:path w="26954" h="14445" extrusionOk="0">
                  <a:moveTo>
                    <a:pt x="11509" y="1"/>
                  </a:moveTo>
                  <a:cubicBezTo>
                    <a:pt x="6939" y="1"/>
                    <a:pt x="2836" y="2002"/>
                    <a:pt x="1" y="5171"/>
                  </a:cubicBezTo>
                  <a:cubicBezTo>
                    <a:pt x="2703" y="2702"/>
                    <a:pt x="6305" y="1201"/>
                    <a:pt x="10308" y="1201"/>
                  </a:cubicBezTo>
                  <a:cubicBezTo>
                    <a:pt x="18114" y="1201"/>
                    <a:pt x="24518" y="6972"/>
                    <a:pt x="25619" y="14444"/>
                  </a:cubicBezTo>
                  <a:lnTo>
                    <a:pt x="26953" y="14444"/>
                  </a:lnTo>
                  <a:cubicBezTo>
                    <a:pt x="26386" y="6372"/>
                    <a:pt x="19681" y="1"/>
                    <a:pt x="1150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76"/>
            <p:cNvSpPr/>
            <p:nvPr/>
          </p:nvSpPr>
          <p:spPr>
            <a:xfrm>
              <a:off x="6292700" y="2559650"/>
              <a:ext cx="644650" cy="611275"/>
            </a:xfrm>
            <a:custGeom>
              <a:avLst/>
              <a:gdLst/>
              <a:ahLst/>
              <a:cxnLst/>
              <a:rect l="l" t="t" r="r" b="b"/>
              <a:pathLst>
                <a:path w="25786" h="24451" extrusionOk="0">
                  <a:moveTo>
                    <a:pt x="2469" y="0"/>
                  </a:moveTo>
                  <a:cubicBezTo>
                    <a:pt x="2469" y="0"/>
                    <a:pt x="1" y="6538"/>
                    <a:pt x="4737" y="8540"/>
                  </a:cubicBezTo>
                  <a:cubicBezTo>
                    <a:pt x="10475" y="11008"/>
                    <a:pt x="15678" y="11508"/>
                    <a:pt x="17346" y="11675"/>
                  </a:cubicBezTo>
                  <a:cubicBezTo>
                    <a:pt x="18514" y="16612"/>
                    <a:pt x="19481" y="19814"/>
                    <a:pt x="22183" y="24451"/>
                  </a:cubicBezTo>
                  <a:lnTo>
                    <a:pt x="24985" y="24451"/>
                  </a:lnTo>
                  <a:cubicBezTo>
                    <a:pt x="24985" y="24451"/>
                    <a:pt x="25786" y="14377"/>
                    <a:pt x="22183" y="8273"/>
                  </a:cubicBezTo>
                  <a:cubicBezTo>
                    <a:pt x="18480" y="4770"/>
                    <a:pt x="11809" y="2802"/>
                    <a:pt x="11809" y="2802"/>
                  </a:cubicBezTo>
                  <a:lnTo>
                    <a:pt x="246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76"/>
            <p:cNvSpPr/>
            <p:nvPr/>
          </p:nvSpPr>
          <p:spPr>
            <a:xfrm>
              <a:off x="6833925" y="3168400"/>
              <a:ext cx="199325" cy="82600"/>
            </a:xfrm>
            <a:custGeom>
              <a:avLst/>
              <a:gdLst/>
              <a:ahLst/>
              <a:cxnLst/>
              <a:rect l="l" t="t" r="r" b="b"/>
              <a:pathLst>
                <a:path w="7973" h="3304" extrusionOk="0">
                  <a:moveTo>
                    <a:pt x="3003" y="1"/>
                  </a:moveTo>
                  <a:lnTo>
                    <a:pt x="701" y="34"/>
                  </a:lnTo>
                  <a:lnTo>
                    <a:pt x="0" y="3303"/>
                  </a:lnTo>
                  <a:lnTo>
                    <a:pt x="7973" y="3303"/>
                  </a:lnTo>
                  <a:lnTo>
                    <a:pt x="300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76"/>
            <p:cNvSpPr/>
            <p:nvPr/>
          </p:nvSpPr>
          <p:spPr>
            <a:xfrm>
              <a:off x="7076600" y="2959925"/>
              <a:ext cx="487025" cy="302750"/>
            </a:xfrm>
            <a:custGeom>
              <a:avLst/>
              <a:gdLst/>
              <a:ahLst/>
              <a:cxnLst/>
              <a:rect l="l" t="t" r="r" b="b"/>
              <a:pathLst>
                <a:path w="19481" h="12110" extrusionOk="0">
                  <a:moveTo>
                    <a:pt x="11008" y="1"/>
                  </a:moveTo>
                  <a:cubicBezTo>
                    <a:pt x="4937" y="1"/>
                    <a:pt x="0" y="4937"/>
                    <a:pt x="0" y="11008"/>
                  </a:cubicBezTo>
                  <a:cubicBezTo>
                    <a:pt x="0" y="11375"/>
                    <a:pt x="67" y="11709"/>
                    <a:pt x="67" y="12109"/>
                  </a:cubicBezTo>
                  <a:lnTo>
                    <a:pt x="7005" y="12109"/>
                  </a:lnTo>
                  <a:lnTo>
                    <a:pt x="19481" y="3970"/>
                  </a:lnTo>
                  <a:cubicBezTo>
                    <a:pt x="17479" y="1535"/>
                    <a:pt x="14444" y="1"/>
                    <a:pt x="110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76"/>
            <p:cNvSpPr/>
            <p:nvPr/>
          </p:nvSpPr>
          <p:spPr>
            <a:xfrm>
              <a:off x="7116625" y="2548800"/>
              <a:ext cx="51725" cy="52550"/>
            </a:xfrm>
            <a:custGeom>
              <a:avLst/>
              <a:gdLst/>
              <a:ahLst/>
              <a:cxnLst/>
              <a:rect l="l" t="t" r="r" b="b"/>
              <a:pathLst>
                <a:path w="2069" h="2102" extrusionOk="0">
                  <a:moveTo>
                    <a:pt x="1035" y="0"/>
                  </a:moveTo>
                  <a:cubicBezTo>
                    <a:pt x="467" y="0"/>
                    <a:pt x="0" y="467"/>
                    <a:pt x="0" y="1068"/>
                  </a:cubicBezTo>
                  <a:cubicBezTo>
                    <a:pt x="0" y="1635"/>
                    <a:pt x="467" y="2102"/>
                    <a:pt x="1035" y="2102"/>
                  </a:cubicBezTo>
                  <a:cubicBezTo>
                    <a:pt x="1602" y="2102"/>
                    <a:pt x="2069" y="1635"/>
                    <a:pt x="2069" y="1068"/>
                  </a:cubicBezTo>
                  <a:cubicBezTo>
                    <a:pt x="2069" y="467"/>
                    <a:pt x="1602" y="0"/>
                    <a:pt x="103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76"/>
            <p:cNvSpPr/>
            <p:nvPr/>
          </p:nvSpPr>
          <p:spPr>
            <a:xfrm>
              <a:off x="7273400" y="2524625"/>
              <a:ext cx="16700" cy="135950"/>
            </a:xfrm>
            <a:custGeom>
              <a:avLst/>
              <a:gdLst/>
              <a:ahLst/>
              <a:cxnLst/>
              <a:rect l="l" t="t" r="r" b="b"/>
              <a:pathLst>
                <a:path w="668" h="5438" extrusionOk="0">
                  <a:moveTo>
                    <a:pt x="1" y="0"/>
                  </a:moveTo>
                  <a:lnTo>
                    <a:pt x="1" y="5437"/>
                  </a:lnTo>
                  <a:lnTo>
                    <a:pt x="668" y="5437"/>
                  </a:lnTo>
                  <a:lnTo>
                    <a:pt x="66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76"/>
            <p:cNvSpPr/>
            <p:nvPr/>
          </p:nvSpPr>
          <p:spPr>
            <a:xfrm>
              <a:off x="6011675" y="3092525"/>
              <a:ext cx="147625" cy="35050"/>
            </a:xfrm>
            <a:custGeom>
              <a:avLst/>
              <a:gdLst/>
              <a:ahLst/>
              <a:cxnLst/>
              <a:rect l="l" t="t" r="r" b="b"/>
              <a:pathLst>
                <a:path w="5905" h="1402" extrusionOk="0">
                  <a:moveTo>
                    <a:pt x="701" y="0"/>
                  </a:moveTo>
                  <a:cubicBezTo>
                    <a:pt x="334" y="0"/>
                    <a:pt x="0" y="301"/>
                    <a:pt x="0" y="701"/>
                  </a:cubicBezTo>
                  <a:cubicBezTo>
                    <a:pt x="0" y="1068"/>
                    <a:pt x="300" y="1401"/>
                    <a:pt x="701" y="1401"/>
                  </a:cubicBezTo>
                  <a:lnTo>
                    <a:pt x="5171" y="1401"/>
                  </a:lnTo>
                  <a:cubicBezTo>
                    <a:pt x="5571" y="1401"/>
                    <a:pt x="5904" y="1134"/>
                    <a:pt x="5904" y="701"/>
                  </a:cubicBezTo>
                  <a:cubicBezTo>
                    <a:pt x="5904" y="334"/>
                    <a:pt x="5638" y="0"/>
                    <a:pt x="520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76"/>
            <p:cNvSpPr/>
            <p:nvPr/>
          </p:nvSpPr>
          <p:spPr>
            <a:xfrm>
              <a:off x="6011675" y="3142550"/>
              <a:ext cx="147625" cy="35050"/>
            </a:xfrm>
            <a:custGeom>
              <a:avLst/>
              <a:gdLst/>
              <a:ahLst/>
              <a:cxnLst/>
              <a:rect l="l" t="t" r="r" b="b"/>
              <a:pathLst>
                <a:path w="5905" h="1402" extrusionOk="0">
                  <a:moveTo>
                    <a:pt x="701" y="1"/>
                  </a:moveTo>
                  <a:cubicBezTo>
                    <a:pt x="334" y="1"/>
                    <a:pt x="0" y="301"/>
                    <a:pt x="0" y="701"/>
                  </a:cubicBezTo>
                  <a:cubicBezTo>
                    <a:pt x="0" y="1068"/>
                    <a:pt x="300" y="1402"/>
                    <a:pt x="701" y="1402"/>
                  </a:cubicBezTo>
                  <a:lnTo>
                    <a:pt x="5171" y="1402"/>
                  </a:lnTo>
                  <a:cubicBezTo>
                    <a:pt x="5571" y="1402"/>
                    <a:pt x="5904" y="1068"/>
                    <a:pt x="5904" y="701"/>
                  </a:cubicBezTo>
                  <a:cubicBezTo>
                    <a:pt x="5904" y="334"/>
                    <a:pt x="5638" y="1"/>
                    <a:pt x="520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76"/>
            <p:cNvSpPr/>
            <p:nvPr/>
          </p:nvSpPr>
          <p:spPr>
            <a:xfrm>
              <a:off x="6011675" y="3191750"/>
              <a:ext cx="147625" cy="35050"/>
            </a:xfrm>
            <a:custGeom>
              <a:avLst/>
              <a:gdLst/>
              <a:ahLst/>
              <a:cxnLst/>
              <a:rect l="l" t="t" r="r" b="b"/>
              <a:pathLst>
                <a:path w="5905" h="1402" extrusionOk="0">
                  <a:moveTo>
                    <a:pt x="701" y="1"/>
                  </a:moveTo>
                  <a:cubicBezTo>
                    <a:pt x="334" y="1"/>
                    <a:pt x="0" y="268"/>
                    <a:pt x="0" y="701"/>
                  </a:cubicBezTo>
                  <a:cubicBezTo>
                    <a:pt x="0" y="1068"/>
                    <a:pt x="300" y="1402"/>
                    <a:pt x="701" y="1402"/>
                  </a:cubicBezTo>
                  <a:lnTo>
                    <a:pt x="5171" y="1402"/>
                  </a:lnTo>
                  <a:cubicBezTo>
                    <a:pt x="5571" y="1402"/>
                    <a:pt x="5904" y="1068"/>
                    <a:pt x="5904" y="701"/>
                  </a:cubicBezTo>
                  <a:cubicBezTo>
                    <a:pt x="5904" y="334"/>
                    <a:pt x="5638" y="1"/>
                    <a:pt x="520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76"/>
            <p:cNvSpPr/>
            <p:nvPr/>
          </p:nvSpPr>
          <p:spPr>
            <a:xfrm>
              <a:off x="6015000" y="3092525"/>
              <a:ext cx="144300" cy="133450"/>
            </a:xfrm>
            <a:custGeom>
              <a:avLst/>
              <a:gdLst/>
              <a:ahLst/>
              <a:cxnLst/>
              <a:rect l="l" t="t" r="r" b="b"/>
              <a:pathLst>
                <a:path w="5772" h="5338" extrusionOk="0">
                  <a:moveTo>
                    <a:pt x="568" y="0"/>
                  </a:moveTo>
                  <a:cubicBezTo>
                    <a:pt x="334" y="0"/>
                    <a:pt x="101" y="134"/>
                    <a:pt x="1" y="301"/>
                  </a:cubicBezTo>
                  <a:cubicBezTo>
                    <a:pt x="67" y="234"/>
                    <a:pt x="167" y="234"/>
                    <a:pt x="201" y="234"/>
                  </a:cubicBezTo>
                  <a:lnTo>
                    <a:pt x="4704" y="234"/>
                  </a:lnTo>
                  <a:cubicBezTo>
                    <a:pt x="5104" y="234"/>
                    <a:pt x="5405" y="567"/>
                    <a:pt x="5405" y="968"/>
                  </a:cubicBezTo>
                  <a:cubicBezTo>
                    <a:pt x="5405" y="1134"/>
                    <a:pt x="5371" y="1235"/>
                    <a:pt x="5271" y="1368"/>
                  </a:cubicBezTo>
                  <a:cubicBezTo>
                    <a:pt x="5571" y="1301"/>
                    <a:pt x="5771" y="1001"/>
                    <a:pt x="5771" y="701"/>
                  </a:cubicBezTo>
                  <a:cubicBezTo>
                    <a:pt x="5771" y="301"/>
                    <a:pt x="5438" y="0"/>
                    <a:pt x="5071" y="0"/>
                  </a:cubicBezTo>
                  <a:close/>
                  <a:moveTo>
                    <a:pt x="568" y="1968"/>
                  </a:moveTo>
                  <a:cubicBezTo>
                    <a:pt x="334" y="1968"/>
                    <a:pt x="101" y="2068"/>
                    <a:pt x="1" y="2235"/>
                  </a:cubicBezTo>
                  <a:cubicBezTo>
                    <a:pt x="67" y="2202"/>
                    <a:pt x="167" y="2202"/>
                    <a:pt x="201" y="2202"/>
                  </a:cubicBezTo>
                  <a:lnTo>
                    <a:pt x="4704" y="2202"/>
                  </a:lnTo>
                  <a:cubicBezTo>
                    <a:pt x="5104" y="2202"/>
                    <a:pt x="5405" y="2535"/>
                    <a:pt x="5405" y="2902"/>
                  </a:cubicBezTo>
                  <a:cubicBezTo>
                    <a:pt x="5405" y="3069"/>
                    <a:pt x="5371" y="3203"/>
                    <a:pt x="5271" y="3336"/>
                  </a:cubicBezTo>
                  <a:cubicBezTo>
                    <a:pt x="5571" y="3236"/>
                    <a:pt x="5771" y="2936"/>
                    <a:pt x="5771" y="2669"/>
                  </a:cubicBezTo>
                  <a:cubicBezTo>
                    <a:pt x="5771" y="2302"/>
                    <a:pt x="5438" y="1968"/>
                    <a:pt x="5038" y="1968"/>
                  </a:cubicBezTo>
                  <a:close/>
                  <a:moveTo>
                    <a:pt x="568" y="3970"/>
                  </a:moveTo>
                  <a:cubicBezTo>
                    <a:pt x="334" y="3970"/>
                    <a:pt x="101" y="4070"/>
                    <a:pt x="1" y="4237"/>
                  </a:cubicBezTo>
                  <a:cubicBezTo>
                    <a:pt x="67" y="4203"/>
                    <a:pt x="167" y="4203"/>
                    <a:pt x="201" y="4203"/>
                  </a:cubicBezTo>
                  <a:lnTo>
                    <a:pt x="4704" y="4203"/>
                  </a:lnTo>
                  <a:cubicBezTo>
                    <a:pt x="5104" y="4203"/>
                    <a:pt x="5405" y="4537"/>
                    <a:pt x="5405" y="4904"/>
                  </a:cubicBezTo>
                  <a:cubicBezTo>
                    <a:pt x="5405" y="5071"/>
                    <a:pt x="5371" y="5204"/>
                    <a:pt x="5271" y="5337"/>
                  </a:cubicBezTo>
                  <a:cubicBezTo>
                    <a:pt x="5571" y="5237"/>
                    <a:pt x="5771" y="4937"/>
                    <a:pt x="5771" y="4670"/>
                  </a:cubicBezTo>
                  <a:cubicBezTo>
                    <a:pt x="5771" y="4237"/>
                    <a:pt x="5438" y="3970"/>
                    <a:pt x="5038" y="397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57" name="Google Shape;1957;p76"/>
          <p:cNvSpPr/>
          <p:nvPr/>
        </p:nvSpPr>
        <p:spPr>
          <a:xfrm>
            <a:off x="8183225" y="2959775"/>
            <a:ext cx="225175" cy="328775"/>
          </a:xfrm>
          <a:custGeom>
            <a:avLst/>
            <a:gdLst/>
            <a:ahLst/>
            <a:cxnLst/>
            <a:rect l="l" t="t" r="r" b="b"/>
            <a:pathLst>
              <a:path w="9007" h="13151" extrusionOk="0">
                <a:moveTo>
                  <a:pt x="4606" y="0"/>
                </a:moveTo>
                <a:cubicBezTo>
                  <a:pt x="4528" y="0"/>
                  <a:pt x="4449" y="2"/>
                  <a:pt x="4370" y="7"/>
                </a:cubicBezTo>
                <a:cubicBezTo>
                  <a:pt x="2202" y="73"/>
                  <a:pt x="334" y="1841"/>
                  <a:pt x="134" y="4009"/>
                </a:cubicBezTo>
                <a:cubicBezTo>
                  <a:pt x="0" y="5844"/>
                  <a:pt x="934" y="7479"/>
                  <a:pt x="2402" y="8312"/>
                </a:cubicBezTo>
                <a:cubicBezTo>
                  <a:pt x="3102" y="8713"/>
                  <a:pt x="3569" y="9413"/>
                  <a:pt x="3569" y="10247"/>
                </a:cubicBezTo>
                <a:lnTo>
                  <a:pt x="3569" y="12082"/>
                </a:lnTo>
                <a:cubicBezTo>
                  <a:pt x="3569" y="12582"/>
                  <a:pt x="3936" y="13083"/>
                  <a:pt x="4437" y="13149"/>
                </a:cubicBezTo>
                <a:cubicBezTo>
                  <a:pt x="4457" y="13150"/>
                  <a:pt x="4477" y="13151"/>
                  <a:pt x="4497" y="13151"/>
                </a:cubicBezTo>
                <a:cubicBezTo>
                  <a:pt x="5070" y="13151"/>
                  <a:pt x="5538" y="12698"/>
                  <a:pt x="5538" y="12182"/>
                </a:cubicBezTo>
                <a:lnTo>
                  <a:pt x="5538" y="10314"/>
                </a:lnTo>
                <a:cubicBezTo>
                  <a:pt x="5538" y="9513"/>
                  <a:pt x="6005" y="8746"/>
                  <a:pt x="6705" y="8379"/>
                </a:cubicBezTo>
                <a:cubicBezTo>
                  <a:pt x="8073" y="7545"/>
                  <a:pt x="9007" y="6078"/>
                  <a:pt x="9007" y="4410"/>
                </a:cubicBezTo>
                <a:cubicBezTo>
                  <a:pt x="9007" y="1986"/>
                  <a:pt x="7034" y="0"/>
                  <a:pt x="46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76"/>
          <p:cNvSpPr/>
          <p:nvPr/>
        </p:nvSpPr>
        <p:spPr>
          <a:xfrm>
            <a:off x="5193575" y="2959775"/>
            <a:ext cx="225200" cy="328775"/>
          </a:xfrm>
          <a:custGeom>
            <a:avLst/>
            <a:gdLst/>
            <a:ahLst/>
            <a:cxnLst/>
            <a:rect l="l" t="t" r="r" b="b"/>
            <a:pathLst>
              <a:path w="9008" h="13151" extrusionOk="0">
                <a:moveTo>
                  <a:pt x="4606" y="0"/>
                </a:moveTo>
                <a:cubicBezTo>
                  <a:pt x="4528" y="0"/>
                  <a:pt x="4450" y="2"/>
                  <a:pt x="4371" y="7"/>
                </a:cubicBezTo>
                <a:cubicBezTo>
                  <a:pt x="2202" y="73"/>
                  <a:pt x="334" y="1841"/>
                  <a:pt x="168" y="4009"/>
                </a:cubicBezTo>
                <a:cubicBezTo>
                  <a:pt x="1" y="5844"/>
                  <a:pt x="935" y="7479"/>
                  <a:pt x="2403" y="8312"/>
                </a:cubicBezTo>
                <a:cubicBezTo>
                  <a:pt x="3103" y="8713"/>
                  <a:pt x="3570" y="9413"/>
                  <a:pt x="3570" y="10247"/>
                </a:cubicBezTo>
                <a:lnTo>
                  <a:pt x="3570" y="12082"/>
                </a:lnTo>
                <a:cubicBezTo>
                  <a:pt x="3570" y="12582"/>
                  <a:pt x="3937" y="13083"/>
                  <a:pt x="4437" y="13149"/>
                </a:cubicBezTo>
                <a:cubicBezTo>
                  <a:pt x="4458" y="13150"/>
                  <a:pt x="4478" y="13151"/>
                  <a:pt x="4498" y="13151"/>
                </a:cubicBezTo>
                <a:cubicBezTo>
                  <a:pt x="5071" y="13151"/>
                  <a:pt x="5538" y="12698"/>
                  <a:pt x="5538" y="12182"/>
                </a:cubicBezTo>
                <a:lnTo>
                  <a:pt x="5538" y="10314"/>
                </a:lnTo>
                <a:cubicBezTo>
                  <a:pt x="5538" y="9513"/>
                  <a:pt x="6005" y="8746"/>
                  <a:pt x="6706" y="8379"/>
                </a:cubicBezTo>
                <a:cubicBezTo>
                  <a:pt x="8073" y="7545"/>
                  <a:pt x="9007" y="6078"/>
                  <a:pt x="9007" y="4410"/>
                </a:cubicBezTo>
                <a:cubicBezTo>
                  <a:pt x="9007" y="1986"/>
                  <a:pt x="7035" y="0"/>
                  <a:pt x="46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76"/>
          <p:cNvSpPr/>
          <p:nvPr/>
        </p:nvSpPr>
        <p:spPr>
          <a:xfrm>
            <a:off x="8259950" y="2847550"/>
            <a:ext cx="20875" cy="20675"/>
          </a:xfrm>
          <a:custGeom>
            <a:avLst/>
            <a:gdLst/>
            <a:ahLst/>
            <a:cxnLst/>
            <a:rect l="l" t="t" r="r" b="b"/>
            <a:pathLst>
              <a:path w="835" h="827" extrusionOk="0">
                <a:moveTo>
                  <a:pt x="417" y="1"/>
                </a:moveTo>
                <a:cubicBezTo>
                  <a:pt x="317" y="1"/>
                  <a:pt x="217" y="42"/>
                  <a:pt x="134" y="126"/>
                </a:cubicBezTo>
                <a:cubicBezTo>
                  <a:pt x="33" y="192"/>
                  <a:pt x="0" y="293"/>
                  <a:pt x="0" y="426"/>
                </a:cubicBezTo>
                <a:cubicBezTo>
                  <a:pt x="0" y="526"/>
                  <a:pt x="33" y="626"/>
                  <a:pt x="134" y="693"/>
                </a:cubicBezTo>
                <a:cubicBezTo>
                  <a:pt x="200" y="793"/>
                  <a:pt x="300" y="826"/>
                  <a:pt x="434" y="826"/>
                </a:cubicBezTo>
                <a:cubicBezTo>
                  <a:pt x="534" y="826"/>
                  <a:pt x="667" y="793"/>
                  <a:pt x="701" y="693"/>
                </a:cubicBezTo>
                <a:cubicBezTo>
                  <a:pt x="801" y="626"/>
                  <a:pt x="834" y="526"/>
                  <a:pt x="834" y="426"/>
                </a:cubicBezTo>
                <a:cubicBezTo>
                  <a:pt x="834" y="293"/>
                  <a:pt x="801" y="192"/>
                  <a:pt x="701" y="126"/>
                </a:cubicBezTo>
                <a:cubicBezTo>
                  <a:pt x="617" y="42"/>
                  <a:pt x="517" y="1"/>
                  <a:pt x="417" y="1"/>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60" name="Google Shape;1960;p76"/>
          <p:cNvGrpSpPr/>
          <p:nvPr/>
        </p:nvGrpSpPr>
        <p:grpSpPr>
          <a:xfrm>
            <a:off x="4860025" y="1446350"/>
            <a:ext cx="3936150" cy="2250800"/>
            <a:chOff x="4860025" y="1446350"/>
            <a:chExt cx="3936150" cy="2250800"/>
          </a:xfrm>
        </p:grpSpPr>
        <p:sp>
          <p:nvSpPr>
            <p:cNvPr id="1961" name="Google Shape;1961;p76"/>
            <p:cNvSpPr/>
            <p:nvPr/>
          </p:nvSpPr>
          <p:spPr>
            <a:xfrm>
              <a:off x="4942575" y="2471250"/>
              <a:ext cx="257700" cy="1135000"/>
            </a:xfrm>
            <a:custGeom>
              <a:avLst/>
              <a:gdLst/>
              <a:ahLst/>
              <a:cxnLst/>
              <a:rect l="l" t="t" r="r" b="b"/>
              <a:pathLst>
                <a:path w="10308" h="45400" extrusionOk="0">
                  <a:moveTo>
                    <a:pt x="7939" y="0"/>
                  </a:moveTo>
                  <a:cubicBezTo>
                    <a:pt x="2669" y="10408"/>
                    <a:pt x="0" y="21682"/>
                    <a:pt x="0" y="33424"/>
                  </a:cubicBezTo>
                  <a:cubicBezTo>
                    <a:pt x="0" y="37427"/>
                    <a:pt x="334" y="41430"/>
                    <a:pt x="968" y="45399"/>
                  </a:cubicBezTo>
                  <a:lnTo>
                    <a:pt x="3670" y="45399"/>
                  </a:lnTo>
                  <a:cubicBezTo>
                    <a:pt x="3036" y="41430"/>
                    <a:pt x="2669" y="37427"/>
                    <a:pt x="2669" y="33424"/>
                  </a:cubicBezTo>
                  <a:cubicBezTo>
                    <a:pt x="2669" y="22083"/>
                    <a:pt x="5271" y="11242"/>
                    <a:pt x="10308" y="1201"/>
                  </a:cubicBezTo>
                  <a:lnTo>
                    <a:pt x="793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76"/>
            <p:cNvSpPr/>
            <p:nvPr/>
          </p:nvSpPr>
          <p:spPr>
            <a:xfrm>
              <a:off x="5166900" y="1446350"/>
              <a:ext cx="1780450" cy="1005725"/>
            </a:xfrm>
            <a:custGeom>
              <a:avLst/>
              <a:gdLst/>
              <a:ahLst/>
              <a:cxnLst/>
              <a:rect l="l" t="t" r="r" b="b"/>
              <a:pathLst>
                <a:path w="71218" h="40229" extrusionOk="0">
                  <a:moveTo>
                    <a:pt x="65481" y="0"/>
                  </a:moveTo>
                  <a:cubicBezTo>
                    <a:pt x="38161" y="0"/>
                    <a:pt x="13076" y="14911"/>
                    <a:pt x="0" y="38995"/>
                  </a:cubicBezTo>
                  <a:lnTo>
                    <a:pt x="2335" y="40229"/>
                  </a:lnTo>
                  <a:cubicBezTo>
                    <a:pt x="14944" y="17046"/>
                    <a:pt x="39128" y="2669"/>
                    <a:pt x="65481" y="2669"/>
                  </a:cubicBezTo>
                  <a:cubicBezTo>
                    <a:pt x="67349" y="2669"/>
                    <a:pt x="69183" y="2735"/>
                    <a:pt x="71018" y="2869"/>
                  </a:cubicBezTo>
                  <a:lnTo>
                    <a:pt x="71218" y="200"/>
                  </a:lnTo>
                  <a:cubicBezTo>
                    <a:pt x="69317" y="67"/>
                    <a:pt x="67382" y="0"/>
                    <a:pt x="6548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76"/>
            <p:cNvSpPr/>
            <p:nvPr/>
          </p:nvSpPr>
          <p:spPr>
            <a:xfrm>
              <a:off x="7044900" y="1463850"/>
              <a:ext cx="1513600" cy="1245100"/>
            </a:xfrm>
            <a:custGeom>
              <a:avLst/>
              <a:gdLst/>
              <a:ahLst/>
              <a:cxnLst/>
              <a:rect l="l" t="t" r="r" b="b"/>
              <a:pathLst>
                <a:path w="60544" h="49804" extrusionOk="0">
                  <a:moveTo>
                    <a:pt x="368" y="1"/>
                  </a:moveTo>
                  <a:lnTo>
                    <a:pt x="1" y="2636"/>
                  </a:lnTo>
                  <a:cubicBezTo>
                    <a:pt x="26753" y="6205"/>
                    <a:pt x="49036" y="24285"/>
                    <a:pt x="58042" y="49803"/>
                  </a:cubicBezTo>
                  <a:lnTo>
                    <a:pt x="60544" y="48902"/>
                  </a:lnTo>
                  <a:cubicBezTo>
                    <a:pt x="56007" y="36160"/>
                    <a:pt x="48068" y="24818"/>
                    <a:pt x="37528" y="16179"/>
                  </a:cubicBezTo>
                  <a:cubicBezTo>
                    <a:pt x="26853" y="7439"/>
                    <a:pt x="14011" y="1835"/>
                    <a:pt x="3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76"/>
            <p:cNvSpPr/>
            <p:nvPr/>
          </p:nvSpPr>
          <p:spPr>
            <a:xfrm>
              <a:off x="8534300" y="2814825"/>
              <a:ext cx="130125" cy="791425"/>
            </a:xfrm>
            <a:custGeom>
              <a:avLst/>
              <a:gdLst/>
              <a:ahLst/>
              <a:cxnLst/>
              <a:rect l="l" t="t" r="r" b="b"/>
              <a:pathLst>
                <a:path w="5205" h="31657" extrusionOk="0">
                  <a:moveTo>
                    <a:pt x="2569" y="0"/>
                  </a:moveTo>
                  <a:lnTo>
                    <a:pt x="1" y="734"/>
                  </a:lnTo>
                  <a:cubicBezTo>
                    <a:pt x="1668" y="6839"/>
                    <a:pt x="2536" y="13243"/>
                    <a:pt x="2536" y="19681"/>
                  </a:cubicBezTo>
                  <a:cubicBezTo>
                    <a:pt x="2536" y="23684"/>
                    <a:pt x="2202" y="27687"/>
                    <a:pt x="1535" y="31656"/>
                  </a:cubicBezTo>
                  <a:lnTo>
                    <a:pt x="4237" y="31656"/>
                  </a:lnTo>
                  <a:cubicBezTo>
                    <a:pt x="4871" y="27687"/>
                    <a:pt x="5204" y="23684"/>
                    <a:pt x="5204" y="19681"/>
                  </a:cubicBezTo>
                  <a:cubicBezTo>
                    <a:pt x="5204" y="13010"/>
                    <a:pt x="4337" y="6405"/>
                    <a:pt x="25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76"/>
            <p:cNvSpPr/>
            <p:nvPr/>
          </p:nvSpPr>
          <p:spPr>
            <a:xfrm>
              <a:off x="5581350" y="3359375"/>
              <a:ext cx="596300" cy="246875"/>
            </a:xfrm>
            <a:custGeom>
              <a:avLst/>
              <a:gdLst/>
              <a:ahLst/>
              <a:cxnLst/>
              <a:rect l="l" t="t" r="r" b="b"/>
              <a:pathLst>
                <a:path w="23852" h="9875" extrusionOk="0">
                  <a:moveTo>
                    <a:pt x="15178" y="1"/>
                  </a:moveTo>
                  <a:cubicBezTo>
                    <a:pt x="13577" y="1"/>
                    <a:pt x="12210" y="901"/>
                    <a:pt x="11509" y="2202"/>
                  </a:cubicBezTo>
                  <a:cubicBezTo>
                    <a:pt x="10875" y="1835"/>
                    <a:pt x="10175" y="1635"/>
                    <a:pt x="9408" y="1635"/>
                  </a:cubicBezTo>
                  <a:cubicBezTo>
                    <a:pt x="7273" y="1635"/>
                    <a:pt x="5572" y="3203"/>
                    <a:pt x="5271" y="5204"/>
                  </a:cubicBezTo>
                  <a:cubicBezTo>
                    <a:pt x="4904" y="5138"/>
                    <a:pt x="4538" y="5038"/>
                    <a:pt x="4171" y="5038"/>
                  </a:cubicBezTo>
                  <a:cubicBezTo>
                    <a:pt x="1869" y="5038"/>
                    <a:pt x="1" y="6906"/>
                    <a:pt x="1" y="9207"/>
                  </a:cubicBezTo>
                  <a:cubicBezTo>
                    <a:pt x="1" y="9407"/>
                    <a:pt x="1" y="9641"/>
                    <a:pt x="34" y="9841"/>
                  </a:cubicBezTo>
                  <a:lnTo>
                    <a:pt x="23785" y="9841"/>
                  </a:lnTo>
                  <a:lnTo>
                    <a:pt x="23785" y="9874"/>
                  </a:lnTo>
                  <a:cubicBezTo>
                    <a:pt x="23851" y="9674"/>
                    <a:pt x="23851" y="9474"/>
                    <a:pt x="23851" y="9241"/>
                  </a:cubicBezTo>
                  <a:cubicBezTo>
                    <a:pt x="23851" y="6972"/>
                    <a:pt x="21950" y="5071"/>
                    <a:pt x="19682" y="5071"/>
                  </a:cubicBezTo>
                  <a:cubicBezTo>
                    <a:pt x="19515" y="5071"/>
                    <a:pt x="19381" y="5071"/>
                    <a:pt x="19215" y="5138"/>
                  </a:cubicBezTo>
                  <a:cubicBezTo>
                    <a:pt x="19281" y="4837"/>
                    <a:pt x="19348" y="4504"/>
                    <a:pt x="19348" y="4170"/>
                  </a:cubicBezTo>
                  <a:cubicBezTo>
                    <a:pt x="19348" y="1869"/>
                    <a:pt x="17447" y="1"/>
                    <a:pt x="1517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76"/>
            <p:cNvSpPr/>
            <p:nvPr/>
          </p:nvSpPr>
          <p:spPr>
            <a:xfrm>
              <a:off x="6096725" y="3422750"/>
              <a:ext cx="441175" cy="183500"/>
            </a:xfrm>
            <a:custGeom>
              <a:avLst/>
              <a:gdLst/>
              <a:ahLst/>
              <a:cxnLst/>
              <a:rect l="l" t="t" r="r" b="b"/>
              <a:pathLst>
                <a:path w="17647" h="7340" extrusionOk="0">
                  <a:moveTo>
                    <a:pt x="6439" y="1"/>
                  </a:moveTo>
                  <a:cubicBezTo>
                    <a:pt x="4737" y="1"/>
                    <a:pt x="3336" y="1368"/>
                    <a:pt x="3336" y="3103"/>
                  </a:cubicBezTo>
                  <a:cubicBezTo>
                    <a:pt x="3336" y="3337"/>
                    <a:pt x="3403" y="3537"/>
                    <a:pt x="3436" y="3804"/>
                  </a:cubicBezTo>
                  <a:lnTo>
                    <a:pt x="3103" y="3804"/>
                  </a:lnTo>
                  <a:cubicBezTo>
                    <a:pt x="1402" y="3804"/>
                    <a:pt x="1" y="5171"/>
                    <a:pt x="1" y="6872"/>
                  </a:cubicBezTo>
                  <a:cubicBezTo>
                    <a:pt x="1" y="7039"/>
                    <a:pt x="1" y="7173"/>
                    <a:pt x="67" y="7339"/>
                  </a:cubicBezTo>
                  <a:lnTo>
                    <a:pt x="17613" y="7339"/>
                  </a:lnTo>
                  <a:cubicBezTo>
                    <a:pt x="17647" y="7173"/>
                    <a:pt x="17647" y="7039"/>
                    <a:pt x="17647" y="6872"/>
                  </a:cubicBezTo>
                  <a:cubicBezTo>
                    <a:pt x="17647" y="5171"/>
                    <a:pt x="16279" y="3804"/>
                    <a:pt x="14578" y="3804"/>
                  </a:cubicBezTo>
                  <a:cubicBezTo>
                    <a:pt x="14278" y="3804"/>
                    <a:pt x="13977" y="3837"/>
                    <a:pt x="13744" y="3937"/>
                  </a:cubicBezTo>
                  <a:cubicBezTo>
                    <a:pt x="13510" y="2436"/>
                    <a:pt x="12276" y="1268"/>
                    <a:pt x="10675" y="1268"/>
                  </a:cubicBezTo>
                  <a:cubicBezTo>
                    <a:pt x="10141" y="1268"/>
                    <a:pt x="9608" y="1435"/>
                    <a:pt x="9141" y="1669"/>
                  </a:cubicBezTo>
                  <a:cubicBezTo>
                    <a:pt x="8640" y="668"/>
                    <a:pt x="7606" y="1"/>
                    <a:pt x="643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76"/>
            <p:cNvSpPr/>
            <p:nvPr/>
          </p:nvSpPr>
          <p:spPr>
            <a:xfrm>
              <a:off x="7429350" y="3359375"/>
              <a:ext cx="596275" cy="246875"/>
            </a:xfrm>
            <a:custGeom>
              <a:avLst/>
              <a:gdLst/>
              <a:ahLst/>
              <a:cxnLst/>
              <a:rect l="l" t="t" r="r" b="b"/>
              <a:pathLst>
                <a:path w="23851" h="9875" extrusionOk="0">
                  <a:moveTo>
                    <a:pt x="8673" y="1"/>
                  </a:moveTo>
                  <a:cubicBezTo>
                    <a:pt x="6372" y="1"/>
                    <a:pt x="4504" y="1869"/>
                    <a:pt x="4504" y="4170"/>
                  </a:cubicBezTo>
                  <a:cubicBezTo>
                    <a:pt x="4504" y="4504"/>
                    <a:pt x="4537" y="4837"/>
                    <a:pt x="4604" y="5138"/>
                  </a:cubicBezTo>
                  <a:cubicBezTo>
                    <a:pt x="4437" y="5071"/>
                    <a:pt x="4337" y="5071"/>
                    <a:pt x="4170" y="5071"/>
                  </a:cubicBezTo>
                  <a:cubicBezTo>
                    <a:pt x="1868" y="5071"/>
                    <a:pt x="0" y="6972"/>
                    <a:pt x="0" y="9241"/>
                  </a:cubicBezTo>
                  <a:cubicBezTo>
                    <a:pt x="0" y="9474"/>
                    <a:pt x="0" y="9674"/>
                    <a:pt x="34" y="9874"/>
                  </a:cubicBezTo>
                  <a:lnTo>
                    <a:pt x="34" y="9841"/>
                  </a:lnTo>
                  <a:lnTo>
                    <a:pt x="23784" y="9841"/>
                  </a:lnTo>
                  <a:cubicBezTo>
                    <a:pt x="23851" y="9641"/>
                    <a:pt x="23851" y="9407"/>
                    <a:pt x="23851" y="9207"/>
                  </a:cubicBezTo>
                  <a:cubicBezTo>
                    <a:pt x="23851" y="6906"/>
                    <a:pt x="21949" y="5038"/>
                    <a:pt x="19681" y="5038"/>
                  </a:cubicBezTo>
                  <a:cubicBezTo>
                    <a:pt x="19314" y="5038"/>
                    <a:pt x="18914" y="5138"/>
                    <a:pt x="18547" y="5204"/>
                  </a:cubicBezTo>
                  <a:cubicBezTo>
                    <a:pt x="18247" y="3203"/>
                    <a:pt x="16546" y="1635"/>
                    <a:pt x="14411" y="1635"/>
                  </a:cubicBezTo>
                  <a:cubicBezTo>
                    <a:pt x="13677" y="1635"/>
                    <a:pt x="12976" y="1835"/>
                    <a:pt x="12343" y="2202"/>
                  </a:cubicBezTo>
                  <a:cubicBezTo>
                    <a:pt x="11642" y="901"/>
                    <a:pt x="10241" y="1"/>
                    <a:pt x="86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76"/>
            <p:cNvSpPr/>
            <p:nvPr/>
          </p:nvSpPr>
          <p:spPr>
            <a:xfrm>
              <a:off x="7069925" y="3422750"/>
              <a:ext cx="440350" cy="183500"/>
            </a:xfrm>
            <a:custGeom>
              <a:avLst/>
              <a:gdLst/>
              <a:ahLst/>
              <a:cxnLst/>
              <a:rect l="l" t="t" r="r" b="b"/>
              <a:pathLst>
                <a:path w="17614" h="7340" extrusionOk="0">
                  <a:moveTo>
                    <a:pt x="11208" y="1"/>
                  </a:moveTo>
                  <a:cubicBezTo>
                    <a:pt x="10041" y="1"/>
                    <a:pt x="9007" y="668"/>
                    <a:pt x="8507" y="1669"/>
                  </a:cubicBezTo>
                  <a:cubicBezTo>
                    <a:pt x="8040" y="1435"/>
                    <a:pt x="7506" y="1268"/>
                    <a:pt x="6939" y="1268"/>
                  </a:cubicBezTo>
                  <a:cubicBezTo>
                    <a:pt x="5371" y="1268"/>
                    <a:pt x="4103" y="2436"/>
                    <a:pt x="3903" y="3937"/>
                  </a:cubicBezTo>
                  <a:cubicBezTo>
                    <a:pt x="3670" y="3837"/>
                    <a:pt x="3370" y="3804"/>
                    <a:pt x="3069" y="3804"/>
                  </a:cubicBezTo>
                  <a:cubicBezTo>
                    <a:pt x="1368" y="3804"/>
                    <a:pt x="0" y="5171"/>
                    <a:pt x="0" y="6872"/>
                  </a:cubicBezTo>
                  <a:cubicBezTo>
                    <a:pt x="0" y="7039"/>
                    <a:pt x="0" y="7173"/>
                    <a:pt x="34" y="7339"/>
                  </a:cubicBezTo>
                  <a:lnTo>
                    <a:pt x="17580" y="7339"/>
                  </a:lnTo>
                  <a:cubicBezTo>
                    <a:pt x="17613" y="7173"/>
                    <a:pt x="17613" y="7039"/>
                    <a:pt x="17613" y="6872"/>
                  </a:cubicBezTo>
                  <a:cubicBezTo>
                    <a:pt x="17613" y="5171"/>
                    <a:pt x="16245" y="3804"/>
                    <a:pt x="14544" y="3804"/>
                  </a:cubicBezTo>
                  <a:lnTo>
                    <a:pt x="14211" y="3804"/>
                  </a:lnTo>
                  <a:cubicBezTo>
                    <a:pt x="14244" y="3537"/>
                    <a:pt x="14277" y="3337"/>
                    <a:pt x="14277" y="3103"/>
                  </a:cubicBezTo>
                  <a:cubicBezTo>
                    <a:pt x="14277" y="1368"/>
                    <a:pt x="12910" y="1"/>
                    <a:pt x="112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76"/>
            <p:cNvSpPr/>
            <p:nvPr/>
          </p:nvSpPr>
          <p:spPr>
            <a:xfrm>
              <a:off x="4860025" y="3605400"/>
              <a:ext cx="3936150" cy="91750"/>
            </a:xfrm>
            <a:custGeom>
              <a:avLst/>
              <a:gdLst/>
              <a:ahLst/>
              <a:cxnLst/>
              <a:rect l="l" t="t" r="r" b="b"/>
              <a:pathLst>
                <a:path w="157446" h="3670" extrusionOk="0">
                  <a:moveTo>
                    <a:pt x="1835" y="0"/>
                  </a:moveTo>
                  <a:cubicBezTo>
                    <a:pt x="834" y="0"/>
                    <a:pt x="0" y="834"/>
                    <a:pt x="0" y="1835"/>
                  </a:cubicBezTo>
                  <a:cubicBezTo>
                    <a:pt x="0" y="2835"/>
                    <a:pt x="834" y="3669"/>
                    <a:pt x="1835" y="3669"/>
                  </a:cubicBezTo>
                  <a:lnTo>
                    <a:pt x="155611" y="3669"/>
                  </a:lnTo>
                  <a:cubicBezTo>
                    <a:pt x="156612" y="3669"/>
                    <a:pt x="157446" y="2869"/>
                    <a:pt x="157446" y="1835"/>
                  </a:cubicBezTo>
                  <a:cubicBezTo>
                    <a:pt x="157446" y="834"/>
                    <a:pt x="156612" y="0"/>
                    <a:pt x="155611" y="0"/>
                  </a:cubicBezTo>
                  <a:close/>
                </a:path>
              </a:pathLst>
            </a:cu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76"/>
            <p:cNvSpPr/>
            <p:nvPr/>
          </p:nvSpPr>
          <p:spPr>
            <a:xfrm>
              <a:off x="8246600" y="3019975"/>
              <a:ext cx="100100" cy="100100"/>
            </a:xfrm>
            <a:custGeom>
              <a:avLst/>
              <a:gdLst/>
              <a:ahLst/>
              <a:cxnLst/>
              <a:rect l="l" t="t" r="r" b="b"/>
              <a:pathLst>
                <a:path w="4004" h="4004" extrusionOk="0">
                  <a:moveTo>
                    <a:pt x="2002" y="0"/>
                  </a:moveTo>
                  <a:cubicBezTo>
                    <a:pt x="901" y="0"/>
                    <a:pt x="0" y="901"/>
                    <a:pt x="0" y="2002"/>
                  </a:cubicBezTo>
                  <a:cubicBezTo>
                    <a:pt x="0" y="3136"/>
                    <a:pt x="901" y="4003"/>
                    <a:pt x="2002" y="4003"/>
                  </a:cubicBezTo>
                  <a:cubicBezTo>
                    <a:pt x="3103" y="4003"/>
                    <a:pt x="4003" y="3136"/>
                    <a:pt x="4003" y="2002"/>
                  </a:cubicBezTo>
                  <a:cubicBezTo>
                    <a:pt x="4003" y="901"/>
                    <a:pt x="3103" y="0"/>
                    <a:pt x="20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76"/>
            <p:cNvSpPr/>
            <p:nvPr/>
          </p:nvSpPr>
          <p:spPr>
            <a:xfrm>
              <a:off x="5257800" y="3019975"/>
              <a:ext cx="100100" cy="100100"/>
            </a:xfrm>
            <a:custGeom>
              <a:avLst/>
              <a:gdLst/>
              <a:ahLst/>
              <a:cxnLst/>
              <a:rect l="l" t="t" r="r" b="b"/>
              <a:pathLst>
                <a:path w="4004" h="4004" extrusionOk="0">
                  <a:moveTo>
                    <a:pt x="2002" y="0"/>
                  </a:moveTo>
                  <a:cubicBezTo>
                    <a:pt x="901" y="0"/>
                    <a:pt x="0" y="901"/>
                    <a:pt x="0" y="2002"/>
                  </a:cubicBezTo>
                  <a:cubicBezTo>
                    <a:pt x="0" y="3136"/>
                    <a:pt x="901" y="4003"/>
                    <a:pt x="2002" y="4003"/>
                  </a:cubicBezTo>
                  <a:cubicBezTo>
                    <a:pt x="3103" y="4003"/>
                    <a:pt x="4003" y="3136"/>
                    <a:pt x="4003" y="2002"/>
                  </a:cubicBezTo>
                  <a:cubicBezTo>
                    <a:pt x="4003" y="901"/>
                    <a:pt x="3103" y="0"/>
                    <a:pt x="20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76"/>
            <p:cNvSpPr/>
            <p:nvPr/>
          </p:nvSpPr>
          <p:spPr>
            <a:xfrm>
              <a:off x="5335350" y="1734875"/>
              <a:ext cx="2928775" cy="1079150"/>
            </a:xfrm>
            <a:custGeom>
              <a:avLst/>
              <a:gdLst/>
              <a:ahLst/>
              <a:cxnLst/>
              <a:rect l="l" t="t" r="r" b="b"/>
              <a:pathLst>
                <a:path w="117151" h="43166" extrusionOk="0">
                  <a:moveTo>
                    <a:pt x="57241" y="1"/>
                  </a:moveTo>
                  <a:cubicBezTo>
                    <a:pt x="56975" y="1"/>
                    <a:pt x="56808" y="168"/>
                    <a:pt x="56808" y="434"/>
                  </a:cubicBezTo>
                  <a:cubicBezTo>
                    <a:pt x="56808" y="668"/>
                    <a:pt x="56975" y="835"/>
                    <a:pt x="57241" y="835"/>
                  </a:cubicBezTo>
                  <a:cubicBezTo>
                    <a:pt x="57475" y="835"/>
                    <a:pt x="57642" y="635"/>
                    <a:pt x="57642" y="434"/>
                  </a:cubicBezTo>
                  <a:cubicBezTo>
                    <a:pt x="57642" y="168"/>
                    <a:pt x="57475" y="1"/>
                    <a:pt x="57241" y="1"/>
                  </a:cubicBezTo>
                  <a:close/>
                  <a:moveTo>
                    <a:pt x="59743" y="1"/>
                  </a:moveTo>
                  <a:cubicBezTo>
                    <a:pt x="59543" y="1"/>
                    <a:pt x="59310" y="168"/>
                    <a:pt x="59310" y="434"/>
                  </a:cubicBezTo>
                  <a:cubicBezTo>
                    <a:pt x="59310" y="635"/>
                    <a:pt x="59543" y="835"/>
                    <a:pt x="59743" y="835"/>
                  </a:cubicBezTo>
                  <a:cubicBezTo>
                    <a:pt x="59943" y="835"/>
                    <a:pt x="60144" y="635"/>
                    <a:pt x="60144" y="434"/>
                  </a:cubicBezTo>
                  <a:cubicBezTo>
                    <a:pt x="60144" y="234"/>
                    <a:pt x="59977" y="1"/>
                    <a:pt x="59743" y="1"/>
                  </a:cubicBezTo>
                  <a:close/>
                  <a:moveTo>
                    <a:pt x="54640" y="101"/>
                  </a:moveTo>
                  <a:cubicBezTo>
                    <a:pt x="54439" y="134"/>
                    <a:pt x="54273" y="334"/>
                    <a:pt x="54273" y="568"/>
                  </a:cubicBezTo>
                  <a:cubicBezTo>
                    <a:pt x="54306" y="768"/>
                    <a:pt x="54473" y="935"/>
                    <a:pt x="54706" y="935"/>
                  </a:cubicBezTo>
                  <a:lnTo>
                    <a:pt x="54740" y="935"/>
                  </a:lnTo>
                  <a:cubicBezTo>
                    <a:pt x="54940" y="901"/>
                    <a:pt x="55107" y="668"/>
                    <a:pt x="55107" y="468"/>
                  </a:cubicBezTo>
                  <a:cubicBezTo>
                    <a:pt x="55073" y="268"/>
                    <a:pt x="54873" y="101"/>
                    <a:pt x="54640" y="101"/>
                  </a:cubicBezTo>
                  <a:close/>
                  <a:moveTo>
                    <a:pt x="62260" y="97"/>
                  </a:moveTo>
                  <a:cubicBezTo>
                    <a:pt x="62050" y="97"/>
                    <a:pt x="61878" y="282"/>
                    <a:pt x="61878" y="468"/>
                  </a:cubicBezTo>
                  <a:cubicBezTo>
                    <a:pt x="61811" y="735"/>
                    <a:pt x="62045" y="935"/>
                    <a:pt x="62245" y="935"/>
                  </a:cubicBezTo>
                  <a:cubicBezTo>
                    <a:pt x="62479" y="935"/>
                    <a:pt x="62645" y="768"/>
                    <a:pt x="62712" y="568"/>
                  </a:cubicBezTo>
                  <a:cubicBezTo>
                    <a:pt x="62745" y="301"/>
                    <a:pt x="62545" y="101"/>
                    <a:pt x="62312" y="101"/>
                  </a:cubicBezTo>
                  <a:cubicBezTo>
                    <a:pt x="62294" y="98"/>
                    <a:pt x="62277" y="97"/>
                    <a:pt x="62260" y="97"/>
                  </a:cubicBezTo>
                  <a:close/>
                  <a:moveTo>
                    <a:pt x="52138" y="301"/>
                  </a:moveTo>
                  <a:cubicBezTo>
                    <a:pt x="51904" y="334"/>
                    <a:pt x="51738" y="501"/>
                    <a:pt x="51771" y="768"/>
                  </a:cubicBezTo>
                  <a:cubicBezTo>
                    <a:pt x="51804" y="1002"/>
                    <a:pt x="51971" y="1135"/>
                    <a:pt x="52205" y="1135"/>
                  </a:cubicBezTo>
                  <a:lnTo>
                    <a:pt x="52238" y="1135"/>
                  </a:lnTo>
                  <a:cubicBezTo>
                    <a:pt x="52471" y="1102"/>
                    <a:pt x="52638" y="901"/>
                    <a:pt x="52605" y="668"/>
                  </a:cubicBezTo>
                  <a:cubicBezTo>
                    <a:pt x="52571" y="434"/>
                    <a:pt x="52405" y="301"/>
                    <a:pt x="52138" y="301"/>
                  </a:cubicBezTo>
                  <a:close/>
                  <a:moveTo>
                    <a:pt x="64722" y="297"/>
                  </a:moveTo>
                  <a:cubicBezTo>
                    <a:pt x="64519" y="297"/>
                    <a:pt x="64374" y="454"/>
                    <a:pt x="64313" y="668"/>
                  </a:cubicBezTo>
                  <a:cubicBezTo>
                    <a:pt x="64313" y="901"/>
                    <a:pt x="64480" y="1102"/>
                    <a:pt x="64713" y="1135"/>
                  </a:cubicBezTo>
                  <a:lnTo>
                    <a:pt x="64747" y="1135"/>
                  </a:lnTo>
                  <a:cubicBezTo>
                    <a:pt x="64947" y="1135"/>
                    <a:pt x="65114" y="968"/>
                    <a:pt x="65147" y="768"/>
                  </a:cubicBezTo>
                  <a:cubicBezTo>
                    <a:pt x="65214" y="501"/>
                    <a:pt x="64980" y="334"/>
                    <a:pt x="64780" y="301"/>
                  </a:cubicBezTo>
                  <a:cubicBezTo>
                    <a:pt x="64760" y="298"/>
                    <a:pt x="64741" y="297"/>
                    <a:pt x="64722" y="297"/>
                  </a:cubicBezTo>
                  <a:close/>
                  <a:moveTo>
                    <a:pt x="67315" y="601"/>
                  </a:moveTo>
                  <a:cubicBezTo>
                    <a:pt x="67115" y="601"/>
                    <a:pt x="66915" y="768"/>
                    <a:pt x="66882" y="968"/>
                  </a:cubicBezTo>
                  <a:cubicBezTo>
                    <a:pt x="66815" y="1168"/>
                    <a:pt x="66982" y="1402"/>
                    <a:pt x="67215" y="1435"/>
                  </a:cubicBezTo>
                  <a:lnTo>
                    <a:pt x="67249" y="1435"/>
                  </a:lnTo>
                  <a:cubicBezTo>
                    <a:pt x="67449" y="1435"/>
                    <a:pt x="67616" y="1268"/>
                    <a:pt x="67649" y="1068"/>
                  </a:cubicBezTo>
                  <a:cubicBezTo>
                    <a:pt x="67716" y="835"/>
                    <a:pt x="67549" y="635"/>
                    <a:pt x="67315" y="601"/>
                  </a:cubicBezTo>
                  <a:close/>
                  <a:moveTo>
                    <a:pt x="49696" y="630"/>
                  </a:moveTo>
                  <a:cubicBezTo>
                    <a:pt x="49676" y="630"/>
                    <a:pt x="49656" y="632"/>
                    <a:pt x="49636" y="635"/>
                  </a:cubicBezTo>
                  <a:cubicBezTo>
                    <a:pt x="49403" y="635"/>
                    <a:pt x="49236" y="901"/>
                    <a:pt x="49269" y="1102"/>
                  </a:cubicBezTo>
                  <a:cubicBezTo>
                    <a:pt x="49300" y="1284"/>
                    <a:pt x="49441" y="1439"/>
                    <a:pt x="49644" y="1439"/>
                  </a:cubicBezTo>
                  <a:cubicBezTo>
                    <a:pt x="49663" y="1439"/>
                    <a:pt x="49683" y="1438"/>
                    <a:pt x="49703" y="1435"/>
                  </a:cubicBezTo>
                  <a:lnTo>
                    <a:pt x="49736" y="1435"/>
                  </a:lnTo>
                  <a:cubicBezTo>
                    <a:pt x="49970" y="1435"/>
                    <a:pt x="50136" y="1168"/>
                    <a:pt x="50103" y="968"/>
                  </a:cubicBezTo>
                  <a:cubicBezTo>
                    <a:pt x="50073" y="785"/>
                    <a:pt x="49903" y="630"/>
                    <a:pt x="49696" y="630"/>
                  </a:cubicBezTo>
                  <a:close/>
                  <a:moveTo>
                    <a:pt x="69747" y="996"/>
                  </a:moveTo>
                  <a:cubicBezTo>
                    <a:pt x="69544" y="996"/>
                    <a:pt x="69377" y="1125"/>
                    <a:pt x="69317" y="1335"/>
                  </a:cubicBezTo>
                  <a:cubicBezTo>
                    <a:pt x="69283" y="1602"/>
                    <a:pt x="69450" y="1802"/>
                    <a:pt x="69650" y="1835"/>
                  </a:cubicBezTo>
                  <a:lnTo>
                    <a:pt x="69750" y="1835"/>
                  </a:lnTo>
                  <a:cubicBezTo>
                    <a:pt x="69951" y="1835"/>
                    <a:pt x="70117" y="1702"/>
                    <a:pt x="70151" y="1502"/>
                  </a:cubicBezTo>
                  <a:cubicBezTo>
                    <a:pt x="70184" y="1268"/>
                    <a:pt x="70017" y="1068"/>
                    <a:pt x="69817" y="1002"/>
                  </a:cubicBezTo>
                  <a:cubicBezTo>
                    <a:pt x="69793" y="998"/>
                    <a:pt x="69770" y="996"/>
                    <a:pt x="69747" y="996"/>
                  </a:cubicBezTo>
                  <a:close/>
                  <a:moveTo>
                    <a:pt x="47239" y="1053"/>
                  </a:moveTo>
                  <a:cubicBezTo>
                    <a:pt x="47205" y="1053"/>
                    <a:pt x="47170" y="1058"/>
                    <a:pt x="47134" y="1068"/>
                  </a:cubicBezTo>
                  <a:cubicBezTo>
                    <a:pt x="46934" y="1102"/>
                    <a:pt x="46767" y="1335"/>
                    <a:pt x="46801" y="1569"/>
                  </a:cubicBezTo>
                  <a:cubicBezTo>
                    <a:pt x="46867" y="1769"/>
                    <a:pt x="47034" y="1902"/>
                    <a:pt x="47234" y="1902"/>
                  </a:cubicBezTo>
                  <a:lnTo>
                    <a:pt x="47301" y="1902"/>
                  </a:lnTo>
                  <a:cubicBezTo>
                    <a:pt x="47501" y="1835"/>
                    <a:pt x="47701" y="1602"/>
                    <a:pt x="47635" y="1402"/>
                  </a:cubicBezTo>
                  <a:cubicBezTo>
                    <a:pt x="47606" y="1204"/>
                    <a:pt x="47434" y="1053"/>
                    <a:pt x="47239" y="1053"/>
                  </a:cubicBezTo>
                  <a:close/>
                  <a:moveTo>
                    <a:pt x="72232" y="1498"/>
                  </a:moveTo>
                  <a:cubicBezTo>
                    <a:pt x="72041" y="1498"/>
                    <a:pt x="71816" y="1653"/>
                    <a:pt x="71785" y="1835"/>
                  </a:cubicBezTo>
                  <a:cubicBezTo>
                    <a:pt x="71752" y="2069"/>
                    <a:pt x="71919" y="2302"/>
                    <a:pt x="72119" y="2336"/>
                  </a:cubicBezTo>
                  <a:lnTo>
                    <a:pt x="72185" y="2336"/>
                  </a:lnTo>
                  <a:cubicBezTo>
                    <a:pt x="72419" y="2336"/>
                    <a:pt x="72586" y="2236"/>
                    <a:pt x="72619" y="2002"/>
                  </a:cubicBezTo>
                  <a:cubicBezTo>
                    <a:pt x="72652" y="1802"/>
                    <a:pt x="72486" y="1569"/>
                    <a:pt x="72286" y="1502"/>
                  </a:cubicBezTo>
                  <a:cubicBezTo>
                    <a:pt x="72268" y="1499"/>
                    <a:pt x="72250" y="1498"/>
                    <a:pt x="72232" y="1498"/>
                  </a:cubicBezTo>
                  <a:close/>
                  <a:moveTo>
                    <a:pt x="44774" y="1596"/>
                  </a:moveTo>
                  <a:cubicBezTo>
                    <a:pt x="44749" y="1596"/>
                    <a:pt x="44724" y="1598"/>
                    <a:pt x="44699" y="1602"/>
                  </a:cubicBezTo>
                  <a:cubicBezTo>
                    <a:pt x="44432" y="1635"/>
                    <a:pt x="44299" y="1902"/>
                    <a:pt x="44366" y="2102"/>
                  </a:cubicBezTo>
                  <a:cubicBezTo>
                    <a:pt x="44399" y="2269"/>
                    <a:pt x="44566" y="2403"/>
                    <a:pt x="44766" y="2436"/>
                  </a:cubicBezTo>
                  <a:lnTo>
                    <a:pt x="44866" y="2436"/>
                  </a:lnTo>
                  <a:cubicBezTo>
                    <a:pt x="45099" y="2403"/>
                    <a:pt x="45233" y="2136"/>
                    <a:pt x="45200" y="1936"/>
                  </a:cubicBezTo>
                  <a:cubicBezTo>
                    <a:pt x="45141" y="1702"/>
                    <a:pt x="44954" y="1596"/>
                    <a:pt x="44774" y="1596"/>
                  </a:cubicBezTo>
                  <a:close/>
                  <a:moveTo>
                    <a:pt x="74661" y="2121"/>
                  </a:moveTo>
                  <a:cubicBezTo>
                    <a:pt x="74486" y="2121"/>
                    <a:pt x="74310" y="2266"/>
                    <a:pt x="74254" y="2436"/>
                  </a:cubicBezTo>
                  <a:cubicBezTo>
                    <a:pt x="74154" y="2636"/>
                    <a:pt x="74320" y="2903"/>
                    <a:pt x="74554" y="2936"/>
                  </a:cubicBezTo>
                  <a:cubicBezTo>
                    <a:pt x="74576" y="2936"/>
                    <a:pt x="74598" y="2951"/>
                    <a:pt x="74611" y="2951"/>
                  </a:cubicBezTo>
                  <a:cubicBezTo>
                    <a:pt x="74617" y="2951"/>
                    <a:pt x="74621" y="2947"/>
                    <a:pt x="74621" y="2936"/>
                  </a:cubicBezTo>
                  <a:cubicBezTo>
                    <a:pt x="74821" y="2936"/>
                    <a:pt x="74987" y="2803"/>
                    <a:pt x="75021" y="2636"/>
                  </a:cubicBezTo>
                  <a:cubicBezTo>
                    <a:pt x="75088" y="2436"/>
                    <a:pt x="74954" y="2169"/>
                    <a:pt x="74754" y="2136"/>
                  </a:cubicBezTo>
                  <a:cubicBezTo>
                    <a:pt x="74723" y="2125"/>
                    <a:pt x="74692" y="2121"/>
                    <a:pt x="74661" y="2121"/>
                  </a:cubicBezTo>
                  <a:close/>
                  <a:moveTo>
                    <a:pt x="42324" y="2206"/>
                  </a:moveTo>
                  <a:cubicBezTo>
                    <a:pt x="42281" y="2206"/>
                    <a:pt x="42239" y="2215"/>
                    <a:pt x="42197" y="2236"/>
                  </a:cubicBezTo>
                  <a:cubicBezTo>
                    <a:pt x="41964" y="2269"/>
                    <a:pt x="41864" y="2503"/>
                    <a:pt x="41897" y="2736"/>
                  </a:cubicBezTo>
                  <a:cubicBezTo>
                    <a:pt x="41964" y="2903"/>
                    <a:pt x="42131" y="3003"/>
                    <a:pt x="42264" y="3003"/>
                  </a:cubicBezTo>
                  <a:lnTo>
                    <a:pt x="42398" y="3003"/>
                  </a:lnTo>
                  <a:cubicBezTo>
                    <a:pt x="42598" y="2970"/>
                    <a:pt x="42731" y="2736"/>
                    <a:pt x="42698" y="2503"/>
                  </a:cubicBezTo>
                  <a:cubicBezTo>
                    <a:pt x="42645" y="2344"/>
                    <a:pt x="42487" y="2206"/>
                    <a:pt x="42324" y="2206"/>
                  </a:cubicBezTo>
                  <a:close/>
                  <a:moveTo>
                    <a:pt x="77094" y="2831"/>
                  </a:moveTo>
                  <a:cubicBezTo>
                    <a:pt x="76915" y="2831"/>
                    <a:pt x="76745" y="2957"/>
                    <a:pt x="76655" y="3136"/>
                  </a:cubicBezTo>
                  <a:cubicBezTo>
                    <a:pt x="76622" y="3337"/>
                    <a:pt x="76755" y="3570"/>
                    <a:pt x="76956" y="3637"/>
                  </a:cubicBezTo>
                  <a:cubicBezTo>
                    <a:pt x="76989" y="3637"/>
                    <a:pt x="77056" y="3670"/>
                    <a:pt x="77056" y="3670"/>
                  </a:cubicBezTo>
                  <a:cubicBezTo>
                    <a:pt x="77256" y="3670"/>
                    <a:pt x="77423" y="3570"/>
                    <a:pt x="77456" y="3403"/>
                  </a:cubicBezTo>
                  <a:cubicBezTo>
                    <a:pt x="77489" y="3136"/>
                    <a:pt x="77389" y="2936"/>
                    <a:pt x="77156" y="2836"/>
                  </a:cubicBezTo>
                  <a:cubicBezTo>
                    <a:pt x="77135" y="2833"/>
                    <a:pt x="77114" y="2831"/>
                    <a:pt x="77094" y="2831"/>
                  </a:cubicBezTo>
                  <a:close/>
                  <a:moveTo>
                    <a:pt x="39858" y="2949"/>
                  </a:moveTo>
                  <a:cubicBezTo>
                    <a:pt x="39813" y="2949"/>
                    <a:pt x="39770" y="2956"/>
                    <a:pt x="39729" y="2970"/>
                  </a:cubicBezTo>
                  <a:cubicBezTo>
                    <a:pt x="39529" y="3003"/>
                    <a:pt x="39395" y="3270"/>
                    <a:pt x="39462" y="3470"/>
                  </a:cubicBezTo>
                  <a:cubicBezTo>
                    <a:pt x="39562" y="3637"/>
                    <a:pt x="39729" y="3770"/>
                    <a:pt x="39862" y="3770"/>
                  </a:cubicBezTo>
                  <a:lnTo>
                    <a:pt x="39962" y="3770"/>
                  </a:lnTo>
                  <a:cubicBezTo>
                    <a:pt x="40229" y="3670"/>
                    <a:pt x="40363" y="3437"/>
                    <a:pt x="40263" y="3236"/>
                  </a:cubicBezTo>
                  <a:cubicBezTo>
                    <a:pt x="40210" y="3051"/>
                    <a:pt x="40030" y="2949"/>
                    <a:pt x="39858" y="2949"/>
                  </a:cubicBezTo>
                  <a:close/>
                  <a:moveTo>
                    <a:pt x="79462" y="3616"/>
                  </a:moveTo>
                  <a:cubicBezTo>
                    <a:pt x="79290" y="3616"/>
                    <a:pt x="79110" y="3718"/>
                    <a:pt x="79057" y="3904"/>
                  </a:cubicBezTo>
                  <a:cubicBezTo>
                    <a:pt x="78957" y="4104"/>
                    <a:pt x="79090" y="4337"/>
                    <a:pt x="79291" y="4437"/>
                  </a:cubicBezTo>
                  <a:cubicBezTo>
                    <a:pt x="79324" y="4471"/>
                    <a:pt x="79424" y="4471"/>
                    <a:pt x="79457" y="4471"/>
                  </a:cubicBezTo>
                  <a:cubicBezTo>
                    <a:pt x="79624" y="4471"/>
                    <a:pt x="79791" y="4337"/>
                    <a:pt x="79824" y="4170"/>
                  </a:cubicBezTo>
                  <a:cubicBezTo>
                    <a:pt x="79924" y="3970"/>
                    <a:pt x="79791" y="3737"/>
                    <a:pt x="79591" y="3637"/>
                  </a:cubicBezTo>
                  <a:cubicBezTo>
                    <a:pt x="79550" y="3623"/>
                    <a:pt x="79506" y="3616"/>
                    <a:pt x="79462" y="3616"/>
                  </a:cubicBezTo>
                  <a:close/>
                  <a:moveTo>
                    <a:pt x="37504" y="3736"/>
                  </a:moveTo>
                  <a:cubicBezTo>
                    <a:pt x="37456" y="3736"/>
                    <a:pt x="37407" y="3747"/>
                    <a:pt x="37361" y="3770"/>
                  </a:cubicBezTo>
                  <a:cubicBezTo>
                    <a:pt x="37127" y="3837"/>
                    <a:pt x="37027" y="4104"/>
                    <a:pt x="37094" y="4304"/>
                  </a:cubicBezTo>
                  <a:cubicBezTo>
                    <a:pt x="37194" y="4471"/>
                    <a:pt x="37361" y="4571"/>
                    <a:pt x="37527" y="4604"/>
                  </a:cubicBezTo>
                  <a:cubicBezTo>
                    <a:pt x="37561" y="4604"/>
                    <a:pt x="37594" y="4571"/>
                    <a:pt x="37627" y="4571"/>
                  </a:cubicBezTo>
                  <a:cubicBezTo>
                    <a:pt x="37861" y="4471"/>
                    <a:pt x="37961" y="4204"/>
                    <a:pt x="37894" y="4004"/>
                  </a:cubicBezTo>
                  <a:cubicBezTo>
                    <a:pt x="37818" y="3850"/>
                    <a:pt x="37663" y="3736"/>
                    <a:pt x="37504" y="3736"/>
                  </a:cubicBezTo>
                  <a:close/>
                  <a:moveTo>
                    <a:pt x="81811" y="4537"/>
                  </a:moveTo>
                  <a:cubicBezTo>
                    <a:pt x="81645" y="4537"/>
                    <a:pt x="81477" y="4651"/>
                    <a:pt x="81425" y="4804"/>
                  </a:cubicBezTo>
                  <a:cubicBezTo>
                    <a:pt x="81292" y="5004"/>
                    <a:pt x="81425" y="5271"/>
                    <a:pt x="81626" y="5338"/>
                  </a:cubicBezTo>
                  <a:cubicBezTo>
                    <a:pt x="81648" y="5338"/>
                    <a:pt x="81700" y="5368"/>
                    <a:pt x="81742" y="5368"/>
                  </a:cubicBezTo>
                  <a:cubicBezTo>
                    <a:pt x="81763" y="5368"/>
                    <a:pt x="81781" y="5360"/>
                    <a:pt x="81792" y="5338"/>
                  </a:cubicBezTo>
                  <a:cubicBezTo>
                    <a:pt x="81959" y="5338"/>
                    <a:pt x="82093" y="5271"/>
                    <a:pt x="82159" y="5104"/>
                  </a:cubicBezTo>
                  <a:cubicBezTo>
                    <a:pt x="82293" y="4904"/>
                    <a:pt x="82159" y="4637"/>
                    <a:pt x="81959" y="4571"/>
                  </a:cubicBezTo>
                  <a:cubicBezTo>
                    <a:pt x="81912" y="4547"/>
                    <a:pt x="81862" y="4537"/>
                    <a:pt x="81811" y="4537"/>
                  </a:cubicBezTo>
                  <a:close/>
                  <a:moveTo>
                    <a:pt x="35127" y="4646"/>
                  </a:moveTo>
                  <a:cubicBezTo>
                    <a:pt x="35072" y="4646"/>
                    <a:pt x="35016" y="4655"/>
                    <a:pt x="34959" y="4671"/>
                  </a:cubicBezTo>
                  <a:cubicBezTo>
                    <a:pt x="34759" y="4771"/>
                    <a:pt x="34692" y="5004"/>
                    <a:pt x="34759" y="5238"/>
                  </a:cubicBezTo>
                  <a:cubicBezTo>
                    <a:pt x="34859" y="5405"/>
                    <a:pt x="35026" y="5471"/>
                    <a:pt x="35126" y="5471"/>
                  </a:cubicBezTo>
                  <a:cubicBezTo>
                    <a:pt x="35192" y="5471"/>
                    <a:pt x="35259" y="5438"/>
                    <a:pt x="35292" y="5438"/>
                  </a:cubicBezTo>
                  <a:cubicBezTo>
                    <a:pt x="35526" y="5338"/>
                    <a:pt x="35593" y="5104"/>
                    <a:pt x="35526" y="4904"/>
                  </a:cubicBezTo>
                  <a:cubicBezTo>
                    <a:pt x="35450" y="4727"/>
                    <a:pt x="35298" y="4646"/>
                    <a:pt x="35127" y="4646"/>
                  </a:cubicBezTo>
                  <a:close/>
                  <a:moveTo>
                    <a:pt x="84091" y="5566"/>
                  </a:moveTo>
                  <a:cubicBezTo>
                    <a:pt x="83932" y="5566"/>
                    <a:pt x="83776" y="5658"/>
                    <a:pt x="83727" y="5805"/>
                  </a:cubicBezTo>
                  <a:cubicBezTo>
                    <a:pt x="83627" y="6005"/>
                    <a:pt x="83727" y="6272"/>
                    <a:pt x="83927" y="6339"/>
                  </a:cubicBezTo>
                  <a:cubicBezTo>
                    <a:pt x="83961" y="6339"/>
                    <a:pt x="84061" y="6405"/>
                    <a:pt x="84094" y="6405"/>
                  </a:cubicBezTo>
                  <a:cubicBezTo>
                    <a:pt x="84261" y="6405"/>
                    <a:pt x="84394" y="6305"/>
                    <a:pt x="84461" y="6139"/>
                  </a:cubicBezTo>
                  <a:cubicBezTo>
                    <a:pt x="84561" y="5938"/>
                    <a:pt x="84461" y="5672"/>
                    <a:pt x="84261" y="5605"/>
                  </a:cubicBezTo>
                  <a:cubicBezTo>
                    <a:pt x="84207" y="5578"/>
                    <a:pt x="84149" y="5566"/>
                    <a:pt x="84091" y="5566"/>
                  </a:cubicBezTo>
                  <a:close/>
                  <a:moveTo>
                    <a:pt x="32855" y="5699"/>
                  </a:moveTo>
                  <a:cubicBezTo>
                    <a:pt x="32800" y="5699"/>
                    <a:pt x="32744" y="5711"/>
                    <a:pt x="32691" y="5738"/>
                  </a:cubicBezTo>
                  <a:cubicBezTo>
                    <a:pt x="32457" y="5805"/>
                    <a:pt x="32390" y="6072"/>
                    <a:pt x="32457" y="6272"/>
                  </a:cubicBezTo>
                  <a:cubicBezTo>
                    <a:pt x="32557" y="6439"/>
                    <a:pt x="32691" y="6505"/>
                    <a:pt x="32857" y="6505"/>
                  </a:cubicBezTo>
                  <a:cubicBezTo>
                    <a:pt x="32891" y="6505"/>
                    <a:pt x="32957" y="6505"/>
                    <a:pt x="33024" y="6472"/>
                  </a:cubicBezTo>
                  <a:cubicBezTo>
                    <a:pt x="33224" y="6405"/>
                    <a:pt x="33291" y="6139"/>
                    <a:pt x="33224" y="5938"/>
                  </a:cubicBezTo>
                  <a:cubicBezTo>
                    <a:pt x="33151" y="5792"/>
                    <a:pt x="33006" y="5699"/>
                    <a:pt x="32855" y="5699"/>
                  </a:cubicBezTo>
                  <a:close/>
                  <a:moveTo>
                    <a:pt x="86356" y="6661"/>
                  </a:moveTo>
                  <a:cubicBezTo>
                    <a:pt x="86201" y="6661"/>
                    <a:pt x="86065" y="6742"/>
                    <a:pt x="85995" y="6906"/>
                  </a:cubicBezTo>
                  <a:cubicBezTo>
                    <a:pt x="85895" y="7073"/>
                    <a:pt x="85962" y="7339"/>
                    <a:pt x="86162" y="7439"/>
                  </a:cubicBezTo>
                  <a:cubicBezTo>
                    <a:pt x="86229" y="7473"/>
                    <a:pt x="86296" y="7473"/>
                    <a:pt x="86329" y="7473"/>
                  </a:cubicBezTo>
                  <a:cubicBezTo>
                    <a:pt x="86496" y="7473"/>
                    <a:pt x="86629" y="7406"/>
                    <a:pt x="86729" y="7273"/>
                  </a:cubicBezTo>
                  <a:cubicBezTo>
                    <a:pt x="86829" y="7106"/>
                    <a:pt x="86763" y="6806"/>
                    <a:pt x="86562" y="6706"/>
                  </a:cubicBezTo>
                  <a:cubicBezTo>
                    <a:pt x="86492" y="6676"/>
                    <a:pt x="86422" y="6661"/>
                    <a:pt x="86356" y="6661"/>
                  </a:cubicBezTo>
                  <a:close/>
                  <a:moveTo>
                    <a:pt x="30583" y="6774"/>
                  </a:moveTo>
                  <a:cubicBezTo>
                    <a:pt x="30516" y="6774"/>
                    <a:pt x="30450" y="6785"/>
                    <a:pt x="30389" y="6806"/>
                  </a:cubicBezTo>
                  <a:cubicBezTo>
                    <a:pt x="30189" y="6939"/>
                    <a:pt x="30089" y="7173"/>
                    <a:pt x="30222" y="7406"/>
                  </a:cubicBezTo>
                  <a:cubicBezTo>
                    <a:pt x="30289" y="7506"/>
                    <a:pt x="30422" y="7606"/>
                    <a:pt x="30589" y="7606"/>
                  </a:cubicBezTo>
                  <a:cubicBezTo>
                    <a:pt x="30689" y="7606"/>
                    <a:pt x="30756" y="7606"/>
                    <a:pt x="30789" y="7573"/>
                  </a:cubicBezTo>
                  <a:cubicBezTo>
                    <a:pt x="31023" y="7439"/>
                    <a:pt x="31089" y="7173"/>
                    <a:pt x="30956" y="6972"/>
                  </a:cubicBezTo>
                  <a:cubicBezTo>
                    <a:pt x="30886" y="6833"/>
                    <a:pt x="30735" y="6774"/>
                    <a:pt x="30583" y="6774"/>
                  </a:cubicBezTo>
                  <a:close/>
                  <a:moveTo>
                    <a:pt x="88599" y="7794"/>
                  </a:moveTo>
                  <a:cubicBezTo>
                    <a:pt x="88448" y="7794"/>
                    <a:pt x="88299" y="7868"/>
                    <a:pt x="88230" y="8007"/>
                  </a:cubicBezTo>
                  <a:cubicBezTo>
                    <a:pt x="88097" y="8240"/>
                    <a:pt x="88164" y="8474"/>
                    <a:pt x="88364" y="8607"/>
                  </a:cubicBezTo>
                  <a:cubicBezTo>
                    <a:pt x="88411" y="8631"/>
                    <a:pt x="88458" y="8654"/>
                    <a:pt x="88517" y="8654"/>
                  </a:cubicBezTo>
                  <a:cubicBezTo>
                    <a:pt x="88541" y="8654"/>
                    <a:pt x="88568" y="8650"/>
                    <a:pt x="88597" y="8640"/>
                  </a:cubicBezTo>
                  <a:cubicBezTo>
                    <a:pt x="88764" y="8640"/>
                    <a:pt x="88864" y="8574"/>
                    <a:pt x="88964" y="8440"/>
                  </a:cubicBezTo>
                  <a:cubicBezTo>
                    <a:pt x="89098" y="8240"/>
                    <a:pt x="88997" y="7973"/>
                    <a:pt x="88797" y="7840"/>
                  </a:cubicBezTo>
                  <a:cubicBezTo>
                    <a:pt x="88735" y="7809"/>
                    <a:pt x="88667" y="7794"/>
                    <a:pt x="88599" y="7794"/>
                  </a:cubicBezTo>
                  <a:close/>
                  <a:moveTo>
                    <a:pt x="28379" y="7961"/>
                  </a:moveTo>
                  <a:cubicBezTo>
                    <a:pt x="28315" y="7961"/>
                    <a:pt x="28249" y="7976"/>
                    <a:pt x="28187" y="8007"/>
                  </a:cubicBezTo>
                  <a:cubicBezTo>
                    <a:pt x="27954" y="8140"/>
                    <a:pt x="27887" y="8407"/>
                    <a:pt x="28021" y="8607"/>
                  </a:cubicBezTo>
                  <a:cubicBezTo>
                    <a:pt x="28087" y="8740"/>
                    <a:pt x="28221" y="8807"/>
                    <a:pt x="28388" y="8807"/>
                  </a:cubicBezTo>
                  <a:cubicBezTo>
                    <a:pt x="28454" y="8807"/>
                    <a:pt x="28521" y="8807"/>
                    <a:pt x="28588" y="8774"/>
                  </a:cubicBezTo>
                  <a:cubicBezTo>
                    <a:pt x="28788" y="8640"/>
                    <a:pt x="28888" y="8407"/>
                    <a:pt x="28754" y="8173"/>
                  </a:cubicBezTo>
                  <a:cubicBezTo>
                    <a:pt x="28662" y="8035"/>
                    <a:pt x="28523" y="7961"/>
                    <a:pt x="28379" y="7961"/>
                  </a:cubicBezTo>
                  <a:close/>
                  <a:moveTo>
                    <a:pt x="90735" y="9119"/>
                  </a:moveTo>
                  <a:cubicBezTo>
                    <a:pt x="90595" y="9119"/>
                    <a:pt x="90463" y="9179"/>
                    <a:pt x="90398" y="9307"/>
                  </a:cubicBezTo>
                  <a:cubicBezTo>
                    <a:pt x="90265" y="9508"/>
                    <a:pt x="90298" y="9774"/>
                    <a:pt x="90499" y="9908"/>
                  </a:cubicBezTo>
                  <a:cubicBezTo>
                    <a:pt x="90599" y="9941"/>
                    <a:pt x="90665" y="9941"/>
                    <a:pt x="90732" y="9975"/>
                  </a:cubicBezTo>
                  <a:cubicBezTo>
                    <a:pt x="90865" y="9975"/>
                    <a:pt x="90999" y="9908"/>
                    <a:pt x="91099" y="9774"/>
                  </a:cubicBezTo>
                  <a:cubicBezTo>
                    <a:pt x="91232" y="9574"/>
                    <a:pt x="91166" y="9307"/>
                    <a:pt x="90966" y="9174"/>
                  </a:cubicBezTo>
                  <a:cubicBezTo>
                    <a:pt x="90894" y="9138"/>
                    <a:pt x="90813" y="9119"/>
                    <a:pt x="90735" y="9119"/>
                  </a:cubicBezTo>
                  <a:close/>
                  <a:moveTo>
                    <a:pt x="26175" y="9279"/>
                  </a:moveTo>
                  <a:cubicBezTo>
                    <a:pt x="26103" y="9279"/>
                    <a:pt x="26028" y="9298"/>
                    <a:pt x="25952" y="9341"/>
                  </a:cubicBezTo>
                  <a:cubicBezTo>
                    <a:pt x="25786" y="9474"/>
                    <a:pt x="25719" y="9741"/>
                    <a:pt x="25852" y="9941"/>
                  </a:cubicBezTo>
                  <a:cubicBezTo>
                    <a:pt x="25919" y="10075"/>
                    <a:pt x="26086" y="10108"/>
                    <a:pt x="26219" y="10108"/>
                  </a:cubicBezTo>
                  <a:cubicBezTo>
                    <a:pt x="26286" y="10108"/>
                    <a:pt x="26353" y="10108"/>
                    <a:pt x="26419" y="10075"/>
                  </a:cubicBezTo>
                  <a:cubicBezTo>
                    <a:pt x="26586" y="9941"/>
                    <a:pt x="26686" y="9674"/>
                    <a:pt x="26553" y="9474"/>
                  </a:cubicBezTo>
                  <a:cubicBezTo>
                    <a:pt x="26463" y="9361"/>
                    <a:pt x="26326" y="9279"/>
                    <a:pt x="26175" y="9279"/>
                  </a:cubicBezTo>
                  <a:close/>
                  <a:moveTo>
                    <a:pt x="92868" y="10454"/>
                  </a:moveTo>
                  <a:cubicBezTo>
                    <a:pt x="92726" y="10454"/>
                    <a:pt x="92586" y="10513"/>
                    <a:pt x="92500" y="10642"/>
                  </a:cubicBezTo>
                  <a:cubicBezTo>
                    <a:pt x="92400" y="10842"/>
                    <a:pt x="92433" y="11109"/>
                    <a:pt x="92633" y="11242"/>
                  </a:cubicBezTo>
                  <a:cubicBezTo>
                    <a:pt x="92653" y="11281"/>
                    <a:pt x="92695" y="11297"/>
                    <a:pt x="92754" y="11297"/>
                  </a:cubicBezTo>
                  <a:cubicBezTo>
                    <a:pt x="92795" y="11297"/>
                    <a:pt x="92845" y="11289"/>
                    <a:pt x="92900" y="11276"/>
                  </a:cubicBezTo>
                  <a:cubicBezTo>
                    <a:pt x="93000" y="11276"/>
                    <a:pt x="93134" y="11242"/>
                    <a:pt x="93234" y="11109"/>
                  </a:cubicBezTo>
                  <a:cubicBezTo>
                    <a:pt x="93334" y="10875"/>
                    <a:pt x="93301" y="10642"/>
                    <a:pt x="93100" y="10508"/>
                  </a:cubicBezTo>
                  <a:cubicBezTo>
                    <a:pt x="93029" y="10472"/>
                    <a:pt x="92948" y="10454"/>
                    <a:pt x="92868" y="10454"/>
                  </a:cubicBezTo>
                  <a:close/>
                  <a:moveTo>
                    <a:pt x="24142" y="10662"/>
                  </a:moveTo>
                  <a:cubicBezTo>
                    <a:pt x="24055" y="10662"/>
                    <a:pt x="23964" y="10688"/>
                    <a:pt x="23884" y="10742"/>
                  </a:cubicBezTo>
                  <a:cubicBezTo>
                    <a:pt x="23684" y="10842"/>
                    <a:pt x="23617" y="11142"/>
                    <a:pt x="23751" y="11309"/>
                  </a:cubicBezTo>
                  <a:cubicBezTo>
                    <a:pt x="23851" y="11442"/>
                    <a:pt x="23951" y="11476"/>
                    <a:pt x="24084" y="11509"/>
                  </a:cubicBezTo>
                  <a:cubicBezTo>
                    <a:pt x="24185" y="11509"/>
                    <a:pt x="24251" y="11476"/>
                    <a:pt x="24351" y="11442"/>
                  </a:cubicBezTo>
                  <a:cubicBezTo>
                    <a:pt x="24551" y="11309"/>
                    <a:pt x="24585" y="11075"/>
                    <a:pt x="24451" y="10842"/>
                  </a:cubicBezTo>
                  <a:cubicBezTo>
                    <a:pt x="24391" y="10722"/>
                    <a:pt x="24271" y="10662"/>
                    <a:pt x="24142" y="10662"/>
                  </a:cubicBezTo>
                  <a:close/>
                  <a:moveTo>
                    <a:pt x="94912" y="11944"/>
                  </a:moveTo>
                  <a:cubicBezTo>
                    <a:pt x="94792" y="11944"/>
                    <a:pt x="94680" y="11992"/>
                    <a:pt x="94601" y="12109"/>
                  </a:cubicBezTo>
                  <a:cubicBezTo>
                    <a:pt x="94468" y="12310"/>
                    <a:pt x="94468" y="12543"/>
                    <a:pt x="94668" y="12677"/>
                  </a:cubicBezTo>
                  <a:cubicBezTo>
                    <a:pt x="94735" y="12743"/>
                    <a:pt x="94802" y="12777"/>
                    <a:pt x="94935" y="12777"/>
                  </a:cubicBezTo>
                  <a:cubicBezTo>
                    <a:pt x="95068" y="12777"/>
                    <a:pt x="95169" y="12743"/>
                    <a:pt x="95269" y="12610"/>
                  </a:cubicBezTo>
                  <a:cubicBezTo>
                    <a:pt x="95402" y="12443"/>
                    <a:pt x="95335" y="12143"/>
                    <a:pt x="95169" y="12009"/>
                  </a:cubicBezTo>
                  <a:cubicBezTo>
                    <a:pt x="95086" y="11968"/>
                    <a:pt x="94997" y="11944"/>
                    <a:pt x="94912" y="11944"/>
                  </a:cubicBezTo>
                  <a:close/>
                  <a:moveTo>
                    <a:pt x="22040" y="12161"/>
                  </a:moveTo>
                  <a:cubicBezTo>
                    <a:pt x="21945" y="12161"/>
                    <a:pt x="21852" y="12187"/>
                    <a:pt x="21783" y="12243"/>
                  </a:cubicBezTo>
                  <a:cubicBezTo>
                    <a:pt x="21616" y="12343"/>
                    <a:pt x="21583" y="12643"/>
                    <a:pt x="21716" y="12810"/>
                  </a:cubicBezTo>
                  <a:cubicBezTo>
                    <a:pt x="21783" y="12910"/>
                    <a:pt x="21916" y="12977"/>
                    <a:pt x="22050" y="12977"/>
                  </a:cubicBezTo>
                  <a:cubicBezTo>
                    <a:pt x="22116" y="12977"/>
                    <a:pt x="22216" y="12943"/>
                    <a:pt x="22283" y="12910"/>
                  </a:cubicBezTo>
                  <a:cubicBezTo>
                    <a:pt x="22450" y="12777"/>
                    <a:pt x="22517" y="12510"/>
                    <a:pt x="22383" y="12310"/>
                  </a:cubicBezTo>
                  <a:cubicBezTo>
                    <a:pt x="22306" y="12212"/>
                    <a:pt x="22171" y="12161"/>
                    <a:pt x="22040" y="12161"/>
                  </a:cubicBezTo>
                  <a:close/>
                  <a:moveTo>
                    <a:pt x="96905" y="13501"/>
                  </a:moveTo>
                  <a:cubicBezTo>
                    <a:pt x="96790" y="13501"/>
                    <a:pt x="96676" y="13552"/>
                    <a:pt x="96603" y="13644"/>
                  </a:cubicBezTo>
                  <a:cubicBezTo>
                    <a:pt x="96436" y="13811"/>
                    <a:pt x="96469" y="14111"/>
                    <a:pt x="96636" y="14244"/>
                  </a:cubicBezTo>
                  <a:lnTo>
                    <a:pt x="96870" y="14344"/>
                  </a:lnTo>
                  <a:cubicBezTo>
                    <a:pt x="97003" y="14344"/>
                    <a:pt x="97137" y="14278"/>
                    <a:pt x="97237" y="14178"/>
                  </a:cubicBezTo>
                  <a:cubicBezTo>
                    <a:pt x="97370" y="14011"/>
                    <a:pt x="97337" y="13744"/>
                    <a:pt x="97170" y="13611"/>
                  </a:cubicBezTo>
                  <a:cubicBezTo>
                    <a:pt x="97095" y="13535"/>
                    <a:pt x="96999" y="13501"/>
                    <a:pt x="96905" y="13501"/>
                  </a:cubicBezTo>
                  <a:close/>
                  <a:moveTo>
                    <a:pt x="20061" y="13668"/>
                  </a:moveTo>
                  <a:cubicBezTo>
                    <a:pt x="19959" y="13668"/>
                    <a:pt x="19857" y="13702"/>
                    <a:pt x="19781" y="13777"/>
                  </a:cubicBezTo>
                  <a:cubicBezTo>
                    <a:pt x="19615" y="13911"/>
                    <a:pt x="19581" y="14178"/>
                    <a:pt x="19748" y="14344"/>
                  </a:cubicBezTo>
                  <a:cubicBezTo>
                    <a:pt x="19824" y="14446"/>
                    <a:pt x="19901" y="14490"/>
                    <a:pt x="19992" y="14490"/>
                  </a:cubicBezTo>
                  <a:cubicBezTo>
                    <a:pt x="20020" y="14490"/>
                    <a:pt x="20050" y="14486"/>
                    <a:pt x="20082" y="14478"/>
                  </a:cubicBezTo>
                  <a:cubicBezTo>
                    <a:pt x="20182" y="14478"/>
                    <a:pt x="20248" y="14444"/>
                    <a:pt x="20348" y="14411"/>
                  </a:cubicBezTo>
                  <a:cubicBezTo>
                    <a:pt x="20515" y="14278"/>
                    <a:pt x="20515" y="13977"/>
                    <a:pt x="20382" y="13811"/>
                  </a:cubicBezTo>
                  <a:cubicBezTo>
                    <a:pt x="20308" y="13719"/>
                    <a:pt x="20185" y="13668"/>
                    <a:pt x="20061" y="13668"/>
                  </a:cubicBezTo>
                  <a:close/>
                  <a:moveTo>
                    <a:pt x="98849" y="15072"/>
                  </a:moveTo>
                  <a:cubicBezTo>
                    <a:pt x="98726" y="15072"/>
                    <a:pt x="98599" y="15131"/>
                    <a:pt x="98504" y="15245"/>
                  </a:cubicBezTo>
                  <a:cubicBezTo>
                    <a:pt x="98337" y="15412"/>
                    <a:pt x="98404" y="15645"/>
                    <a:pt x="98571" y="15812"/>
                  </a:cubicBezTo>
                  <a:cubicBezTo>
                    <a:pt x="98621" y="15887"/>
                    <a:pt x="98690" y="15925"/>
                    <a:pt x="98749" y="15925"/>
                  </a:cubicBezTo>
                  <a:cubicBezTo>
                    <a:pt x="98769" y="15925"/>
                    <a:pt x="98788" y="15921"/>
                    <a:pt x="98804" y="15912"/>
                  </a:cubicBezTo>
                  <a:cubicBezTo>
                    <a:pt x="98938" y="15912"/>
                    <a:pt x="99071" y="15845"/>
                    <a:pt x="99138" y="15779"/>
                  </a:cubicBezTo>
                  <a:cubicBezTo>
                    <a:pt x="99305" y="15612"/>
                    <a:pt x="99271" y="15345"/>
                    <a:pt x="99105" y="15178"/>
                  </a:cubicBezTo>
                  <a:cubicBezTo>
                    <a:pt x="99033" y="15106"/>
                    <a:pt x="98942" y="15072"/>
                    <a:pt x="98849" y="15072"/>
                  </a:cubicBezTo>
                  <a:close/>
                  <a:moveTo>
                    <a:pt x="18134" y="15302"/>
                  </a:moveTo>
                  <a:cubicBezTo>
                    <a:pt x="18044" y="15302"/>
                    <a:pt x="17955" y="15337"/>
                    <a:pt x="17880" y="15412"/>
                  </a:cubicBezTo>
                  <a:cubicBezTo>
                    <a:pt x="17713" y="15579"/>
                    <a:pt x="17647" y="15812"/>
                    <a:pt x="17813" y="15979"/>
                  </a:cubicBezTo>
                  <a:cubicBezTo>
                    <a:pt x="17890" y="16081"/>
                    <a:pt x="17986" y="16124"/>
                    <a:pt x="18056" y="16124"/>
                  </a:cubicBezTo>
                  <a:cubicBezTo>
                    <a:pt x="18078" y="16124"/>
                    <a:pt x="18098" y="16120"/>
                    <a:pt x="18114" y="16112"/>
                  </a:cubicBezTo>
                  <a:cubicBezTo>
                    <a:pt x="18247" y="16112"/>
                    <a:pt x="18347" y="16112"/>
                    <a:pt x="18414" y="16012"/>
                  </a:cubicBezTo>
                  <a:cubicBezTo>
                    <a:pt x="18581" y="15845"/>
                    <a:pt x="18614" y="15612"/>
                    <a:pt x="18447" y="15445"/>
                  </a:cubicBezTo>
                  <a:cubicBezTo>
                    <a:pt x="18355" y="15354"/>
                    <a:pt x="18244" y="15302"/>
                    <a:pt x="18134" y="15302"/>
                  </a:cubicBezTo>
                  <a:close/>
                  <a:moveTo>
                    <a:pt x="100689" y="16821"/>
                  </a:moveTo>
                  <a:cubicBezTo>
                    <a:pt x="100589" y="16821"/>
                    <a:pt x="100489" y="16863"/>
                    <a:pt x="100406" y="16946"/>
                  </a:cubicBezTo>
                  <a:cubicBezTo>
                    <a:pt x="100239" y="17113"/>
                    <a:pt x="100239" y="17347"/>
                    <a:pt x="100406" y="17513"/>
                  </a:cubicBezTo>
                  <a:cubicBezTo>
                    <a:pt x="100472" y="17580"/>
                    <a:pt x="100606" y="17613"/>
                    <a:pt x="100672" y="17647"/>
                  </a:cubicBezTo>
                  <a:cubicBezTo>
                    <a:pt x="100773" y="17647"/>
                    <a:pt x="100906" y="17613"/>
                    <a:pt x="100973" y="17513"/>
                  </a:cubicBezTo>
                  <a:cubicBezTo>
                    <a:pt x="101139" y="17347"/>
                    <a:pt x="101139" y="17113"/>
                    <a:pt x="100973" y="16946"/>
                  </a:cubicBezTo>
                  <a:cubicBezTo>
                    <a:pt x="100889" y="16863"/>
                    <a:pt x="100789" y="16821"/>
                    <a:pt x="100689" y="16821"/>
                  </a:cubicBezTo>
                  <a:close/>
                  <a:moveTo>
                    <a:pt x="16296" y="17021"/>
                  </a:moveTo>
                  <a:cubicBezTo>
                    <a:pt x="16195" y="17021"/>
                    <a:pt x="16095" y="17063"/>
                    <a:pt x="16012" y="17146"/>
                  </a:cubicBezTo>
                  <a:cubicBezTo>
                    <a:pt x="15845" y="17313"/>
                    <a:pt x="15845" y="17580"/>
                    <a:pt x="16012" y="17747"/>
                  </a:cubicBezTo>
                  <a:cubicBezTo>
                    <a:pt x="16079" y="17814"/>
                    <a:pt x="16212" y="17847"/>
                    <a:pt x="16279" y="17847"/>
                  </a:cubicBezTo>
                  <a:cubicBezTo>
                    <a:pt x="16412" y="17847"/>
                    <a:pt x="16512" y="17814"/>
                    <a:pt x="16579" y="17747"/>
                  </a:cubicBezTo>
                  <a:cubicBezTo>
                    <a:pt x="16746" y="17580"/>
                    <a:pt x="16746" y="17313"/>
                    <a:pt x="16579" y="17146"/>
                  </a:cubicBezTo>
                  <a:cubicBezTo>
                    <a:pt x="16496" y="17063"/>
                    <a:pt x="16396" y="17021"/>
                    <a:pt x="16296" y="17021"/>
                  </a:cubicBezTo>
                  <a:close/>
                  <a:moveTo>
                    <a:pt x="102474" y="18556"/>
                  </a:moveTo>
                  <a:cubicBezTo>
                    <a:pt x="102365" y="18556"/>
                    <a:pt x="102257" y="18597"/>
                    <a:pt x="102174" y="18681"/>
                  </a:cubicBezTo>
                  <a:cubicBezTo>
                    <a:pt x="102007" y="18848"/>
                    <a:pt x="102007" y="19114"/>
                    <a:pt x="102174" y="19281"/>
                  </a:cubicBezTo>
                  <a:cubicBezTo>
                    <a:pt x="102274" y="19348"/>
                    <a:pt x="102340" y="19415"/>
                    <a:pt x="102474" y="19415"/>
                  </a:cubicBezTo>
                  <a:cubicBezTo>
                    <a:pt x="102574" y="19415"/>
                    <a:pt x="102674" y="19348"/>
                    <a:pt x="102774" y="19281"/>
                  </a:cubicBezTo>
                  <a:cubicBezTo>
                    <a:pt x="102941" y="19114"/>
                    <a:pt x="102941" y="18848"/>
                    <a:pt x="102774" y="18681"/>
                  </a:cubicBezTo>
                  <a:cubicBezTo>
                    <a:pt x="102691" y="18597"/>
                    <a:pt x="102582" y="18556"/>
                    <a:pt x="102474" y="18556"/>
                  </a:cubicBezTo>
                  <a:close/>
                  <a:moveTo>
                    <a:pt x="14544" y="18823"/>
                  </a:moveTo>
                  <a:cubicBezTo>
                    <a:pt x="14436" y="18823"/>
                    <a:pt x="14327" y="18864"/>
                    <a:pt x="14244" y="18948"/>
                  </a:cubicBezTo>
                  <a:cubicBezTo>
                    <a:pt x="14077" y="19114"/>
                    <a:pt x="14077" y="19348"/>
                    <a:pt x="14244" y="19515"/>
                  </a:cubicBezTo>
                  <a:cubicBezTo>
                    <a:pt x="14344" y="19615"/>
                    <a:pt x="14411" y="19615"/>
                    <a:pt x="14544" y="19648"/>
                  </a:cubicBezTo>
                  <a:cubicBezTo>
                    <a:pt x="14611" y="19648"/>
                    <a:pt x="14744" y="19615"/>
                    <a:pt x="14845" y="19515"/>
                  </a:cubicBezTo>
                  <a:cubicBezTo>
                    <a:pt x="15011" y="19348"/>
                    <a:pt x="15011" y="19114"/>
                    <a:pt x="14845" y="18948"/>
                  </a:cubicBezTo>
                  <a:cubicBezTo>
                    <a:pt x="14761" y="18864"/>
                    <a:pt x="14653" y="18823"/>
                    <a:pt x="14544" y="18823"/>
                  </a:cubicBezTo>
                  <a:close/>
                  <a:moveTo>
                    <a:pt x="104167" y="20419"/>
                  </a:moveTo>
                  <a:cubicBezTo>
                    <a:pt x="104087" y="20419"/>
                    <a:pt x="104009" y="20448"/>
                    <a:pt x="103941" y="20515"/>
                  </a:cubicBezTo>
                  <a:cubicBezTo>
                    <a:pt x="103775" y="20682"/>
                    <a:pt x="103741" y="20949"/>
                    <a:pt x="103908" y="21116"/>
                  </a:cubicBezTo>
                  <a:cubicBezTo>
                    <a:pt x="103975" y="21183"/>
                    <a:pt x="104075" y="21249"/>
                    <a:pt x="104175" y="21283"/>
                  </a:cubicBezTo>
                  <a:cubicBezTo>
                    <a:pt x="104308" y="21283"/>
                    <a:pt x="104408" y="21249"/>
                    <a:pt x="104475" y="21149"/>
                  </a:cubicBezTo>
                  <a:cubicBezTo>
                    <a:pt x="104642" y="20982"/>
                    <a:pt x="104675" y="20749"/>
                    <a:pt x="104509" y="20582"/>
                  </a:cubicBezTo>
                  <a:cubicBezTo>
                    <a:pt x="104409" y="20483"/>
                    <a:pt x="104286" y="20419"/>
                    <a:pt x="104167" y="20419"/>
                  </a:cubicBezTo>
                  <a:close/>
                  <a:moveTo>
                    <a:pt x="12823" y="20639"/>
                  </a:moveTo>
                  <a:cubicBezTo>
                    <a:pt x="12713" y="20639"/>
                    <a:pt x="12601" y="20691"/>
                    <a:pt x="12510" y="20782"/>
                  </a:cubicBezTo>
                  <a:cubicBezTo>
                    <a:pt x="12343" y="20949"/>
                    <a:pt x="12376" y="21183"/>
                    <a:pt x="12543" y="21349"/>
                  </a:cubicBezTo>
                  <a:cubicBezTo>
                    <a:pt x="12593" y="21424"/>
                    <a:pt x="12662" y="21462"/>
                    <a:pt x="12721" y="21462"/>
                  </a:cubicBezTo>
                  <a:cubicBezTo>
                    <a:pt x="12741" y="21462"/>
                    <a:pt x="12760" y="21458"/>
                    <a:pt x="12776" y="21449"/>
                  </a:cubicBezTo>
                  <a:cubicBezTo>
                    <a:pt x="12910" y="21449"/>
                    <a:pt x="13043" y="21416"/>
                    <a:pt x="13110" y="21316"/>
                  </a:cubicBezTo>
                  <a:cubicBezTo>
                    <a:pt x="13277" y="21149"/>
                    <a:pt x="13243" y="20916"/>
                    <a:pt x="13077" y="20749"/>
                  </a:cubicBezTo>
                  <a:cubicBezTo>
                    <a:pt x="13001" y="20674"/>
                    <a:pt x="12913" y="20639"/>
                    <a:pt x="12823" y="20639"/>
                  </a:cubicBezTo>
                  <a:close/>
                  <a:moveTo>
                    <a:pt x="105841" y="22307"/>
                  </a:moveTo>
                  <a:cubicBezTo>
                    <a:pt x="105747" y="22307"/>
                    <a:pt x="105651" y="22342"/>
                    <a:pt x="105576" y="22417"/>
                  </a:cubicBezTo>
                  <a:cubicBezTo>
                    <a:pt x="105409" y="22517"/>
                    <a:pt x="105342" y="22817"/>
                    <a:pt x="105509" y="22984"/>
                  </a:cubicBezTo>
                  <a:cubicBezTo>
                    <a:pt x="105586" y="23086"/>
                    <a:pt x="105682" y="23129"/>
                    <a:pt x="105767" y="23129"/>
                  </a:cubicBezTo>
                  <a:cubicBezTo>
                    <a:pt x="105794" y="23129"/>
                    <a:pt x="105819" y="23125"/>
                    <a:pt x="105843" y="23117"/>
                  </a:cubicBezTo>
                  <a:cubicBezTo>
                    <a:pt x="105943" y="23117"/>
                    <a:pt x="106010" y="23084"/>
                    <a:pt x="106110" y="23017"/>
                  </a:cubicBezTo>
                  <a:cubicBezTo>
                    <a:pt x="106276" y="22917"/>
                    <a:pt x="106276" y="22617"/>
                    <a:pt x="106143" y="22450"/>
                  </a:cubicBezTo>
                  <a:cubicBezTo>
                    <a:pt x="106070" y="22359"/>
                    <a:pt x="105956" y="22307"/>
                    <a:pt x="105841" y="22307"/>
                  </a:cubicBezTo>
                  <a:close/>
                  <a:moveTo>
                    <a:pt x="11199" y="22577"/>
                  </a:moveTo>
                  <a:cubicBezTo>
                    <a:pt x="11086" y="22577"/>
                    <a:pt x="10970" y="22637"/>
                    <a:pt x="10875" y="22750"/>
                  </a:cubicBezTo>
                  <a:cubicBezTo>
                    <a:pt x="10708" y="22917"/>
                    <a:pt x="10742" y="23151"/>
                    <a:pt x="10908" y="23317"/>
                  </a:cubicBezTo>
                  <a:lnTo>
                    <a:pt x="11142" y="23451"/>
                  </a:lnTo>
                  <a:cubicBezTo>
                    <a:pt x="11275" y="23451"/>
                    <a:pt x="11409" y="23351"/>
                    <a:pt x="11509" y="23284"/>
                  </a:cubicBezTo>
                  <a:cubicBezTo>
                    <a:pt x="11676" y="23117"/>
                    <a:pt x="11609" y="22817"/>
                    <a:pt x="11442" y="22684"/>
                  </a:cubicBezTo>
                  <a:cubicBezTo>
                    <a:pt x="11370" y="22612"/>
                    <a:pt x="11285" y="22577"/>
                    <a:pt x="11199" y="22577"/>
                  </a:cubicBezTo>
                  <a:close/>
                  <a:moveTo>
                    <a:pt x="107365" y="24281"/>
                  </a:moveTo>
                  <a:cubicBezTo>
                    <a:pt x="107284" y="24281"/>
                    <a:pt x="107205" y="24303"/>
                    <a:pt x="107144" y="24352"/>
                  </a:cubicBezTo>
                  <a:cubicBezTo>
                    <a:pt x="106977" y="24485"/>
                    <a:pt x="106944" y="24785"/>
                    <a:pt x="107077" y="24952"/>
                  </a:cubicBezTo>
                  <a:cubicBezTo>
                    <a:pt x="107144" y="25085"/>
                    <a:pt x="107277" y="25119"/>
                    <a:pt x="107377" y="25119"/>
                  </a:cubicBezTo>
                  <a:cubicBezTo>
                    <a:pt x="107477" y="25119"/>
                    <a:pt x="107577" y="25052"/>
                    <a:pt x="107644" y="25019"/>
                  </a:cubicBezTo>
                  <a:cubicBezTo>
                    <a:pt x="107811" y="24885"/>
                    <a:pt x="107844" y="24618"/>
                    <a:pt x="107711" y="24452"/>
                  </a:cubicBezTo>
                  <a:cubicBezTo>
                    <a:pt x="107648" y="24346"/>
                    <a:pt x="107504" y="24281"/>
                    <a:pt x="107365" y="24281"/>
                  </a:cubicBezTo>
                  <a:close/>
                  <a:moveTo>
                    <a:pt x="9687" y="24581"/>
                  </a:moveTo>
                  <a:cubicBezTo>
                    <a:pt x="9547" y="24581"/>
                    <a:pt x="9404" y="24646"/>
                    <a:pt x="9341" y="24752"/>
                  </a:cubicBezTo>
                  <a:cubicBezTo>
                    <a:pt x="9207" y="24919"/>
                    <a:pt x="9241" y="25185"/>
                    <a:pt x="9407" y="25319"/>
                  </a:cubicBezTo>
                  <a:cubicBezTo>
                    <a:pt x="9441" y="25352"/>
                    <a:pt x="9541" y="25419"/>
                    <a:pt x="9674" y="25419"/>
                  </a:cubicBezTo>
                  <a:cubicBezTo>
                    <a:pt x="9774" y="25419"/>
                    <a:pt x="9908" y="25352"/>
                    <a:pt x="10008" y="25252"/>
                  </a:cubicBezTo>
                  <a:cubicBezTo>
                    <a:pt x="10108" y="25085"/>
                    <a:pt x="10074" y="24785"/>
                    <a:pt x="9908" y="24652"/>
                  </a:cubicBezTo>
                  <a:cubicBezTo>
                    <a:pt x="9846" y="24603"/>
                    <a:pt x="9767" y="24581"/>
                    <a:pt x="9687" y="24581"/>
                  </a:cubicBezTo>
                  <a:close/>
                  <a:moveTo>
                    <a:pt x="108902" y="26337"/>
                  </a:moveTo>
                  <a:cubicBezTo>
                    <a:pt x="108807" y="26337"/>
                    <a:pt x="108714" y="26364"/>
                    <a:pt x="108645" y="26420"/>
                  </a:cubicBezTo>
                  <a:cubicBezTo>
                    <a:pt x="108445" y="26520"/>
                    <a:pt x="108411" y="26787"/>
                    <a:pt x="108511" y="26987"/>
                  </a:cubicBezTo>
                  <a:cubicBezTo>
                    <a:pt x="108611" y="27120"/>
                    <a:pt x="108745" y="27154"/>
                    <a:pt x="108912" y="27154"/>
                  </a:cubicBezTo>
                  <a:cubicBezTo>
                    <a:pt x="108978" y="27154"/>
                    <a:pt x="109078" y="27120"/>
                    <a:pt x="109145" y="27087"/>
                  </a:cubicBezTo>
                  <a:cubicBezTo>
                    <a:pt x="109312" y="26953"/>
                    <a:pt x="109345" y="26687"/>
                    <a:pt x="109245" y="26486"/>
                  </a:cubicBezTo>
                  <a:cubicBezTo>
                    <a:pt x="109168" y="26389"/>
                    <a:pt x="109033" y="26337"/>
                    <a:pt x="108902" y="26337"/>
                  </a:cubicBezTo>
                  <a:close/>
                  <a:moveTo>
                    <a:pt x="8154" y="26592"/>
                  </a:moveTo>
                  <a:cubicBezTo>
                    <a:pt x="8019" y="26592"/>
                    <a:pt x="7888" y="26664"/>
                    <a:pt x="7806" y="26787"/>
                  </a:cubicBezTo>
                  <a:cubicBezTo>
                    <a:pt x="7706" y="26987"/>
                    <a:pt x="7739" y="27254"/>
                    <a:pt x="7940" y="27354"/>
                  </a:cubicBezTo>
                  <a:cubicBezTo>
                    <a:pt x="8006" y="27420"/>
                    <a:pt x="8073" y="27454"/>
                    <a:pt x="8206" y="27454"/>
                  </a:cubicBezTo>
                  <a:cubicBezTo>
                    <a:pt x="8340" y="27454"/>
                    <a:pt x="8440" y="27420"/>
                    <a:pt x="8540" y="27287"/>
                  </a:cubicBezTo>
                  <a:cubicBezTo>
                    <a:pt x="8640" y="27087"/>
                    <a:pt x="8607" y="26820"/>
                    <a:pt x="8407" y="26687"/>
                  </a:cubicBezTo>
                  <a:cubicBezTo>
                    <a:pt x="8329" y="26622"/>
                    <a:pt x="8240" y="26592"/>
                    <a:pt x="8154" y="26592"/>
                  </a:cubicBezTo>
                  <a:close/>
                  <a:moveTo>
                    <a:pt x="110256" y="28418"/>
                  </a:moveTo>
                  <a:cubicBezTo>
                    <a:pt x="110178" y="28418"/>
                    <a:pt x="110095" y="28441"/>
                    <a:pt x="110012" y="28488"/>
                  </a:cubicBezTo>
                  <a:cubicBezTo>
                    <a:pt x="109812" y="28621"/>
                    <a:pt x="109779" y="28855"/>
                    <a:pt x="109912" y="29088"/>
                  </a:cubicBezTo>
                  <a:cubicBezTo>
                    <a:pt x="109979" y="29188"/>
                    <a:pt x="110113" y="29288"/>
                    <a:pt x="110279" y="29288"/>
                  </a:cubicBezTo>
                  <a:cubicBezTo>
                    <a:pt x="110346" y="29288"/>
                    <a:pt x="110413" y="29255"/>
                    <a:pt x="110479" y="29188"/>
                  </a:cubicBezTo>
                  <a:cubicBezTo>
                    <a:pt x="110680" y="29088"/>
                    <a:pt x="110746" y="28821"/>
                    <a:pt x="110613" y="28621"/>
                  </a:cubicBezTo>
                  <a:cubicBezTo>
                    <a:pt x="110527" y="28492"/>
                    <a:pt x="110399" y="28418"/>
                    <a:pt x="110256" y="28418"/>
                  </a:cubicBezTo>
                  <a:close/>
                  <a:moveTo>
                    <a:pt x="6789" y="28710"/>
                  </a:moveTo>
                  <a:cubicBezTo>
                    <a:pt x="6653" y="28710"/>
                    <a:pt x="6521" y="28778"/>
                    <a:pt x="6439" y="28921"/>
                  </a:cubicBezTo>
                  <a:cubicBezTo>
                    <a:pt x="6338" y="29122"/>
                    <a:pt x="6372" y="29355"/>
                    <a:pt x="6572" y="29489"/>
                  </a:cubicBezTo>
                  <a:cubicBezTo>
                    <a:pt x="6672" y="29522"/>
                    <a:pt x="6739" y="29522"/>
                    <a:pt x="6839" y="29589"/>
                  </a:cubicBezTo>
                  <a:cubicBezTo>
                    <a:pt x="6939" y="29589"/>
                    <a:pt x="7072" y="29489"/>
                    <a:pt x="7172" y="29355"/>
                  </a:cubicBezTo>
                  <a:cubicBezTo>
                    <a:pt x="7272" y="29155"/>
                    <a:pt x="7239" y="28921"/>
                    <a:pt x="7039" y="28788"/>
                  </a:cubicBezTo>
                  <a:cubicBezTo>
                    <a:pt x="6962" y="28737"/>
                    <a:pt x="6875" y="28710"/>
                    <a:pt x="6789" y="28710"/>
                  </a:cubicBezTo>
                  <a:close/>
                  <a:moveTo>
                    <a:pt x="111564" y="30562"/>
                  </a:moveTo>
                  <a:cubicBezTo>
                    <a:pt x="111493" y="30562"/>
                    <a:pt x="111420" y="30581"/>
                    <a:pt x="111347" y="30623"/>
                  </a:cubicBezTo>
                  <a:cubicBezTo>
                    <a:pt x="111147" y="30756"/>
                    <a:pt x="111080" y="30990"/>
                    <a:pt x="111180" y="31190"/>
                  </a:cubicBezTo>
                  <a:cubicBezTo>
                    <a:pt x="111280" y="31357"/>
                    <a:pt x="111413" y="31423"/>
                    <a:pt x="111580" y="31423"/>
                  </a:cubicBezTo>
                  <a:cubicBezTo>
                    <a:pt x="111647" y="31423"/>
                    <a:pt x="111680" y="31423"/>
                    <a:pt x="111780" y="31357"/>
                  </a:cubicBezTo>
                  <a:cubicBezTo>
                    <a:pt x="111981" y="31256"/>
                    <a:pt x="112081" y="30990"/>
                    <a:pt x="111947" y="30789"/>
                  </a:cubicBezTo>
                  <a:cubicBezTo>
                    <a:pt x="111856" y="30652"/>
                    <a:pt x="111717" y="30562"/>
                    <a:pt x="111564" y="30562"/>
                  </a:cubicBezTo>
                  <a:close/>
                  <a:moveTo>
                    <a:pt x="5518" y="30859"/>
                  </a:moveTo>
                  <a:cubicBezTo>
                    <a:pt x="5361" y="30859"/>
                    <a:pt x="5199" y="30924"/>
                    <a:pt x="5104" y="31090"/>
                  </a:cubicBezTo>
                  <a:cubicBezTo>
                    <a:pt x="5038" y="31290"/>
                    <a:pt x="5071" y="31523"/>
                    <a:pt x="5271" y="31657"/>
                  </a:cubicBezTo>
                  <a:cubicBezTo>
                    <a:pt x="5371" y="31657"/>
                    <a:pt x="5438" y="31690"/>
                    <a:pt x="5505" y="31690"/>
                  </a:cubicBezTo>
                  <a:cubicBezTo>
                    <a:pt x="5671" y="31690"/>
                    <a:pt x="5771" y="31623"/>
                    <a:pt x="5871" y="31490"/>
                  </a:cubicBezTo>
                  <a:cubicBezTo>
                    <a:pt x="6005" y="31290"/>
                    <a:pt x="5905" y="31023"/>
                    <a:pt x="5705" y="30890"/>
                  </a:cubicBezTo>
                  <a:cubicBezTo>
                    <a:pt x="5646" y="30870"/>
                    <a:pt x="5583" y="30859"/>
                    <a:pt x="5518" y="30859"/>
                  </a:cubicBezTo>
                  <a:close/>
                  <a:moveTo>
                    <a:pt x="112768" y="32826"/>
                  </a:moveTo>
                  <a:cubicBezTo>
                    <a:pt x="112705" y="32826"/>
                    <a:pt x="112642" y="32837"/>
                    <a:pt x="112581" y="32858"/>
                  </a:cubicBezTo>
                  <a:cubicBezTo>
                    <a:pt x="112347" y="32958"/>
                    <a:pt x="112281" y="33191"/>
                    <a:pt x="112414" y="33425"/>
                  </a:cubicBezTo>
                  <a:cubicBezTo>
                    <a:pt x="112481" y="33525"/>
                    <a:pt x="112614" y="33625"/>
                    <a:pt x="112781" y="33658"/>
                  </a:cubicBezTo>
                  <a:cubicBezTo>
                    <a:pt x="112848" y="33658"/>
                    <a:pt x="112948" y="33658"/>
                    <a:pt x="112981" y="33625"/>
                  </a:cubicBezTo>
                  <a:cubicBezTo>
                    <a:pt x="113181" y="33491"/>
                    <a:pt x="113281" y="33258"/>
                    <a:pt x="113148" y="33024"/>
                  </a:cubicBezTo>
                  <a:cubicBezTo>
                    <a:pt x="113055" y="32885"/>
                    <a:pt x="112913" y="32826"/>
                    <a:pt x="112768" y="32826"/>
                  </a:cubicBezTo>
                  <a:close/>
                  <a:moveTo>
                    <a:pt x="4307" y="33097"/>
                  </a:moveTo>
                  <a:cubicBezTo>
                    <a:pt x="4168" y="33097"/>
                    <a:pt x="4005" y="33187"/>
                    <a:pt x="3937" y="33325"/>
                  </a:cubicBezTo>
                  <a:cubicBezTo>
                    <a:pt x="3837" y="33525"/>
                    <a:pt x="3903" y="33792"/>
                    <a:pt x="4104" y="33858"/>
                  </a:cubicBezTo>
                  <a:cubicBezTo>
                    <a:pt x="4170" y="33925"/>
                    <a:pt x="4237" y="33925"/>
                    <a:pt x="4270" y="33925"/>
                  </a:cubicBezTo>
                  <a:cubicBezTo>
                    <a:pt x="4437" y="33925"/>
                    <a:pt x="4571" y="33825"/>
                    <a:pt x="4671" y="33692"/>
                  </a:cubicBezTo>
                  <a:cubicBezTo>
                    <a:pt x="4771" y="33491"/>
                    <a:pt x="4704" y="33225"/>
                    <a:pt x="4470" y="33158"/>
                  </a:cubicBezTo>
                  <a:cubicBezTo>
                    <a:pt x="4429" y="33116"/>
                    <a:pt x="4370" y="33097"/>
                    <a:pt x="4307" y="33097"/>
                  </a:cubicBezTo>
                  <a:close/>
                  <a:moveTo>
                    <a:pt x="113913" y="35087"/>
                  </a:moveTo>
                  <a:cubicBezTo>
                    <a:pt x="113858" y="35087"/>
                    <a:pt x="113802" y="35099"/>
                    <a:pt x="113748" y="35126"/>
                  </a:cubicBezTo>
                  <a:cubicBezTo>
                    <a:pt x="113515" y="35193"/>
                    <a:pt x="113448" y="35460"/>
                    <a:pt x="113515" y="35660"/>
                  </a:cubicBezTo>
                  <a:cubicBezTo>
                    <a:pt x="113582" y="35793"/>
                    <a:pt x="113748" y="35860"/>
                    <a:pt x="113915" y="35927"/>
                  </a:cubicBezTo>
                  <a:cubicBezTo>
                    <a:pt x="113949" y="35927"/>
                    <a:pt x="114015" y="35927"/>
                    <a:pt x="114082" y="35860"/>
                  </a:cubicBezTo>
                  <a:cubicBezTo>
                    <a:pt x="114282" y="35793"/>
                    <a:pt x="114349" y="35526"/>
                    <a:pt x="114282" y="35326"/>
                  </a:cubicBezTo>
                  <a:cubicBezTo>
                    <a:pt x="114209" y="35180"/>
                    <a:pt x="114064" y="35087"/>
                    <a:pt x="113913" y="35087"/>
                  </a:cubicBezTo>
                  <a:close/>
                  <a:moveTo>
                    <a:pt x="3211" y="35334"/>
                  </a:moveTo>
                  <a:cubicBezTo>
                    <a:pt x="3049" y="35334"/>
                    <a:pt x="2886" y="35409"/>
                    <a:pt x="2836" y="35560"/>
                  </a:cubicBezTo>
                  <a:cubicBezTo>
                    <a:pt x="2736" y="35793"/>
                    <a:pt x="2836" y="36027"/>
                    <a:pt x="3036" y="36127"/>
                  </a:cubicBezTo>
                  <a:cubicBezTo>
                    <a:pt x="3069" y="36160"/>
                    <a:pt x="3170" y="36160"/>
                    <a:pt x="3203" y="36160"/>
                  </a:cubicBezTo>
                  <a:cubicBezTo>
                    <a:pt x="3370" y="36160"/>
                    <a:pt x="3503" y="36060"/>
                    <a:pt x="3570" y="35893"/>
                  </a:cubicBezTo>
                  <a:cubicBezTo>
                    <a:pt x="3670" y="35693"/>
                    <a:pt x="3570" y="35460"/>
                    <a:pt x="3370" y="35359"/>
                  </a:cubicBezTo>
                  <a:cubicBezTo>
                    <a:pt x="3320" y="35343"/>
                    <a:pt x="3265" y="35334"/>
                    <a:pt x="3211" y="35334"/>
                  </a:cubicBezTo>
                  <a:close/>
                  <a:moveTo>
                    <a:pt x="114914" y="37388"/>
                  </a:moveTo>
                  <a:cubicBezTo>
                    <a:pt x="114859" y="37388"/>
                    <a:pt x="114803" y="37401"/>
                    <a:pt x="114749" y="37428"/>
                  </a:cubicBezTo>
                  <a:cubicBezTo>
                    <a:pt x="114516" y="37494"/>
                    <a:pt x="114449" y="37761"/>
                    <a:pt x="114516" y="37961"/>
                  </a:cubicBezTo>
                  <a:cubicBezTo>
                    <a:pt x="114616" y="38095"/>
                    <a:pt x="114783" y="38195"/>
                    <a:pt x="114916" y="38195"/>
                  </a:cubicBezTo>
                  <a:cubicBezTo>
                    <a:pt x="114949" y="38195"/>
                    <a:pt x="115016" y="38161"/>
                    <a:pt x="115083" y="38161"/>
                  </a:cubicBezTo>
                  <a:cubicBezTo>
                    <a:pt x="115283" y="38095"/>
                    <a:pt x="115350" y="37828"/>
                    <a:pt x="115283" y="37628"/>
                  </a:cubicBezTo>
                  <a:cubicBezTo>
                    <a:pt x="115210" y="37481"/>
                    <a:pt x="115065" y="37388"/>
                    <a:pt x="114914" y="37388"/>
                  </a:cubicBezTo>
                  <a:close/>
                  <a:moveTo>
                    <a:pt x="2195" y="37641"/>
                  </a:moveTo>
                  <a:cubicBezTo>
                    <a:pt x="2038" y="37641"/>
                    <a:pt x="1884" y="37758"/>
                    <a:pt x="1835" y="37928"/>
                  </a:cubicBezTo>
                  <a:cubicBezTo>
                    <a:pt x="1702" y="38128"/>
                    <a:pt x="1835" y="38362"/>
                    <a:pt x="2035" y="38462"/>
                  </a:cubicBezTo>
                  <a:cubicBezTo>
                    <a:pt x="2069" y="38462"/>
                    <a:pt x="2102" y="38462"/>
                    <a:pt x="2202" y="38495"/>
                  </a:cubicBezTo>
                  <a:cubicBezTo>
                    <a:pt x="2369" y="38495"/>
                    <a:pt x="2502" y="38395"/>
                    <a:pt x="2569" y="38262"/>
                  </a:cubicBezTo>
                  <a:cubicBezTo>
                    <a:pt x="2703" y="38028"/>
                    <a:pt x="2569" y="37795"/>
                    <a:pt x="2369" y="37694"/>
                  </a:cubicBezTo>
                  <a:cubicBezTo>
                    <a:pt x="2314" y="37658"/>
                    <a:pt x="2255" y="37641"/>
                    <a:pt x="2195" y="37641"/>
                  </a:cubicBezTo>
                  <a:close/>
                  <a:moveTo>
                    <a:pt x="115807" y="39679"/>
                  </a:moveTo>
                  <a:cubicBezTo>
                    <a:pt x="115766" y="39679"/>
                    <a:pt x="115725" y="39684"/>
                    <a:pt x="115683" y="39696"/>
                  </a:cubicBezTo>
                  <a:cubicBezTo>
                    <a:pt x="115483" y="39796"/>
                    <a:pt x="115350" y="40029"/>
                    <a:pt x="115450" y="40263"/>
                  </a:cubicBezTo>
                  <a:cubicBezTo>
                    <a:pt x="115516" y="40430"/>
                    <a:pt x="115683" y="40530"/>
                    <a:pt x="115850" y="40530"/>
                  </a:cubicBezTo>
                  <a:cubicBezTo>
                    <a:pt x="115917" y="40530"/>
                    <a:pt x="115950" y="40496"/>
                    <a:pt x="115983" y="40496"/>
                  </a:cubicBezTo>
                  <a:cubicBezTo>
                    <a:pt x="116184" y="40430"/>
                    <a:pt x="116317" y="40163"/>
                    <a:pt x="116250" y="39963"/>
                  </a:cubicBezTo>
                  <a:cubicBezTo>
                    <a:pt x="116168" y="39798"/>
                    <a:pt x="115995" y="39679"/>
                    <a:pt x="115807" y="39679"/>
                  </a:cubicBezTo>
                  <a:close/>
                  <a:moveTo>
                    <a:pt x="1273" y="39976"/>
                  </a:moveTo>
                  <a:cubicBezTo>
                    <a:pt x="1101" y="39976"/>
                    <a:pt x="921" y="40077"/>
                    <a:pt x="868" y="40263"/>
                  </a:cubicBezTo>
                  <a:cubicBezTo>
                    <a:pt x="768" y="40463"/>
                    <a:pt x="901" y="40697"/>
                    <a:pt x="1101" y="40797"/>
                  </a:cubicBezTo>
                  <a:cubicBezTo>
                    <a:pt x="1168" y="40797"/>
                    <a:pt x="1235" y="40797"/>
                    <a:pt x="1268" y="40830"/>
                  </a:cubicBezTo>
                  <a:cubicBezTo>
                    <a:pt x="1435" y="40830"/>
                    <a:pt x="1602" y="40697"/>
                    <a:pt x="1668" y="40530"/>
                  </a:cubicBezTo>
                  <a:cubicBezTo>
                    <a:pt x="1735" y="40330"/>
                    <a:pt x="1602" y="40063"/>
                    <a:pt x="1402" y="39996"/>
                  </a:cubicBezTo>
                  <a:cubicBezTo>
                    <a:pt x="1361" y="39982"/>
                    <a:pt x="1317" y="39976"/>
                    <a:pt x="1273" y="39976"/>
                  </a:cubicBezTo>
                  <a:close/>
                  <a:moveTo>
                    <a:pt x="116679" y="42064"/>
                  </a:moveTo>
                  <a:cubicBezTo>
                    <a:pt x="116626" y="42064"/>
                    <a:pt x="116572" y="42074"/>
                    <a:pt x="116517" y="42098"/>
                  </a:cubicBezTo>
                  <a:cubicBezTo>
                    <a:pt x="116317" y="42164"/>
                    <a:pt x="116184" y="42431"/>
                    <a:pt x="116284" y="42631"/>
                  </a:cubicBezTo>
                  <a:cubicBezTo>
                    <a:pt x="116338" y="42768"/>
                    <a:pt x="116460" y="42882"/>
                    <a:pt x="116594" y="42882"/>
                  </a:cubicBezTo>
                  <a:cubicBezTo>
                    <a:pt x="116624" y="42882"/>
                    <a:pt x="116654" y="42877"/>
                    <a:pt x="116684" y="42865"/>
                  </a:cubicBezTo>
                  <a:lnTo>
                    <a:pt x="116817" y="42865"/>
                  </a:lnTo>
                  <a:cubicBezTo>
                    <a:pt x="117017" y="42798"/>
                    <a:pt x="117151" y="42531"/>
                    <a:pt x="117084" y="42331"/>
                  </a:cubicBezTo>
                  <a:cubicBezTo>
                    <a:pt x="117008" y="42178"/>
                    <a:pt x="116853" y="42064"/>
                    <a:pt x="116679" y="42064"/>
                  </a:cubicBezTo>
                  <a:close/>
                  <a:moveTo>
                    <a:pt x="480" y="42347"/>
                  </a:moveTo>
                  <a:cubicBezTo>
                    <a:pt x="300" y="42347"/>
                    <a:pt x="150" y="42467"/>
                    <a:pt x="67" y="42631"/>
                  </a:cubicBezTo>
                  <a:cubicBezTo>
                    <a:pt x="1" y="42865"/>
                    <a:pt x="101" y="43098"/>
                    <a:pt x="334" y="43165"/>
                  </a:cubicBezTo>
                  <a:lnTo>
                    <a:pt x="434" y="43165"/>
                  </a:lnTo>
                  <a:cubicBezTo>
                    <a:pt x="668" y="43165"/>
                    <a:pt x="835" y="43032"/>
                    <a:pt x="868" y="42865"/>
                  </a:cubicBezTo>
                  <a:cubicBezTo>
                    <a:pt x="935" y="42665"/>
                    <a:pt x="835" y="42465"/>
                    <a:pt x="601" y="42364"/>
                  </a:cubicBezTo>
                  <a:cubicBezTo>
                    <a:pt x="560" y="42353"/>
                    <a:pt x="519" y="42347"/>
                    <a:pt x="480" y="42347"/>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3" name="Google Shape;1973;p76"/>
          <p:cNvSpPr/>
          <p:nvPr/>
        </p:nvSpPr>
        <p:spPr>
          <a:xfrm>
            <a:off x="5318675" y="2855050"/>
            <a:ext cx="20875" cy="20675"/>
          </a:xfrm>
          <a:custGeom>
            <a:avLst/>
            <a:gdLst/>
            <a:ahLst/>
            <a:cxnLst/>
            <a:rect l="l" t="t" r="r" b="b"/>
            <a:pathLst>
              <a:path w="835" h="827" extrusionOk="0">
                <a:moveTo>
                  <a:pt x="401" y="1"/>
                </a:moveTo>
                <a:cubicBezTo>
                  <a:pt x="292" y="1"/>
                  <a:pt x="184" y="43"/>
                  <a:pt x="101" y="126"/>
                </a:cubicBezTo>
                <a:cubicBezTo>
                  <a:pt x="34" y="193"/>
                  <a:pt x="0" y="259"/>
                  <a:pt x="0" y="393"/>
                </a:cubicBezTo>
                <a:cubicBezTo>
                  <a:pt x="0" y="493"/>
                  <a:pt x="34" y="626"/>
                  <a:pt x="101" y="693"/>
                </a:cubicBezTo>
                <a:cubicBezTo>
                  <a:pt x="201" y="760"/>
                  <a:pt x="267" y="826"/>
                  <a:pt x="401" y="826"/>
                </a:cubicBezTo>
                <a:cubicBezTo>
                  <a:pt x="501" y="826"/>
                  <a:pt x="601" y="793"/>
                  <a:pt x="701" y="693"/>
                </a:cubicBezTo>
                <a:cubicBezTo>
                  <a:pt x="768" y="626"/>
                  <a:pt x="834" y="526"/>
                  <a:pt x="834" y="393"/>
                </a:cubicBezTo>
                <a:cubicBezTo>
                  <a:pt x="834" y="259"/>
                  <a:pt x="768" y="193"/>
                  <a:pt x="701" y="126"/>
                </a:cubicBezTo>
                <a:cubicBezTo>
                  <a:pt x="618" y="43"/>
                  <a:pt x="509" y="1"/>
                  <a:pt x="401" y="1"/>
                </a:cubicBezTo>
                <a:close/>
              </a:path>
            </a:pathLst>
          </a:custGeom>
          <a:solidFill>
            <a:srgbClr val="002B4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881"/>
                                        </p:tgtEl>
                                        <p:attrNameLst>
                                          <p:attrName>style.visibility</p:attrName>
                                        </p:attrNameLst>
                                      </p:cBhvr>
                                      <p:to>
                                        <p:strVal val="visible"/>
                                      </p:to>
                                    </p:set>
                                    <p:anim calcmode="lin" valueType="num">
                                      <p:cBhvr additive="base">
                                        <p:cTn id="7" dur="1000"/>
                                        <p:tgtEl>
                                          <p:spTgt spid="1881"/>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196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977"/>
        <p:cNvGrpSpPr/>
        <p:nvPr/>
      </p:nvGrpSpPr>
      <p:grpSpPr>
        <a:xfrm>
          <a:off x="0" y="0"/>
          <a:ext cx="0" cy="0"/>
          <a:chOff x="0" y="0"/>
          <a:chExt cx="0" cy="0"/>
        </a:xfrm>
      </p:grpSpPr>
      <p:sp>
        <p:nvSpPr>
          <p:cNvPr id="1978" name="Google Shape;1978;p77"/>
          <p:cNvSpPr txBox="1">
            <a:spLocks noGrp="1"/>
          </p:cNvSpPr>
          <p:nvPr>
            <p:ph type="subTitle" idx="1"/>
          </p:nvPr>
        </p:nvSpPr>
        <p:spPr>
          <a:xfrm>
            <a:off x="5208325" y="1199550"/>
            <a:ext cx="3111000" cy="145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Always Reinforces the Concept</a:t>
            </a:r>
            <a:endParaRPr/>
          </a:p>
        </p:txBody>
      </p:sp>
      <p:grpSp>
        <p:nvGrpSpPr>
          <p:cNvPr id="1979" name="Google Shape;1979;p77"/>
          <p:cNvGrpSpPr/>
          <p:nvPr/>
        </p:nvGrpSpPr>
        <p:grpSpPr>
          <a:xfrm>
            <a:off x="203554" y="480066"/>
            <a:ext cx="3476720" cy="3724363"/>
            <a:chOff x="1809182" y="1060067"/>
            <a:chExt cx="1553147" cy="1663776"/>
          </a:xfrm>
        </p:grpSpPr>
        <p:sp>
          <p:nvSpPr>
            <p:cNvPr id="1980" name="Google Shape;1980;p77"/>
            <p:cNvSpPr/>
            <p:nvPr/>
          </p:nvSpPr>
          <p:spPr>
            <a:xfrm>
              <a:off x="1809182" y="1373883"/>
              <a:ext cx="1553147" cy="134996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77"/>
            <p:cNvSpPr/>
            <p:nvPr/>
          </p:nvSpPr>
          <p:spPr>
            <a:xfrm>
              <a:off x="2209348" y="1060067"/>
              <a:ext cx="315697" cy="27439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77"/>
          <p:cNvSpPr txBox="1">
            <a:spLocks noGrp="1"/>
          </p:cNvSpPr>
          <p:nvPr>
            <p:ph type="body" idx="2"/>
          </p:nvPr>
        </p:nvSpPr>
        <p:spPr>
          <a:xfrm>
            <a:off x="5208325" y="2778821"/>
            <a:ext cx="3111000" cy="150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Images reveal large amounts of data, so remember: use an image instead of a long text</a:t>
            </a:r>
            <a:endParaRPr/>
          </a:p>
        </p:txBody>
      </p:sp>
      <p:pic>
        <p:nvPicPr>
          <p:cNvPr id="1983" name="Google Shape;1983;p77"/>
          <p:cNvPicPr preferRelativeResize="0"/>
          <p:nvPr/>
        </p:nvPicPr>
        <p:blipFill rotWithShape="1">
          <a:blip r:embed="rId3">
            <a:alphaModFix/>
          </a:blip>
          <a:srcRect l="22872" r="9197"/>
          <a:stretch/>
        </p:blipFill>
        <p:spPr>
          <a:xfrm>
            <a:off x="931625" y="743400"/>
            <a:ext cx="3726000" cy="3656700"/>
          </a:xfrm>
          <a:prstGeom prst="ellipse">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987"/>
        <p:cNvGrpSpPr/>
        <p:nvPr/>
      </p:nvGrpSpPr>
      <p:grpSpPr>
        <a:xfrm>
          <a:off x="0" y="0"/>
          <a:ext cx="0" cy="0"/>
          <a:chOff x="0" y="0"/>
          <a:chExt cx="0" cy="0"/>
        </a:xfrm>
      </p:grpSpPr>
      <p:grpSp>
        <p:nvGrpSpPr>
          <p:cNvPr id="1988" name="Google Shape;1988;p78"/>
          <p:cNvGrpSpPr/>
          <p:nvPr/>
        </p:nvGrpSpPr>
        <p:grpSpPr>
          <a:xfrm flipH="1">
            <a:off x="4340485" y="596489"/>
            <a:ext cx="4505771" cy="4062090"/>
            <a:chOff x="1809182" y="1039028"/>
            <a:chExt cx="1868839" cy="1684815"/>
          </a:xfrm>
        </p:grpSpPr>
        <p:sp>
          <p:nvSpPr>
            <p:cNvPr id="1989" name="Google Shape;1989;p78"/>
            <p:cNvSpPr/>
            <p:nvPr/>
          </p:nvSpPr>
          <p:spPr>
            <a:xfrm>
              <a:off x="1809182" y="1373883"/>
              <a:ext cx="1553147" cy="134996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78"/>
            <p:cNvSpPr/>
            <p:nvPr/>
          </p:nvSpPr>
          <p:spPr>
            <a:xfrm>
              <a:off x="3362324" y="1039028"/>
              <a:ext cx="315697" cy="274390"/>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91" name="Google Shape;1991;p78"/>
          <p:cNvSpPr txBox="1">
            <a:spLocks noGrp="1"/>
          </p:cNvSpPr>
          <p:nvPr>
            <p:ph type="title"/>
          </p:nvPr>
        </p:nvSpPr>
        <p:spPr>
          <a:xfrm>
            <a:off x="1159075" y="1395175"/>
            <a:ext cx="3158700" cy="1550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A Picture Always Reinforces the Concept</a:t>
            </a:r>
            <a:endParaRPr/>
          </a:p>
        </p:txBody>
      </p:sp>
      <p:sp>
        <p:nvSpPr>
          <p:cNvPr id="1992" name="Google Shape;1992;p78"/>
          <p:cNvSpPr txBox="1">
            <a:spLocks noGrp="1"/>
          </p:cNvSpPr>
          <p:nvPr>
            <p:ph type="subTitle" idx="1"/>
          </p:nvPr>
        </p:nvSpPr>
        <p:spPr>
          <a:xfrm>
            <a:off x="1159050" y="2927225"/>
            <a:ext cx="3158700" cy="1278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Images reveal large amounts of </a:t>
            </a:r>
            <a:endParaRPr/>
          </a:p>
          <a:p>
            <a:pPr marL="0" lvl="0" indent="0" algn="ctr" rtl="0">
              <a:spcBef>
                <a:spcPts val="0"/>
              </a:spcBef>
              <a:spcAft>
                <a:spcPts val="0"/>
              </a:spcAft>
              <a:buClr>
                <a:schemeClr val="dk1"/>
              </a:buClr>
              <a:buSzPts val="1100"/>
              <a:buFont typeface="Arial"/>
              <a:buNone/>
            </a:pPr>
            <a:r>
              <a:rPr lang="en"/>
              <a:t>data, so remember: use an image instead of a long text</a:t>
            </a:r>
            <a:endParaRPr/>
          </a:p>
        </p:txBody>
      </p:sp>
      <p:pic>
        <p:nvPicPr>
          <p:cNvPr id="1993" name="Google Shape;1993;p78"/>
          <p:cNvPicPr preferRelativeResize="0"/>
          <p:nvPr/>
        </p:nvPicPr>
        <p:blipFill rotWithShape="1">
          <a:blip r:embed="rId3">
            <a:alphaModFix/>
          </a:blip>
          <a:srcRect l="16666" t="2313" r="18733" b="1689"/>
          <a:stretch/>
        </p:blipFill>
        <p:spPr>
          <a:xfrm>
            <a:off x="4786525" y="931488"/>
            <a:ext cx="3311100" cy="3280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Challenge</a:t>
            </a:r>
            <a:endParaRPr/>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actually a cold place</a:t>
            </a:r>
            <a:endParaRPr/>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Results</a:t>
            </a:r>
            <a:endParaRPr/>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a:t>
            </a:r>
            <a:endParaRPr/>
          </a:p>
          <a:p>
            <a:pPr marL="0" lvl="0" indent="0" algn="ctr" rtl="0">
              <a:spcBef>
                <a:spcPts val="0"/>
              </a:spcBef>
              <a:spcAft>
                <a:spcPts val="0"/>
              </a:spcAft>
              <a:buClr>
                <a:schemeClr val="dk1"/>
              </a:buClr>
              <a:buSzPts val="1100"/>
              <a:buFont typeface="Arial"/>
              <a:buNone/>
            </a:pPr>
            <a:r>
              <a:rPr lang="en"/>
              <a:t>biggest planet in the Solar System</a:t>
            </a:r>
            <a:endParaRPr/>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Solution</a:t>
            </a:r>
            <a:endParaRPr/>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mostly of hydrogen and helium</a:t>
            </a:r>
            <a:endParaRPr/>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Case Study</a:t>
            </a:r>
            <a:endParaRP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9" name="Google Shape;2069;p80"/>
          <p:cNvGrpSpPr/>
          <p:nvPr/>
        </p:nvGrpSpPr>
        <p:grpSpPr>
          <a:xfrm>
            <a:off x="6812963" y="1517663"/>
            <a:ext cx="457202" cy="457202"/>
            <a:chOff x="1190625" y="238125"/>
            <a:chExt cx="5219200" cy="5219200"/>
          </a:xfrm>
        </p:grpSpPr>
        <p:sp>
          <p:nvSpPr>
            <p:cNvPr id="2070" name="Google Shape;2070;p80"/>
            <p:cNvSpPr/>
            <p:nvPr/>
          </p:nvSpPr>
          <p:spPr>
            <a:xfrm>
              <a:off x="3973900" y="4069325"/>
              <a:ext cx="1936825" cy="1133550"/>
            </a:xfrm>
            <a:custGeom>
              <a:avLst/>
              <a:gdLst/>
              <a:ahLst/>
              <a:cxnLst/>
              <a:rect l="l" t="t" r="r" b="b"/>
              <a:pathLst>
                <a:path w="77473" h="45342" extrusionOk="0">
                  <a:moveTo>
                    <a:pt x="65240" y="0"/>
                  </a:moveTo>
                  <a:cubicBezTo>
                    <a:pt x="65208" y="1370"/>
                    <a:pt x="63903" y="33109"/>
                    <a:pt x="6101" y="33109"/>
                  </a:cubicBezTo>
                  <a:cubicBezTo>
                    <a:pt x="2708" y="33109"/>
                    <a:pt x="1" y="35817"/>
                    <a:pt x="1" y="39209"/>
                  </a:cubicBezTo>
                  <a:cubicBezTo>
                    <a:pt x="1" y="42602"/>
                    <a:pt x="2708" y="45342"/>
                    <a:pt x="6101" y="45342"/>
                  </a:cubicBezTo>
                  <a:cubicBezTo>
                    <a:pt x="21758" y="45342"/>
                    <a:pt x="35230" y="43124"/>
                    <a:pt x="46092" y="38785"/>
                  </a:cubicBezTo>
                  <a:cubicBezTo>
                    <a:pt x="55161" y="35132"/>
                    <a:pt x="62500" y="30010"/>
                    <a:pt x="67883" y="23552"/>
                  </a:cubicBezTo>
                  <a:cubicBezTo>
                    <a:pt x="77342" y="12200"/>
                    <a:pt x="77473" y="555"/>
                    <a:pt x="77473" y="65"/>
                  </a:cubicBezTo>
                  <a:lnTo>
                    <a:pt x="65240" y="65"/>
                  </a:lnTo>
                  <a:lnTo>
                    <a:pt x="652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80"/>
            <p:cNvSpPr/>
            <p:nvPr/>
          </p:nvSpPr>
          <p:spPr>
            <a:xfrm>
              <a:off x="1690500" y="238125"/>
              <a:ext cx="4220225" cy="2239375"/>
            </a:xfrm>
            <a:custGeom>
              <a:avLst/>
              <a:gdLst/>
              <a:ahLst/>
              <a:cxnLst/>
              <a:rect l="l" t="t" r="r" b="b"/>
              <a:pathLst>
                <a:path w="168809" h="89575" extrusionOk="0">
                  <a:moveTo>
                    <a:pt x="84389" y="0"/>
                  </a:moveTo>
                  <a:cubicBezTo>
                    <a:pt x="40841" y="0"/>
                    <a:pt x="20127" y="22867"/>
                    <a:pt x="10439" y="42014"/>
                  </a:cubicBezTo>
                  <a:cubicBezTo>
                    <a:pt x="99" y="62434"/>
                    <a:pt x="1" y="82626"/>
                    <a:pt x="1" y="83474"/>
                  </a:cubicBezTo>
                  <a:cubicBezTo>
                    <a:pt x="1" y="86834"/>
                    <a:pt x="2708" y="89574"/>
                    <a:pt x="6101" y="89574"/>
                  </a:cubicBezTo>
                  <a:cubicBezTo>
                    <a:pt x="9461" y="89574"/>
                    <a:pt x="12201" y="86834"/>
                    <a:pt x="12233" y="83474"/>
                  </a:cubicBezTo>
                  <a:cubicBezTo>
                    <a:pt x="12233" y="83279"/>
                    <a:pt x="12397" y="65011"/>
                    <a:pt x="21530" y="47201"/>
                  </a:cubicBezTo>
                  <a:cubicBezTo>
                    <a:pt x="33436" y="24008"/>
                    <a:pt x="54574" y="12232"/>
                    <a:pt x="84389" y="12232"/>
                  </a:cubicBezTo>
                  <a:cubicBezTo>
                    <a:pt x="114203" y="12232"/>
                    <a:pt x="135341" y="24008"/>
                    <a:pt x="147247" y="47201"/>
                  </a:cubicBezTo>
                  <a:cubicBezTo>
                    <a:pt x="156381" y="65011"/>
                    <a:pt x="156544" y="83279"/>
                    <a:pt x="156576" y="83474"/>
                  </a:cubicBezTo>
                  <a:cubicBezTo>
                    <a:pt x="156576" y="86834"/>
                    <a:pt x="159284" y="89574"/>
                    <a:pt x="162676" y="89574"/>
                  </a:cubicBezTo>
                  <a:cubicBezTo>
                    <a:pt x="166069" y="89574"/>
                    <a:pt x="168809" y="86834"/>
                    <a:pt x="168809" y="83474"/>
                  </a:cubicBezTo>
                  <a:cubicBezTo>
                    <a:pt x="168809" y="82626"/>
                    <a:pt x="168678" y="62434"/>
                    <a:pt x="158338" y="42014"/>
                  </a:cubicBezTo>
                  <a:cubicBezTo>
                    <a:pt x="148650" y="22867"/>
                    <a:pt x="127936" y="0"/>
                    <a:pt x="8438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80"/>
            <p:cNvSpPr/>
            <p:nvPr/>
          </p:nvSpPr>
          <p:spPr>
            <a:xfrm>
              <a:off x="3800200" y="238125"/>
              <a:ext cx="2110525" cy="2239375"/>
            </a:xfrm>
            <a:custGeom>
              <a:avLst/>
              <a:gdLst/>
              <a:ahLst/>
              <a:cxnLst/>
              <a:rect l="l" t="t" r="r" b="b"/>
              <a:pathLst>
                <a:path w="84421" h="89575" extrusionOk="0">
                  <a:moveTo>
                    <a:pt x="1" y="0"/>
                  </a:moveTo>
                  <a:lnTo>
                    <a:pt x="1" y="12232"/>
                  </a:lnTo>
                  <a:cubicBezTo>
                    <a:pt x="29815" y="12232"/>
                    <a:pt x="50953" y="24008"/>
                    <a:pt x="62859" y="47201"/>
                  </a:cubicBezTo>
                  <a:cubicBezTo>
                    <a:pt x="71993" y="65011"/>
                    <a:pt x="72156" y="83279"/>
                    <a:pt x="72188" y="83474"/>
                  </a:cubicBezTo>
                  <a:cubicBezTo>
                    <a:pt x="72188" y="86834"/>
                    <a:pt x="74896" y="89574"/>
                    <a:pt x="78288" y="89574"/>
                  </a:cubicBezTo>
                  <a:cubicBezTo>
                    <a:pt x="81681" y="89574"/>
                    <a:pt x="84421" y="86834"/>
                    <a:pt x="84421" y="83474"/>
                  </a:cubicBezTo>
                  <a:cubicBezTo>
                    <a:pt x="84421" y="82626"/>
                    <a:pt x="84290" y="62434"/>
                    <a:pt x="73950" y="42014"/>
                  </a:cubicBezTo>
                  <a:cubicBezTo>
                    <a:pt x="64262" y="22867"/>
                    <a:pt x="43548"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80"/>
            <p:cNvSpPr/>
            <p:nvPr/>
          </p:nvSpPr>
          <p:spPr>
            <a:xfrm>
              <a:off x="1190625" y="2042800"/>
              <a:ext cx="1295025" cy="2263025"/>
            </a:xfrm>
            <a:custGeom>
              <a:avLst/>
              <a:gdLst/>
              <a:ahLst/>
              <a:cxnLst/>
              <a:rect l="l" t="t" r="r" b="b"/>
              <a:pathLst>
                <a:path w="51801" h="90521" extrusionOk="0">
                  <a:moveTo>
                    <a:pt x="45668" y="1"/>
                  </a:moveTo>
                  <a:cubicBezTo>
                    <a:pt x="20485" y="1"/>
                    <a:pt x="0" y="20290"/>
                    <a:pt x="0" y="45245"/>
                  </a:cubicBezTo>
                  <a:cubicBezTo>
                    <a:pt x="0" y="70199"/>
                    <a:pt x="20485" y="90521"/>
                    <a:pt x="45668" y="90521"/>
                  </a:cubicBezTo>
                  <a:cubicBezTo>
                    <a:pt x="49060" y="90521"/>
                    <a:pt x="51800" y="87781"/>
                    <a:pt x="51800" y="84388"/>
                  </a:cubicBezTo>
                  <a:lnTo>
                    <a:pt x="51800" y="6101"/>
                  </a:lnTo>
                  <a:cubicBezTo>
                    <a:pt x="51800" y="2708"/>
                    <a:pt x="49060" y="1"/>
                    <a:pt x="456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80"/>
            <p:cNvSpPr/>
            <p:nvPr/>
          </p:nvSpPr>
          <p:spPr>
            <a:xfrm>
              <a:off x="5115600" y="2042800"/>
              <a:ext cx="1294225" cy="2263025"/>
            </a:xfrm>
            <a:custGeom>
              <a:avLst/>
              <a:gdLst/>
              <a:ahLst/>
              <a:cxnLst/>
              <a:rect l="l" t="t" r="r" b="b"/>
              <a:pathLst>
                <a:path w="51769" h="90521" extrusionOk="0">
                  <a:moveTo>
                    <a:pt x="6100" y="1"/>
                  </a:moveTo>
                  <a:cubicBezTo>
                    <a:pt x="2708" y="1"/>
                    <a:pt x="0" y="2708"/>
                    <a:pt x="0" y="6101"/>
                  </a:cubicBezTo>
                  <a:lnTo>
                    <a:pt x="0" y="84388"/>
                  </a:lnTo>
                  <a:cubicBezTo>
                    <a:pt x="0" y="87781"/>
                    <a:pt x="2708" y="90521"/>
                    <a:pt x="6100" y="90521"/>
                  </a:cubicBezTo>
                  <a:cubicBezTo>
                    <a:pt x="31283" y="90521"/>
                    <a:pt x="51768" y="70199"/>
                    <a:pt x="51768" y="45245"/>
                  </a:cubicBezTo>
                  <a:cubicBezTo>
                    <a:pt x="51768" y="20290"/>
                    <a:pt x="3128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80"/>
            <p:cNvSpPr/>
            <p:nvPr/>
          </p:nvSpPr>
          <p:spPr>
            <a:xfrm>
              <a:off x="3321500" y="4489300"/>
              <a:ext cx="958250" cy="968025"/>
            </a:xfrm>
            <a:custGeom>
              <a:avLst/>
              <a:gdLst/>
              <a:ahLst/>
              <a:cxnLst/>
              <a:rect l="l" t="t" r="r" b="b"/>
              <a:pathLst>
                <a:path w="38330" h="38721" extrusionOk="0">
                  <a:moveTo>
                    <a:pt x="19149" y="0"/>
                  </a:moveTo>
                  <a:cubicBezTo>
                    <a:pt x="8580" y="0"/>
                    <a:pt x="1" y="8579"/>
                    <a:pt x="1" y="19148"/>
                  </a:cubicBezTo>
                  <a:cubicBezTo>
                    <a:pt x="1" y="24237"/>
                    <a:pt x="1958" y="29097"/>
                    <a:pt x="5513" y="32816"/>
                  </a:cubicBezTo>
                  <a:cubicBezTo>
                    <a:pt x="9167" y="36632"/>
                    <a:pt x="13995" y="38720"/>
                    <a:pt x="19149" y="38720"/>
                  </a:cubicBezTo>
                  <a:cubicBezTo>
                    <a:pt x="24303" y="38720"/>
                    <a:pt x="29130" y="36632"/>
                    <a:pt x="32784" y="32816"/>
                  </a:cubicBezTo>
                  <a:cubicBezTo>
                    <a:pt x="36339" y="29097"/>
                    <a:pt x="38329" y="24237"/>
                    <a:pt x="38329" y="19148"/>
                  </a:cubicBezTo>
                  <a:cubicBezTo>
                    <a:pt x="38329" y="8579"/>
                    <a:pt x="29717" y="0"/>
                    <a:pt x="191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80"/>
            <p:cNvSpPr/>
            <p:nvPr/>
          </p:nvSpPr>
          <p:spPr>
            <a:xfrm>
              <a:off x="3800200" y="4489300"/>
              <a:ext cx="479550" cy="968025"/>
            </a:xfrm>
            <a:custGeom>
              <a:avLst/>
              <a:gdLst/>
              <a:ahLst/>
              <a:cxnLst/>
              <a:rect l="l" t="t" r="r" b="b"/>
              <a:pathLst>
                <a:path w="19182" h="38721" extrusionOk="0">
                  <a:moveTo>
                    <a:pt x="1" y="0"/>
                  </a:moveTo>
                  <a:lnTo>
                    <a:pt x="1" y="38720"/>
                  </a:lnTo>
                  <a:cubicBezTo>
                    <a:pt x="5155" y="38720"/>
                    <a:pt x="9982" y="36632"/>
                    <a:pt x="13636" y="32816"/>
                  </a:cubicBezTo>
                  <a:cubicBezTo>
                    <a:pt x="17191" y="29097"/>
                    <a:pt x="19181" y="24237"/>
                    <a:pt x="19181" y="19148"/>
                  </a:cubicBezTo>
                  <a:cubicBezTo>
                    <a:pt x="19181" y="8579"/>
                    <a:pt x="10569"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80"/>
            <p:cNvSpPr/>
            <p:nvPr/>
          </p:nvSpPr>
          <p:spPr>
            <a:xfrm>
              <a:off x="2995300" y="2369000"/>
              <a:ext cx="1610625" cy="1284425"/>
            </a:xfrm>
            <a:custGeom>
              <a:avLst/>
              <a:gdLst/>
              <a:ahLst/>
              <a:cxnLst/>
              <a:rect l="l" t="t" r="r" b="b"/>
              <a:pathLst>
                <a:path w="64425" h="51377" extrusionOk="0">
                  <a:moveTo>
                    <a:pt x="32197" y="1"/>
                  </a:moveTo>
                  <a:cubicBezTo>
                    <a:pt x="28804" y="1"/>
                    <a:pt x="26097" y="2708"/>
                    <a:pt x="26097" y="6101"/>
                  </a:cubicBezTo>
                  <a:lnTo>
                    <a:pt x="26097" y="10374"/>
                  </a:lnTo>
                  <a:cubicBezTo>
                    <a:pt x="11222" y="13212"/>
                    <a:pt x="1" y="26325"/>
                    <a:pt x="1" y="41982"/>
                  </a:cubicBezTo>
                  <a:cubicBezTo>
                    <a:pt x="1" y="43287"/>
                    <a:pt x="66" y="44625"/>
                    <a:pt x="229" y="45995"/>
                  </a:cubicBezTo>
                  <a:cubicBezTo>
                    <a:pt x="621" y="49061"/>
                    <a:pt x="3230" y="51377"/>
                    <a:pt x="6296" y="51377"/>
                  </a:cubicBezTo>
                  <a:lnTo>
                    <a:pt x="58097" y="51377"/>
                  </a:lnTo>
                  <a:cubicBezTo>
                    <a:pt x="61163" y="51377"/>
                    <a:pt x="63773" y="49061"/>
                    <a:pt x="64164" y="45995"/>
                  </a:cubicBezTo>
                  <a:cubicBezTo>
                    <a:pt x="64327" y="44625"/>
                    <a:pt x="64425" y="43287"/>
                    <a:pt x="64425" y="41982"/>
                  </a:cubicBezTo>
                  <a:cubicBezTo>
                    <a:pt x="64425" y="26325"/>
                    <a:pt x="53171" y="13212"/>
                    <a:pt x="38329" y="10374"/>
                  </a:cubicBezTo>
                  <a:lnTo>
                    <a:pt x="38329" y="6101"/>
                  </a:lnTo>
                  <a:cubicBezTo>
                    <a:pt x="38329" y="2708"/>
                    <a:pt x="35589" y="1"/>
                    <a:pt x="3219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80"/>
            <p:cNvSpPr/>
            <p:nvPr/>
          </p:nvSpPr>
          <p:spPr>
            <a:xfrm>
              <a:off x="3800200" y="2369000"/>
              <a:ext cx="804925" cy="1284425"/>
            </a:xfrm>
            <a:custGeom>
              <a:avLst/>
              <a:gdLst/>
              <a:ahLst/>
              <a:cxnLst/>
              <a:rect l="l" t="t" r="r" b="b"/>
              <a:pathLst>
                <a:path w="32197" h="51377" extrusionOk="0">
                  <a:moveTo>
                    <a:pt x="1" y="1"/>
                  </a:moveTo>
                  <a:lnTo>
                    <a:pt x="1" y="9787"/>
                  </a:lnTo>
                  <a:lnTo>
                    <a:pt x="1" y="22019"/>
                  </a:lnTo>
                  <a:lnTo>
                    <a:pt x="1" y="51377"/>
                  </a:lnTo>
                  <a:lnTo>
                    <a:pt x="25901" y="51377"/>
                  </a:lnTo>
                  <a:cubicBezTo>
                    <a:pt x="28967" y="51377"/>
                    <a:pt x="31577" y="49061"/>
                    <a:pt x="31968" y="45995"/>
                  </a:cubicBezTo>
                  <a:cubicBezTo>
                    <a:pt x="32131" y="44625"/>
                    <a:pt x="32196" y="43287"/>
                    <a:pt x="32196" y="41982"/>
                  </a:cubicBezTo>
                  <a:cubicBezTo>
                    <a:pt x="32196" y="26325"/>
                    <a:pt x="20975" y="13212"/>
                    <a:pt x="6133" y="10374"/>
                  </a:cubicBezTo>
                  <a:lnTo>
                    <a:pt x="6133" y="6101"/>
                  </a:lnTo>
                  <a:cubicBezTo>
                    <a:pt x="6133" y="2708"/>
                    <a:pt x="3393"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80"/>
            <p:cNvSpPr/>
            <p:nvPr/>
          </p:nvSpPr>
          <p:spPr>
            <a:xfrm>
              <a:off x="2832200" y="3347600"/>
              <a:ext cx="1936825" cy="305825"/>
            </a:xfrm>
            <a:custGeom>
              <a:avLst/>
              <a:gdLst/>
              <a:ahLst/>
              <a:cxnLst/>
              <a:rect l="l" t="t" r="r" b="b"/>
              <a:pathLst>
                <a:path w="77473" h="12233" extrusionOk="0">
                  <a:moveTo>
                    <a:pt x="6101" y="1"/>
                  </a:moveTo>
                  <a:cubicBezTo>
                    <a:pt x="2708" y="1"/>
                    <a:pt x="1" y="2708"/>
                    <a:pt x="1" y="6100"/>
                  </a:cubicBezTo>
                  <a:cubicBezTo>
                    <a:pt x="1" y="9493"/>
                    <a:pt x="2708" y="12233"/>
                    <a:pt x="6101" y="12233"/>
                  </a:cubicBezTo>
                  <a:lnTo>
                    <a:pt x="71340" y="12233"/>
                  </a:lnTo>
                  <a:cubicBezTo>
                    <a:pt x="74733" y="12233"/>
                    <a:pt x="77473" y="9493"/>
                    <a:pt x="77473" y="6100"/>
                  </a:cubicBezTo>
                  <a:cubicBezTo>
                    <a:pt x="77473" y="2708"/>
                    <a:pt x="74733" y="1"/>
                    <a:pt x="713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80"/>
            <p:cNvSpPr/>
            <p:nvPr/>
          </p:nvSpPr>
          <p:spPr>
            <a:xfrm>
              <a:off x="3800200" y="3347600"/>
              <a:ext cx="968825" cy="305825"/>
            </a:xfrm>
            <a:custGeom>
              <a:avLst/>
              <a:gdLst/>
              <a:ahLst/>
              <a:cxnLst/>
              <a:rect l="l" t="t" r="r" b="b"/>
              <a:pathLst>
                <a:path w="38753" h="12233" extrusionOk="0">
                  <a:moveTo>
                    <a:pt x="1" y="1"/>
                  </a:moveTo>
                  <a:lnTo>
                    <a:pt x="1" y="12233"/>
                  </a:lnTo>
                  <a:lnTo>
                    <a:pt x="32620" y="12233"/>
                  </a:lnTo>
                  <a:cubicBezTo>
                    <a:pt x="36013" y="12233"/>
                    <a:pt x="38753" y="9493"/>
                    <a:pt x="38753" y="6100"/>
                  </a:cubicBezTo>
                  <a:cubicBezTo>
                    <a:pt x="38753" y="2708"/>
                    <a:pt x="36013" y="1"/>
                    <a:pt x="326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06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103"/>
        <p:cNvGrpSpPr/>
        <p:nvPr/>
      </p:nvGrpSpPr>
      <p:grpSpPr>
        <a:xfrm>
          <a:off x="0" y="0"/>
          <a:ext cx="0" cy="0"/>
          <a:chOff x="0" y="0"/>
          <a:chExt cx="0" cy="0"/>
        </a:xfrm>
      </p:grpSpPr>
      <p:sp>
        <p:nvSpPr>
          <p:cNvPr id="2104" name="Google Shape;2104;p81"/>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Reviews</a:t>
            </a:r>
            <a:endParaRPr/>
          </a:p>
        </p:txBody>
      </p:sp>
      <p:grpSp>
        <p:nvGrpSpPr>
          <p:cNvPr id="2105" name="Google Shape;2105;p81"/>
          <p:cNvGrpSpPr/>
          <p:nvPr/>
        </p:nvGrpSpPr>
        <p:grpSpPr>
          <a:xfrm>
            <a:off x="1462701" y="1520235"/>
            <a:ext cx="1129515" cy="3604344"/>
            <a:chOff x="14762575" y="-1709450"/>
            <a:chExt cx="811550" cy="2589700"/>
          </a:xfrm>
        </p:grpSpPr>
        <p:sp>
          <p:nvSpPr>
            <p:cNvPr id="2106" name="Google Shape;2106;p81"/>
            <p:cNvSpPr/>
            <p:nvPr/>
          </p:nvSpPr>
          <p:spPr>
            <a:xfrm>
              <a:off x="14834800" y="747675"/>
              <a:ext cx="311925" cy="132575"/>
            </a:xfrm>
            <a:custGeom>
              <a:avLst/>
              <a:gdLst/>
              <a:ahLst/>
              <a:cxnLst/>
              <a:rect l="l" t="t" r="r" b="b"/>
              <a:pathLst>
                <a:path w="12477" h="5303" extrusionOk="0">
                  <a:moveTo>
                    <a:pt x="11946" y="0"/>
                  </a:moveTo>
                  <a:lnTo>
                    <a:pt x="9463" y="169"/>
                  </a:lnTo>
                  <a:lnTo>
                    <a:pt x="8523" y="1863"/>
                  </a:lnTo>
                  <a:cubicBezTo>
                    <a:pt x="8523" y="1863"/>
                    <a:pt x="8496" y="1862"/>
                    <a:pt x="8445" y="1862"/>
                  </a:cubicBezTo>
                  <a:cubicBezTo>
                    <a:pt x="7688" y="1862"/>
                    <a:pt x="1619" y="1944"/>
                    <a:pt x="1" y="4522"/>
                  </a:cubicBezTo>
                  <a:cubicBezTo>
                    <a:pt x="1" y="4522"/>
                    <a:pt x="3293" y="5302"/>
                    <a:pt x="6989" y="5302"/>
                  </a:cubicBezTo>
                  <a:cubicBezTo>
                    <a:pt x="8837" y="5302"/>
                    <a:pt x="10787" y="5107"/>
                    <a:pt x="12476" y="4522"/>
                  </a:cubicBezTo>
                  <a:cubicBezTo>
                    <a:pt x="12271" y="1607"/>
                    <a:pt x="11946" y="0"/>
                    <a:pt x="119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81"/>
            <p:cNvSpPr/>
            <p:nvPr/>
          </p:nvSpPr>
          <p:spPr>
            <a:xfrm>
              <a:off x="14834775" y="804200"/>
              <a:ext cx="311950" cy="76050"/>
            </a:xfrm>
            <a:custGeom>
              <a:avLst/>
              <a:gdLst/>
              <a:ahLst/>
              <a:cxnLst/>
              <a:rect l="l" t="t" r="r" b="b"/>
              <a:pathLst>
                <a:path w="12478" h="3042" extrusionOk="0">
                  <a:moveTo>
                    <a:pt x="12265" y="1"/>
                  </a:moveTo>
                  <a:cubicBezTo>
                    <a:pt x="11752" y="297"/>
                    <a:pt x="11280" y="661"/>
                    <a:pt x="10863" y="1081"/>
                  </a:cubicBezTo>
                  <a:cubicBezTo>
                    <a:pt x="10774" y="1172"/>
                    <a:pt x="10685" y="1266"/>
                    <a:pt x="10570" y="1318"/>
                  </a:cubicBezTo>
                  <a:cubicBezTo>
                    <a:pt x="10488" y="1355"/>
                    <a:pt x="10400" y="1367"/>
                    <a:pt x="10311" y="1367"/>
                  </a:cubicBezTo>
                  <a:cubicBezTo>
                    <a:pt x="10214" y="1367"/>
                    <a:pt x="10116" y="1353"/>
                    <a:pt x="10020" y="1340"/>
                  </a:cubicBezTo>
                  <a:cubicBezTo>
                    <a:pt x="9641" y="1290"/>
                    <a:pt x="9260" y="1265"/>
                    <a:pt x="8879" y="1265"/>
                  </a:cubicBezTo>
                  <a:cubicBezTo>
                    <a:pt x="8260" y="1265"/>
                    <a:pt x="7642" y="1331"/>
                    <a:pt x="7036" y="1462"/>
                  </a:cubicBezTo>
                  <a:cubicBezTo>
                    <a:pt x="6981" y="1475"/>
                    <a:pt x="6924" y="1487"/>
                    <a:pt x="6869" y="1487"/>
                  </a:cubicBezTo>
                  <a:cubicBezTo>
                    <a:pt x="6842" y="1487"/>
                    <a:pt x="6816" y="1484"/>
                    <a:pt x="6790" y="1477"/>
                  </a:cubicBezTo>
                  <a:cubicBezTo>
                    <a:pt x="6713" y="1456"/>
                    <a:pt x="6650" y="1401"/>
                    <a:pt x="6590" y="1348"/>
                  </a:cubicBezTo>
                  <a:cubicBezTo>
                    <a:pt x="5912" y="751"/>
                    <a:pt x="5108" y="301"/>
                    <a:pt x="4248" y="23"/>
                  </a:cubicBezTo>
                  <a:cubicBezTo>
                    <a:pt x="2526" y="382"/>
                    <a:pt x="766" y="1042"/>
                    <a:pt x="1" y="2261"/>
                  </a:cubicBezTo>
                  <a:cubicBezTo>
                    <a:pt x="1" y="2261"/>
                    <a:pt x="3293" y="3041"/>
                    <a:pt x="6990" y="3041"/>
                  </a:cubicBezTo>
                  <a:cubicBezTo>
                    <a:pt x="8838" y="3041"/>
                    <a:pt x="10788" y="2846"/>
                    <a:pt x="12477" y="2261"/>
                  </a:cubicBezTo>
                  <a:cubicBezTo>
                    <a:pt x="12414" y="1356"/>
                    <a:pt x="12339" y="607"/>
                    <a:pt x="122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81"/>
            <p:cNvSpPr/>
            <p:nvPr/>
          </p:nvSpPr>
          <p:spPr>
            <a:xfrm>
              <a:off x="15176550" y="751875"/>
              <a:ext cx="311925" cy="128375"/>
            </a:xfrm>
            <a:custGeom>
              <a:avLst/>
              <a:gdLst/>
              <a:ahLst/>
              <a:cxnLst/>
              <a:rect l="l" t="t" r="r" b="b"/>
              <a:pathLst>
                <a:path w="12477" h="5135" extrusionOk="0">
                  <a:moveTo>
                    <a:pt x="3111" y="1"/>
                  </a:moveTo>
                  <a:lnTo>
                    <a:pt x="621" y="118"/>
                  </a:lnTo>
                  <a:cubicBezTo>
                    <a:pt x="621" y="118"/>
                    <a:pt x="206" y="1439"/>
                    <a:pt x="0" y="4354"/>
                  </a:cubicBezTo>
                  <a:cubicBezTo>
                    <a:pt x="1690" y="4939"/>
                    <a:pt x="3640" y="5134"/>
                    <a:pt x="5488" y="5134"/>
                  </a:cubicBezTo>
                  <a:cubicBezTo>
                    <a:pt x="9185" y="5134"/>
                    <a:pt x="12477" y="4354"/>
                    <a:pt x="12477" y="4354"/>
                  </a:cubicBezTo>
                  <a:cubicBezTo>
                    <a:pt x="10858" y="1776"/>
                    <a:pt x="4789" y="1694"/>
                    <a:pt x="4032" y="1694"/>
                  </a:cubicBezTo>
                  <a:cubicBezTo>
                    <a:pt x="3981" y="1694"/>
                    <a:pt x="3954" y="1695"/>
                    <a:pt x="3954" y="1695"/>
                  </a:cubicBezTo>
                  <a:lnTo>
                    <a:pt x="31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81"/>
            <p:cNvSpPr/>
            <p:nvPr/>
          </p:nvSpPr>
          <p:spPr>
            <a:xfrm>
              <a:off x="15176550" y="804200"/>
              <a:ext cx="311925" cy="76050"/>
            </a:xfrm>
            <a:custGeom>
              <a:avLst/>
              <a:gdLst/>
              <a:ahLst/>
              <a:cxnLst/>
              <a:rect l="l" t="t" r="r" b="b"/>
              <a:pathLst>
                <a:path w="12477" h="3042" extrusionOk="0">
                  <a:moveTo>
                    <a:pt x="213" y="1"/>
                  </a:moveTo>
                  <a:cubicBezTo>
                    <a:pt x="139" y="607"/>
                    <a:pt x="64" y="1356"/>
                    <a:pt x="0" y="2261"/>
                  </a:cubicBezTo>
                  <a:cubicBezTo>
                    <a:pt x="1690" y="2846"/>
                    <a:pt x="3640" y="3041"/>
                    <a:pt x="5488" y="3041"/>
                  </a:cubicBezTo>
                  <a:cubicBezTo>
                    <a:pt x="9185" y="3041"/>
                    <a:pt x="12477" y="2261"/>
                    <a:pt x="12477" y="2261"/>
                  </a:cubicBezTo>
                  <a:cubicBezTo>
                    <a:pt x="11712" y="1042"/>
                    <a:pt x="9952" y="382"/>
                    <a:pt x="8229" y="23"/>
                  </a:cubicBezTo>
                  <a:cubicBezTo>
                    <a:pt x="7371" y="301"/>
                    <a:pt x="6567" y="751"/>
                    <a:pt x="5888" y="1348"/>
                  </a:cubicBezTo>
                  <a:cubicBezTo>
                    <a:pt x="5828" y="1401"/>
                    <a:pt x="5766" y="1456"/>
                    <a:pt x="5688" y="1477"/>
                  </a:cubicBezTo>
                  <a:cubicBezTo>
                    <a:pt x="5662" y="1484"/>
                    <a:pt x="5636" y="1487"/>
                    <a:pt x="5610" y="1487"/>
                  </a:cubicBezTo>
                  <a:cubicBezTo>
                    <a:pt x="5554" y="1487"/>
                    <a:pt x="5498" y="1475"/>
                    <a:pt x="5443" y="1462"/>
                  </a:cubicBezTo>
                  <a:cubicBezTo>
                    <a:pt x="4836" y="1331"/>
                    <a:pt x="4218" y="1265"/>
                    <a:pt x="3599" y="1265"/>
                  </a:cubicBezTo>
                  <a:cubicBezTo>
                    <a:pt x="3218" y="1265"/>
                    <a:pt x="2837" y="1290"/>
                    <a:pt x="2457" y="1340"/>
                  </a:cubicBezTo>
                  <a:cubicBezTo>
                    <a:pt x="2362" y="1353"/>
                    <a:pt x="2264" y="1367"/>
                    <a:pt x="2168" y="1367"/>
                  </a:cubicBezTo>
                  <a:cubicBezTo>
                    <a:pt x="2078" y="1367"/>
                    <a:pt x="1991" y="1355"/>
                    <a:pt x="1909" y="1318"/>
                  </a:cubicBezTo>
                  <a:cubicBezTo>
                    <a:pt x="1793" y="1266"/>
                    <a:pt x="1704" y="1172"/>
                    <a:pt x="1616" y="1081"/>
                  </a:cubicBezTo>
                  <a:cubicBezTo>
                    <a:pt x="1198" y="661"/>
                    <a:pt x="726" y="297"/>
                    <a:pt x="2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81"/>
            <p:cNvSpPr/>
            <p:nvPr/>
          </p:nvSpPr>
          <p:spPr>
            <a:xfrm>
              <a:off x="14904425" y="-482675"/>
              <a:ext cx="516700" cy="1240625"/>
            </a:xfrm>
            <a:custGeom>
              <a:avLst/>
              <a:gdLst/>
              <a:ahLst/>
              <a:cxnLst/>
              <a:rect l="l" t="t" r="r" b="b"/>
              <a:pathLst>
                <a:path w="20668" h="49625" extrusionOk="0">
                  <a:moveTo>
                    <a:pt x="7352" y="1"/>
                  </a:moveTo>
                  <a:lnTo>
                    <a:pt x="7352" y="1628"/>
                  </a:lnTo>
                  <a:lnTo>
                    <a:pt x="1157" y="1005"/>
                  </a:lnTo>
                  <a:lnTo>
                    <a:pt x="1157" y="1005"/>
                  </a:lnTo>
                  <a:cubicBezTo>
                    <a:pt x="1157" y="1005"/>
                    <a:pt x="1" y="30463"/>
                    <a:pt x="6580" y="49625"/>
                  </a:cubicBezTo>
                  <a:cubicBezTo>
                    <a:pt x="7216" y="49597"/>
                    <a:pt x="7853" y="49537"/>
                    <a:pt x="8452" y="49523"/>
                  </a:cubicBezTo>
                  <a:cubicBezTo>
                    <a:pt x="8688" y="49518"/>
                    <a:pt x="8925" y="49510"/>
                    <a:pt x="9162" y="49500"/>
                  </a:cubicBezTo>
                  <a:cubicBezTo>
                    <a:pt x="9168" y="49494"/>
                    <a:pt x="9173" y="49488"/>
                    <a:pt x="9180" y="49482"/>
                  </a:cubicBezTo>
                  <a:lnTo>
                    <a:pt x="9249" y="6063"/>
                  </a:lnTo>
                  <a:lnTo>
                    <a:pt x="11418" y="5983"/>
                  </a:lnTo>
                  <a:lnTo>
                    <a:pt x="11487" y="49482"/>
                  </a:lnTo>
                  <a:cubicBezTo>
                    <a:pt x="11494" y="49488"/>
                    <a:pt x="11499" y="49494"/>
                    <a:pt x="11505" y="49500"/>
                  </a:cubicBezTo>
                  <a:cubicBezTo>
                    <a:pt x="11742" y="49509"/>
                    <a:pt x="11979" y="49517"/>
                    <a:pt x="12215" y="49523"/>
                  </a:cubicBezTo>
                  <a:cubicBezTo>
                    <a:pt x="12814" y="49536"/>
                    <a:pt x="13451" y="49597"/>
                    <a:pt x="14087" y="49625"/>
                  </a:cubicBezTo>
                  <a:cubicBezTo>
                    <a:pt x="20667" y="30463"/>
                    <a:pt x="19510" y="1005"/>
                    <a:pt x="19510" y="1005"/>
                  </a:cubicBezTo>
                  <a:lnTo>
                    <a:pt x="19510" y="1005"/>
                  </a:lnTo>
                  <a:lnTo>
                    <a:pt x="13119" y="1648"/>
                  </a:lnTo>
                  <a:lnTo>
                    <a:pt x="13212" y="655"/>
                  </a:lnTo>
                  <a:lnTo>
                    <a:pt x="735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81"/>
            <p:cNvSpPr/>
            <p:nvPr/>
          </p:nvSpPr>
          <p:spPr>
            <a:xfrm>
              <a:off x="15371650" y="-880400"/>
              <a:ext cx="197475" cy="222700"/>
            </a:xfrm>
            <a:custGeom>
              <a:avLst/>
              <a:gdLst/>
              <a:ahLst/>
              <a:cxnLst/>
              <a:rect l="l" t="t" r="r" b="b"/>
              <a:pathLst>
                <a:path w="7899" h="8908" extrusionOk="0">
                  <a:moveTo>
                    <a:pt x="4862" y="1"/>
                  </a:moveTo>
                  <a:lnTo>
                    <a:pt x="1" y="832"/>
                  </a:lnTo>
                  <a:lnTo>
                    <a:pt x="2505" y="8781"/>
                  </a:lnTo>
                  <a:cubicBezTo>
                    <a:pt x="2505" y="8781"/>
                    <a:pt x="3538" y="8908"/>
                    <a:pt x="4698" y="8908"/>
                  </a:cubicBezTo>
                  <a:cubicBezTo>
                    <a:pt x="6172" y="8908"/>
                    <a:pt x="7850" y="8702"/>
                    <a:pt x="7868" y="7770"/>
                  </a:cubicBezTo>
                  <a:cubicBezTo>
                    <a:pt x="7898" y="6105"/>
                    <a:pt x="4862" y="1"/>
                    <a:pt x="48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81"/>
            <p:cNvSpPr/>
            <p:nvPr/>
          </p:nvSpPr>
          <p:spPr>
            <a:xfrm>
              <a:off x="14769525" y="-893225"/>
              <a:ext cx="191050" cy="222675"/>
            </a:xfrm>
            <a:custGeom>
              <a:avLst/>
              <a:gdLst/>
              <a:ahLst/>
              <a:cxnLst/>
              <a:rect l="l" t="t" r="r" b="b"/>
              <a:pathLst>
                <a:path w="7642" h="8907" extrusionOk="0">
                  <a:moveTo>
                    <a:pt x="3036" y="0"/>
                  </a:moveTo>
                  <a:cubicBezTo>
                    <a:pt x="3036" y="0"/>
                    <a:pt x="1" y="6104"/>
                    <a:pt x="31" y="7769"/>
                  </a:cubicBezTo>
                  <a:cubicBezTo>
                    <a:pt x="48" y="8701"/>
                    <a:pt x="1724" y="8906"/>
                    <a:pt x="3197" y="8906"/>
                  </a:cubicBezTo>
                  <a:cubicBezTo>
                    <a:pt x="4358" y="8906"/>
                    <a:pt x="5394" y="8779"/>
                    <a:pt x="5394" y="8779"/>
                  </a:cubicBezTo>
                  <a:lnTo>
                    <a:pt x="7642" y="1690"/>
                  </a:lnTo>
                  <a:lnTo>
                    <a:pt x="303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81"/>
            <p:cNvSpPr/>
            <p:nvPr/>
          </p:nvSpPr>
          <p:spPr>
            <a:xfrm>
              <a:off x="14783025" y="-1709450"/>
              <a:ext cx="740225" cy="750225"/>
            </a:xfrm>
            <a:custGeom>
              <a:avLst/>
              <a:gdLst/>
              <a:ahLst/>
              <a:cxnLst/>
              <a:rect l="l" t="t" r="r" b="b"/>
              <a:pathLst>
                <a:path w="29609" h="30009" extrusionOk="0">
                  <a:moveTo>
                    <a:pt x="14716" y="1"/>
                  </a:moveTo>
                  <a:cubicBezTo>
                    <a:pt x="12673" y="1"/>
                    <a:pt x="10590" y="577"/>
                    <a:pt x="9029" y="1885"/>
                  </a:cubicBezTo>
                  <a:cubicBezTo>
                    <a:pt x="7660" y="3032"/>
                    <a:pt x="6944" y="4547"/>
                    <a:pt x="6433" y="6220"/>
                  </a:cubicBezTo>
                  <a:cubicBezTo>
                    <a:pt x="5944" y="7822"/>
                    <a:pt x="6221" y="9826"/>
                    <a:pt x="5207" y="11237"/>
                  </a:cubicBezTo>
                  <a:cubicBezTo>
                    <a:pt x="4710" y="11930"/>
                    <a:pt x="3946" y="12369"/>
                    <a:pt x="3260" y="12873"/>
                  </a:cubicBezTo>
                  <a:cubicBezTo>
                    <a:pt x="1988" y="13804"/>
                    <a:pt x="897" y="15059"/>
                    <a:pt x="448" y="16569"/>
                  </a:cubicBezTo>
                  <a:cubicBezTo>
                    <a:pt x="0" y="18080"/>
                    <a:pt x="291" y="19861"/>
                    <a:pt x="1419" y="20960"/>
                  </a:cubicBezTo>
                  <a:cubicBezTo>
                    <a:pt x="1747" y="21281"/>
                    <a:pt x="2155" y="21566"/>
                    <a:pt x="2284" y="22005"/>
                  </a:cubicBezTo>
                  <a:cubicBezTo>
                    <a:pt x="2420" y="22463"/>
                    <a:pt x="2211" y="22943"/>
                    <a:pt x="2065" y="23399"/>
                  </a:cubicBezTo>
                  <a:cubicBezTo>
                    <a:pt x="1490" y="25194"/>
                    <a:pt x="1946" y="27282"/>
                    <a:pt x="3216" y="28673"/>
                  </a:cubicBezTo>
                  <a:cubicBezTo>
                    <a:pt x="3744" y="29252"/>
                    <a:pt x="4412" y="29719"/>
                    <a:pt x="5170" y="29914"/>
                  </a:cubicBezTo>
                  <a:cubicBezTo>
                    <a:pt x="5413" y="29976"/>
                    <a:pt x="5666" y="30009"/>
                    <a:pt x="5918" y="30009"/>
                  </a:cubicBezTo>
                  <a:cubicBezTo>
                    <a:pt x="6451" y="30009"/>
                    <a:pt x="6981" y="29865"/>
                    <a:pt x="7415" y="29559"/>
                  </a:cubicBezTo>
                  <a:lnTo>
                    <a:pt x="23532" y="29137"/>
                  </a:lnTo>
                  <a:cubicBezTo>
                    <a:pt x="24817" y="28909"/>
                    <a:pt x="26086" y="28366"/>
                    <a:pt x="26964" y="27401"/>
                  </a:cubicBezTo>
                  <a:cubicBezTo>
                    <a:pt x="27843" y="26436"/>
                    <a:pt x="28268" y="25004"/>
                    <a:pt x="27828" y="23775"/>
                  </a:cubicBezTo>
                  <a:cubicBezTo>
                    <a:pt x="27717" y="23462"/>
                    <a:pt x="27550" y="23142"/>
                    <a:pt x="27613" y="22815"/>
                  </a:cubicBezTo>
                  <a:cubicBezTo>
                    <a:pt x="27685" y="22439"/>
                    <a:pt x="28033" y="22190"/>
                    <a:pt x="28312" y="21926"/>
                  </a:cubicBezTo>
                  <a:cubicBezTo>
                    <a:pt x="29414" y="20877"/>
                    <a:pt x="29608" y="19119"/>
                    <a:pt x="29104" y="17684"/>
                  </a:cubicBezTo>
                  <a:cubicBezTo>
                    <a:pt x="28706" y="16550"/>
                    <a:pt x="27941" y="15592"/>
                    <a:pt x="27079" y="14770"/>
                  </a:cubicBezTo>
                  <a:cubicBezTo>
                    <a:pt x="26338" y="14065"/>
                    <a:pt x="25237" y="14013"/>
                    <a:pt x="24573" y="13209"/>
                  </a:cubicBezTo>
                  <a:cubicBezTo>
                    <a:pt x="23925" y="12423"/>
                    <a:pt x="24163" y="11531"/>
                    <a:pt x="24023" y="10618"/>
                  </a:cubicBezTo>
                  <a:cubicBezTo>
                    <a:pt x="23895" y="9786"/>
                    <a:pt x="23777" y="8941"/>
                    <a:pt x="23652" y="8100"/>
                  </a:cubicBezTo>
                  <a:cubicBezTo>
                    <a:pt x="23365" y="6189"/>
                    <a:pt x="23122" y="4273"/>
                    <a:pt x="21749" y="2789"/>
                  </a:cubicBezTo>
                  <a:cubicBezTo>
                    <a:pt x="20425" y="1360"/>
                    <a:pt x="18544" y="515"/>
                    <a:pt x="16649" y="173"/>
                  </a:cubicBezTo>
                  <a:cubicBezTo>
                    <a:pt x="16021" y="60"/>
                    <a:pt x="15371" y="1"/>
                    <a:pt x="147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81"/>
            <p:cNvSpPr/>
            <p:nvPr/>
          </p:nvSpPr>
          <p:spPr>
            <a:xfrm>
              <a:off x="15108200" y="-1168800"/>
              <a:ext cx="2350" cy="625"/>
            </a:xfrm>
            <a:custGeom>
              <a:avLst/>
              <a:gdLst/>
              <a:ahLst/>
              <a:cxnLst/>
              <a:rect l="l" t="t" r="r" b="b"/>
              <a:pathLst>
                <a:path w="94" h="25" extrusionOk="0">
                  <a:moveTo>
                    <a:pt x="0" y="24"/>
                  </a:moveTo>
                  <a:cubicBezTo>
                    <a:pt x="33" y="16"/>
                    <a:pt x="65" y="8"/>
                    <a:pt x="94" y="1"/>
                  </a:cubicBezTo>
                  <a:cubicBezTo>
                    <a:pt x="65" y="8"/>
                    <a:pt x="33" y="16"/>
                    <a:pt x="0" y="24"/>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81"/>
            <p:cNvSpPr/>
            <p:nvPr/>
          </p:nvSpPr>
          <p:spPr>
            <a:xfrm>
              <a:off x="15113475" y="-1169775"/>
              <a:ext cx="1275" cy="325"/>
            </a:xfrm>
            <a:custGeom>
              <a:avLst/>
              <a:gdLst/>
              <a:ahLst/>
              <a:cxnLst/>
              <a:rect l="l" t="t" r="r" b="b"/>
              <a:pathLst>
                <a:path w="51" h="13" extrusionOk="0">
                  <a:moveTo>
                    <a:pt x="0" y="12"/>
                  </a:moveTo>
                  <a:lnTo>
                    <a:pt x="50" y="0"/>
                  </a:ln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81"/>
            <p:cNvSpPr/>
            <p:nvPr/>
          </p:nvSpPr>
          <p:spPr>
            <a:xfrm>
              <a:off x="15090975" y="-1164850"/>
              <a:ext cx="4300" cy="1225"/>
            </a:xfrm>
            <a:custGeom>
              <a:avLst/>
              <a:gdLst/>
              <a:ahLst/>
              <a:cxnLst/>
              <a:rect l="l" t="t" r="r" b="b"/>
              <a:pathLst>
                <a:path w="172" h="49" extrusionOk="0">
                  <a:moveTo>
                    <a:pt x="171" y="1"/>
                  </a:moveTo>
                  <a:lnTo>
                    <a:pt x="171" y="1"/>
                  </a:lnTo>
                  <a:cubicBezTo>
                    <a:pt x="116" y="16"/>
                    <a:pt x="60" y="32"/>
                    <a:pt x="0" y="49"/>
                  </a:cubicBezTo>
                  <a:cubicBezTo>
                    <a:pt x="60" y="32"/>
                    <a:pt x="117" y="16"/>
                    <a:pt x="171" y="1"/>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81"/>
            <p:cNvSpPr/>
            <p:nvPr/>
          </p:nvSpPr>
          <p:spPr>
            <a:xfrm>
              <a:off x="15111125" y="-1169375"/>
              <a:ext cx="1850" cy="475"/>
            </a:xfrm>
            <a:custGeom>
              <a:avLst/>
              <a:gdLst/>
              <a:ahLst/>
              <a:cxnLst/>
              <a:rect l="l" t="t" r="r" b="b"/>
              <a:pathLst>
                <a:path w="74" h="19" extrusionOk="0">
                  <a:moveTo>
                    <a:pt x="0" y="18"/>
                  </a:moveTo>
                  <a:lnTo>
                    <a:pt x="73" y="0"/>
                  </a:ln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81"/>
            <p:cNvSpPr/>
            <p:nvPr/>
          </p:nvSpPr>
          <p:spPr>
            <a:xfrm>
              <a:off x="15100600" y="-1167150"/>
              <a:ext cx="3350" cy="900"/>
            </a:xfrm>
            <a:custGeom>
              <a:avLst/>
              <a:gdLst/>
              <a:ahLst/>
              <a:cxnLst/>
              <a:rect l="l" t="t" r="r" b="b"/>
              <a:pathLst>
                <a:path w="134" h="36" extrusionOk="0">
                  <a:moveTo>
                    <a:pt x="133" y="0"/>
                  </a:moveTo>
                  <a:cubicBezTo>
                    <a:pt x="92" y="11"/>
                    <a:pt x="47" y="23"/>
                    <a:pt x="1" y="36"/>
                  </a:cubicBezTo>
                  <a:cubicBezTo>
                    <a:pt x="47" y="23"/>
                    <a:pt x="92" y="12"/>
                    <a:pt x="133" y="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81"/>
            <p:cNvSpPr/>
            <p:nvPr/>
          </p:nvSpPr>
          <p:spPr>
            <a:xfrm>
              <a:off x="15096075" y="-1166050"/>
              <a:ext cx="3750" cy="1025"/>
            </a:xfrm>
            <a:custGeom>
              <a:avLst/>
              <a:gdLst/>
              <a:ahLst/>
              <a:cxnLst/>
              <a:rect l="l" t="t" r="r" b="b"/>
              <a:pathLst>
                <a:path w="150" h="41" extrusionOk="0">
                  <a:moveTo>
                    <a:pt x="0" y="40"/>
                  </a:moveTo>
                  <a:cubicBezTo>
                    <a:pt x="52" y="25"/>
                    <a:pt x="102" y="13"/>
                    <a:pt x="150" y="0"/>
                  </a:cubicBezTo>
                  <a:cubicBezTo>
                    <a:pt x="102" y="13"/>
                    <a:pt x="52" y="25"/>
                    <a:pt x="0" y="4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81"/>
            <p:cNvSpPr/>
            <p:nvPr/>
          </p:nvSpPr>
          <p:spPr>
            <a:xfrm>
              <a:off x="15104675" y="-1168050"/>
              <a:ext cx="2850" cy="750"/>
            </a:xfrm>
            <a:custGeom>
              <a:avLst/>
              <a:gdLst/>
              <a:ahLst/>
              <a:cxnLst/>
              <a:rect l="l" t="t" r="r" b="b"/>
              <a:pathLst>
                <a:path w="114" h="30" extrusionOk="0">
                  <a:moveTo>
                    <a:pt x="114" y="0"/>
                  </a:moveTo>
                  <a:cubicBezTo>
                    <a:pt x="101" y="3"/>
                    <a:pt x="88" y="7"/>
                    <a:pt x="75" y="10"/>
                  </a:cubicBezTo>
                  <a:lnTo>
                    <a:pt x="75" y="10"/>
                  </a:lnTo>
                  <a:lnTo>
                    <a:pt x="114" y="0"/>
                  </a:lnTo>
                  <a:close/>
                  <a:moveTo>
                    <a:pt x="75" y="10"/>
                  </a:moveTo>
                  <a:lnTo>
                    <a:pt x="0" y="29"/>
                  </a:lnTo>
                  <a:cubicBezTo>
                    <a:pt x="26" y="23"/>
                    <a:pt x="51" y="16"/>
                    <a:pt x="75" y="1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81"/>
            <p:cNvSpPr/>
            <p:nvPr/>
          </p:nvSpPr>
          <p:spPr>
            <a:xfrm>
              <a:off x="15085525" y="-1163450"/>
              <a:ext cx="4850" cy="1400"/>
            </a:xfrm>
            <a:custGeom>
              <a:avLst/>
              <a:gdLst/>
              <a:ahLst/>
              <a:cxnLst/>
              <a:rect l="l" t="t" r="r" b="b"/>
              <a:pathLst>
                <a:path w="194" h="56" extrusionOk="0">
                  <a:moveTo>
                    <a:pt x="1" y="55"/>
                  </a:moveTo>
                  <a:cubicBezTo>
                    <a:pt x="68" y="35"/>
                    <a:pt x="131" y="17"/>
                    <a:pt x="194" y="0"/>
                  </a:cubicBezTo>
                  <a:cubicBezTo>
                    <a:pt x="131" y="17"/>
                    <a:pt x="68" y="35"/>
                    <a:pt x="1" y="55"/>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81"/>
            <p:cNvSpPr/>
            <p:nvPr/>
          </p:nvSpPr>
          <p:spPr>
            <a:xfrm>
              <a:off x="15119575" y="-1173650"/>
              <a:ext cx="170925" cy="21250"/>
            </a:xfrm>
            <a:custGeom>
              <a:avLst/>
              <a:gdLst/>
              <a:ahLst/>
              <a:cxnLst/>
              <a:rect l="l" t="t" r="r" b="b"/>
              <a:pathLst>
                <a:path w="6837" h="850" extrusionOk="0">
                  <a:moveTo>
                    <a:pt x="3227" y="0"/>
                  </a:moveTo>
                  <a:lnTo>
                    <a:pt x="1" y="136"/>
                  </a:lnTo>
                  <a:lnTo>
                    <a:pt x="3227" y="0"/>
                  </a:lnTo>
                  <a:lnTo>
                    <a:pt x="3227" y="0"/>
                  </a:lnTo>
                  <a:cubicBezTo>
                    <a:pt x="3250" y="4"/>
                    <a:pt x="5021" y="293"/>
                    <a:pt x="6837" y="850"/>
                  </a:cubicBezTo>
                  <a:cubicBezTo>
                    <a:pt x="5009" y="289"/>
                    <a:pt x="3228" y="0"/>
                    <a:pt x="3228" y="0"/>
                  </a:cubicBezTo>
                  <a:lnTo>
                    <a:pt x="3227" y="0"/>
                  </a:lnTo>
                  <a:lnTo>
                    <a:pt x="3227" y="0"/>
                  </a:lnTo>
                  <a:cubicBezTo>
                    <a:pt x="3227" y="0"/>
                    <a:pt x="3227" y="0"/>
                    <a:pt x="3227" y="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81"/>
            <p:cNvSpPr/>
            <p:nvPr/>
          </p:nvSpPr>
          <p:spPr>
            <a:xfrm>
              <a:off x="15115050" y="-1170050"/>
              <a:ext cx="775" cy="225"/>
            </a:xfrm>
            <a:custGeom>
              <a:avLst/>
              <a:gdLst/>
              <a:ahLst/>
              <a:cxnLst/>
              <a:rect l="l" t="t" r="r" b="b"/>
              <a:pathLst>
                <a:path w="31" h="9" extrusionOk="0">
                  <a:moveTo>
                    <a:pt x="0" y="8"/>
                  </a:moveTo>
                  <a:lnTo>
                    <a:pt x="31" y="1"/>
                  </a:ln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81"/>
            <p:cNvSpPr/>
            <p:nvPr/>
          </p:nvSpPr>
          <p:spPr>
            <a:xfrm>
              <a:off x="15099800" y="-1166275"/>
              <a:ext cx="825" cy="250"/>
            </a:xfrm>
            <a:custGeom>
              <a:avLst/>
              <a:gdLst/>
              <a:ahLst/>
              <a:cxnLst/>
              <a:rect l="l" t="t" r="r" b="b"/>
              <a:pathLst>
                <a:path w="33" h="10" extrusionOk="0">
                  <a:moveTo>
                    <a:pt x="1" y="9"/>
                  </a:moveTo>
                  <a:lnTo>
                    <a:pt x="33" y="1"/>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81"/>
            <p:cNvSpPr/>
            <p:nvPr/>
          </p:nvSpPr>
          <p:spPr>
            <a:xfrm>
              <a:off x="15090375" y="-1163650"/>
              <a:ext cx="625" cy="225"/>
            </a:xfrm>
            <a:custGeom>
              <a:avLst/>
              <a:gdLst/>
              <a:ahLst/>
              <a:cxnLst/>
              <a:rect l="l" t="t" r="r" b="b"/>
              <a:pathLst>
                <a:path w="25" h="9" extrusionOk="0">
                  <a:moveTo>
                    <a:pt x="0" y="8"/>
                  </a:moveTo>
                  <a:lnTo>
                    <a:pt x="24" y="1"/>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81"/>
            <p:cNvSpPr/>
            <p:nvPr/>
          </p:nvSpPr>
          <p:spPr>
            <a:xfrm>
              <a:off x="15085025" y="-1162075"/>
              <a:ext cx="525" cy="150"/>
            </a:xfrm>
            <a:custGeom>
              <a:avLst/>
              <a:gdLst/>
              <a:ahLst/>
              <a:cxnLst/>
              <a:rect l="l" t="t" r="r" b="b"/>
              <a:pathLst>
                <a:path w="21" h="6" extrusionOk="0">
                  <a:moveTo>
                    <a:pt x="1" y="6"/>
                  </a:moveTo>
                  <a:lnTo>
                    <a:pt x="21"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81"/>
            <p:cNvSpPr/>
            <p:nvPr/>
          </p:nvSpPr>
          <p:spPr>
            <a:xfrm>
              <a:off x="15095250" y="-1165050"/>
              <a:ext cx="850" cy="225"/>
            </a:xfrm>
            <a:custGeom>
              <a:avLst/>
              <a:gdLst/>
              <a:ahLst/>
              <a:cxnLst/>
              <a:rect l="l" t="t" r="r" b="b"/>
              <a:pathLst>
                <a:path w="34" h="9" extrusionOk="0">
                  <a:moveTo>
                    <a:pt x="0" y="9"/>
                  </a:moveTo>
                  <a:lnTo>
                    <a:pt x="33"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81"/>
            <p:cNvSpPr/>
            <p:nvPr/>
          </p:nvSpPr>
          <p:spPr>
            <a:xfrm>
              <a:off x="15115800" y="-1170250"/>
              <a:ext cx="3800" cy="225"/>
            </a:xfrm>
            <a:custGeom>
              <a:avLst/>
              <a:gdLst/>
              <a:ahLst/>
              <a:cxnLst/>
              <a:rect l="l" t="t" r="r" b="b"/>
              <a:pathLst>
                <a:path w="152" h="9" extrusionOk="0">
                  <a:moveTo>
                    <a:pt x="152" y="0"/>
                  </a:moveTo>
                  <a:lnTo>
                    <a:pt x="16" y="6"/>
                  </a:lnTo>
                  <a:lnTo>
                    <a:pt x="1" y="9"/>
                  </a:lnTo>
                  <a:lnTo>
                    <a:pt x="16" y="6"/>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81"/>
            <p:cNvSpPr/>
            <p:nvPr/>
          </p:nvSpPr>
          <p:spPr>
            <a:xfrm>
              <a:off x="15103925" y="-1167325"/>
              <a:ext cx="775" cy="225"/>
            </a:xfrm>
            <a:custGeom>
              <a:avLst/>
              <a:gdLst/>
              <a:ahLst/>
              <a:cxnLst/>
              <a:rect l="l" t="t" r="r" b="b"/>
              <a:pathLst>
                <a:path w="31" h="9" extrusionOk="0">
                  <a:moveTo>
                    <a:pt x="30" y="0"/>
                  </a:moveTo>
                  <a:lnTo>
                    <a:pt x="8" y="6"/>
                  </a:lnTo>
                  <a:lnTo>
                    <a:pt x="8" y="6"/>
                  </a:lnTo>
                  <a:cubicBezTo>
                    <a:pt x="16" y="4"/>
                    <a:pt x="23" y="2"/>
                    <a:pt x="30" y="0"/>
                  </a:cubicBezTo>
                  <a:close/>
                  <a:moveTo>
                    <a:pt x="8" y="6"/>
                  </a:moveTo>
                  <a:cubicBezTo>
                    <a:pt x="6" y="7"/>
                    <a:pt x="3" y="8"/>
                    <a:pt x="0" y="9"/>
                  </a:cubicBezTo>
                  <a:lnTo>
                    <a:pt x="8" y="6"/>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81"/>
            <p:cNvSpPr/>
            <p:nvPr/>
          </p:nvSpPr>
          <p:spPr>
            <a:xfrm>
              <a:off x="15290475" y="-1152425"/>
              <a:ext cx="700" cy="250"/>
            </a:xfrm>
            <a:custGeom>
              <a:avLst/>
              <a:gdLst/>
              <a:ahLst/>
              <a:cxnLst/>
              <a:rect l="l" t="t" r="r" b="b"/>
              <a:pathLst>
                <a:path w="28" h="10" extrusionOk="0">
                  <a:moveTo>
                    <a:pt x="1" y="1"/>
                  </a:moveTo>
                  <a:lnTo>
                    <a:pt x="27" y="9"/>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81"/>
            <p:cNvSpPr/>
            <p:nvPr/>
          </p:nvSpPr>
          <p:spPr>
            <a:xfrm>
              <a:off x="15112950" y="-1169475"/>
              <a:ext cx="550" cy="125"/>
            </a:xfrm>
            <a:custGeom>
              <a:avLst/>
              <a:gdLst/>
              <a:ahLst/>
              <a:cxnLst/>
              <a:rect l="l" t="t" r="r" b="b"/>
              <a:pathLst>
                <a:path w="22" h="5" extrusionOk="0">
                  <a:moveTo>
                    <a:pt x="0" y="4"/>
                  </a:moveTo>
                  <a:lnTo>
                    <a:pt x="21"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81"/>
            <p:cNvSpPr/>
            <p:nvPr/>
          </p:nvSpPr>
          <p:spPr>
            <a:xfrm>
              <a:off x="15114725" y="-1169850"/>
              <a:ext cx="350" cy="100"/>
            </a:xfrm>
            <a:custGeom>
              <a:avLst/>
              <a:gdLst/>
              <a:ahLst/>
              <a:cxnLst/>
              <a:rect l="l" t="t" r="r" b="b"/>
              <a:pathLst>
                <a:path w="14" h="4" extrusionOk="0">
                  <a:moveTo>
                    <a:pt x="0" y="3"/>
                  </a:moveTo>
                  <a:lnTo>
                    <a:pt x="13"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81"/>
            <p:cNvSpPr/>
            <p:nvPr/>
          </p:nvSpPr>
          <p:spPr>
            <a:xfrm>
              <a:off x="15110525" y="-1168925"/>
              <a:ext cx="600" cy="150"/>
            </a:xfrm>
            <a:custGeom>
              <a:avLst/>
              <a:gdLst/>
              <a:ahLst/>
              <a:cxnLst/>
              <a:rect l="l" t="t" r="r" b="b"/>
              <a:pathLst>
                <a:path w="24" h="6" extrusionOk="0">
                  <a:moveTo>
                    <a:pt x="1" y="6"/>
                  </a:moveTo>
                  <a:lnTo>
                    <a:pt x="24"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81"/>
            <p:cNvSpPr/>
            <p:nvPr/>
          </p:nvSpPr>
          <p:spPr>
            <a:xfrm>
              <a:off x="15107500" y="-1168200"/>
              <a:ext cx="725" cy="175"/>
            </a:xfrm>
            <a:custGeom>
              <a:avLst/>
              <a:gdLst/>
              <a:ahLst/>
              <a:cxnLst/>
              <a:rect l="l" t="t" r="r" b="b"/>
              <a:pathLst>
                <a:path w="29" h="7" extrusionOk="0">
                  <a:moveTo>
                    <a:pt x="1" y="6"/>
                  </a:moveTo>
                  <a:lnTo>
                    <a:pt x="28" y="0"/>
                  </a:lnTo>
                  <a:close/>
                </a:path>
              </a:pathLst>
            </a:custGeom>
            <a:solidFill>
              <a:srgbClr val="FF8A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81"/>
            <p:cNvSpPr/>
            <p:nvPr/>
          </p:nvSpPr>
          <p:spPr>
            <a:xfrm>
              <a:off x="15046750" y="-1173650"/>
              <a:ext cx="248600" cy="98250"/>
            </a:xfrm>
            <a:custGeom>
              <a:avLst/>
              <a:gdLst/>
              <a:ahLst/>
              <a:cxnLst/>
              <a:rect l="l" t="t" r="r" b="b"/>
              <a:pathLst>
                <a:path w="9944" h="3930" extrusionOk="0">
                  <a:moveTo>
                    <a:pt x="6140" y="0"/>
                  </a:moveTo>
                  <a:lnTo>
                    <a:pt x="2914" y="136"/>
                  </a:lnTo>
                  <a:lnTo>
                    <a:pt x="2778" y="142"/>
                  </a:lnTo>
                  <a:lnTo>
                    <a:pt x="2763" y="145"/>
                  </a:lnTo>
                  <a:lnTo>
                    <a:pt x="2732" y="152"/>
                  </a:lnTo>
                  <a:lnTo>
                    <a:pt x="2719" y="155"/>
                  </a:lnTo>
                  <a:lnTo>
                    <a:pt x="2669" y="167"/>
                  </a:lnTo>
                  <a:lnTo>
                    <a:pt x="2648" y="171"/>
                  </a:lnTo>
                  <a:lnTo>
                    <a:pt x="2575" y="189"/>
                  </a:lnTo>
                  <a:lnTo>
                    <a:pt x="2552" y="195"/>
                  </a:lnTo>
                  <a:cubicBezTo>
                    <a:pt x="2523" y="202"/>
                    <a:pt x="2491" y="210"/>
                    <a:pt x="2458" y="218"/>
                  </a:cubicBezTo>
                  <a:lnTo>
                    <a:pt x="2431" y="224"/>
                  </a:lnTo>
                  <a:cubicBezTo>
                    <a:pt x="2396" y="233"/>
                    <a:pt x="2357" y="244"/>
                    <a:pt x="2317" y="253"/>
                  </a:cubicBezTo>
                  <a:lnTo>
                    <a:pt x="2287" y="260"/>
                  </a:lnTo>
                  <a:cubicBezTo>
                    <a:pt x="2246" y="271"/>
                    <a:pt x="2201" y="283"/>
                    <a:pt x="2155" y="296"/>
                  </a:cubicBezTo>
                  <a:lnTo>
                    <a:pt x="2123" y="304"/>
                  </a:lnTo>
                  <a:cubicBezTo>
                    <a:pt x="2075" y="317"/>
                    <a:pt x="2024" y="329"/>
                    <a:pt x="1972" y="343"/>
                  </a:cubicBezTo>
                  <a:lnTo>
                    <a:pt x="1940" y="353"/>
                  </a:lnTo>
                  <a:cubicBezTo>
                    <a:pt x="1885" y="368"/>
                    <a:pt x="1828" y="384"/>
                    <a:pt x="1769" y="400"/>
                  </a:cubicBezTo>
                  <a:lnTo>
                    <a:pt x="1744" y="407"/>
                  </a:lnTo>
                  <a:cubicBezTo>
                    <a:pt x="1682" y="425"/>
                    <a:pt x="1619" y="443"/>
                    <a:pt x="1552" y="462"/>
                  </a:cubicBezTo>
                  <a:lnTo>
                    <a:pt x="1532" y="469"/>
                  </a:lnTo>
                  <a:cubicBezTo>
                    <a:pt x="1091" y="597"/>
                    <a:pt x="564" y="765"/>
                    <a:pt x="0" y="971"/>
                  </a:cubicBezTo>
                  <a:cubicBezTo>
                    <a:pt x="484" y="2048"/>
                    <a:pt x="1366" y="2959"/>
                    <a:pt x="2443" y="3455"/>
                  </a:cubicBezTo>
                  <a:cubicBezTo>
                    <a:pt x="3143" y="3777"/>
                    <a:pt x="3907" y="3930"/>
                    <a:pt x="4676" y="3930"/>
                  </a:cubicBezTo>
                  <a:cubicBezTo>
                    <a:pt x="5760" y="3930"/>
                    <a:pt x="6852" y="3626"/>
                    <a:pt x="7781" y="3061"/>
                  </a:cubicBezTo>
                  <a:cubicBezTo>
                    <a:pt x="8660" y="2528"/>
                    <a:pt x="9391" y="1778"/>
                    <a:pt x="9943" y="910"/>
                  </a:cubicBezTo>
                  <a:cubicBezTo>
                    <a:pt x="9888" y="893"/>
                    <a:pt x="9832" y="875"/>
                    <a:pt x="9775" y="857"/>
                  </a:cubicBezTo>
                  <a:lnTo>
                    <a:pt x="9749" y="850"/>
                  </a:lnTo>
                  <a:cubicBezTo>
                    <a:pt x="7921" y="288"/>
                    <a:pt x="6140" y="0"/>
                    <a:pt x="61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81"/>
            <p:cNvSpPr/>
            <p:nvPr/>
          </p:nvSpPr>
          <p:spPr>
            <a:xfrm>
              <a:off x="14962375" y="-1003325"/>
              <a:ext cx="37475" cy="189900"/>
            </a:xfrm>
            <a:custGeom>
              <a:avLst/>
              <a:gdLst/>
              <a:ahLst/>
              <a:cxnLst/>
              <a:rect l="l" t="t" r="r" b="b"/>
              <a:pathLst>
                <a:path w="1499" h="7596" extrusionOk="0">
                  <a:moveTo>
                    <a:pt x="1398" y="1"/>
                  </a:moveTo>
                  <a:cubicBezTo>
                    <a:pt x="1353" y="1"/>
                    <a:pt x="1314" y="33"/>
                    <a:pt x="1306" y="79"/>
                  </a:cubicBezTo>
                  <a:lnTo>
                    <a:pt x="1" y="7291"/>
                  </a:lnTo>
                  <a:cubicBezTo>
                    <a:pt x="13" y="7289"/>
                    <a:pt x="24" y="7288"/>
                    <a:pt x="36" y="7286"/>
                  </a:cubicBezTo>
                  <a:cubicBezTo>
                    <a:pt x="70" y="7390"/>
                    <a:pt x="103" y="7493"/>
                    <a:pt x="135" y="7596"/>
                  </a:cubicBezTo>
                  <a:lnTo>
                    <a:pt x="1489" y="114"/>
                  </a:lnTo>
                  <a:cubicBezTo>
                    <a:pt x="1499" y="62"/>
                    <a:pt x="1466" y="13"/>
                    <a:pt x="1415" y="3"/>
                  </a:cubicBezTo>
                  <a:cubicBezTo>
                    <a:pt x="1409" y="2"/>
                    <a:pt x="1403" y="1"/>
                    <a:pt x="1398" y="1"/>
                  </a:cubicBezTo>
                  <a:close/>
                </a:path>
              </a:pathLst>
            </a:custGeom>
            <a:solidFill>
              <a:srgbClr val="827A1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81"/>
            <p:cNvSpPr/>
            <p:nvPr/>
          </p:nvSpPr>
          <p:spPr>
            <a:xfrm>
              <a:off x="14807850" y="-1161925"/>
              <a:ext cx="707625" cy="749500"/>
            </a:xfrm>
            <a:custGeom>
              <a:avLst/>
              <a:gdLst/>
              <a:ahLst/>
              <a:cxnLst/>
              <a:rect l="l" t="t" r="r" b="b"/>
              <a:pathLst>
                <a:path w="28305" h="29980" extrusionOk="0">
                  <a:moveTo>
                    <a:pt x="11088" y="1"/>
                  </a:moveTo>
                  <a:lnTo>
                    <a:pt x="11088" y="1"/>
                  </a:lnTo>
                  <a:cubicBezTo>
                    <a:pt x="10753" y="98"/>
                    <a:pt x="10368" y="218"/>
                    <a:pt x="9956" y="361"/>
                  </a:cubicBezTo>
                  <a:lnTo>
                    <a:pt x="9956" y="361"/>
                  </a:lnTo>
                  <a:cubicBezTo>
                    <a:pt x="10368" y="218"/>
                    <a:pt x="10753" y="98"/>
                    <a:pt x="11088" y="1"/>
                  </a:cubicBezTo>
                  <a:close/>
                  <a:moveTo>
                    <a:pt x="9956" y="361"/>
                  </a:moveTo>
                  <a:cubicBezTo>
                    <a:pt x="8135" y="990"/>
                    <a:pt x="5774" y="2055"/>
                    <a:pt x="4790" y="3581"/>
                  </a:cubicBezTo>
                  <a:cubicBezTo>
                    <a:pt x="3088" y="6221"/>
                    <a:pt x="0" y="11148"/>
                    <a:pt x="0" y="11148"/>
                  </a:cubicBezTo>
                  <a:cubicBezTo>
                    <a:pt x="0" y="11148"/>
                    <a:pt x="1011" y="13759"/>
                    <a:pt x="4717" y="13759"/>
                  </a:cubicBezTo>
                  <a:cubicBezTo>
                    <a:pt x="5175" y="13759"/>
                    <a:pt x="5674" y="13719"/>
                    <a:pt x="6217" y="13630"/>
                  </a:cubicBezTo>
                  <a:cubicBezTo>
                    <a:pt x="7196" y="16664"/>
                    <a:pt x="7591" y="19456"/>
                    <a:pt x="7591" y="19456"/>
                  </a:cubicBezTo>
                  <a:lnTo>
                    <a:pt x="4240" y="28653"/>
                  </a:lnTo>
                  <a:cubicBezTo>
                    <a:pt x="4240" y="28653"/>
                    <a:pt x="8628" y="29980"/>
                    <a:pt x="14193" y="29980"/>
                  </a:cubicBezTo>
                  <a:cubicBezTo>
                    <a:pt x="17204" y="29980"/>
                    <a:pt x="20559" y="29591"/>
                    <a:pt x="23750" y="28394"/>
                  </a:cubicBezTo>
                  <a:cubicBezTo>
                    <a:pt x="20876" y="21505"/>
                    <a:pt x="20790" y="19403"/>
                    <a:pt x="20790" y="19403"/>
                  </a:cubicBezTo>
                  <a:lnTo>
                    <a:pt x="21624" y="13267"/>
                  </a:lnTo>
                  <a:cubicBezTo>
                    <a:pt x="21624" y="13267"/>
                    <a:pt x="21918" y="13294"/>
                    <a:pt x="22399" y="13294"/>
                  </a:cubicBezTo>
                  <a:cubicBezTo>
                    <a:pt x="23710" y="13294"/>
                    <a:pt x="26407" y="13093"/>
                    <a:pt x="28304" y="11594"/>
                  </a:cubicBezTo>
                  <a:cubicBezTo>
                    <a:pt x="27071" y="8163"/>
                    <a:pt x="24579" y="3168"/>
                    <a:pt x="22108" y="1574"/>
                  </a:cubicBezTo>
                  <a:cubicBezTo>
                    <a:pt x="21368" y="1096"/>
                    <a:pt x="20344" y="701"/>
                    <a:pt x="19331" y="389"/>
                  </a:cubicBezTo>
                  <a:lnTo>
                    <a:pt x="19331" y="389"/>
                  </a:lnTo>
                  <a:cubicBezTo>
                    <a:pt x="19388" y="407"/>
                    <a:pt x="19443" y="424"/>
                    <a:pt x="19499" y="442"/>
                  </a:cubicBezTo>
                  <a:cubicBezTo>
                    <a:pt x="18946" y="1310"/>
                    <a:pt x="18215" y="2059"/>
                    <a:pt x="17337" y="2592"/>
                  </a:cubicBezTo>
                  <a:cubicBezTo>
                    <a:pt x="16409" y="3157"/>
                    <a:pt x="15317" y="3462"/>
                    <a:pt x="14232" y="3462"/>
                  </a:cubicBezTo>
                  <a:cubicBezTo>
                    <a:pt x="13464" y="3462"/>
                    <a:pt x="12699" y="3309"/>
                    <a:pt x="11999" y="2986"/>
                  </a:cubicBezTo>
                  <a:cubicBezTo>
                    <a:pt x="10921" y="2491"/>
                    <a:pt x="10040" y="1580"/>
                    <a:pt x="9557" y="503"/>
                  </a:cubicBezTo>
                  <a:cubicBezTo>
                    <a:pt x="9692" y="453"/>
                    <a:pt x="9825" y="406"/>
                    <a:pt x="9956" y="36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81"/>
            <p:cNvSpPr/>
            <p:nvPr/>
          </p:nvSpPr>
          <p:spPr>
            <a:xfrm>
              <a:off x="15111050" y="-1306750"/>
              <a:ext cx="85650" cy="191800"/>
            </a:xfrm>
            <a:custGeom>
              <a:avLst/>
              <a:gdLst/>
              <a:ahLst/>
              <a:cxnLst/>
              <a:rect l="l" t="t" r="r" b="b"/>
              <a:pathLst>
                <a:path w="3426" h="7672" extrusionOk="0">
                  <a:moveTo>
                    <a:pt x="1" y="1"/>
                  </a:moveTo>
                  <a:lnTo>
                    <a:pt x="1" y="6344"/>
                  </a:lnTo>
                  <a:cubicBezTo>
                    <a:pt x="1" y="7078"/>
                    <a:pt x="595" y="7671"/>
                    <a:pt x="1328" y="7671"/>
                  </a:cubicBezTo>
                  <a:lnTo>
                    <a:pt x="2099" y="7671"/>
                  </a:lnTo>
                  <a:cubicBezTo>
                    <a:pt x="2832" y="7671"/>
                    <a:pt x="3426" y="7078"/>
                    <a:pt x="3426" y="6344"/>
                  </a:cubicBezTo>
                  <a:lnTo>
                    <a:pt x="342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81"/>
            <p:cNvSpPr/>
            <p:nvPr/>
          </p:nvSpPr>
          <p:spPr>
            <a:xfrm>
              <a:off x="14972950" y="-1679250"/>
              <a:ext cx="361850" cy="430400"/>
            </a:xfrm>
            <a:custGeom>
              <a:avLst/>
              <a:gdLst/>
              <a:ahLst/>
              <a:cxnLst/>
              <a:rect l="l" t="t" r="r" b="b"/>
              <a:pathLst>
                <a:path w="14474" h="17216" extrusionOk="0">
                  <a:moveTo>
                    <a:pt x="6496" y="1"/>
                  </a:moveTo>
                  <a:cubicBezTo>
                    <a:pt x="2909" y="1"/>
                    <a:pt x="0" y="2724"/>
                    <a:pt x="0" y="6312"/>
                  </a:cubicBezTo>
                  <a:lnTo>
                    <a:pt x="0" y="10721"/>
                  </a:lnTo>
                  <a:cubicBezTo>
                    <a:pt x="0" y="14307"/>
                    <a:pt x="2909" y="17215"/>
                    <a:pt x="6496" y="17215"/>
                  </a:cubicBezTo>
                  <a:lnTo>
                    <a:pt x="7979" y="17215"/>
                  </a:lnTo>
                  <a:cubicBezTo>
                    <a:pt x="11566" y="17215"/>
                    <a:pt x="14473" y="14307"/>
                    <a:pt x="14473" y="10721"/>
                  </a:cubicBezTo>
                  <a:lnTo>
                    <a:pt x="14473" y="6312"/>
                  </a:lnTo>
                  <a:cubicBezTo>
                    <a:pt x="14473" y="2724"/>
                    <a:pt x="11566" y="1"/>
                    <a:pt x="797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81"/>
            <p:cNvSpPr/>
            <p:nvPr/>
          </p:nvSpPr>
          <p:spPr>
            <a:xfrm>
              <a:off x="14954825" y="-1682200"/>
              <a:ext cx="145250" cy="235525"/>
            </a:xfrm>
            <a:custGeom>
              <a:avLst/>
              <a:gdLst/>
              <a:ahLst/>
              <a:cxnLst/>
              <a:rect l="l" t="t" r="r" b="b"/>
              <a:pathLst>
                <a:path w="5810" h="9421" extrusionOk="0">
                  <a:moveTo>
                    <a:pt x="5632" y="0"/>
                  </a:moveTo>
                  <a:cubicBezTo>
                    <a:pt x="5552" y="0"/>
                    <a:pt x="5472" y="3"/>
                    <a:pt x="5392" y="7"/>
                  </a:cubicBezTo>
                  <a:lnTo>
                    <a:pt x="5392" y="7"/>
                  </a:lnTo>
                  <a:lnTo>
                    <a:pt x="5809" y="4"/>
                  </a:lnTo>
                  <a:cubicBezTo>
                    <a:pt x="5750" y="2"/>
                    <a:pt x="5691" y="0"/>
                    <a:pt x="5632" y="0"/>
                  </a:cubicBezTo>
                  <a:close/>
                  <a:moveTo>
                    <a:pt x="5392" y="7"/>
                  </a:moveTo>
                  <a:lnTo>
                    <a:pt x="5247" y="8"/>
                  </a:lnTo>
                  <a:cubicBezTo>
                    <a:pt x="5247" y="12"/>
                    <a:pt x="5246" y="15"/>
                    <a:pt x="5246" y="18"/>
                  </a:cubicBezTo>
                  <a:lnTo>
                    <a:pt x="5246" y="18"/>
                  </a:lnTo>
                  <a:cubicBezTo>
                    <a:pt x="5295" y="14"/>
                    <a:pt x="5343" y="10"/>
                    <a:pt x="5392" y="7"/>
                  </a:cubicBezTo>
                  <a:close/>
                  <a:moveTo>
                    <a:pt x="5246" y="18"/>
                  </a:moveTo>
                  <a:lnTo>
                    <a:pt x="5246" y="18"/>
                  </a:lnTo>
                  <a:cubicBezTo>
                    <a:pt x="3058" y="220"/>
                    <a:pt x="1018" y="2113"/>
                    <a:pt x="388" y="4620"/>
                  </a:cubicBezTo>
                  <a:cubicBezTo>
                    <a:pt x="0" y="6168"/>
                    <a:pt x="113" y="7828"/>
                    <a:pt x="334" y="9421"/>
                  </a:cubicBezTo>
                  <a:cubicBezTo>
                    <a:pt x="1911" y="8835"/>
                    <a:pt x="3185" y="7369"/>
                    <a:pt x="3974" y="5648"/>
                  </a:cubicBezTo>
                  <a:cubicBezTo>
                    <a:pt x="4762" y="3928"/>
                    <a:pt x="5106" y="1968"/>
                    <a:pt x="5246" y="18"/>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81"/>
            <p:cNvSpPr/>
            <p:nvPr/>
          </p:nvSpPr>
          <p:spPr>
            <a:xfrm>
              <a:off x="15293400" y="-1456800"/>
              <a:ext cx="102150" cy="103250"/>
            </a:xfrm>
            <a:custGeom>
              <a:avLst/>
              <a:gdLst/>
              <a:ahLst/>
              <a:cxnLst/>
              <a:rect l="l" t="t" r="r" b="b"/>
              <a:pathLst>
                <a:path w="4086" h="4130" extrusionOk="0">
                  <a:moveTo>
                    <a:pt x="2595" y="1"/>
                  </a:moveTo>
                  <a:cubicBezTo>
                    <a:pt x="1949" y="1"/>
                    <a:pt x="1216" y="416"/>
                    <a:pt x="713" y="1134"/>
                  </a:cubicBezTo>
                  <a:cubicBezTo>
                    <a:pt x="1" y="2152"/>
                    <a:pt x="20" y="3394"/>
                    <a:pt x="754" y="3907"/>
                  </a:cubicBezTo>
                  <a:cubicBezTo>
                    <a:pt x="970" y="4058"/>
                    <a:pt x="1224" y="4130"/>
                    <a:pt x="1492" y="4130"/>
                  </a:cubicBezTo>
                  <a:cubicBezTo>
                    <a:pt x="2138" y="4130"/>
                    <a:pt x="2871" y="3715"/>
                    <a:pt x="3374" y="2997"/>
                  </a:cubicBezTo>
                  <a:cubicBezTo>
                    <a:pt x="4086" y="1979"/>
                    <a:pt x="4067" y="737"/>
                    <a:pt x="3332" y="223"/>
                  </a:cubicBezTo>
                  <a:cubicBezTo>
                    <a:pt x="3117" y="72"/>
                    <a:pt x="2864" y="1"/>
                    <a:pt x="259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81"/>
            <p:cNvSpPr/>
            <p:nvPr/>
          </p:nvSpPr>
          <p:spPr>
            <a:xfrm>
              <a:off x="14910325" y="-1444950"/>
              <a:ext cx="102000" cy="103175"/>
            </a:xfrm>
            <a:custGeom>
              <a:avLst/>
              <a:gdLst/>
              <a:ahLst/>
              <a:cxnLst/>
              <a:rect l="l" t="t" r="r" b="b"/>
              <a:pathLst>
                <a:path w="4080" h="4127" extrusionOk="0">
                  <a:moveTo>
                    <a:pt x="1490" y="0"/>
                  </a:moveTo>
                  <a:cubicBezTo>
                    <a:pt x="1224" y="0"/>
                    <a:pt x="973" y="71"/>
                    <a:pt x="758" y="220"/>
                  </a:cubicBezTo>
                  <a:cubicBezTo>
                    <a:pt x="23" y="731"/>
                    <a:pt x="1" y="1971"/>
                    <a:pt x="708" y="2989"/>
                  </a:cubicBezTo>
                  <a:cubicBezTo>
                    <a:pt x="1210" y="3710"/>
                    <a:pt x="1943" y="4127"/>
                    <a:pt x="2589" y="4127"/>
                  </a:cubicBezTo>
                  <a:cubicBezTo>
                    <a:pt x="2855" y="4127"/>
                    <a:pt x="3107" y="4056"/>
                    <a:pt x="3322" y="3907"/>
                  </a:cubicBezTo>
                  <a:cubicBezTo>
                    <a:pt x="4057" y="3396"/>
                    <a:pt x="4079" y="2157"/>
                    <a:pt x="3371" y="1138"/>
                  </a:cubicBezTo>
                  <a:cubicBezTo>
                    <a:pt x="2870" y="417"/>
                    <a:pt x="2137" y="0"/>
                    <a:pt x="14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81"/>
            <p:cNvSpPr/>
            <p:nvPr/>
          </p:nvSpPr>
          <p:spPr>
            <a:xfrm>
              <a:off x="15071875" y="-1691475"/>
              <a:ext cx="291825" cy="180350"/>
            </a:xfrm>
            <a:custGeom>
              <a:avLst/>
              <a:gdLst/>
              <a:ahLst/>
              <a:cxnLst/>
              <a:rect l="l" t="t" r="r" b="b"/>
              <a:pathLst>
                <a:path w="11673" h="7214" extrusionOk="0">
                  <a:moveTo>
                    <a:pt x="3032" y="1"/>
                  </a:moveTo>
                  <a:cubicBezTo>
                    <a:pt x="2196" y="1"/>
                    <a:pt x="1360" y="117"/>
                    <a:pt x="557" y="355"/>
                  </a:cubicBezTo>
                  <a:lnTo>
                    <a:pt x="0" y="195"/>
                  </a:lnTo>
                  <a:lnTo>
                    <a:pt x="0" y="195"/>
                  </a:lnTo>
                  <a:cubicBezTo>
                    <a:pt x="846" y="2356"/>
                    <a:pt x="2552" y="4120"/>
                    <a:pt x="4564" y="5275"/>
                  </a:cubicBezTo>
                  <a:cubicBezTo>
                    <a:pt x="6578" y="6428"/>
                    <a:pt x="8883" y="7006"/>
                    <a:pt x="11195" y="7207"/>
                  </a:cubicBezTo>
                  <a:cubicBezTo>
                    <a:pt x="11231" y="7211"/>
                    <a:pt x="11268" y="7213"/>
                    <a:pt x="11306" y="7213"/>
                  </a:cubicBezTo>
                  <a:cubicBezTo>
                    <a:pt x="11424" y="7213"/>
                    <a:pt x="11541" y="7189"/>
                    <a:pt x="11606" y="7097"/>
                  </a:cubicBezTo>
                  <a:cubicBezTo>
                    <a:pt x="11672" y="7000"/>
                    <a:pt x="11651" y="6870"/>
                    <a:pt x="11623" y="6756"/>
                  </a:cubicBezTo>
                  <a:cubicBezTo>
                    <a:pt x="11070" y="4436"/>
                    <a:pt x="9531" y="2370"/>
                    <a:pt x="7467" y="1176"/>
                  </a:cubicBezTo>
                  <a:cubicBezTo>
                    <a:pt x="6127" y="400"/>
                    <a:pt x="4579" y="1"/>
                    <a:pt x="30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81"/>
            <p:cNvSpPr/>
            <p:nvPr/>
          </p:nvSpPr>
          <p:spPr>
            <a:xfrm>
              <a:off x="15024025" y="-852650"/>
              <a:ext cx="259500" cy="28225"/>
            </a:xfrm>
            <a:custGeom>
              <a:avLst/>
              <a:gdLst/>
              <a:ahLst/>
              <a:cxnLst/>
              <a:rect l="l" t="t" r="r" b="b"/>
              <a:pathLst>
                <a:path w="10380" h="1129" extrusionOk="0">
                  <a:moveTo>
                    <a:pt x="16" y="0"/>
                  </a:moveTo>
                  <a:cubicBezTo>
                    <a:pt x="8" y="0"/>
                    <a:pt x="1" y="7"/>
                    <a:pt x="1" y="16"/>
                  </a:cubicBezTo>
                  <a:lnTo>
                    <a:pt x="1" y="1112"/>
                  </a:lnTo>
                  <a:cubicBezTo>
                    <a:pt x="1" y="1121"/>
                    <a:pt x="8" y="1128"/>
                    <a:pt x="16" y="1128"/>
                  </a:cubicBezTo>
                  <a:lnTo>
                    <a:pt x="10364" y="1128"/>
                  </a:lnTo>
                  <a:cubicBezTo>
                    <a:pt x="10372" y="1128"/>
                    <a:pt x="10380" y="1121"/>
                    <a:pt x="10380" y="1112"/>
                  </a:cubicBezTo>
                  <a:lnTo>
                    <a:pt x="10380" y="16"/>
                  </a:lnTo>
                  <a:cubicBezTo>
                    <a:pt x="10380" y="7"/>
                    <a:pt x="10372" y="0"/>
                    <a:pt x="1036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81"/>
            <p:cNvSpPr/>
            <p:nvPr/>
          </p:nvSpPr>
          <p:spPr>
            <a:xfrm>
              <a:off x="15039225" y="-853600"/>
              <a:ext cx="226725" cy="26325"/>
            </a:xfrm>
            <a:custGeom>
              <a:avLst/>
              <a:gdLst/>
              <a:ahLst/>
              <a:cxnLst/>
              <a:rect l="l" t="t" r="r" b="b"/>
              <a:pathLst>
                <a:path w="9069" h="1053" extrusionOk="0">
                  <a:moveTo>
                    <a:pt x="1" y="1"/>
                  </a:moveTo>
                  <a:cubicBezTo>
                    <a:pt x="240" y="386"/>
                    <a:pt x="548" y="804"/>
                    <a:pt x="999" y="849"/>
                  </a:cubicBezTo>
                  <a:cubicBezTo>
                    <a:pt x="1026" y="851"/>
                    <a:pt x="1052" y="853"/>
                    <a:pt x="1078" y="853"/>
                  </a:cubicBezTo>
                  <a:cubicBezTo>
                    <a:pt x="1517" y="853"/>
                    <a:pt x="1927" y="508"/>
                    <a:pt x="2362" y="508"/>
                  </a:cubicBezTo>
                  <a:cubicBezTo>
                    <a:pt x="2401" y="508"/>
                    <a:pt x="2440" y="511"/>
                    <a:pt x="2479" y="517"/>
                  </a:cubicBezTo>
                  <a:cubicBezTo>
                    <a:pt x="2698" y="551"/>
                    <a:pt x="2888" y="681"/>
                    <a:pt x="3080" y="791"/>
                  </a:cubicBezTo>
                  <a:cubicBezTo>
                    <a:pt x="3336" y="937"/>
                    <a:pt x="3631" y="1052"/>
                    <a:pt x="3920" y="1052"/>
                  </a:cubicBezTo>
                  <a:cubicBezTo>
                    <a:pt x="4029" y="1052"/>
                    <a:pt x="4137" y="1036"/>
                    <a:pt x="4242" y="999"/>
                  </a:cubicBezTo>
                  <a:cubicBezTo>
                    <a:pt x="4606" y="869"/>
                    <a:pt x="4870" y="507"/>
                    <a:pt x="5251" y="448"/>
                  </a:cubicBezTo>
                  <a:cubicBezTo>
                    <a:pt x="5289" y="442"/>
                    <a:pt x="5326" y="439"/>
                    <a:pt x="5363" y="439"/>
                  </a:cubicBezTo>
                  <a:cubicBezTo>
                    <a:pt x="5806" y="439"/>
                    <a:pt x="6192" y="827"/>
                    <a:pt x="6642" y="912"/>
                  </a:cubicBezTo>
                  <a:cubicBezTo>
                    <a:pt x="6689" y="920"/>
                    <a:pt x="6737" y="925"/>
                    <a:pt x="6785" y="925"/>
                  </a:cubicBezTo>
                  <a:cubicBezTo>
                    <a:pt x="6840" y="925"/>
                    <a:pt x="6894" y="918"/>
                    <a:pt x="6946" y="902"/>
                  </a:cubicBezTo>
                  <a:cubicBezTo>
                    <a:pt x="7129" y="845"/>
                    <a:pt x="7260" y="680"/>
                    <a:pt x="7438" y="611"/>
                  </a:cubicBezTo>
                  <a:cubicBezTo>
                    <a:pt x="7511" y="583"/>
                    <a:pt x="7587" y="573"/>
                    <a:pt x="7664" y="573"/>
                  </a:cubicBezTo>
                  <a:cubicBezTo>
                    <a:pt x="7874" y="573"/>
                    <a:pt x="8095" y="649"/>
                    <a:pt x="8307" y="649"/>
                  </a:cubicBezTo>
                  <a:cubicBezTo>
                    <a:pt x="8369" y="649"/>
                    <a:pt x="8430" y="643"/>
                    <a:pt x="8491" y="626"/>
                  </a:cubicBezTo>
                  <a:cubicBezTo>
                    <a:pt x="8752" y="554"/>
                    <a:pt x="8922" y="308"/>
                    <a:pt x="9068" y="79"/>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81"/>
            <p:cNvSpPr/>
            <p:nvPr/>
          </p:nvSpPr>
          <p:spPr>
            <a:xfrm>
              <a:off x="15024025" y="-910225"/>
              <a:ext cx="259500" cy="28250"/>
            </a:xfrm>
            <a:custGeom>
              <a:avLst/>
              <a:gdLst/>
              <a:ahLst/>
              <a:cxnLst/>
              <a:rect l="l" t="t" r="r" b="b"/>
              <a:pathLst>
                <a:path w="10380" h="1130" extrusionOk="0">
                  <a:moveTo>
                    <a:pt x="16" y="1"/>
                  </a:moveTo>
                  <a:cubicBezTo>
                    <a:pt x="8" y="1"/>
                    <a:pt x="1" y="8"/>
                    <a:pt x="1" y="17"/>
                  </a:cubicBezTo>
                  <a:lnTo>
                    <a:pt x="1" y="1113"/>
                  </a:lnTo>
                  <a:cubicBezTo>
                    <a:pt x="1" y="1122"/>
                    <a:pt x="8" y="1129"/>
                    <a:pt x="16" y="1129"/>
                  </a:cubicBezTo>
                  <a:lnTo>
                    <a:pt x="10364" y="1129"/>
                  </a:lnTo>
                  <a:cubicBezTo>
                    <a:pt x="10372" y="1129"/>
                    <a:pt x="10380" y="1122"/>
                    <a:pt x="10380" y="1113"/>
                  </a:cubicBezTo>
                  <a:lnTo>
                    <a:pt x="10380" y="17"/>
                  </a:lnTo>
                  <a:cubicBezTo>
                    <a:pt x="10380" y="8"/>
                    <a:pt x="10372" y="1"/>
                    <a:pt x="103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81"/>
            <p:cNvSpPr/>
            <p:nvPr/>
          </p:nvSpPr>
          <p:spPr>
            <a:xfrm>
              <a:off x="15014875" y="-882325"/>
              <a:ext cx="277800" cy="32075"/>
            </a:xfrm>
            <a:custGeom>
              <a:avLst/>
              <a:gdLst/>
              <a:ahLst/>
              <a:cxnLst/>
              <a:rect l="l" t="t" r="r" b="b"/>
              <a:pathLst>
                <a:path w="11112" h="1283" extrusionOk="0">
                  <a:moveTo>
                    <a:pt x="18" y="0"/>
                  </a:moveTo>
                  <a:cubicBezTo>
                    <a:pt x="9" y="0"/>
                    <a:pt x="0" y="9"/>
                    <a:pt x="0" y="18"/>
                  </a:cubicBezTo>
                  <a:lnTo>
                    <a:pt x="0" y="1264"/>
                  </a:lnTo>
                  <a:cubicBezTo>
                    <a:pt x="0" y="1274"/>
                    <a:pt x="9" y="1283"/>
                    <a:pt x="18" y="1283"/>
                  </a:cubicBezTo>
                  <a:lnTo>
                    <a:pt x="11094" y="1283"/>
                  </a:lnTo>
                  <a:cubicBezTo>
                    <a:pt x="11105" y="1283"/>
                    <a:pt x="11112" y="1274"/>
                    <a:pt x="11112" y="1264"/>
                  </a:cubicBezTo>
                  <a:lnTo>
                    <a:pt x="11112" y="18"/>
                  </a:lnTo>
                  <a:cubicBezTo>
                    <a:pt x="11112" y="9"/>
                    <a:pt x="11105" y="0"/>
                    <a:pt x="110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81"/>
            <p:cNvSpPr/>
            <p:nvPr/>
          </p:nvSpPr>
          <p:spPr>
            <a:xfrm>
              <a:off x="15047875" y="-910400"/>
              <a:ext cx="226900" cy="22225"/>
            </a:xfrm>
            <a:custGeom>
              <a:avLst/>
              <a:gdLst/>
              <a:ahLst/>
              <a:cxnLst/>
              <a:rect l="l" t="t" r="r" b="b"/>
              <a:pathLst>
                <a:path w="9076" h="889" extrusionOk="0">
                  <a:moveTo>
                    <a:pt x="9076" y="0"/>
                  </a:moveTo>
                  <a:lnTo>
                    <a:pt x="30" y="35"/>
                  </a:lnTo>
                  <a:cubicBezTo>
                    <a:pt x="1" y="312"/>
                    <a:pt x="215" y="593"/>
                    <a:pt x="490" y="636"/>
                  </a:cubicBezTo>
                  <a:cubicBezTo>
                    <a:pt x="522" y="641"/>
                    <a:pt x="554" y="644"/>
                    <a:pt x="586" y="644"/>
                  </a:cubicBezTo>
                  <a:cubicBezTo>
                    <a:pt x="823" y="644"/>
                    <a:pt x="1055" y="517"/>
                    <a:pt x="1297" y="510"/>
                  </a:cubicBezTo>
                  <a:cubicBezTo>
                    <a:pt x="1305" y="510"/>
                    <a:pt x="1314" y="509"/>
                    <a:pt x="1322" y="509"/>
                  </a:cubicBezTo>
                  <a:cubicBezTo>
                    <a:pt x="1570" y="509"/>
                    <a:pt x="1802" y="629"/>
                    <a:pt x="2033" y="720"/>
                  </a:cubicBezTo>
                  <a:cubicBezTo>
                    <a:pt x="2291" y="822"/>
                    <a:pt x="2574" y="889"/>
                    <a:pt x="2850" y="889"/>
                  </a:cubicBezTo>
                  <a:cubicBezTo>
                    <a:pt x="3091" y="889"/>
                    <a:pt x="3327" y="838"/>
                    <a:pt x="3535" y="715"/>
                  </a:cubicBezTo>
                  <a:cubicBezTo>
                    <a:pt x="3668" y="636"/>
                    <a:pt x="3788" y="530"/>
                    <a:pt x="3933" y="481"/>
                  </a:cubicBezTo>
                  <a:cubicBezTo>
                    <a:pt x="4000" y="459"/>
                    <a:pt x="4067" y="449"/>
                    <a:pt x="4134" y="449"/>
                  </a:cubicBezTo>
                  <a:cubicBezTo>
                    <a:pt x="4367" y="449"/>
                    <a:pt x="4603" y="563"/>
                    <a:pt x="4824" y="660"/>
                  </a:cubicBezTo>
                  <a:cubicBezTo>
                    <a:pt x="4992" y="734"/>
                    <a:pt x="5186" y="798"/>
                    <a:pt x="5367" y="798"/>
                  </a:cubicBezTo>
                  <a:cubicBezTo>
                    <a:pt x="5490" y="798"/>
                    <a:pt x="5608" y="769"/>
                    <a:pt x="5708" y="692"/>
                  </a:cubicBezTo>
                  <a:cubicBezTo>
                    <a:pt x="5798" y="625"/>
                    <a:pt x="5865" y="525"/>
                    <a:pt x="5969" y="480"/>
                  </a:cubicBezTo>
                  <a:cubicBezTo>
                    <a:pt x="6008" y="464"/>
                    <a:pt x="6049" y="457"/>
                    <a:pt x="6091" y="457"/>
                  </a:cubicBezTo>
                  <a:cubicBezTo>
                    <a:pt x="6174" y="457"/>
                    <a:pt x="6259" y="484"/>
                    <a:pt x="6337" y="515"/>
                  </a:cubicBezTo>
                  <a:cubicBezTo>
                    <a:pt x="6639" y="637"/>
                    <a:pt x="7026" y="870"/>
                    <a:pt x="7366" y="870"/>
                  </a:cubicBezTo>
                  <a:cubicBezTo>
                    <a:pt x="7544" y="870"/>
                    <a:pt x="7709" y="807"/>
                    <a:pt x="7843" y="631"/>
                  </a:cubicBezTo>
                  <a:cubicBezTo>
                    <a:pt x="7909" y="543"/>
                    <a:pt x="7994" y="455"/>
                    <a:pt x="8104" y="446"/>
                  </a:cubicBezTo>
                  <a:cubicBezTo>
                    <a:pt x="8111" y="446"/>
                    <a:pt x="8117" y="445"/>
                    <a:pt x="8123" y="445"/>
                  </a:cubicBezTo>
                  <a:cubicBezTo>
                    <a:pt x="8194" y="445"/>
                    <a:pt x="8261" y="478"/>
                    <a:pt x="8329" y="496"/>
                  </a:cubicBezTo>
                  <a:cubicBezTo>
                    <a:pt x="8383" y="511"/>
                    <a:pt x="8436" y="518"/>
                    <a:pt x="8489" y="518"/>
                  </a:cubicBezTo>
                  <a:cubicBezTo>
                    <a:pt x="8778" y="518"/>
                    <a:pt x="9037" y="303"/>
                    <a:pt x="90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81"/>
            <p:cNvSpPr/>
            <p:nvPr/>
          </p:nvSpPr>
          <p:spPr>
            <a:xfrm>
              <a:off x="15015400" y="-1044000"/>
              <a:ext cx="276500" cy="138025"/>
            </a:xfrm>
            <a:custGeom>
              <a:avLst/>
              <a:gdLst/>
              <a:ahLst/>
              <a:cxnLst/>
              <a:rect l="l" t="t" r="r" b="b"/>
              <a:pathLst>
                <a:path w="11060" h="5521" extrusionOk="0">
                  <a:moveTo>
                    <a:pt x="5529" y="0"/>
                  </a:moveTo>
                  <a:cubicBezTo>
                    <a:pt x="2767" y="0"/>
                    <a:pt x="475" y="2029"/>
                    <a:pt x="66" y="4680"/>
                  </a:cubicBezTo>
                  <a:cubicBezTo>
                    <a:pt x="1" y="5108"/>
                    <a:pt x="326" y="5496"/>
                    <a:pt x="759" y="5497"/>
                  </a:cubicBezTo>
                  <a:lnTo>
                    <a:pt x="10298" y="5521"/>
                  </a:lnTo>
                  <a:cubicBezTo>
                    <a:pt x="10299" y="5521"/>
                    <a:pt x="10299" y="5521"/>
                    <a:pt x="10300" y="5521"/>
                  </a:cubicBezTo>
                  <a:cubicBezTo>
                    <a:pt x="10732" y="5521"/>
                    <a:pt x="11059" y="5135"/>
                    <a:pt x="10995" y="4707"/>
                  </a:cubicBezTo>
                  <a:cubicBezTo>
                    <a:pt x="10599" y="2049"/>
                    <a:pt x="8311" y="8"/>
                    <a:pt x="5542" y="0"/>
                  </a:cubicBezTo>
                  <a:cubicBezTo>
                    <a:pt x="5538" y="0"/>
                    <a:pt x="5533" y="0"/>
                    <a:pt x="552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81"/>
            <p:cNvSpPr/>
            <p:nvPr/>
          </p:nvSpPr>
          <p:spPr>
            <a:xfrm>
              <a:off x="15016250" y="-827300"/>
              <a:ext cx="275075" cy="47875"/>
            </a:xfrm>
            <a:custGeom>
              <a:avLst/>
              <a:gdLst/>
              <a:ahLst/>
              <a:cxnLst/>
              <a:rect l="l" t="t" r="r" b="b"/>
              <a:pathLst>
                <a:path w="11003" h="1915" extrusionOk="0">
                  <a:moveTo>
                    <a:pt x="668" y="1"/>
                  </a:moveTo>
                  <a:cubicBezTo>
                    <a:pt x="282" y="1"/>
                    <a:pt x="1" y="367"/>
                    <a:pt x="100" y="740"/>
                  </a:cubicBezTo>
                  <a:cubicBezTo>
                    <a:pt x="285" y="1433"/>
                    <a:pt x="911" y="1914"/>
                    <a:pt x="1628" y="1914"/>
                  </a:cubicBezTo>
                  <a:lnTo>
                    <a:pt x="9375" y="1914"/>
                  </a:lnTo>
                  <a:cubicBezTo>
                    <a:pt x="10091" y="1914"/>
                    <a:pt x="10718" y="1433"/>
                    <a:pt x="10903" y="740"/>
                  </a:cubicBezTo>
                  <a:cubicBezTo>
                    <a:pt x="11003" y="367"/>
                    <a:pt x="10722" y="1"/>
                    <a:pt x="1033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81"/>
            <p:cNvSpPr/>
            <p:nvPr/>
          </p:nvSpPr>
          <p:spPr>
            <a:xfrm>
              <a:off x="14762575" y="-851350"/>
              <a:ext cx="362775" cy="216050"/>
            </a:xfrm>
            <a:custGeom>
              <a:avLst/>
              <a:gdLst/>
              <a:ahLst/>
              <a:cxnLst/>
              <a:rect l="l" t="t" r="r" b="b"/>
              <a:pathLst>
                <a:path w="14511" h="8642" extrusionOk="0">
                  <a:moveTo>
                    <a:pt x="12894" y="0"/>
                  </a:moveTo>
                  <a:cubicBezTo>
                    <a:pt x="12802" y="0"/>
                    <a:pt x="12708" y="29"/>
                    <a:pt x="12620" y="57"/>
                  </a:cubicBezTo>
                  <a:cubicBezTo>
                    <a:pt x="9146" y="1186"/>
                    <a:pt x="5511" y="1787"/>
                    <a:pt x="2888" y="4582"/>
                  </a:cubicBezTo>
                  <a:lnTo>
                    <a:pt x="941" y="4198"/>
                  </a:lnTo>
                  <a:cubicBezTo>
                    <a:pt x="263" y="5473"/>
                    <a:pt x="1" y="6965"/>
                    <a:pt x="203" y="8396"/>
                  </a:cubicBezTo>
                  <a:cubicBezTo>
                    <a:pt x="231" y="8588"/>
                    <a:pt x="780" y="8641"/>
                    <a:pt x="1396" y="8641"/>
                  </a:cubicBezTo>
                  <a:cubicBezTo>
                    <a:pt x="2119" y="8641"/>
                    <a:pt x="2933" y="8568"/>
                    <a:pt x="3098" y="8559"/>
                  </a:cubicBezTo>
                  <a:cubicBezTo>
                    <a:pt x="4014" y="8510"/>
                    <a:pt x="4895" y="8345"/>
                    <a:pt x="5787" y="8090"/>
                  </a:cubicBezTo>
                  <a:cubicBezTo>
                    <a:pt x="9315" y="7084"/>
                    <a:pt x="12501" y="4586"/>
                    <a:pt x="14511" y="1526"/>
                  </a:cubicBezTo>
                  <a:cubicBezTo>
                    <a:pt x="14104" y="1069"/>
                    <a:pt x="13684" y="624"/>
                    <a:pt x="13249" y="192"/>
                  </a:cubicBezTo>
                  <a:cubicBezTo>
                    <a:pt x="13176" y="120"/>
                    <a:pt x="13098" y="45"/>
                    <a:pt x="13000" y="15"/>
                  </a:cubicBezTo>
                  <a:cubicBezTo>
                    <a:pt x="12965" y="5"/>
                    <a:pt x="12929" y="0"/>
                    <a:pt x="128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81"/>
            <p:cNvSpPr/>
            <p:nvPr/>
          </p:nvSpPr>
          <p:spPr>
            <a:xfrm>
              <a:off x="15211350" y="-851350"/>
              <a:ext cx="362775" cy="216050"/>
            </a:xfrm>
            <a:custGeom>
              <a:avLst/>
              <a:gdLst/>
              <a:ahLst/>
              <a:cxnLst/>
              <a:rect l="l" t="t" r="r" b="b"/>
              <a:pathLst>
                <a:path w="14511" h="8642" extrusionOk="0">
                  <a:moveTo>
                    <a:pt x="1618" y="0"/>
                  </a:moveTo>
                  <a:cubicBezTo>
                    <a:pt x="1582" y="0"/>
                    <a:pt x="1547" y="5"/>
                    <a:pt x="1512" y="15"/>
                  </a:cubicBezTo>
                  <a:cubicBezTo>
                    <a:pt x="1414" y="45"/>
                    <a:pt x="1336" y="120"/>
                    <a:pt x="1263" y="192"/>
                  </a:cubicBezTo>
                  <a:cubicBezTo>
                    <a:pt x="828" y="624"/>
                    <a:pt x="407" y="1069"/>
                    <a:pt x="1" y="1526"/>
                  </a:cubicBezTo>
                  <a:cubicBezTo>
                    <a:pt x="2011" y="4586"/>
                    <a:pt x="5196" y="7084"/>
                    <a:pt x="8724" y="8090"/>
                  </a:cubicBezTo>
                  <a:cubicBezTo>
                    <a:pt x="9617" y="8345"/>
                    <a:pt x="10498" y="8510"/>
                    <a:pt x="11414" y="8559"/>
                  </a:cubicBezTo>
                  <a:cubicBezTo>
                    <a:pt x="11579" y="8568"/>
                    <a:pt x="12393" y="8641"/>
                    <a:pt x="13116" y="8641"/>
                  </a:cubicBezTo>
                  <a:cubicBezTo>
                    <a:pt x="13731" y="8641"/>
                    <a:pt x="14281" y="8588"/>
                    <a:pt x="14308" y="8396"/>
                  </a:cubicBezTo>
                  <a:cubicBezTo>
                    <a:pt x="14510" y="6953"/>
                    <a:pt x="14251" y="5484"/>
                    <a:pt x="13571" y="4198"/>
                  </a:cubicBezTo>
                  <a:lnTo>
                    <a:pt x="11624" y="4582"/>
                  </a:lnTo>
                  <a:cubicBezTo>
                    <a:pt x="9000" y="1787"/>
                    <a:pt x="5366" y="1186"/>
                    <a:pt x="1892" y="57"/>
                  </a:cubicBezTo>
                  <a:cubicBezTo>
                    <a:pt x="1804" y="29"/>
                    <a:pt x="1710" y="0"/>
                    <a:pt x="16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81"/>
            <p:cNvSpPr/>
            <p:nvPr/>
          </p:nvSpPr>
          <p:spPr>
            <a:xfrm>
              <a:off x="14913825" y="-494025"/>
              <a:ext cx="487825" cy="81600"/>
            </a:xfrm>
            <a:custGeom>
              <a:avLst/>
              <a:gdLst/>
              <a:ahLst/>
              <a:cxnLst/>
              <a:rect l="l" t="t" r="r" b="b"/>
              <a:pathLst>
                <a:path w="19513" h="3264" extrusionOk="0">
                  <a:moveTo>
                    <a:pt x="18829" y="1"/>
                  </a:moveTo>
                  <a:cubicBezTo>
                    <a:pt x="15749" y="1281"/>
                    <a:pt x="12325" y="1692"/>
                    <a:pt x="8931" y="1692"/>
                  </a:cubicBezTo>
                  <a:cubicBezTo>
                    <a:pt x="8230" y="1692"/>
                    <a:pt x="7529" y="1675"/>
                    <a:pt x="6834" y="1644"/>
                  </a:cubicBezTo>
                  <a:cubicBezTo>
                    <a:pt x="4691" y="1548"/>
                    <a:pt x="2489" y="1314"/>
                    <a:pt x="504" y="556"/>
                  </a:cubicBezTo>
                  <a:lnTo>
                    <a:pt x="1" y="1936"/>
                  </a:lnTo>
                  <a:cubicBezTo>
                    <a:pt x="1" y="1936"/>
                    <a:pt x="4390" y="3264"/>
                    <a:pt x="9956" y="3264"/>
                  </a:cubicBezTo>
                  <a:cubicBezTo>
                    <a:pt x="12966" y="3264"/>
                    <a:pt x="16321" y="2875"/>
                    <a:pt x="19512" y="1678"/>
                  </a:cubicBezTo>
                  <a:cubicBezTo>
                    <a:pt x="19264" y="1082"/>
                    <a:pt x="19038" y="525"/>
                    <a:pt x="1882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81"/>
            <p:cNvSpPr/>
            <p:nvPr/>
          </p:nvSpPr>
          <p:spPr>
            <a:xfrm>
              <a:off x="15057125" y="-1153075"/>
              <a:ext cx="100" cy="50"/>
            </a:xfrm>
            <a:custGeom>
              <a:avLst/>
              <a:gdLst/>
              <a:ahLst/>
              <a:cxnLst/>
              <a:rect l="l" t="t" r="r" b="b"/>
              <a:pathLst>
                <a:path w="4" h="2" extrusionOk="0">
                  <a:moveTo>
                    <a:pt x="0" y="1"/>
                  </a:moveTo>
                  <a:lnTo>
                    <a:pt x="3" y="0"/>
                  </a:ln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81"/>
            <p:cNvSpPr/>
            <p:nvPr/>
          </p:nvSpPr>
          <p:spPr>
            <a:xfrm>
              <a:off x="15046775" y="-1149450"/>
              <a:ext cx="175" cy="100"/>
            </a:xfrm>
            <a:custGeom>
              <a:avLst/>
              <a:gdLst/>
              <a:ahLst/>
              <a:cxnLst/>
              <a:rect l="l" t="t" r="r" b="b"/>
              <a:pathLst>
                <a:path w="7" h="4" extrusionOk="0">
                  <a:moveTo>
                    <a:pt x="0" y="4"/>
                  </a:moveTo>
                  <a:lnTo>
                    <a:pt x="0" y="4"/>
                  </a:lnTo>
                  <a:lnTo>
                    <a:pt x="7" y="0"/>
                  </a:ln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81"/>
            <p:cNvSpPr/>
            <p:nvPr/>
          </p:nvSpPr>
          <p:spPr>
            <a:xfrm>
              <a:off x="15057225" y="-1156375"/>
              <a:ext cx="9875" cy="3325"/>
            </a:xfrm>
            <a:custGeom>
              <a:avLst/>
              <a:gdLst/>
              <a:ahLst/>
              <a:cxnLst/>
              <a:rect l="l" t="t" r="r" b="b"/>
              <a:pathLst>
                <a:path w="395" h="133" extrusionOk="0">
                  <a:moveTo>
                    <a:pt x="0" y="132"/>
                  </a:moveTo>
                  <a:cubicBezTo>
                    <a:pt x="134" y="85"/>
                    <a:pt x="266" y="42"/>
                    <a:pt x="394" y="0"/>
                  </a:cubicBezTo>
                  <a:cubicBezTo>
                    <a:pt x="266" y="42"/>
                    <a:pt x="134" y="85"/>
                    <a:pt x="0" y="132"/>
                  </a:cubicBez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81"/>
            <p:cNvSpPr/>
            <p:nvPr/>
          </p:nvSpPr>
          <p:spPr>
            <a:xfrm>
              <a:off x="15046925" y="-1153050"/>
              <a:ext cx="10225" cy="3650"/>
            </a:xfrm>
            <a:custGeom>
              <a:avLst/>
              <a:gdLst/>
              <a:ahLst/>
              <a:cxnLst/>
              <a:rect l="l" t="t" r="r" b="b"/>
              <a:pathLst>
                <a:path w="409" h="146" extrusionOk="0">
                  <a:moveTo>
                    <a:pt x="408" y="0"/>
                  </a:moveTo>
                  <a:lnTo>
                    <a:pt x="408" y="0"/>
                  </a:lnTo>
                  <a:cubicBezTo>
                    <a:pt x="274" y="46"/>
                    <a:pt x="139" y="95"/>
                    <a:pt x="1" y="145"/>
                  </a:cubicBezTo>
                  <a:cubicBezTo>
                    <a:pt x="139" y="95"/>
                    <a:pt x="275" y="46"/>
                    <a:pt x="408" y="0"/>
                  </a:cubicBez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81"/>
            <p:cNvSpPr/>
            <p:nvPr/>
          </p:nvSpPr>
          <p:spPr>
            <a:xfrm>
              <a:off x="15067075" y="-1161950"/>
              <a:ext cx="17975" cy="5600"/>
            </a:xfrm>
            <a:custGeom>
              <a:avLst/>
              <a:gdLst/>
              <a:ahLst/>
              <a:cxnLst/>
              <a:rect l="l" t="t" r="r" b="b"/>
              <a:pathLst>
                <a:path w="719" h="224" extrusionOk="0">
                  <a:moveTo>
                    <a:pt x="0" y="223"/>
                  </a:moveTo>
                  <a:cubicBezTo>
                    <a:pt x="257" y="140"/>
                    <a:pt x="499" y="65"/>
                    <a:pt x="719" y="1"/>
                  </a:cubicBezTo>
                  <a:cubicBezTo>
                    <a:pt x="499" y="65"/>
                    <a:pt x="257" y="140"/>
                    <a:pt x="0" y="223"/>
                  </a:cubicBez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81"/>
            <p:cNvSpPr/>
            <p:nvPr/>
          </p:nvSpPr>
          <p:spPr>
            <a:xfrm>
              <a:off x="15008000" y="-1150875"/>
              <a:ext cx="324050" cy="106650"/>
            </a:xfrm>
            <a:custGeom>
              <a:avLst/>
              <a:gdLst/>
              <a:ahLst/>
              <a:cxnLst/>
              <a:rect l="l" t="t" r="r" b="b"/>
              <a:pathLst>
                <a:path w="12962" h="4266" extrusionOk="0">
                  <a:moveTo>
                    <a:pt x="11493" y="0"/>
                  </a:moveTo>
                  <a:cubicBezTo>
                    <a:pt x="10940" y="868"/>
                    <a:pt x="10210" y="1617"/>
                    <a:pt x="9331" y="2150"/>
                  </a:cubicBezTo>
                  <a:cubicBezTo>
                    <a:pt x="8403" y="2715"/>
                    <a:pt x="7311" y="3019"/>
                    <a:pt x="6227" y="3019"/>
                  </a:cubicBezTo>
                  <a:cubicBezTo>
                    <a:pt x="5458" y="3019"/>
                    <a:pt x="4693" y="2866"/>
                    <a:pt x="3992" y="2544"/>
                  </a:cubicBezTo>
                  <a:cubicBezTo>
                    <a:pt x="2915" y="2048"/>
                    <a:pt x="2034" y="1138"/>
                    <a:pt x="1551" y="61"/>
                  </a:cubicBezTo>
                  <a:cubicBezTo>
                    <a:pt x="1050" y="243"/>
                    <a:pt x="522" y="459"/>
                    <a:pt x="0" y="703"/>
                  </a:cubicBezTo>
                  <a:cubicBezTo>
                    <a:pt x="326" y="1410"/>
                    <a:pt x="813" y="2046"/>
                    <a:pt x="1402" y="2558"/>
                  </a:cubicBezTo>
                  <a:cubicBezTo>
                    <a:pt x="2353" y="3386"/>
                    <a:pt x="3553" y="3901"/>
                    <a:pt x="4793" y="4129"/>
                  </a:cubicBezTo>
                  <a:cubicBezTo>
                    <a:pt x="5287" y="4220"/>
                    <a:pt x="5790" y="4265"/>
                    <a:pt x="6293" y="4265"/>
                  </a:cubicBezTo>
                  <a:cubicBezTo>
                    <a:pt x="7695" y="4265"/>
                    <a:pt x="9097" y="3912"/>
                    <a:pt x="10307" y="3207"/>
                  </a:cubicBezTo>
                  <a:cubicBezTo>
                    <a:pt x="11407" y="2562"/>
                    <a:pt x="12321" y="1643"/>
                    <a:pt x="12961" y="540"/>
                  </a:cubicBezTo>
                  <a:cubicBezTo>
                    <a:pt x="12496" y="340"/>
                    <a:pt x="11996" y="160"/>
                    <a:pt x="114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81"/>
            <p:cNvSpPr/>
            <p:nvPr/>
          </p:nvSpPr>
          <p:spPr>
            <a:xfrm>
              <a:off x="15067050" y="-1156375"/>
              <a:ext cx="25" cy="25"/>
            </a:xfrm>
            <a:custGeom>
              <a:avLst/>
              <a:gdLst/>
              <a:ahLst/>
              <a:cxnLst/>
              <a:rect l="l" t="t" r="r" b="b"/>
              <a:pathLst>
                <a:path w="1" h="1" extrusionOk="0">
                  <a:moveTo>
                    <a:pt x="0" y="0"/>
                  </a:move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81"/>
            <p:cNvSpPr/>
            <p:nvPr/>
          </p:nvSpPr>
          <p:spPr>
            <a:xfrm>
              <a:off x="15291125" y="-1152200"/>
              <a:ext cx="4225" cy="1350"/>
            </a:xfrm>
            <a:custGeom>
              <a:avLst/>
              <a:gdLst/>
              <a:ahLst/>
              <a:cxnLst/>
              <a:rect l="l" t="t" r="r" b="b"/>
              <a:pathLst>
                <a:path w="169" h="54" extrusionOk="0">
                  <a:moveTo>
                    <a:pt x="1" y="0"/>
                  </a:moveTo>
                  <a:cubicBezTo>
                    <a:pt x="57" y="17"/>
                    <a:pt x="113" y="36"/>
                    <a:pt x="168" y="53"/>
                  </a:cubicBezTo>
                  <a:cubicBezTo>
                    <a:pt x="113" y="35"/>
                    <a:pt x="57" y="17"/>
                    <a:pt x="1" y="0"/>
                  </a:cubicBezTo>
                  <a:close/>
                </a:path>
              </a:pathLst>
            </a:custGeom>
            <a:solidFill>
              <a:srgbClr val="A09A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81"/>
            <p:cNvSpPr/>
            <p:nvPr/>
          </p:nvSpPr>
          <p:spPr>
            <a:xfrm>
              <a:off x="15049425" y="-932850"/>
              <a:ext cx="141550" cy="159775"/>
            </a:xfrm>
            <a:custGeom>
              <a:avLst/>
              <a:gdLst/>
              <a:ahLst/>
              <a:cxnLst/>
              <a:rect l="l" t="t" r="r" b="b"/>
              <a:pathLst>
                <a:path w="5662" h="6391" extrusionOk="0">
                  <a:moveTo>
                    <a:pt x="3460" y="1"/>
                  </a:moveTo>
                  <a:cubicBezTo>
                    <a:pt x="2659" y="514"/>
                    <a:pt x="2298" y="1481"/>
                    <a:pt x="1988" y="2382"/>
                  </a:cubicBezTo>
                  <a:cubicBezTo>
                    <a:pt x="1967" y="1807"/>
                    <a:pt x="1946" y="1231"/>
                    <a:pt x="1869" y="660"/>
                  </a:cubicBezTo>
                  <a:cubicBezTo>
                    <a:pt x="1857" y="566"/>
                    <a:pt x="1815" y="446"/>
                    <a:pt x="1721" y="446"/>
                  </a:cubicBezTo>
                  <a:cubicBezTo>
                    <a:pt x="1720" y="446"/>
                    <a:pt x="1718" y="446"/>
                    <a:pt x="1717" y="446"/>
                  </a:cubicBezTo>
                  <a:cubicBezTo>
                    <a:pt x="1618" y="451"/>
                    <a:pt x="1587" y="580"/>
                    <a:pt x="1583" y="679"/>
                  </a:cubicBezTo>
                  <a:cubicBezTo>
                    <a:pt x="1561" y="1295"/>
                    <a:pt x="1511" y="1925"/>
                    <a:pt x="1276" y="2496"/>
                  </a:cubicBezTo>
                  <a:cubicBezTo>
                    <a:pt x="1043" y="3068"/>
                    <a:pt x="595" y="3582"/>
                    <a:pt x="0" y="3753"/>
                  </a:cubicBezTo>
                  <a:lnTo>
                    <a:pt x="1429" y="6390"/>
                  </a:lnTo>
                  <a:cubicBezTo>
                    <a:pt x="2232" y="5433"/>
                    <a:pt x="3452" y="4937"/>
                    <a:pt x="4407" y="4131"/>
                  </a:cubicBezTo>
                  <a:cubicBezTo>
                    <a:pt x="4477" y="4073"/>
                    <a:pt x="4553" y="3996"/>
                    <a:pt x="4539" y="3906"/>
                  </a:cubicBezTo>
                  <a:cubicBezTo>
                    <a:pt x="4523" y="3794"/>
                    <a:pt x="4397" y="3758"/>
                    <a:pt x="4274" y="3758"/>
                  </a:cubicBezTo>
                  <a:cubicBezTo>
                    <a:pt x="4241" y="3758"/>
                    <a:pt x="4208" y="3761"/>
                    <a:pt x="4178" y="3765"/>
                  </a:cubicBezTo>
                  <a:lnTo>
                    <a:pt x="3317" y="3884"/>
                  </a:lnTo>
                  <a:cubicBezTo>
                    <a:pt x="3955" y="3403"/>
                    <a:pt x="4587" y="2913"/>
                    <a:pt x="5213" y="2416"/>
                  </a:cubicBezTo>
                  <a:cubicBezTo>
                    <a:pt x="5427" y="2245"/>
                    <a:pt x="5662" y="2031"/>
                    <a:pt x="5650" y="1757"/>
                  </a:cubicBezTo>
                  <a:cubicBezTo>
                    <a:pt x="5647" y="1675"/>
                    <a:pt x="5617" y="1590"/>
                    <a:pt x="5553" y="1541"/>
                  </a:cubicBezTo>
                  <a:cubicBezTo>
                    <a:pt x="5510" y="1507"/>
                    <a:pt x="5459" y="1493"/>
                    <a:pt x="5406" y="1493"/>
                  </a:cubicBezTo>
                  <a:cubicBezTo>
                    <a:pt x="5306" y="1493"/>
                    <a:pt x="5195" y="1542"/>
                    <a:pt x="5103" y="1595"/>
                  </a:cubicBezTo>
                  <a:cubicBezTo>
                    <a:pt x="4433" y="1976"/>
                    <a:pt x="3814" y="2443"/>
                    <a:pt x="3263" y="2983"/>
                  </a:cubicBezTo>
                  <a:lnTo>
                    <a:pt x="4550" y="1037"/>
                  </a:lnTo>
                  <a:cubicBezTo>
                    <a:pt x="4633" y="913"/>
                    <a:pt x="4713" y="741"/>
                    <a:pt x="4614" y="630"/>
                  </a:cubicBezTo>
                  <a:lnTo>
                    <a:pt x="4614" y="630"/>
                  </a:lnTo>
                  <a:cubicBezTo>
                    <a:pt x="3711" y="925"/>
                    <a:pt x="3142" y="1794"/>
                    <a:pt x="2646" y="2605"/>
                  </a:cubicBezTo>
                  <a:cubicBezTo>
                    <a:pt x="2930" y="1819"/>
                    <a:pt x="3212" y="1032"/>
                    <a:pt x="3495" y="246"/>
                  </a:cubicBezTo>
                  <a:cubicBezTo>
                    <a:pt x="3526" y="160"/>
                    <a:pt x="3543" y="39"/>
                    <a:pt x="346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81"/>
            <p:cNvSpPr/>
            <p:nvPr/>
          </p:nvSpPr>
          <p:spPr>
            <a:xfrm>
              <a:off x="15144125" y="-918425"/>
              <a:ext cx="127275" cy="110000"/>
            </a:xfrm>
            <a:custGeom>
              <a:avLst/>
              <a:gdLst/>
              <a:ahLst/>
              <a:cxnLst/>
              <a:rect l="l" t="t" r="r" b="b"/>
              <a:pathLst>
                <a:path w="5091" h="4400" extrusionOk="0">
                  <a:moveTo>
                    <a:pt x="1729" y="1"/>
                  </a:moveTo>
                  <a:cubicBezTo>
                    <a:pt x="1640" y="191"/>
                    <a:pt x="1736" y="413"/>
                    <a:pt x="1838" y="597"/>
                  </a:cubicBezTo>
                  <a:cubicBezTo>
                    <a:pt x="2123" y="1113"/>
                    <a:pt x="2476" y="1590"/>
                    <a:pt x="2885" y="2014"/>
                  </a:cubicBezTo>
                  <a:cubicBezTo>
                    <a:pt x="2355" y="1598"/>
                    <a:pt x="1681" y="1371"/>
                    <a:pt x="1008" y="1371"/>
                  </a:cubicBezTo>
                  <a:cubicBezTo>
                    <a:pt x="866" y="1371"/>
                    <a:pt x="724" y="1381"/>
                    <a:pt x="583" y="1402"/>
                  </a:cubicBezTo>
                  <a:cubicBezTo>
                    <a:pt x="524" y="1410"/>
                    <a:pt x="454" y="1430"/>
                    <a:pt x="433" y="1487"/>
                  </a:cubicBezTo>
                  <a:cubicBezTo>
                    <a:pt x="411" y="1551"/>
                    <a:pt x="468" y="1613"/>
                    <a:pt x="523" y="1653"/>
                  </a:cubicBezTo>
                  <a:cubicBezTo>
                    <a:pt x="1038" y="2045"/>
                    <a:pt x="1748" y="2083"/>
                    <a:pt x="2296" y="2430"/>
                  </a:cubicBezTo>
                  <a:cubicBezTo>
                    <a:pt x="1899" y="2360"/>
                    <a:pt x="1484" y="2291"/>
                    <a:pt x="1079" y="2291"/>
                  </a:cubicBezTo>
                  <a:cubicBezTo>
                    <a:pt x="703" y="2291"/>
                    <a:pt x="335" y="2351"/>
                    <a:pt x="0" y="2523"/>
                  </a:cubicBezTo>
                  <a:cubicBezTo>
                    <a:pt x="217" y="2753"/>
                    <a:pt x="553" y="2818"/>
                    <a:pt x="866" y="2865"/>
                  </a:cubicBezTo>
                  <a:cubicBezTo>
                    <a:pt x="1246" y="2921"/>
                    <a:pt x="1629" y="2969"/>
                    <a:pt x="2012" y="3007"/>
                  </a:cubicBezTo>
                  <a:cubicBezTo>
                    <a:pt x="1575" y="3208"/>
                    <a:pt x="1203" y="3524"/>
                    <a:pt x="931" y="3918"/>
                  </a:cubicBezTo>
                  <a:cubicBezTo>
                    <a:pt x="879" y="3995"/>
                    <a:pt x="829" y="4095"/>
                    <a:pt x="875" y="4175"/>
                  </a:cubicBezTo>
                  <a:cubicBezTo>
                    <a:pt x="912" y="4241"/>
                    <a:pt x="990" y="4258"/>
                    <a:pt x="1069" y="4258"/>
                  </a:cubicBezTo>
                  <a:cubicBezTo>
                    <a:pt x="1095" y="4258"/>
                    <a:pt x="1121" y="4256"/>
                    <a:pt x="1146" y="4254"/>
                  </a:cubicBezTo>
                  <a:cubicBezTo>
                    <a:pt x="1566" y="4208"/>
                    <a:pt x="1997" y="4129"/>
                    <a:pt x="2417" y="4129"/>
                  </a:cubicBezTo>
                  <a:cubicBezTo>
                    <a:pt x="2670" y="4129"/>
                    <a:pt x="2919" y="4157"/>
                    <a:pt x="3159" y="4239"/>
                  </a:cubicBezTo>
                  <a:cubicBezTo>
                    <a:pt x="3232" y="4264"/>
                    <a:pt x="3320" y="4328"/>
                    <a:pt x="3290" y="4399"/>
                  </a:cubicBezTo>
                  <a:lnTo>
                    <a:pt x="5091" y="3075"/>
                  </a:lnTo>
                  <a:cubicBezTo>
                    <a:pt x="4367" y="2342"/>
                    <a:pt x="4164" y="1262"/>
                    <a:pt x="3846" y="283"/>
                  </a:cubicBezTo>
                  <a:cubicBezTo>
                    <a:pt x="3804" y="155"/>
                    <a:pt x="3710" y="1"/>
                    <a:pt x="3590" y="1"/>
                  </a:cubicBezTo>
                  <a:cubicBezTo>
                    <a:pt x="3574" y="1"/>
                    <a:pt x="3557" y="4"/>
                    <a:pt x="3539" y="10"/>
                  </a:cubicBezTo>
                  <a:cubicBezTo>
                    <a:pt x="3445" y="44"/>
                    <a:pt x="3412" y="158"/>
                    <a:pt x="3397" y="257"/>
                  </a:cubicBezTo>
                  <a:cubicBezTo>
                    <a:pt x="3312" y="788"/>
                    <a:pt x="3345" y="1331"/>
                    <a:pt x="3492" y="1848"/>
                  </a:cubicBezTo>
                  <a:cubicBezTo>
                    <a:pt x="3143" y="1042"/>
                    <a:pt x="2519" y="387"/>
                    <a:pt x="17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4" name="Google Shape;2164;p81"/>
          <p:cNvSpPr/>
          <p:nvPr/>
        </p:nvSpPr>
        <p:spPr>
          <a:xfrm>
            <a:off x="3380100" y="1539100"/>
            <a:ext cx="2383800" cy="1300200"/>
          </a:xfrm>
          <a:prstGeom prst="roundRect">
            <a:avLst>
              <a:gd name="adj" fmla="val 16667"/>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81"/>
          <p:cNvSpPr/>
          <p:nvPr/>
        </p:nvSpPr>
        <p:spPr>
          <a:xfrm>
            <a:off x="3380100" y="3129175"/>
            <a:ext cx="2383800" cy="1300200"/>
          </a:xfrm>
          <a:prstGeom prst="roundRect">
            <a:avLst>
              <a:gd name="adj" fmla="val 16667"/>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81"/>
          <p:cNvSpPr/>
          <p:nvPr/>
        </p:nvSpPr>
        <p:spPr>
          <a:xfrm rot="-5400000">
            <a:off x="2944625" y="1934200"/>
            <a:ext cx="589500" cy="510000"/>
          </a:xfrm>
          <a:prstGeom prst="triangl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81"/>
          <p:cNvSpPr/>
          <p:nvPr/>
        </p:nvSpPr>
        <p:spPr>
          <a:xfrm rot="5400000">
            <a:off x="5583300" y="3537550"/>
            <a:ext cx="589500" cy="510000"/>
          </a:xfrm>
          <a:prstGeom prst="triangl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81"/>
          <p:cNvSpPr txBox="1">
            <a:spLocks noGrp="1"/>
          </p:cNvSpPr>
          <p:nvPr>
            <p:ph type="subTitle" idx="4294967295"/>
          </p:nvPr>
        </p:nvSpPr>
        <p:spPr>
          <a:xfrm>
            <a:off x="3637200" y="1674700"/>
            <a:ext cx="1869600" cy="1029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b="1">
                <a:solidFill>
                  <a:schemeClr val="lt1"/>
                </a:solidFill>
                <a:latin typeface="Advent Pro"/>
                <a:ea typeface="Advent Pro"/>
                <a:cs typeface="Advent Pro"/>
                <a:sym typeface="Advent Pro"/>
              </a:rPr>
              <a:t>“Mercury is the closest planet to the Sun”</a:t>
            </a:r>
            <a:endParaRPr b="1">
              <a:solidFill>
                <a:schemeClr val="lt1"/>
              </a:solidFill>
              <a:latin typeface="Advent Pro"/>
              <a:ea typeface="Advent Pro"/>
              <a:cs typeface="Advent Pro"/>
              <a:sym typeface="Advent Pro"/>
            </a:endParaRPr>
          </a:p>
        </p:txBody>
      </p:sp>
      <p:sp>
        <p:nvSpPr>
          <p:cNvPr id="2169" name="Google Shape;2169;p81"/>
          <p:cNvSpPr txBox="1">
            <a:spLocks noGrp="1"/>
          </p:cNvSpPr>
          <p:nvPr>
            <p:ph type="subTitle" idx="4294967295"/>
          </p:nvPr>
        </p:nvSpPr>
        <p:spPr>
          <a:xfrm>
            <a:off x="3637200" y="3264775"/>
            <a:ext cx="1869600" cy="10290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b="1">
                <a:solidFill>
                  <a:schemeClr val="lt1"/>
                </a:solidFill>
                <a:latin typeface="Advent Pro"/>
                <a:ea typeface="Advent Pro"/>
                <a:cs typeface="Advent Pro"/>
                <a:sym typeface="Advent Pro"/>
              </a:rPr>
              <a:t>“Venus is the second planet from the Sun”</a:t>
            </a:r>
            <a:endParaRPr b="1">
              <a:solidFill>
                <a:schemeClr val="lt1"/>
              </a:solidFill>
              <a:latin typeface="Advent Pro"/>
              <a:ea typeface="Advent Pro"/>
              <a:cs typeface="Advent Pro"/>
              <a:sym typeface="Advent Pro"/>
            </a:endParaRPr>
          </a:p>
        </p:txBody>
      </p:sp>
      <p:grpSp>
        <p:nvGrpSpPr>
          <p:cNvPr id="2170" name="Google Shape;2170;p81"/>
          <p:cNvGrpSpPr/>
          <p:nvPr/>
        </p:nvGrpSpPr>
        <p:grpSpPr>
          <a:xfrm>
            <a:off x="6373296" y="1228392"/>
            <a:ext cx="1974649" cy="3896161"/>
            <a:chOff x="6373296" y="1228392"/>
            <a:chExt cx="1974649" cy="3896161"/>
          </a:xfrm>
        </p:grpSpPr>
        <p:grpSp>
          <p:nvGrpSpPr>
            <p:cNvPr id="2171" name="Google Shape;2171;p81"/>
            <p:cNvGrpSpPr/>
            <p:nvPr/>
          </p:nvGrpSpPr>
          <p:grpSpPr>
            <a:xfrm>
              <a:off x="6373296" y="1520242"/>
              <a:ext cx="1826388" cy="3604311"/>
              <a:chOff x="13843250" y="888100"/>
              <a:chExt cx="1317075" cy="2599200"/>
            </a:xfrm>
          </p:grpSpPr>
          <p:sp>
            <p:nvSpPr>
              <p:cNvPr id="2172" name="Google Shape;2172;p81"/>
              <p:cNvSpPr/>
              <p:nvPr/>
            </p:nvSpPr>
            <p:spPr>
              <a:xfrm>
                <a:off x="14427525" y="888100"/>
                <a:ext cx="248150" cy="220425"/>
              </a:xfrm>
              <a:custGeom>
                <a:avLst/>
                <a:gdLst/>
                <a:ahLst/>
                <a:cxnLst/>
                <a:rect l="l" t="t" r="r" b="b"/>
                <a:pathLst>
                  <a:path w="9926" h="8817" extrusionOk="0">
                    <a:moveTo>
                      <a:pt x="4825" y="1"/>
                    </a:moveTo>
                    <a:cubicBezTo>
                      <a:pt x="3315" y="1"/>
                      <a:pt x="1806" y="718"/>
                      <a:pt x="1057" y="2118"/>
                    </a:cubicBezTo>
                    <a:cubicBezTo>
                      <a:pt x="1" y="4089"/>
                      <a:pt x="337" y="6897"/>
                      <a:pt x="1662" y="8660"/>
                    </a:cubicBezTo>
                    <a:lnTo>
                      <a:pt x="3353" y="8816"/>
                    </a:lnTo>
                    <a:cubicBezTo>
                      <a:pt x="3379" y="8816"/>
                      <a:pt x="3405" y="8816"/>
                      <a:pt x="3431" y="8816"/>
                    </a:cubicBezTo>
                    <a:cubicBezTo>
                      <a:pt x="4522" y="8816"/>
                      <a:pt x="5627" y="8619"/>
                      <a:pt x="6598" y="8125"/>
                    </a:cubicBezTo>
                    <a:cubicBezTo>
                      <a:pt x="9030" y="6886"/>
                      <a:pt x="9926" y="3677"/>
                      <a:pt x="8151" y="1500"/>
                    </a:cubicBezTo>
                    <a:cubicBezTo>
                      <a:pt x="7331" y="494"/>
                      <a:pt x="6078" y="1"/>
                      <a:pt x="48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81"/>
              <p:cNvSpPr/>
              <p:nvPr/>
            </p:nvSpPr>
            <p:spPr>
              <a:xfrm>
                <a:off x="14430850" y="923975"/>
                <a:ext cx="53025" cy="148650"/>
              </a:xfrm>
              <a:custGeom>
                <a:avLst/>
                <a:gdLst/>
                <a:ahLst/>
                <a:cxnLst/>
                <a:rect l="l" t="t" r="r" b="b"/>
                <a:pathLst>
                  <a:path w="2121" h="5946" extrusionOk="0">
                    <a:moveTo>
                      <a:pt x="856" y="0"/>
                    </a:moveTo>
                    <a:cubicBezTo>
                      <a:pt x="816" y="0"/>
                      <a:pt x="776" y="5"/>
                      <a:pt x="734" y="14"/>
                    </a:cubicBezTo>
                    <a:cubicBezTo>
                      <a:pt x="383" y="89"/>
                      <a:pt x="230" y="602"/>
                      <a:pt x="148" y="888"/>
                    </a:cubicBezTo>
                    <a:cubicBezTo>
                      <a:pt x="0" y="1407"/>
                      <a:pt x="65" y="1973"/>
                      <a:pt x="151" y="2495"/>
                    </a:cubicBezTo>
                    <a:cubicBezTo>
                      <a:pt x="352" y="3698"/>
                      <a:pt x="842" y="4858"/>
                      <a:pt x="1488" y="5885"/>
                    </a:cubicBezTo>
                    <a:cubicBezTo>
                      <a:pt x="1515" y="5928"/>
                      <a:pt x="1554" y="5945"/>
                      <a:pt x="1592" y="5945"/>
                    </a:cubicBezTo>
                    <a:cubicBezTo>
                      <a:pt x="1681" y="5945"/>
                      <a:pt x="1769" y="5854"/>
                      <a:pt x="1708" y="5757"/>
                    </a:cubicBezTo>
                    <a:cubicBezTo>
                      <a:pt x="1236" y="5008"/>
                      <a:pt x="867" y="4197"/>
                      <a:pt x="614" y="3348"/>
                    </a:cubicBezTo>
                    <a:cubicBezTo>
                      <a:pt x="353" y="2474"/>
                      <a:pt x="34" y="1161"/>
                      <a:pt x="661" y="370"/>
                    </a:cubicBezTo>
                    <a:cubicBezTo>
                      <a:pt x="725" y="289"/>
                      <a:pt x="789" y="256"/>
                      <a:pt x="851" y="256"/>
                    </a:cubicBezTo>
                    <a:cubicBezTo>
                      <a:pt x="1081" y="256"/>
                      <a:pt x="1275" y="723"/>
                      <a:pt x="1327" y="831"/>
                    </a:cubicBezTo>
                    <a:cubicBezTo>
                      <a:pt x="1433" y="1050"/>
                      <a:pt x="1502" y="1285"/>
                      <a:pt x="1566" y="1519"/>
                    </a:cubicBezTo>
                    <a:cubicBezTo>
                      <a:pt x="1686" y="1954"/>
                      <a:pt x="1726" y="2407"/>
                      <a:pt x="1748" y="2855"/>
                    </a:cubicBezTo>
                    <a:cubicBezTo>
                      <a:pt x="1796" y="3825"/>
                      <a:pt x="1689" y="4796"/>
                      <a:pt x="1728" y="5766"/>
                    </a:cubicBezTo>
                    <a:cubicBezTo>
                      <a:pt x="1731" y="5849"/>
                      <a:pt x="1797" y="5890"/>
                      <a:pt x="1860" y="5890"/>
                    </a:cubicBezTo>
                    <a:cubicBezTo>
                      <a:pt x="1924" y="5890"/>
                      <a:pt x="1986" y="5849"/>
                      <a:pt x="1983" y="5766"/>
                    </a:cubicBezTo>
                    <a:cubicBezTo>
                      <a:pt x="1933" y="4533"/>
                      <a:pt x="2121" y="3281"/>
                      <a:pt x="1930" y="2054"/>
                    </a:cubicBezTo>
                    <a:cubicBezTo>
                      <a:pt x="1849" y="1534"/>
                      <a:pt x="1598" y="0"/>
                      <a:pt x="8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81"/>
              <p:cNvSpPr/>
              <p:nvPr/>
            </p:nvSpPr>
            <p:spPr>
              <a:xfrm>
                <a:off x="14349125" y="988525"/>
                <a:ext cx="137100" cy="88825"/>
              </a:xfrm>
              <a:custGeom>
                <a:avLst/>
                <a:gdLst/>
                <a:ahLst/>
                <a:cxnLst/>
                <a:rect l="l" t="t" r="r" b="b"/>
                <a:pathLst>
                  <a:path w="5484" h="3553" extrusionOk="0">
                    <a:moveTo>
                      <a:pt x="1300" y="293"/>
                    </a:moveTo>
                    <a:cubicBezTo>
                      <a:pt x="1595" y="293"/>
                      <a:pt x="1928" y="406"/>
                      <a:pt x="2128" y="518"/>
                    </a:cubicBezTo>
                    <a:cubicBezTo>
                      <a:pt x="2514" y="734"/>
                      <a:pt x="2854" y="1030"/>
                      <a:pt x="3174" y="1331"/>
                    </a:cubicBezTo>
                    <a:cubicBezTo>
                      <a:pt x="3762" y="1887"/>
                      <a:pt x="4248" y="2543"/>
                      <a:pt x="4720" y="3199"/>
                    </a:cubicBezTo>
                    <a:lnTo>
                      <a:pt x="4720" y="3199"/>
                    </a:lnTo>
                    <a:cubicBezTo>
                      <a:pt x="4053" y="3071"/>
                      <a:pt x="3395" y="2901"/>
                      <a:pt x="2750" y="2681"/>
                    </a:cubicBezTo>
                    <a:cubicBezTo>
                      <a:pt x="1961" y="2412"/>
                      <a:pt x="702" y="1853"/>
                      <a:pt x="693" y="872"/>
                    </a:cubicBezTo>
                    <a:cubicBezTo>
                      <a:pt x="690" y="434"/>
                      <a:pt x="971" y="293"/>
                      <a:pt x="1300" y="293"/>
                    </a:cubicBezTo>
                    <a:close/>
                    <a:moveTo>
                      <a:pt x="1312" y="1"/>
                    </a:moveTo>
                    <a:cubicBezTo>
                      <a:pt x="1053" y="1"/>
                      <a:pt x="815" y="96"/>
                      <a:pt x="636" y="344"/>
                    </a:cubicBezTo>
                    <a:cubicBezTo>
                      <a:pt x="0" y="1226"/>
                      <a:pt x="989" y="2083"/>
                      <a:pt x="1695" y="2493"/>
                    </a:cubicBezTo>
                    <a:cubicBezTo>
                      <a:pt x="2751" y="3110"/>
                      <a:pt x="4070" y="3367"/>
                      <a:pt x="5262" y="3551"/>
                    </a:cubicBezTo>
                    <a:cubicBezTo>
                      <a:pt x="5269" y="3552"/>
                      <a:pt x="5277" y="3552"/>
                      <a:pt x="5284" y="3552"/>
                    </a:cubicBezTo>
                    <a:cubicBezTo>
                      <a:pt x="5428" y="3552"/>
                      <a:pt x="5483" y="3329"/>
                      <a:pt x="5329" y="3304"/>
                    </a:cubicBezTo>
                    <a:cubicBezTo>
                      <a:pt x="5245" y="3291"/>
                      <a:pt x="5161" y="3278"/>
                      <a:pt x="5078" y="3264"/>
                    </a:cubicBezTo>
                    <a:lnTo>
                      <a:pt x="5078" y="3264"/>
                    </a:lnTo>
                    <a:cubicBezTo>
                      <a:pt x="4428" y="2361"/>
                      <a:pt x="3762" y="1464"/>
                      <a:pt x="2898" y="751"/>
                    </a:cubicBezTo>
                    <a:cubicBezTo>
                      <a:pt x="2543" y="458"/>
                      <a:pt x="1879" y="1"/>
                      <a:pt x="13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81"/>
              <p:cNvSpPr/>
              <p:nvPr/>
            </p:nvSpPr>
            <p:spPr>
              <a:xfrm>
                <a:off x="14208725" y="1061725"/>
                <a:ext cx="444050" cy="341325"/>
              </a:xfrm>
              <a:custGeom>
                <a:avLst/>
                <a:gdLst/>
                <a:ahLst/>
                <a:cxnLst/>
                <a:rect l="l" t="t" r="r" b="b"/>
                <a:pathLst>
                  <a:path w="17762" h="13653" extrusionOk="0">
                    <a:moveTo>
                      <a:pt x="9081" y="0"/>
                    </a:moveTo>
                    <a:cubicBezTo>
                      <a:pt x="7182" y="0"/>
                      <a:pt x="5288" y="413"/>
                      <a:pt x="3687" y="1299"/>
                    </a:cubicBezTo>
                    <a:cubicBezTo>
                      <a:pt x="2138" y="2155"/>
                      <a:pt x="911" y="3509"/>
                      <a:pt x="494" y="5254"/>
                    </a:cubicBezTo>
                    <a:cubicBezTo>
                      <a:pt x="0" y="7323"/>
                      <a:pt x="85" y="9626"/>
                      <a:pt x="326" y="11723"/>
                    </a:cubicBezTo>
                    <a:lnTo>
                      <a:pt x="17080" y="13652"/>
                    </a:lnTo>
                    <a:cubicBezTo>
                      <a:pt x="17254" y="13005"/>
                      <a:pt x="17580" y="12410"/>
                      <a:pt x="17646" y="11746"/>
                    </a:cubicBezTo>
                    <a:cubicBezTo>
                      <a:pt x="17716" y="11044"/>
                      <a:pt x="17762" y="10305"/>
                      <a:pt x="17757" y="9596"/>
                    </a:cubicBezTo>
                    <a:cubicBezTo>
                      <a:pt x="17751" y="8075"/>
                      <a:pt x="17453" y="6574"/>
                      <a:pt x="17051" y="5112"/>
                    </a:cubicBezTo>
                    <a:cubicBezTo>
                      <a:pt x="16674" y="3744"/>
                      <a:pt x="15663" y="1694"/>
                      <a:pt x="14288" y="1079"/>
                    </a:cubicBezTo>
                    <a:cubicBezTo>
                      <a:pt x="12715" y="377"/>
                      <a:pt x="10896" y="0"/>
                      <a:pt x="908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81"/>
              <p:cNvSpPr/>
              <p:nvPr/>
            </p:nvSpPr>
            <p:spPr>
              <a:xfrm>
                <a:off x="14174775" y="1336025"/>
                <a:ext cx="100875" cy="95625"/>
              </a:xfrm>
              <a:custGeom>
                <a:avLst/>
                <a:gdLst/>
                <a:ahLst/>
                <a:cxnLst/>
                <a:rect l="l" t="t" r="r" b="b"/>
                <a:pathLst>
                  <a:path w="4035" h="3825" extrusionOk="0">
                    <a:moveTo>
                      <a:pt x="1337" y="0"/>
                    </a:moveTo>
                    <a:cubicBezTo>
                      <a:pt x="1062" y="0"/>
                      <a:pt x="812" y="79"/>
                      <a:pt x="614" y="245"/>
                    </a:cubicBezTo>
                    <a:cubicBezTo>
                      <a:pt x="1" y="762"/>
                      <a:pt x="130" y="1928"/>
                      <a:pt x="905" y="2848"/>
                    </a:cubicBezTo>
                    <a:cubicBezTo>
                      <a:pt x="1431" y="3473"/>
                      <a:pt x="2118" y="3824"/>
                      <a:pt x="2698" y="3824"/>
                    </a:cubicBezTo>
                    <a:cubicBezTo>
                      <a:pt x="2972" y="3824"/>
                      <a:pt x="3222" y="3745"/>
                      <a:pt x="3420" y="3579"/>
                    </a:cubicBezTo>
                    <a:cubicBezTo>
                      <a:pt x="4034" y="3062"/>
                      <a:pt x="3904" y="1897"/>
                      <a:pt x="3129" y="977"/>
                    </a:cubicBezTo>
                    <a:cubicBezTo>
                      <a:pt x="2604" y="352"/>
                      <a:pt x="1916" y="0"/>
                      <a:pt x="133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81"/>
              <p:cNvSpPr/>
              <p:nvPr/>
            </p:nvSpPr>
            <p:spPr>
              <a:xfrm>
                <a:off x="14396650" y="1496425"/>
                <a:ext cx="78950" cy="159200"/>
              </a:xfrm>
              <a:custGeom>
                <a:avLst/>
                <a:gdLst/>
                <a:ahLst/>
                <a:cxnLst/>
                <a:rect l="l" t="t" r="r" b="b"/>
                <a:pathLst>
                  <a:path w="3158" h="6368" extrusionOk="0">
                    <a:moveTo>
                      <a:pt x="0" y="0"/>
                    </a:moveTo>
                    <a:lnTo>
                      <a:pt x="0" y="4921"/>
                    </a:lnTo>
                    <a:cubicBezTo>
                      <a:pt x="0" y="5720"/>
                      <a:pt x="648" y="6367"/>
                      <a:pt x="1446" y="6367"/>
                    </a:cubicBezTo>
                    <a:lnTo>
                      <a:pt x="1711" y="6367"/>
                    </a:lnTo>
                    <a:cubicBezTo>
                      <a:pt x="2510" y="6367"/>
                      <a:pt x="3158" y="5720"/>
                      <a:pt x="3158" y="4921"/>
                    </a:cubicBezTo>
                    <a:lnTo>
                      <a:pt x="315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81"/>
              <p:cNvSpPr/>
              <p:nvPr/>
            </p:nvSpPr>
            <p:spPr>
              <a:xfrm>
                <a:off x="14484375" y="2727250"/>
                <a:ext cx="318225" cy="760050"/>
              </a:xfrm>
              <a:custGeom>
                <a:avLst/>
                <a:gdLst/>
                <a:ahLst/>
                <a:cxnLst/>
                <a:rect l="l" t="t" r="r" b="b"/>
                <a:pathLst>
                  <a:path w="12729" h="30402" extrusionOk="0">
                    <a:moveTo>
                      <a:pt x="0" y="1"/>
                    </a:moveTo>
                    <a:lnTo>
                      <a:pt x="2405" y="27688"/>
                    </a:lnTo>
                    <a:lnTo>
                      <a:pt x="2433" y="27685"/>
                    </a:lnTo>
                    <a:lnTo>
                      <a:pt x="2433" y="27685"/>
                    </a:lnTo>
                    <a:lnTo>
                      <a:pt x="2405" y="29678"/>
                    </a:lnTo>
                    <a:cubicBezTo>
                      <a:pt x="2401" y="29985"/>
                      <a:pt x="2659" y="30239"/>
                      <a:pt x="2994" y="30257"/>
                    </a:cubicBezTo>
                    <a:cubicBezTo>
                      <a:pt x="3952" y="30310"/>
                      <a:pt x="5928" y="30402"/>
                      <a:pt x="7933" y="30402"/>
                    </a:cubicBezTo>
                    <a:cubicBezTo>
                      <a:pt x="9756" y="30402"/>
                      <a:pt x="11603" y="30326"/>
                      <a:pt x="12728" y="30075"/>
                    </a:cubicBezTo>
                    <a:cubicBezTo>
                      <a:pt x="12392" y="28728"/>
                      <a:pt x="10149" y="28508"/>
                      <a:pt x="8714" y="28508"/>
                    </a:cubicBezTo>
                    <a:cubicBezTo>
                      <a:pt x="8632" y="28508"/>
                      <a:pt x="8553" y="28509"/>
                      <a:pt x="8477" y="28510"/>
                    </a:cubicBezTo>
                    <a:cubicBezTo>
                      <a:pt x="8455" y="28511"/>
                      <a:pt x="8433" y="28511"/>
                      <a:pt x="8411" y="28511"/>
                    </a:cubicBezTo>
                    <a:cubicBezTo>
                      <a:pt x="7763" y="28511"/>
                      <a:pt x="7125" y="28346"/>
                      <a:pt x="6557" y="28032"/>
                    </a:cubicBezTo>
                    <a:lnTo>
                      <a:pt x="4893" y="27231"/>
                    </a:lnTo>
                    <a:lnTo>
                      <a:pt x="6530" y="1276"/>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81"/>
              <p:cNvSpPr/>
              <p:nvPr/>
            </p:nvSpPr>
            <p:spPr>
              <a:xfrm>
                <a:off x="14544375" y="3438800"/>
                <a:ext cx="258225" cy="48500"/>
              </a:xfrm>
              <a:custGeom>
                <a:avLst/>
                <a:gdLst/>
                <a:ahLst/>
                <a:cxnLst/>
                <a:rect l="l" t="t" r="r" b="b"/>
                <a:pathLst>
                  <a:path w="10329" h="1940" extrusionOk="0">
                    <a:moveTo>
                      <a:pt x="22" y="1"/>
                    </a:moveTo>
                    <a:lnTo>
                      <a:pt x="5" y="1216"/>
                    </a:lnTo>
                    <a:cubicBezTo>
                      <a:pt x="1" y="1523"/>
                      <a:pt x="260" y="1777"/>
                      <a:pt x="594" y="1795"/>
                    </a:cubicBezTo>
                    <a:cubicBezTo>
                      <a:pt x="1552" y="1848"/>
                      <a:pt x="3529" y="1940"/>
                      <a:pt x="5534" y="1940"/>
                    </a:cubicBezTo>
                    <a:cubicBezTo>
                      <a:pt x="7357" y="1940"/>
                      <a:pt x="9204" y="1864"/>
                      <a:pt x="10328" y="1613"/>
                    </a:cubicBezTo>
                    <a:cubicBezTo>
                      <a:pt x="9992" y="266"/>
                      <a:pt x="7749" y="46"/>
                      <a:pt x="6314" y="46"/>
                    </a:cubicBezTo>
                    <a:cubicBezTo>
                      <a:pt x="6232" y="46"/>
                      <a:pt x="6153" y="47"/>
                      <a:pt x="6077" y="48"/>
                    </a:cubicBezTo>
                    <a:cubicBezTo>
                      <a:pt x="6062" y="49"/>
                      <a:pt x="6046" y="49"/>
                      <a:pt x="6031" y="49"/>
                    </a:cubicBezTo>
                    <a:cubicBezTo>
                      <a:pt x="5955" y="49"/>
                      <a:pt x="5880" y="47"/>
                      <a:pt x="5806" y="43"/>
                    </a:cubicBezTo>
                    <a:cubicBezTo>
                      <a:pt x="5404" y="186"/>
                      <a:pt x="5016" y="366"/>
                      <a:pt x="4647" y="578"/>
                    </a:cubicBezTo>
                    <a:cubicBezTo>
                      <a:pt x="4528" y="647"/>
                      <a:pt x="4408" y="721"/>
                      <a:pt x="4270" y="748"/>
                    </a:cubicBezTo>
                    <a:cubicBezTo>
                      <a:pt x="4222" y="758"/>
                      <a:pt x="4173" y="761"/>
                      <a:pt x="4124" y="761"/>
                    </a:cubicBezTo>
                    <a:cubicBezTo>
                      <a:pt x="4050" y="761"/>
                      <a:pt x="3976" y="753"/>
                      <a:pt x="3902" y="747"/>
                    </a:cubicBezTo>
                    <a:cubicBezTo>
                      <a:pt x="3697" y="729"/>
                      <a:pt x="3492" y="720"/>
                      <a:pt x="3287" y="720"/>
                    </a:cubicBezTo>
                    <a:cubicBezTo>
                      <a:pt x="2876" y="720"/>
                      <a:pt x="2465" y="756"/>
                      <a:pt x="2060" y="827"/>
                    </a:cubicBezTo>
                    <a:cubicBezTo>
                      <a:pt x="1973" y="843"/>
                      <a:pt x="1884" y="861"/>
                      <a:pt x="1796" y="861"/>
                    </a:cubicBezTo>
                    <a:cubicBezTo>
                      <a:pt x="1771" y="861"/>
                      <a:pt x="1746" y="859"/>
                      <a:pt x="1721" y="856"/>
                    </a:cubicBezTo>
                    <a:cubicBezTo>
                      <a:pt x="1482" y="825"/>
                      <a:pt x="1308" y="640"/>
                      <a:pt x="1130" y="488"/>
                    </a:cubicBezTo>
                    <a:cubicBezTo>
                      <a:pt x="826" y="226"/>
                      <a:pt x="436" y="37"/>
                      <a:pt x="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81"/>
              <p:cNvSpPr/>
              <p:nvPr/>
            </p:nvSpPr>
            <p:spPr>
              <a:xfrm>
                <a:off x="14068575" y="2727250"/>
                <a:ext cx="318200" cy="760050"/>
              </a:xfrm>
              <a:custGeom>
                <a:avLst/>
                <a:gdLst/>
                <a:ahLst/>
                <a:cxnLst/>
                <a:rect l="l" t="t" r="r" b="b"/>
                <a:pathLst>
                  <a:path w="12728" h="30402" extrusionOk="0">
                    <a:moveTo>
                      <a:pt x="12727" y="1"/>
                    </a:moveTo>
                    <a:lnTo>
                      <a:pt x="6198" y="1276"/>
                    </a:lnTo>
                    <a:lnTo>
                      <a:pt x="7845" y="27226"/>
                    </a:lnTo>
                    <a:lnTo>
                      <a:pt x="6170" y="28032"/>
                    </a:lnTo>
                    <a:cubicBezTo>
                      <a:pt x="5603" y="28346"/>
                      <a:pt x="4964" y="28511"/>
                      <a:pt x="4316" y="28511"/>
                    </a:cubicBezTo>
                    <a:cubicBezTo>
                      <a:pt x="4294" y="28511"/>
                      <a:pt x="4272" y="28511"/>
                      <a:pt x="4250" y="28510"/>
                    </a:cubicBezTo>
                    <a:cubicBezTo>
                      <a:pt x="4174" y="28509"/>
                      <a:pt x="4095" y="28508"/>
                      <a:pt x="4013" y="28508"/>
                    </a:cubicBezTo>
                    <a:cubicBezTo>
                      <a:pt x="2579" y="28508"/>
                      <a:pt x="336" y="28728"/>
                      <a:pt x="0" y="30075"/>
                    </a:cubicBezTo>
                    <a:cubicBezTo>
                      <a:pt x="1125" y="30326"/>
                      <a:pt x="2971" y="30402"/>
                      <a:pt x="4794" y="30402"/>
                    </a:cubicBezTo>
                    <a:cubicBezTo>
                      <a:pt x="6799" y="30402"/>
                      <a:pt x="8776" y="30310"/>
                      <a:pt x="9733" y="30257"/>
                    </a:cubicBezTo>
                    <a:cubicBezTo>
                      <a:pt x="10069" y="30239"/>
                      <a:pt x="10328" y="29985"/>
                      <a:pt x="10323" y="29678"/>
                    </a:cubicBezTo>
                    <a:lnTo>
                      <a:pt x="10296" y="27686"/>
                    </a:lnTo>
                    <a:lnTo>
                      <a:pt x="1272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81"/>
              <p:cNvSpPr/>
              <p:nvPr/>
            </p:nvSpPr>
            <p:spPr>
              <a:xfrm>
                <a:off x="14656925" y="1654350"/>
                <a:ext cx="266200" cy="606050"/>
              </a:xfrm>
              <a:custGeom>
                <a:avLst/>
                <a:gdLst/>
                <a:ahLst/>
                <a:cxnLst/>
                <a:rect l="l" t="t" r="r" b="b"/>
                <a:pathLst>
                  <a:path w="10648" h="24242" extrusionOk="0">
                    <a:moveTo>
                      <a:pt x="0" y="1"/>
                    </a:moveTo>
                    <a:lnTo>
                      <a:pt x="0" y="2576"/>
                    </a:lnTo>
                    <a:cubicBezTo>
                      <a:pt x="2526" y="5715"/>
                      <a:pt x="8695" y="24242"/>
                      <a:pt x="8695" y="24242"/>
                    </a:cubicBezTo>
                    <a:lnTo>
                      <a:pt x="10647" y="23739"/>
                    </a:lnTo>
                    <a:cubicBezTo>
                      <a:pt x="7297" y="11730"/>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81"/>
              <p:cNvSpPr/>
              <p:nvPr/>
            </p:nvSpPr>
            <p:spPr>
              <a:xfrm>
                <a:off x="14141125" y="1604500"/>
                <a:ext cx="594300" cy="339600"/>
              </a:xfrm>
              <a:custGeom>
                <a:avLst/>
                <a:gdLst/>
                <a:ahLst/>
                <a:cxnLst/>
                <a:rect l="l" t="t" r="r" b="b"/>
                <a:pathLst>
                  <a:path w="23772" h="13584" extrusionOk="0">
                    <a:moveTo>
                      <a:pt x="10196" y="0"/>
                    </a:moveTo>
                    <a:cubicBezTo>
                      <a:pt x="10196" y="0"/>
                      <a:pt x="5805" y="11"/>
                      <a:pt x="4713" y="1156"/>
                    </a:cubicBezTo>
                    <a:cubicBezTo>
                      <a:pt x="3453" y="1866"/>
                      <a:pt x="0" y="11593"/>
                      <a:pt x="0" y="11593"/>
                    </a:cubicBezTo>
                    <a:lnTo>
                      <a:pt x="4498" y="13584"/>
                    </a:lnTo>
                    <a:lnTo>
                      <a:pt x="6529" y="10735"/>
                    </a:lnTo>
                    <a:lnTo>
                      <a:pt x="23772" y="11732"/>
                    </a:lnTo>
                    <a:cubicBezTo>
                      <a:pt x="23772" y="11732"/>
                      <a:pt x="22291" y="1226"/>
                      <a:pt x="18949" y="630"/>
                    </a:cubicBezTo>
                    <a:cubicBezTo>
                      <a:pt x="15607" y="32"/>
                      <a:pt x="13380" y="11"/>
                      <a:pt x="13380" y="11"/>
                    </a:cubicBezTo>
                    <a:lnTo>
                      <a:pt x="101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81"/>
              <p:cNvSpPr/>
              <p:nvPr/>
            </p:nvSpPr>
            <p:spPr>
              <a:xfrm>
                <a:off x="13890900" y="1791575"/>
                <a:ext cx="400550" cy="326300"/>
              </a:xfrm>
              <a:custGeom>
                <a:avLst/>
                <a:gdLst/>
                <a:ahLst/>
                <a:cxnLst/>
                <a:rect l="l" t="t" r="r" b="b"/>
                <a:pathLst>
                  <a:path w="16022" h="13052" extrusionOk="0">
                    <a:moveTo>
                      <a:pt x="11580" y="0"/>
                    </a:moveTo>
                    <a:lnTo>
                      <a:pt x="8807" y="6572"/>
                    </a:lnTo>
                    <a:cubicBezTo>
                      <a:pt x="8807" y="6572"/>
                      <a:pt x="4597" y="2868"/>
                      <a:pt x="1735" y="591"/>
                    </a:cubicBezTo>
                    <a:cubicBezTo>
                      <a:pt x="905" y="1197"/>
                      <a:pt x="0" y="1925"/>
                      <a:pt x="0" y="1925"/>
                    </a:cubicBezTo>
                    <a:cubicBezTo>
                      <a:pt x="0" y="1925"/>
                      <a:pt x="2284" y="9395"/>
                      <a:pt x="8385" y="12845"/>
                    </a:cubicBezTo>
                    <a:cubicBezTo>
                      <a:pt x="8636" y="12986"/>
                      <a:pt x="8913" y="13051"/>
                      <a:pt x="9194" y="13051"/>
                    </a:cubicBezTo>
                    <a:cubicBezTo>
                      <a:pt x="9649" y="13051"/>
                      <a:pt x="10112" y="12881"/>
                      <a:pt x="10479" y="12592"/>
                    </a:cubicBezTo>
                    <a:cubicBezTo>
                      <a:pt x="14030" y="9809"/>
                      <a:pt x="16022" y="3976"/>
                      <a:pt x="16022" y="3976"/>
                    </a:cubicBezTo>
                    <a:lnTo>
                      <a:pt x="1158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81"/>
              <p:cNvSpPr/>
              <p:nvPr/>
            </p:nvSpPr>
            <p:spPr>
              <a:xfrm>
                <a:off x="14068575" y="3438800"/>
                <a:ext cx="258200" cy="48500"/>
              </a:xfrm>
              <a:custGeom>
                <a:avLst/>
                <a:gdLst/>
                <a:ahLst/>
                <a:cxnLst/>
                <a:rect l="l" t="t" r="r" b="b"/>
                <a:pathLst>
                  <a:path w="10328" h="1940" extrusionOk="0">
                    <a:moveTo>
                      <a:pt x="10306" y="1"/>
                    </a:moveTo>
                    <a:cubicBezTo>
                      <a:pt x="9891" y="37"/>
                      <a:pt x="9503" y="226"/>
                      <a:pt x="9198" y="488"/>
                    </a:cubicBezTo>
                    <a:cubicBezTo>
                      <a:pt x="9021" y="640"/>
                      <a:pt x="8847" y="825"/>
                      <a:pt x="8607" y="856"/>
                    </a:cubicBezTo>
                    <a:cubicBezTo>
                      <a:pt x="8582" y="859"/>
                      <a:pt x="8557" y="861"/>
                      <a:pt x="8532" y="861"/>
                    </a:cubicBezTo>
                    <a:cubicBezTo>
                      <a:pt x="8444" y="861"/>
                      <a:pt x="8355" y="843"/>
                      <a:pt x="8268" y="827"/>
                    </a:cubicBezTo>
                    <a:cubicBezTo>
                      <a:pt x="7863" y="756"/>
                      <a:pt x="7452" y="720"/>
                      <a:pt x="7041" y="720"/>
                    </a:cubicBezTo>
                    <a:cubicBezTo>
                      <a:pt x="6836" y="720"/>
                      <a:pt x="6631" y="729"/>
                      <a:pt x="6426" y="747"/>
                    </a:cubicBezTo>
                    <a:cubicBezTo>
                      <a:pt x="6353" y="753"/>
                      <a:pt x="6278" y="761"/>
                      <a:pt x="6204" y="761"/>
                    </a:cubicBezTo>
                    <a:cubicBezTo>
                      <a:pt x="6155" y="761"/>
                      <a:pt x="6106" y="758"/>
                      <a:pt x="6058" y="748"/>
                    </a:cubicBezTo>
                    <a:cubicBezTo>
                      <a:pt x="5921" y="721"/>
                      <a:pt x="5801" y="647"/>
                      <a:pt x="5682" y="578"/>
                    </a:cubicBezTo>
                    <a:cubicBezTo>
                      <a:pt x="5312" y="366"/>
                      <a:pt x="4924" y="186"/>
                      <a:pt x="4523" y="43"/>
                    </a:cubicBezTo>
                    <a:cubicBezTo>
                      <a:pt x="4448" y="47"/>
                      <a:pt x="4373" y="49"/>
                      <a:pt x="4298" y="49"/>
                    </a:cubicBezTo>
                    <a:cubicBezTo>
                      <a:pt x="4282" y="49"/>
                      <a:pt x="4267" y="49"/>
                      <a:pt x="4251" y="48"/>
                    </a:cubicBezTo>
                    <a:cubicBezTo>
                      <a:pt x="4175" y="47"/>
                      <a:pt x="4096" y="46"/>
                      <a:pt x="4014" y="46"/>
                    </a:cubicBezTo>
                    <a:cubicBezTo>
                      <a:pt x="2580" y="46"/>
                      <a:pt x="337" y="266"/>
                      <a:pt x="0" y="1613"/>
                    </a:cubicBezTo>
                    <a:cubicBezTo>
                      <a:pt x="1125" y="1864"/>
                      <a:pt x="2971" y="1940"/>
                      <a:pt x="4795" y="1940"/>
                    </a:cubicBezTo>
                    <a:cubicBezTo>
                      <a:pt x="6800" y="1940"/>
                      <a:pt x="8776" y="1848"/>
                      <a:pt x="9734" y="1795"/>
                    </a:cubicBezTo>
                    <a:cubicBezTo>
                      <a:pt x="10069" y="1777"/>
                      <a:pt x="10328" y="1523"/>
                      <a:pt x="10323" y="1216"/>
                    </a:cubicBezTo>
                    <a:lnTo>
                      <a:pt x="1030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81"/>
              <p:cNvSpPr/>
              <p:nvPr/>
            </p:nvSpPr>
            <p:spPr>
              <a:xfrm>
                <a:off x="13867900" y="1672850"/>
                <a:ext cx="164450" cy="234250"/>
              </a:xfrm>
              <a:custGeom>
                <a:avLst/>
                <a:gdLst/>
                <a:ahLst/>
                <a:cxnLst/>
                <a:rect l="l" t="t" r="r" b="b"/>
                <a:pathLst>
                  <a:path w="6578" h="9370" extrusionOk="0">
                    <a:moveTo>
                      <a:pt x="0" y="0"/>
                    </a:moveTo>
                    <a:lnTo>
                      <a:pt x="2422" y="8864"/>
                    </a:lnTo>
                    <a:cubicBezTo>
                      <a:pt x="2535" y="9200"/>
                      <a:pt x="2830" y="9370"/>
                      <a:pt x="3126" y="9370"/>
                    </a:cubicBezTo>
                    <a:cubicBezTo>
                      <a:pt x="3411" y="9370"/>
                      <a:pt x="3697" y="9212"/>
                      <a:pt x="3819" y="8893"/>
                    </a:cubicBezTo>
                    <a:lnTo>
                      <a:pt x="65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81"/>
              <p:cNvSpPr/>
              <p:nvPr/>
            </p:nvSpPr>
            <p:spPr>
              <a:xfrm>
                <a:off x="13843250" y="1534475"/>
                <a:ext cx="209175" cy="192900"/>
              </a:xfrm>
              <a:custGeom>
                <a:avLst/>
                <a:gdLst/>
                <a:ahLst/>
                <a:cxnLst/>
                <a:rect l="l" t="t" r="r" b="b"/>
                <a:pathLst>
                  <a:path w="8367" h="7716" extrusionOk="0">
                    <a:moveTo>
                      <a:pt x="4292" y="1"/>
                    </a:moveTo>
                    <a:cubicBezTo>
                      <a:pt x="2611" y="1"/>
                      <a:pt x="979" y="980"/>
                      <a:pt x="363" y="2577"/>
                    </a:cubicBezTo>
                    <a:cubicBezTo>
                      <a:pt x="0" y="3518"/>
                      <a:pt x="29" y="4736"/>
                      <a:pt x="817" y="5363"/>
                    </a:cubicBezTo>
                    <a:cubicBezTo>
                      <a:pt x="813" y="5363"/>
                      <a:pt x="809" y="5363"/>
                      <a:pt x="805" y="5363"/>
                    </a:cubicBezTo>
                    <a:cubicBezTo>
                      <a:pt x="431" y="5363"/>
                      <a:pt x="113" y="5739"/>
                      <a:pt x="138" y="6113"/>
                    </a:cubicBezTo>
                    <a:cubicBezTo>
                      <a:pt x="165" y="6491"/>
                      <a:pt x="498" y="6811"/>
                      <a:pt x="872" y="6866"/>
                    </a:cubicBezTo>
                    <a:cubicBezTo>
                      <a:pt x="917" y="6873"/>
                      <a:pt x="962" y="6876"/>
                      <a:pt x="1006" y="6876"/>
                    </a:cubicBezTo>
                    <a:cubicBezTo>
                      <a:pt x="1337" y="6876"/>
                      <a:pt x="1663" y="6701"/>
                      <a:pt x="1870" y="6439"/>
                    </a:cubicBezTo>
                    <a:lnTo>
                      <a:pt x="1870" y="6439"/>
                    </a:lnTo>
                    <a:cubicBezTo>
                      <a:pt x="1771" y="6953"/>
                      <a:pt x="2104" y="7533"/>
                      <a:pt x="2613" y="7652"/>
                    </a:cubicBezTo>
                    <a:cubicBezTo>
                      <a:pt x="2670" y="7665"/>
                      <a:pt x="2728" y="7671"/>
                      <a:pt x="2786" y="7671"/>
                    </a:cubicBezTo>
                    <a:cubicBezTo>
                      <a:pt x="3246" y="7671"/>
                      <a:pt x="3702" y="7277"/>
                      <a:pt x="3682" y="6812"/>
                    </a:cubicBezTo>
                    <a:lnTo>
                      <a:pt x="3682" y="6812"/>
                    </a:lnTo>
                    <a:cubicBezTo>
                      <a:pt x="3799" y="7278"/>
                      <a:pt x="4194" y="7703"/>
                      <a:pt x="4673" y="7715"/>
                    </a:cubicBezTo>
                    <a:cubicBezTo>
                      <a:pt x="4679" y="7716"/>
                      <a:pt x="4686" y="7716"/>
                      <a:pt x="4692" y="7716"/>
                    </a:cubicBezTo>
                    <a:cubicBezTo>
                      <a:pt x="5150" y="7716"/>
                      <a:pt x="5474" y="7285"/>
                      <a:pt x="5449" y="6853"/>
                    </a:cubicBezTo>
                    <a:lnTo>
                      <a:pt x="5449" y="6853"/>
                    </a:lnTo>
                    <a:cubicBezTo>
                      <a:pt x="5569" y="7193"/>
                      <a:pt x="5879" y="7479"/>
                      <a:pt x="6245" y="7479"/>
                    </a:cubicBezTo>
                    <a:cubicBezTo>
                      <a:pt x="6291" y="7479"/>
                      <a:pt x="6337" y="7474"/>
                      <a:pt x="6384" y="7465"/>
                    </a:cubicBezTo>
                    <a:cubicBezTo>
                      <a:pt x="6898" y="7364"/>
                      <a:pt x="7145" y="6777"/>
                      <a:pt x="6961" y="6318"/>
                    </a:cubicBezTo>
                    <a:lnTo>
                      <a:pt x="6961" y="6318"/>
                    </a:lnTo>
                    <a:cubicBezTo>
                      <a:pt x="7049" y="6511"/>
                      <a:pt x="7268" y="6624"/>
                      <a:pt x="7484" y="6624"/>
                    </a:cubicBezTo>
                    <a:cubicBezTo>
                      <a:pt x="7515" y="6624"/>
                      <a:pt x="7546" y="6622"/>
                      <a:pt x="7576" y="6617"/>
                    </a:cubicBezTo>
                    <a:cubicBezTo>
                      <a:pt x="7828" y="6579"/>
                      <a:pt x="8041" y="6404"/>
                      <a:pt x="8184" y="6193"/>
                    </a:cubicBezTo>
                    <a:cubicBezTo>
                      <a:pt x="8232" y="6127"/>
                      <a:pt x="8269" y="6053"/>
                      <a:pt x="8295" y="5975"/>
                    </a:cubicBezTo>
                    <a:cubicBezTo>
                      <a:pt x="8367" y="5725"/>
                      <a:pt x="8248" y="5452"/>
                      <a:pt x="8062" y="5269"/>
                    </a:cubicBezTo>
                    <a:cubicBezTo>
                      <a:pt x="7877" y="5087"/>
                      <a:pt x="7633" y="4979"/>
                      <a:pt x="7396" y="4874"/>
                    </a:cubicBezTo>
                    <a:cubicBezTo>
                      <a:pt x="7766" y="4645"/>
                      <a:pt x="7993" y="4264"/>
                      <a:pt x="8073" y="3853"/>
                    </a:cubicBezTo>
                    <a:cubicBezTo>
                      <a:pt x="8099" y="3712"/>
                      <a:pt x="8110" y="3569"/>
                      <a:pt x="8103" y="3425"/>
                    </a:cubicBezTo>
                    <a:cubicBezTo>
                      <a:pt x="8069" y="2831"/>
                      <a:pt x="7878" y="2256"/>
                      <a:pt x="7550" y="1759"/>
                    </a:cubicBezTo>
                    <a:cubicBezTo>
                      <a:pt x="6871" y="730"/>
                      <a:pt x="5676" y="47"/>
                      <a:pt x="4443" y="3"/>
                    </a:cubicBezTo>
                    <a:cubicBezTo>
                      <a:pt x="4393" y="2"/>
                      <a:pt x="4343" y="1"/>
                      <a:pt x="42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81"/>
              <p:cNvSpPr/>
              <p:nvPr/>
            </p:nvSpPr>
            <p:spPr>
              <a:xfrm>
                <a:off x="14122525" y="1604525"/>
                <a:ext cx="650200" cy="1275800"/>
              </a:xfrm>
              <a:custGeom>
                <a:avLst/>
                <a:gdLst/>
                <a:ahLst/>
                <a:cxnLst/>
                <a:rect l="l" t="t" r="r" b="b"/>
                <a:pathLst>
                  <a:path w="26008" h="51032" extrusionOk="0">
                    <a:moveTo>
                      <a:pt x="9572" y="0"/>
                    </a:moveTo>
                    <a:lnTo>
                      <a:pt x="9572" y="0"/>
                    </a:lnTo>
                    <a:cubicBezTo>
                      <a:pt x="9391" y="2"/>
                      <a:pt x="8837" y="112"/>
                      <a:pt x="8658" y="114"/>
                    </a:cubicBezTo>
                    <a:cubicBezTo>
                      <a:pt x="8289" y="2047"/>
                      <a:pt x="5380" y="7820"/>
                      <a:pt x="4201" y="10011"/>
                    </a:cubicBezTo>
                    <a:cubicBezTo>
                      <a:pt x="2158" y="13812"/>
                      <a:pt x="6488" y="17417"/>
                      <a:pt x="6488" y="17417"/>
                    </a:cubicBezTo>
                    <a:lnTo>
                      <a:pt x="0" y="48913"/>
                    </a:lnTo>
                    <a:cubicBezTo>
                      <a:pt x="0" y="48913"/>
                      <a:pt x="5014" y="51031"/>
                      <a:pt x="12886" y="51031"/>
                    </a:cubicBezTo>
                    <a:cubicBezTo>
                      <a:pt x="16677" y="51031"/>
                      <a:pt x="21131" y="50540"/>
                      <a:pt x="26007" y="49084"/>
                    </a:cubicBezTo>
                    <a:cubicBezTo>
                      <a:pt x="24103" y="40210"/>
                      <a:pt x="19360" y="17593"/>
                      <a:pt x="19360" y="17593"/>
                    </a:cubicBezTo>
                    <a:lnTo>
                      <a:pt x="20959" y="13285"/>
                    </a:lnTo>
                    <a:lnTo>
                      <a:pt x="19064" y="952"/>
                    </a:lnTo>
                    <a:lnTo>
                      <a:pt x="18422" y="769"/>
                    </a:lnTo>
                    <a:cubicBezTo>
                      <a:pt x="18422" y="769"/>
                      <a:pt x="17827" y="4161"/>
                      <a:pt x="17077" y="7986"/>
                    </a:cubicBezTo>
                    <a:cubicBezTo>
                      <a:pt x="16821" y="9286"/>
                      <a:pt x="15758" y="10285"/>
                      <a:pt x="14441" y="10427"/>
                    </a:cubicBezTo>
                    <a:cubicBezTo>
                      <a:pt x="14002" y="10475"/>
                      <a:pt x="13588" y="10497"/>
                      <a:pt x="13199" y="10497"/>
                    </a:cubicBezTo>
                    <a:cubicBezTo>
                      <a:pt x="10785" y="10497"/>
                      <a:pt x="9314" y="9653"/>
                      <a:pt x="8457" y="8847"/>
                    </a:cubicBezTo>
                    <a:cubicBezTo>
                      <a:pt x="7745" y="8177"/>
                      <a:pt x="7468" y="7165"/>
                      <a:pt x="7715" y="6219"/>
                    </a:cubicBezTo>
                    <a:lnTo>
                      <a:pt x="95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81"/>
              <p:cNvSpPr/>
              <p:nvPr/>
            </p:nvSpPr>
            <p:spPr>
              <a:xfrm>
                <a:off x="14268225" y="2039900"/>
                <a:ext cx="362500" cy="120450"/>
              </a:xfrm>
              <a:custGeom>
                <a:avLst/>
                <a:gdLst/>
                <a:ahLst/>
                <a:cxnLst/>
                <a:rect l="l" t="t" r="r" b="b"/>
                <a:pathLst>
                  <a:path w="14500" h="4818" extrusionOk="0">
                    <a:moveTo>
                      <a:pt x="660" y="0"/>
                    </a:moveTo>
                    <a:lnTo>
                      <a:pt x="0" y="3206"/>
                    </a:lnTo>
                    <a:cubicBezTo>
                      <a:pt x="245" y="3295"/>
                      <a:pt x="492" y="3381"/>
                      <a:pt x="741" y="3458"/>
                    </a:cubicBezTo>
                    <a:cubicBezTo>
                      <a:pt x="2043" y="3860"/>
                      <a:pt x="3380" y="4146"/>
                      <a:pt x="4728" y="4344"/>
                    </a:cubicBezTo>
                    <a:cubicBezTo>
                      <a:pt x="4751" y="4348"/>
                      <a:pt x="5153" y="4401"/>
                      <a:pt x="5142" y="4401"/>
                    </a:cubicBezTo>
                    <a:cubicBezTo>
                      <a:pt x="5141" y="4401"/>
                      <a:pt x="5135" y="4400"/>
                      <a:pt x="5123" y="4399"/>
                    </a:cubicBezTo>
                    <a:lnTo>
                      <a:pt x="5123" y="4399"/>
                    </a:lnTo>
                    <a:cubicBezTo>
                      <a:pt x="5219" y="4411"/>
                      <a:pt x="5314" y="4422"/>
                      <a:pt x="5409" y="4434"/>
                    </a:cubicBezTo>
                    <a:cubicBezTo>
                      <a:pt x="5757" y="4473"/>
                      <a:pt x="6105" y="4511"/>
                      <a:pt x="6454" y="4542"/>
                    </a:cubicBezTo>
                    <a:cubicBezTo>
                      <a:pt x="7141" y="4604"/>
                      <a:pt x="7830" y="4655"/>
                      <a:pt x="8519" y="4689"/>
                    </a:cubicBezTo>
                    <a:cubicBezTo>
                      <a:pt x="9937" y="4758"/>
                      <a:pt x="11391" y="4817"/>
                      <a:pt x="12850" y="4817"/>
                    </a:cubicBezTo>
                    <a:cubicBezTo>
                      <a:pt x="13400" y="4817"/>
                      <a:pt x="13950" y="4809"/>
                      <a:pt x="14500" y="4789"/>
                    </a:cubicBezTo>
                    <a:cubicBezTo>
                      <a:pt x="13912" y="1991"/>
                      <a:pt x="13532" y="177"/>
                      <a:pt x="13532" y="177"/>
                    </a:cubicBezTo>
                    <a:cubicBezTo>
                      <a:pt x="12507" y="435"/>
                      <a:pt x="10972" y="526"/>
                      <a:pt x="9316" y="526"/>
                    </a:cubicBezTo>
                    <a:cubicBezTo>
                      <a:pt x="5339" y="526"/>
                      <a:pt x="660" y="0"/>
                      <a:pt x="66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81"/>
              <p:cNvSpPr/>
              <p:nvPr/>
            </p:nvSpPr>
            <p:spPr>
              <a:xfrm>
                <a:off x="13881450" y="1735475"/>
                <a:ext cx="78275" cy="166825"/>
              </a:xfrm>
              <a:custGeom>
                <a:avLst/>
                <a:gdLst/>
                <a:ahLst/>
                <a:cxnLst/>
                <a:rect l="l" t="t" r="r" b="b"/>
                <a:pathLst>
                  <a:path w="3131" h="6673" extrusionOk="0">
                    <a:moveTo>
                      <a:pt x="2051" y="0"/>
                    </a:moveTo>
                    <a:cubicBezTo>
                      <a:pt x="1432" y="0"/>
                      <a:pt x="847" y="392"/>
                      <a:pt x="522" y="923"/>
                    </a:cubicBezTo>
                    <a:cubicBezTo>
                      <a:pt x="0" y="1772"/>
                      <a:pt x="16" y="2797"/>
                      <a:pt x="216" y="3743"/>
                    </a:cubicBezTo>
                    <a:cubicBezTo>
                      <a:pt x="438" y="4802"/>
                      <a:pt x="955" y="5706"/>
                      <a:pt x="1435" y="6672"/>
                    </a:cubicBezTo>
                    <a:lnTo>
                      <a:pt x="1431" y="5287"/>
                    </a:lnTo>
                    <a:cubicBezTo>
                      <a:pt x="1243" y="4657"/>
                      <a:pt x="1504" y="3917"/>
                      <a:pt x="2048" y="3545"/>
                    </a:cubicBezTo>
                    <a:cubicBezTo>
                      <a:pt x="2216" y="3430"/>
                      <a:pt x="2408" y="3346"/>
                      <a:pt x="2551" y="3200"/>
                    </a:cubicBezTo>
                    <a:cubicBezTo>
                      <a:pt x="2694" y="3055"/>
                      <a:pt x="2774" y="2816"/>
                      <a:pt x="2662" y="2646"/>
                    </a:cubicBezTo>
                    <a:cubicBezTo>
                      <a:pt x="2565" y="2499"/>
                      <a:pt x="2367" y="2461"/>
                      <a:pt x="2191" y="2449"/>
                    </a:cubicBezTo>
                    <a:cubicBezTo>
                      <a:pt x="2118" y="2444"/>
                      <a:pt x="2045" y="2442"/>
                      <a:pt x="1971" y="2442"/>
                    </a:cubicBezTo>
                    <a:cubicBezTo>
                      <a:pt x="1783" y="2442"/>
                      <a:pt x="1594" y="2458"/>
                      <a:pt x="1408" y="2490"/>
                    </a:cubicBezTo>
                    <a:lnTo>
                      <a:pt x="1408" y="2490"/>
                    </a:lnTo>
                    <a:cubicBezTo>
                      <a:pt x="1906" y="2397"/>
                      <a:pt x="2378" y="2203"/>
                      <a:pt x="2797" y="1918"/>
                    </a:cubicBezTo>
                    <a:cubicBezTo>
                      <a:pt x="2902" y="1847"/>
                      <a:pt x="3005" y="1767"/>
                      <a:pt x="3066" y="1657"/>
                    </a:cubicBezTo>
                    <a:cubicBezTo>
                      <a:pt x="3125" y="1546"/>
                      <a:pt x="3130" y="1396"/>
                      <a:pt x="3047" y="1301"/>
                    </a:cubicBezTo>
                    <a:cubicBezTo>
                      <a:pt x="2980" y="1227"/>
                      <a:pt x="2872" y="1202"/>
                      <a:pt x="2773" y="1187"/>
                    </a:cubicBezTo>
                    <a:cubicBezTo>
                      <a:pt x="2619" y="1163"/>
                      <a:pt x="2464" y="1152"/>
                      <a:pt x="2310" y="1152"/>
                    </a:cubicBezTo>
                    <a:cubicBezTo>
                      <a:pt x="1948" y="1152"/>
                      <a:pt x="1587" y="1216"/>
                      <a:pt x="1244" y="1342"/>
                    </a:cubicBezTo>
                    <a:cubicBezTo>
                      <a:pt x="1661" y="1138"/>
                      <a:pt x="2100" y="915"/>
                      <a:pt x="2342" y="518"/>
                    </a:cubicBezTo>
                    <a:cubicBezTo>
                      <a:pt x="2426" y="379"/>
                      <a:pt x="2472" y="177"/>
                      <a:pt x="2349" y="71"/>
                    </a:cubicBezTo>
                    <a:cubicBezTo>
                      <a:pt x="2291" y="19"/>
                      <a:pt x="2207" y="7"/>
                      <a:pt x="2130" y="2"/>
                    </a:cubicBezTo>
                    <a:cubicBezTo>
                      <a:pt x="2103" y="1"/>
                      <a:pt x="2077" y="0"/>
                      <a:pt x="205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81"/>
              <p:cNvSpPr/>
              <p:nvPr/>
            </p:nvSpPr>
            <p:spPr>
              <a:xfrm>
                <a:off x="13970625" y="1730425"/>
                <a:ext cx="41025" cy="82000"/>
              </a:xfrm>
              <a:custGeom>
                <a:avLst/>
                <a:gdLst/>
                <a:ahLst/>
                <a:cxnLst/>
                <a:rect l="l" t="t" r="r" b="b"/>
                <a:pathLst>
                  <a:path w="1641" h="3280" extrusionOk="0">
                    <a:moveTo>
                      <a:pt x="320" y="1"/>
                    </a:moveTo>
                    <a:cubicBezTo>
                      <a:pt x="304" y="1"/>
                      <a:pt x="287" y="2"/>
                      <a:pt x="271" y="5"/>
                    </a:cubicBezTo>
                    <a:cubicBezTo>
                      <a:pt x="108" y="31"/>
                      <a:pt x="5" y="210"/>
                      <a:pt x="3" y="376"/>
                    </a:cubicBezTo>
                    <a:cubicBezTo>
                      <a:pt x="1" y="542"/>
                      <a:pt x="73" y="698"/>
                      <a:pt x="140" y="850"/>
                    </a:cubicBezTo>
                    <a:cubicBezTo>
                      <a:pt x="494" y="1643"/>
                      <a:pt x="712" y="2408"/>
                      <a:pt x="747" y="3279"/>
                    </a:cubicBezTo>
                    <a:cubicBezTo>
                      <a:pt x="833" y="3273"/>
                      <a:pt x="894" y="3195"/>
                      <a:pt x="942" y="3123"/>
                    </a:cubicBezTo>
                    <a:cubicBezTo>
                      <a:pt x="1103" y="2878"/>
                      <a:pt x="1239" y="2615"/>
                      <a:pt x="1344" y="2340"/>
                    </a:cubicBezTo>
                    <a:cubicBezTo>
                      <a:pt x="1641" y="1571"/>
                      <a:pt x="1317" y="455"/>
                      <a:pt x="539" y="63"/>
                    </a:cubicBezTo>
                    <a:cubicBezTo>
                      <a:pt x="471" y="29"/>
                      <a:pt x="395" y="1"/>
                      <a:pt x="3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81"/>
              <p:cNvSpPr/>
              <p:nvPr/>
            </p:nvSpPr>
            <p:spPr>
              <a:xfrm>
                <a:off x="14122475" y="2758625"/>
                <a:ext cx="650225" cy="121675"/>
              </a:xfrm>
              <a:custGeom>
                <a:avLst/>
                <a:gdLst/>
                <a:ahLst/>
                <a:cxnLst/>
                <a:rect l="l" t="t" r="r" b="b"/>
                <a:pathLst>
                  <a:path w="26009" h="4867" extrusionOk="0">
                    <a:moveTo>
                      <a:pt x="568" y="0"/>
                    </a:moveTo>
                    <a:lnTo>
                      <a:pt x="1" y="2748"/>
                    </a:lnTo>
                    <a:cubicBezTo>
                      <a:pt x="1" y="2748"/>
                      <a:pt x="5016" y="4867"/>
                      <a:pt x="12888" y="4867"/>
                    </a:cubicBezTo>
                    <a:cubicBezTo>
                      <a:pt x="16679" y="4867"/>
                      <a:pt x="21133" y="4375"/>
                      <a:pt x="26008" y="2920"/>
                    </a:cubicBezTo>
                    <a:cubicBezTo>
                      <a:pt x="25841" y="2141"/>
                      <a:pt x="25653" y="1255"/>
                      <a:pt x="25447" y="289"/>
                    </a:cubicBezTo>
                    <a:cubicBezTo>
                      <a:pt x="21838" y="1612"/>
                      <a:pt x="17908" y="2112"/>
                      <a:pt x="13978" y="2112"/>
                    </a:cubicBezTo>
                    <a:cubicBezTo>
                      <a:pt x="12317" y="2112"/>
                      <a:pt x="10657" y="2023"/>
                      <a:pt x="9021" y="1868"/>
                    </a:cubicBezTo>
                    <a:cubicBezTo>
                      <a:pt x="6153" y="1598"/>
                      <a:pt x="3205" y="1100"/>
                      <a:pt x="56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81"/>
              <p:cNvSpPr/>
              <p:nvPr/>
            </p:nvSpPr>
            <p:spPr>
              <a:xfrm>
                <a:off x="14518500" y="2110750"/>
                <a:ext cx="641825" cy="706675"/>
              </a:xfrm>
              <a:custGeom>
                <a:avLst/>
                <a:gdLst/>
                <a:ahLst/>
                <a:cxnLst/>
                <a:rect l="l" t="t" r="r" b="b"/>
                <a:pathLst>
                  <a:path w="25673" h="28267" extrusionOk="0">
                    <a:moveTo>
                      <a:pt x="18036" y="0"/>
                    </a:moveTo>
                    <a:lnTo>
                      <a:pt x="0" y="5245"/>
                    </a:lnTo>
                    <a:lnTo>
                      <a:pt x="3486" y="25379"/>
                    </a:lnTo>
                    <a:cubicBezTo>
                      <a:pt x="3778" y="27069"/>
                      <a:pt x="5245" y="28266"/>
                      <a:pt x="6906" y="28266"/>
                    </a:cubicBezTo>
                    <a:cubicBezTo>
                      <a:pt x="7094" y="28266"/>
                      <a:pt x="7284" y="28251"/>
                      <a:pt x="7475" y="28219"/>
                    </a:cubicBezTo>
                    <a:cubicBezTo>
                      <a:pt x="11583" y="27541"/>
                      <a:pt x="18533" y="26114"/>
                      <a:pt x="23391" y="23644"/>
                    </a:cubicBezTo>
                    <a:cubicBezTo>
                      <a:pt x="24946" y="22853"/>
                      <a:pt x="25673" y="21032"/>
                      <a:pt x="25092" y="19387"/>
                    </a:cubicBezTo>
                    <a:cubicBezTo>
                      <a:pt x="22263" y="11372"/>
                      <a:pt x="18036" y="0"/>
                      <a:pt x="1803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81"/>
              <p:cNvSpPr/>
              <p:nvPr/>
            </p:nvSpPr>
            <p:spPr>
              <a:xfrm>
                <a:off x="14488475" y="1620500"/>
                <a:ext cx="276050" cy="710900"/>
              </a:xfrm>
              <a:custGeom>
                <a:avLst/>
                <a:gdLst/>
                <a:ahLst/>
                <a:cxnLst/>
                <a:rect l="l" t="t" r="r" b="b"/>
                <a:pathLst>
                  <a:path w="11042" h="28436" extrusionOk="0">
                    <a:moveTo>
                      <a:pt x="4075" y="0"/>
                    </a:moveTo>
                    <a:cubicBezTo>
                      <a:pt x="1" y="0"/>
                      <a:pt x="1877" y="6638"/>
                      <a:pt x="2579" y="8813"/>
                    </a:cubicBezTo>
                    <a:cubicBezTo>
                      <a:pt x="4654" y="15247"/>
                      <a:pt x="6717" y="21745"/>
                      <a:pt x="7993" y="28394"/>
                    </a:cubicBezTo>
                    <a:cubicBezTo>
                      <a:pt x="8520" y="28421"/>
                      <a:pt x="9050" y="28436"/>
                      <a:pt x="9578" y="28436"/>
                    </a:cubicBezTo>
                    <a:cubicBezTo>
                      <a:pt x="10067" y="28407"/>
                      <a:pt x="10554" y="28369"/>
                      <a:pt x="11040" y="28321"/>
                    </a:cubicBezTo>
                    <a:cubicBezTo>
                      <a:pt x="11041" y="25677"/>
                      <a:pt x="11037" y="22868"/>
                      <a:pt x="11027" y="22458"/>
                    </a:cubicBezTo>
                    <a:cubicBezTo>
                      <a:pt x="10947" y="18758"/>
                      <a:pt x="10541" y="15070"/>
                      <a:pt x="9920" y="11423"/>
                    </a:cubicBezTo>
                    <a:cubicBezTo>
                      <a:pt x="9548" y="9239"/>
                      <a:pt x="8954" y="7095"/>
                      <a:pt x="8222" y="5003"/>
                    </a:cubicBezTo>
                    <a:cubicBezTo>
                      <a:pt x="8135" y="4755"/>
                      <a:pt x="8047" y="4508"/>
                      <a:pt x="7957" y="4262"/>
                    </a:cubicBezTo>
                    <a:cubicBezTo>
                      <a:pt x="7263" y="2375"/>
                      <a:pt x="6797" y="186"/>
                      <a:pt x="4366" y="11"/>
                    </a:cubicBezTo>
                    <a:cubicBezTo>
                      <a:pt x="4266" y="4"/>
                      <a:pt x="4169" y="0"/>
                      <a:pt x="40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81"/>
              <p:cNvSpPr/>
              <p:nvPr/>
            </p:nvSpPr>
            <p:spPr>
              <a:xfrm>
                <a:off x="14488925" y="1612825"/>
                <a:ext cx="181100" cy="708075"/>
              </a:xfrm>
              <a:custGeom>
                <a:avLst/>
                <a:gdLst/>
                <a:ahLst/>
                <a:cxnLst/>
                <a:rect l="l" t="t" r="r" b="b"/>
                <a:pathLst>
                  <a:path w="7244" h="28323" extrusionOk="0">
                    <a:moveTo>
                      <a:pt x="4503" y="1"/>
                    </a:moveTo>
                    <a:cubicBezTo>
                      <a:pt x="3648" y="1"/>
                      <a:pt x="2824" y="446"/>
                      <a:pt x="2168" y="1041"/>
                    </a:cubicBezTo>
                    <a:cubicBezTo>
                      <a:pt x="897" y="2194"/>
                      <a:pt x="271" y="3929"/>
                      <a:pt x="135" y="5641"/>
                    </a:cubicBezTo>
                    <a:cubicBezTo>
                      <a:pt x="1" y="7353"/>
                      <a:pt x="305" y="9066"/>
                      <a:pt x="638" y="10750"/>
                    </a:cubicBezTo>
                    <a:cubicBezTo>
                      <a:pt x="1706" y="16162"/>
                      <a:pt x="3694" y="22590"/>
                      <a:pt x="5166" y="28014"/>
                    </a:cubicBezTo>
                    <a:cubicBezTo>
                      <a:pt x="5244" y="28093"/>
                      <a:pt x="5324" y="28170"/>
                      <a:pt x="5405" y="28244"/>
                    </a:cubicBezTo>
                    <a:cubicBezTo>
                      <a:pt x="5579" y="28297"/>
                      <a:pt x="5759" y="28323"/>
                      <a:pt x="5940" y="28323"/>
                    </a:cubicBezTo>
                    <a:cubicBezTo>
                      <a:pt x="6079" y="28323"/>
                      <a:pt x="6218" y="28307"/>
                      <a:pt x="6355" y="28276"/>
                    </a:cubicBezTo>
                    <a:cubicBezTo>
                      <a:pt x="6760" y="28180"/>
                      <a:pt x="7033" y="28006"/>
                      <a:pt x="7200" y="27768"/>
                    </a:cubicBezTo>
                    <a:cubicBezTo>
                      <a:pt x="7219" y="27647"/>
                      <a:pt x="7235" y="27525"/>
                      <a:pt x="7244" y="27403"/>
                    </a:cubicBezTo>
                    <a:cubicBezTo>
                      <a:pt x="5535" y="22166"/>
                      <a:pt x="3623" y="15438"/>
                      <a:pt x="2806" y="10058"/>
                    </a:cubicBezTo>
                    <a:cubicBezTo>
                      <a:pt x="2488" y="7966"/>
                      <a:pt x="2009" y="5802"/>
                      <a:pt x="2407" y="3686"/>
                    </a:cubicBezTo>
                    <a:cubicBezTo>
                      <a:pt x="2687" y="2202"/>
                      <a:pt x="3333" y="900"/>
                      <a:pt x="4910" y="800"/>
                    </a:cubicBezTo>
                    <a:cubicBezTo>
                      <a:pt x="5050" y="780"/>
                      <a:pt x="5195" y="768"/>
                      <a:pt x="5339" y="768"/>
                    </a:cubicBezTo>
                    <a:cubicBezTo>
                      <a:pt x="5470" y="768"/>
                      <a:pt x="5601" y="778"/>
                      <a:pt x="5728" y="803"/>
                    </a:cubicBezTo>
                    <a:cubicBezTo>
                      <a:pt x="5855" y="828"/>
                      <a:pt x="6203" y="878"/>
                      <a:pt x="6268" y="1010"/>
                    </a:cubicBezTo>
                    <a:cubicBezTo>
                      <a:pt x="6107" y="681"/>
                      <a:pt x="5915" y="421"/>
                      <a:pt x="5587" y="257"/>
                    </a:cubicBezTo>
                    <a:cubicBezTo>
                      <a:pt x="5227" y="79"/>
                      <a:pt x="4862" y="1"/>
                      <a:pt x="45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81"/>
              <p:cNvSpPr/>
              <p:nvPr/>
            </p:nvSpPr>
            <p:spPr>
              <a:xfrm>
                <a:off x="14746225" y="1856400"/>
                <a:ext cx="175275" cy="401475"/>
              </a:xfrm>
              <a:custGeom>
                <a:avLst/>
                <a:gdLst/>
                <a:ahLst/>
                <a:cxnLst/>
                <a:rect l="l" t="t" r="r" b="b"/>
                <a:pathLst>
                  <a:path w="7011" h="16059" extrusionOk="0">
                    <a:moveTo>
                      <a:pt x="540" y="1"/>
                    </a:moveTo>
                    <a:cubicBezTo>
                      <a:pt x="316" y="1"/>
                      <a:pt x="94" y="142"/>
                      <a:pt x="43" y="405"/>
                    </a:cubicBezTo>
                    <a:cubicBezTo>
                      <a:pt x="42" y="412"/>
                      <a:pt x="40" y="419"/>
                      <a:pt x="39" y="426"/>
                    </a:cubicBezTo>
                    <a:cubicBezTo>
                      <a:pt x="1" y="622"/>
                      <a:pt x="74" y="826"/>
                      <a:pt x="239" y="940"/>
                    </a:cubicBezTo>
                    <a:cubicBezTo>
                      <a:pt x="619" y="1205"/>
                      <a:pt x="811" y="1683"/>
                      <a:pt x="456" y="2173"/>
                    </a:cubicBezTo>
                    <a:cubicBezTo>
                      <a:pt x="430" y="2210"/>
                      <a:pt x="402" y="2246"/>
                      <a:pt x="373" y="2282"/>
                    </a:cubicBezTo>
                    <a:cubicBezTo>
                      <a:pt x="265" y="2422"/>
                      <a:pt x="240" y="2609"/>
                      <a:pt x="306" y="2773"/>
                    </a:cubicBezTo>
                    <a:cubicBezTo>
                      <a:pt x="2366" y="8042"/>
                      <a:pt x="4412" y="14051"/>
                      <a:pt x="4972" y="15714"/>
                    </a:cubicBezTo>
                    <a:cubicBezTo>
                      <a:pt x="5043" y="15924"/>
                      <a:pt x="5241" y="16059"/>
                      <a:pt x="5453" y="16059"/>
                    </a:cubicBezTo>
                    <a:cubicBezTo>
                      <a:pt x="5495" y="16059"/>
                      <a:pt x="5537" y="16054"/>
                      <a:pt x="5580" y="16043"/>
                    </a:cubicBezTo>
                    <a:lnTo>
                      <a:pt x="6570" y="15788"/>
                    </a:lnTo>
                    <a:cubicBezTo>
                      <a:pt x="6847" y="15717"/>
                      <a:pt x="7010" y="15431"/>
                      <a:pt x="6933" y="15157"/>
                    </a:cubicBezTo>
                    <a:cubicBezTo>
                      <a:pt x="5379" y="9763"/>
                      <a:pt x="3059" y="4460"/>
                      <a:pt x="994" y="283"/>
                    </a:cubicBezTo>
                    <a:cubicBezTo>
                      <a:pt x="900" y="91"/>
                      <a:pt x="719" y="1"/>
                      <a:pt x="5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81"/>
              <p:cNvSpPr/>
              <p:nvPr/>
            </p:nvSpPr>
            <p:spPr>
              <a:xfrm>
                <a:off x="14226925" y="1081475"/>
                <a:ext cx="396275" cy="456875"/>
              </a:xfrm>
              <a:custGeom>
                <a:avLst/>
                <a:gdLst/>
                <a:ahLst/>
                <a:cxnLst/>
                <a:rect l="l" t="t" r="r" b="b"/>
                <a:pathLst>
                  <a:path w="15851" h="18275" extrusionOk="0">
                    <a:moveTo>
                      <a:pt x="8369" y="1"/>
                    </a:moveTo>
                    <a:cubicBezTo>
                      <a:pt x="8248" y="1"/>
                      <a:pt x="8126" y="4"/>
                      <a:pt x="8003" y="10"/>
                    </a:cubicBezTo>
                    <a:lnTo>
                      <a:pt x="6927" y="65"/>
                    </a:lnTo>
                    <a:cubicBezTo>
                      <a:pt x="3013" y="264"/>
                      <a:pt x="1" y="3597"/>
                      <a:pt x="199" y="7513"/>
                    </a:cubicBezTo>
                    <a:lnTo>
                      <a:pt x="469" y="12804"/>
                    </a:lnTo>
                    <a:cubicBezTo>
                      <a:pt x="624" y="15883"/>
                      <a:pt x="3170" y="18274"/>
                      <a:pt x="6218" y="18274"/>
                    </a:cubicBezTo>
                    <a:cubicBezTo>
                      <a:pt x="6317" y="18274"/>
                      <a:pt x="6416" y="18272"/>
                      <a:pt x="6515" y="18267"/>
                    </a:cubicBezTo>
                    <a:lnTo>
                      <a:pt x="8924" y="18145"/>
                    </a:lnTo>
                    <a:cubicBezTo>
                      <a:pt x="12838" y="17946"/>
                      <a:pt x="15850" y="14612"/>
                      <a:pt x="15652" y="10698"/>
                    </a:cubicBezTo>
                    <a:lnTo>
                      <a:pt x="15451" y="6739"/>
                    </a:lnTo>
                    <a:cubicBezTo>
                      <a:pt x="15258" y="2946"/>
                      <a:pt x="12123" y="1"/>
                      <a:pt x="83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81"/>
              <p:cNvSpPr/>
              <p:nvPr/>
            </p:nvSpPr>
            <p:spPr>
              <a:xfrm>
                <a:off x="14430200" y="1242400"/>
                <a:ext cx="71100" cy="31750"/>
              </a:xfrm>
              <a:custGeom>
                <a:avLst/>
                <a:gdLst/>
                <a:ahLst/>
                <a:cxnLst/>
                <a:rect l="l" t="t" r="r" b="b"/>
                <a:pathLst>
                  <a:path w="2844" h="1270" extrusionOk="0">
                    <a:moveTo>
                      <a:pt x="823" y="1"/>
                    </a:moveTo>
                    <a:cubicBezTo>
                      <a:pt x="620" y="1"/>
                      <a:pt x="414" y="27"/>
                      <a:pt x="209" y="81"/>
                    </a:cubicBezTo>
                    <a:cubicBezTo>
                      <a:pt x="1" y="137"/>
                      <a:pt x="66" y="440"/>
                      <a:pt x="255" y="440"/>
                    </a:cubicBezTo>
                    <a:cubicBezTo>
                      <a:pt x="272" y="440"/>
                      <a:pt x="289" y="437"/>
                      <a:pt x="307" y="433"/>
                    </a:cubicBezTo>
                    <a:cubicBezTo>
                      <a:pt x="479" y="387"/>
                      <a:pt x="654" y="364"/>
                      <a:pt x="827" y="364"/>
                    </a:cubicBezTo>
                    <a:cubicBezTo>
                      <a:pt x="1454" y="364"/>
                      <a:pt x="2054" y="658"/>
                      <a:pt x="2434" y="1189"/>
                    </a:cubicBezTo>
                    <a:cubicBezTo>
                      <a:pt x="2474" y="1246"/>
                      <a:pt x="2531" y="1269"/>
                      <a:pt x="2586" y="1269"/>
                    </a:cubicBezTo>
                    <a:cubicBezTo>
                      <a:pt x="2717" y="1269"/>
                      <a:pt x="2844" y="1140"/>
                      <a:pt x="2748" y="1006"/>
                    </a:cubicBezTo>
                    <a:cubicBezTo>
                      <a:pt x="2290" y="366"/>
                      <a:pt x="1578" y="1"/>
                      <a:pt x="823" y="1"/>
                    </a:cubicBezTo>
                    <a:close/>
                  </a:path>
                </a:pathLst>
              </a:custGeom>
              <a:solidFill>
                <a:srgbClr val="343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81"/>
              <p:cNvSpPr/>
              <p:nvPr/>
            </p:nvSpPr>
            <p:spPr>
              <a:xfrm>
                <a:off x="14335550" y="1071450"/>
                <a:ext cx="292975" cy="262125"/>
              </a:xfrm>
              <a:custGeom>
                <a:avLst/>
                <a:gdLst/>
                <a:ahLst/>
                <a:cxnLst/>
                <a:rect l="l" t="t" r="r" b="b"/>
                <a:pathLst>
                  <a:path w="11719" h="10485" extrusionOk="0">
                    <a:moveTo>
                      <a:pt x="3119" y="1"/>
                    </a:moveTo>
                    <a:cubicBezTo>
                      <a:pt x="2901" y="1"/>
                      <a:pt x="2683" y="8"/>
                      <a:pt x="2465" y="20"/>
                    </a:cubicBezTo>
                    <a:cubicBezTo>
                      <a:pt x="1584" y="72"/>
                      <a:pt x="808" y="376"/>
                      <a:pt x="88" y="893"/>
                    </a:cubicBezTo>
                    <a:cubicBezTo>
                      <a:pt x="1" y="955"/>
                      <a:pt x="471" y="2587"/>
                      <a:pt x="527" y="2798"/>
                    </a:cubicBezTo>
                    <a:cubicBezTo>
                      <a:pt x="769" y="3701"/>
                      <a:pt x="1063" y="4597"/>
                      <a:pt x="1504" y="5422"/>
                    </a:cubicBezTo>
                    <a:cubicBezTo>
                      <a:pt x="2418" y="7134"/>
                      <a:pt x="3946" y="8482"/>
                      <a:pt x="5696" y="9321"/>
                    </a:cubicBezTo>
                    <a:cubicBezTo>
                      <a:pt x="7389" y="10133"/>
                      <a:pt x="9281" y="10485"/>
                      <a:pt x="11159" y="10485"/>
                    </a:cubicBezTo>
                    <a:cubicBezTo>
                      <a:pt x="11222" y="10485"/>
                      <a:pt x="11286" y="10484"/>
                      <a:pt x="11349" y="10483"/>
                    </a:cubicBezTo>
                    <a:cubicBezTo>
                      <a:pt x="11719" y="9364"/>
                      <a:pt x="11572" y="8147"/>
                      <a:pt x="11399" y="6981"/>
                    </a:cubicBezTo>
                    <a:cubicBezTo>
                      <a:pt x="11298" y="6296"/>
                      <a:pt x="11189" y="5610"/>
                      <a:pt x="10968" y="4955"/>
                    </a:cubicBezTo>
                    <a:cubicBezTo>
                      <a:pt x="10388" y="3230"/>
                      <a:pt x="9042" y="1812"/>
                      <a:pt x="7423" y="982"/>
                    </a:cubicBezTo>
                    <a:cubicBezTo>
                      <a:pt x="6097" y="303"/>
                      <a:pt x="4604" y="1"/>
                      <a:pt x="31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81"/>
              <p:cNvSpPr/>
              <p:nvPr/>
            </p:nvSpPr>
            <p:spPr>
              <a:xfrm>
                <a:off x="14575675" y="1305525"/>
                <a:ext cx="111975" cy="117225"/>
              </a:xfrm>
              <a:custGeom>
                <a:avLst/>
                <a:gdLst/>
                <a:ahLst/>
                <a:cxnLst/>
                <a:rect l="l" t="t" r="r" b="b"/>
                <a:pathLst>
                  <a:path w="4479" h="4689" extrusionOk="0">
                    <a:moveTo>
                      <a:pt x="2975" y="1"/>
                    </a:moveTo>
                    <a:cubicBezTo>
                      <a:pt x="2253" y="1"/>
                      <a:pt x="1405" y="512"/>
                      <a:pt x="817" y="1375"/>
                    </a:cubicBezTo>
                    <a:cubicBezTo>
                      <a:pt x="13" y="2553"/>
                      <a:pt x="0" y="3943"/>
                      <a:pt x="786" y="4478"/>
                    </a:cubicBezTo>
                    <a:cubicBezTo>
                      <a:pt x="996" y="4621"/>
                      <a:pt x="1241" y="4688"/>
                      <a:pt x="1504" y="4688"/>
                    </a:cubicBezTo>
                    <a:cubicBezTo>
                      <a:pt x="2225" y="4688"/>
                      <a:pt x="3074" y="4178"/>
                      <a:pt x="3662" y="3314"/>
                    </a:cubicBezTo>
                    <a:cubicBezTo>
                      <a:pt x="4466" y="2136"/>
                      <a:pt x="4478" y="748"/>
                      <a:pt x="3693" y="212"/>
                    </a:cubicBezTo>
                    <a:cubicBezTo>
                      <a:pt x="3483" y="69"/>
                      <a:pt x="3237" y="1"/>
                      <a:pt x="29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81"/>
              <p:cNvSpPr/>
              <p:nvPr/>
            </p:nvSpPr>
            <p:spPr>
              <a:xfrm>
                <a:off x="14651700" y="2275950"/>
                <a:ext cx="164300" cy="181750"/>
              </a:xfrm>
              <a:custGeom>
                <a:avLst/>
                <a:gdLst/>
                <a:ahLst/>
                <a:cxnLst/>
                <a:rect l="l" t="t" r="r" b="b"/>
                <a:pathLst>
                  <a:path w="6572" h="7270" extrusionOk="0">
                    <a:moveTo>
                      <a:pt x="4274" y="1"/>
                    </a:moveTo>
                    <a:lnTo>
                      <a:pt x="1443" y="1528"/>
                    </a:lnTo>
                    <a:cubicBezTo>
                      <a:pt x="1463" y="2416"/>
                      <a:pt x="1237" y="3292"/>
                      <a:pt x="788" y="4059"/>
                    </a:cubicBezTo>
                    <a:cubicBezTo>
                      <a:pt x="543" y="4475"/>
                      <a:pt x="234" y="4857"/>
                      <a:pt x="55" y="5306"/>
                    </a:cubicBezTo>
                    <a:cubicBezTo>
                      <a:pt x="0" y="5447"/>
                      <a:pt x="8" y="5670"/>
                      <a:pt x="158" y="5677"/>
                    </a:cubicBezTo>
                    <a:cubicBezTo>
                      <a:pt x="160" y="5677"/>
                      <a:pt x="161" y="5677"/>
                      <a:pt x="162" y="5677"/>
                    </a:cubicBezTo>
                    <a:cubicBezTo>
                      <a:pt x="233" y="5677"/>
                      <a:pt x="291" y="5621"/>
                      <a:pt x="339" y="5568"/>
                    </a:cubicBezTo>
                    <a:cubicBezTo>
                      <a:pt x="924" y="4914"/>
                      <a:pt x="1407" y="4176"/>
                      <a:pt x="1773" y="3378"/>
                    </a:cubicBezTo>
                    <a:lnTo>
                      <a:pt x="1773" y="3378"/>
                    </a:lnTo>
                    <a:cubicBezTo>
                      <a:pt x="1645" y="4701"/>
                      <a:pt x="1835" y="6036"/>
                      <a:pt x="2326" y="7270"/>
                    </a:cubicBezTo>
                    <a:cubicBezTo>
                      <a:pt x="2522" y="7170"/>
                      <a:pt x="2556" y="6910"/>
                      <a:pt x="2563" y="6690"/>
                    </a:cubicBezTo>
                    <a:cubicBezTo>
                      <a:pt x="2594" y="5777"/>
                      <a:pt x="2580" y="4863"/>
                      <a:pt x="2522" y="3950"/>
                    </a:cubicBezTo>
                    <a:lnTo>
                      <a:pt x="2522" y="3950"/>
                    </a:lnTo>
                    <a:cubicBezTo>
                      <a:pt x="2755" y="4967"/>
                      <a:pt x="3004" y="6020"/>
                      <a:pt x="3648" y="6841"/>
                    </a:cubicBezTo>
                    <a:cubicBezTo>
                      <a:pt x="3696" y="6903"/>
                      <a:pt x="3764" y="6969"/>
                      <a:pt x="3838" y="6969"/>
                    </a:cubicBezTo>
                    <a:cubicBezTo>
                      <a:pt x="3850" y="6969"/>
                      <a:pt x="3863" y="6967"/>
                      <a:pt x="3875" y="6963"/>
                    </a:cubicBezTo>
                    <a:cubicBezTo>
                      <a:pt x="3967" y="6934"/>
                      <a:pt x="3986" y="6814"/>
                      <a:pt x="3983" y="6717"/>
                    </a:cubicBezTo>
                    <a:cubicBezTo>
                      <a:pt x="3972" y="6298"/>
                      <a:pt x="3866" y="5888"/>
                      <a:pt x="3758" y="5483"/>
                    </a:cubicBezTo>
                    <a:cubicBezTo>
                      <a:pt x="3599" y="4889"/>
                      <a:pt x="3437" y="4297"/>
                      <a:pt x="3269" y="3707"/>
                    </a:cubicBezTo>
                    <a:lnTo>
                      <a:pt x="3269" y="3707"/>
                    </a:lnTo>
                    <a:cubicBezTo>
                      <a:pt x="3563" y="4674"/>
                      <a:pt x="3900" y="5703"/>
                      <a:pt x="4696" y="6326"/>
                    </a:cubicBezTo>
                    <a:cubicBezTo>
                      <a:pt x="4785" y="6397"/>
                      <a:pt x="4913" y="6453"/>
                      <a:pt x="5021" y="6453"/>
                    </a:cubicBezTo>
                    <a:cubicBezTo>
                      <a:pt x="5097" y="6453"/>
                      <a:pt x="5163" y="6426"/>
                      <a:pt x="5200" y="6355"/>
                    </a:cubicBezTo>
                    <a:cubicBezTo>
                      <a:pt x="5241" y="6275"/>
                      <a:pt x="5218" y="6178"/>
                      <a:pt x="5191" y="6092"/>
                    </a:cubicBezTo>
                    <a:cubicBezTo>
                      <a:pt x="4925" y="5215"/>
                      <a:pt x="4521" y="4387"/>
                      <a:pt x="3993" y="3638"/>
                    </a:cubicBezTo>
                    <a:lnTo>
                      <a:pt x="3993" y="3638"/>
                    </a:lnTo>
                    <a:cubicBezTo>
                      <a:pt x="4557" y="4197"/>
                      <a:pt x="5163" y="4712"/>
                      <a:pt x="5805" y="5177"/>
                    </a:cubicBezTo>
                    <a:cubicBezTo>
                      <a:pt x="5915" y="5257"/>
                      <a:pt x="6032" y="5338"/>
                      <a:pt x="6168" y="5358"/>
                    </a:cubicBezTo>
                    <a:cubicBezTo>
                      <a:pt x="6184" y="5361"/>
                      <a:pt x="6200" y="5362"/>
                      <a:pt x="6217" y="5362"/>
                    </a:cubicBezTo>
                    <a:cubicBezTo>
                      <a:pt x="6339" y="5362"/>
                      <a:pt x="6465" y="5300"/>
                      <a:pt x="6503" y="5186"/>
                    </a:cubicBezTo>
                    <a:cubicBezTo>
                      <a:pt x="6571" y="4986"/>
                      <a:pt x="5885" y="4371"/>
                      <a:pt x="5756" y="4241"/>
                    </a:cubicBezTo>
                    <a:cubicBezTo>
                      <a:pt x="5453" y="3937"/>
                      <a:pt x="5092" y="3643"/>
                      <a:pt x="4861" y="3276"/>
                    </a:cubicBezTo>
                    <a:cubicBezTo>
                      <a:pt x="4598" y="2855"/>
                      <a:pt x="4621" y="2249"/>
                      <a:pt x="4572" y="1771"/>
                    </a:cubicBezTo>
                    <a:cubicBezTo>
                      <a:pt x="4509" y="1176"/>
                      <a:pt x="4444" y="577"/>
                      <a:pt x="42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1" name="Google Shape;2201;p81"/>
            <p:cNvGrpSpPr/>
            <p:nvPr/>
          </p:nvGrpSpPr>
          <p:grpSpPr>
            <a:xfrm>
              <a:off x="7665418" y="1228392"/>
              <a:ext cx="682526" cy="804990"/>
              <a:chOff x="9562793" y="2485692"/>
              <a:chExt cx="682526" cy="804990"/>
            </a:xfrm>
          </p:grpSpPr>
          <p:sp>
            <p:nvSpPr>
              <p:cNvPr id="2202" name="Google Shape;2202;p81"/>
              <p:cNvSpPr/>
              <p:nvPr/>
            </p:nvSpPr>
            <p:spPr>
              <a:xfrm>
                <a:off x="9562793" y="2485692"/>
                <a:ext cx="682526" cy="804990"/>
              </a:xfrm>
              <a:custGeom>
                <a:avLst/>
                <a:gdLst/>
                <a:ahLst/>
                <a:cxnLst/>
                <a:rect l="l" t="t" r="r" b="b"/>
                <a:pathLst>
                  <a:path w="31946" h="37678" extrusionOk="0">
                    <a:moveTo>
                      <a:pt x="15973" y="0"/>
                    </a:moveTo>
                    <a:cubicBezTo>
                      <a:pt x="24789" y="0"/>
                      <a:pt x="31945" y="7156"/>
                      <a:pt x="31945" y="15972"/>
                    </a:cubicBezTo>
                    <a:cubicBezTo>
                      <a:pt x="31945" y="24787"/>
                      <a:pt x="24787" y="31943"/>
                      <a:pt x="15973" y="31943"/>
                    </a:cubicBezTo>
                    <a:cubicBezTo>
                      <a:pt x="14348" y="31943"/>
                      <a:pt x="11300" y="31249"/>
                      <a:pt x="11300" y="31249"/>
                    </a:cubicBezTo>
                    <a:lnTo>
                      <a:pt x="4761" y="37677"/>
                    </a:lnTo>
                    <a:lnTo>
                      <a:pt x="5814" y="28292"/>
                    </a:lnTo>
                    <a:cubicBezTo>
                      <a:pt x="5814" y="28292"/>
                      <a:pt x="4756" y="27359"/>
                      <a:pt x="4276" y="26842"/>
                    </a:cubicBezTo>
                    <a:cubicBezTo>
                      <a:pt x="1624" y="23990"/>
                      <a:pt x="0" y="20169"/>
                      <a:pt x="0" y="15971"/>
                    </a:cubicBezTo>
                    <a:cubicBezTo>
                      <a:pt x="0" y="7156"/>
                      <a:pt x="7158" y="0"/>
                      <a:pt x="159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81"/>
              <p:cNvSpPr/>
              <p:nvPr/>
            </p:nvSpPr>
            <p:spPr>
              <a:xfrm>
                <a:off x="9741832" y="2642618"/>
                <a:ext cx="319962" cy="354125"/>
              </a:xfrm>
              <a:custGeom>
                <a:avLst/>
                <a:gdLst/>
                <a:ahLst/>
                <a:cxnLst/>
                <a:rect l="l" t="t" r="r" b="b"/>
                <a:pathLst>
                  <a:path w="14976" h="16575" extrusionOk="0">
                    <a:moveTo>
                      <a:pt x="7667" y="5817"/>
                    </a:moveTo>
                    <a:cubicBezTo>
                      <a:pt x="7667" y="5817"/>
                      <a:pt x="5653" y="2210"/>
                      <a:pt x="2796" y="2925"/>
                    </a:cubicBezTo>
                    <a:cubicBezTo>
                      <a:pt x="1008" y="3373"/>
                      <a:pt x="1" y="5945"/>
                      <a:pt x="1179" y="8860"/>
                    </a:cubicBezTo>
                    <a:cubicBezTo>
                      <a:pt x="2599" y="12372"/>
                      <a:pt x="8486" y="16575"/>
                      <a:pt x="8486" y="16575"/>
                    </a:cubicBezTo>
                    <a:cubicBezTo>
                      <a:pt x="8486" y="16575"/>
                      <a:pt x="13940" y="10627"/>
                      <a:pt x="14483" y="6465"/>
                    </a:cubicBezTo>
                    <a:cubicBezTo>
                      <a:pt x="14975" y="2700"/>
                      <a:pt x="9611" y="0"/>
                      <a:pt x="7667" y="581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105"/>
                                        </p:tgtEl>
                                        <p:attrNameLst>
                                          <p:attrName>style.visibility</p:attrName>
                                        </p:attrNameLst>
                                      </p:cBhvr>
                                      <p:to>
                                        <p:strVal val="visible"/>
                                      </p:to>
                                    </p:set>
                                    <p:anim calcmode="lin" valueType="num">
                                      <p:cBhvr additive="base">
                                        <p:cTn id="7" dur="1000"/>
                                        <p:tgtEl>
                                          <p:spTgt spid="2105"/>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2164"/>
                                        </p:tgtEl>
                                        <p:attrNameLst>
                                          <p:attrName>style.visibility</p:attrName>
                                        </p:attrNameLst>
                                      </p:cBhvr>
                                      <p:to>
                                        <p:strVal val="visible"/>
                                      </p:to>
                                    </p:set>
                                    <p:anim calcmode="lin" valueType="num">
                                      <p:cBhvr additive="base">
                                        <p:cTn id="10" dur="1000"/>
                                        <p:tgtEl>
                                          <p:spTgt spid="2164"/>
                                        </p:tgtEl>
                                        <p:attrNameLst>
                                          <p:attrName>ppt_x</p:attrName>
                                        </p:attrNameLst>
                                      </p:cBhvr>
                                      <p:tavLst>
                                        <p:tav tm="0">
                                          <p:val>
                                            <p:strVal val="#ppt_x-1"/>
                                          </p:val>
                                        </p:tav>
                                        <p:tav tm="100000">
                                          <p:val>
                                            <p:strVal val="#ppt_x"/>
                                          </p:val>
                                        </p:tav>
                                      </p:tavLst>
                                    </p:anim>
                                  </p:childTnLst>
                                </p:cTn>
                              </p:par>
                              <p:par>
                                <p:cTn id="11" presetID="2" presetClass="entr" presetSubtype="8" fill="hold" nodeType="withEffect">
                                  <p:stCondLst>
                                    <p:cond delay="0"/>
                                  </p:stCondLst>
                                  <p:childTnLst>
                                    <p:set>
                                      <p:cBhvr>
                                        <p:cTn id="12" dur="1" fill="hold">
                                          <p:stCondLst>
                                            <p:cond delay="0"/>
                                          </p:stCondLst>
                                        </p:cTn>
                                        <p:tgtEl>
                                          <p:spTgt spid="2166"/>
                                        </p:tgtEl>
                                        <p:attrNameLst>
                                          <p:attrName>style.visibility</p:attrName>
                                        </p:attrNameLst>
                                      </p:cBhvr>
                                      <p:to>
                                        <p:strVal val="visible"/>
                                      </p:to>
                                    </p:set>
                                    <p:anim calcmode="lin" valueType="num">
                                      <p:cBhvr additive="base">
                                        <p:cTn id="13" dur="1000"/>
                                        <p:tgtEl>
                                          <p:spTgt spid="2166"/>
                                        </p:tgtEl>
                                        <p:attrNameLst>
                                          <p:attrName>ppt_x</p:attrName>
                                        </p:attrNameLst>
                                      </p:cBhvr>
                                      <p:tavLst>
                                        <p:tav tm="0">
                                          <p:val>
                                            <p:strVal val="#ppt_x-1"/>
                                          </p:val>
                                        </p:tav>
                                        <p:tav tm="100000">
                                          <p:val>
                                            <p:strVal val="#ppt_x"/>
                                          </p:val>
                                        </p:tav>
                                      </p:tavLst>
                                    </p:anim>
                                  </p:childTnLst>
                                </p:cTn>
                              </p:par>
                              <p:par>
                                <p:cTn id="14" presetID="2" presetClass="entr" presetSubtype="8" fill="hold" nodeType="withEffect">
                                  <p:stCondLst>
                                    <p:cond delay="0"/>
                                  </p:stCondLst>
                                  <p:childTnLst>
                                    <p:set>
                                      <p:cBhvr>
                                        <p:cTn id="15" dur="1" fill="hold">
                                          <p:stCondLst>
                                            <p:cond delay="0"/>
                                          </p:stCondLst>
                                        </p:cTn>
                                        <p:tgtEl>
                                          <p:spTgt spid="2168"/>
                                        </p:tgtEl>
                                        <p:attrNameLst>
                                          <p:attrName>style.visibility</p:attrName>
                                        </p:attrNameLst>
                                      </p:cBhvr>
                                      <p:to>
                                        <p:strVal val="visible"/>
                                      </p:to>
                                    </p:set>
                                    <p:anim calcmode="lin" valueType="num">
                                      <p:cBhvr additive="base">
                                        <p:cTn id="16" dur="1000"/>
                                        <p:tgtEl>
                                          <p:spTgt spid="2168"/>
                                        </p:tgtEl>
                                        <p:attrNameLst>
                                          <p:attrName>ppt_x</p:attrName>
                                        </p:attrNameLst>
                                      </p:cBhvr>
                                      <p:tavLst>
                                        <p:tav tm="0">
                                          <p:val>
                                            <p:strVal val="#ppt_x-1"/>
                                          </p:val>
                                        </p:tav>
                                        <p:tav tm="100000">
                                          <p:val>
                                            <p:strVal val="#ppt_x"/>
                                          </p:val>
                                        </p:tav>
                                      </p:tavLst>
                                    </p:anim>
                                  </p:childTnLst>
                                </p:cTn>
                              </p:par>
                              <p:par>
                                <p:cTn id="17" presetID="2" presetClass="entr" presetSubtype="2" fill="hold" nodeType="withEffect">
                                  <p:stCondLst>
                                    <p:cond delay="0"/>
                                  </p:stCondLst>
                                  <p:childTnLst>
                                    <p:set>
                                      <p:cBhvr>
                                        <p:cTn id="18" dur="1" fill="hold">
                                          <p:stCondLst>
                                            <p:cond delay="0"/>
                                          </p:stCondLst>
                                        </p:cTn>
                                        <p:tgtEl>
                                          <p:spTgt spid="2165"/>
                                        </p:tgtEl>
                                        <p:attrNameLst>
                                          <p:attrName>style.visibility</p:attrName>
                                        </p:attrNameLst>
                                      </p:cBhvr>
                                      <p:to>
                                        <p:strVal val="visible"/>
                                      </p:to>
                                    </p:set>
                                    <p:anim calcmode="lin" valueType="num">
                                      <p:cBhvr additive="base">
                                        <p:cTn id="19" dur="1000"/>
                                        <p:tgtEl>
                                          <p:spTgt spid="2165"/>
                                        </p:tgtEl>
                                        <p:attrNameLst>
                                          <p:attrName>ppt_x</p:attrName>
                                        </p:attrNameLst>
                                      </p:cBhvr>
                                      <p:tavLst>
                                        <p:tav tm="0">
                                          <p:val>
                                            <p:strVal val="#ppt_x+1"/>
                                          </p:val>
                                        </p:tav>
                                        <p:tav tm="100000">
                                          <p:val>
                                            <p:strVal val="#ppt_x"/>
                                          </p:val>
                                        </p:tav>
                                      </p:tavLst>
                                    </p:anim>
                                  </p:childTnLst>
                                </p:cTn>
                              </p:par>
                              <p:par>
                                <p:cTn id="20" presetID="2" presetClass="entr" presetSubtype="2" fill="hold" nodeType="withEffect">
                                  <p:stCondLst>
                                    <p:cond delay="0"/>
                                  </p:stCondLst>
                                  <p:childTnLst>
                                    <p:set>
                                      <p:cBhvr>
                                        <p:cTn id="21" dur="1" fill="hold">
                                          <p:stCondLst>
                                            <p:cond delay="0"/>
                                          </p:stCondLst>
                                        </p:cTn>
                                        <p:tgtEl>
                                          <p:spTgt spid="2167"/>
                                        </p:tgtEl>
                                        <p:attrNameLst>
                                          <p:attrName>style.visibility</p:attrName>
                                        </p:attrNameLst>
                                      </p:cBhvr>
                                      <p:to>
                                        <p:strVal val="visible"/>
                                      </p:to>
                                    </p:set>
                                    <p:anim calcmode="lin" valueType="num">
                                      <p:cBhvr additive="base">
                                        <p:cTn id="22" dur="1000"/>
                                        <p:tgtEl>
                                          <p:spTgt spid="2167"/>
                                        </p:tgtEl>
                                        <p:attrNameLst>
                                          <p:attrName>ppt_x</p:attrName>
                                        </p:attrNameLst>
                                      </p:cBhvr>
                                      <p:tavLst>
                                        <p:tav tm="0">
                                          <p:val>
                                            <p:strVal val="#ppt_x+1"/>
                                          </p:val>
                                        </p:tav>
                                        <p:tav tm="100000">
                                          <p:val>
                                            <p:strVal val="#ppt_x"/>
                                          </p:val>
                                        </p:tav>
                                      </p:tavLst>
                                    </p:anim>
                                  </p:childTnLst>
                                </p:cTn>
                              </p:par>
                              <p:par>
                                <p:cTn id="23" presetID="2" presetClass="entr" presetSubtype="2" fill="hold" nodeType="withEffect">
                                  <p:stCondLst>
                                    <p:cond delay="0"/>
                                  </p:stCondLst>
                                  <p:childTnLst>
                                    <p:set>
                                      <p:cBhvr>
                                        <p:cTn id="24" dur="1" fill="hold">
                                          <p:stCondLst>
                                            <p:cond delay="0"/>
                                          </p:stCondLst>
                                        </p:cTn>
                                        <p:tgtEl>
                                          <p:spTgt spid="2169"/>
                                        </p:tgtEl>
                                        <p:attrNameLst>
                                          <p:attrName>style.visibility</p:attrName>
                                        </p:attrNameLst>
                                      </p:cBhvr>
                                      <p:to>
                                        <p:strVal val="visible"/>
                                      </p:to>
                                    </p:set>
                                    <p:anim calcmode="lin" valueType="num">
                                      <p:cBhvr additive="base">
                                        <p:cTn id="25" dur="1000"/>
                                        <p:tgtEl>
                                          <p:spTgt spid="2169"/>
                                        </p:tgtEl>
                                        <p:attrNameLst>
                                          <p:attrName>ppt_x</p:attrName>
                                        </p:attrNameLst>
                                      </p:cBhvr>
                                      <p:tavLst>
                                        <p:tav tm="0">
                                          <p:val>
                                            <p:strVal val="#ppt_x+1"/>
                                          </p:val>
                                        </p:tav>
                                        <p:tav tm="100000">
                                          <p:val>
                                            <p:strVal val="#ppt_x"/>
                                          </p:val>
                                        </p:tav>
                                      </p:tavLst>
                                    </p:anim>
                                  </p:childTnLst>
                                </p:cTn>
                              </p:par>
                              <p:par>
                                <p:cTn id="26" presetID="2" presetClass="entr" presetSubtype="2" fill="hold" nodeType="withEffect">
                                  <p:stCondLst>
                                    <p:cond delay="0"/>
                                  </p:stCondLst>
                                  <p:childTnLst>
                                    <p:set>
                                      <p:cBhvr>
                                        <p:cTn id="27" dur="1" fill="hold">
                                          <p:stCondLst>
                                            <p:cond delay="0"/>
                                          </p:stCondLst>
                                        </p:cTn>
                                        <p:tgtEl>
                                          <p:spTgt spid="2170"/>
                                        </p:tgtEl>
                                        <p:attrNameLst>
                                          <p:attrName>style.visibility</p:attrName>
                                        </p:attrNameLst>
                                      </p:cBhvr>
                                      <p:to>
                                        <p:strVal val="visible"/>
                                      </p:to>
                                    </p:set>
                                    <p:anim calcmode="lin" valueType="num">
                                      <p:cBhvr additive="base">
                                        <p:cTn id="28" dur="1000"/>
                                        <p:tgtEl>
                                          <p:spTgt spid="217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207"/>
        <p:cNvGrpSpPr/>
        <p:nvPr/>
      </p:nvGrpSpPr>
      <p:grpSpPr>
        <a:xfrm>
          <a:off x="0" y="0"/>
          <a:ext cx="0" cy="0"/>
          <a:chOff x="0" y="0"/>
          <a:chExt cx="0" cy="0"/>
        </a:xfrm>
      </p:grpSpPr>
      <p:sp>
        <p:nvSpPr>
          <p:cNvPr id="2208" name="Google Shape;2208;p8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Reviews</a:t>
            </a:r>
            <a:endParaRPr/>
          </a:p>
        </p:txBody>
      </p:sp>
      <p:sp>
        <p:nvSpPr>
          <p:cNvPr id="2209" name="Google Shape;2209;p82"/>
          <p:cNvSpPr/>
          <p:nvPr/>
        </p:nvSpPr>
        <p:spPr>
          <a:xfrm>
            <a:off x="2827462" y="1308150"/>
            <a:ext cx="1733100" cy="1073100"/>
          </a:xfrm>
          <a:prstGeom prst="roundRect">
            <a:avLst>
              <a:gd name="adj"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a:ea typeface="Roboto"/>
                <a:cs typeface="Roboto"/>
                <a:sym typeface="Roboto"/>
              </a:rPr>
              <a:t>“Mercury is the closest planet to the Sun”</a:t>
            </a:r>
            <a:endParaRPr>
              <a:solidFill>
                <a:schemeClr val="lt1"/>
              </a:solidFill>
              <a:latin typeface="Roboto"/>
              <a:ea typeface="Roboto"/>
              <a:cs typeface="Roboto"/>
              <a:sym typeface="Roboto"/>
            </a:endParaRPr>
          </a:p>
        </p:txBody>
      </p:sp>
      <p:sp>
        <p:nvSpPr>
          <p:cNvPr id="2210" name="Google Shape;2210;p82"/>
          <p:cNvSpPr/>
          <p:nvPr/>
        </p:nvSpPr>
        <p:spPr>
          <a:xfrm rot="-5400000">
            <a:off x="2481863" y="1659300"/>
            <a:ext cx="486600" cy="370800"/>
          </a:xfrm>
          <a:prstGeom prst="triangle">
            <a:avLst>
              <a:gd name="adj" fmla="val 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82"/>
          <p:cNvSpPr/>
          <p:nvPr/>
        </p:nvSpPr>
        <p:spPr>
          <a:xfrm>
            <a:off x="6093806" y="1596951"/>
            <a:ext cx="2342400" cy="2826632"/>
          </a:xfrm>
          <a:custGeom>
            <a:avLst/>
            <a:gdLst/>
            <a:ahLst/>
            <a:cxnLst/>
            <a:rect l="l" t="t" r="r" b="b"/>
            <a:pathLst>
              <a:path w="67631" h="81612" extrusionOk="0">
                <a:moveTo>
                  <a:pt x="22599" y="1"/>
                </a:moveTo>
                <a:cubicBezTo>
                  <a:pt x="19235" y="1"/>
                  <a:pt x="15879" y="1111"/>
                  <a:pt x="13253" y="3368"/>
                </a:cubicBezTo>
                <a:cubicBezTo>
                  <a:pt x="7629" y="8140"/>
                  <a:pt x="6079" y="17563"/>
                  <a:pt x="9848" y="24098"/>
                </a:cubicBezTo>
                <a:cubicBezTo>
                  <a:pt x="11429" y="26925"/>
                  <a:pt x="13891" y="29265"/>
                  <a:pt x="14772" y="32427"/>
                </a:cubicBezTo>
                <a:cubicBezTo>
                  <a:pt x="15988" y="36804"/>
                  <a:pt x="13800" y="41484"/>
                  <a:pt x="11003" y="44919"/>
                </a:cubicBezTo>
                <a:cubicBezTo>
                  <a:pt x="8237" y="48384"/>
                  <a:pt x="4742" y="51302"/>
                  <a:pt x="2645" y="55314"/>
                </a:cubicBezTo>
                <a:cubicBezTo>
                  <a:pt x="486" y="59357"/>
                  <a:pt x="0" y="64372"/>
                  <a:pt x="1246" y="68840"/>
                </a:cubicBezTo>
                <a:cubicBezTo>
                  <a:pt x="2523" y="73309"/>
                  <a:pt x="5563" y="77138"/>
                  <a:pt x="9453" y="79327"/>
                </a:cubicBezTo>
                <a:cubicBezTo>
                  <a:pt x="12519" y="80968"/>
                  <a:pt x="16106" y="81612"/>
                  <a:pt x="19867" y="81612"/>
                </a:cubicBezTo>
                <a:cubicBezTo>
                  <a:pt x="26697" y="81612"/>
                  <a:pt x="34101" y="79488"/>
                  <a:pt x="40001" y="77351"/>
                </a:cubicBezTo>
                <a:cubicBezTo>
                  <a:pt x="42202" y="78173"/>
                  <a:pt x="44538" y="78584"/>
                  <a:pt x="46875" y="78584"/>
                </a:cubicBezTo>
                <a:cubicBezTo>
                  <a:pt x="49378" y="78584"/>
                  <a:pt x="51884" y="78112"/>
                  <a:pt x="54226" y="77169"/>
                </a:cubicBezTo>
                <a:cubicBezTo>
                  <a:pt x="58725" y="75284"/>
                  <a:pt x="62585" y="71728"/>
                  <a:pt x="64895" y="67199"/>
                </a:cubicBezTo>
                <a:cubicBezTo>
                  <a:pt x="66810" y="63491"/>
                  <a:pt x="67631" y="58931"/>
                  <a:pt x="66111" y="55010"/>
                </a:cubicBezTo>
                <a:cubicBezTo>
                  <a:pt x="64135" y="49843"/>
                  <a:pt x="58512" y="46682"/>
                  <a:pt x="57418" y="41211"/>
                </a:cubicBezTo>
                <a:cubicBezTo>
                  <a:pt x="56688" y="37746"/>
                  <a:pt x="58026" y="34189"/>
                  <a:pt x="59697" y="31089"/>
                </a:cubicBezTo>
                <a:cubicBezTo>
                  <a:pt x="61339" y="28019"/>
                  <a:pt x="63345" y="25101"/>
                  <a:pt x="64226" y="21667"/>
                </a:cubicBezTo>
                <a:cubicBezTo>
                  <a:pt x="65077" y="18262"/>
                  <a:pt x="64469" y="14068"/>
                  <a:pt x="61734" y="12062"/>
                </a:cubicBezTo>
                <a:cubicBezTo>
                  <a:pt x="60337" y="11019"/>
                  <a:pt x="58644" y="10717"/>
                  <a:pt x="56905" y="10717"/>
                </a:cubicBezTo>
                <a:cubicBezTo>
                  <a:pt x="55806" y="10717"/>
                  <a:pt x="54690" y="10838"/>
                  <a:pt x="53618" y="10967"/>
                </a:cubicBezTo>
                <a:cubicBezTo>
                  <a:pt x="49848" y="11422"/>
                  <a:pt x="47701" y="13170"/>
                  <a:pt x="44320" y="13170"/>
                </a:cubicBezTo>
                <a:cubicBezTo>
                  <a:pt x="43858" y="13170"/>
                  <a:pt x="43373" y="13138"/>
                  <a:pt x="42858" y="13065"/>
                </a:cubicBezTo>
                <a:cubicBezTo>
                  <a:pt x="38542" y="12457"/>
                  <a:pt x="36201" y="7472"/>
                  <a:pt x="33071" y="4280"/>
                </a:cubicBezTo>
                <a:cubicBezTo>
                  <a:pt x="30285" y="1446"/>
                  <a:pt x="26437" y="1"/>
                  <a:pt x="2259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2" name="Google Shape;2212;p82"/>
          <p:cNvGrpSpPr/>
          <p:nvPr/>
        </p:nvGrpSpPr>
        <p:grpSpPr>
          <a:xfrm>
            <a:off x="6129584" y="1893149"/>
            <a:ext cx="2426632" cy="2706067"/>
            <a:chOff x="6129584" y="1893149"/>
            <a:chExt cx="2426632" cy="2706067"/>
          </a:xfrm>
        </p:grpSpPr>
        <p:sp>
          <p:nvSpPr>
            <p:cNvPr id="2213" name="Google Shape;2213;p82"/>
            <p:cNvSpPr/>
            <p:nvPr/>
          </p:nvSpPr>
          <p:spPr>
            <a:xfrm>
              <a:off x="6129584" y="4423375"/>
              <a:ext cx="2426632" cy="110590"/>
            </a:xfrm>
            <a:custGeom>
              <a:avLst/>
              <a:gdLst/>
              <a:ahLst/>
              <a:cxnLst/>
              <a:rect l="l" t="t" r="r" b="b"/>
              <a:pathLst>
                <a:path w="70063" h="3193" extrusionOk="0">
                  <a:moveTo>
                    <a:pt x="1" y="1"/>
                  </a:moveTo>
                  <a:lnTo>
                    <a:pt x="1" y="3192"/>
                  </a:lnTo>
                  <a:lnTo>
                    <a:pt x="70063" y="3192"/>
                  </a:lnTo>
                  <a:lnTo>
                    <a:pt x="7006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82"/>
            <p:cNvSpPr/>
            <p:nvPr/>
          </p:nvSpPr>
          <p:spPr>
            <a:xfrm>
              <a:off x="6129584" y="4533930"/>
              <a:ext cx="2426632" cy="65287"/>
            </a:xfrm>
            <a:custGeom>
              <a:avLst/>
              <a:gdLst/>
              <a:ahLst/>
              <a:cxnLst/>
              <a:rect l="l" t="t" r="r" b="b"/>
              <a:pathLst>
                <a:path w="70063" h="1885" extrusionOk="0">
                  <a:moveTo>
                    <a:pt x="1" y="0"/>
                  </a:moveTo>
                  <a:lnTo>
                    <a:pt x="1" y="1885"/>
                  </a:lnTo>
                  <a:lnTo>
                    <a:pt x="70063" y="1885"/>
                  </a:lnTo>
                  <a:lnTo>
                    <a:pt x="7006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82"/>
            <p:cNvSpPr/>
            <p:nvPr/>
          </p:nvSpPr>
          <p:spPr>
            <a:xfrm>
              <a:off x="6829661" y="1893149"/>
              <a:ext cx="1004380" cy="1205021"/>
            </a:xfrm>
            <a:custGeom>
              <a:avLst/>
              <a:gdLst/>
              <a:ahLst/>
              <a:cxnLst/>
              <a:rect l="l" t="t" r="r" b="b"/>
              <a:pathLst>
                <a:path w="28999" h="34792" extrusionOk="0">
                  <a:moveTo>
                    <a:pt x="17529" y="0"/>
                  </a:moveTo>
                  <a:cubicBezTo>
                    <a:pt x="14525" y="0"/>
                    <a:pt x="10925" y="1114"/>
                    <a:pt x="8664" y="2142"/>
                  </a:cubicBezTo>
                  <a:cubicBezTo>
                    <a:pt x="5502" y="3601"/>
                    <a:pt x="2736" y="6184"/>
                    <a:pt x="1733" y="9497"/>
                  </a:cubicBezTo>
                  <a:cubicBezTo>
                    <a:pt x="761" y="12871"/>
                    <a:pt x="2341" y="15759"/>
                    <a:pt x="2098" y="19011"/>
                  </a:cubicBezTo>
                  <a:cubicBezTo>
                    <a:pt x="1855" y="21808"/>
                    <a:pt x="1" y="24270"/>
                    <a:pt x="31" y="27188"/>
                  </a:cubicBezTo>
                  <a:cubicBezTo>
                    <a:pt x="122" y="31382"/>
                    <a:pt x="4439" y="34483"/>
                    <a:pt x="8360" y="34635"/>
                  </a:cubicBezTo>
                  <a:cubicBezTo>
                    <a:pt x="10189" y="34689"/>
                    <a:pt x="12231" y="34791"/>
                    <a:pt x="14279" y="34791"/>
                  </a:cubicBezTo>
                  <a:cubicBezTo>
                    <a:pt x="16823" y="34791"/>
                    <a:pt x="19379" y="34633"/>
                    <a:pt x="21551" y="34027"/>
                  </a:cubicBezTo>
                  <a:cubicBezTo>
                    <a:pt x="25412" y="32963"/>
                    <a:pt x="28998" y="29528"/>
                    <a:pt x="28785" y="25516"/>
                  </a:cubicBezTo>
                  <a:cubicBezTo>
                    <a:pt x="28634" y="22051"/>
                    <a:pt x="25898" y="19163"/>
                    <a:pt x="25503" y="15759"/>
                  </a:cubicBezTo>
                  <a:cubicBezTo>
                    <a:pt x="25199" y="13175"/>
                    <a:pt x="26202" y="10622"/>
                    <a:pt x="26019" y="8038"/>
                  </a:cubicBezTo>
                  <a:cubicBezTo>
                    <a:pt x="25807" y="4786"/>
                    <a:pt x="23314" y="1503"/>
                    <a:pt x="20244" y="409"/>
                  </a:cubicBezTo>
                  <a:cubicBezTo>
                    <a:pt x="19451" y="122"/>
                    <a:pt x="18523" y="0"/>
                    <a:pt x="175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82"/>
            <p:cNvSpPr/>
            <p:nvPr/>
          </p:nvSpPr>
          <p:spPr>
            <a:xfrm>
              <a:off x="6514898" y="3056920"/>
              <a:ext cx="558004" cy="1366489"/>
            </a:xfrm>
            <a:custGeom>
              <a:avLst/>
              <a:gdLst/>
              <a:ahLst/>
              <a:cxnLst/>
              <a:rect l="l" t="t" r="r" b="b"/>
              <a:pathLst>
                <a:path w="16111" h="39454" extrusionOk="0">
                  <a:moveTo>
                    <a:pt x="14590" y="0"/>
                  </a:moveTo>
                  <a:cubicBezTo>
                    <a:pt x="11186" y="1003"/>
                    <a:pt x="8450" y="3587"/>
                    <a:pt x="7265" y="6930"/>
                  </a:cubicBezTo>
                  <a:lnTo>
                    <a:pt x="1429" y="23374"/>
                  </a:lnTo>
                  <a:cubicBezTo>
                    <a:pt x="183" y="26900"/>
                    <a:pt x="0" y="30791"/>
                    <a:pt x="943" y="34438"/>
                  </a:cubicBezTo>
                  <a:lnTo>
                    <a:pt x="2250" y="39454"/>
                  </a:lnTo>
                  <a:lnTo>
                    <a:pt x="12068" y="39454"/>
                  </a:lnTo>
                  <a:lnTo>
                    <a:pt x="8207" y="28329"/>
                  </a:lnTo>
                  <a:lnTo>
                    <a:pt x="16110" y="1793"/>
                  </a:lnTo>
                  <a:lnTo>
                    <a:pt x="145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82"/>
            <p:cNvSpPr/>
            <p:nvPr/>
          </p:nvSpPr>
          <p:spPr>
            <a:xfrm>
              <a:off x="6641212" y="3056920"/>
              <a:ext cx="431691" cy="566386"/>
            </a:xfrm>
            <a:custGeom>
              <a:avLst/>
              <a:gdLst/>
              <a:ahLst/>
              <a:cxnLst/>
              <a:rect l="l" t="t" r="r" b="b"/>
              <a:pathLst>
                <a:path w="12464" h="16353" extrusionOk="0">
                  <a:moveTo>
                    <a:pt x="10943" y="0"/>
                  </a:moveTo>
                  <a:lnTo>
                    <a:pt x="10457" y="152"/>
                  </a:lnTo>
                  <a:cubicBezTo>
                    <a:pt x="7296" y="1064"/>
                    <a:pt x="4743" y="3344"/>
                    <a:pt x="3436" y="6322"/>
                  </a:cubicBezTo>
                  <a:lnTo>
                    <a:pt x="1" y="14104"/>
                  </a:lnTo>
                  <a:lnTo>
                    <a:pt x="8117" y="16353"/>
                  </a:lnTo>
                  <a:lnTo>
                    <a:pt x="12463" y="1793"/>
                  </a:lnTo>
                  <a:lnTo>
                    <a:pt x="1094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82"/>
            <p:cNvSpPr/>
            <p:nvPr/>
          </p:nvSpPr>
          <p:spPr>
            <a:xfrm>
              <a:off x="6739125" y="3656971"/>
              <a:ext cx="149519" cy="381124"/>
            </a:xfrm>
            <a:custGeom>
              <a:avLst/>
              <a:gdLst/>
              <a:ahLst/>
              <a:cxnLst/>
              <a:rect l="l" t="t" r="r" b="b"/>
              <a:pathLst>
                <a:path w="4317" h="11004" extrusionOk="0">
                  <a:moveTo>
                    <a:pt x="700" y="1"/>
                  </a:moveTo>
                  <a:lnTo>
                    <a:pt x="700" y="1"/>
                  </a:lnTo>
                  <a:cubicBezTo>
                    <a:pt x="1" y="2280"/>
                    <a:pt x="214" y="5016"/>
                    <a:pt x="1399" y="7083"/>
                  </a:cubicBezTo>
                  <a:lnTo>
                    <a:pt x="1764" y="11004"/>
                  </a:lnTo>
                  <a:lnTo>
                    <a:pt x="4317" y="2402"/>
                  </a:lnTo>
                  <a:lnTo>
                    <a:pt x="70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82"/>
            <p:cNvSpPr/>
            <p:nvPr/>
          </p:nvSpPr>
          <p:spPr>
            <a:xfrm>
              <a:off x="6772825" y="3254824"/>
              <a:ext cx="261113" cy="367443"/>
            </a:xfrm>
            <a:custGeom>
              <a:avLst/>
              <a:gdLst/>
              <a:ahLst/>
              <a:cxnLst/>
              <a:rect l="l" t="t" r="r" b="b"/>
              <a:pathLst>
                <a:path w="7539" h="10609" extrusionOk="0">
                  <a:moveTo>
                    <a:pt x="7539" y="0"/>
                  </a:moveTo>
                  <a:lnTo>
                    <a:pt x="6779" y="183"/>
                  </a:lnTo>
                  <a:cubicBezTo>
                    <a:pt x="4621" y="791"/>
                    <a:pt x="2918" y="2371"/>
                    <a:pt x="2280" y="4529"/>
                  </a:cubicBezTo>
                  <a:lnTo>
                    <a:pt x="2098" y="5077"/>
                  </a:lnTo>
                  <a:cubicBezTo>
                    <a:pt x="1855" y="5806"/>
                    <a:pt x="1551" y="6505"/>
                    <a:pt x="1216" y="7174"/>
                  </a:cubicBezTo>
                  <a:lnTo>
                    <a:pt x="0" y="9423"/>
                  </a:lnTo>
                  <a:lnTo>
                    <a:pt x="4317" y="10609"/>
                  </a:lnTo>
                  <a:lnTo>
                    <a:pt x="75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82"/>
            <p:cNvSpPr/>
            <p:nvPr/>
          </p:nvSpPr>
          <p:spPr>
            <a:xfrm>
              <a:off x="7019149" y="2777935"/>
              <a:ext cx="751718" cy="487903"/>
            </a:xfrm>
            <a:custGeom>
              <a:avLst/>
              <a:gdLst/>
              <a:ahLst/>
              <a:cxnLst/>
              <a:rect l="l" t="t" r="r" b="b"/>
              <a:pathLst>
                <a:path w="21704" h="14087" extrusionOk="0">
                  <a:moveTo>
                    <a:pt x="13375" y="0"/>
                  </a:moveTo>
                  <a:lnTo>
                    <a:pt x="6597" y="1064"/>
                  </a:lnTo>
                  <a:lnTo>
                    <a:pt x="6870" y="6231"/>
                  </a:lnTo>
                  <a:lnTo>
                    <a:pt x="1" y="8116"/>
                  </a:lnTo>
                  <a:cubicBezTo>
                    <a:pt x="1186" y="11064"/>
                    <a:pt x="4317" y="13222"/>
                    <a:pt x="7478" y="13891"/>
                  </a:cubicBezTo>
                  <a:cubicBezTo>
                    <a:pt x="8167" y="14023"/>
                    <a:pt x="8865" y="14087"/>
                    <a:pt x="9564" y="14087"/>
                  </a:cubicBezTo>
                  <a:cubicBezTo>
                    <a:pt x="12077" y="14087"/>
                    <a:pt x="14602" y="13271"/>
                    <a:pt x="16719" y="11915"/>
                  </a:cubicBezTo>
                  <a:cubicBezTo>
                    <a:pt x="18694" y="10639"/>
                    <a:pt x="20336" y="8967"/>
                    <a:pt x="21704" y="7082"/>
                  </a:cubicBezTo>
                  <a:cubicBezTo>
                    <a:pt x="17479" y="6505"/>
                    <a:pt x="13679" y="6019"/>
                    <a:pt x="13679" y="6019"/>
                  </a:cubicBezTo>
                  <a:lnTo>
                    <a:pt x="1337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82"/>
            <p:cNvSpPr/>
            <p:nvPr/>
          </p:nvSpPr>
          <p:spPr>
            <a:xfrm>
              <a:off x="6783354" y="3023220"/>
              <a:ext cx="1195947" cy="1400189"/>
            </a:xfrm>
            <a:custGeom>
              <a:avLst/>
              <a:gdLst/>
              <a:ahLst/>
              <a:cxnLst/>
              <a:rect l="l" t="t" r="r" b="b"/>
              <a:pathLst>
                <a:path w="34530" h="40427" extrusionOk="0">
                  <a:moveTo>
                    <a:pt x="28512" y="0"/>
                  </a:moveTo>
                  <a:cubicBezTo>
                    <a:pt x="27144" y="1885"/>
                    <a:pt x="25502" y="3557"/>
                    <a:pt x="23527" y="4833"/>
                  </a:cubicBezTo>
                  <a:cubicBezTo>
                    <a:pt x="21405" y="6177"/>
                    <a:pt x="18919" y="6990"/>
                    <a:pt x="16435" y="6990"/>
                  </a:cubicBezTo>
                  <a:cubicBezTo>
                    <a:pt x="15715" y="6990"/>
                    <a:pt x="14996" y="6922"/>
                    <a:pt x="14286" y="6779"/>
                  </a:cubicBezTo>
                  <a:cubicBezTo>
                    <a:pt x="11125" y="6201"/>
                    <a:pt x="7964" y="4013"/>
                    <a:pt x="6809" y="973"/>
                  </a:cubicBezTo>
                  <a:cubicBezTo>
                    <a:pt x="5654" y="6475"/>
                    <a:pt x="3709" y="12068"/>
                    <a:pt x="1186" y="17174"/>
                  </a:cubicBezTo>
                  <a:cubicBezTo>
                    <a:pt x="0" y="19514"/>
                    <a:pt x="304" y="22341"/>
                    <a:pt x="2006" y="24317"/>
                  </a:cubicBezTo>
                  <a:cubicBezTo>
                    <a:pt x="2402" y="24773"/>
                    <a:pt x="2797" y="25229"/>
                    <a:pt x="3222" y="25654"/>
                  </a:cubicBezTo>
                  <a:cubicBezTo>
                    <a:pt x="5502" y="31278"/>
                    <a:pt x="6566" y="35320"/>
                    <a:pt x="4317" y="40427"/>
                  </a:cubicBezTo>
                  <a:lnTo>
                    <a:pt x="32189" y="40427"/>
                  </a:lnTo>
                  <a:cubicBezTo>
                    <a:pt x="27721" y="33496"/>
                    <a:pt x="30913" y="27995"/>
                    <a:pt x="32706" y="23375"/>
                  </a:cubicBezTo>
                  <a:cubicBezTo>
                    <a:pt x="34530" y="18724"/>
                    <a:pt x="34226" y="760"/>
                    <a:pt x="29575" y="152"/>
                  </a:cubicBezTo>
                  <a:cubicBezTo>
                    <a:pt x="29211" y="122"/>
                    <a:pt x="28846" y="31"/>
                    <a:pt x="285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82"/>
            <p:cNvSpPr/>
            <p:nvPr/>
          </p:nvSpPr>
          <p:spPr>
            <a:xfrm>
              <a:off x="7020223" y="3009539"/>
              <a:ext cx="751683" cy="256299"/>
            </a:xfrm>
            <a:custGeom>
              <a:avLst/>
              <a:gdLst/>
              <a:ahLst/>
              <a:cxnLst/>
              <a:rect l="l" t="t" r="r" b="b"/>
              <a:pathLst>
                <a:path w="21703" h="7400" extrusionOk="0">
                  <a:moveTo>
                    <a:pt x="18937" y="0"/>
                  </a:moveTo>
                  <a:cubicBezTo>
                    <a:pt x="18086" y="1003"/>
                    <a:pt x="17174" y="1915"/>
                    <a:pt x="16141" y="2706"/>
                  </a:cubicBezTo>
                  <a:cubicBezTo>
                    <a:pt x="13884" y="4470"/>
                    <a:pt x="11049" y="5602"/>
                    <a:pt x="8160" y="5602"/>
                  </a:cubicBezTo>
                  <a:cubicBezTo>
                    <a:pt x="8013" y="5602"/>
                    <a:pt x="7867" y="5599"/>
                    <a:pt x="7721" y="5593"/>
                  </a:cubicBezTo>
                  <a:cubicBezTo>
                    <a:pt x="4681" y="5472"/>
                    <a:pt x="1703" y="3891"/>
                    <a:pt x="0" y="1368"/>
                  </a:cubicBezTo>
                  <a:lnTo>
                    <a:pt x="0" y="1368"/>
                  </a:lnTo>
                  <a:cubicBezTo>
                    <a:pt x="1155" y="4377"/>
                    <a:pt x="4286" y="6596"/>
                    <a:pt x="7478" y="7204"/>
                  </a:cubicBezTo>
                  <a:cubicBezTo>
                    <a:pt x="8166" y="7336"/>
                    <a:pt x="8864" y="7400"/>
                    <a:pt x="9564" y="7400"/>
                  </a:cubicBezTo>
                  <a:cubicBezTo>
                    <a:pt x="12076" y="7400"/>
                    <a:pt x="14602" y="6584"/>
                    <a:pt x="16718" y="5228"/>
                  </a:cubicBezTo>
                  <a:cubicBezTo>
                    <a:pt x="18694" y="3952"/>
                    <a:pt x="20335" y="2280"/>
                    <a:pt x="21703" y="395"/>
                  </a:cubicBezTo>
                  <a:cubicBezTo>
                    <a:pt x="20761" y="274"/>
                    <a:pt x="19788" y="122"/>
                    <a:pt x="18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82"/>
            <p:cNvSpPr/>
            <p:nvPr/>
          </p:nvSpPr>
          <p:spPr>
            <a:xfrm>
              <a:off x="7723452" y="3016917"/>
              <a:ext cx="48454" cy="6338"/>
            </a:xfrm>
            <a:custGeom>
              <a:avLst/>
              <a:gdLst/>
              <a:ahLst/>
              <a:cxnLst/>
              <a:rect l="l" t="t" r="r" b="b"/>
              <a:pathLst>
                <a:path w="1399" h="183" extrusionOk="0">
                  <a:moveTo>
                    <a:pt x="1" y="0"/>
                  </a:moveTo>
                  <a:lnTo>
                    <a:pt x="1" y="0"/>
                  </a:lnTo>
                  <a:cubicBezTo>
                    <a:pt x="457" y="61"/>
                    <a:pt x="882" y="91"/>
                    <a:pt x="1399" y="182"/>
                  </a:cubicBezTo>
                  <a:cubicBezTo>
                    <a:pt x="913" y="91"/>
                    <a:pt x="457" y="30"/>
                    <a:pt x="1" y="0"/>
                  </a:cubicBezTo>
                  <a:close/>
                </a:path>
              </a:pathLst>
            </a:custGeom>
            <a:solidFill>
              <a:srgbClr val="EBA5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82"/>
            <p:cNvSpPr/>
            <p:nvPr/>
          </p:nvSpPr>
          <p:spPr>
            <a:xfrm>
              <a:off x="7676071" y="3009539"/>
              <a:ext cx="45303" cy="7412"/>
            </a:xfrm>
            <a:custGeom>
              <a:avLst/>
              <a:gdLst/>
              <a:ahLst/>
              <a:cxnLst/>
              <a:rect l="l" t="t" r="r" b="b"/>
              <a:pathLst>
                <a:path w="1308" h="214" extrusionOk="0">
                  <a:moveTo>
                    <a:pt x="1" y="0"/>
                  </a:moveTo>
                  <a:cubicBezTo>
                    <a:pt x="396" y="92"/>
                    <a:pt x="852" y="122"/>
                    <a:pt x="1308" y="213"/>
                  </a:cubicBezTo>
                  <a:cubicBezTo>
                    <a:pt x="852" y="122"/>
                    <a:pt x="396" y="92"/>
                    <a:pt x="1" y="0"/>
                  </a:cubicBezTo>
                  <a:close/>
                </a:path>
              </a:pathLst>
            </a:custGeom>
            <a:solidFill>
              <a:srgbClr val="EBA5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82"/>
            <p:cNvSpPr/>
            <p:nvPr/>
          </p:nvSpPr>
          <p:spPr>
            <a:xfrm>
              <a:off x="7673993" y="3009539"/>
              <a:ext cx="2113" cy="35"/>
            </a:xfrm>
            <a:custGeom>
              <a:avLst/>
              <a:gdLst/>
              <a:ahLst/>
              <a:cxnLst/>
              <a:rect l="l" t="t" r="r" b="b"/>
              <a:pathLst>
                <a:path w="61" h="1" extrusionOk="0">
                  <a:moveTo>
                    <a:pt x="0" y="0"/>
                  </a:moveTo>
                  <a:lnTo>
                    <a:pt x="0" y="0"/>
                  </a:lnTo>
                  <a:cubicBezTo>
                    <a:pt x="0" y="0"/>
                    <a:pt x="61" y="0"/>
                    <a:pt x="0" y="0"/>
                  </a:cubicBezTo>
                  <a:cubicBezTo>
                    <a:pt x="61" y="0"/>
                    <a:pt x="0" y="0"/>
                    <a:pt x="0" y="0"/>
                  </a:cubicBezTo>
                  <a:close/>
                </a:path>
              </a:pathLst>
            </a:custGeom>
            <a:solidFill>
              <a:srgbClr val="E788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82"/>
            <p:cNvSpPr/>
            <p:nvPr/>
          </p:nvSpPr>
          <p:spPr>
            <a:xfrm>
              <a:off x="7721339" y="3016917"/>
              <a:ext cx="35" cy="35"/>
            </a:xfrm>
            <a:custGeom>
              <a:avLst/>
              <a:gdLst/>
              <a:ahLst/>
              <a:cxnLst/>
              <a:rect l="l" t="t" r="r" b="b"/>
              <a:pathLst>
                <a:path w="1" h="1" extrusionOk="0">
                  <a:moveTo>
                    <a:pt x="1" y="0"/>
                  </a:moveTo>
                  <a:lnTo>
                    <a:pt x="1" y="0"/>
                  </a:lnTo>
                  <a:close/>
                </a:path>
              </a:pathLst>
            </a:custGeom>
            <a:solidFill>
              <a:srgbClr val="E788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82"/>
            <p:cNvSpPr/>
            <p:nvPr/>
          </p:nvSpPr>
          <p:spPr>
            <a:xfrm>
              <a:off x="7770832" y="3028485"/>
              <a:ext cx="487453" cy="972759"/>
            </a:xfrm>
            <a:custGeom>
              <a:avLst/>
              <a:gdLst/>
              <a:ahLst/>
              <a:cxnLst/>
              <a:rect l="l" t="t" r="r" b="b"/>
              <a:pathLst>
                <a:path w="14074" h="28086" extrusionOk="0">
                  <a:moveTo>
                    <a:pt x="1064" y="0"/>
                  </a:moveTo>
                  <a:lnTo>
                    <a:pt x="1064" y="0"/>
                  </a:lnTo>
                  <a:cubicBezTo>
                    <a:pt x="1" y="3800"/>
                    <a:pt x="183" y="7812"/>
                    <a:pt x="1520" y="11551"/>
                  </a:cubicBezTo>
                  <a:lnTo>
                    <a:pt x="7539" y="28086"/>
                  </a:lnTo>
                  <a:lnTo>
                    <a:pt x="14074" y="25897"/>
                  </a:lnTo>
                  <a:lnTo>
                    <a:pt x="8238" y="6140"/>
                  </a:lnTo>
                  <a:cubicBezTo>
                    <a:pt x="7295" y="2858"/>
                    <a:pt x="4469" y="456"/>
                    <a:pt x="10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82"/>
            <p:cNvSpPr/>
            <p:nvPr/>
          </p:nvSpPr>
          <p:spPr>
            <a:xfrm>
              <a:off x="7770832" y="3028485"/>
              <a:ext cx="428504" cy="635899"/>
            </a:xfrm>
            <a:custGeom>
              <a:avLst/>
              <a:gdLst/>
              <a:ahLst/>
              <a:cxnLst/>
              <a:rect l="l" t="t" r="r" b="b"/>
              <a:pathLst>
                <a:path w="12372" h="18360" extrusionOk="0">
                  <a:moveTo>
                    <a:pt x="1064" y="0"/>
                  </a:moveTo>
                  <a:lnTo>
                    <a:pt x="1064" y="0"/>
                  </a:lnTo>
                  <a:cubicBezTo>
                    <a:pt x="1" y="3800"/>
                    <a:pt x="183" y="7812"/>
                    <a:pt x="1551" y="11581"/>
                  </a:cubicBezTo>
                  <a:lnTo>
                    <a:pt x="4013" y="18359"/>
                  </a:lnTo>
                  <a:lnTo>
                    <a:pt x="12372" y="15259"/>
                  </a:lnTo>
                  <a:lnTo>
                    <a:pt x="8542" y="5502"/>
                  </a:lnTo>
                  <a:cubicBezTo>
                    <a:pt x="7387" y="2584"/>
                    <a:pt x="4712" y="487"/>
                    <a:pt x="1581" y="61"/>
                  </a:cubicBezTo>
                  <a:lnTo>
                    <a:pt x="1064" y="0"/>
                  </a:lnTo>
                  <a:close/>
                </a:path>
              </a:pathLst>
            </a:custGeom>
            <a:solidFill>
              <a:srgbClr val="F0BF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82"/>
            <p:cNvSpPr/>
            <p:nvPr/>
          </p:nvSpPr>
          <p:spPr>
            <a:xfrm>
              <a:off x="7909788" y="3571700"/>
              <a:ext cx="253771" cy="200052"/>
            </a:xfrm>
            <a:custGeom>
              <a:avLst/>
              <a:gdLst/>
              <a:ahLst/>
              <a:cxnLst/>
              <a:rect l="l" t="t" r="r" b="b"/>
              <a:pathLst>
                <a:path w="7327" h="5776" extrusionOk="0">
                  <a:moveTo>
                    <a:pt x="7083" y="1"/>
                  </a:moveTo>
                  <a:lnTo>
                    <a:pt x="1" y="2615"/>
                  </a:lnTo>
                  <a:lnTo>
                    <a:pt x="1156" y="5776"/>
                  </a:lnTo>
                  <a:lnTo>
                    <a:pt x="7326" y="912"/>
                  </a:lnTo>
                  <a:lnTo>
                    <a:pt x="70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82"/>
            <p:cNvSpPr/>
            <p:nvPr/>
          </p:nvSpPr>
          <p:spPr>
            <a:xfrm>
              <a:off x="7188653" y="2848452"/>
              <a:ext cx="450636" cy="847518"/>
            </a:xfrm>
            <a:custGeom>
              <a:avLst/>
              <a:gdLst/>
              <a:ahLst/>
              <a:cxnLst/>
              <a:rect l="l" t="t" r="r" b="b"/>
              <a:pathLst>
                <a:path w="13011" h="24470" extrusionOk="0">
                  <a:moveTo>
                    <a:pt x="12098" y="1"/>
                  </a:moveTo>
                  <a:lnTo>
                    <a:pt x="1" y="24196"/>
                  </a:lnTo>
                  <a:lnTo>
                    <a:pt x="396" y="24469"/>
                  </a:lnTo>
                  <a:lnTo>
                    <a:pt x="13010" y="518"/>
                  </a:lnTo>
                  <a:lnTo>
                    <a:pt x="1209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82"/>
            <p:cNvSpPr/>
            <p:nvPr/>
          </p:nvSpPr>
          <p:spPr>
            <a:xfrm>
              <a:off x="7058113" y="3545828"/>
              <a:ext cx="294813" cy="278569"/>
            </a:xfrm>
            <a:custGeom>
              <a:avLst/>
              <a:gdLst/>
              <a:ahLst/>
              <a:cxnLst/>
              <a:rect l="l" t="t" r="r" b="b"/>
              <a:pathLst>
                <a:path w="8512" h="8043" extrusionOk="0">
                  <a:moveTo>
                    <a:pt x="5880" y="1"/>
                  </a:moveTo>
                  <a:cubicBezTo>
                    <a:pt x="5024" y="1"/>
                    <a:pt x="3666" y="783"/>
                    <a:pt x="2432" y="1994"/>
                  </a:cubicBezTo>
                  <a:cubicBezTo>
                    <a:pt x="821" y="3635"/>
                    <a:pt x="1" y="5459"/>
                    <a:pt x="669" y="6067"/>
                  </a:cubicBezTo>
                  <a:lnTo>
                    <a:pt x="2645" y="8043"/>
                  </a:lnTo>
                  <a:lnTo>
                    <a:pt x="8511" y="2146"/>
                  </a:lnTo>
                  <a:lnTo>
                    <a:pt x="6505" y="231"/>
                  </a:lnTo>
                  <a:cubicBezTo>
                    <a:pt x="6356" y="74"/>
                    <a:pt x="6141" y="1"/>
                    <a:pt x="588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82"/>
            <p:cNvSpPr/>
            <p:nvPr/>
          </p:nvSpPr>
          <p:spPr>
            <a:xfrm>
              <a:off x="7127591" y="3614717"/>
              <a:ext cx="245320" cy="217820"/>
            </a:xfrm>
            <a:custGeom>
              <a:avLst/>
              <a:gdLst/>
              <a:ahLst/>
              <a:cxnLst/>
              <a:rect l="l" t="t" r="r" b="b"/>
              <a:pathLst>
                <a:path w="7083" h="6289" extrusionOk="0">
                  <a:moveTo>
                    <a:pt x="5864" y="1"/>
                  </a:moveTo>
                  <a:cubicBezTo>
                    <a:pt x="5016" y="1"/>
                    <a:pt x="3664" y="772"/>
                    <a:pt x="2402" y="2011"/>
                  </a:cubicBezTo>
                  <a:cubicBezTo>
                    <a:pt x="791" y="3622"/>
                    <a:pt x="1" y="5446"/>
                    <a:pt x="609" y="6084"/>
                  </a:cubicBezTo>
                  <a:cubicBezTo>
                    <a:pt x="754" y="6222"/>
                    <a:pt x="960" y="6288"/>
                    <a:pt x="1212" y="6288"/>
                  </a:cubicBezTo>
                  <a:cubicBezTo>
                    <a:pt x="2066" y="6288"/>
                    <a:pt x="3437" y="5528"/>
                    <a:pt x="4682" y="4260"/>
                  </a:cubicBezTo>
                  <a:cubicBezTo>
                    <a:pt x="6293" y="2649"/>
                    <a:pt x="7083" y="825"/>
                    <a:pt x="6475" y="218"/>
                  </a:cubicBezTo>
                  <a:cubicBezTo>
                    <a:pt x="6328" y="70"/>
                    <a:pt x="6119" y="1"/>
                    <a:pt x="58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82"/>
            <p:cNvSpPr/>
            <p:nvPr/>
          </p:nvSpPr>
          <p:spPr>
            <a:xfrm>
              <a:off x="7185501" y="3665665"/>
              <a:ext cx="130574" cy="115300"/>
            </a:xfrm>
            <a:custGeom>
              <a:avLst/>
              <a:gdLst/>
              <a:ahLst/>
              <a:cxnLst/>
              <a:rect l="l" t="t" r="r" b="b"/>
              <a:pathLst>
                <a:path w="3770" h="3329" extrusionOk="0">
                  <a:moveTo>
                    <a:pt x="3111" y="1"/>
                  </a:moveTo>
                  <a:cubicBezTo>
                    <a:pt x="2659" y="1"/>
                    <a:pt x="1932" y="409"/>
                    <a:pt x="1277" y="1087"/>
                  </a:cubicBezTo>
                  <a:cubicBezTo>
                    <a:pt x="426" y="1938"/>
                    <a:pt x="1" y="2911"/>
                    <a:pt x="304" y="3215"/>
                  </a:cubicBezTo>
                  <a:cubicBezTo>
                    <a:pt x="382" y="3292"/>
                    <a:pt x="494" y="3329"/>
                    <a:pt x="630" y="3329"/>
                  </a:cubicBezTo>
                  <a:cubicBezTo>
                    <a:pt x="1083" y="3329"/>
                    <a:pt x="1809" y="2926"/>
                    <a:pt x="2463" y="2272"/>
                  </a:cubicBezTo>
                  <a:cubicBezTo>
                    <a:pt x="3314" y="1391"/>
                    <a:pt x="3770" y="449"/>
                    <a:pt x="3435" y="114"/>
                  </a:cubicBezTo>
                  <a:cubicBezTo>
                    <a:pt x="3358" y="37"/>
                    <a:pt x="3247" y="1"/>
                    <a:pt x="31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82"/>
            <p:cNvSpPr/>
            <p:nvPr/>
          </p:nvSpPr>
          <p:spPr>
            <a:xfrm>
              <a:off x="7182349" y="2906362"/>
              <a:ext cx="567460" cy="776967"/>
            </a:xfrm>
            <a:custGeom>
              <a:avLst/>
              <a:gdLst/>
              <a:ahLst/>
              <a:cxnLst/>
              <a:rect l="l" t="t" r="r" b="b"/>
              <a:pathLst>
                <a:path w="16384" h="22433" extrusionOk="0">
                  <a:moveTo>
                    <a:pt x="15563" y="1"/>
                  </a:moveTo>
                  <a:lnTo>
                    <a:pt x="0" y="22098"/>
                  </a:lnTo>
                  <a:lnTo>
                    <a:pt x="335" y="22432"/>
                  </a:lnTo>
                  <a:lnTo>
                    <a:pt x="16384" y="669"/>
                  </a:lnTo>
                  <a:lnTo>
                    <a:pt x="155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82"/>
            <p:cNvSpPr/>
            <p:nvPr/>
          </p:nvSpPr>
          <p:spPr>
            <a:xfrm>
              <a:off x="7344475" y="3151508"/>
              <a:ext cx="964342" cy="1022875"/>
            </a:xfrm>
            <a:custGeom>
              <a:avLst/>
              <a:gdLst/>
              <a:ahLst/>
              <a:cxnLst/>
              <a:rect l="l" t="t" r="r" b="b"/>
              <a:pathLst>
                <a:path w="27843" h="29533" extrusionOk="0">
                  <a:moveTo>
                    <a:pt x="6097" y="1"/>
                  </a:moveTo>
                  <a:cubicBezTo>
                    <a:pt x="5600" y="1"/>
                    <a:pt x="5135" y="159"/>
                    <a:pt x="4772" y="521"/>
                  </a:cubicBezTo>
                  <a:lnTo>
                    <a:pt x="487" y="4838"/>
                  </a:lnTo>
                  <a:cubicBezTo>
                    <a:pt x="31" y="5263"/>
                    <a:pt x="0" y="5932"/>
                    <a:pt x="395" y="6449"/>
                  </a:cubicBezTo>
                  <a:cubicBezTo>
                    <a:pt x="635" y="6732"/>
                    <a:pt x="984" y="6890"/>
                    <a:pt x="1341" y="6890"/>
                  </a:cubicBezTo>
                  <a:cubicBezTo>
                    <a:pt x="1482" y="6890"/>
                    <a:pt x="1625" y="6865"/>
                    <a:pt x="1763" y="6813"/>
                  </a:cubicBezTo>
                  <a:lnTo>
                    <a:pt x="3465" y="6327"/>
                  </a:lnTo>
                  <a:lnTo>
                    <a:pt x="7022" y="9093"/>
                  </a:lnTo>
                  <a:cubicBezTo>
                    <a:pt x="7384" y="9395"/>
                    <a:pt x="7839" y="9550"/>
                    <a:pt x="8308" y="9550"/>
                  </a:cubicBezTo>
                  <a:cubicBezTo>
                    <a:pt x="8548" y="9550"/>
                    <a:pt x="8791" y="9510"/>
                    <a:pt x="9028" y="9427"/>
                  </a:cubicBezTo>
                  <a:lnTo>
                    <a:pt x="9909" y="9123"/>
                  </a:lnTo>
                  <a:cubicBezTo>
                    <a:pt x="10517" y="8911"/>
                    <a:pt x="10760" y="8212"/>
                    <a:pt x="10456" y="7634"/>
                  </a:cubicBezTo>
                  <a:lnTo>
                    <a:pt x="11277" y="6965"/>
                  </a:lnTo>
                  <a:lnTo>
                    <a:pt x="18116" y="26418"/>
                  </a:lnTo>
                  <a:cubicBezTo>
                    <a:pt x="18790" y="28377"/>
                    <a:pt x="20602" y="29533"/>
                    <a:pt x="22500" y="29533"/>
                  </a:cubicBezTo>
                  <a:cubicBezTo>
                    <a:pt x="23342" y="29533"/>
                    <a:pt x="24201" y="29305"/>
                    <a:pt x="24986" y="28820"/>
                  </a:cubicBezTo>
                  <a:cubicBezTo>
                    <a:pt x="27204" y="27452"/>
                    <a:pt x="27843" y="24504"/>
                    <a:pt x="26445" y="22345"/>
                  </a:cubicBezTo>
                  <a:lnTo>
                    <a:pt x="13587" y="2406"/>
                  </a:lnTo>
                  <a:cubicBezTo>
                    <a:pt x="12797" y="1190"/>
                    <a:pt x="11459" y="400"/>
                    <a:pt x="9970" y="278"/>
                  </a:cubicBezTo>
                  <a:lnTo>
                    <a:pt x="6231" y="5"/>
                  </a:lnTo>
                  <a:cubicBezTo>
                    <a:pt x="6186" y="2"/>
                    <a:pt x="6142" y="1"/>
                    <a:pt x="60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82"/>
            <p:cNvSpPr/>
            <p:nvPr/>
          </p:nvSpPr>
          <p:spPr>
            <a:xfrm>
              <a:off x="7404463" y="3254824"/>
              <a:ext cx="105325" cy="132687"/>
            </a:xfrm>
            <a:custGeom>
              <a:avLst/>
              <a:gdLst/>
              <a:ahLst/>
              <a:cxnLst/>
              <a:rect l="l" t="t" r="r" b="b"/>
              <a:pathLst>
                <a:path w="3041" h="3831" extrusionOk="0">
                  <a:moveTo>
                    <a:pt x="3040" y="0"/>
                  </a:moveTo>
                  <a:lnTo>
                    <a:pt x="1" y="3830"/>
                  </a:lnTo>
                  <a:lnTo>
                    <a:pt x="1" y="3830"/>
                  </a:lnTo>
                  <a:lnTo>
                    <a:pt x="1673" y="3344"/>
                  </a:lnTo>
                  <a:lnTo>
                    <a:pt x="30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82"/>
            <p:cNvSpPr/>
            <p:nvPr/>
          </p:nvSpPr>
          <p:spPr>
            <a:xfrm>
              <a:off x="7500264" y="3282186"/>
              <a:ext cx="87419" cy="115854"/>
            </a:xfrm>
            <a:custGeom>
              <a:avLst/>
              <a:gdLst/>
              <a:ahLst/>
              <a:cxnLst/>
              <a:rect l="l" t="t" r="r" b="b"/>
              <a:pathLst>
                <a:path w="2524" h="3345" extrusionOk="0">
                  <a:moveTo>
                    <a:pt x="2524" y="1"/>
                  </a:moveTo>
                  <a:lnTo>
                    <a:pt x="761" y="1581"/>
                  </a:lnTo>
                  <a:cubicBezTo>
                    <a:pt x="274" y="2068"/>
                    <a:pt x="1" y="2706"/>
                    <a:pt x="1" y="3344"/>
                  </a:cubicBezTo>
                  <a:lnTo>
                    <a:pt x="252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82"/>
            <p:cNvSpPr/>
            <p:nvPr/>
          </p:nvSpPr>
          <p:spPr>
            <a:xfrm>
              <a:off x="7557134" y="3319038"/>
              <a:ext cx="88458" cy="125309"/>
            </a:xfrm>
            <a:custGeom>
              <a:avLst/>
              <a:gdLst/>
              <a:ahLst/>
              <a:cxnLst/>
              <a:rect l="l" t="t" r="r" b="b"/>
              <a:pathLst>
                <a:path w="2554" h="3618" extrusionOk="0">
                  <a:moveTo>
                    <a:pt x="2553" y="1"/>
                  </a:moveTo>
                  <a:lnTo>
                    <a:pt x="730" y="1794"/>
                  </a:lnTo>
                  <a:cubicBezTo>
                    <a:pt x="335" y="2159"/>
                    <a:pt x="122" y="2675"/>
                    <a:pt x="31" y="3192"/>
                  </a:cubicBezTo>
                  <a:lnTo>
                    <a:pt x="0" y="3618"/>
                  </a:lnTo>
                  <a:lnTo>
                    <a:pt x="2553" y="1"/>
                  </a:lnTo>
                  <a:close/>
                  <a:moveTo>
                    <a:pt x="0" y="3618"/>
                  </a:moveTo>
                  <a:lnTo>
                    <a:pt x="0" y="3618"/>
                  </a:lnTo>
                  <a:lnTo>
                    <a:pt x="0" y="3618"/>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82"/>
            <p:cNvSpPr/>
            <p:nvPr/>
          </p:nvSpPr>
          <p:spPr>
            <a:xfrm>
              <a:off x="7639254" y="3392741"/>
              <a:ext cx="92649" cy="57944"/>
            </a:xfrm>
            <a:custGeom>
              <a:avLst/>
              <a:gdLst/>
              <a:ahLst/>
              <a:cxnLst/>
              <a:rect l="l" t="t" r="r" b="b"/>
              <a:pathLst>
                <a:path w="2675" h="1673" extrusionOk="0">
                  <a:moveTo>
                    <a:pt x="2675" y="0"/>
                  </a:moveTo>
                  <a:lnTo>
                    <a:pt x="1793" y="426"/>
                  </a:lnTo>
                  <a:cubicBezTo>
                    <a:pt x="1707" y="469"/>
                    <a:pt x="1576" y="512"/>
                    <a:pt x="1442" y="512"/>
                  </a:cubicBezTo>
                  <a:cubicBezTo>
                    <a:pt x="1386" y="512"/>
                    <a:pt x="1330" y="504"/>
                    <a:pt x="1277" y="487"/>
                  </a:cubicBezTo>
                  <a:cubicBezTo>
                    <a:pt x="1249" y="484"/>
                    <a:pt x="1221" y="483"/>
                    <a:pt x="1192" y="483"/>
                  </a:cubicBezTo>
                  <a:cubicBezTo>
                    <a:pt x="878" y="483"/>
                    <a:pt x="532" y="636"/>
                    <a:pt x="365" y="943"/>
                  </a:cubicBezTo>
                  <a:lnTo>
                    <a:pt x="0" y="1672"/>
                  </a:lnTo>
                  <a:lnTo>
                    <a:pt x="1915" y="669"/>
                  </a:lnTo>
                  <a:lnTo>
                    <a:pt x="267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82"/>
            <p:cNvSpPr/>
            <p:nvPr/>
          </p:nvSpPr>
          <p:spPr>
            <a:xfrm>
              <a:off x="7000204" y="2250617"/>
              <a:ext cx="615914" cy="622079"/>
            </a:xfrm>
            <a:custGeom>
              <a:avLst/>
              <a:gdLst/>
              <a:ahLst/>
              <a:cxnLst/>
              <a:rect l="l" t="t" r="r" b="b"/>
              <a:pathLst>
                <a:path w="17783" h="17961" extrusionOk="0">
                  <a:moveTo>
                    <a:pt x="3465" y="0"/>
                  </a:moveTo>
                  <a:cubicBezTo>
                    <a:pt x="2142" y="0"/>
                    <a:pt x="802" y="705"/>
                    <a:pt x="62" y="1790"/>
                  </a:cubicBezTo>
                  <a:cubicBezTo>
                    <a:pt x="1" y="2064"/>
                    <a:pt x="1" y="2368"/>
                    <a:pt x="1" y="2611"/>
                  </a:cubicBezTo>
                  <a:lnTo>
                    <a:pt x="1" y="7110"/>
                  </a:lnTo>
                  <a:cubicBezTo>
                    <a:pt x="1" y="10484"/>
                    <a:pt x="1308" y="13706"/>
                    <a:pt x="3618" y="16137"/>
                  </a:cubicBezTo>
                  <a:cubicBezTo>
                    <a:pt x="4712" y="17323"/>
                    <a:pt x="6293" y="17961"/>
                    <a:pt x="7873" y="17961"/>
                  </a:cubicBezTo>
                  <a:lnTo>
                    <a:pt x="9788" y="17961"/>
                  </a:lnTo>
                  <a:cubicBezTo>
                    <a:pt x="11673" y="17961"/>
                    <a:pt x="13497" y="17140"/>
                    <a:pt x="14743" y="15651"/>
                  </a:cubicBezTo>
                  <a:cubicBezTo>
                    <a:pt x="16506" y="13614"/>
                    <a:pt x="17570" y="11061"/>
                    <a:pt x="17782" y="8386"/>
                  </a:cubicBezTo>
                  <a:cubicBezTo>
                    <a:pt x="16475" y="6532"/>
                    <a:pt x="15503" y="4344"/>
                    <a:pt x="15016" y="2125"/>
                  </a:cubicBezTo>
                  <a:cubicBezTo>
                    <a:pt x="13980" y="2843"/>
                    <a:pt x="12705" y="3213"/>
                    <a:pt x="11428" y="3213"/>
                  </a:cubicBezTo>
                  <a:cubicBezTo>
                    <a:pt x="10383" y="3213"/>
                    <a:pt x="9337" y="2965"/>
                    <a:pt x="8420" y="2459"/>
                  </a:cubicBezTo>
                  <a:cubicBezTo>
                    <a:pt x="7053" y="1760"/>
                    <a:pt x="5898" y="544"/>
                    <a:pt x="4378" y="119"/>
                  </a:cubicBezTo>
                  <a:cubicBezTo>
                    <a:pt x="4080" y="38"/>
                    <a:pt x="3773" y="0"/>
                    <a:pt x="34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82"/>
            <p:cNvSpPr/>
            <p:nvPr/>
          </p:nvSpPr>
          <p:spPr>
            <a:xfrm>
              <a:off x="6466478" y="4069647"/>
              <a:ext cx="144255" cy="312719"/>
            </a:xfrm>
            <a:custGeom>
              <a:avLst/>
              <a:gdLst/>
              <a:ahLst/>
              <a:cxnLst/>
              <a:rect l="l" t="t" r="r" b="b"/>
              <a:pathLst>
                <a:path w="4165" h="9029" extrusionOk="0">
                  <a:moveTo>
                    <a:pt x="1672" y="1"/>
                  </a:moveTo>
                  <a:cubicBezTo>
                    <a:pt x="760" y="1"/>
                    <a:pt x="0" y="2007"/>
                    <a:pt x="0" y="4499"/>
                  </a:cubicBezTo>
                  <a:cubicBezTo>
                    <a:pt x="0" y="7022"/>
                    <a:pt x="760" y="9028"/>
                    <a:pt x="1672" y="9028"/>
                  </a:cubicBezTo>
                  <a:lnTo>
                    <a:pt x="4164" y="9028"/>
                  </a:lnTo>
                  <a:lnTo>
                    <a:pt x="416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82"/>
            <p:cNvSpPr/>
            <p:nvPr/>
          </p:nvSpPr>
          <p:spPr>
            <a:xfrm>
              <a:off x="6553862" y="4070721"/>
              <a:ext cx="116893" cy="312685"/>
            </a:xfrm>
            <a:custGeom>
              <a:avLst/>
              <a:gdLst/>
              <a:ahLst/>
              <a:cxnLst/>
              <a:rect l="l" t="t" r="r" b="b"/>
              <a:pathLst>
                <a:path w="3375" h="9028" extrusionOk="0">
                  <a:moveTo>
                    <a:pt x="1702" y="0"/>
                  </a:moveTo>
                  <a:cubicBezTo>
                    <a:pt x="760" y="0"/>
                    <a:pt x="0" y="2006"/>
                    <a:pt x="0" y="4529"/>
                  </a:cubicBezTo>
                  <a:cubicBezTo>
                    <a:pt x="0" y="7021"/>
                    <a:pt x="760" y="9028"/>
                    <a:pt x="1702" y="9028"/>
                  </a:cubicBezTo>
                  <a:cubicBezTo>
                    <a:pt x="2614" y="9028"/>
                    <a:pt x="3374" y="7021"/>
                    <a:pt x="3374" y="4529"/>
                  </a:cubicBezTo>
                  <a:cubicBezTo>
                    <a:pt x="3374" y="2006"/>
                    <a:pt x="2614" y="0"/>
                    <a:pt x="1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82"/>
            <p:cNvSpPr/>
            <p:nvPr/>
          </p:nvSpPr>
          <p:spPr>
            <a:xfrm>
              <a:off x="6583337" y="4149654"/>
              <a:ext cx="57910" cy="154784"/>
            </a:xfrm>
            <a:custGeom>
              <a:avLst/>
              <a:gdLst/>
              <a:ahLst/>
              <a:cxnLst/>
              <a:rect l="l" t="t" r="r" b="b"/>
              <a:pathLst>
                <a:path w="1672" h="4469" extrusionOk="0">
                  <a:moveTo>
                    <a:pt x="851" y="1"/>
                  </a:moveTo>
                  <a:cubicBezTo>
                    <a:pt x="365" y="1"/>
                    <a:pt x="0" y="1004"/>
                    <a:pt x="0" y="2250"/>
                  </a:cubicBezTo>
                  <a:cubicBezTo>
                    <a:pt x="0" y="3466"/>
                    <a:pt x="365" y="4469"/>
                    <a:pt x="851" y="4469"/>
                  </a:cubicBezTo>
                  <a:cubicBezTo>
                    <a:pt x="1307" y="4469"/>
                    <a:pt x="1672" y="3466"/>
                    <a:pt x="1672" y="2250"/>
                  </a:cubicBezTo>
                  <a:cubicBezTo>
                    <a:pt x="1672" y="1004"/>
                    <a:pt x="1307" y="1"/>
                    <a:pt x="8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82"/>
            <p:cNvSpPr/>
            <p:nvPr/>
          </p:nvSpPr>
          <p:spPr>
            <a:xfrm>
              <a:off x="6603321" y="4069647"/>
              <a:ext cx="144255" cy="312719"/>
            </a:xfrm>
            <a:custGeom>
              <a:avLst/>
              <a:gdLst/>
              <a:ahLst/>
              <a:cxnLst/>
              <a:rect l="l" t="t" r="r" b="b"/>
              <a:pathLst>
                <a:path w="4165" h="9029" extrusionOk="0">
                  <a:moveTo>
                    <a:pt x="1672" y="1"/>
                  </a:moveTo>
                  <a:cubicBezTo>
                    <a:pt x="761" y="1"/>
                    <a:pt x="1" y="2007"/>
                    <a:pt x="1" y="4499"/>
                  </a:cubicBezTo>
                  <a:cubicBezTo>
                    <a:pt x="1" y="7022"/>
                    <a:pt x="761" y="9028"/>
                    <a:pt x="1672" y="9028"/>
                  </a:cubicBezTo>
                  <a:lnTo>
                    <a:pt x="4165" y="9028"/>
                  </a:lnTo>
                  <a:lnTo>
                    <a:pt x="416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82"/>
            <p:cNvSpPr/>
            <p:nvPr/>
          </p:nvSpPr>
          <p:spPr>
            <a:xfrm>
              <a:off x="6690705" y="4070721"/>
              <a:ext cx="115854" cy="312685"/>
            </a:xfrm>
            <a:custGeom>
              <a:avLst/>
              <a:gdLst/>
              <a:ahLst/>
              <a:cxnLst/>
              <a:rect l="l" t="t" r="r" b="b"/>
              <a:pathLst>
                <a:path w="3345" h="9028" extrusionOk="0">
                  <a:moveTo>
                    <a:pt x="1672" y="0"/>
                  </a:moveTo>
                  <a:cubicBezTo>
                    <a:pt x="760" y="0"/>
                    <a:pt x="1" y="2006"/>
                    <a:pt x="1" y="4529"/>
                  </a:cubicBezTo>
                  <a:cubicBezTo>
                    <a:pt x="1" y="7021"/>
                    <a:pt x="760" y="9028"/>
                    <a:pt x="1672" y="9028"/>
                  </a:cubicBezTo>
                  <a:cubicBezTo>
                    <a:pt x="2615" y="9028"/>
                    <a:pt x="3344" y="7021"/>
                    <a:pt x="3344" y="4529"/>
                  </a:cubicBezTo>
                  <a:cubicBezTo>
                    <a:pt x="3344" y="2006"/>
                    <a:pt x="2615"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82"/>
            <p:cNvSpPr/>
            <p:nvPr/>
          </p:nvSpPr>
          <p:spPr>
            <a:xfrm>
              <a:off x="6720180" y="4149654"/>
              <a:ext cx="57944" cy="154784"/>
            </a:xfrm>
            <a:custGeom>
              <a:avLst/>
              <a:gdLst/>
              <a:ahLst/>
              <a:cxnLst/>
              <a:rect l="l" t="t" r="r" b="b"/>
              <a:pathLst>
                <a:path w="1673" h="4469" extrusionOk="0">
                  <a:moveTo>
                    <a:pt x="821" y="1"/>
                  </a:moveTo>
                  <a:cubicBezTo>
                    <a:pt x="365" y="1"/>
                    <a:pt x="1" y="1004"/>
                    <a:pt x="1" y="2250"/>
                  </a:cubicBezTo>
                  <a:cubicBezTo>
                    <a:pt x="1" y="3466"/>
                    <a:pt x="365" y="4469"/>
                    <a:pt x="821" y="4469"/>
                  </a:cubicBezTo>
                  <a:cubicBezTo>
                    <a:pt x="1308" y="4469"/>
                    <a:pt x="1672" y="3466"/>
                    <a:pt x="1672" y="2250"/>
                  </a:cubicBezTo>
                  <a:cubicBezTo>
                    <a:pt x="1672" y="1004"/>
                    <a:pt x="1308" y="1"/>
                    <a:pt x="82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82"/>
            <p:cNvSpPr/>
            <p:nvPr/>
          </p:nvSpPr>
          <p:spPr>
            <a:xfrm>
              <a:off x="6725444" y="4069647"/>
              <a:ext cx="145328" cy="312719"/>
            </a:xfrm>
            <a:custGeom>
              <a:avLst/>
              <a:gdLst/>
              <a:ahLst/>
              <a:cxnLst/>
              <a:rect l="l" t="t" r="r" b="b"/>
              <a:pathLst>
                <a:path w="4196" h="9029" extrusionOk="0">
                  <a:moveTo>
                    <a:pt x="1672" y="1"/>
                  </a:moveTo>
                  <a:cubicBezTo>
                    <a:pt x="760" y="1"/>
                    <a:pt x="1" y="2007"/>
                    <a:pt x="1" y="4499"/>
                  </a:cubicBezTo>
                  <a:cubicBezTo>
                    <a:pt x="1" y="7022"/>
                    <a:pt x="760" y="9028"/>
                    <a:pt x="1672" y="9028"/>
                  </a:cubicBezTo>
                  <a:lnTo>
                    <a:pt x="4195" y="9028"/>
                  </a:lnTo>
                  <a:lnTo>
                    <a:pt x="41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82"/>
            <p:cNvSpPr/>
            <p:nvPr/>
          </p:nvSpPr>
          <p:spPr>
            <a:xfrm>
              <a:off x="6812828" y="4070721"/>
              <a:ext cx="115819" cy="312685"/>
            </a:xfrm>
            <a:custGeom>
              <a:avLst/>
              <a:gdLst/>
              <a:ahLst/>
              <a:cxnLst/>
              <a:rect l="l" t="t" r="r" b="b"/>
              <a:pathLst>
                <a:path w="3344" h="9028" extrusionOk="0">
                  <a:moveTo>
                    <a:pt x="1672" y="0"/>
                  </a:moveTo>
                  <a:cubicBezTo>
                    <a:pt x="730" y="0"/>
                    <a:pt x="0" y="2006"/>
                    <a:pt x="0" y="4529"/>
                  </a:cubicBezTo>
                  <a:cubicBezTo>
                    <a:pt x="0" y="7021"/>
                    <a:pt x="730" y="9028"/>
                    <a:pt x="1672" y="9028"/>
                  </a:cubicBezTo>
                  <a:cubicBezTo>
                    <a:pt x="2584" y="9028"/>
                    <a:pt x="3344" y="7021"/>
                    <a:pt x="3344" y="4529"/>
                  </a:cubicBezTo>
                  <a:cubicBezTo>
                    <a:pt x="3344" y="2006"/>
                    <a:pt x="2584"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82"/>
            <p:cNvSpPr/>
            <p:nvPr/>
          </p:nvSpPr>
          <p:spPr>
            <a:xfrm>
              <a:off x="6841264" y="4149654"/>
              <a:ext cx="57910" cy="154784"/>
            </a:xfrm>
            <a:custGeom>
              <a:avLst/>
              <a:gdLst/>
              <a:ahLst/>
              <a:cxnLst/>
              <a:rect l="l" t="t" r="r" b="b"/>
              <a:pathLst>
                <a:path w="1672" h="4469" extrusionOk="0">
                  <a:moveTo>
                    <a:pt x="851" y="1"/>
                  </a:moveTo>
                  <a:cubicBezTo>
                    <a:pt x="365" y="1"/>
                    <a:pt x="0" y="1004"/>
                    <a:pt x="0" y="2250"/>
                  </a:cubicBezTo>
                  <a:cubicBezTo>
                    <a:pt x="0" y="3466"/>
                    <a:pt x="365" y="4469"/>
                    <a:pt x="851" y="4469"/>
                  </a:cubicBezTo>
                  <a:cubicBezTo>
                    <a:pt x="1307" y="4469"/>
                    <a:pt x="1672" y="3466"/>
                    <a:pt x="1672" y="2250"/>
                  </a:cubicBezTo>
                  <a:cubicBezTo>
                    <a:pt x="1672" y="1004"/>
                    <a:pt x="1307" y="1"/>
                    <a:pt x="8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82"/>
            <p:cNvSpPr/>
            <p:nvPr/>
          </p:nvSpPr>
          <p:spPr>
            <a:xfrm>
              <a:off x="6921270" y="4069647"/>
              <a:ext cx="145294" cy="312719"/>
            </a:xfrm>
            <a:custGeom>
              <a:avLst/>
              <a:gdLst/>
              <a:ahLst/>
              <a:cxnLst/>
              <a:rect l="l" t="t" r="r" b="b"/>
              <a:pathLst>
                <a:path w="4195" h="9029" extrusionOk="0">
                  <a:moveTo>
                    <a:pt x="1672" y="1"/>
                  </a:moveTo>
                  <a:cubicBezTo>
                    <a:pt x="760" y="1"/>
                    <a:pt x="0" y="2007"/>
                    <a:pt x="0" y="4499"/>
                  </a:cubicBezTo>
                  <a:cubicBezTo>
                    <a:pt x="0" y="7022"/>
                    <a:pt x="760" y="9028"/>
                    <a:pt x="1672" y="9028"/>
                  </a:cubicBezTo>
                  <a:lnTo>
                    <a:pt x="4195" y="9028"/>
                  </a:lnTo>
                  <a:lnTo>
                    <a:pt x="41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82"/>
            <p:cNvSpPr/>
            <p:nvPr/>
          </p:nvSpPr>
          <p:spPr>
            <a:xfrm>
              <a:off x="7008655" y="4070721"/>
              <a:ext cx="115819" cy="312685"/>
            </a:xfrm>
            <a:custGeom>
              <a:avLst/>
              <a:gdLst/>
              <a:ahLst/>
              <a:cxnLst/>
              <a:rect l="l" t="t" r="r" b="b"/>
              <a:pathLst>
                <a:path w="3344" h="9028" extrusionOk="0">
                  <a:moveTo>
                    <a:pt x="1672" y="0"/>
                  </a:moveTo>
                  <a:cubicBezTo>
                    <a:pt x="730" y="0"/>
                    <a:pt x="0" y="2006"/>
                    <a:pt x="0" y="4529"/>
                  </a:cubicBezTo>
                  <a:cubicBezTo>
                    <a:pt x="0" y="7021"/>
                    <a:pt x="730" y="9028"/>
                    <a:pt x="1672" y="9028"/>
                  </a:cubicBezTo>
                  <a:cubicBezTo>
                    <a:pt x="2584" y="9028"/>
                    <a:pt x="3344" y="7021"/>
                    <a:pt x="3344" y="4529"/>
                  </a:cubicBezTo>
                  <a:cubicBezTo>
                    <a:pt x="3344" y="2006"/>
                    <a:pt x="2584"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82"/>
            <p:cNvSpPr/>
            <p:nvPr/>
          </p:nvSpPr>
          <p:spPr>
            <a:xfrm>
              <a:off x="7037055" y="4149654"/>
              <a:ext cx="57944" cy="154784"/>
            </a:xfrm>
            <a:custGeom>
              <a:avLst/>
              <a:gdLst/>
              <a:ahLst/>
              <a:cxnLst/>
              <a:rect l="l" t="t" r="r" b="b"/>
              <a:pathLst>
                <a:path w="1673" h="4469" extrusionOk="0">
                  <a:moveTo>
                    <a:pt x="852" y="1"/>
                  </a:moveTo>
                  <a:cubicBezTo>
                    <a:pt x="396" y="1"/>
                    <a:pt x="1" y="1004"/>
                    <a:pt x="1" y="2250"/>
                  </a:cubicBezTo>
                  <a:cubicBezTo>
                    <a:pt x="1" y="3466"/>
                    <a:pt x="396" y="4469"/>
                    <a:pt x="852" y="4469"/>
                  </a:cubicBezTo>
                  <a:cubicBezTo>
                    <a:pt x="1308" y="4469"/>
                    <a:pt x="1672" y="3466"/>
                    <a:pt x="1672" y="2250"/>
                  </a:cubicBezTo>
                  <a:cubicBezTo>
                    <a:pt x="1672" y="1004"/>
                    <a:pt x="1308" y="1"/>
                    <a:pt x="8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82"/>
            <p:cNvSpPr/>
            <p:nvPr/>
          </p:nvSpPr>
          <p:spPr>
            <a:xfrm>
              <a:off x="7083397" y="4069647"/>
              <a:ext cx="145294" cy="312719"/>
            </a:xfrm>
            <a:custGeom>
              <a:avLst/>
              <a:gdLst/>
              <a:ahLst/>
              <a:cxnLst/>
              <a:rect l="l" t="t" r="r" b="b"/>
              <a:pathLst>
                <a:path w="4195" h="9029" extrusionOk="0">
                  <a:moveTo>
                    <a:pt x="1672" y="1"/>
                  </a:moveTo>
                  <a:cubicBezTo>
                    <a:pt x="760" y="1"/>
                    <a:pt x="0" y="2007"/>
                    <a:pt x="0" y="4499"/>
                  </a:cubicBezTo>
                  <a:cubicBezTo>
                    <a:pt x="0" y="7022"/>
                    <a:pt x="760" y="9028"/>
                    <a:pt x="1672" y="9028"/>
                  </a:cubicBezTo>
                  <a:lnTo>
                    <a:pt x="4195" y="9028"/>
                  </a:lnTo>
                  <a:lnTo>
                    <a:pt x="41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82"/>
            <p:cNvSpPr/>
            <p:nvPr/>
          </p:nvSpPr>
          <p:spPr>
            <a:xfrm>
              <a:off x="7171820" y="4070721"/>
              <a:ext cx="115819" cy="312685"/>
            </a:xfrm>
            <a:custGeom>
              <a:avLst/>
              <a:gdLst/>
              <a:ahLst/>
              <a:cxnLst/>
              <a:rect l="l" t="t" r="r" b="b"/>
              <a:pathLst>
                <a:path w="3344" h="9028" extrusionOk="0">
                  <a:moveTo>
                    <a:pt x="1672" y="0"/>
                  </a:moveTo>
                  <a:cubicBezTo>
                    <a:pt x="730" y="0"/>
                    <a:pt x="0" y="2006"/>
                    <a:pt x="0" y="4529"/>
                  </a:cubicBezTo>
                  <a:cubicBezTo>
                    <a:pt x="0" y="7021"/>
                    <a:pt x="730" y="9028"/>
                    <a:pt x="1672" y="9028"/>
                  </a:cubicBezTo>
                  <a:cubicBezTo>
                    <a:pt x="2584" y="9028"/>
                    <a:pt x="3344" y="7021"/>
                    <a:pt x="3344" y="4529"/>
                  </a:cubicBezTo>
                  <a:cubicBezTo>
                    <a:pt x="3344" y="2006"/>
                    <a:pt x="2584"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82"/>
            <p:cNvSpPr/>
            <p:nvPr/>
          </p:nvSpPr>
          <p:spPr>
            <a:xfrm>
              <a:off x="7200255" y="4149654"/>
              <a:ext cx="57910" cy="154784"/>
            </a:xfrm>
            <a:custGeom>
              <a:avLst/>
              <a:gdLst/>
              <a:ahLst/>
              <a:cxnLst/>
              <a:rect l="l" t="t" r="r" b="b"/>
              <a:pathLst>
                <a:path w="1672" h="4469" extrusionOk="0">
                  <a:moveTo>
                    <a:pt x="851" y="1"/>
                  </a:moveTo>
                  <a:cubicBezTo>
                    <a:pt x="395" y="1"/>
                    <a:pt x="0" y="1004"/>
                    <a:pt x="0" y="2250"/>
                  </a:cubicBezTo>
                  <a:cubicBezTo>
                    <a:pt x="0" y="3466"/>
                    <a:pt x="395" y="4469"/>
                    <a:pt x="851" y="4469"/>
                  </a:cubicBezTo>
                  <a:cubicBezTo>
                    <a:pt x="1307" y="4469"/>
                    <a:pt x="1672" y="3466"/>
                    <a:pt x="1672" y="2250"/>
                  </a:cubicBezTo>
                  <a:cubicBezTo>
                    <a:pt x="1672" y="1004"/>
                    <a:pt x="1307" y="1"/>
                    <a:pt x="8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82"/>
            <p:cNvSpPr/>
            <p:nvPr/>
          </p:nvSpPr>
          <p:spPr>
            <a:xfrm>
              <a:off x="7304472" y="4069647"/>
              <a:ext cx="145294" cy="312719"/>
            </a:xfrm>
            <a:custGeom>
              <a:avLst/>
              <a:gdLst/>
              <a:ahLst/>
              <a:cxnLst/>
              <a:rect l="l" t="t" r="r" b="b"/>
              <a:pathLst>
                <a:path w="4195" h="9029" extrusionOk="0">
                  <a:moveTo>
                    <a:pt x="1672" y="1"/>
                  </a:moveTo>
                  <a:cubicBezTo>
                    <a:pt x="760" y="1"/>
                    <a:pt x="0" y="2007"/>
                    <a:pt x="0" y="4499"/>
                  </a:cubicBezTo>
                  <a:cubicBezTo>
                    <a:pt x="0" y="7022"/>
                    <a:pt x="760" y="9028"/>
                    <a:pt x="1672" y="9028"/>
                  </a:cubicBezTo>
                  <a:lnTo>
                    <a:pt x="4195" y="9028"/>
                  </a:lnTo>
                  <a:lnTo>
                    <a:pt x="419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82"/>
            <p:cNvSpPr/>
            <p:nvPr/>
          </p:nvSpPr>
          <p:spPr>
            <a:xfrm>
              <a:off x="7392895" y="4070721"/>
              <a:ext cx="115819" cy="312685"/>
            </a:xfrm>
            <a:custGeom>
              <a:avLst/>
              <a:gdLst/>
              <a:ahLst/>
              <a:cxnLst/>
              <a:rect l="l" t="t" r="r" b="b"/>
              <a:pathLst>
                <a:path w="3344" h="9028" extrusionOk="0">
                  <a:moveTo>
                    <a:pt x="1672" y="0"/>
                  </a:moveTo>
                  <a:cubicBezTo>
                    <a:pt x="730" y="0"/>
                    <a:pt x="0" y="2006"/>
                    <a:pt x="0" y="4529"/>
                  </a:cubicBezTo>
                  <a:cubicBezTo>
                    <a:pt x="0" y="7021"/>
                    <a:pt x="730" y="9028"/>
                    <a:pt x="1672" y="9028"/>
                  </a:cubicBezTo>
                  <a:cubicBezTo>
                    <a:pt x="2584" y="9028"/>
                    <a:pt x="3344" y="7021"/>
                    <a:pt x="3344" y="4529"/>
                  </a:cubicBezTo>
                  <a:cubicBezTo>
                    <a:pt x="3344" y="2006"/>
                    <a:pt x="2584"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82"/>
            <p:cNvSpPr/>
            <p:nvPr/>
          </p:nvSpPr>
          <p:spPr>
            <a:xfrm>
              <a:off x="7421331" y="4149654"/>
              <a:ext cx="57910" cy="154784"/>
            </a:xfrm>
            <a:custGeom>
              <a:avLst/>
              <a:gdLst/>
              <a:ahLst/>
              <a:cxnLst/>
              <a:rect l="l" t="t" r="r" b="b"/>
              <a:pathLst>
                <a:path w="1672" h="4469" extrusionOk="0">
                  <a:moveTo>
                    <a:pt x="851" y="1"/>
                  </a:moveTo>
                  <a:cubicBezTo>
                    <a:pt x="395" y="1"/>
                    <a:pt x="0" y="1004"/>
                    <a:pt x="0" y="2250"/>
                  </a:cubicBezTo>
                  <a:cubicBezTo>
                    <a:pt x="0" y="3466"/>
                    <a:pt x="395" y="4469"/>
                    <a:pt x="851" y="4469"/>
                  </a:cubicBezTo>
                  <a:cubicBezTo>
                    <a:pt x="1307" y="4469"/>
                    <a:pt x="1672" y="3466"/>
                    <a:pt x="1672" y="2250"/>
                  </a:cubicBezTo>
                  <a:cubicBezTo>
                    <a:pt x="1672" y="1004"/>
                    <a:pt x="1307" y="1"/>
                    <a:pt x="8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82"/>
            <p:cNvSpPr/>
            <p:nvPr/>
          </p:nvSpPr>
          <p:spPr>
            <a:xfrm>
              <a:off x="6763335" y="4345481"/>
              <a:ext cx="1005419" cy="77929"/>
            </a:xfrm>
            <a:custGeom>
              <a:avLst/>
              <a:gdLst/>
              <a:ahLst/>
              <a:cxnLst/>
              <a:rect l="l" t="t" r="r" b="b"/>
              <a:pathLst>
                <a:path w="29029" h="2250" extrusionOk="0">
                  <a:moveTo>
                    <a:pt x="1" y="0"/>
                  </a:moveTo>
                  <a:lnTo>
                    <a:pt x="2372" y="2250"/>
                  </a:lnTo>
                  <a:lnTo>
                    <a:pt x="26688" y="2250"/>
                  </a:lnTo>
                  <a:lnTo>
                    <a:pt x="2902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82"/>
            <p:cNvSpPr/>
            <p:nvPr/>
          </p:nvSpPr>
          <p:spPr>
            <a:xfrm>
              <a:off x="6318033" y="4345481"/>
              <a:ext cx="1005419" cy="77929"/>
            </a:xfrm>
            <a:custGeom>
              <a:avLst/>
              <a:gdLst/>
              <a:ahLst/>
              <a:cxnLst/>
              <a:rect l="l" t="t" r="r" b="b"/>
              <a:pathLst>
                <a:path w="29029" h="2250" extrusionOk="0">
                  <a:moveTo>
                    <a:pt x="0" y="0"/>
                  </a:moveTo>
                  <a:lnTo>
                    <a:pt x="2341" y="2250"/>
                  </a:lnTo>
                  <a:lnTo>
                    <a:pt x="26657" y="2250"/>
                  </a:lnTo>
                  <a:lnTo>
                    <a:pt x="2902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61" name="Google Shape;2261;p82"/>
          <p:cNvSpPr/>
          <p:nvPr/>
        </p:nvSpPr>
        <p:spPr>
          <a:xfrm>
            <a:off x="628140" y="1716869"/>
            <a:ext cx="2045145" cy="2827441"/>
          </a:xfrm>
          <a:custGeom>
            <a:avLst/>
            <a:gdLst/>
            <a:ahLst/>
            <a:cxnLst/>
            <a:rect l="l" t="t" r="r" b="b"/>
            <a:pathLst>
              <a:path w="61522" h="85055" extrusionOk="0">
                <a:moveTo>
                  <a:pt x="29163" y="0"/>
                </a:moveTo>
                <a:cubicBezTo>
                  <a:pt x="22955" y="0"/>
                  <a:pt x="16593" y="1804"/>
                  <a:pt x="12038" y="5891"/>
                </a:cubicBezTo>
                <a:cubicBezTo>
                  <a:pt x="7083" y="10389"/>
                  <a:pt x="4834" y="17988"/>
                  <a:pt x="7843" y="23915"/>
                </a:cubicBezTo>
                <a:cubicBezTo>
                  <a:pt x="9302" y="26833"/>
                  <a:pt x="11946" y="29295"/>
                  <a:pt x="12615" y="32487"/>
                </a:cubicBezTo>
                <a:cubicBezTo>
                  <a:pt x="13497" y="36530"/>
                  <a:pt x="11065" y="40481"/>
                  <a:pt x="8360" y="43673"/>
                </a:cubicBezTo>
                <a:cubicBezTo>
                  <a:pt x="5654" y="46864"/>
                  <a:pt x="2524" y="49934"/>
                  <a:pt x="1521" y="53946"/>
                </a:cubicBezTo>
                <a:cubicBezTo>
                  <a:pt x="1" y="59934"/>
                  <a:pt x="3770" y="65892"/>
                  <a:pt x="7387" y="71029"/>
                </a:cubicBezTo>
                <a:cubicBezTo>
                  <a:pt x="9332" y="73825"/>
                  <a:pt x="11308" y="76621"/>
                  <a:pt x="13253" y="79418"/>
                </a:cubicBezTo>
                <a:cubicBezTo>
                  <a:pt x="14135" y="80634"/>
                  <a:pt x="15016" y="81910"/>
                  <a:pt x="16202" y="82883"/>
                </a:cubicBezTo>
                <a:cubicBezTo>
                  <a:pt x="18002" y="84393"/>
                  <a:pt x="20328" y="85054"/>
                  <a:pt x="22723" y="85054"/>
                </a:cubicBezTo>
                <a:cubicBezTo>
                  <a:pt x="24859" y="85054"/>
                  <a:pt x="27048" y="84529"/>
                  <a:pt x="28968" y="83612"/>
                </a:cubicBezTo>
                <a:cubicBezTo>
                  <a:pt x="33011" y="81667"/>
                  <a:pt x="36111" y="78354"/>
                  <a:pt x="39090" y="75102"/>
                </a:cubicBezTo>
                <a:cubicBezTo>
                  <a:pt x="44804" y="68931"/>
                  <a:pt x="51005" y="62943"/>
                  <a:pt x="56233" y="56439"/>
                </a:cubicBezTo>
                <a:cubicBezTo>
                  <a:pt x="59850" y="52001"/>
                  <a:pt x="61522" y="44676"/>
                  <a:pt x="58361" y="39721"/>
                </a:cubicBezTo>
                <a:cubicBezTo>
                  <a:pt x="56962" y="37289"/>
                  <a:pt x="54743" y="35283"/>
                  <a:pt x="54075" y="32578"/>
                </a:cubicBezTo>
                <a:cubicBezTo>
                  <a:pt x="53284" y="29508"/>
                  <a:pt x="54683" y="26317"/>
                  <a:pt x="55139" y="23155"/>
                </a:cubicBezTo>
                <a:cubicBezTo>
                  <a:pt x="56020" y="17076"/>
                  <a:pt x="53193" y="10815"/>
                  <a:pt x="48482" y="6651"/>
                </a:cubicBezTo>
                <a:cubicBezTo>
                  <a:pt x="43771" y="2517"/>
                  <a:pt x="37418" y="389"/>
                  <a:pt x="31035" y="55"/>
                </a:cubicBezTo>
                <a:cubicBezTo>
                  <a:pt x="30414" y="19"/>
                  <a:pt x="29789" y="0"/>
                  <a:pt x="291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62" name="Google Shape;2262;p82"/>
          <p:cNvGrpSpPr/>
          <p:nvPr/>
        </p:nvGrpSpPr>
        <p:grpSpPr>
          <a:xfrm>
            <a:off x="587717" y="1826802"/>
            <a:ext cx="2329103" cy="2772624"/>
            <a:chOff x="587717" y="1826802"/>
            <a:chExt cx="2329103" cy="2772624"/>
          </a:xfrm>
        </p:grpSpPr>
        <p:sp>
          <p:nvSpPr>
            <p:cNvPr id="2263" name="Google Shape;2263;p82"/>
            <p:cNvSpPr/>
            <p:nvPr/>
          </p:nvSpPr>
          <p:spPr>
            <a:xfrm>
              <a:off x="1083861" y="2764473"/>
              <a:ext cx="1323683" cy="1666214"/>
            </a:xfrm>
            <a:custGeom>
              <a:avLst/>
              <a:gdLst/>
              <a:ahLst/>
              <a:cxnLst/>
              <a:rect l="l" t="t" r="r" b="b"/>
              <a:pathLst>
                <a:path w="39819" h="50123" extrusionOk="0">
                  <a:moveTo>
                    <a:pt x="13770" y="0"/>
                  </a:moveTo>
                  <a:lnTo>
                    <a:pt x="0" y="4286"/>
                  </a:lnTo>
                  <a:lnTo>
                    <a:pt x="1915" y="26596"/>
                  </a:lnTo>
                  <a:lnTo>
                    <a:pt x="0" y="50123"/>
                  </a:lnTo>
                  <a:lnTo>
                    <a:pt x="39819" y="50123"/>
                  </a:lnTo>
                  <a:lnTo>
                    <a:pt x="37934" y="26596"/>
                  </a:lnTo>
                  <a:lnTo>
                    <a:pt x="39819" y="4286"/>
                  </a:lnTo>
                  <a:lnTo>
                    <a:pt x="26110" y="0"/>
                  </a:lnTo>
                  <a:cubicBezTo>
                    <a:pt x="24438" y="1794"/>
                    <a:pt x="22189" y="2690"/>
                    <a:pt x="19940" y="2690"/>
                  </a:cubicBezTo>
                  <a:cubicBezTo>
                    <a:pt x="17691" y="2690"/>
                    <a:pt x="15441" y="1794"/>
                    <a:pt x="1377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82"/>
            <p:cNvSpPr/>
            <p:nvPr/>
          </p:nvSpPr>
          <p:spPr>
            <a:xfrm>
              <a:off x="743325" y="2908945"/>
              <a:ext cx="508278" cy="1174158"/>
            </a:xfrm>
            <a:custGeom>
              <a:avLst/>
              <a:gdLst/>
              <a:ahLst/>
              <a:cxnLst/>
              <a:rect l="l" t="t" r="r" b="b"/>
              <a:pathLst>
                <a:path w="15290" h="35321" extrusionOk="0">
                  <a:moveTo>
                    <a:pt x="10244" y="1"/>
                  </a:moveTo>
                  <a:cubicBezTo>
                    <a:pt x="7569" y="913"/>
                    <a:pt x="5563" y="3223"/>
                    <a:pt x="5077" y="6019"/>
                  </a:cubicBezTo>
                  <a:lnTo>
                    <a:pt x="1" y="34409"/>
                  </a:lnTo>
                  <a:lnTo>
                    <a:pt x="11126" y="35321"/>
                  </a:lnTo>
                  <a:lnTo>
                    <a:pt x="14804" y="15168"/>
                  </a:lnTo>
                  <a:cubicBezTo>
                    <a:pt x="15290" y="12524"/>
                    <a:pt x="14925" y="9819"/>
                    <a:pt x="13770" y="7387"/>
                  </a:cubicBezTo>
                  <a:lnTo>
                    <a:pt x="1024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82"/>
            <p:cNvSpPr/>
            <p:nvPr/>
          </p:nvSpPr>
          <p:spPr>
            <a:xfrm>
              <a:off x="2228666" y="2906951"/>
              <a:ext cx="626488" cy="1139786"/>
            </a:xfrm>
            <a:custGeom>
              <a:avLst/>
              <a:gdLst/>
              <a:ahLst/>
              <a:cxnLst/>
              <a:rect l="l" t="t" r="r" b="b"/>
              <a:pathLst>
                <a:path w="18846" h="34287" extrusionOk="0">
                  <a:moveTo>
                    <a:pt x="5381" y="0"/>
                  </a:moveTo>
                  <a:lnTo>
                    <a:pt x="1" y="7690"/>
                  </a:lnTo>
                  <a:lnTo>
                    <a:pt x="11247" y="34286"/>
                  </a:lnTo>
                  <a:lnTo>
                    <a:pt x="18846" y="30639"/>
                  </a:lnTo>
                  <a:lnTo>
                    <a:pt x="12828" y="8116"/>
                  </a:lnTo>
                  <a:cubicBezTo>
                    <a:pt x="11825" y="4347"/>
                    <a:pt x="9028" y="1337"/>
                    <a:pt x="538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82"/>
            <p:cNvSpPr/>
            <p:nvPr/>
          </p:nvSpPr>
          <p:spPr>
            <a:xfrm>
              <a:off x="1540580" y="2432048"/>
              <a:ext cx="410246" cy="421881"/>
            </a:xfrm>
            <a:custGeom>
              <a:avLst/>
              <a:gdLst/>
              <a:ahLst/>
              <a:cxnLst/>
              <a:rect l="l" t="t" r="r" b="b"/>
              <a:pathLst>
                <a:path w="12341" h="12691" extrusionOk="0">
                  <a:moveTo>
                    <a:pt x="517" y="0"/>
                  </a:moveTo>
                  <a:lnTo>
                    <a:pt x="0" y="10000"/>
                  </a:lnTo>
                  <a:cubicBezTo>
                    <a:pt x="1672" y="11794"/>
                    <a:pt x="3921" y="12690"/>
                    <a:pt x="6170" y="12690"/>
                  </a:cubicBezTo>
                  <a:cubicBezTo>
                    <a:pt x="8420" y="12690"/>
                    <a:pt x="10669" y="11794"/>
                    <a:pt x="12341" y="10000"/>
                  </a:cubicBezTo>
                  <a:lnTo>
                    <a:pt x="1179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82"/>
            <p:cNvSpPr/>
            <p:nvPr/>
          </p:nvSpPr>
          <p:spPr>
            <a:xfrm>
              <a:off x="1378888" y="2190542"/>
              <a:ext cx="204142" cy="205139"/>
            </a:xfrm>
            <a:custGeom>
              <a:avLst/>
              <a:gdLst/>
              <a:ahLst/>
              <a:cxnLst/>
              <a:rect l="l" t="t" r="r" b="b"/>
              <a:pathLst>
                <a:path w="6141" h="6171" extrusionOk="0">
                  <a:moveTo>
                    <a:pt x="3071" y="1"/>
                  </a:moveTo>
                  <a:cubicBezTo>
                    <a:pt x="1369" y="1"/>
                    <a:pt x="1" y="1399"/>
                    <a:pt x="1" y="3101"/>
                  </a:cubicBezTo>
                  <a:cubicBezTo>
                    <a:pt x="1" y="4803"/>
                    <a:pt x="1369" y="6171"/>
                    <a:pt x="3071" y="6171"/>
                  </a:cubicBezTo>
                  <a:cubicBezTo>
                    <a:pt x="4773" y="6171"/>
                    <a:pt x="6141" y="4803"/>
                    <a:pt x="6141" y="3101"/>
                  </a:cubicBezTo>
                  <a:cubicBezTo>
                    <a:pt x="6141" y="1399"/>
                    <a:pt x="4773" y="1"/>
                    <a:pt x="3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82"/>
            <p:cNvSpPr/>
            <p:nvPr/>
          </p:nvSpPr>
          <p:spPr>
            <a:xfrm>
              <a:off x="1422336" y="2234987"/>
              <a:ext cx="116249" cy="116249"/>
            </a:xfrm>
            <a:custGeom>
              <a:avLst/>
              <a:gdLst/>
              <a:ahLst/>
              <a:cxnLst/>
              <a:rect l="l" t="t" r="r" b="b"/>
              <a:pathLst>
                <a:path w="3497" h="3497" extrusionOk="0">
                  <a:moveTo>
                    <a:pt x="1764" y="1"/>
                  </a:moveTo>
                  <a:cubicBezTo>
                    <a:pt x="791" y="1"/>
                    <a:pt x="1" y="791"/>
                    <a:pt x="1" y="1764"/>
                  </a:cubicBezTo>
                  <a:cubicBezTo>
                    <a:pt x="1" y="2737"/>
                    <a:pt x="791" y="3496"/>
                    <a:pt x="1764" y="3496"/>
                  </a:cubicBezTo>
                  <a:cubicBezTo>
                    <a:pt x="2736" y="3496"/>
                    <a:pt x="3496" y="2737"/>
                    <a:pt x="3496" y="1764"/>
                  </a:cubicBezTo>
                  <a:cubicBezTo>
                    <a:pt x="3496" y="791"/>
                    <a:pt x="2736" y="1"/>
                    <a:pt x="17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82"/>
            <p:cNvSpPr/>
            <p:nvPr/>
          </p:nvSpPr>
          <p:spPr>
            <a:xfrm>
              <a:off x="1909372" y="2190542"/>
              <a:ext cx="204142" cy="205139"/>
            </a:xfrm>
            <a:custGeom>
              <a:avLst/>
              <a:gdLst/>
              <a:ahLst/>
              <a:cxnLst/>
              <a:rect l="l" t="t" r="r" b="b"/>
              <a:pathLst>
                <a:path w="6141" h="6171" extrusionOk="0">
                  <a:moveTo>
                    <a:pt x="3071" y="1"/>
                  </a:moveTo>
                  <a:cubicBezTo>
                    <a:pt x="1368" y="1"/>
                    <a:pt x="1" y="1399"/>
                    <a:pt x="1" y="3101"/>
                  </a:cubicBezTo>
                  <a:cubicBezTo>
                    <a:pt x="1" y="4803"/>
                    <a:pt x="1368" y="6171"/>
                    <a:pt x="3071" y="6171"/>
                  </a:cubicBezTo>
                  <a:cubicBezTo>
                    <a:pt x="4773" y="6171"/>
                    <a:pt x="6140" y="4803"/>
                    <a:pt x="6140" y="3101"/>
                  </a:cubicBezTo>
                  <a:cubicBezTo>
                    <a:pt x="6140" y="1399"/>
                    <a:pt x="4773" y="1"/>
                    <a:pt x="30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82"/>
            <p:cNvSpPr/>
            <p:nvPr/>
          </p:nvSpPr>
          <p:spPr>
            <a:xfrm>
              <a:off x="1952820" y="2234987"/>
              <a:ext cx="116249" cy="116249"/>
            </a:xfrm>
            <a:custGeom>
              <a:avLst/>
              <a:gdLst/>
              <a:ahLst/>
              <a:cxnLst/>
              <a:rect l="l" t="t" r="r" b="b"/>
              <a:pathLst>
                <a:path w="3497" h="3497" extrusionOk="0">
                  <a:moveTo>
                    <a:pt x="1764" y="1"/>
                  </a:moveTo>
                  <a:cubicBezTo>
                    <a:pt x="791" y="1"/>
                    <a:pt x="1" y="791"/>
                    <a:pt x="1" y="1764"/>
                  </a:cubicBezTo>
                  <a:cubicBezTo>
                    <a:pt x="1" y="2737"/>
                    <a:pt x="791" y="3496"/>
                    <a:pt x="1764" y="3496"/>
                  </a:cubicBezTo>
                  <a:cubicBezTo>
                    <a:pt x="2736" y="3496"/>
                    <a:pt x="3496" y="2737"/>
                    <a:pt x="3496" y="1764"/>
                  </a:cubicBezTo>
                  <a:cubicBezTo>
                    <a:pt x="3496" y="791"/>
                    <a:pt x="2736" y="1"/>
                    <a:pt x="17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82"/>
            <p:cNvSpPr/>
            <p:nvPr/>
          </p:nvSpPr>
          <p:spPr>
            <a:xfrm>
              <a:off x="1475890" y="1826802"/>
              <a:ext cx="537598" cy="473905"/>
            </a:xfrm>
            <a:custGeom>
              <a:avLst/>
              <a:gdLst/>
              <a:ahLst/>
              <a:cxnLst/>
              <a:rect l="l" t="t" r="r" b="b"/>
              <a:pathLst>
                <a:path w="16172" h="14256" extrusionOk="0">
                  <a:moveTo>
                    <a:pt x="8086" y="0"/>
                  </a:moveTo>
                  <a:cubicBezTo>
                    <a:pt x="3618" y="0"/>
                    <a:pt x="1" y="3617"/>
                    <a:pt x="1" y="8116"/>
                  </a:cubicBezTo>
                  <a:lnTo>
                    <a:pt x="1" y="12219"/>
                  </a:lnTo>
                  <a:cubicBezTo>
                    <a:pt x="1" y="12888"/>
                    <a:pt x="31" y="13587"/>
                    <a:pt x="92" y="14256"/>
                  </a:cubicBezTo>
                  <a:lnTo>
                    <a:pt x="578" y="13131"/>
                  </a:lnTo>
                  <a:cubicBezTo>
                    <a:pt x="1521" y="10912"/>
                    <a:pt x="1977" y="8602"/>
                    <a:pt x="1977" y="6292"/>
                  </a:cubicBezTo>
                  <a:lnTo>
                    <a:pt x="1977" y="4803"/>
                  </a:lnTo>
                  <a:cubicBezTo>
                    <a:pt x="1977" y="4261"/>
                    <a:pt x="2458" y="3841"/>
                    <a:pt x="3015" y="3841"/>
                  </a:cubicBezTo>
                  <a:cubicBezTo>
                    <a:pt x="3083" y="3841"/>
                    <a:pt x="3153" y="3847"/>
                    <a:pt x="3223" y="3860"/>
                  </a:cubicBezTo>
                  <a:cubicBezTo>
                    <a:pt x="4743" y="4195"/>
                    <a:pt x="7174" y="4681"/>
                    <a:pt x="8116" y="4681"/>
                  </a:cubicBezTo>
                  <a:cubicBezTo>
                    <a:pt x="9059" y="4681"/>
                    <a:pt x="11551" y="4195"/>
                    <a:pt x="13010" y="3860"/>
                  </a:cubicBezTo>
                  <a:cubicBezTo>
                    <a:pt x="13098" y="3841"/>
                    <a:pt x="13184" y="3831"/>
                    <a:pt x="13269" y="3831"/>
                  </a:cubicBezTo>
                  <a:cubicBezTo>
                    <a:pt x="13828" y="3831"/>
                    <a:pt x="14287" y="4248"/>
                    <a:pt x="14287" y="4803"/>
                  </a:cubicBezTo>
                  <a:lnTo>
                    <a:pt x="14287" y="6292"/>
                  </a:lnTo>
                  <a:cubicBezTo>
                    <a:pt x="14287" y="8602"/>
                    <a:pt x="14743" y="10912"/>
                    <a:pt x="15624" y="13131"/>
                  </a:cubicBezTo>
                  <a:lnTo>
                    <a:pt x="16050" y="14256"/>
                  </a:lnTo>
                  <a:cubicBezTo>
                    <a:pt x="16141" y="13587"/>
                    <a:pt x="16171" y="12888"/>
                    <a:pt x="16171" y="12219"/>
                  </a:cubicBezTo>
                  <a:lnTo>
                    <a:pt x="16171" y="8116"/>
                  </a:lnTo>
                  <a:cubicBezTo>
                    <a:pt x="16171" y="3617"/>
                    <a:pt x="12585" y="0"/>
                    <a:pt x="80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82"/>
            <p:cNvSpPr/>
            <p:nvPr/>
          </p:nvSpPr>
          <p:spPr>
            <a:xfrm>
              <a:off x="1482971" y="1952160"/>
              <a:ext cx="531514" cy="673992"/>
            </a:xfrm>
            <a:custGeom>
              <a:avLst/>
              <a:gdLst/>
              <a:ahLst/>
              <a:cxnLst/>
              <a:rect l="l" t="t" r="r" b="b"/>
              <a:pathLst>
                <a:path w="15989" h="20275" extrusionOk="0">
                  <a:moveTo>
                    <a:pt x="2803" y="1"/>
                  </a:moveTo>
                  <a:cubicBezTo>
                    <a:pt x="2259" y="1"/>
                    <a:pt x="1794" y="443"/>
                    <a:pt x="1794" y="1001"/>
                  </a:cubicBezTo>
                  <a:lnTo>
                    <a:pt x="1794" y="2460"/>
                  </a:lnTo>
                  <a:cubicBezTo>
                    <a:pt x="1794" y="4801"/>
                    <a:pt x="1338" y="7111"/>
                    <a:pt x="457" y="9330"/>
                  </a:cubicBezTo>
                  <a:lnTo>
                    <a:pt x="1" y="10454"/>
                  </a:lnTo>
                  <a:cubicBezTo>
                    <a:pt x="244" y="12400"/>
                    <a:pt x="730" y="14254"/>
                    <a:pt x="1551" y="16047"/>
                  </a:cubicBezTo>
                  <a:cubicBezTo>
                    <a:pt x="2523" y="18114"/>
                    <a:pt x="4408" y="19725"/>
                    <a:pt x="6657" y="20151"/>
                  </a:cubicBezTo>
                  <a:cubicBezTo>
                    <a:pt x="7101" y="20234"/>
                    <a:pt x="7544" y="20275"/>
                    <a:pt x="7981" y="20275"/>
                  </a:cubicBezTo>
                  <a:cubicBezTo>
                    <a:pt x="10716" y="20275"/>
                    <a:pt x="13225" y="18689"/>
                    <a:pt x="14378" y="16199"/>
                  </a:cubicBezTo>
                  <a:lnTo>
                    <a:pt x="14439" y="16047"/>
                  </a:lnTo>
                  <a:cubicBezTo>
                    <a:pt x="15229" y="14254"/>
                    <a:pt x="15776" y="12400"/>
                    <a:pt x="15989" y="10454"/>
                  </a:cubicBezTo>
                  <a:lnTo>
                    <a:pt x="15442" y="9330"/>
                  </a:lnTo>
                  <a:cubicBezTo>
                    <a:pt x="14560" y="7141"/>
                    <a:pt x="14104" y="4831"/>
                    <a:pt x="14104" y="2460"/>
                  </a:cubicBezTo>
                  <a:lnTo>
                    <a:pt x="14104" y="1001"/>
                  </a:lnTo>
                  <a:cubicBezTo>
                    <a:pt x="14104" y="446"/>
                    <a:pt x="13596" y="17"/>
                    <a:pt x="13022" y="17"/>
                  </a:cubicBezTo>
                  <a:cubicBezTo>
                    <a:pt x="12968" y="17"/>
                    <a:pt x="12913" y="21"/>
                    <a:pt x="12858" y="29"/>
                  </a:cubicBezTo>
                  <a:cubicBezTo>
                    <a:pt x="11338" y="393"/>
                    <a:pt x="8907" y="880"/>
                    <a:pt x="7934" y="880"/>
                  </a:cubicBezTo>
                  <a:cubicBezTo>
                    <a:pt x="6992" y="880"/>
                    <a:pt x="4530" y="393"/>
                    <a:pt x="3040" y="29"/>
                  </a:cubicBezTo>
                  <a:cubicBezTo>
                    <a:pt x="2960" y="10"/>
                    <a:pt x="2881" y="1"/>
                    <a:pt x="28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82"/>
            <p:cNvSpPr/>
            <p:nvPr/>
          </p:nvSpPr>
          <p:spPr>
            <a:xfrm>
              <a:off x="1624418" y="3155605"/>
              <a:ext cx="579018" cy="356692"/>
            </a:xfrm>
            <a:custGeom>
              <a:avLst/>
              <a:gdLst/>
              <a:ahLst/>
              <a:cxnLst/>
              <a:rect l="l" t="t" r="r" b="b"/>
              <a:pathLst>
                <a:path w="17418" h="10730" extrusionOk="0">
                  <a:moveTo>
                    <a:pt x="10021" y="0"/>
                  </a:moveTo>
                  <a:cubicBezTo>
                    <a:pt x="8973" y="0"/>
                    <a:pt x="7881" y="165"/>
                    <a:pt x="6810" y="544"/>
                  </a:cubicBezTo>
                  <a:cubicBezTo>
                    <a:pt x="2433" y="2095"/>
                    <a:pt x="1" y="6624"/>
                    <a:pt x="761" y="8751"/>
                  </a:cubicBezTo>
                  <a:cubicBezTo>
                    <a:pt x="1222" y="10043"/>
                    <a:pt x="2950" y="10730"/>
                    <a:pt x="5209" y="10730"/>
                  </a:cubicBezTo>
                  <a:cubicBezTo>
                    <a:pt x="6671" y="10730"/>
                    <a:pt x="8355" y="10443"/>
                    <a:pt x="10062" y="9846"/>
                  </a:cubicBezTo>
                  <a:cubicBezTo>
                    <a:pt x="14439" y="8326"/>
                    <a:pt x="17418" y="5347"/>
                    <a:pt x="16658" y="3219"/>
                  </a:cubicBezTo>
                  <a:cubicBezTo>
                    <a:pt x="16084" y="1567"/>
                    <a:pt x="13256" y="0"/>
                    <a:pt x="100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82"/>
            <p:cNvSpPr/>
            <p:nvPr/>
          </p:nvSpPr>
          <p:spPr>
            <a:xfrm>
              <a:off x="1608262" y="3162951"/>
              <a:ext cx="582276" cy="329633"/>
            </a:xfrm>
            <a:custGeom>
              <a:avLst/>
              <a:gdLst/>
              <a:ahLst/>
              <a:cxnLst/>
              <a:rect l="l" t="t" r="r" b="b"/>
              <a:pathLst>
                <a:path w="17516" h="9916" extrusionOk="0">
                  <a:moveTo>
                    <a:pt x="14876" y="0"/>
                  </a:moveTo>
                  <a:cubicBezTo>
                    <a:pt x="14621" y="0"/>
                    <a:pt x="14401" y="20"/>
                    <a:pt x="14256" y="50"/>
                  </a:cubicBezTo>
                  <a:cubicBezTo>
                    <a:pt x="12220" y="415"/>
                    <a:pt x="10214" y="779"/>
                    <a:pt x="8238" y="1357"/>
                  </a:cubicBezTo>
                  <a:cubicBezTo>
                    <a:pt x="5928" y="2026"/>
                    <a:pt x="3618" y="3059"/>
                    <a:pt x="1672" y="4548"/>
                  </a:cubicBezTo>
                  <a:cubicBezTo>
                    <a:pt x="1216" y="4913"/>
                    <a:pt x="761" y="5308"/>
                    <a:pt x="457" y="5795"/>
                  </a:cubicBezTo>
                  <a:cubicBezTo>
                    <a:pt x="153" y="6281"/>
                    <a:pt x="1" y="6950"/>
                    <a:pt x="153" y="7497"/>
                  </a:cubicBezTo>
                  <a:cubicBezTo>
                    <a:pt x="325" y="8072"/>
                    <a:pt x="824" y="8566"/>
                    <a:pt x="1341" y="8566"/>
                  </a:cubicBezTo>
                  <a:cubicBezTo>
                    <a:pt x="1370" y="8566"/>
                    <a:pt x="1400" y="8564"/>
                    <a:pt x="1429" y="8561"/>
                  </a:cubicBezTo>
                  <a:cubicBezTo>
                    <a:pt x="2037" y="8530"/>
                    <a:pt x="2584" y="7953"/>
                    <a:pt x="3192" y="7953"/>
                  </a:cubicBezTo>
                  <a:cubicBezTo>
                    <a:pt x="3800" y="7953"/>
                    <a:pt x="4317" y="8500"/>
                    <a:pt x="4773" y="8986"/>
                  </a:cubicBezTo>
                  <a:cubicBezTo>
                    <a:pt x="5157" y="9426"/>
                    <a:pt x="5666" y="9915"/>
                    <a:pt x="6232" y="9915"/>
                  </a:cubicBezTo>
                  <a:cubicBezTo>
                    <a:pt x="6292" y="9915"/>
                    <a:pt x="6353" y="9910"/>
                    <a:pt x="6414" y="9898"/>
                  </a:cubicBezTo>
                  <a:cubicBezTo>
                    <a:pt x="7022" y="9807"/>
                    <a:pt x="7417" y="9169"/>
                    <a:pt x="7721" y="8621"/>
                  </a:cubicBezTo>
                  <a:cubicBezTo>
                    <a:pt x="8025" y="8044"/>
                    <a:pt x="8451" y="7436"/>
                    <a:pt x="9089" y="7436"/>
                  </a:cubicBezTo>
                  <a:cubicBezTo>
                    <a:pt x="9678" y="7436"/>
                    <a:pt x="10216" y="8058"/>
                    <a:pt x="10797" y="8058"/>
                  </a:cubicBezTo>
                  <a:cubicBezTo>
                    <a:pt x="10845" y="8058"/>
                    <a:pt x="10894" y="8053"/>
                    <a:pt x="10943" y="8044"/>
                  </a:cubicBezTo>
                  <a:cubicBezTo>
                    <a:pt x="11399" y="7953"/>
                    <a:pt x="11673" y="7497"/>
                    <a:pt x="11855" y="7041"/>
                  </a:cubicBezTo>
                  <a:cubicBezTo>
                    <a:pt x="12037" y="6585"/>
                    <a:pt x="12189" y="6099"/>
                    <a:pt x="12584" y="5825"/>
                  </a:cubicBezTo>
                  <a:cubicBezTo>
                    <a:pt x="12821" y="5651"/>
                    <a:pt x="13108" y="5601"/>
                    <a:pt x="13409" y="5601"/>
                  </a:cubicBezTo>
                  <a:cubicBezTo>
                    <a:pt x="13687" y="5601"/>
                    <a:pt x="13979" y="5644"/>
                    <a:pt x="14256" y="5673"/>
                  </a:cubicBezTo>
                  <a:cubicBezTo>
                    <a:pt x="14435" y="5701"/>
                    <a:pt x="14622" y="5721"/>
                    <a:pt x="14805" y="5721"/>
                  </a:cubicBezTo>
                  <a:cubicBezTo>
                    <a:pt x="15215" y="5721"/>
                    <a:pt x="15606" y="5623"/>
                    <a:pt x="15837" y="5308"/>
                  </a:cubicBezTo>
                  <a:cubicBezTo>
                    <a:pt x="16414" y="4579"/>
                    <a:pt x="15685" y="3333"/>
                    <a:pt x="16232" y="2573"/>
                  </a:cubicBezTo>
                  <a:cubicBezTo>
                    <a:pt x="16475" y="2147"/>
                    <a:pt x="17053" y="1965"/>
                    <a:pt x="17174" y="1509"/>
                  </a:cubicBezTo>
                  <a:cubicBezTo>
                    <a:pt x="17515" y="316"/>
                    <a:pt x="15905" y="0"/>
                    <a:pt x="148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82"/>
            <p:cNvSpPr/>
            <p:nvPr/>
          </p:nvSpPr>
          <p:spPr>
            <a:xfrm>
              <a:off x="1584028" y="3038358"/>
              <a:ext cx="578985" cy="355728"/>
            </a:xfrm>
            <a:custGeom>
              <a:avLst/>
              <a:gdLst/>
              <a:ahLst/>
              <a:cxnLst/>
              <a:rect l="l" t="t" r="r" b="b"/>
              <a:pathLst>
                <a:path w="17417" h="10701" extrusionOk="0">
                  <a:moveTo>
                    <a:pt x="9973" y="0"/>
                  </a:moveTo>
                  <a:cubicBezTo>
                    <a:pt x="8939" y="0"/>
                    <a:pt x="7864" y="156"/>
                    <a:pt x="6809" y="515"/>
                  </a:cubicBezTo>
                  <a:cubicBezTo>
                    <a:pt x="2432" y="2065"/>
                    <a:pt x="0" y="6594"/>
                    <a:pt x="760" y="8722"/>
                  </a:cubicBezTo>
                  <a:cubicBezTo>
                    <a:pt x="1221" y="10014"/>
                    <a:pt x="2949" y="10701"/>
                    <a:pt x="5215" y="10701"/>
                  </a:cubicBezTo>
                  <a:cubicBezTo>
                    <a:pt x="6681" y="10701"/>
                    <a:pt x="8372" y="10413"/>
                    <a:pt x="10092" y="9816"/>
                  </a:cubicBezTo>
                  <a:cubicBezTo>
                    <a:pt x="14438" y="8296"/>
                    <a:pt x="17417" y="5287"/>
                    <a:pt x="16657" y="3160"/>
                  </a:cubicBezTo>
                  <a:cubicBezTo>
                    <a:pt x="16080" y="1545"/>
                    <a:pt x="13228" y="0"/>
                    <a:pt x="99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82"/>
            <p:cNvSpPr/>
            <p:nvPr/>
          </p:nvSpPr>
          <p:spPr>
            <a:xfrm>
              <a:off x="1538552" y="3052453"/>
              <a:ext cx="616382" cy="317998"/>
            </a:xfrm>
            <a:custGeom>
              <a:avLst/>
              <a:gdLst/>
              <a:ahLst/>
              <a:cxnLst/>
              <a:rect l="l" t="t" r="r" b="b"/>
              <a:pathLst>
                <a:path w="18542" h="9566" extrusionOk="0">
                  <a:moveTo>
                    <a:pt x="15320" y="0"/>
                  </a:moveTo>
                  <a:cubicBezTo>
                    <a:pt x="12858" y="30"/>
                    <a:pt x="10456" y="669"/>
                    <a:pt x="8177" y="1641"/>
                  </a:cubicBezTo>
                  <a:cubicBezTo>
                    <a:pt x="6292" y="2401"/>
                    <a:pt x="4499" y="3374"/>
                    <a:pt x="2706" y="4377"/>
                  </a:cubicBezTo>
                  <a:cubicBezTo>
                    <a:pt x="1946" y="4742"/>
                    <a:pt x="0" y="6505"/>
                    <a:pt x="1216" y="7417"/>
                  </a:cubicBezTo>
                  <a:cubicBezTo>
                    <a:pt x="1398" y="7556"/>
                    <a:pt x="1618" y="7580"/>
                    <a:pt x="1848" y="7580"/>
                  </a:cubicBezTo>
                  <a:cubicBezTo>
                    <a:pt x="1968" y="7580"/>
                    <a:pt x="2091" y="7574"/>
                    <a:pt x="2212" y="7574"/>
                  </a:cubicBezTo>
                  <a:cubicBezTo>
                    <a:pt x="2362" y="7574"/>
                    <a:pt x="2509" y="7584"/>
                    <a:pt x="2645" y="7629"/>
                  </a:cubicBezTo>
                  <a:cubicBezTo>
                    <a:pt x="3496" y="7903"/>
                    <a:pt x="3739" y="9301"/>
                    <a:pt x="4651" y="9544"/>
                  </a:cubicBezTo>
                  <a:cubicBezTo>
                    <a:pt x="4719" y="9559"/>
                    <a:pt x="4786" y="9565"/>
                    <a:pt x="4852" y="9565"/>
                  </a:cubicBezTo>
                  <a:cubicBezTo>
                    <a:pt x="5342" y="9565"/>
                    <a:pt x="5765" y="9190"/>
                    <a:pt x="6140" y="8815"/>
                  </a:cubicBezTo>
                  <a:cubicBezTo>
                    <a:pt x="6505" y="8389"/>
                    <a:pt x="6961" y="7903"/>
                    <a:pt x="7538" y="7872"/>
                  </a:cubicBezTo>
                  <a:cubicBezTo>
                    <a:pt x="7560" y="7871"/>
                    <a:pt x="7581" y="7870"/>
                    <a:pt x="7602" y="7870"/>
                  </a:cubicBezTo>
                  <a:cubicBezTo>
                    <a:pt x="8037" y="7870"/>
                    <a:pt x="8469" y="8157"/>
                    <a:pt x="8845" y="8389"/>
                  </a:cubicBezTo>
                  <a:cubicBezTo>
                    <a:pt x="9129" y="8551"/>
                    <a:pt x="9467" y="8686"/>
                    <a:pt x="9769" y="8686"/>
                  </a:cubicBezTo>
                  <a:cubicBezTo>
                    <a:pt x="9919" y="8686"/>
                    <a:pt x="10061" y="8653"/>
                    <a:pt x="10183" y="8572"/>
                  </a:cubicBezTo>
                  <a:cubicBezTo>
                    <a:pt x="10760" y="8268"/>
                    <a:pt x="10760" y="7386"/>
                    <a:pt x="11247" y="6961"/>
                  </a:cubicBezTo>
                  <a:cubicBezTo>
                    <a:pt x="11461" y="6784"/>
                    <a:pt x="11708" y="6717"/>
                    <a:pt x="11966" y="6717"/>
                  </a:cubicBezTo>
                  <a:cubicBezTo>
                    <a:pt x="12329" y="6717"/>
                    <a:pt x="12715" y="6849"/>
                    <a:pt x="13070" y="6991"/>
                  </a:cubicBezTo>
                  <a:cubicBezTo>
                    <a:pt x="13494" y="7139"/>
                    <a:pt x="13963" y="7332"/>
                    <a:pt x="14382" y="7332"/>
                  </a:cubicBezTo>
                  <a:cubicBezTo>
                    <a:pt x="14565" y="7332"/>
                    <a:pt x="14738" y="7296"/>
                    <a:pt x="14894" y="7204"/>
                  </a:cubicBezTo>
                  <a:cubicBezTo>
                    <a:pt x="15472" y="6900"/>
                    <a:pt x="15593" y="6110"/>
                    <a:pt x="15624" y="5471"/>
                  </a:cubicBezTo>
                  <a:cubicBezTo>
                    <a:pt x="15654" y="4833"/>
                    <a:pt x="15745" y="4073"/>
                    <a:pt x="16232" y="3647"/>
                  </a:cubicBezTo>
                  <a:cubicBezTo>
                    <a:pt x="16718" y="3252"/>
                    <a:pt x="17478" y="3404"/>
                    <a:pt x="17995" y="3040"/>
                  </a:cubicBezTo>
                  <a:cubicBezTo>
                    <a:pt x="18451" y="2705"/>
                    <a:pt x="18542" y="1976"/>
                    <a:pt x="18329" y="1398"/>
                  </a:cubicBezTo>
                  <a:cubicBezTo>
                    <a:pt x="18086" y="821"/>
                    <a:pt x="17569" y="456"/>
                    <a:pt x="17022" y="213"/>
                  </a:cubicBezTo>
                  <a:cubicBezTo>
                    <a:pt x="16475" y="30"/>
                    <a:pt x="15897" y="0"/>
                    <a:pt x="153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82"/>
            <p:cNvSpPr/>
            <p:nvPr/>
          </p:nvSpPr>
          <p:spPr>
            <a:xfrm>
              <a:off x="1543605" y="2926630"/>
              <a:ext cx="579018" cy="356027"/>
            </a:xfrm>
            <a:custGeom>
              <a:avLst/>
              <a:gdLst/>
              <a:ahLst/>
              <a:cxnLst/>
              <a:rect l="l" t="t" r="r" b="b"/>
              <a:pathLst>
                <a:path w="17418" h="10710" extrusionOk="0">
                  <a:moveTo>
                    <a:pt x="10027" y="1"/>
                  </a:moveTo>
                  <a:cubicBezTo>
                    <a:pt x="8978" y="1"/>
                    <a:pt x="7884" y="162"/>
                    <a:pt x="6809" y="533"/>
                  </a:cubicBezTo>
                  <a:cubicBezTo>
                    <a:pt x="2432" y="2083"/>
                    <a:pt x="0" y="6612"/>
                    <a:pt x="760" y="8739"/>
                  </a:cubicBezTo>
                  <a:cubicBezTo>
                    <a:pt x="1224" y="10018"/>
                    <a:pt x="2964" y="10710"/>
                    <a:pt x="5238" y="10710"/>
                  </a:cubicBezTo>
                  <a:cubicBezTo>
                    <a:pt x="6693" y="10710"/>
                    <a:pt x="8365" y="10427"/>
                    <a:pt x="10061" y="9834"/>
                  </a:cubicBezTo>
                  <a:cubicBezTo>
                    <a:pt x="14438" y="8314"/>
                    <a:pt x="17417" y="5305"/>
                    <a:pt x="16657" y="3177"/>
                  </a:cubicBezTo>
                  <a:cubicBezTo>
                    <a:pt x="16106" y="1546"/>
                    <a:pt x="13278" y="1"/>
                    <a:pt x="1002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82"/>
            <p:cNvSpPr/>
            <p:nvPr/>
          </p:nvSpPr>
          <p:spPr>
            <a:xfrm>
              <a:off x="1766895" y="2971907"/>
              <a:ext cx="31381" cy="19613"/>
            </a:xfrm>
            <a:custGeom>
              <a:avLst/>
              <a:gdLst/>
              <a:ahLst/>
              <a:cxnLst/>
              <a:rect l="l" t="t" r="r" b="b"/>
              <a:pathLst>
                <a:path w="944" h="590" extrusionOk="0">
                  <a:moveTo>
                    <a:pt x="650" y="1"/>
                  </a:moveTo>
                  <a:cubicBezTo>
                    <a:pt x="574" y="1"/>
                    <a:pt x="487" y="18"/>
                    <a:pt x="396" y="52"/>
                  </a:cubicBezTo>
                  <a:cubicBezTo>
                    <a:pt x="153" y="113"/>
                    <a:pt x="1" y="295"/>
                    <a:pt x="31" y="447"/>
                  </a:cubicBezTo>
                  <a:cubicBezTo>
                    <a:pt x="69" y="542"/>
                    <a:pt x="178" y="590"/>
                    <a:pt x="314" y="590"/>
                  </a:cubicBezTo>
                  <a:cubicBezTo>
                    <a:pt x="396" y="590"/>
                    <a:pt x="487" y="573"/>
                    <a:pt x="578" y="538"/>
                  </a:cubicBezTo>
                  <a:cubicBezTo>
                    <a:pt x="791" y="478"/>
                    <a:pt x="943" y="295"/>
                    <a:pt x="913" y="143"/>
                  </a:cubicBezTo>
                  <a:cubicBezTo>
                    <a:pt x="875" y="48"/>
                    <a:pt x="777" y="1"/>
                    <a:pt x="650" y="1"/>
                  </a:cubicBezTo>
                  <a:close/>
                </a:path>
              </a:pathLst>
            </a:custGeom>
            <a:solidFill>
              <a:srgbClr val="F5D8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82"/>
            <p:cNvSpPr/>
            <p:nvPr/>
          </p:nvSpPr>
          <p:spPr>
            <a:xfrm>
              <a:off x="1814398" y="3014590"/>
              <a:ext cx="32378" cy="19646"/>
            </a:xfrm>
            <a:custGeom>
              <a:avLst/>
              <a:gdLst/>
              <a:ahLst/>
              <a:cxnLst/>
              <a:rect l="l" t="t" r="r" b="b"/>
              <a:pathLst>
                <a:path w="974" h="591" extrusionOk="0">
                  <a:moveTo>
                    <a:pt x="631" y="1"/>
                  </a:moveTo>
                  <a:cubicBezTo>
                    <a:pt x="558" y="1"/>
                    <a:pt x="477" y="14"/>
                    <a:pt x="396" y="45"/>
                  </a:cubicBezTo>
                  <a:cubicBezTo>
                    <a:pt x="152" y="136"/>
                    <a:pt x="0" y="318"/>
                    <a:pt x="61" y="440"/>
                  </a:cubicBezTo>
                  <a:cubicBezTo>
                    <a:pt x="82" y="544"/>
                    <a:pt x="202" y="591"/>
                    <a:pt x="354" y="591"/>
                  </a:cubicBezTo>
                  <a:cubicBezTo>
                    <a:pt x="424" y="591"/>
                    <a:pt x="501" y="581"/>
                    <a:pt x="578" y="561"/>
                  </a:cubicBezTo>
                  <a:cubicBezTo>
                    <a:pt x="821" y="470"/>
                    <a:pt x="973" y="288"/>
                    <a:pt x="912" y="136"/>
                  </a:cubicBezTo>
                  <a:cubicBezTo>
                    <a:pt x="892" y="55"/>
                    <a:pt x="777" y="1"/>
                    <a:pt x="631" y="1"/>
                  </a:cubicBezTo>
                  <a:close/>
                </a:path>
              </a:pathLst>
            </a:custGeom>
            <a:solidFill>
              <a:srgbClr val="F5D8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82"/>
            <p:cNvSpPr/>
            <p:nvPr/>
          </p:nvSpPr>
          <p:spPr>
            <a:xfrm>
              <a:off x="1717397" y="3036596"/>
              <a:ext cx="32378" cy="19347"/>
            </a:xfrm>
            <a:custGeom>
              <a:avLst/>
              <a:gdLst/>
              <a:ahLst/>
              <a:cxnLst/>
              <a:rect l="l" t="t" r="r" b="b"/>
              <a:pathLst>
                <a:path w="974" h="582" extrusionOk="0">
                  <a:moveTo>
                    <a:pt x="650" y="0"/>
                  </a:moveTo>
                  <a:cubicBezTo>
                    <a:pt x="574" y="0"/>
                    <a:pt x="487" y="17"/>
                    <a:pt x="396" y="51"/>
                  </a:cubicBezTo>
                  <a:cubicBezTo>
                    <a:pt x="152" y="112"/>
                    <a:pt x="0" y="295"/>
                    <a:pt x="61" y="447"/>
                  </a:cubicBezTo>
                  <a:cubicBezTo>
                    <a:pt x="81" y="528"/>
                    <a:pt x="196" y="582"/>
                    <a:pt x="343" y="582"/>
                  </a:cubicBezTo>
                  <a:cubicBezTo>
                    <a:pt x="416" y="582"/>
                    <a:pt x="497" y="568"/>
                    <a:pt x="578" y="538"/>
                  </a:cubicBezTo>
                  <a:cubicBezTo>
                    <a:pt x="821" y="447"/>
                    <a:pt x="973" y="295"/>
                    <a:pt x="912" y="143"/>
                  </a:cubicBezTo>
                  <a:cubicBezTo>
                    <a:pt x="874" y="48"/>
                    <a:pt x="777" y="0"/>
                    <a:pt x="650" y="0"/>
                  </a:cubicBezTo>
                  <a:close/>
                </a:path>
              </a:pathLst>
            </a:custGeom>
            <a:solidFill>
              <a:srgbClr val="F5D8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82"/>
            <p:cNvSpPr/>
            <p:nvPr/>
          </p:nvSpPr>
          <p:spPr>
            <a:xfrm>
              <a:off x="1859874" y="2966854"/>
              <a:ext cx="32345" cy="19613"/>
            </a:xfrm>
            <a:custGeom>
              <a:avLst/>
              <a:gdLst/>
              <a:ahLst/>
              <a:cxnLst/>
              <a:rect l="l" t="t" r="r" b="b"/>
              <a:pathLst>
                <a:path w="973" h="590" extrusionOk="0">
                  <a:moveTo>
                    <a:pt x="658" y="1"/>
                  </a:moveTo>
                  <a:cubicBezTo>
                    <a:pt x="578" y="1"/>
                    <a:pt x="487" y="18"/>
                    <a:pt x="395" y="52"/>
                  </a:cubicBezTo>
                  <a:cubicBezTo>
                    <a:pt x="152" y="113"/>
                    <a:pt x="0" y="295"/>
                    <a:pt x="61" y="447"/>
                  </a:cubicBezTo>
                  <a:cubicBezTo>
                    <a:pt x="80" y="542"/>
                    <a:pt x="182" y="590"/>
                    <a:pt x="315" y="590"/>
                  </a:cubicBezTo>
                  <a:cubicBezTo>
                    <a:pt x="395" y="590"/>
                    <a:pt x="487" y="573"/>
                    <a:pt x="578" y="539"/>
                  </a:cubicBezTo>
                  <a:cubicBezTo>
                    <a:pt x="821" y="478"/>
                    <a:pt x="973" y="295"/>
                    <a:pt x="912" y="143"/>
                  </a:cubicBezTo>
                  <a:cubicBezTo>
                    <a:pt x="893" y="48"/>
                    <a:pt x="791" y="1"/>
                    <a:pt x="658" y="1"/>
                  </a:cubicBezTo>
                  <a:close/>
                </a:path>
              </a:pathLst>
            </a:custGeom>
            <a:solidFill>
              <a:srgbClr val="F5D8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82"/>
            <p:cNvSpPr/>
            <p:nvPr/>
          </p:nvSpPr>
          <p:spPr>
            <a:xfrm>
              <a:off x="1260678" y="3159527"/>
              <a:ext cx="319327" cy="448674"/>
            </a:xfrm>
            <a:custGeom>
              <a:avLst/>
              <a:gdLst/>
              <a:ahLst/>
              <a:cxnLst/>
              <a:rect l="l" t="t" r="r" b="b"/>
              <a:pathLst>
                <a:path w="9606" h="13497" extrusionOk="0">
                  <a:moveTo>
                    <a:pt x="4013" y="1"/>
                  </a:moveTo>
                  <a:lnTo>
                    <a:pt x="2584" y="7114"/>
                  </a:lnTo>
                  <a:lnTo>
                    <a:pt x="1" y="10183"/>
                  </a:lnTo>
                  <a:lnTo>
                    <a:pt x="4408" y="13497"/>
                  </a:lnTo>
                  <a:lnTo>
                    <a:pt x="6232" y="10183"/>
                  </a:lnTo>
                  <a:cubicBezTo>
                    <a:pt x="7539" y="9667"/>
                    <a:pt x="8451" y="8572"/>
                    <a:pt x="8754" y="7205"/>
                  </a:cubicBezTo>
                  <a:lnTo>
                    <a:pt x="9606" y="3314"/>
                  </a:lnTo>
                  <a:lnTo>
                    <a:pt x="4013" y="1"/>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82"/>
            <p:cNvSpPr/>
            <p:nvPr/>
          </p:nvSpPr>
          <p:spPr>
            <a:xfrm>
              <a:off x="714038" y="3471774"/>
              <a:ext cx="738648" cy="831395"/>
            </a:xfrm>
            <a:custGeom>
              <a:avLst/>
              <a:gdLst/>
              <a:ahLst/>
              <a:cxnLst/>
              <a:rect l="l" t="t" r="r" b="b"/>
              <a:pathLst>
                <a:path w="22220" h="25010" extrusionOk="0">
                  <a:moveTo>
                    <a:pt x="15289" y="0"/>
                  </a:moveTo>
                  <a:lnTo>
                    <a:pt x="12159" y="4377"/>
                  </a:lnTo>
                  <a:cubicBezTo>
                    <a:pt x="10609" y="4711"/>
                    <a:pt x="9210" y="5593"/>
                    <a:pt x="8207" y="6870"/>
                  </a:cubicBezTo>
                  <a:lnTo>
                    <a:pt x="2067" y="14894"/>
                  </a:lnTo>
                  <a:cubicBezTo>
                    <a:pt x="0" y="17569"/>
                    <a:pt x="426" y="21368"/>
                    <a:pt x="2979" y="23526"/>
                  </a:cubicBezTo>
                  <a:cubicBezTo>
                    <a:pt x="4156" y="24526"/>
                    <a:pt x="5591" y="25009"/>
                    <a:pt x="7015" y="25009"/>
                  </a:cubicBezTo>
                  <a:cubicBezTo>
                    <a:pt x="9010" y="25009"/>
                    <a:pt x="10983" y="24059"/>
                    <a:pt x="12189" y="22250"/>
                  </a:cubicBezTo>
                  <a:lnTo>
                    <a:pt x="17904" y="13891"/>
                  </a:lnTo>
                  <a:cubicBezTo>
                    <a:pt x="18663" y="12766"/>
                    <a:pt x="19089" y="11429"/>
                    <a:pt x="19089" y="10092"/>
                  </a:cubicBezTo>
                  <a:lnTo>
                    <a:pt x="19089" y="9484"/>
                  </a:lnTo>
                  <a:lnTo>
                    <a:pt x="22220" y="5167"/>
                  </a:lnTo>
                  <a:lnTo>
                    <a:pt x="1528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82"/>
            <p:cNvSpPr/>
            <p:nvPr/>
          </p:nvSpPr>
          <p:spPr>
            <a:xfrm>
              <a:off x="1435467" y="3062792"/>
              <a:ext cx="212253" cy="131142"/>
            </a:xfrm>
            <a:custGeom>
              <a:avLst/>
              <a:gdLst/>
              <a:ahLst/>
              <a:cxnLst/>
              <a:rect l="l" t="t" r="r" b="b"/>
              <a:pathLst>
                <a:path w="6385" h="3945" extrusionOk="0">
                  <a:moveTo>
                    <a:pt x="5694" y="1"/>
                  </a:moveTo>
                  <a:cubicBezTo>
                    <a:pt x="4788" y="1"/>
                    <a:pt x="3851" y="191"/>
                    <a:pt x="3041" y="570"/>
                  </a:cubicBezTo>
                  <a:cubicBezTo>
                    <a:pt x="1673" y="1178"/>
                    <a:pt x="609" y="2303"/>
                    <a:pt x="1" y="3671"/>
                  </a:cubicBezTo>
                  <a:lnTo>
                    <a:pt x="427" y="3944"/>
                  </a:lnTo>
                  <a:cubicBezTo>
                    <a:pt x="822" y="3063"/>
                    <a:pt x="1582" y="2303"/>
                    <a:pt x="2463" y="1877"/>
                  </a:cubicBezTo>
                  <a:cubicBezTo>
                    <a:pt x="3709" y="1330"/>
                    <a:pt x="5047" y="814"/>
                    <a:pt x="6384" y="449"/>
                  </a:cubicBezTo>
                  <a:cubicBezTo>
                    <a:pt x="6384" y="297"/>
                    <a:pt x="6354" y="145"/>
                    <a:pt x="6232" y="23"/>
                  </a:cubicBezTo>
                  <a:cubicBezTo>
                    <a:pt x="6055" y="8"/>
                    <a:pt x="5875" y="1"/>
                    <a:pt x="5694" y="1"/>
                  </a:cubicBezTo>
                  <a:close/>
                </a:path>
              </a:pathLst>
            </a:custGeom>
            <a:solidFill>
              <a:srgbClr val="A64F5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82"/>
            <p:cNvSpPr/>
            <p:nvPr/>
          </p:nvSpPr>
          <p:spPr>
            <a:xfrm>
              <a:off x="1394047" y="3045373"/>
              <a:ext cx="249618" cy="139452"/>
            </a:xfrm>
            <a:custGeom>
              <a:avLst/>
              <a:gdLst/>
              <a:ahLst/>
              <a:cxnLst/>
              <a:rect l="l" t="t" r="r" b="b"/>
              <a:pathLst>
                <a:path w="7509" h="4195" extrusionOk="0">
                  <a:moveTo>
                    <a:pt x="5989" y="0"/>
                  </a:moveTo>
                  <a:cubicBezTo>
                    <a:pt x="3648" y="91"/>
                    <a:pt x="1247" y="1429"/>
                    <a:pt x="1" y="3435"/>
                  </a:cubicBezTo>
                  <a:lnTo>
                    <a:pt x="1277" y="4195"/>
                  </a:lnTo>
                  <a:cubicBezTo>
                    <a:pt x="1855" y="2827"/>
                    <a:pt x="2919" y="1702"/>
                    <a:pt x="4287" y="1094"/>
                  </a:cubicBezTo>
                  <a:cubicBezTo>
                    <a:pt x="5139" y="695"/>
                    <a:pt x="6131" y="506"/>
                    <a:pt x="7099" y="506"/>
                  </a:cubicBezTo>
                  <a:cubicBezTo>
                    <a:pt x="7236" y="506"/>
                    <a:pt x="7373" y="509"/>
                    <a:pt x="7508" y="517"/>
                  </a:cubicBezTo>
                  <a:cubicBezTo>
                    <a:pt x="7387" y="365"/>
                    <a:pt x="7235" y="213"/>
                    <a:pt x="7053" y="152"/>
                  </a:cubicBezTo>
                  <a:cubicBezTo>
                    <a:pt x="6718" y="0"/>
                    <a:pt x="6384" y="0"/>
                    <a:pt x="5989"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82"/>
            <p:cNvSpPr/>
            <p:nvPr/>
          </p:nvSpPr>
          <p:spPr>
            <a:xfrm>
              <a:off x="1435467" y="3065584"/>
              <a:ext cx="254671" cy="148561"/>
            </a:xfrm>
            <a:custGeom>
              <a:avLst/>
              <a:gdLst/>
              <a:ahLst/>
              <a:cxnLst/>
              <a:rect l="l" t="t" r="r" b="b"/>
              <a:pathLst>
                <a:path w="7661" h="4469" extrusionOk="0">
                  <a:moveTo>
                    <a:pt x="6384" y="0"/>
                  </a:moveTo>
                  <a:cubicBezTo>
                    <a:pt x="3861" y="31"/>
                    <a:pt x="1278" y="1459"/>
                    <a:pt x="1" y="3648"/>
                  </a:cubicBezTo>
                  <a:lnTo>
                    <a:pt x="1430" y="4468"/>
                  </a:lnTo>
                  <a:cubicBezTo>
                    <a:pt x="1886" y="3192"/>
                    <a:pt x="2797" y="2128"/>
                    <a:pt x="3983" y="1520"/>
                  </a:cubicBezTo>
                  <a:cubicBezTo>
                    <a:pt x="4761" y="1109"/>
                    <a:pt x="5647" y="898"/>
                    <a:pt x="6531" y="898"/>
                  </a:cubicBezTo>
                  <a:cubicBezTo>
                    <a:pt x="6890" y="898"/>
                    <a:pt x="7249" y="933"/>
                    <a:pt x="7600" y="1003"/>
                  </a:cubicBezTo>
                  <a:cubicBezTo>
                    <a:pt x="7661" y="851"/>
                    <a:pt x="7661" y="669"/>
                    <a:pt x="7600" y="517"/>
                  </a:cubicBezTo>
                  <a:cubicBezTo>
                    <a:pt x="7509" y="304"/>
                    <a:pt x="7296" y="152"/>
                    <a:pt x="7053" y="61"/>
                  </a:cubicBezTo>
                  <a:cubicBezTo>
                    <a:pt x="6840" y="0"/>
                    <a:pt x="6597" y="0"/>
                    <a:pt x="6384"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82"/>
            <p:cNvSpPr/>
            <p:nvPr/>
          </p:nvSpPr>
          <p:spPr>
            <a:xfrm>
              <a:off x="1482971" y="3106073"/>
              <a:ext cx="226381" cy="133336"/>
            </a:xfrm>
            <a:custGeom>
              <a:avLst/>
              <a:gdLst/>
              <a:ahLst/>
              <a:cxnLst/>
              <a:rect l="l" t="t" r="r" b="b"/>
              <a:pathLst>
                <a:path w="6810" h="4011" extrusionOk="0">
                  <a:moveTo>
                    <a:pt x="4957" y="1"/>
                  </a:moveTo>
                  <a:cubicBezTo>
                    <a:pt x="4113" y="1"/>
                    <a:pt x="3264" y="269"/>
                    <a:pt x="2554" y="727"/>
                  </a:cubicBezTo>
                  <a:cubicBezTo>
                    <a:pt x="1612" y="1335"/>
                    <a:pt x="760" y="2399"/>
                    <a:pt x="1" y="3250"/>
                  </a:cubicBezTo>
                  <a:lnTo>
                    <a:pt x="1308" y="4010"/>
                  </a:lnTo>
                  <a:cubicBezTo>
                    <a:pt x="1672" y="2825"/>
                    <a:pt x="2523" y="1852"/>
                    <a:pt x="3618" y="1366"/>
                  </a:cubicBezTo>
                  <a:cubicBezTo>
                    <a:pt x="4169" y="1132"/>
                    <a:pt x="4758" y="1017"/>
                    <a:pt x="5343" y="1017"/>
                  </a:cubicBezTo>
                  <a:cubicBezTo>
                    <a:pt x="5821" y="1017"/>
                    <a:pt x="6297" y="1094"/>
                    <a:pt x="6748" y="1244"/>
                  </a:cubicBezTo>
                  <a:cubicBezTo>
                    <a:pt x="6809" y="1001"/>
                    <a:pt x="6748" y="788"/>
                    <a:pt x="6627" y="606"/>
                  </a:cubicBezTo>
                  <a:cubicBezTo>
                    <a:pt x="6444" y="332"/>
                    <a:pt x="6080" y="180"/>
                    <a:pt x="5776" y="89"/>
                  </a:cubicBezTo>
                  <a:cubicBezTo>
                    <a:pt x="5507" y="29"/>
                    <a:pt x="5232" y="1"/>
                    <a:pt x="495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82"/>
            <p:cNvSpPr/>
            <p:nvPr/>
          </p:nvSpPr>
          <p:spPr>
            <a:xfrm>
              <a:off x="1526419" y="3139681"/>
              <a:ext cx="180906" cy="107805"/>
            </a:xfrm>
            <a:custGeom>
              <a:avLst/>
              <a:gdLst/>
              <a:ahLst/>
              <a:cxnLst/>
              <a:rect l="l" t="t" r="r" b="b"/>
              <a:pathLst>
                <a:path w="5442" h="3243" extrusionOk="0">
                  <a:moveTo>
                    <a:pt x="4077" y="1"/>
                  </a:moveTo>
                  <a:cubicBezTo>
                    <a:pt x="3478" y="1"/>
                    <a:pt x="2875" y="115"/>
                    <a:pt x="2311" y="355"/>
                  </a:cubicBezTo>
                  <a:cubicBezTo>
                    <a:pt x="1216" y="841"/>
                    <a:pt x="365" y="1814"/>
                    <a:pt x="1" y="2969"/>
                  </a:cubicBezTo>
                  <a:lnTo>
                    <a:pt x="457" y="3242"/>
                  </a:lnTo>
                  <a:cubicBezTo>
                    <a:pt x="1186" y="1783"/>
                    <a:pt x="2858" y="720"/>
                    <a:pt x="4438" y="689"/>
                  </a:cubicBezTo>
                  <a:cubicBezTo>
                    <a:pt x="4742" y="689"/>
                    <a:pt x="5077" y="689"/>
                    <a:pt x="5289" y="446"/>
                  </a:cubicBezTo>
                  <a:cubicBezTo>
                    <a:pt x="5350" y="385"/>
                    <a:pt x="5381" y="294"/>
                    <a:pt x="5441" y="203"/>
                  </a:cubicBezTo>
                  <a:cubicBezTo>
                    <a:pt x="5003" y="70"/>
                    <a:pt x="4541" y="1"/>
                    <a:pt x="4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82"/>
            <p:cNvSpPr/>
            <p:nvPr/>
          </p:nvSpPr>
          <p:spPr>
            <a:xfrm>
              <a:off x="1527416" y="3152480"/>
              <a:ext cx="171830" cy="117246"/>
            </a:xfrm>
            <a:custGeom>
              <a:avLst/>
              <a:gdLst/>
              <a:ahLst/>
              <a:cxnLst/>
              <a:rect l="l" t="t" r="r" b="b"/>
              <a:pathLst>
                <a:path w="5169" h="3527" extrusionOk="0">
                  <a:moveTo>
                    <a:pt x="3983" y="0"/>
                  </a:moveTo>
                  <a:cubicBezTo>
                    <a:pt x="2402" y="61"/>
                    <a:pt x="761" y="1186"/>
                    <a:pt x="1" y="2584"/>
                  </a:cubicBezTo>
                  <a:lnTo>
                    <a:pt x="1612" y="3526"/>
                  </a:lnTo>
                  <a:cubicBezTo>
                    <a:pt x="1946" y="2553"/>
                    <a:pt x="2889" y="1672"/>
                    <a:pt x="3922" y="1490"/>
                  </a:cubicBezTo>
                  <a:cubicBezTo>
                    <a:pt x="4196" y="1429"/>
                    <a:pt x="4408" y="1398"/>
                    <a:pt x="4682" y="1277"/>
                  </a:cubicBezTo>
                  <a:cubicBezTo>
                    <a:pt x="4895" y="1186"/>
                    <a:pt x="5138" y="973"/>
                    <a:pt x="5138" y="730"/>
                  </a:cubicBezTo>
                  <a:cubicBezTo>
                    <a:pt x="5168" y="456"/>
                    <a:pt x="4986" y="213"/>
                    <a:pt x="4743" y="122"/>
                  </a:cubicBezTo>
                  <a:cubicBezTo>
                    <a:pt x="4530" y="0"/>
                    <a:pt x="4256" y="0"/>
                    <a:pt x="3983"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82"/>
            <p:cNvSpPr/>
            <p:nvPr/>
          </p:nvSpPr>
          <p:spPr>
            <a:xfrm>
              <a:off x="2182193" y="3006977"/>
              <a:ext cx="277907" cy="431488"/>
            </a:xfrm>
            <a:custGeom>
              <a:avLst/>
              <a:gdLst/>
              <a:ahLst/>
              <a:cxnLst/>
              <a:rect l="l" t="t" r="r" b="b"/>
              <a:pathLst>
                <a:path w="8360" h="12980" extrusionOk="0">
                  <a:moveTo>
                    <a:pt x="4195" y="0"/>
                  </a:moveTo>
                  <a:lnTo>
                    <a:pt x="0" y="4499"/>
                  </a:lnTo>
                  <a:lnTo>
                    <a:pt x="639" y="6657"/>
                  </a:lnTo>
                  <a:cubicBezTo>
                    <a:pt x="943" y="7721"/>
                    <a:pt x="1672" y="8541"/>
                    <a:pt x="2645" y="9058"/>
                  </a:cubicBezTo>
                  <a:lnTo>
                    <a:pt x="3709" y="12979"/>
                  </a:lnTo>
                  <a:lnTo>
                    <a:pt x="8359" y="10517"/>
                  </a:lnTo>
                  <a:lnTo>
                    <a:pt x="4195"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82"/>
            <p:cNvSpPr/>
            <p:nvPr/>
          </p:nvSpPr>
          <p:spPr>
            <a:xfrm>
              <a:off x="2228666" y="3348478"/>
              <a:ext cx="681072" cy="885879"/>
            </a:xfrm>
            <a:custGeom>
              <a:avLst/>
              <a:gdLst/>
              <a:ahLst/>
              <a:cxnLst/>
              <a:rect l="l" t="t" r="r" b="b"/>
              <a:pathLst>
                <a:path w="20488" h="26649" extrusionOk="0">
                  <a:moveTo>
                    <a:pt x="7478" y="1"/>
                  </a:moveTo>
                  <a:lnTo>
                    <a:pt x="1" y="3922"/>
                  </a:lnTo>
                  <a:lnTo>
                    <a:pt x="2463" y="8451"/>
                  </a:lnTo>
                  <a:cubicBezTo>
                    <a:pt x="2189" y="10092"/>
                    <a:pt x="2432" y="11794"/>
                    <a:pt x="3162" y="13314"/>
                  </a:cubicBezTo>
                  <a:lnTo>
                    <a:pt x="7782" y="23102"/>
                  </a:lnTo>
                  <a:cubicBezTo>
                    <a:pt x="8862" y="25362"/>
                    <a:pt x="11101" y="26648"/>
                    <a:pt x="13415" y="26648"/>
                  </a:cubicBezTo>
                  <a:cubicBezTo>
                    <a:pt x="14618" y="26648"/>
                    <a:pt x="15840" y="26301"/>
                    <a:pt x="16931" y="25564"/>
                  </a:cubicBezTo>
                  <a:cubicBezTo>
                    <a:pt x="19636" y="23740"/>
                    <a:pt x="20487" y="20153"/>
                    <a:pt x="18876" y="17326"/>
                  </a:cubicBezTo>
                  <a:lnTo>
                    <a:pt x="13618" y="7995"/>
                  </a:lnTo>
                  <a:cubicBezTo>
                    <a:pt x="12828" y="6597"/>
                    <a:pt x="11673" y="5472"/>
                    <a:pt x="10214" y="4743"/>
                  </a:cubicBezTo>
                  <a:lnTo>
                    <a:pt x="9636" y="4469"/>
                  </a:lnTo>
                  <a:lnTo>
                    <a:pt x="747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82"/>
            <p:cNvSpPr/>
            <p:nvPr/>
          </p:nvSpPr>
          <p:spPr>
            <a:xfrm>
              <a:off x="2056902" y="2969513"/>
              <a:ext cx="228376" cy="82973"/>
            </a:xfrm>
            <a:custGeom>
              <a:avLst/>
              <a:gdLst/>
              <a:ahLst/>
              <a:cxnLst/>
              <a:rect l="l" t="t" r="r" b="b"/>
              <a:pathLst>
                <a:path w="6870" h="2496" extrusionOk="0">
                  <a:moveTo>
                    <a:pt x="3042" y="0"/>
                  </a:moveTo>
                  <a:cubicBezTo>
                    <a:pt x="2099" y="0"/>
                    <a:pt x="1141" y="246"/>
                    <a:pt x="183" y="246"/>
                  </a:cubicBezTo>
                  <a:cubicBezTo>
                    <a:pt x="122" y="367"/>
                    <a:pt x="31" y="489"/>
                    <a:pt x="0" y="610"/>
                  </a:cubicBezTo>
                  <a:lnTo>
                    <a:pt x="6687" y="2495"/>
                  </a:lnTo>
                  <a:lnTo>
                    <a:pt x="6870" y="2282"/>
                  </a:lnTo>
                  <a:cubicBezTo>
                    <a:pt x="6292" y="1066"/>
                    <a:pt x="5016" y="307"/>
                    <a:pt x="3800" y="63"/>
                  </a:cubicBezTo>
                  <a:cubicBezTo>
                    <a:pt x="3548" y="18"/>
                    <a:pt x="3296" y="0"/>
                    <a:pt x="30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82"/>
            <p:cNvSpPr/>
            <p:nvPr/>
          </p:nvSpPr>
          <p:spPr>
            <a:xfrm>
              <a:off x="2063983" y="2936237"/>
              <a:ext cx="259690" cy="110166"/>
            </a:xfrm>
            <a:custGeom>
              <a:avLst/>
              <a:gdLst/>
              <a:ahLst/>
              <a:cxnLst/>
              <a:rect l="l" t="t" r="r" b="b"/>
              <a:pathLst>
                <a:path w="7812" h="3314" extrusionOk="0">
                  <a:moveTo>
                    <a:pt x="2888" y="1"/>
                  </a:moveTo>
                  <a:cubicBezTo>
                    <a:pt x="2280" y="1"/>
                    <a:pt x="1641" y="92"/>
                    <a:pt x="1125" y="335"/>
                  </a:cubicBezTo>
                  <a:cubicBezTo>
                    <a:pt x="669" y="548"/>
                    <a:pt x="274" y="882"/>
                    <a:pt x="0" y="1247"/>
                  </a:cubicBezTo>
                  <a:cubicBezTo>
                    <a:pt x="935" y="1247"/>
                    <a:pt x="1871" y="977"/>
                    <a:pt x="2792" y="977"/>
                  </a:cubicBezTo>
                  <a:cubicBezTo>
                    <a:pt x="3068" y="977"/>
                    <a:pt x="3344" y="1001"/>
                    <a:pt x="3617" y="1064"/>
                  </a:cubicBezTo>
                  <a:cubicBezTo>
                    <a:pt x="4803" y="1308"/>
                    <a:pt x="6079" y="2067"/>
                    <a:pt x="6687" y="3314"/>
                  </a:cubicBezTo>
                  <a:lnTo>
                    <a:pt x="7812" y="2128"/>
                  </a:lnTo>
                  <a:cubicBezTo>
                    <a:pt x="6596" y="760"/>
                    <a:pt x="4711" y="1"/>
                    <a:pt x="2888" y="1"/>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82"/>
            <p:cNvSpPr/>
            <p:nvPr/>
          </p:nvSpPr>
          <p:spPr>
            <a:xfrm>
              <a:off x="2016480" y="3008773"/>
              <a:ext cx="239512" cy="87162"/>
            </a:xfrm>
            <a:custGeom>
              <a:avLst/>
              <a:gdLst/>
              <a:ahLst/>
              <a:cxnLst/>
              <a:rect l="l" t="t" r="r" b="b"/>
              <a:pathLst>
                <a:path w="7205" h="2622" extrusionOk="0">
                  <a:moveTo>
                    <a:pt x="2787" y="0"/>
                  </a:moveTo>
                  <a:cubicBezTo>
                    <a:pt x="2565" y="0"/>
                    <a:pt x="2345" y="12"/>
                    <a:pt x="2128" y="37"/>
                  </a:cubicBezTo>
                  <a:cubicBezTo>
                    <a:pt x="1703" y="68"/>
                    <a:pt x="1247" y="129"/>
                    <a:pt x="882" y="341"/>
                  </a:cubicBezTo>
                  <a:cubicBezTo>
                    <a:pt x="487" y="524"/>
                    <a:pt x="183" y="828"/>
                    <a:pt x="1" y="1192"/>
                  </a:cubicBezTo>
                  <a:cubicBezTo>
                    <a:pt x="122" y="1284"/>
                    <a:pt x="183" y="1314"/>
                    <a:pt x="335" y="1344"/>
                  </a:cubicBezTo>
                  <a:lnTo>
                    <a:pt x="6718" y="2621"/>
                  </a:lnTo>
                  <a:lnTo>
                    <a:pt x="7204" y="2074"/>
                  </a:lnTo>
                  <a:cubicBezTo>
                    <a:pt x="6185" y="705"/>
                    <a:pt x="4454" y="0"/>
                    <a:pt x="27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82"/>
            <p:cNvSpPr/>
            <p:nvPr/>
          </p:nvSpPr>
          <p:spPr>
            <a:xfrm>
              <a:off x="2005377" y="2976494"/>
              <a:ext cx="282927" cy="101223"/>
            </a:xfrm>
            <a:custGeom>
              <a:avLst/>
              <a:gdLst/>
              <a:ahLst/>
              <a:cxnLst/>
              <a:rect l="l" t="t" r="r" b="b"/>
              <a:pathLst>
                <a:path w="8511" h="3045" extrusionOk="0">
                  <a:moveTo>
                    <a:pt x="2740" y="1"/>
                  </a:moveTo>
                  <a:cubicBezTo>
                    <a:pt x="2484" y="1"/>
                    <a:pt x="2229" y="12"/>
                    <a:pt x="1976" y="36"/>
                  </a:cubicBezTo>
                  <a:cubicBezTo>
                    <a:pt x="1550" y="97"/>
                    <a:pt x="1125" y="157"/>
                    <a:pt x="760" y="340"/>
                  </a:cubicBezTo>
                  <a:cubicBezTo>
                    <a:pt x="365" y="552"/>
                    <a:pt x="61" y="917"/>
                    <a:pt x="31" y="1343"/>
                  </a:cubicBezTo>
                  <a:cubicBezTo>
                    <a:pt x="0" y="1647"/>
                    <a:pt x="152" y="1951"/>
                    <a:pt x="365" y="2133"/>
                  </a:cubicBezTo>
                  <a:cubicBezTo>
                    <a:pt x="547" y="1768"/>
                    <a:pt x="821" y="1464"/>
                    <a:pt x="1246" y="1252"/>
                  </a:cubicBezTo>
                  <a:cubicBezTo>
                    <a:pt x="1611" y="1069"/>
                    <a:pt x="2037" y="1008"/>
                    <a:pt x="2493" y="948"/>
                  </a:cubicBezTo>
                  <a:cubicBezTo>
                    <a:pt x="2658" y="934"/>
                    <a:pt x="2825" y="927"/>
                    <a:pt x="2994" y="927"/>
                  </a:cubicBezTo>
                  <a:cubicBezTo>
                    <a:pt x="4709" y="927"/>
                    <a:pt x="6519" y="1633"/>
                    <a:pt x="7599" y="3045"/>
                  </a:cubicBezTo>
                  <a:lnTo>
                    <a:pt x="8511" y="2072"/>
                  </a:lnTo>
                  <a:cubicBezTo>
                    <a:pt x="6917" y="748"/>
                    <a:pt x="4793" y="1"/>
                    <a:pt x="2740" y="1"/>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82"/>
            <p:cNvSpPr/>
            <p:nvPr/>
          </p:nvSpPr>
          <p:spPr>
            <a:xfrm>
              <a:off x="2034663" y="3069507"/>
              <a:ext cx="180906" cy="55714"/>
            </a:xfrm>
            <a:custGeom>
              <a:avLst/>
              <a:gdLst/>
              <a:ahLst/>
              <a:cxnLst/>
              <a:rect l="l" t="t" r="r" b="b"/>
              <a:pathLst>
                <a:path w="5442" h="1676" extrusionOk="0">
                  <a:moveTo>
                    <a:pt x="2243" y="1"/>
                  </a:moveTo>
                  <a:cubicBezTo>
                    <a:pt x="1440" y="1"/>
                    <a:pt x="720" y="220"/>
                    <a:pt x="1" y="642"/>
                  </a:cubicBezTo>
                  <a:lnTo>
                    <a:pt x="61" y="642"/>
                  </a:lnTo>
                  <a:cubicBezTo>
                    <a:pt x="365" y="703"/>
                    <a:pt x="700" y="703"/>
                    <a:pt x="1004" y="703"/>
                  </a:cubicBezTo>
                  <a:cubicBezTo>
                    <a:pt x="2493" y="703"/>
                    <a:pt x="3891" y="1189"/>
                    <a:pt x="5289" y="1675"/>
                  </a:cubicBezTo>
                  <a:lnTo>
                    <a:pt x="5441" y="1493"/>
                  </a:lnTo>
                  <a:cubicBezTo>
                    <a:pt x="4834" y="703"/>
                    <a:pt x="3891" y="125"/>
                    <a:pt x="2797" y="34"/>
                  </a:cubicBezTo>
                  <a:cubicBezTo>
                    <a:pt x="2608" y="12"/>
                    <a:pt x="2423" y="1"/>
                    <a:pt x="2243" y="1"/>
                  </a:cubicBezTo>
                  <a:close/>
                </a:path>
              </a:pathLst>
            </a:custGeom>
            <a:solidFill>
              <a:srgbClr val="A64F5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82"/>
            <p:cNvSpPr/>
            <p:nvPr/>
          </p:nvSpPr>
          <p:spPr>
            <a:xfrm>
              <a:off x="2008402" y="3026989"/>
              <a:ext cx="246560" cy="92181"/>
            </a:xfrm>
            <a:custGeom>
              <a:avLst/>
              <a:gdLst/>
              <a:ahLst/>
              <a:cxnLst/>
              <a:rect l="l" t="t" r="r" b="b"/>
              <a:pathLst>
                <a:path w="7417" h="2773" extrusionOk="0">
                  <a:moveTo>
                    <a:pt x="2146" y="0"/>
                  </a:moveTo>
                  <a:cubicBezTo>
                    <a:pt x="2018" y="0"/>
                    <a:pt x="1890" y="2"/>
                    <a:pt x="1763" y="6"/>
                  </a:cubicBezTo>
                  <a:cubicBezTo>
                    <a:pt x="1338" y="6"/>
                    <a:pt x="912" y="97"/>
                    <a:pt x="578" y="310"/>
                  </a:cubicBezTo>
                  <a:cubicBezTo>
                    <a:pt x="244" y="553"/>
                    <a:pt x="0" y="948"/>
                    <a:pt x="122" y="1344"/>
                  </a:cubicBezTo>
                  <a:cubicBezTo>
                    <a:pt x="244" y="1647"/>
                    <a:pt x="517" y="1830"/>
                    <a:pt x="821" y="1921"/>
                  </a:cubicBezTo>
                  <a:cubicBezTo>
                    <a:pt x="1527" y="1529"/>
                    <a:pt x="2300" y="1294"/>
                    <a:pt x="3160" y="1294"/>
                  </a:cubicBezTo>
                  <a:cubicBezTo>
                    <a:pt x="3300" y="1294"/>
                    <a:pt x="3442" y="1300"/>
                    <a:pt x="3587" y="1313"/>
                  </a:cubicBezTo>
                  <a:cubicBezTo>
                    <a:pt x="4651" y="1404"/>
                    <a:pt x="5593" y="1951"/>
                    <a:pt x="6231" y="2772"/>
                  </a:cubicBezTo>
                  <a:lnTo>
                    <a:pt x="7417" y="1526"/>
                  </a:lnTo>
                  <a:cubicBezTo>
                    <a:pt x="6024" y="418"/>
                    <a:pt x="3994" y="0"/>
                    <a:pt x="2146"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82"/>
            <p:cNvSpPr/>
            <p:nvPr/>
          </p:nvSpPr>
          <p:spPr>
            <a:xfrm>
              <a:off x="2018507" y="3081939"/>
              <a:ext cx="199089" cy="74596"/>
            </a:xfrm>
            <a:custGeom>
              <a:avLst/>
              <a:gdLst/>
              <a:ahLst/>
              <a:cxnLst/>
              <a:rect l="l" t="t" r="r" b="b"/>
              <a:pathLst>
                <a:path w="5989" h="2244" extrusionOk="0">
                  <a:moveTo>
                    <a:pt x="2166" y="1"/>
                  </a:moveTo>
                  <a:cubicBezTo>
                    <a:pt x="1892" y="1"/>
                    <a:pt x="1625" y="19"/>
                    <a:pt x="1368" y="55"/>
                  </a:cubicBezTo>
                  <a:cubicBezTo>
                    <a:pt x="1034" y="146"/>
                    <a:pt x="669" y="207"/>
                    <a:pt x="395" y="481"/>
                  </a:cubicBezTo>
                  <a:cubicBezTo>
                    <a:pt x="122" y="754"/>
                    <a:pt x="0" y="1210"/>
                    <a:pt x="243" y="1484"/>
                  </a:cubicBezTo>
                  <a:cubicBezTo>
                    <a:pt x="335" y="1666"/>
                    <a:pt x="608" y="1727"/>
                    <a:pt x="851" y="1727"/>
                  </a:cubicBezTo>
                  <a:cubicBezTo>
                    <a:pt x="1064" y="1727"/>
                    <a:pt x="1307" y="1666"/>
                    <a:pt x="1520" y="1636"/>
                  </a:cubicBezTo>
                  <a:cubicBezTo>
                    <a:pt x="1811" y="1582"/>
                    <a:pt x="2109" y="1556"/>
                    <a:pt x="2406" y="1556"/>
                  </a:cubicBezTo>
                  <a:cubicBezTo>
                    <a:pt x="3288" y="1556"/>
                    <a:pt x="4174" y="1789"/>
                    <a:pt x="4924" y="2244"/>
                  </a:cubicBezTo>
                  <a:lnTo>
                    <a:pt x="5988" y="1089"/>
                  </a:lnTo>
                  <a:cubicBezTo>
                    <a:pt x="4932" y="409"/>
                    <a:pt x="3479" y="1"/>
                    <a:pt x="2166" y="1"/>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82"/>
            <p:cNvSpPr/>
            <p:nvPr/>
          </p:nvSpPr>
          <p:spPr>
            <a:xfrm>
              <a:off x="1846743" y="4234623"/>
              <a:ext cx="323350" cy="196064"/>
            </a:xfrm>
            <a:custGeom>
              <a:avLst/>
              <a:gdLst/>
              <a:ahLst/>
              <a:cxnLst/>
              <a:rect l="l" t="t" r="r" b="b"/>
              <a:pathLst>
                <a:path w="9727" h="5898" extrusionOk="0">
                  <a:moveTo>
                    <a:pt x="3313" y="1"/>
                  </a:moveTo>
                  <a:lnTo>
                    <a:pt x="0" y="5898"/>
                  </a:lnTo>
                  <a:lnTo>
                    <a:pt x="6414" y="5898"/>
                  </a:lnTo>
                  <a:lnTo>
                    <a:pt x="972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82"/>
            <p:cNvSpPr/>
            <p:nvPr/>
          </p:nvSpPr>
          <p:spPr>
            <a:xfrm>
              <a:off x="1121226" y="4234623"/>
              <a:ext cx="835683" cy="196064"/>
            </a:xfrm>
            <a:custGeom>
              <a:avLst/>
              <a:gdLst/>
              <a:ahLst/>
              <a:cxnLst/>
              <a:rect l="l" t="t" r="r" b="b"/>
              <a:pathLst>
                <a:path w="25139" h="5898" extrusionOk="0">
                  <a:moveTo>
                    <a:pt x="1" y="1"/>
                  </a:moveTo>
                  <a:lnTo>
                    <a:pt x="3284" y="5898"/>
                  </a:lnTo>
                  <a:lnTo>
                    <a:pt x="21825" y="5898"/>
                  </a:lnTo>
                  <a:lnTo>
                    <a:pt x="25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82"/>
            <p:cNvSpPr/>
            <p:nvPr/>
          </p:nvSpPr>
          <p:spPr>
            <a:xfrm>
              <a:off x="1230361" y="4234623"/>
              <a:ext cx="726548" cy="196064"/>
            </a:xfrm>
            <a:custGeom>
              <a:avLst/>
              <a:gdLst/>
              <a:ahLst/>
              <a:cxnLst/>
              <a:rect l="l" t="t" r="r" b="b"/>
              <a:pathLst>
                <a:path w="21856" h="5898" extrusionOk="0">
                  <a:moveTo>
                    <a:pt x="21855" y="1"/>
                  </a:moveTo>
                  <a:lnTo>
                    <a:pt x="1" y="5898"/>
                  </a:lnTo>
                  <a:lnTo>
                    <a:pt x="18542" y="5898"/>
                  </a:lnTo>
                  <a:lnTo>
                    <a:pt x="2185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82"/>
            <p:cNvSpPr/>
            <p:nvPr/>
          </p:nvSpPr>
          <p:spPr>
            <a:xfrm>
              <a:off x="2008402" y="4234623"/>
              <a:ext cx="161692" cy="196064"/>
            </a:xfrm>
            <a:custGeom>
              <a:avLst/>
              <a:gdLst/>
              <a:ahLst/>
              <a:cxnLst/>
              <a:rect l="l" t="t" r="r" b="b"/>
              <a:pathLst>
                <a:path w="4864" h="5898" extrusionOk="0">
                  <a:moveTo>
                    <a:pt x="0" y="1"/>
                  </a:moveTo>
                  <a:lnTo>
                    <a:pt x="1551" y="5898"/>
                  </a:lnTo>
                  <a:lnTo>
                    <a:pt x="486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82"/>
            <p:cNvSpPr/>
            <p:nvPr/>
          </p:nvSpPr>
          <p:spPr>
            <a:xfrm>
              <a:off x="2026585" y="3884014"/>
              <a:ext cx="438568" cy="43481"/>
            </a:xfrm>
            <a:custGeom>
              <a:avLst/>
              <a:gdLst/>
              <a:ahLst/>
              <a:cxnLst/>
              <a:rect l="l" t="t" r="r" b="b"/>
              <a:pathLst>
                <a:path w="13193" h="1308" extrusionOk="0">
                  <a:moveTo>
                    <a:pt x="365" y="1"/>
                  </a:moveTo>
                  <a:lnTo>
                    <a:pt x="0" y="1308"/>
                  </a:lnTo>
                  <a:lnTo>
                    <a:pt x="13192" y="1308"/>
                  </a:lnTo>
                  <a:lnTo>
                    <a:pt x="127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82"/>
            <p:cNvSpPr/>
            <p:nvPr/>
          </p:nvSpPr>
          <p:spPr>
            <a:xfrm>
              <a:off x="2078111" y="3838539"/>
              <a:ext cx="334486" cy="45509"/>
            </a:xfrm>
            <a:custGeom>
              <a:avLst/>
              <a:gdLst/>
              <a:ahLst/>
              <a:cxnLst/>
              <a:rect l="l" t="t" r="r" b="b"/>
              <a:pathLst>
                <a:path w="10062" h="1369" extrusionOk="0">
                  <a:moveTo>
                    <a:pt x="305" y="1"/>
                  </a:moveTo>
                  <a:lnTo>
                    <a:pt x="1" y="1369"/>
                  </a:lnTo>
                  <a:lnTo>
                    <a:pt x="10062" y="1369"/>
                  </a:lnTo>
                  <a:lnTo>
                    <a:pt x="975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82"/>
            <p:cNvSpPr/>
            <p:nvPr/>
          </p:nvSpPr>
          <p:spPr>
            <a:xfrm>
              <a:off x="2101348" y="3547534"/>
              <a:ext cx="158666" cy="291038"/>
            </a:xfrm>
            <a:custGeom>
              <a:avLst/>
              <a:gdLst/>
              <a:ahLst/>
              <a:cxnLst/>
              <a:rect l="l" t="t" r="r" b="b"/>
              <a:pathLst>
                <a:path w="4773" h="8755" extrusionOk="0">
                  <a:moveTo>
                    <a:pt x="609" y="1"/>
                  </a:moveTo>
                  <a:lnTo>
                    <a:pt x="1" y="609"/>
                  </a:lnTo>
                  <a:lnTo>
                    <a:pt x="3891" y="4530"/>
                  </a:lnTo>
                  <a:lnTo>
                    <a:pt x="3891" y="8755"/>
                  </a:lnTo>
                  <a:lnTo>
                    <a:pt x="4773" y="8755"/>
                  </a:lnTo>
                  <a:lnTo>
                    <a:pt x="4773" y="4195"/>
                  </a:lnTo>
                  <a:lnTo>
                    <a:pt x="6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82"/>
            <p:cNvSpPr/>
            <p:nvPr/>
          </p:nvSpPr>
          <p:spPr>
            <a:xfrm>
              <a:off x="2055872" y="3926465"/>
              <a:ext cx="384017" cy="153547"/>
            </a:xfrm>
            <a:custGeom>
              <a:avLst/>
              <a:gdLst/>
              <a:ahLst/>
              <a:cxnLst/>
              <a:rect l="l" t="t" r="r" b="b"/>
              <a:pathLst>
                <a:path w="11552" h="4619" extrusionOk="0">
                  <a:moveTo>
                    <a:pt x="1" y="0"/>
                  </a:moveTo>
                  <a:lnTo>
                    <a:pt x="305" y="3526"/>
                  </a:lnTo>
                  <a:cubicBezTo>
                    <a:pt x="754" y="3423"/>
                    <a:pt x="1241" y="3368"/>
                    <a:pt x="1741" y="3368"/>
                  </a:cubicBezTo>
                  <a:cubicBezTo>
                    <a:pt x="2121" y="3368"/>
                    <a:pt x="2508" y="3400"/>
                    <a:pt x="2889" y="3465"/>
                  </a:cubicBezTo>
                  <a:cubicBezTo>
                    <a:pt x="4104" y="3678"/>
                    <a:pt x="5199" y="4286"/>
                    <a:pt x="6414" y="4529"/>
                  </a:cubicBezTo>
                  <a:cubicBezTo>
                    <a:pt x="6778" y="4590"/>
                    <a:pt x="7144" y="4618"/>
                    <a:pt x="7511" y="4618"/>
                  </a:cubicBezTo>
                  <a:cubicBezTo>
                    <a:pt x="8431" y="4618"/>
                    <a:pt x="9353" y="4438"/>
                    <a:pt x="10244" y="4134"/>
                  </a:cubicBezTo>
                  <a:cubicBezTo>
                    <a:pt x="10548" y="4043"/>
                    <a:pt x="10883" y="3921"/>
                    <a:pt x="11187" y="3769"/>
                  </a:cubicBezTo>
                  <a:lnTo>
                    <a:pt x="1155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82"/>
            <p:cNvSpPr/>
            <p:nvPr/>
          </p:nvSpPr>
          <p:spPr>
            <a:xfrm>
              <a:off x="2078111" y="4226811"/>
              <a:ext cx="331461" cy="203876"/>
            </a:xfrm>
            <a:custGeom>
              <a:avLst/>
              <a:gdLst/>
              <a:ahLst/>
              <a:cxnLst/>
              <a:rect l="l" t="t" r="r" b="b"/>
              <a:pathLst>
                <a:path w="9971" h="6133" extrusionOk="0">
                  <a:moveTo>
                    <a:pt x="1080" y="0"/>
                  </a:moveTo>
                  <a:cubicBezTo>
                    <a:pt x="723" y="0"/>
                    <a:pt x="365" y="38"/>
                    <a:pt x="1" y="114"/>
                  </a:cubicBezTo>
                  <a:lnTo>
                    <a:pt x="548" y="6133"/>
                  </a:lnTo>
                  <a:lnTo>
                    <a:pt x="9454" y="6133"/>
                  </a:lnTo>
                  <a:lnTo>
                    <a:pt x="9970" y="661"/>
                  </a:lnTo>
                  <a:lnTo>
                    <a:pt x="9970" y="661"/>
                  </a:lnTo>
                  <a:cubicBezTo>
                    <a:pt x="9818" y="692"/>
                    <a:pt x="9666" y="783"/>
                    <a:pt x="9515" y="813"/>
                  </a:cubicBezTo>
                  <a:cubicBezTo>
                    <a:pt x="8692" y="1109"/>
                    <a:pt x="7795" y="1287"/>
                    <a:pt x="6897" y="1287"/>
                  </a:cubicBezTo>
                  <a:cubicBezTo>
                    <a:pt x="6501" y="1287"/>
                    <a:pt x="6105" y="1252"/>
                    <a:pt x="5715" y="1178"/>
                  </a:cubicBezTo>
                  <a:cubicBezTo>
                    <a:pt x="4499" y="965"/>
                    <a:pt x="3375" y="357"/>
                    <a:pt x="2159" y="114"/>
                  </a:cubicBezTo>
                  <a:cubicBezTo>
                    <a:pt x="1794" y="38"/>
                    <a:pt x="1437" y="0"/>
                    <a:pt x="108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82"/>
            <p:cNvSpPr/>
            <p:nvPr/>
          </p:nvSpPr>
          <p:spPr>
            <a:xfrm>
              <a:off x="2062953" y="4039556"/>
              <a:ext cx="364803" cy="231434"/>
            </a:xfrm>
            <a:custGeom>
              <a:avLst/>
              <a:gdLst/>
              <a:ahLst/>
              <a:cxnLst/>
              <a:rect l="l" t="t" r="r" b="b"/>
              <a:pathLst>
                <a:path w="10974" h="6962" extrusionOk="0">
                  <a:moveTo>
                    <a:pt x="1551" y="1"/>
                  </a:moveTo>
                  <a:cubicBezTo>
                    <a:pt x="1028" y="1"/>
                    <a:pt x="509" y="70"/>
                    <a:pt x="1" y="215"/>
                  </a:cubicBezTo>
                  <a:lnTo>
                    <a:pt x="487" y="5808"/>
                  </a:lnTo>
                  <a:cubicBezTo>
                    <a:pt x="872" y="5744"/>
                    <a:pt x="1257" y="5705"/>
                    <a:pt x="1637" y="5705"/>
                  </a:cubicBezTo>
                  <a:cubicBezTo>
                    <a:pt x="1978" y="5705"/>
                    <a:pt x="2315" y="5736"/>
                    <a:pt x="2645" y="5808"/>
                  </a:cubicBezTo>
                  <a:cubicBezTo>
                    <a:pt x="3861" y="6021"/>
                    <a:pt x="4986" y="6629"/>
                    <a:pt x="6201" y="6872"/>
                  </a:cubicBezTo>
                  <a:cubicBezTo>
                    <a:pt x="6565" y="6932"/>
                    <a:pt x="6931" y="6961"/>
                    <a:pt x="7298" y="6961"/>
                  </a:cubicBezTo>
                  <a:cubicBezTo>
                    <a:pt x="8218" y="6961"/>
                    <a:pt x="9140" y="6781"/>
                    <a:pt x="10031" y="6477"/>
                  </a:cubicBezTo>
                  <a:cubicBezTo>
                    <a:pt x="10183" y="6446"/>
                    <a:pt x="10335" y="6355"/>
                    <a:pt x="10487" y="6325"/>
                  </a:cubicBezTo>
                  <a:lnTo>
                    <a:pt x="10974" y="428"/>
                  </a:lnTo>
                  <a:lnTo>
                    <a:pt x="10974" y="428"/>
                  </a:lnTo>
                  <a:cubicBezTo>
                    <a:pt x="10639" y="519"/>
                    <a:pt x="10335" y="671"/>
                    <a:pt x="10001" y="793"/>
                  </a:cubicBezTo>
                  <a:cubicBezTo>
                    <a:pt x="9140" y="1072"/>
                    <a:pt x="8219" y="1261"/>
                    <a:pt x="7302" y="1261"/>
                  </a:cubicBezTo>
                  <a:cubicBezTo>
                    <a:pt x="6923" y="1261"/>
                    <a:pt x="6544" y="1229"/>
                    <a:pt x="6171" y="1158"/>
                  </a:cubicBezTo>
                  <a:cubicBezTo>
                    <a:pt x="4955" y="914"/>
                    <a:pt x="3831" y="337"/>
                    <a:pt x="2615" y="94"/>
                  </a:cubicBezTo>
                  <a:cubicBezTo>
                    <a:pt x="2259" y="32"/>
                    <a:pt x="1904" y="1"/>
                    <a:pt x="15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82"/>
            <p:cNvSpPr/>
            <p:nvPr/>
          </p:nvSpPr>
          <p:spPr>
            <a:xfrm>
              <a:off x="587717" y="4430654"/>
              <a:ext cx="2329103" cy="106143"/>
            </a:xfrm>
            <a:custGeom>
              <a:avLst/>
              <a:gdLst/>
              <a:ahLst/>
              <a:cxnLst/>
              <a:rect l="l" t="t" r="r" b="b"/>
              <a:pathLst>
                <a:path w="70064" h="3193" extrusionOk="0">
                  <a:moveTo>
                    <a:pt x="1" y="1"/>
                  </a:moveTo>
                  <a:lnTo>
                    <a:pt x="1" y="3192"/>
                  </a:lnTo>
                  <a:lnTo>
                    <a:pt x="70063" y="3192"/>
                  </a:lnTo>
                  <a:lnTo>
                    <a:pt x="7006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82"/>
            <p:cNvSpPr/>
            <p:nvPr/>
          </p:nvSpPr>
          <p:spPr>
            <a:xfrm>
              <a:off x="587717" y="4536764"/>
              <a:ext cx="2329103" cy="62662"/>
            </a:xfrm>
            <a:custGeom>
              <a:avLst/>
              <a:gdLst/>
              <a:ahLst/>
              <a:cxnLst/>
              <a:rect l="l" t="t" r="r" b="b"/>
              <a:pathLst>
                <a:path w="70064" h="1885" extrusionOk="0">
                  <a:moveTo>
                    <a:pt x="1" y="0"/>
                  </a:moveTo>
                  <a:lnTo>
                    <a:pt x="1" y="1885"/>
                  </a:lnTo>
                  <a:lnTo>
                    <a:pt x="70063" y="1885"/>
                  </a:lnTo>
                  <a:lnTo>
                    <a:pt x="7006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82"/>
            <p:cNvSpPr/>
            <p:nvPr/>
          </p:nvSpPr>
          <p:spPr>
            <a:xfrm>
              <a:off x="1482971" y="3094871"/>
              <a:ext cx="204142" cy="124327"/>
            </a:xfrm>
            <a:custGeom>
              <a:avLst/>
              <a:gdLst/>
              <a:ahLst/>
              <a:cxnLst/>
              <a:rect l="l" t="t" r="r" b="b"/>
              <a:pathLst>
                <a:path w="6141" h="3740" extrusionOk="0">
                  <a:moveTo>
                    <a:pt x="5117" y="1"/>
                  </a:moveTo>
                  <a:cubicBezTo>
                    <a:pt x="4235" y="1"/>
                    <a:pt x="3340" y="202"/>
                    <a:pt x="2554" y="639"/>
                  </a:cubicBezTo>
                  <a:cubicBezTo>
                    <a:pt x="1368" y="1247"/>
                    <a:pt x="457" y="2341"/>
                    <a:pt x="1" y="3557"/>
                  </a:cubicBezTo>
                  <a:lnTo>
                    <a:pt x="365" y="3739"/>
                  </a:lnTo>
                  <a:cubicBezTo>
                    <a:pt x="1308" y="2402"/>
                    <a:pt x="2979" y="1399"/>
                    <a:pt x="4560" y="1004"/>
                  </a:cubicBezTo>
                  <a:cubicBezTo>
                    <a:pt x="4955" y="943"/>
                    <a:pt x="5381" y="852"/>
                    <a:pt x="5715" y="639"/>
                  </a:cubicBezTo>
                  <a:cubicBezTo>
                    <a:pt x="5897" y="517"/>
                    <a:pt x="6049" y="335"/>
                    <a:pt x="6141" y="92"/>
                  </a:cubicBezTo>
                  <a:cubicBezTo>
                    <a:pt x="5807" y="32"/>
                    <a:pt x="5463" y="1"/>
                    <a:pt x="511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12" name="Google Shape;2312;p82"/>
          <p:cNvSpPr/>
          <p:nvPr/>
        </p:nvSpPr>
        <p:spPr>
          <a:xfrm flipH="1">
            <a:off x="4354788" y="2451150"/>
            <a:ext cx="1733100" cy="1073100"/>
          </a:xfrm>
          <a:prstGeom prst="roundRect">
            <a:avLst>
              <a:gd name="adj"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a:ea typeface="Roboto"/>
                <a:cs typeface="Roboto"/>
                <a:sym typeface="Roboto"/>
              </a:rPr>
              <a:t>“Venus is the second planet from the Sun”</a:t>
            </a:r>
            <a:endParaRPr sz="1000">
              <a:solidFill>
                <a:schemeClr val="dk1"/>
              </a:solidFill>
              <a:latin typeface="Roboto"/>
              <a:ea typeface="Roboto"/>
              <a:cs typeface="Roboto"/>
              <a:sym typeface="Roboto"/>
            </a:endParaRPr>
          </a:p>
        </p:txBody>
      </p:sp>
      <p:sp>
        <p:nvSpPr>
          <p:cNvPr id="2313" name="Google Shape;2313;p82"/>
          <p:cNvSpPr/>
          <p:nvPr/>
        </p:nvSpPr>
        <p:spPr>
          <a:xfrm rot="5400000" flipH="1">
            <a:off x="5946887" y="2802300"/>
            <a:ext cx="486600" cy="370800"/>
          </a:xfrm>
          <a:prstGeom prst="triangle">
            <a:avLst>
              <a:gd name="adj" fmla="val 9515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212"/>
                                        </p:tgtEl>
                                        <p:attrNameLst>
                                          <p:attrName>style.visibility</p:attrName>
                                        </p:attrNameLst>
                                      </p:cBhvr>
                                      <p:to>
                                        <p:strVal val="visible"/>
                                      </p:to>
                                    </p:set>
                                    <p:anim calcmode="lin" valueType="num">
                                      <p:cBhvr additive="base">
                                        <p:cTn id="7" dur="1000"/>
                                        <p:tgtEl>
                                          <p:spTgt spid="2212"/>
                                        </p:tgtEl>
                                        <p:attrNameLst>
                                          <p:attrName>ppt_y</p:attrName>
                                        </p:attrNameLst>
                                      </p:cBhvr>
                                      <p:tavLst>
                                        <p:tav tm="0">
                                          <p:val>
                                            <p:strVal val="#ppt_y+1"/>
                                          </p:val>
                                        </p:tav>
                                        <p:tav tm="100000">
                                          <p:val>
                                            <p:strVal val="#ppt_y"/>
                                          </p:val>
                                        </p:tav>
                                      </p:tavLst>
                                    </p:anim>
                                  </p:childTnLst>
                                </p:cTn>
                              </p:par>
                              <p:par>
                                <p:cTn id="8" presetID="2" presetClass="entr" presetSubtype="1" fill="hold" nodeType="withEffect">
                                  <p:stCondLst>
                                    <p:cond delay="0"/>
                                  </p:stCondLst>
                                  <p:childTnLst>
                                    <p:set>
                                      <p:cBhvr>
                                        <p:cTn id="9" dur="1" fill="hold">
                                          <p:stCondLst>
                                            <p:cond delay="0"/>
                                          </p:stCondLst>
                                        </p:cTn>
                                        <p:tgtEl>
                                          <p:spTgt spid="2262"/>
                                        </p:tgtEl>
                                        <p:attrNameLst>
                                          <p:attrName>style.visibility</p:attrName>
                                        </p:attrNameLst>
                                      </p:cBhvr>
                                      <p:to>
                                        <p:strVal val="visible"/>
                                      </p:to>
                                    </p:set>
                                    <p:anim calcmode="lin" valueType="num">
                                      <p:cBhvr additive="base">
                                        <p:cTn id="10" dur="1000"/>
                                        <p:tgtEl>
                                          <p:spTgt spid="22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317"/>
        <p:cNvGrpSpPr/>
        <p:nvPr/>
      </p:nvGrpSpPr>
      <p:grpSpPr>
        <a:xfrm>
          <a:off x="0" y="0"/>
          <a:ext cx="0" cy="0"/>
          <a:chOff x="0" y="0"/>
          <a:chExt cx="0" cy="0"/>
        </a:xfrm>
      </p:grpSpPr>
      <p:sp>
        <p:nvSpPr>
          <p:cNvPr id="2318" name="Google Shape;2318;p83"/>
          <p:cNvSpPr txBox="1">
            <a:spLocks noGrp="1"/>
          </p:cNvSpPr>
          <p:nvPr>
            <p:ph type="title"/>
          </p:nvPr>
        </p:nvSpPr>
        <p:spPr>
          <a:xfrm>
            <a:off x="709175" y="1390575"/>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55%</a:t>
            </a:r>
            <a:endParaRPr/>
          </a:p>
        </p:txBody>
      </p:sp>
      <p:sp>
        <p:nvSpPr>
          <p:cNvPr id="2319" name="Google Shape;2319;p83"/>
          <p:cNvSpPr txBox="1">
            <a:spLocks noGrp="1"/>
          </p:cNvSpPr>
          <p:nvPr>
            <p:ph type="title" idx="2"/>
          </p:nvPr>
        </p:nvSpPr>
        <p:spPr>
          <a:xfrm>
            <a:off x="2691000" y="1390575"/>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76%</a:t>
            </a:r>
            <a:endParaRPr/>
          </a:p>
        </p:txBody>
      </p:sp>
      <p:sp>
        <p:nvSpPr>
          <p:cNvPr id="2320" name="Google Shape;2320;p83"/>
          <p:cNvSpPr txBox="1">
            <a:spLocks noGrp="1"/>
          </p:cNvSpPr>
          <p:nvPr>
            <p:ph type="title" idx="3"/>
          </p:nvPr>
        </p:nvSpPr>
        <p:spPr>
          <a:xfrm>
            <a:off x="4672825" y="1390575"/>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85%</a:t>
            </a:r>
            <a:endParaRPr/>
          </a:p>
        </p:txBody>
      </p:sp>
      <p:sp>
        <p:nvSpPr>
          <p:cNvPr id="2321" name="Google Shape;2321;p83"/>
          <p:cNvSpPr txBox="1">
            <a:spLocks noGrp="1"/>
          </p:cNvSpPr>
          <p:nvPr>
            <p:ph type="subTitle" idx="1"/>
          </p:nvPr>
        </p:nvSpPr>
        <p:spPr>
          <a:xfrm>
            <a:off x="709163" y="3626575"/>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closest planet to the Sun</a:t>
            </a:r>
            <a:endParaRPr/>
          </a:p>
        </p:txBody>
      </p:sp>
      <p:sp>
        <p:nvSpPr>
          <p:cNvPr id="2322" name="Google Shape;2322;p83"/>
          <p:cNvSpPr txBox="1">
            <a:spLocks noGrp="1"/>
          </p:cNvSpPr>
          <p:nvPr>
            <p:ph type="subTitle" idx="4"/>
          </p:nvPr>
        </p:nvSpPr>
        <p:spPr>
          <a:xfrm>
            <a:off x="2690988" y="3626575"/>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a:t>
            </a:r>
            <a:endParaRPr/>
          </a:p>
          <a:p>
            <a:pPr marL="0" lvl="0" indent="0" algn="ctr" rtl="0">
              <a:spcBef>
                <a:spcPts val="0"/>
              </a:spcBef>
              <a:spcAft>
                <a:spcPts val="0"/>
              </a:spcAft>
              <a:buClr>
                <a:schemeClr val="dk1"/>
              </a:buClr>
              <a:buSzPts val="1100"/>
              <a:buFont typeface="Arial"/>
              <a:buNone/>
            </a:pPr>
            <a:r>
              <a:rPr lang="en"/>
              <a:t>beautiful name</a:t>
            </a:r>
            <a:endParaRPr/>
          </a:p>
        </p:txBody>
      </p:sp>
      <p:sp>
        <p:nvSpPr>
          <p:cNvPr id="2323" name="Google Shape;2323;p83"/>
          <p:cNvSpPr txBox="1">
            <a:spLocks noGrp="1"/>
          </p:cNvSpPr>
          <p:nvPr>
            <p:ph type="subTitle" idx="5"/>
          </p:nvPr>
        </p:nvSpPr>
        <p:spPr>
          <a:xfrm>
            <a:off x="4672813" y="3626575"/>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a:t>
            </a:r>
            <a:endParaRPr/>
          </a:p>
          <a:p>
            <a:pPr marL="0" lvl="0" indent="0" algn="ctr" rtl="0">
              <a:spcBef>
                <a:spcPts val="0"/>
              </a:spcBef>
              <a:spcAft>
                <a:spcPts val="0"/>
              </a:spcAft>
              <a:buClr>
                <a:schemeClr val="dk1"/>
              </a:buClr>
              <a:buSzPts val="1100"/>
              <a:buFont typeface="Arial"/>
              <a:buNone/>
            </a:pPr>
            <a:r>
              <a:rPr lang="en"/>
              <a:t>Mars is cold</a:t>
            </a:r>
            <a:endParaRPr/>
          </a:p>
        </p:txBody>
      </p:sp>
      <p:sp>
        <p:nvSpPr>
          <p:cNvPr id="2324" name="Google Shape;2324;p83"/>
          <p:cNvSpPr txBox="1">
            <a:spLocks noGrp="1"/>
          </p:cNvSpPr>
          <p:nvPr>
            <p:ph type="title" idx="6"/>
          </p:nvPr>
        </p:nvSpPr>
        <p:spPr>
          <a:xfrm>
            <a:off x="6654650" y="1390575"/>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40%</a:t>
            </a:r>
            <a:endParaRPr/>
          </a:p>
        </p:txBody>
      </p:sp>
      <p:sp>
        <p:nvSpPr>
          <p:cNvPr id="2325" name="Google Shape;2325;p83"/>
          <p:cNvSpPr txBox="1">
            <a:spLocks noGrp="1"/>
          </p:cNvSpPr>
          <p:nvPr>
            <p:ph type="subTitle" idx="7"/>
          </p:nvPr>
        </p:nvSpPr>
        <p:spPr>
          <a:xfrm>
            <a:off x="6654638" y="3626575"/>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a:t>
            </a:r>
            <a:endParaRPr/>
          </a:p>
          <a:p>
            <a:pPr marL="0" lvl="0" indent="0" algn="ctr" rtl="0">
              <a:spcBef>
                <a:spcPts val="0"/>
              </a:spcBef>
              <a:spcAft>
                <a:spcPts val="0"/>
              </a:spcAft>
              <a:buClr>
                <a:schemeClr val="dk1"/>
              </a:buClr>
              <a:buSzPts val="1100"/>
              <a:buFont typeface="Arial"/>
              <a:buNone/>
            </a:pPr>
            <a:r>
              <a:rPr lang="en"/>
              <a:t>ringed one</a:t>
            </a:r>
            <a:endParaRPr/>
          </a:p>
        </p:txBody>
      </p:sp>
      <p:sp>
        <p:nvSpPr>
          <p:cNvPr id="2326" name="Google Shape;2326;p83"/>
          <p:cNvSpPr txBox="1">
            <a:spLocks noGrp="1"/>
          </p:cNvSpPr>
          <p:nvPr>
            <p:ph type="title" idx="8"/>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Percentages</a:t>
            </a:r>
            <a:endParaRPr/>
          </a:p>
        </p:txBody>
      </p:sp>
      <p:sp>
        <p:nvSpPr>
          <p:cNvPr id="2327" name="Google Shape;2327;p83"/>
          <p:cNvSpPr/>
          <p:nvPr/>
        </p:nvSpPr>
        <p:spPr>
          <a:xfrm>
            <a:off x="1073813" y="2285200"/>
            <a:ext cx="1050900" cy="1050900"/>
          </a:xfrm>
          <a:prstGeom prst="donut">
            <a:avLst>
              <a:gd name="adj" fmla="val 10170"/>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83"/>
          <p:cNvSpPr/>
          <p:nvPr/>
        </p:nvSpPr>
        <p:spPr>
          <a:xfrm>
            <a:off x="1073813" y="2285200"/>
            <a:ext cx="1050900" cy="1050900"/>
          </a:xfrm>
          <a:prstGeom prst="blockArc">
            <a:avLst>
              <a:gd name="adj1" fmla="val 8433770"/>
              <a:gd name="adj2" fmla="val 21492759"/>
              <a:gd name="adj3" fmla="val 10297"/>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83"/>
          <p:cNvSpPr/>
          <p:nvPr/>
        </p:nvSpPr>
        <p:spPr>
          <a:xfrm>
            <a:off x="3055638" y="2285200"/>
            <a:ext cx="1050900" cy="1050900"/>
          </a:xfrm>
          <a:prstGeom prst="donut">
            <a:avLst>
              <a:gd name="adj" fmla="val 10170"/>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83"/>
          <p:cNvSpPr/>
          <p:nvPr/>
        </p:nvSpPr>
        <p:spPr>
          <a:xfrm>
            <a:off x="3055638" y="2285200"/>
            <a:ext cx="1050900" cy="1050900"/>
          </a:xfrm>
          <a:prstGeom prst="blockArc">
            <a:avLst>
              <a:gd name="adj1" fmla="val 13085771"/>
              <a:gd name="adj2" fmla="val 21492759"/>
              <a:gd name="adj3" fmla="val 10297"/>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83"/>
          <p:cNvSpPr/>
          <p:nvPr/>
        </p:nvSpPr>
        <p:spPr>
          <a:xfrm>
            <a:off x="4996438" y="2285212"/>
            <a:ext cx="1050900" cy="1050900"/>
          </a:xfrm>
          <a:prstGeom prst="donut">
            <a:avLst>
              <a:gd name="adj" fmla="val 10170"/>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83"/>
          <p:cNvSpPr/>
          <p:nvPr/>
        </p:nvSpPr>
        <p:spPr>
          <a:xfrm>
            <a:off x="4996438" y="2285212"/>
            <a:ext cx="1050900" cy="1050900"/>
          </a:xfrm>
          <a:prstGeom prst="blockArc">
            <a:avLst>
              <a:gd name="adj1" fmla="val 7275068"/>
              <a:gd name="adj2" fmla="val 21492759"/>
              <a:gd name="adj3" fmla="val 10297"/>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83"/>
          <p:cNvSpPr/>
          <p:nvPr/>
        </p:nvSpPr>
        <p:spPr>
          <a:xfrm>
            <a:off x="7019288" y="2285200"/>
            <a:ext cx="1050900" cy="1050900"/>
          </a:xfrm>
          <a:prstGeom prst="donut">
            <a:avLst>
              <a:gd name="adj" fmla="val 10170"/>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83"/>
          <p:cNvSpPr/>
          <p:nvPr/>
        </p:nvSpPr>
        <p:spPr>
          <a:xfrm>
            <a:off x="7019288" y="2285200"/>
            <a:ext cx="1050900" cy="1050900"/>
          </a:xfrm>
          <a:prstGeom prst="blockArc">
            <a:avLst>
              <a:gd name="adj1" fmla="val 12019195"/>
              <a:gd name="adj2" fmla="val 21492759"/>
              <a:gd name="adj3" fmla="val 10297"/>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338"/>
        <p:cNvGrpSpPr/>
        <p:nvPr/>
      </p:nvGrpSpPr>
      <p:grpSpPr>
        <a:xfrm>
          <a:off x="0" y="0"/>
          <a:ext cx="0" cy="0"/>
          <a:chOff x="0" y="0"/>
          <a:chExt cx="0" cy="0"/>
        </a:xfrm>
      </p:grpSpPr>
      <p:sp>
        <p:nvSpPr>
          <p:cNvPr id="2339" name="Google Shape;2339;p84"/>
          <p:cNvSpPr txBox="1">
            <a:spLocks noGrp="1"/>
          </p:cNvSpPr>
          <p:nvPr>
            <p:ph type="title"/>
          </p:nvPr>
        </p:nvSpPr>
        <p:spPr>
          <a:xfrm>
            <a:off x="1057550" y="1378547"/>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56%</a:t>
            </a:r>
            <a:endParaRPr/>
          </a:p>
        </p:txBody>
      </p:sp>
      <p:sp>
        <p:nvSpPr>
          <p:cNvPr id="2340" name="Google Shape;2340;p84"/>
          <p:cNvSpPr txBox="1">
            <a:spLocks noGrp="1"/>
          </p:cNvSpPr>
          <p:nvPr>
            <p:ph type="title" idx="2"/>
          </p:nvPr>
        </p:nvSpPr>
        <p:spPr>
          <a:xfrm>
            <a:off x="3644375" y="1378547"/>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75%</a:t>
            </a:r>
            <a:endParaRPr/>
          </a:p>
        </p:txBody>
      </p:sp>
      <p:sp>
        <p:nvSpPr>
          <p:cNvPr id="2341" name="Google Shape;2341;p84"/>
          <p:cNvSpPr txBox="1">
            <a:spLocks noGrp="1"/>
          </p:cNvSpPr>
          <p:nvPr>
            <p:ph type="subTitle" idx="1"/>
          </p:nvPr>
        </p:nvSpPr>
        <p:spPr>
          <a:xfrm>
            <a:off x="1057550" y="3843063"/>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a:t>
            </a:r>
            <a:endParaRPr/>
          </a:p>
          <a:p>
            <a:pPr marL="0" lvl="0" indent="0" algn="ctr" rtl="0">
              <a:spcBef>
                <a:spcPts val="0"/>
              </a:spcBef>
              <a:spcAft>
                <a:spcPts val="0"/>
              </a:spcAft>
              <a:buClr>
                <a:schemeClr val="dk1"/>
              </a:buClr>
              <a:buSzPts val="1100"/>
              <a:buFont typeface="Arial"/>
              <a:buNone/>
            </a:pPr>
            <a:r>
              <a:rPr lang="en"/>
              <a:t>beautiful name</a:t>
            </a:r>
            <a:endParaRPr/>
          </a:p>
        </p:txBody>
      </p:sp>
      <p:sp>
        <p:nvSpPr>
          <p:cNvPr id="2342" name="Google Shape;2342;p84"/>
          <p:cNvSpPr txBox="1">
            <a:spLocks noGrp="1"/>
          </p:cNvSpPr>
          <p:nvPr>
            <p:ph type="subTitle" idx="3"/>
          </p:nvPr>
        </p:nvSpPr>
        <p:spPr>
          <a:xfrm>
            <a:off x="3644375" y="3843063"/>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a:t>
            </a:r>
            <a:endParaRPr/>
          </a:p>
          <a:p>
            <a:pPr marL="0" lvl="0" indent="0" algn="ctr" rtl="0">
              <a:spcBef>
                <a:spcPts val="0"/>
              </a:spcBef>
              <a:spcAft>
                <a:spcPts val="0"/>
              </a:spcAft>
              <a:buClr>
                <a:schemeClr val="dk1"/>
              </a:buClr>
              <a:buSzPts val="1100"/>
              <a:buFont typeface="Arial"/>
              <a:buNone/>
            </a:pPr>
            <a:r>
              <a:rPr lang="en"/>
              <a:t>Mars is cold</a:t>
            </a:r>
            <a:endParaRPr/>
          </a:p>
        </p:txBody>
      </p:sp>
      <p:sp>
        <p:nvSpPr>
          <p:cNvPr id="2343" name="Google Shape;2343;p84"/>
          <p:cNvSpPr txBox="1">
            <a:spLocks noGrp="1"/>
          </p:cNvSpPr>
          <p:nvPr>
            <p:ph type="subTitle" idx="4"/>
          </p:nvPr>
        </p:nvSpPr>
        <p:spPr>
          <a:xfrm>
            <a:off x="1045000" y="3381200"/>
            <a:ext cx="1780200" cy="444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Venus</a:t>
            </a:r>
            <a:endParaRPr/>
          </a:p>
        </p:txBody>
      </p:sp>
      <p:sp>
        <p:nvSpPr>
          <p:cNvPr id="2344" name="Google Shape;2344;p84"/>
          <p:cNvSpPr txBox="1">
            <a:spLocks noGrp="1"/>
          </p:cNvSpPr>
          <p:nvPr>
            <p:ph type="subTitle" idx="5"/>
          </p:nvPr>
        </p:nvSpPr>
        <p:spPr>
          <a:xfrm>
            <a:off x="3644375" y="3381200"/>
            <a:ext cx="1780200" cy="444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Mars</a:t>
            </a:r>
            <a:endParaRPr/>
          </a:p>
        </p:txBody>
      </p:sp>
      <p:sp>
        <p:nvSpPr>
          <p:cNvPr id="2345" name="Google Shape;2345;p84"/>
          <p:cNvSpPr txBox="1">
            <a:spLocks noGrp="1"/>
          </p:cNvSpPr>
          <p:nvPr>
            <p:ph type="title" idx="6"/>
          </p:nvPr>
        </p:nvSpPr>
        <p:spPr>
          <a:xfrm>
            <a:off x="6318700" y="1378550"/>
            <a:ext cx="1780200" cy="71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90%</a:t>
            </a:r>
            <a:endParaRPr/>
          </a:p>
        </p:txBody>
      </p:sp>
      <p:sp>
        <p:nvSpPr>
          <p:cNvPr id="2346" name="Google Shape;2346;p84"/>
          <p:cNvSpPr txBox="1">
            <a:spLocks noGrp="1"/>
          </p:cNvSpPr>
          <p:nvPr>
            <p:ph type="subTitle" idx="7"/>
          </p:nvPr>
        </p:nvSpPr>
        <p:spPr>
          <a:xfrm>
            <a:off x="6318750" y="3843063"/>
            <a:ext cx="1780200" cy="71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a:t>
            </a:r>
            <a:endParaRPr/>
          </a:p>
          <a:p>
            <a:pPr marL="0" lvl="0" indent="0" algn="ctr" rtl="0">
              <a:spcBef>
                <a:spcPts val="0"/>
              </a:spcBef>
              <a:spcAft>
                <a:spcPts val="0"/>
              </a:spcAft>
              <a:buClr>
                <a:schemeClr val="dk1"/>
              </a:buClr>
              <a:buSzPts val="1100"/>
              <a:buFont typeface="Arial"/>
              <a:buNone/>
            </a:pPr>
            <a:r>
              <a:rPr lang="en"/>
              <a:t>ringed one</a:t>
            </a:r>
            <a:endParaRPr/>
          </a:p>
        </p:txBody>
      </p:sp>
      <p:sp>
        <p:nvSpPr>
          <p:cNvPr id="2347" name="Google Shape;2347;p84"/>
          <p:cNvSpPr txBox="1">
            <a:spLocks noGrp="1"/>
          </p:cNvSpPr>
          <p:nvPr>
            <p:ph type="subTitle" idx="8"/>
          </p:nvPr>
        </p:nvSpPr>
        <p:spPr>
          <a:xfrm>
            <a:off x="6318750" y="3381200"/>
            <a:ext cx="1780200" cy="444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a:t>Saturn</a:t>
            </a:r>
            <a:endParaRPr/>
          </a:p>
        </p:txBody>
      </p:sp>
      <p:sp>
        <p:nvSpPr>
          <p:cNvPr id="2348" name="Google Shape;2348;p84"/>
          <p:cNvSpPr txBox="1">
            <a:spLocks noGrp="1"/>
          </p:cNvSpPr>
          <p:nvPr>
            <p:ph type="title" idx="9"/>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Percentages</a:t>
            </a:r>
            <a:endParaRPr/>
          </a:p>
        </p:txBody>
      </p:sp>
      <p:sp>
        <p:nvSpPr>
          <p:cNvPr id="2349" name="Google Shape;2349;p84"/>
          <p:cNvSpPr/>
          <p:nvPr/>
        </p:nvSpPr>
        <p:spPr>
          <a:xfrm>
            <a:off x="1464899" y="2298722"/>
            <a:ext cx="965400" cy="9654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84"/>
          <p:cNvSpPr/>
          <p:nvPr/>
        </p:nvSpPr>
        <p:spPr>
          <a:xfrm>
            <a:off x="1364900" y="2198713"/>
            <a:ext cx="1165500" cy="1165500"/>
          </a:xfrm>
          <a:prstGeom prst="pie">
            <a:avLst>
              <a:gd name="adj1" fmla="val 10213570"/>
              <a:gd name="adj2" fmla="val 49876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84"/>
          <p:cNvSpPr/>
          <p:nvPr/>
        </p:nvSpPr>
        <p:spPr>
          <a:xfrm>
            <a:off x="4045449" y="2298722"/>
            <a:ext cx="965400" cy="9654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84"/>
          <p:cNvSpPr/>
          <p:nvPr/>
        </p:nvSpPr>
        <p:spPr>
          <a:xfrm>
            <a:off x="3945450" y="2198713"/>
            <a:ext cx="1165500" cy="1165500"/>
          </a:xfrm>
          <a:prstGeom prst="pie">
            <a:avLst>
              <a:gd name="adj1" fmla="val 23036"/>
              <a:gd name="adj2" fmla="val 1620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84"/>
          <p:cNvSpPr/>
          <p:nvPr/>
        </p:nvSpPr>
        <p:spPr>
          <a:xfrm>
            <a:off x="6726099" y="2298722"/>
            <a:ext cx="965400" cy="9654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84"/>
          <p:cNvSpPr/>
          <p:nvPr/>
        </p:nvSpPr>
        <p:spPr>
          <a:xfrm>
            <a:off x="6626100" y="2198713"/>
            <a:ext cx="1165500" cy="1165500"/>
          </a:xfrm>
          <a:prstGeom prst="pie">
            <a:avLst>
              <a:gd name="adj1" fmla="val 18670871"/>
              <a:gd name="adj2" fmla="val 1620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350"/>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352"/>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35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358"/>
        <p:cNvGrpSpPr/>
        <p:nvPr/>
      </p:nvGrpSpPr>
      <p:grpSpPr>
        <a:xfrm>
          <a:off x="0" y="0"/>
          <a:ext cx="0" cy="0"/>
          <a:chOff x="0" y="0"/>
          <a:chExt cx="0" cy="0"/>
        </a:xfrm>
      </p:grpSpPr>
      <p:sp>
        <p:nvSpPr>
          <p:cNvPr id="2359" name="Google Shape;2359;p85"/>
          <p:cNvSpPr txBox="1">
            <a:spLocks noGrp="1"/>
          </p:cNvSpPr>
          <p:nvPr>
            <p:ph type="title" idx="7"/>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Awards</a:t>
            </a:r>
            <a:endParaRPr/>
          </a:p>
        </p:txBody>
      </p:sp>
      <p:sp>
        <p:nvSpPr>
          <p:cNvPr id="2360" name="Google Shape;2360;p85"/>
          <p:cNvSpPr txBox="1">
            <a:spLocks noGrp="1"/>
          </p:cNvSpPr>
          <p:nvPr>
            <p:ph type="title" idx="2"/>
          </p:nvPr>
        </p:nvSpPr>
        <p:spPr>
          <a:xfrm>
            <a:off x="1167625" y="33058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2361" name="Google Shape;2361;p85"/>
          <p:cNvSpPr txBox="1">
            <a:spLocks noGrp="1"/>
          </p:cNvSpPr>
          <p:nvPr>
            <p:ph type="subTitle" idx="1"/>
          </p:nvPr>
        </p:nvSpPr>
        <p:spPr>
          <a:xfrm>
            <a:off x="1167625" y="39073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of them all</a:t>
            </a:r>
            <a:endParaRPr/>
          </a:p>
        </p:txBody>
      </p:sp>
      <p:sp>
        <p:nvSpPr>
          <p:cNvPr id="2362" name="Google Shape;2362;p85"/>
          <p:cNvSpPr txBox="1">
            <a:spLocks noGrp="1"/>
          </p:cNvSpPr>
          <p:nvPr>
            <p:ph type="title" idx="3"/>
          </p:nvPr>
        </p:nvSpPr>
        <p:spPr>
          <a:xfrm>
            <a:off x="3637201" y="33058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
        <p:nvSpPr>
          <p:cNvPr id="2363" name="Google Shape;2363;p85"/>
          <p:cNvSpPr txBox="1">
            <a:spLocks noGrp="1"/>
          </p:cNvSpPr>
          <p:nvPr>
            <p:ph type="subTitle" idx="4"/>
          </p:nvPr>
        </p:nvSpPr>
        <p:spPr>
          <a:xfrm>
            <a:off x="3637200" y="39073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a:t>
            </a:r>
            <a:endParaRPr/>
          </a:p>
          <a:p>
            <a:pPr marL="0" lvl="0" indent="0" algn="ctr" rtl="0">
              <a:spcBef>
                <a:spcPts val="0"/>
              </a:spcBef>
              <a:spcAft>
                <a:spcPts val="0"/>
              </a:spcAft>
              <a:buNone/>
            </a:pPr>
            <a:r>
              <a:rPr lang="en"/>
              <a:t>ringed one</a:t>
            </a:r>
            <a:endParaRPr/>
          </a:p>
        </p:txBody>
      </p:sp>
      <p:sp>
        <p:nvSpPr>
          <p:cNvPr id="2364" name="Google Shape;2364;p85"/>
          <p:cNvSpPr txBox="1">
            <a:spLocks noGrp="1"/>
          </p:cNvSpPr>
          <p:nvPr>
            <p:ph type="title" idx="5"/>
          </p:nvPr>
        </p:nvSpPr>
        <p:spPr>
          <a:xfrm>
            <a:off x="6106776" y="33058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2365" name="Google Shape;2365;p85"/>
          <p:cNvSpPr txBox="1">
            <a:spLocks noGrp="1"/>
          </p:cNvSpPr>
          <p:nvPr>
            <p:ph type="subTitle" idx="6"/>
          </p:nvPr>
        </p:nvSpPr>
        <p:spPr>
          <a:xfrm>
            <a:off x="6106775" y="39073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farthest one from the Sun</a:t>
            </a:r>
            <a:endParaRPr/>
          </a:p>
        </p:txBody>
      </p:sp>
      <p:sp>
        <p:nvSpPr>
          <p:cNvPr id="2366" name="Google Shape;2366;p85"/>
          <p:cNvSpPr txBox="1">
            <a:spLocks noGrp="1"/>
          </p:cNvSpPr>
          <p:nvPr>
            <p:ph type="title" idx="8"/>
          </p:nvPr>
        </p:nvSpPr>
        <p:spPr>
          <a:xfrm>
            <a:off x="1167625" y="16109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2367" name="Google Shape;2367;p85"/>
          <p:cNvSpPr txBox="1">
            <a:spLocks noGrp="1"/>
          </p:cNvSpPr>
          <p:nvPr>
            <p:ph type="subTitle" idx="9"/>
          </p:nvPr>
        </p:nvSpPr>
        <p:spPr>
          <a:xfrm>
            <a:off x="1167625" y="22124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closest planet to the Sun</a:t>
            </a:r>
            <a:endParaRPr/>
          </a:p>
        </p:txBody>
      </p:sp>
      <p:sp>
        <p:nvSpPr>
          <p:cNvPr id="2368" name="Google Shape;2368;p85"/>
          <p:cNvSpPr txBox="1">
            <a:spLocks noGrp="1"/>
          </p:cNvSpPr>
          <p:nvPr>
            <p:ph type="title"/>
          </p:nvPr>
        </p:nvSpPr>
        <p:spPr>
          <a:xfrm>
            <a:off x="3637201" y="16109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2369" name="Google Shape;2369;p85"/>
          <p:cNvSpPr txBox="1">
            <a:spLocks noGrp="1"/>
          </p:cNvSpPr>
          <p:nvPr>
            <p:ph type="subTitle" idx="13"/>
          </p:nvPr>
        </p:nvSpPr>
        <p:spPr>
          <a:xfrm>
            <a:off x="3637200" y="22124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a:t>
            </a:r>
            <a:endParaRPr/>
          </a:p>
          <a:p>
            <a:pPr marL="0" lvl="0" indent="0" algn="ctr" rtl="0">
              <a:spcBef>
                <a:spcPts val="0"/>
              </a:spcBef>
              <a:spcAft>
                <a:spcPts val="0"/>
              </a:spcAft>
              <a:buNone/>
            </a:pPr>
            <a:r>
              <a:rPr lang="en"/>
              <a:t>beautiful name</a:t>
            </a:r>
            <a:endParaRPr/>
          </a:p>
        </p:txBody>
      </p:sp>
      <p:sp>
        <p:nvSpPr>
          <p:cNvPr id="2370" name="Google Shape;2370;p85"/>
          <p:cNvSpPr txBox="1">
            <a:spLocks noGrp="1"/>
          </p:cNvSpPr>
          <p:nvPr>
            <p:ph type="title" idx="14"/>
          </p:nvPr>
        </p:nvSpPr>
        <p:spPr>
          <a:xfrm>
            <a:off x="6106776" y="1610950"/>
            <a:ext cx="1869600" cy="66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2371" name="Google Shape;2371;p85"/>
          <p:cNvSpPr txBox="1">
            <a:spLocks noGrp="1"/>
          </p:cNvSpPr>
          <p:nvPr>
            <p:ph type="subTitle" idx="15"/>
          </p:nvPr>
        </p:nvSpPr>
        <p:spPr>
          <a:xfrm>
            <a:off x="6106775" y="2212450"/>
            <a:ext cx="1869600" cy="666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a:t>
            </a:r>
            <a:endParaRPr/>
          </a:p>
          <a:p>
            <a:pPr marL="0" lvl="0" indent="0" algn="ctr" rtl="0">
              <a:spcBef>
                <a:spcPts val="0"/>
              </a:spcBef>
              <a:spcAft>
                <a:spcPts val="0"/>
              </a:spcAft>
              <a:buNone/>
            </a:pPr>
            <a:r>
              <a:rPr lang="en"/>
              <a:t>Mars is cold</a:t>
            </a:r>
            <a:endParaRPr/>
          </a:p>
        </p:txBody>
      </p:sp>
      <p:cxnSp>
        <p:nvCxnSpPr>
          <p:cNvPr id="2372" name="Google Shape;2372;p85"/>
          <p:cNvCxnSpPr/>
          <p:nvPr/>
        </p:nvCxnSpPr>
        <p:spPr>
          <a:xfrm>
            <a:off x="1138200" y="3266522"/>
            <a:ext cx="6867600" cy="0"/>
          </a:xfrm>
          <a:prstGeom prst="straightConnector1">
            <a:avLst/>
          </a:prstGeom>
          <a:noFill/>
          <a:ln w="38100" cap="flat" cmpd="sng">
            <a:solidFill>
              <a:schemeClr val="accent5"/>
            </a:solidFill>
            <a:prstDash val="solid"/>
            <a:round/>
            <a:headEnd type="none" w="med" len="med"/>
            <a:tailEnd type="none" w="med" len="med"/>
          </a:ln>
        </p:spPr>
      </p:cxnSp>
      <p:cxnSp>
        <p:nvCxnSpPr>
          <p:cNvPr id="2373" name="Google Shape;2373;p85"/>
          <p:cNvCxnSpPr/>
          <p:nvPr/>
        </p:nvCxnSpPr>
        <p:spPr>
          <a:xfrm>
            <a:off x="1138200" y="1582898"/>
            <a:ext cx="6867600" cy="0"/>
          </a:xfrm>
          <a:prstGeom prst="straightConnector1">
            <a:avLst/>
          </a:prstGeom>
          <a:noFill/>
          <a:ln w="38100" cap="flat" cmpd="sng">
            <a:solidFill>
              <a:schemeClr val="accent5"/>
            </a:solidFill>
            <a:prstDash val="solid"/>
            <a:round/>
            <a:headEnd type="none" w="med" len="med"/>
            <a:tailEnd type="none" w="med" len="med"/>
          </a:ln>
        </p:spPr>
      </p:cxnSp>
      <p:sp>
        <p:nvSpPr>
          <p:cNvPr id="2374" name="Google Shape;2374;p85"/>
          <p:cNvSpPr/>
          <p:nvPr/>
        </p:nvSpPr>
        <p:spPr>
          <a:xfrm>
            <a:off x="2016775" y="1497248"/>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85"/>
          <p:cNvSpPr/>
          <p:nvPr/>
        </p:nvSpPr>
        <p:spPr>
          <a:xfrm>
            <a:off x="4486350" y="1497248"/>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85"/>
          <p:cNvSpPr/>
          <p:nvPr/>
        </p:nvSpPr>
        <p:spPr>
          <a:xfrm>
            <a:off x="6955925" y="1497248"/>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85"/>
          <p:cNvSpPr/>
          <p:nvPr/>
        </p:nvSpPr>
        <p:spPr>
          <a:xfrm>
            <a:off x="2016775" y="3180872"/>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85"/>
          <p:cNvSpPr/>
          <p:nvPr/>
        </p:nvSpPr>
        <p:spPr>
          <a:xfrm>
            <a:off x="4486350" y="3180872"/>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85"/>
          <p:cNvSpPr/>
          <p:nvPr/>
        </p:nvSpPr>
        <p:spPr>
          <a:xfrm>
            <a:off x="6955925" y="3180872"/>
            <a:ext cx="171300" cy="1713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383"/>
        <p:cNvGrpSpPr/>
        <p:nvPr/>
      </p:nvGrpSpPr>
      <p:grpSpPr>
        <a:xfrm>
          <a:off x="0" y="0"/>
          <a:ext cx="0" cy="0"/>
          <a:chOff x="0" y="0"/>
          <a:chExt cx="0" cy="0"/>
        </a:xfrm>
      </p:grpSpPr>
      <p:sp>
        <p:nvSpPr>
          <p:cNvPr id="2384" name="Google Shape;2384;p86"/>
          <p:cNvSpPr txBox="1">
            <a:spLocks noGrp="1"/>
          </p:cNvSpPr>
          <p:nvPr>
            <p:ph type="title"/>
          </p:nvPr>
        </p:nvSpPr>
        <p:spPr>
          <a:xfrm>
            <a:off x="1673525" y="2185138"/>
            <a:ext cx="25713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
        <p:nvSpPr>
          <p:cNvPr id="2385" name="Google Shape;2385;p86"/>
          <p:cNvSpPr txBox="1">
            <a:spLocks noGrp="1"/>
          </p:cNvSpPr>
          <p:nvPr>
            <p:ph type="subTitle" idx="1"/>
          </p:nvPr>
        </p:nvSpPr>
        <p:spPr>
          <a:xfrm>
            <a:off x="1673525" y="2786638"/>
            <a:ext cx="25713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Venus has a</a:t>
            </a:r>
            <a:endParaRPr/>
          </a:p>
          <a:p>
            <a:pPr marL="0" lvl="0" indent="0" algn="l" rtl="0">
              <a:spcBef>
                <a:spcPts val="0"/>
              </a:spcBef>
              <a:spcAft>
                <a:spcPts val="0"/>
              </a:spcAft>
              <a:buClr>
                <a:schemeClr val="dk1"/>
              </a:buClr>
              <a:buSzPts val="1100"/>
              <a:buFont typeface="Arial"/>
              <a:buNone/>
            </a:pPr>
            <a:r>
              <a:rPr lang="en"/>
              <a:t>beautiful name</a:t>
            </a:r>
            <a:endParaRPr/>
          </a:p>
        </p:txBody>
      </p:sp>
      <p:sp>
        <p:nvSpPr>
          <p:cNvPr id="2386" name="Google Shape;2386;p86"/>
          <p:cNvSpPr txBox="1">
            <a:spLocks noGrp="1"/>
          </p:cNvSpPr>
          <p:nvPr>
            <p:ph type="title" idx="2"/>
          </p:nvPr>
        </p:nvSpPr>
        <p:spPr>
          <a:xfrm>
            <a:off x="5753026" y="1001350"/>
            <a:ext cx="25674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2387" name="Google Shape;2387;p86"/>
          <p:cNvSpPr txBox="1">
            <a:spLocks noGrp="1"/>
          </p:cNvSpPr>
          <p:nvPr>
            <p:ph type="subTitle" idx="3"/>
          </p:nvPr>
        </p:nvSpPr>
        <p:spPr>
          <a:xfrm>
            <a:off x="5753025" y="1602850"/>
            <a:ext cx="25674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biggest </a:t>
            </a:r>
            <a:endParaRPr/>
          </a:p>
          <a:p>
            <a:pPr marL="0" lvl="0" indent="0" algn="l" rtl="0">
              <a:spcBef>
                <a:spcPts val="0"/>
              </a:spcBef>
              <a:spcAft>
                <a:spcPts val="0"/>
              </a:spcAft>
              <a:buClr>
                <a:schemeClr val="dk1"/>
              </a:buClr>
              <a:buSzPts val="1100"/>
              <a:buFont typeface="Arial"/>
              <a:buNone/>
            </a:pPr>
            <a:r>
              <a:rPr lang="en"/>
              <a:t>planet of them all</a:t>
            </a:r>
            <a:endParaRPr/>
          </a:p>
        </p:txBody>
      </p:sp>
      <p:sp>
        <p:nvSpPr>
          <p:cNvPr id="2388" name="Google Shape;2388;p86"/>
          <p:cNvSpPr txBox="1">
            <a:spLocks noGrp="1"/>
          </p:cNvSpPr>
          <p:nvPr>
            <p:ph type="title" idx="4"/>
          </p:nvPr>
        </p:nvSpPr>
        <p:spPr>
          <a:xfrm>
            <a:off x="5753026" y="3394750"/>
            <a:ext cx="25674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2389" name="Google Shape;2389;p86"/>
          <p:cNvSpPr txBox="1">
            <a:spLocks noGrp="1"/>
          </p:cNvSpPr>
          <p:nvPr>
            <p:ph type="subTitle" idx="5"/>
          </p:nvPr>
        </p:nvSpPr>
        <p:spPr>
          <a:xfrm>
            <a:off x="5753025" y="3996250"/>
            <a:ext cx="25674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farthest one </a:t>
            </a:r>
            <a:endParaRPr/>
          </a:p>
          <a:p>
            <a:pPr marL="0" lvl="0" indent="0" algn="l" rtl="0">
              <a:spcBef>
                <a:spcPts val="0"/>
              </a:spcBef>
              <a:spcAft>
                <a:spcPts val="0"/>
              </a:spcAft>
              <a:buClr>
                <a:schemeClr val="dk1"/>
              </a:buClr>
              <a:buSzPts val="1100"/>
              <a:buFont typeface="Arial"/>
              <a:buNone/>
            </a:pPr>
            <a:r>
              <a:rPr lang="en"/>
              <a:t>from the Sun</a:t>
            </a:r>
            <a:endParaRPr/>
          </a:p>
        </p:txBody>
      </p:sp>
      <p:sp>
        <p:nvSpPr>
          <p:cNvPr id="2390" name="Google Shape;2390;p86"/>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Awards</a:t>
            </a:r>
            <a:endParaRPr/>
          </a:p>
        </p:txBody>
      </p:sp>
      <p:sp>
        <p:nvSpPr>
          <p:cNvPr id="2391" name="Google Shape;2391;p86"/>
          <p:cNvSpPr txBox="1">
            <a:spLocks noGrp="1"/>
          </p:cNvSpPr>
          <p:nvPr>
            <p:ph type="title" idx="7"/>
          </p:nvPr>
        </p:nvSpPr>
        <p:spPr>
          <a:xfrm>
            <a:off x="1670725" y="1001350"/>
            <a:ext cx="25713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2392" name="Google Shape;2392;p86"/>
          <p:cNvSpPr txBox="1">
            <a:spLocks noGrp="1"/>
          </p:cNvSpPr>
          <p:nvPr>
            <p:ph type="subTitle" idx="8"/>
          </p:nvPr>
        </p:nvSpPr>
        <p:spPr>
          <a:xfrm>
            <a:off x="1670725" y="1602850"/>
            <a:ext cx="25713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the closest </a:t>
            </a:r>
            <a:endParaRPr/>
          </a:p>
          <a:p>
            <a:pPr marL="0" lvl="0" indent="0" algn="l" rtl="0">
              <a:spcBef>
                <a:spcPts val="0"/>
              </a:spcBef>
              <a:spcAft>
                <a:spcPts val="0"/>
              </a:spcAft>
              <a:buClr>
                <a:schemeClr val="dk1"/>
              </a:buClr>
              <a:buSzPts val="1100"/>
              <a:buFont typeface="Arial"/>
              <a:buNone/>
            </a:pPr>
            <a:r>
              <a:rPr lang="en"/>
              <a:t>planet to the Sun</a:t>
            </a:r>
            <a:endParaRPr/>
          </a:p>
        </p:txBody>
      </p:sp>
      <p:sp>
        <p:nvSpPr>
          <p:cNvPr id="2393" name="Google Shape;2393;p86"/>
          <p:cNvSpPr txBox="1">
            <a:spLocks noGrp="1"/>
          </p:cNvSpPr>
          <p:nvPr>
            <p:ph type="title" idx="9"/>
          </p:nvPr>
        </p:nvSpPr>
        <p:spPr>
          <a:xfrm>
            <a:off x="1670726" y="3394750"/>
            <a:ext cx="25713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2394" name="Google Shape;2394;p86"/>
          <p:cNvSpPr txBox="1">
            <a:spLocks noGrp="1"/>
          </p:cNvSpPr>
          <p:nvPr>
            <p:ph type="subTitle" idx="13"/>
          </p:nvPr>
        </p:nvSpPr>
        <p:spPr>
          <a:xfrm>
            <a:off x="1670725" y="3996250"/>
            <a:ext cx="25713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Despite being red,</a:t>
            </a:r>
            <a:endParaRPr/>
          </a:p>
          <a:p>
            <a:pPr marL="0" lvl="0" indent="0" algn="l" rtl="0">
              <a:spcBef>
                <a:spcPts val="0"/>
              </a:spcBef>
              <a:spcAft>
                <a:spcPts val="0"/>
              </a:spcAft>
              <a:buClr>
                <a:schemeClr val="dk1"/>
              </a:buClr>
              <a:buSzPts val="1100"/>
              <a:buFont typeface="Arial"/>
              <a:buNone/>
            </a:pPr>
            <a:r>
              <a:rPr lang="en"/>
              <a:t>Mars is cold</a:t>
            </a:r>
            <a:endParaRPr/>
          </a:p>
        </p:txBody>
      </p:sp>
      <p:sp>
        <p:nvSpPr>
          <p:cNvPr id="2395" name="Google Shape;2395;p86"/>
          <p:cNvSpPr txBox="1">
            <a:spLocks noGrp="1"/>
          </p:cNvSpPr>
          <p:nvPr>
            <p:ph type="title" idx="14"/>
          </p:nvPr>
        </p:nvSpPr>
        <p:spPr>
          <a:xfrm>
            <a:off x="5756872" y="2185138"/>
            <a:ext cx="2567400" cy="666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2396" name="Google Shape;2396;p86"/>
          <p:cNvSpPr txBox="1">
            <a:spLocks noGrp="1"/>
          </p:cNvSpPr>
          <p:nvPr>
            <p:ph type="subTitle" idx="15"/>
          </p:nvPr>
        </p:nvSpPr>
        <p:spPr>
          <a:xfrm>
            <a:off x="5756870" y="2786638"/>
            <a:ext cx="2567400" cy="66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Saturn is the</a:t>
            </a:r>
            <a:endParaRPr/>
          </a:p>
          <a:p>
            <a:pPr marL="0" lvl="0" indent="0" algn="l" rtl="0">
              <a:spcBef>
                <a:spcPts val="0"/>
              </a:spcBef>
              <a:spcAft>
                <a:spcPts val="0"/>
              </a:spcAft>
              <a:buClr>
                <a:schemeClr val="dk1"/>
              </a:buClr>
              <a:buSzPts val="1100"/>
              <a:buFont typeface="Arial"/>
              <a:buNone/>
            </a:pPr>
            <a:r>
              <a:rPr lang="en"/>
              <a:t>ringed one</a:t>
            </a:r>
            <a:endParaRPr/>
          </a:p>
        </p:txBody>
      </p:sp>
      <p:grpSp>
        <p:nvGrpSpPr>
          <p:cNvPr id="2397" name="Google Shape;2397;p86"/>
          <p:cNvGrpSpPr/>
          <p:nvPr/>
        </p:nvGrpSpPr>
        <p:grpSpPr>
          <a:xfrm>
            <a:off x="1189724" y="1315375"/>
            <a:ext cx="326829" cy="457202"/>
            <a:chOff x="1935150" y="238125"/>
            <a:chExt cx="3730925" cy="5219200"/>
          </a:xfrm>
        </p:grpSpPr>
        <p:sp>
          <p:nvSpPr>
            <p:cNvPr id="2398" name="Google Shape;2398;p86"/>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86"/>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86"/>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86"/>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86"/>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86"/>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86"/>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86"/>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86"/>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86"/>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86"/>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86"/>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86"/>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86"/>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86"/>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86"/>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4" name="Google Shape;2414;p86"/>
          <p:cNvGrpSpPr/>
          <p:nvPr/>
        </p:nvGrpSpPr>
        <p:grpSpPr>
          <a:xfrm>
            <a:off x="1124898" y="2495551"/>
            <a:ext cx="456488" cy="457202"/>
            <a:chOff x="1194700" y="238125"/>
            <a:chExt cx="5211050" cy="5219200"/>
          </a:xfrm>
        </p:grpSpPr>
        <p:sp>
          <p:nvSpPr>
            <p:cNvPr id="2415" name="Google Shape;2415;p86"/>
            <p:cNvSpPr/>
            <p:nvPr/>
          </p:nvSpPr>
          <p:spPr>
            <a:xfrm>
              <a:off x="2500300" y="238125"/>
              <a:ext cx="2590050" cy="2192075"/>
            </a:xfrm>
            <a:custGeom>
              <a:avLst/>
              <a:gdLst/>
              <a:ahLst/>
              <a:cxnLst/>
              <a:rect l="l" t="t" r="r" b="b"/>
              <a:pathLst>
                <a:path w="103602" h="87683" extrusionOk="0">
                  <a:moveTo>
                    <a:pt x="51801" y="0"/>
                  </a:moveTo>
                  <a:cubicBezTo>
                    <a:pt x="37970" y="0"/>
                    <a:pt x="24955" y="5480"/>
                    <a:pt x="15136" y="15397"/>
                  </a:cubicBezTo>
                  <a:cubicBezTo>
                    <a:pt x="5383" y="25280"/>
                    <a:pt x="1" y="38361"/>
                    <a:pt x="1" y="52224"/>
                  </a:cubicBezTo>
                  <a:lnTo>
                    <a:pt x="1" y="81582"/>
                  </a:lnTo>
                  <a:cubicBezTo>
                    <a:pt x="1" y="84975"/>
                    <a:pt x="2741" y="87682"/>
                    <a:pt x="6100" y="87682"/>
                  </a:cubicBezTo>
                  <a:lnTo>
                    <a:pt x="97469" y="87682"/>
                  </a:lnTo>
                  <a:cubicBezTo>
                    <a:pt x="100861" y="87682"/>
                    <a:pt x="103601" y="84975"/>
                    <a:pt x="103601" y="81582"/>
                  </a:cubicBezTo>
                  <a:lnTo>
                    <a:pt x="103601" y="52224"/>
                  </a:lnTo>
                  <a:cubicBezTo>
                    <a:pt x="103601" y="38361"/>
                    <a:pt x="98219" y="25280"/>
                    <a:pt x="88466" y="15397"/>
                  </a:cubicBezTo>
                  <a:cubicBezTo>
                    <a:pt x="78647" y="5480"/>
                    <a:pt x="65632" y="0"/>
                    <a:pt x="518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86"/>
            <p:cNvSpPr/>
            <p:nvPr/>
          </p:nvSpPr>
          <p:spPr>
            <a:xfrm>
              <a:off x="3795300" y="238125"/>
              <a:ext cx="1295050" cy="2192075"/>
            </a:xfrm>
            <a:custGeom>
              <a:avLst/>
              <a:gdLst/>
              <a:ahLst/>
              <a:cxnLst/>
              <a:rect l="l" t="t" r="r" b="b"/>
              <a:pathLst>
                <a:path w="51802" h="87683" extrusionOk="0">
                  <a:moveTo>
                    <a:pt x="1" y="0"/>
                  </a:moveTo>
                  <a:lnTo>
                    <a:pt x="1" y="87682"/>
                  </a:lnTo>
                  <a:lnTo>
                    <a:pt x="45669" y="87682"/>
                  </a:lnTo>
                  <a:cubicBezTo>
                    <a:pt x="49061" y="87682"/>
                    <a:pt x="51801" y="84975"/>
                    <a:pt x="51801" y="81582"/>
                  </a:cubicBezTo>
                  <a:lnTo>
                    <a:pt x="51801" y="52224"/>
                  </a:lnTo>
                  <a:cubicBezTo>
                    <a:pt x="51801" y="38361"/>
                    <a:pt x="46419" y="25280"/>
                    <a:pt x="36666" y="15397"/>
                  </a:cubicBezTo>
                  <a:cubicBezTo>
                    <a:pt x="26847" y="5480"/>
                    <a:pt x="13832"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86"/>
            <p:cNvSpPr/>
            <p:nvPr/>
          </p:nvSpPr>
          <p:spPr>
            <a:xfrm>
              <a:off x="3315800" y="249525"/>
              <a:ext cx="305825" cy="631225"/>
            </a:xfrm>
            <a:custGeom>
              <a:avLst/>
              <a:gdLst/>
              <a:ahLst/>
              <a:cxnLst/>
              <a:rect l="l" t="t" r="r" b="b"/>
              <a:pathLst>
                <a:path w="12233" h="25249" extrusionOk="0">
                  <a:moveTo>
                    <a:pt x="12233" y="1"/>
                  </a:moveTo>
                  <a:cubicBezTo>
                    <a:pt x="7960" y="588"/>
                    <a:pt x="3882" y="1697"/>
                    <a:pt x="0" y="3263"/>
                  </a:cubicBezTo>
                  <a:lnTo>
                    <a:pt x="0" y="19116"/>
                  </a:lnTo>
                  <a:cubicBezTo>
                    <a:pt x="0" y="22508"/>
                    <a:pt x="2740" y="25248"/>
                    <a:pt x="6133" y="25248"/>
                  </a:cubicBezTo>
                  <a:cubicBezTo>
                    <a:pt x="9493" y="25248"/>
                    <a:pt x="12233" y="22508"/>
                    <a:pt x="12233" y="19116"/>
                  </a:cubicBezTo>
                  <a:lnTo>
                    <a:pt x="122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86"/>
            <p:cNvSpPr/>
            <p:nvPr/>
          </p:nvSpPr>
          <p:spPr>
            <a:xfrm>
              <a:off x="3968200" y="249525"/>
              <a:ext cx="305825" cy="631225"/>
            </a:xfrm>
            <a:custGeom>
              <a:avLst/>
              <a:gdLst/>
              <a:ahLst/>
              <a:cxnLst/>
              <a:rect l="l" t="t" r="r" b="b"/>
              <a:pathLst>
                <a:path w="12233" h="25249" extrusionOk="0">
                  <a:moveTo>
                    <a:pt x="0" y="1"/>
                  </a:moveTo>
                  <a:lnTo>
                    <a:pt x="0" y="19116"/>
                  </a:lnTo>
                  <a:cubicBezTo>
                    <a:pt x="0" y="22508"/>
                    <a:pt x="2740" y="25248"/>
                    <a:pt x="6133" y="25248"/>
                  </a:cubicBezTo>
                  <a:cubicBezTo>
                    <a:pt x="9493" y="25248"/>
                    <a:pt x="12233" y="22508"/>
                    <a:pt x="12233" y="19116"/>
                  </a:cubicBezTo>
                  <a:lnTo>
                    <a:pt x="12233" y="3263"/>
                  </a:lnTo>
                  <a:cubicBezTo>
                    <a:pt x="8384" y="1697"/>
                    <a:pt x="4273" y="588"/>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86"/>
            <p:cNvSpPr/>
            <p:nvPr/>
          </p:nvSpPr>
          <p:spPr>
            <a:xfrm>
              <a:off x="2255650" y="1390400"/>
              <a:ext cx="3079350" cy="305850"/>
            </a:xfrm>
            <a:custGeom>
              <a:avLst/>
              <a:gdLst/>
              <a:ahLst/>
              <a:cxnLst/>
              <a:rect l="l" t="t" r="r" b="b"/>
              <a:pathLst>
                <a:path w="123174" h="12234" extrusionOk="0">
                  <a:moveTo>
                    <a:pt x="6100" y="1"/>
                  </a:moveTo>
                  <a:cubicBezTo>
                    <a:pt x="2741" y="1"/>
                    <a:pt x="1" y="2741"/>
                    <a:pt x="1" y="6133"/>
                  </a:cubicBezTo>
                  <a:cubicBezTo>
                    <a:pt x="1" y="9493"/>
                    <a:pt x="2741" y="12233"/>
                    <a:pt x="6100" y="12233"/>
                  </a:cubicBezTo>
                  <a:lnTo>
                    <a:pt x="117041" y="12233"/>
                  </a:lnTo>
                  <a:cubicBezTo>
                    <a:pt x="120433" y="12233"/>
                    <a:pt x="123173" y="9493"/>
                    <a:pt x="123173" y="6133"/>
                  </a:cubicBezTo>
                  <a:cubicBezTo>
                    <a:pt x="123173" y="2741"/>
                    <a:pt x="120433" y="1"/>
                    <a:pt x="1170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86"/>
            <p:cNvSpPr/>
            <p:nvPr/>
          </p:nvSpPr>
          <p:spPr>
            <a:xfrm>
              <a:off x="3795300" y="1390400"/>
              <a:ext cx="1539700" cy="305850"/>
            </a:xfrm>
            <a:custGeom>
              <a:avLst/>
              <a:gdLst/>
              <a:ahLst/>
              <a:cxnLst/>
              <a:rect l="l" t="t" r="r" b="b"/>
              <a:pathLst>
                <a:path w="61588" h="12234" extrusionOk="0">
                  <a:moveTo>
                    <a:pt x="1" y="1"/>
                  </a:moveTo>
                  <a:lnTo>
                    <a:pt x="1" y="12233"/>
                  </a:lnTo>
                  <a:lnTo>
                    <a:pt x="55455" y="12233"/>
                  </a:lnTo>
                  <a:cubicBezTo>
                    <a:pt x="58847" y="12233"/>
                    <a:pt x="61587" y="9493"/>
                    <a:pt x="61587" y="6133"/>
                  </a:cubicBezTo>
                  <a:cubicBezTo>
                    <a:pt x="61587" y="2741"/>
                    <a:pt x="58847" y="1"/>
                    <a:pt x="554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86"/>
            <p:cNvSpPr/>
            <p:nvPr/>
          </p:nvSpPr>
          <p:spPr>
            <a:xfrm>
              <a:off x="1602450" y="3257200"/>
              <a:ext cx="4803300" cy="2200125"/>
            </a:xfrm>
            <a:custGeom>
              <a:avLst/>
              <a:gdLst/>
              <a:ahLst/>
              <a:cxnLst/>
              <a:rect l="l" t="t" r="r" b="b"/>
              <a:pathLst>
                <a:path w="192132" h="88005" extrusionOk="0">
                  <a:moveTo>
                    <a:pt x="55836" y="1"/>
                  </a:moveTo>
                  <a:cubicBezTo>
                    <a:pt x="47408" y="1"/>
                    <a:pt x="39028" y="1962"/>
                    <a:pt x="31282" y="5835"/>
                  </a:cubicBezTo>
                  <a:lnTo>
                    <a:pt x="13472" y="14740"/>
                  </a:lnTo>
                  <a:lnTo>
                    <a:pt x="3393" y="19796"/>
                  </a:lnTo>
                  <a:cubicBezTo>
                    <a:pt x="1305" y="20840"/>
                    <a:pt x="0" y="22960"/>
                    <a:pt x="0" y="25276"/>
                  </a:cubicBezTo>
                  <a:lnTo>
                    <a:pt x="0" y="75021"/>
                  </a:lnTo>
                  <a:cubicBezTo>
                    <a:pt x="0" y="76881"/>
                    <a:pt x="848" y="78642"/>
                    <a:pt x="2283" y="79784"/>
                  </a:cubicBezTo>
                  <a:cubicBezTo>
                    <a:pt x="3381" y="80682"/>
                    <a:pt x="4747" y="81161"/>
                    <a:pt x="6131" y="81161"/>
                  </a:cubicBezTo>
                  <a:cubicBezTo>
                    <a:pt x="6556" y="81161"/>
                    <a:pt x="6983" y="81115"/>
                    <a:pt x="7405" y="81023"/>
                  </a:cubicBezTo>
                  <a:lnTo>
                    <a:pt x="40383" y="73945"/>
                  </a:lnTo>
                  <a:cubicBezTo>
                    <a:pt x="43323" y="73312"/>
                    <a:pt x="46315" y="72999"/>
                    <a:pt x="49305" y="72999"/>
                  </a:cubicBezTo>
                  <a:cubicBezTo>
                    <a:pt x="53715" y="72999"/>
                    <a:pt x="58118" y="73680"/>
                    <a:pt x="62337" y="75021"/>
                  </a:cubicBezTo>
                  <a:lnTo>
                    <a:pt x="95087" y="85427"/>
                  </a:lnTo>
                  <a:cubicBezTo>
                    <a:pt x="100534" y="87156"/>
                    <a:pt x="106145" y="88004"/>
                    <a:pt x="111690" y="88004"/>
                  </a:cubicBezTo>
                  <a:cubicBezTo>
                    <a:pt x="125097" y="88004"/>
                    <a:pt x="138308" y="83144"/>
                    <a:pt x="148518" y="74010"/>
                  </a:cubicBezTo>
                  <a:cubicBezTo>
                    <a:pt x="148584" y="73912"/>
                    <a:pt x="148681" y="73847"/>
                    <a:pt x="148747" y="73782"/>
                  </a:cubicBezTo>
                  <a:lnTo>
                    <a:pt x="186129" y="36628"/>
                  </a:lnTo>
                  <a:cubicBezTo>
                    <a:pt x="189946" y="33138"/>
                    <a:pt x="192131" y="28212"/>
                    <a:pt x="192131" y="23058"/>
                  </a:cubicBezTo>
                  <a:lnTo>
                    <a:pt x="192131" y="22373"/>
                  </a:lnTo>
                  <a:cubicBezTo>
                    <a:pt x="192131" y="16567"/>
                    <a:pt x="189391" y="11217"/>
                    <a:pt x="184596" y="7694"/>
                  </a:cubicBezTo>
                  <a:cubicBezTo>
                    <a:pt x="181301" y="5284"/>
                    <a:pt x="177361" y="4027"/>
                    <a:pt x="173407" y="4027"/>
                  </a:cubicBezTo>
                  <a:cubicBezTo>
                    <a:pt x="171528" y="4027"/>
                    <a:pt x="169647" y="4311"/>
                    <a:pt x="167829" y="4889"/>
                  </a:cubicBezTo>
                  <a:cubicBezTo>
                    <a:pt x="167601" y="4954"/>
                    <a:pt x="167373" y="5052"/>
                    <a:pt x="167144" y="5150"/>
                  </a:cubicBezTo>
                  <a:lnTo>
                    <a:pt x="126206" y="23808"/>
                  </a:lnTo>
                  <a:lnTo>
                    <a:pt x="126043" y="23873"/>
                  </a:lnTo>
                  <a:cubicBezTo>
                    <a:pt x="123597" y="20383"/>
                    <a:pt x="120009" y="17708"/>
                    <a:pt x="115703" y="16338"/>
                  </a:cubicBezTo>
                  <a:lnTo>
                    <a:pt x="72612" y="2638"/>
                  </a:lnTo>
                  <a:cubicBezTo>
                    <a:pt x="67114" y="875"/>
                    <a:pt x="61464" y="1"/>
                    <a:pt x="558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86"/>
            <p:cNvSpPr/>
            <p:nvPr/>
          </p:nvSpPr>
          <p:spPr>
            <a:xfrm>
              <a:off x="3795300" y="3357875"/>
              <a:ext cx="2610450" cy="2099450"/>
            </a:xfrm>
            <a:custGeom>
              <a:avLst/>
              <a:gdLst/>
              <a:ahLst/>
              <a:cxnLst/>
              <a:rect l="l" t="t" r="r" b="b"/>
              <a:pathLst>
                <a:path w="104418" h="83978" extrusionOk="0">
                  <a:moveTo>
                    <a:pt x="85693" y="0"/>
                  </a:moveTo>
                  <a:cubicBezTo>
                    <a:pt x="83814" y="0"/>
                    <a:pt x="81933" y="284"/>
                    <a:pt x="80115" y="862"/>
                  </a:cubicBezTo>
                  <a:cubicBezTo>
                    <a:pt x="79887" y="927"/>
                    <a:pt x="79659" y="1025"/>
                    <a:pt x="79430" y="1123"/>
                  </a:cubicBezTo>
                  <a:lnTo>
                    <a:pt x="38492" y="19781"/>
                  </a:lnTo>
                  <a:lnTo>
                    <a:pt x="38329" y="19846"/>
                  </a:lnTo>
                  <a:cubicBezTo>
                    <a:pt x="35883" y="16356"/>
                    <a:pt x="32295" y="13681"/>
                    <a:pt x="27989" y="12311"/>
                  </a:cubicBezTo>
                  <a:lnTo>
                    <a:pt x="1" y="3406"/>
                  </a:lnTo>
                  <a:lnTo>
                    <a:pt x="1" y="79052"/>
                  </a:lnTo>
                  <a:lnTo>
                    <a:pt x="7373" y="81400"/>
                  </a:lnTo>
                  <a:cubicBezTo>
                    <a:pt x="12820" y="83129"/>
                    <a:pt x="18431" y="83977"/>
                    <a:pt x="23976" y="83977"/>
                  </a:cubicBezTo>
                  <a:cubicBezTo>
                    <a:pt x="37383" y="83977"/>
                    <a:pt x="50594" y="79117"/>
                    <a:pt x="60804" y="69983"/>
                  </a:cubicBezTo>
                  <a:cubicBezTo>
                    <a:pt x="60870" y="69885"/>
                    <a:pt x="60967" y="69820"/>
                    <a:pt x="61033" y="69755"/>
                  </a:cubicBezTo>
                  <a:lnTo>
                    <a:pt x="98415" y="32601"/>
                  </a:lnTo>
                  <a:cubicBezTo>
                    <a:pt x="102232" y="29111"/>
                    <a:pt x="104417" y="24185"/>
                    <a:pt x="104417" y="19031"/>
                  </a:cubicBezTo>
                  <a:lnTo>
                    <a:pt x="104417" y="18346"/>
                  </a:lnTo>
                  <a:cubicBezTo>
                    <a:pt x="104417" y="12540"/>
                    <a:pt x="101677" y="7190"/>
                    <a:pt x="96882" y="3667"/>
                  </a:cubicBezTo>
                  <a:cubicBezTo>
                    <a:pt x="93587" y="1257"/>
                    <a:pt x="89647" y="0"/>
                    <a:pt x="856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86"/>
            <p:cNvSpPr/>
            <p:nvPr/>
          </p:nvSpPr>
          <p:spPr>
            <a:xfrm>
              <a:off x="1939250" y="3257200"/>
              <a:ext cx="2834675" cy="1226400"/>
            </a:xfrm>
            <a:custGeom>
              <a:avLst/>
              <a:gdLst/>
              <a:ahLst/>
              <a:cxnLst/>
              <a:rect l="l" t="t" r="r" b="b"/>
              <a:pathLst>
                <a:path w="113387" h="49056" extrusionOk="0">
                  <a:moveTo>
                    <a:pt x="42364" y="1"/>
                  </a:moveTo>
                  <a:cubicBezTo>
                    <a:pt x="33936" y="1"/>
                    <a:pt x="25556" y="1962"/>
                    <a:pt x="17810" y="5835"/>
                  </a:cubicBezTo>
                  <a:lnTo>
                    <a:pt x="0" y="14740"/>
                  </a:lnTo>
                  <a:lnTo>
                    <a:pt x="0" y="39107"/>
                  </a:lnTo>
                  <a:cubicBezTo>
                    <a:pt x="0" y="40966"/>
                    <a:pt x="848" y="42728"/>
                    <a:pt x="2316" y="43869"/>
                  </a:cubicBezTo>
                  <a:cubicBezTo>
                    <a:pt x="3403" y="44759"/>
                    <a:pt x="4772" y="45218"/>
                    <a:pt x="6151" y="45218"/>
                  </a:cubicBezTo>
                  <a:cubicBezTo>
                    <a:pt x="6593" y="45218"/>
                    <a:pt x="7035" y="45171"/>
                    <a:pt x="7470" y="45076"/>
                  </a:cubicBezTo>
                  <a:lnTo>
                    <a:pt x="36860" y="38324"/>
                  </a:lnTo>
                  <a:cubicBezTo>
                    <a:pt x="40004" y="37610"/>
                    <a:pt x="43205" y="37255"/>
                    <a:pt x="46403" y="37255"/>
                  </a:cubicBezTo>
                  <a:cubicBezTo>
                    <a:pt x="50805" y="37255"/>
                    <a:pt x="55201" y="37929"/>
                    <a:pt x="59433" y="39270"/>
                  </a:cubicBezTo>
                  <a:lnTo>
                    <a:pt x="87193" y="48110"/>
                  </a:lnTo>
                  <a:cubicBezTo>
                    <a:pt x="89183" y="48730"/>
                    <a:pt x="91238" y="49056"/>
                    <a:pt x="93293" y="49056"/>
                  </a:cubicBezTo>
                  <a:cubicBezTo>
                    <a:pt x="104384" y="49056"/>
                    <a:pt x="113387" y="40020"/>
                    <a:pt x="113387" y="28930"/>
                  </a:cubicBezTo>
                  <a:cubicBezTo>
                    <a:pt x="113387" y="27168"/>
                    <a:pt x="113158" y="25439"/>
                    <a:pt x="112734" y="23808"/>
                  </a:cubicBezTo>
                  <a:lnTo>
                    <a:pt x="112571" y="23873"/>
                  </a:lnTo>
                  <a:cubicBezTo>
                    <a:pt x="110125" y="20383"/>
                    <a:pt x="106537" y="17708"/>
                    <a:pt x="102231" y="16338"/>
                  </a:cubicBezTo>
                  <a:lnTo>
                    <a:pt x="59140" y="2638"/>
                  </a:lnTo>
                  <a:cubicBezTo>
                    <a:pt x="53642" y="875"/>
                    <a:pt x="47992" y="1"/>
                    <a:pt x="423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86"/>
            <p:cNvSpPr/>
            <p:nvPr/>
          </p:nvSpPr>
          <p:spPr>
            <a:xfrm>
              <a:off x="3795300" y="3443025"/>
              <a:ext cx="978625" cy="1040575"/>
            </a:xfrm>
            <a:custGeom>
              <a:avLst/>
              <a:gdLst/>
              <a:ahLst/>
              <a:cxnLst/>
              <a:rect l="l" t="t" r="r" b="b"/>
              <a:pathLst>
                <a:path w="39145" h="41623" extrusionOk="0">
                  <a:moveTo>
                    <a:pt x="1" y="0"/>
                  </a:moveTo>
                  <a:lnTo>
                    <a:pt x="1" y="36567"/>
                  </a:lnTo>
                  <a:lnTo>
                    <a:pt x="12951" y="40677"/>
                  </a:lnTo>
                  <a:cubicBezTo>
                    <a:pt x="14941" y="41297"/>
                    <a:pt x="16996" y="41623"/>
                    <a:pt x="19051" y="41623"/>
                  </a:cubicBezTo>
                  <a:cubicBezTo>
                    <a:pt x="30142" y="41623"/>
                    <a:pt x="39145" y="32587"/>
                    <a:pt x="39145" y="21497"/>
                  </a:cubicBezTo>
                  <a:cubicBezTo>
                    <a:pt x="39145" y="19735"/>
                    <a:pt x="38916" y="18006"/>
                    <a:pt x="38492" y="16375"/>
                  </a:cubicBezTo>
                  <a:lnTo>
                    <a:pt x="38329" y="16440"/>
                  </a:lnTo>
                  <a:cubicBezTo>
                    <a:pt x="35883" y="12950"/>
                    <a:pt x="32295" y="10275"/>
                    <a:pt x="27989" y="8905"/>
                  </a:cubicBez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86"/>
            <p:cNvSpPr/>
            <p:nvPr/>
          </p:nvSpPr>
          <p:spPr>
            <a:xfrm>
              <a:off x="1194700" y="3185325"/>
              <a:ext cx="1203700" cy="2263825"/>
            </a:xfrm>
            <a:custGeom>
              <a:avLst/>
              <a:gdLst/>
              <a:ahLst/>
              <a:cxnLst/>
              <a:rect l="l" t="t" r="r" b="b"/>
              <a:pathLst>
                <a:path w="48148" h="90553" extrusionOk="0">
                  <a:moveTo>
                    <a:pt x="6133" y="0"/>
                  </a:moveTo>
                  <a:cubicBezTo>
                    <a:pt x="2740" y="0"/>
                    <a:pt x="0" y="2740"/>
                    <a:pt x="0" y="6100"/>
                  </a:cubicBezTo>
                  <a:lnTo>
                    <a:pt x="0" y="84420"/>
                  </a:lnTo>
                  <a:cubicBezTo>
                    <a:pt x="0" y="87813"/>
                    <a:pt x="2740" y="90553"/>
                    <a:pt x="6133" y="90553"/>
                  </a:cubicBezTo>
                  <a:lnTo>
                    <a:pt x="42014" y="90553"/>
                  </a:lnTo>
                  <a:cubicBezTo>
                    <a:pt x="45407" y="90553"/>
                    <a:pt x="48147" y="87813"/>
                    <a:pt x="48147" y="84420"/>
                  </a:cubicBezTo>
                  <a:lnTo>
                    <a:pt x="48147" y="6100"/>
                  </a:lnTo>
                  <a:cubicBezTo>
                    <a:pt x="48147" y="2740"/>
                    <a:pt x="45407" y="0"/>
                    <a:pt x="42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6" name="Google Shape;2426;p86"/>
          <p:cNvGrpSpPr/>
          <p:nvPr/>
        </p:nvGrpSpPr>
        <p:grpSpPr>
          <a:xfrm>
            <a:off x="1124525" y="3737700"/>
            <a:ext cx="457202" cy="457202"/>
            <a:chOff x="1190625" y="238125"/>
            <a:chExt cx="5219200" cy="5219200"/>
          </a:xfrm>
        </p:grpSpPr>
        <p:sp>
          <p:nvSpPr>
            <p:cNvPr id="2427" name="Google Shape;2427;p86"/>
            <p:cNvSpPr/>
            <p:nvPr/>
          </p:nvSpPr>
          <p:spPr>
            <a:xfrm>
              <a:off x="1190625" y="2205900"/>
              <a:ext cx="5219200" cy="3251425"/>
            </a:xfrm>
            <a:custGeom>
              <a:avLst/>
              <a:gdLst/>
              <a:ahLst/>
              <a:cxnLst/>
              <a:rect l="l" t="t" r="r" b="b"/>
              <a:pathLst>
                <a:path w="208768" h="130057" extrusionOk="0">
                  <a:moveTo>
                    <a:pt x="6133" y="1"/>
                  </a:moveTo>
                  <a:cubicBezTo>
                    <a:pt x="2740" y="1"/>
                    <a:pt x="0" y="2741"/>
                    <a:pt x="0" y="6101"/>
                  </a:cubicBezTo>
                  <a:lnTo>
                    <a:pt x="0" y="123956"/>
                  </a:lnTo>
                  <a:cubicBezTo>
                    <a:pt x="0" y="127316"/>
                    <a:pt x="2740" y="130056"/>
                    <a:pt x="6133" y="130056"/>
                  </a:cubicBezTo>
                  <a:lnTo>
                    <a:pt x="202667" y="130056"/>
                  </a:lnTo>
                  <a:cubicBezTo>
                    <a:pt x="206027" y="130056"/>
                    <a:pt x="208767" y="127316"/>
                    <a:pt x="208767" y="123956"/>
                  </a:cubicBezTo>
                  <a:lnTo>
                    <a:pt x="208767" y="6101"/>
                  </a:lnTo>
                  <a:cubicBezTo>
                    <a:pt x="208767" y="2741"/>
                    <a:pt x="206027" y="1"/>
                    <a:pt x="2026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86"/>
            <p:cNvSpPr/>
            <p:nvPr/>
          </p:nvSpPr>
          <p:spPr>
            <a:xfrm>
              <a:off x="3800200" y="2205900"/>
              <a:ext cx="2609625" cy="3251425"/>
            </a:xfrm>
            <a:custGeom>
              <a:avLst/>
              <a:gdLst/>
              <a:ahLst/>
              <a:cxnLst/>
              <a:rect l="l" t="t" r="r" b="b"/>
              <a:pathLst>
                <a:path w="104385" h="130057" extrusionOk="0">
                  <a:moveTo>
                    <a:pt x="1" y="1"/>
                  </a:moveTo>
                  <a:lnTo>
                    <a:pt x="1" y="130056"/>
                  </a:lnTo>
                  <a:lnTo>
                    <a:pt x="98284" y="130056"/>
                  </a:lnTo>
                  <a:cubicBezTo>
                    <a:pt x="101644" y="130056"/>
                    <a:pt x="104384" y="127316"/>
                    <a:pt x="104384" y="123956"/>
                  </a:cubicBezTo>
                  <a:lnTo>
                    <a:pt x="104384" y="6101"/>
                  </a:lnTo>
                  <a:cubicBezTo>
                    <a:pt x="104384" y="2741"/>
                    <a:pt x="101644" y="1"/>
                    <a:pt x="982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86"/>
            <p:cNvSpPr/>
            <p:nvPr/>
          </p:nvSpPr>
          <p:spPr>
            <a:xfrm>
              <a:off x="2342900" y="2195300"/>
              <a:ext cx="958250" cy="3262025"/>
            </a:xfrm>
            <a:custGeom>
              <a:avLst/>
              <a:gdLst/>
              <a:ahLst/>
              <a:cxnLst/>
              <a:rect l="l" t="t" r="r" b="b"/>
              <a:pathLst>
                <a:path w="38330" h="130481" extrusionOk="0">
                  <a:moveTo>
                    <a:pt x="1" y="1"/>
                  </a:moveTo>
                  <a:lnTo>
                    <a:pt x="1" y="130480"/>
                  </a:lnTo>
                  <a:lnTo>
                    <a:pt x="38329" y="130480"/>
                  </a:lnTo>
                  <a:lnTo>
                    <a:pt x="3832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86"/>
            <p:cNvSpPr/>
            <p:nvPr/>
          </p:nvSpPr>
          <p:spPr>
            <a:xfrm>
              <a:off x="4300100" y="2195300"/>
              <a:ext cx="958225" cy="3262025"/>
            </a:xfrm>
            <a:custGeom>
              <a:avLst/>
              <a:gdLst/>
              <a:ahLst/>
              <a:cxnLst/>
              <a:rect l="l" t="t" r="r" b="b"/>
              <a:pathLst>
                <a:path w="38329" h="130481" extrusionOk="0">
                  <a:moveTo>
                    <a:pt x="1" y="1"/>
                  </a:moveTo>
                  <a:lnTo>
                    <a:pt x="1" y="130480"/>
                  </a:lnTo>
                  <a:lnTo>
                    <a:pt x="38329" y="130480"/>
                  </a:lnTo>
                  <a:lnTo>
                    <a:pt x="3832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86"/>
            <p:cNvSpPr/>
            <p:nvPr/>
          </p:nvSpPr>
          <p:spPr>
            <a:xfrm>
              <a:off x="2342900" y="238125"/>
              <a:ext cx="958250" cy="1631000"/>
            </a:xfrm>
            <a:custGeom>
              <a:avLst/>
              <a:gdLst/>
              <a:ahLst/>
              <a:cxnLst/>
              <a:rect l="l" t="t" r="r" b="b"/>
              <a:pathLst>
                <a:path w="38330" h="65240" extrusionOk="0">
                  <a:moveTo>
                    <a:pt x="6101" y="0"/>
                  </a:moveTo>
                  <a:cubicBezTo>
                    <a:pt x="2741" y="0"/>
                    <a:pt x="1" y="3392"/>
                    <a:pt x="1" y="7600"/>
                  </a:cubicBezTo>
                  <a:lnTo>
                    <a:pt x="1" y="65240"/>
                  </a:lnTo>
                  <a:lnTo>
                    <a:pt x="38329" y="65240"/>
                  </a:lnTo>
                  <a:lnTo>
                    <a:pt x="38329" y="7600"/>
                  </a:lnTo>
                  <a:cubicBezTo>
                    <a:pt x="38329" y="3392"/>
                    <a:pt x="35589" y="0"/>
                    <a:pt x="3219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86"/>
            <p:cNvSpPr/>
            <p:nvPr/>
          </p:nvSpPr>
          <p:spPr>
            <a:xfrm>
              <a:off x="4300100" y="238125"/>
              <a:ext cx="958225" cy="1631000"/>
            </a:xfrm>
            <a:custGeom>
              <a:avLst/>
              <a:gdLst/>
              <a:ahLst/>
              <a:cxnLst/>
              <a:rect l="l" t="t" r="r" b="b"/>
              <a:pathLst>
                <a:path w="38329" h="65240" extrusionOk="0">
                  <a:moveTo>
                    <a:pt x="6100" y="0"/>
                  </a:moveTo>
                  <a:cubicBezTo>
                    <a:pt x="2741" y="0"/>
                    <a:pt x="1" y="3392"/>
                    <a:pt x="1" y="7600"/>
                  </a:cubicBezTo>
                  <a:lnTo>
                    <a:pt x="1" y="65240"/>
                  </a:lnTo>
                  <a:lnTo>
                    <a:pt x="38329" y="65240"/>
                  </a:lnTo>
                  <a:lnTo>
                    <a:pt x="38329" y="7600"/>
                  </a:lnTo>
                  <a:cubicBezTo>
                    <a:pt x="38329" y="3392"/>
                    <a:pt x="35589" y="0"/>
                    <a:pt x="321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86"/>
            <p:cNvSpPr/>
            <p:nvPr/>
          </p:nvSpPr>
          <p:spPr>
            <a:xfrm>
              <a:off x="1190625" y="1553500"/>
              <a:ext cx="5219200" cy="958250"/>
            </a:xfrm>
            <a:custGeom>
              <a:avLst/>
              <a:gdLst/>
              <a:ahLst/>
              <a:cxnLst/>
              <a:rect l="l" t="t" r="r" b="b"/>
              <a:pathLst>
                <a:path w="208768" h="38330" extrusionOk="0">
                  <a:moveTo>
                    <a:pt x="30597" y="1"/>
                  </a:moveTo>
                  <a:cubicBezTo>
                    <a:pt x="13733" y="1"/>
                    <a:pt x="0" y="13701"/>
                    <a:pt x="0" y="30566"/>
                  </a:cubicBezTo>
                  <a:lnTo>
                    <a:pt x="0" y="38329"/>
                  </a:lnTo>
                  <a:lnTo>
                    <a:pt x="208767" y="38329"/>
                  </a:lnTo>
                  <a:lnTo>
                    <a:pt x="208767" y="30566"/>
                  </a:lnTo>
                  <a:cubicBezTo>
                    <a:pt x="208767" y="13701"/>
                    <a:pt x="195067" y="1"/>
                    <a:pt x="178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86"/>
            <p:cNvSpPr/>
            <p:nvPr/>
          </p:nvSpPr>
          <p:spPr>
            <a:xfrm>
              <a:off x="3800200" y="1553500"/>
              <a:ext cx="2609625" cy="958250"/>
            </a:xfrm>
            <a:custGeom>
              <a:avLst/>
              <a:gdLst/>
              <a:ahLst/>
              <a:cxnLst/>
              <a:rect l="l" t="t" r="r" b="b"/>
              <a:pathLst>
                <a:path w="104385" h="38330" extrusionOk="0">
                  <a:moveTo>
                    <a:pt x="1" y="1"/>
                  </a:moveTo>
                  <a:lnTo>
                    <a:pt x="1" y="38329"/>
                  </a:lnTo>
                  <a:lnTo>
                    <a:pt x="104384" y="38329"/>
                  </a:lnTo>
                  <a:lnTo>
                    <a:pt x="104384" y="30566"/>
                  </a:lnTo>
                  <a:cubicBezTo>
                    <a:pt x="104384" y="13701"/>
                    <a:pt x="90684" y="1"/>
                    <a:pt x="7381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86"/>
            <p:cNvSpPr/>
            <p:nvPr/>
          </p:nvSpPr>
          <p:spPr>
            <a:xfrm>
              <a:off x="4300100" y="3184500"/>
              <a:ext cx="958225" cy="305850"/>
            </a:xfrm>
            <a:custGeom>
              <a:avLst/>
              <a:gdLst/>
              <a:ahLst/>
              <a:cxnLst/>
              <a:rect l="l" t="t" r="r" b="b"/>
              <a:pathLst>
                <a:path w="38329" h="12234" extrusionOk="0">
                  <a:moveTo>
                    <a:pt x="1" y="1"/>
                  </a:moveTo>
                  <a:lnTo>
                    <a:pt x="1" y="12233"/>
                  </a:lnTo>
                  <a:lnTo>
                    <a:pt x="38329" y="12233"/>
                  </a:lnTo>
                  <a:lnTo>
                    <a:pt x="3832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86"/>
            <p:cNvSpPr/>
            <p:nvPr/>
          </p:nvSpPr>
          <p:spPr>
            <a:xfrm>
              <a:off x="2342900" y="3184500"/>
              <a:ext cx="958250" cy="305850"/>
            </a:xfrm>
            <a:custGeom>
              <a:avLst/>
              <a:gdLst/>
              <a:ahLst/>
              <a:cxnLst/>
              <a:rect l="l" t="t" r="r" b="b"/>
              <a:pathLst>
                <a:path w="38330" h="12234" extrusionOk="0">
                  <a:moveTo>
                    <a:pt x="1" y="1"/>
                  </a:moveTo>
                  <a:lnTo>
                    <a:pt x="1" y="12233"/>
                  </a:lnTo>
                  <a:lnTo>
                    <a:pt x="38329" y="12233"/>
                  </a:lnTo>
                  <a:lnTo>
                    <a:pt x="3832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 name="Google Shape;2437;p86"/>
          <p:cNvGrpSpPr/>
          <p:nvPr/>
        </p:nvGrpSpPr>
        <p:grpSpPr>
          <a:xfrm>
            <a:off x="5120050" y="1315363"/>
            <a:ext cx="457202" cy="457202"/>
            <a:chOff x="1190625" y="238125"/>
            <a:chExt cx="5219200" cy="5219200"/>
          </a:xfrm>
        </p:grpSpPr>
        <p:sp>
          <p:nvSpPr>
            <p:cNvPr id="2438" name="Google Shape;2438;p86"/>
            <p:cNvSpPr/>
            <p:nvPr/>
          </p:nvSpPr>
          <p:spPr>
            <a:xfrm>
              <a:off x="1353700" y="1471950"/>
              <a:ext cx="2426150" cy="2426125"/>
            </a:xfrm>
            <a:custGeom>
              <a:avLst/>
              <a:gdLst/>
              <a:ahLst/>
              <a:cxnLst/>
              <a:rect l="l" t="t" r="r" b="b"/>
              <a:pathLst>
                <a:path w="97046" h="97045" extrusionOk="0">
                  <a:moveTo>
                    <a:pt x="48539" y="1"/>
                  </a:moveTo>
                  <a:cubicBezTo>
                    <a:pt x="21726" y="1"/>
                    <a:pt x="1" y="21693"/>
                    <a:pt x="1" y="48507"/>
                  </a:cubicBezTo>
                  <a:cubicBezTo>
                    <a:pt x="1" y="75320"/>
                    <a:pt x="21726" y="97045"/>
                    <a:pt x="48539" y="97045"/>
                  </a:cubicBezTo>
                  <a:cubicBezTo>
                    <a:pt x="75320" y="97045"/>
                    <a:pt x="97045" y="75320"/>
                    <a:pt x="97045" y="48507"/>
                  </a:cubicBezTo>
                  <a:cubicBezTo>
                    <a:pt x="97045" y="21693"/>
                    <a:pt x="75320" y="1"/>
                    <a:pt x="48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86"/>
            <p:cNvSpPr/>
            <p:nvPr/>
          </p:nvSpPr>
          <p:spPr>
            <a:xfrm>
              <a:off x="2567175" y="1471950"/>
              <a:ext cx="1212675" cy="2426125"/>
            </a:xfrm>
            <a:custGeom>
              <a:avLst/>
              <a:gdLst/>
              <a:ahLst/>
              <a:cxnLst/>
              <a:rect l="l" t="t" r="r" b="b"/>
              <a:pathLst>
                <a:path w="48507" h="97045" extrusionOk="0">
                  <a:moveTo>
                    <a:pt x="0" y="1"/>
                  </a:moveTo>
                  <a:lnTo>
                    <a:pt x="0" y="97045"/>
                  </a:lnTo>
                  <a:cubicBezTo>
                    <a:pt x="26749" y="97045"/>
                    <a:pt x="48506" y="75255"/>
                    <a:pt x="48506" y="48507"/>
                  </a:cubicBezTo>
                  <a:cubicBezTo>
                    <a:pt x="48506" y="21758"/>
                    <a:pt x="26749"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86"/>
            <p:cNvSpPr/>
            <p:nvPr/>
          </p:nvSpPr>
          <p:spPr>
            <a:xfrm>
              <a:off x="2131700" y="948750"/>
              <a:ext cx="1076475" cy="1155250"/>
            </a:xfrm>
            <a:custGeom>
              <a:avLst/>
              <a:gdLst/>
              <a:ahLst/>
              <a:cxnLst/>
              <a:rect l="l" t="t" r="r" b="b"/>
              <a:pathLst>
                <a:path w="43059" h="46210" extrusionOk="0">
                  <a:moveTo>
                    <a:pt x="36391" y="1"/>
                  </a:moveTo>
                  <a:cubicBezTo>
                    <a:pt x="35998" y="1"/>
                    <a:pt x="35598" y="39"/>
                    <a:pt x="35197" y="117"/>
                  </a:cubicBezTo>
                  <a:cubicBezTo>
                    <a:pt x="26781" y="1814"/>
                    <a:pt x="18463" y="8827"/>
                    <a:pt x="10471" y="20961"/>
                  </a:cubicBezTo>
                  <a:cubicBezTo>
                    <a:pt x="4893" y="29410"/>
                    <a:pt x="1468" y="37337"/>
                    <a:pt x="1338" y="37663"/>
                  </a:cubicBezTo>
                  <a:cubicBezTo>
                    <a:pt x="0" y="40762"/>
                    <a:pt x="1436" y="44383"/>
                    <a:pt x="4567" y="45687"/>
                  </a:cubicBezTo>
                  <a:cubicBezTo>
                    <a:pt x="5350" y="46046"/>
                    <a:pt x="6165" y="46209"/>
                    <a:pt x="6948" y="46209"/>
                  </a:cubicBezTo>
                  <a:cubicBezTo>
                    <a:pt x="9330" y="46209"/>
                    <a:pt x="11580" y="44807"/>
                    <a:pt x="12592" y="42491"/>
                  </a:cubicBezTo>
                  <a:cubicBezTo>
                    <a:pt x="15658" y="35282"/>
                    <a:pt x="26879" y="14274"/>
                    <a:pt x="37611" y="12121"/>
                  </a:cubicBezTo>
                  <a:cubicBezTo>
                    <a:pt x="40938" y="11469"/>
                    <a:pt x="43059" y="8240"/>
                    <a:pt x="42406" y="4945"/>
                  </a:cubicBezTo>
                  <a:cubicBezTo>
                    <a:pt x="41832" y="2019"/>
                    <a:pt x="39265" y="1"/>
                    <a:pt x="36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86"/>
            <p:cNvSpPr/>
            <p:nvPr/>
          </p:nvSpPr>
          <p:spPr>
            <a:xfrm>
              <a:off x="1467875" y="684850"/>
              <a:ext cx="1187400" cy="1419150"/>
            </a:xfrm>
            <a:custGeom>
              <a:avLst/>
              <a:gdLst/>
              <a:ahLst/>
              <a:cxnLst/>
              <a:rect l="l" t="t" r="r" b="b"/>
              <a:pathLst>
                <a:path w="47496" h="56766" extrusionOk="0">
                  <a:moveTo>
                    <a:pt x="14012" y="0"/>
                  </a:moveTo>
                  <a:cubicBezTo>
                    <a:pt x="11706" y="0"/>
                    <a:pt x="9533" y="1303"/>
                    <a:pt x="8482" y="3432"/>
                  </a:cubicBezTo>
                  <a:cubicBezTo>
                    <a:pt x="8156" y="4149"/>
                    <a:pt x="1" y="21210"/>
                    <a:pt x="6459" y="35758"/>
                  </a:cubicBezTo>
                  <a:cubicBezTo>
                    <a:pt x="12886" y="50209"/>
                    <a:pt x="30859" y="56211"/>
                    <a:pt x="31609" y="56439"/>
                  </a:cubicBezTo>
                  <a:cubicBezTo>
                    <a:pt x="32262" y="56667"/>
                    <a:pt x="32882" y="56765"/>
                    <a:pt x="33501" y="56765"/>
                  </a:cubicBezTo>
                  <a:cubicBezTo>
                    <a:pt x="35817" y="56765"/>
                    <a:pt x="38036" y="55428"/>
                    <a:pt x="39047" y="53242"/>
                  </a:cubicBezTo>
                  <a:cubicBezTo>
                    <a:pt x="39406" y="52492"/>
                    <a:pt x="47495" y="34877"/>
                    <a:pt x="41037" y="20394"/>
                  </a:cubicBezTo>
                  <a:cubicBezTo>
                    <a:pt x="34578" y="5813"/>
                    <a:pt x="16441" y="463"/>
                    <a:pt x="15691" y="235"/>
                  </a:cubicBezTo>
                  <a:cubicBezTo>
                    <a:pt x="15133" y="76"/>
                    <a:pt x="14568" y="0"/>
                    <a:pt x="140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86"/>
            <p:cNvSpPr/>
            <p:nvPr/>
          </p:nvSpPr>
          <p:spPr>
            <a:xfrm>
              <a:off x="4218550" y="238125"/>
              <a:ext cx="1610625" cy="3904600"/>
            </a:xfrm>
            <a:custGeom>
              <a:avLst/>
              <a:gdLst/>
              <a:ahLst/>
              <a:cxnLst/>
              <a:rect l="l" t="t" r="r" b="b"/>
              <a:pathLst>
                <a:path w="64425" h="156184" extrusionOk="0">
                  <a:moveTo>
                    <a:pt x="19148" y="0"/>
                  </a:moveTo>
                  <a:cubicBezTo>
                    <a:pt x="15789" y="0"/>
                    <a:pt x="13049" y="2740"/>
                    <a:pt x="13049" y="6133"/>
                  </a:cubicBezTo>
                  <a:lnTo>
                    <a:pt x="13049" y="48343"/>
                  </a:lnTo>
                  <a:cubicBezTo>
                    <a:pt x="4894" y="54018"/>
                    <a:pt x="1" y="63315"/>
                    <a:pt x="1" y="73395"/>
                  </a:cubicBezTo>
                  <a:lnTo>
                    <a:pt x="1" y="150051"/>
                  </a:lnTo>
                  <a:cubicBezTo>
                    <a:pt x="1" y="153444"/>
                    <a:pt x="2741" y="156184"/>
                    <a:pt x="6100" y="156184"/>
                  </a:cubicBezTo>
                  <a:lnTo>
                    <a:pt x="58292" y="156184"/>
                  </a:lnTo>
                  <a:cubicBezTo>
                    <a:pt x="61685" y="156184"/>
                    <a:pt x="64425" y="153444"/>
                    <a:pt x="64425" y="150051"/>
                  </a:cubicBezTo>
                  <a:lnTo>
                    <a:pt x="64425" y="73395"/>
                  </a:lnTo>
                  <a:cubicBezTo>
                    <a:pt x="64425" y="63380"/>
                    <a:pt x="59597" y="54410"/>
                    <a:pt x="51344" y="48734"/>
                  </a:cubicBezTo>
                  <a:lnTo>
                    <a:pt x="51377" y="6133"/>
                  </a:lnTo>
                  <a:cubicBezTo>
                    <a:pt x="51377" y="4502"/>
                    <a:pt x="50724" y="2936"/>
                    <a:pt x="49583" y="1794"/>
                  </a:cubicBezTo>
                  <a:cubicBezTo>
                    <a:pt x="48441" y="652"/>
                    <a:pt x="46875" y="0"/>
                    <a:pt x="45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86"/>
            <p:cNvSpPr/>
            <p:nvPr/>
          </p:nvSpPr>
          <p:spPr>
            <a:xfrm>
              <a:off x="5023450" y="238125"/>
              <a:ext cx="805725" cy="3904600"/>
            </a:xfrm>
            <a:custGeom>
              <a:avLst/>
              <a:gdLst/>
              <a:ahLst/>
              <a:cxnLst/>
              <a:rect l="l" t="t" r="r" b="b"/>
              <a:pathLst>
                <a:path w="32229" h="156184" extrusionOk="0">
                  <a:moveTo>
                    <a:pt x="0" y="0"/>
                  </a:moveTo>
                  <a:lnTo>
                    <a:pt x="0" y="156184"/>
                  </a:lnTo>
                  <a:lnTo>
                    <a:pt x="26096" y="156184"/>
                  </a:lnTo>
                  <a:cubicBezTo>
                    <a:pt x="29489" y="156184"/>
                    <a:pt x="32229" y="153444"/>
                    <a:pt x="32229" y="150051"/>
                  </a:cubicBezTo>
                  <a:lnTo>
                    <a:pt x="32229" y="73395"/>
                  </a:lnTo>
                  <a:cubicBezTo>
                    <a:pt x="32229" y="63380"/>
                    <a:pt x="27401" y="54410"/>
                    <a:pt x="19148" y="48734"/>
                  </a:cubicBezTo>
                  <a:lnTo>
                    <a:pt x="19181" y="6133"/>
                  </a:lnTo>
                  <a:cubicBezTo>
                    <a:pt x="19181" y="4502"/>
                    <a:pt x="18528" y="2936"/>
                    <a:pt x="17387" y="1794"/>
                  </a:cubicBezTo>
                  <a:cubicBezTo>
                    <a:pt x="16245" y="652"/>
                    <a:pt x="14679" y="0"/>
                    <a:pt x="130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86"/>
            <p:cNvSpPr/>
            <p:nvPr/>
          </p:nvSpPr>
          <p:spPr>
            <a:xfrm>
              <a:off x="4544750" y="238125"/>
              <a:ext cx="958225" cy="968825"/>
            </a:xfrm>
            <a:custGeom>
              <a:avLst/>
              <a:gdLst/>
              <a:ahLst/>
              <a:cxnLst/>
              <a:rect l="l" t="t" r="r" b="b"/>
              <a:pathLst>
                <a:path w="38329" h="38753" extrusionOk="0">
                  <a:moveTo>
                    <a:pt x="6100" y="0"/>
                  </a:moveTo>
                  <a:cubicBezTo>
                    <a:pt x="2708" y="0"/>
                    <a:pt x="1" y="2740"/>
                    <a:pt x="1" y="6133"/>
                  </a:cubicBezTo>
                  <a:lnTo>
                    <a:pt x="1" y="32620"/>
                  </a:lnTo>
                  <a:cubicBezTo>
                    <a:pt x="1" y="36012"/>
                    <a:pt x="2708" y="38752"/>
                    <a:pt x="6100" y="38752"/>
                  </a:cubicBezTo>
                  <a:lnTo>
                    <a:pt x="32196" y="38752"/>
                  </a:lnTo>
                  <a:cubicBezTo>
                    <a:pt x="35556" y="38752"/>
                    <a:pt x="38296" y="36012"/>
                    <a:pt x="38296" y="32620"/>
                  </a:cubicBezTo>
                  <a:lnTo>
                    <a:pt x="38329" y="6133"/>
                  </a:lnTo>
                  <a:cubicBezTo>
                    <a:pt x="38329" y="4502"/>
                    <a:pt x="37676" y="2936"/>
                    <a:pt x="36535" y="1794"/>
                  </a:cubicBezTo>
                  <a:cubicBezTo>
                    <a:pt x="35360" y="652"/>
                    <a:pt x="33827" y="0"/>
                    <a:pt x="32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86"/>
            <p:cNvSpPr/>
            <p:nvPr/>
          </p:nvSpPr>
          <p:spPr>
            <a:xfrm>
              <a:off x="5023450" y="238125"/>
              <a:ext cx="479525" cy="968825"/>
            </a:xfrm>
            <a:custGeom>
              <a:avLst/>
              <a:gdLst/>
              <a:ahLst/>
              <a:cxnLst/>
              <a:rect l="l" t="t" r="r" b="b"/>
              <a:pathLst>
                <a:path w="19181" h="38753" extrusionOk="0">
                  <a:moveTo>
                    <a:pt x="0" y="0"/>
                  </a:moveTo>
                  <a:lnTo>
                    <a:pt x="0" y="38752"/>
                  </a:lnTo>
                  <a:lnTo>
                    <a:pt x="13048" y="38752"/>
                  </a:lnTo>
                  <a:cubicBezTo>
                    <a:pt x="16408" y="38752"/>
                    <a:pt x="19148" y="36012"/>
                    <a:pt x="19148" y="32620"/>
                  </a:cubicBezTo>
                  <a:lnTo>
                    <a:pt x="19181" y="6133"/>
                  </a:lnTo>
                  <a:cubicBezTo>
                    <a:pt x="19181" y="4502"/>
                    <a:pt x="18528" y="2936"/>
                    <a:pt x="17387" y="1794"/>
                  </a:cubicBezTo>
                  <a:cubicBezTo>
                    <a:pt x="16212" y="652"/>
                    <a:pt x="14679" y="0"/>
                    <a:pt x="130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86"/>
            <p:cNvSpPr/>
            <p:nvPr/>
          </p:nvSpPr>
          <p:spPr>
            <a:xfrm>
              <a:off x="4544750" y="901100"/>
              <a:ext cx="957425" cy="305850"/>
            </a:xfrm>
            <a:custGeom>
              <a:avLst/>
              <a:gdLst/>
              <a:ahLst/>
              <a:cxnLst/>
              <a:rect l="l" t="t" r="r" b="b"/>
              <a:pathLst>
                <a:path w="38297" h="12234" extrusionOk="0">
                  <a:moveTo>
                    <a:pt x="1" y="1"/>
                  </a:moveTo>
                  <a:lnTo>
                    <a:pt x="1" y="12233"/>
                  </a:lnTo>
                  <a:lnTo>
                    <a:pt x="38296" y="12233"/>
                  </a:lnTo>
                  <a:lnTo>
                    <a:pt x="382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86"/>
            <p:cNvSpPr/>
            <p:nvPr/>
          </p:nvSpPr>
          <p:spPr>
            <a:xfrm>
              <a:off x="5023450" y="901100"/>
              <a:ext cx="478725" cy="305850"/>
            </a:xfrm>
            <a:custGeom>
              <a:avLst/>
              <a:gdLst/>
              <a:ahLst/>
              <a:cxnLst/>
              <a:rect l="l" t="t" r="r" b="b"/>
              <a:pathLst>
                <a:path w="19149" h="12234" extrusionOk="0">
                  <a:moveTo>
                    <a:pt x="0" y="1"/>
                  </a:moveTo>
                  <a:lnTo>
                    <a:pt x="0" y="12233"/>
                  </a:lnTo>
                  <a:lnTo>
                    <a:pt x="19148" y="12233"/>
                  </a:lnTo>
                  <a:lnTo>
                    <a:pt x="191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86"/>
            <p:cNvSpPr/>
            <p:nvPr/>
          </p:nvSpPr>
          <p:spPr>
            <a:xfrm>
              <a:off x="1190625" y="2776350"/>
              <a:ext cx="5219200" cy="2680975"/>
            </a:xfrm>
            <a:custGeom>
              <a:avLst/>
              <a:gdLst/>
              <a:ahLst/>
              <a:cxnLst/>
              <a:rect l="l" t="t" r="r" b="b"/>
              <a:pathLst>
                <a:path w="208768" h="107239" extrusionOk="0">
                  <a:moveTo>
                    <a:pt x="65240" y="0"/>
                  </a:moveTo>
                  <a:cubicBezTo>
                    <a:pt x="64302" y="0"/>
                    <a:pt x="63364" y="212"/>
                    <a:pt x="62500" y="636"/>
                  </a:cubicBezTo>
                  <a:lnTo>
                    <a:pt x="44722" y="9542"/>
                  </a:lnTo>
                  <a:lnTo>
                    <a:pt x="27107" y="6606"/>
                  </a:lnTo>
                  <a:cubicBezTo>
                    <a:pt x="26766" y="6549"/>
                    <a:pt x="26421" y="6520"/>
                    <a:pt x="26078" y="6520"/>
                  </a:cubicBezTo>
                  <a:cubicBezTo>
                    <a:pt x="25436" y="6520"/>
                    <a:pt x="24799" y="6622"/>
                    <a:pt x="24204" y="6834"/>
                  </a:cubicBezTo>
                  <a:lnTo>
                    <a:pt x="4208" y="13358"/>
                  </a:lnTo>
                  <a:cubicBezTo>
                    <a:pt x="1696" y="14174"/>
                    <a:pt x="0" y="16522"/>
                    <a:pt x="0" y="19164"/>
                  </a:cubicBezTo>
                  <a:lnTo>
                    <a:pt x="0" y="101138"/>
                  </a:lnTo>
                  <a:cubicBezTo>
                    <a:pt x="0" y="104498"/>
                    <a:pt x="2740" y="107238"/>
                    <a:pt x="6100" y="107238"/>
                  </a:cubicBezTo>
                  <a:lnTo>
                    <a:pt x="202667" y="107238"/>
                  </a:lnTo>
                  <a:cubicBezTo>
                    <a:pt x="206027" y="107238"/>
                    <a:pt x="208767" y="104498"/>
                    <a:pt x="208767" y="101138"/>
                  </a:cubicBezTo>
                  <a:lnTo>
                    <a:pt x="208767" y="19164"/>
                  </a:lnTo>
                  <a:cubicBezTo>
                    <a:pt x="208767" y="16522"/>
                    <a:pt x="207071" y="14174"/>
                    <a:pt x="204559" y="13358"/>
                  </a:cubicBezTo>
                  <a:lnTo>
                    <a:pt x="184563" y="6834"/>
                  </a:lnTo>
                  <a:cubicBezTo>
                    <a:pt x="183947" y="6622"/>
                    <a:pt x="183317" y="6520"/>
                    <a:pt x="182682" y="6520"/>
                  </a:cubicBezTo>
                  <a:cubicBezTo>
                    <a:pt x="182342" y="6520"/>
                    <a:pt x="182001" y="6549"/>
                    <a:pt x="181660" y="6606"/>
                  </a:cubicBezTo>
                  <a:lnTo>
                    <a:pt x="164045" y="9542"/>
                  </a:lnTo>
                  <a:lnTo>
                    <a:pt x="146267" y="636"/>
                  </a:lnTo>
                  <a:cubicBezTo>
                    <a:pt x="145403" y="212"/>
                    <a:pt x="144465" y="0"/>
                    <a:pt x="143527" y="0"/>
                  </a:cubicBezTo>
                  <a:cubicBezTo>
                    <a:pt x="142590" y="0"/>
                    <a:pt x="141652" y="212"/>
                    <a:pt x="140787" y="636"/>
                  </a:cubicBezTo>
                  <a:lnTo>
                    <a:pt x="123955" y="9052"/>
                  </a:lnTo>
                  <a:lnTo>
                    <a:pt x="107124" y="636"/>
                  </a:lnTo>
                  <a:cubicBezTo>
                    <a:pt x="106259" y="212"/>
                    <a:pt x="105321" y="0"/>
                    <a:pt x="104384" y="0"/>
                  </a:cubicBezTo>
                  <a:cubicBezTo>
                    <a:pt x="103446" y="0"/>
                    <a:pt x="102508" y="212"/>
                    <a:pt x="101644" y="636"/>
                  </a:cubicBezTo>
                  <a:lnTo>
                    <a:pt x="84812" y="9052"/>
                  </a:lnTo>
                  <a:lnTo>
                    <a:pt x="67980" y="636"/>
                  </a:lnTo>
                  <a:cubicBezTo>
                    <a:pt x="67115" y="212"/>
                    <a:pt x="66178" y="0"/>
                    <a:pt x="652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86"/>
            <p:cNvSpPr/>
            <p:nvPr/>
          </p:nvSpPr>
          <p:spPr>
            <a:xfrm>
              <a:off x="3800200" y="2775950"/>
              <a:ext cx="2609625" cy="2681375"/>
            </a:xfrm>
            <a:custGeom>
              <a:avLst/>
              <a:gdLst/>
              <a:ahLst/>
              <a:cxnLst/>
              <a:rect l="l" t="t" r="r" b="b"/>
              <a:pathLst>
                <a:path w="104385" h="107255" extrusionOk="0">
                  <a:moveTo>
                    <a:pt x="1" y="0"/>
                  </a:moveTo>
                  <a:lnTo>
                    <a:pt x="1" y="107254"/>
                  </a:lnTo>
                  <a:lnTo>
                    <a:pt x="98284" y="107254"/>
                  </a:lnTo>
                  <a:cubicBezTo>
                    <a:pt x="101644" y="107254"/>
                    <a:pt x="104384" y="104514"/>
                    <a:pt x="104384" y="101154"/>
                  </a:cubicBezTo>
                  <a:lnTo>
                    <a:pt x="104384" y="19180"/>
                  </a:lnTo>
                  <a:cubicBezTo>
                    <a:pt x="104384" y="16538"/>
                    <a:pt x="102688" y="14190"/>
                    <a:pt x="100176" y="13374"/>
                  </a:cubicBezTo>
                  <a:lnTo>
                    <a:pt x="80180" y="6850"/>
                  </a:lnTo>
                  <a:cubicBezTo>
                    <a:pt x="79564" y="6638"/>
                    <a:pt x="78934" y="6536"/>
                    <a:pt x="78299" y="6536"/>
                  </a:cubicBezTo>
                  <a:cubicBezTo>
                    <a:pt x="77959" y="6536"/>
                    <a:pt x="77618" y="6565"/>
                    <a:pt x="77277" y="6622"/>
                  </a:cubicBezTo>
                  <a:lnTo>
                    <a:pt x="59662" y="9558"/>
                  </a:lnTo>
                  <a:lnTo>
                    <a:pt x="41884" y="652"/>
                  </a:lnTo>
                  <a:cubicBezTo>
                    <a:pt x="41020" y="228"/>
                    <a:pt x="40082" y="16"/>
                    <a:pt x="39144" y="16"/>
                  </a:cubicBezTo>
                  <a:cubicBezTo>
                    <a:pt x="38207" y="16"/>
                    <a:pt x="37269" y="228"/>
                    <a:pt x="36404" y="652"/>
                  </a:cubicBezTo>
                  <a:lnTo>
                    <a:pt x="19572" y="9068"/>
                  </a:lnTo>
                  <a:lnTo>
                    <a:pt x="2741" y="652"/>
                  </a:lnTo>
                  <a:cubicBezTo>
                    <a:pt x="1860" y="228"/>
                    <a:pt x="947"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86"/>
          <p:cNvGrpSpPr/>
          <p:nvPr/>
        </p:nvGrpSpPr>
        <p:grpSpPr>
          <a:xfrm>
            <a:off x="5120050" y="2495550"/>
            <a:ext cx="457202" cy="457202"/>
            <a:chOff x="1190625" y="238125"/>
            <a:chExt cx="5219200" cy="5219200"/>
          </a:xfrm>
        </p:grpSpPr>
        <p:sp>
          <p:nvSpPr>
            <p:cNvPr id="2451" name="Google Shape;2451;p86"/>
            <p:cNvSpPr/>
            <p:nvPr/>
          </p:nvSpPr>
          <p:spPr>
            <a:xfrm>
              <a:off x="1190625" y="1317825"/>
              <a:ext cx="4954150" cy="4139500"/>
            </a:xfrm>
            <a:custGeom>
              <a:avLst/>
              <a:gdLst/>
              <a:ahLst/>
              <a:cxnLst/>
              <a:rect l="l" t="t" r="r" b="b"/>
              <a:pathLst>
                <a:path w="198166" h="165580" extrusionOk="0">
                  <a:moveTo>
                    <a:pt x="19180" y="1"/>
                  </a:moveTo>
                  <a:cubicBezTo>
                    <a:pt x="14059" y="1"/>
                    <a:pt x="9231" y="1991"/>
                    <a:pt x="5611" y="5611"/>
                  </a:cubicBezTo>
                  <a:cubicBezTo>
                    <a:pt x="1990" y="9232"/>
                    <a:pt x="0" y="14060"/>
                    <a:pt x="0" y="19181"/>
                  </a:cubicBezTo>
                  <a:lnTo>
                    <a:pt x="0" y="144670"/>
                  </a:lnTo>
                  <a:cubicBezTo>
                    <a:pt x="0" y="156185"/>
                    <a:pt x="8220" y="165579"/>
                    <a:pt x="18365" y="165579"/>
                  </a:cubicBezTo>
                  <a:lnTo>
                    <a:pt x="179833" y="165579"/>
                  </a:lnTo>
                  <a:cubicBezTo>
                    <a:pt x="189945" y="165579"/>
                    <a:pt x="198166" y="156185"/>
                    <a:pt x="198166" y="144670"/>
                  </a:cubicBezTo>
                  <a:lnTo>
                    <a:pt x="198166" y="48963"/>
                  </a:lnTo>
                  <a:cubicBezTo>
                    <a:pt x="198166" y="37709"/>
                    <a:pt x="189554" y="28543"/>
                    <a:pt x="179018" y="28543"/>
                  </a:cubicBezTo>
                  <a:lnTo>
                    <a:pt x="172070" y="28543"/>
                  </a:lnTo>
                  <a:lnTo>
                    <a:pt x="172070" y="20812"/>
                  </a:lnTo>
                  <a:cubicBezTo>
                    <a:pt x="172070" y="10700"/>
                    <a:pt x="163850" y="1"/>
                    <a:pt x="1537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86"/>
            <p:cNvSpPr/>
            <p:nvPr/>
          </p:nvSpPr>
          <p:spPr>
            <a:xfrm>
              <a:off x="3474000" y="1317825"/>
              <a:ext cx="2670775" cy="4139500"/>
            </a:xfrm>
            <a:custGeom>
              <a:avLst/>
              <a:gdLst/>
              <a:ahLst/>
              <a:cxnLst/>
              <a:rect l="l" t="t" r="r" b="b"/>
              <a:pathLst>
                <a:path w="106831" h="165580" extrusionOk="0">
                  <a:moveTo>
                    <a:pt x="1" y="1"/>
                  </a:moveTo>
                  <a:lnTo>
                    <a:pt x="1" y="165579"/>
                  </a:lnTo>
                  <a:lnTo>
                    <a:pt x="88498" y="165579"/>
                  </a:lnTo>
                  <a:cubicBezTo>
                    <a:pt x="98610" y="165579"/>
                    <a:pt x="106831" y="156185"/>
                    <a:pt x="106831" y="144670"/>
                  </a:cubicBezTo>
                  <a:lnTo>
                    <a:pt x="106831" y="48963"/>
                  </a:lnTo>
                  <a:cubicBezTo>
                    <a:pt x="106831" y="37709"/>
                    <a:pt x="98219" y="28543"/>
                    <a:pt x="87683" y="28543"/>
                  </a:cubicBezTo>
                  <a:lnTo>
                    <a:pt x="80735" y="28543"/>
                  </a:lnTo>
                  <a:lnTo>
                    <a:pt x="80735" y="20812"/>
                  </a:lnTo>
                  <a:cubicBezTo>
                    <a:pt x="80735" y="10700"/>
                    <a:pt x="72515" y="1"/>
                    <a:pt x="624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86"/>
            <p:cNvSpPr/>
            <p:nvPr/>
          </p:nvSpPr>
          <p:spPr>
            <a:xfrm>
              <a:off x="2098250" y="238125"/>
              <a:ext cx="2686275" cy="2302975"/>
            </a:xfrm>
            <a:custGeom>
              <a:avLst/>
              <a:gdLst/>
              <a:ahLst/>
              <a:cxnLst/>
              <a:rect l="l" t="t" r="r" b="b"/>
              <a:pathLst>
                <a:path w="107451" h="92119" extrusionOk="0">
                  <a:moveTo>
                    <a:pt x="6101" y="0"/>
                  </a:moveTo>
                  <a:cubicBezTo>
                    <a:pt x="2708" y="0"/>
                    <a:pt x="1" y="2740"/>
                    <a:pt x="1" y="6133"/>
                  </a:cubicBezTo>
                  <a:lnTo>
                    <a:pt x="1" y="86019"/>
                  </a:lnTo>
                  <a:cubicBezTo>
                    <a:pt x="1" y="89378"/>
                    <a:pt x="2708" y="92118"/>
                    <a:pt x="6101" y="92118"/>
                  </a:cubicBezTo>
                  <a:lnTo>
                    <a:pt x="101318" y="92118"/>
                  </a:lnTo>
                  <a:cubicBezTo>
                    <a:pt x="104711" y="92118"/>
                    <a:pt x="107451" y="89378"/>
                    <a:pt x="107451" y="86019"/>
                  </a:cubicBezTo>
                  <a:lnTo>
                    <a:pt x="107451" y="6133"/>
                  </a:lnTo>
                  <a:cubicBezTo>
                    <a:pt x="107451" y="2740"/>
                    <a:pt x="104711" y="0"/>
                    <a:pt x="10131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86"/>
            <p:cNvSpPr/>
            <p:nvPr/>
          </p:nvSpPr>
          <p:spPr>
            <a:xfrm>
              <a:off x="3474000" y="238125"/>
              <a:ext cx="1376575" cy="2302975"/>
            </a:xfrm>
            <a:custGeom>
              <a:avLst/>
              <a:gdLst/>
              <a:ahLst/>
              <a:cxnLst/>
              <a:rect l="l" t="t" r="r" b="b"/>
              <a:pathLst>
                <a:path w="55063" h="92119" extrusionOk="0">
                  <a:moveTo>
                    <a:pt x="1" y="0"/>
                  </a:moveTo>
                  <a:lnTo>
                    <a:pt x="1" y="92118"/>
                  </a:lnTo>
                  <a:lnTo>
                    <a:pt x="48930" y="92118"/>
                  </a:lnTo>
                  <a:cubicBezTo>
                    <a:pt x="52323" y="92118"/>
                    <a:pt x="55063" y="89378"/>
                    <a:pt x="55063" y="86019"/>
                  </a:cubicBezTo>
                  <a:lnTo>
                    <a:pt x="55063" y="6133"/>
                  </a:lnTo>
                  <a:cubicBezTo>
                    <a:pt x="55063" y="2740"/>
                    <a:pt x="52323" y="0"/>
                    <a:pt x="489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86"/>
            <p:cNvSpPr/>
            <p:nvPr/>
          </p:nvSpPr>
          <p:spPr>
            <a:xfrm>
              <a:off x="1190625" y="1631800"/>
              <a:ext cx="4954150" cy="3825525"/>
            </a:xfrm>
            <a:custGeom>
              <a:avLst/>
              <a:gdLst/>
              <a:ahLst/>
              <a:cxnLst/>
              <a:rect l="l" t="t" r="r" b="b"/>
              <a:pathLst>
                <a:path w="198166" h="153021" extrusionOk="0">
                  <a:moveTo>
                    <a:pt x="1174" y="0"/>
                  </a:moveTo>
                  <a:lnTo>
                    <a:pt x="1174" y="0"/>
                  </a:lnTo>
                  <a:cubicBezTo>
                    <a:pt x="391" y="2088"/>
                    <a:pt x="0" y="4306"/>
                    <a:pt x="0" y="6622"/>
                  </a:cubicBezTo>
                  <a:lnTo>
                    <a:pt x="0" y="6948"/>
                  </a:lnTo>
                  <a:lnTo>
                    <a:pt x="0" y="132078"/>
                  </a:lnTo>
                  <a:cubicBezTo>
                    <a:pt x="0" y="143626"/>
                    <a:pt x="8220" y="153020"/>
                    <a:pt x="18365" y="153020"/>
                  </a:cubicBezTo>
                  <a:lnTo>
                    <a:pt x="179833" y="153020"/>
                  </a:lnTo>
                  <a:cubicBezTo>
                    <a:pt x="189945" y="153020"/>
                    <a:pt x="198166" y="143626"/>
                    <a:pt x="198166" y="132078"/>
                  </a:cubicBezTo>
                  <a:lnTo>
                    <a:pt x="198166" y="36404"/>
                  </a:lnTo>
                  <a:cubicBezTo>
                    <a:pt x="198166" y="25150"/>
                    <a:pt x="189554" y="15984"/>
                    <a:pt x="179018" y="15984"/>
                  </a:cubicBezTo>
                  <a:lnTo>
                    <a:pt x="18365" y="15984"/>
                  </a:lnTo>
                  <a:cubicBezTo>
                    <a:pt x="1664" y="15984"/>
                    <a:pt x="33" y="5480"/>
                    <a:pt x="11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86"/>
            <p:cNvSpPr/>
            <p:nvPr/>
          </p:nvSpPr>
          <p:spPr>
            <a:xfrm>
              <a:off x="3474000" y="2031400"/>
              <a:ext cx="2670775" cy="3425925"/>
            </a:xfrm>
            <a:custGeom>
              <a:avLst/>
              <a:gdLst/>
              <a:ahLst/>
              <a:cxnLst/>
              <a:rect l="l" t="t" r="r" b="b"/>
              <a:pathLst>
                <a:path w="106831" h="137037" extrusionOk="0">
                  <a:moveTo>
                    <a:pt x="1" y="0"/>
                  </a:moveTo>
                  <a:lnTo>
                    <a:pt x="1" y="137036"/>
                  </a:lnTo>
                  <a:lnTo>
                    <a:pt x="88498" y="137036"/>
                  </a:lnTo>
                  <a:cubicBezTo>
                    <a:pt x="98610" y="137036"/>
                    <a:pt x="106831" y="127642"/>
                    <a:pt x="106831" y="116127"/>
                  </a:cubicBezTo>
                  <a:lnTo>
                    <a:pt x="106831" y="20420"/>
                  </a:lnTo>
                  <a:cubicBezTo>
                    <a:pt x="106831" y="9166"/>
                    <a:pt x="98219" y="0"/>
                    <a:pt x="8768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86"/>
            <p:cNvSpPr/>
            <p:nvPr/>
          </p:nvSpPr>
          <p:spPr>
            <a:xfrm>
              <a:off x="4371050" y="2970025"/>
              <a:ext cx="2038775" cy="1610625"/>
            </a:xfrm>
            <a:custGeom>
              <a:avLst/>
              <a:gdLst/>
              <a:ahLst/>
              <a:cxnLst/>
              <a:rect l="l" t="t" r="r" b="b"/>
              <a:pathLst>
                <a:path w="81551" h="64425" extrusionOk="0">
                  <a:moveTo>
                    <a:pt x="28967" y="1"/>
                  </a:moveTo>
                  <a:cubicBezTo>
                    <a:pt x="21171" y="1"/>
                    <a:pt x="13766" y="3719"/>
                    <a:pt x="8123" y="10504"/>
                  </a:cubicBezTo>
                  <a:cubicBezTo>
                    <a:pt x="2969" y="16702"/>
                    <a:pt x="0" y="24596"/>
                    <a:pt x="0" y="32229"/>
                  </a:cubicBezTo>
                  <a:cubicBezTo>
                    <a:pt x="0" y="39829"/>
                    <a:pt x="2969" y="47723"/>
                    <a:pt x="8123" y="53921"/>
                  </a:cubicBezTo>
                  <a:cubicBezTo>
                    <a:pt x="13766" y="60706"/>
                    <a:pt x="21171" y="64425"/>
                    <a:pt x="28967" y="64425"/>
                  </a:cubicBezTo>
                  <a:lnTo>
                    <a:pt x="75450" y="64425"/>
                  </a:lnTo>
                  <a:cubicBezTo>
                    <a:pt x="78810" y="64425"/>
                    <a:pt x="81550" y="61685"/>
                    <a:pt x="81550" y="58325"/>
                  </a:cubicBezTo>
                  <a:lnTo>
                    <a:pt x="81550" y="6133"/>
                  </a:lnTo>
                  <a:cubicBezTo>
                    <a:pt x="81550" y="2741"/>
                    <a:pt x="78810" y="1"/>
                    <a:pt x="754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86"/>
            <p:cNvSpPr/>
            <p:nvPr/>
          </p:nvSpPr>
          <p:spPr>
            <a:xfrm>
              <a:off x="5034050" y="3622425"/>
              <a:ext cx="305825" cy="305825"/>
            </a:xfrm>
            <a:custGeom>
              <a:avLst/>
              <a:gdLst/>
              <a:ahLst/>
              <a:cxnLst/>
              <a:rect l="l" t="t" r="r" b="b"/>
              <a:pathLst>
                <a:path w="12233" h="12233" extrusionOk="0">
                  <a:moveTo>
                    <a:pt x="6100" y="0"/>
                  </a:moveTo>
                  <a:cubicBezTo>
                    <a:pt x="2708" y="0"/>
                    <a:pt x="0" y="2741"/>
                    <a:pt x="0" y="6133"/>
                  </a:cubicBezTo>
                  <a:cubicBezTo>
                    <a:pt x="0" y="9493"/>
                    <a:pt x="2708" y="12233"/>
                    <a:pt x="6100" y="12233"/>
                  </a:cubicBezTo>
                  <a:cubicBezTo>
                    <a:pt x="9493" y="12233"/>
                    <a:pt x="12233" y="9493"/>
                    <a:pt x="12233" y="6133"/>
                  </a:cubicBezTo>
                  <a:cubicBezTo>
                    <a:pt x="12233" y="2741"/>
                    <a:pt x="9493" y="0"/>
                    <a:pt x="6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86"/>
          <p:cNvGrpSpPr/>
          <p:nvPr/>
        </p:nvGrpSpPr>
        <p:grpSpPr>
          <a:xfrm>
            <a:off x="5120038" y="3737688"/>
            <a:ext cx="457202" cy="457202"/>
            <a:chOff x="1190625" y="238125"/>
            <a:chExt cx="5219200" cy="5219200"/>
          </a:xfrm>
        </p:grpSpPr>
        <p:sp>
          <p:nvSpPr>
            <p:cNvPr id="2460" name="Google Shape;2460;p86"/>
            <p:cNvSpPr/>
            <p:nvPr/>
          </p:nvSpPr>
          <p:spPr>
            <a:xfrm>
              <a:off x="3973900" y="4069325"/>
              <a:ext cx="1936825" cy="1133550"/>
            </a:xfrm>
            <a:custGeom>
              <a:avLst/>
              <a:gdLst/>
              <a:ahLst/>
              <a:cxnLst/>
              <a:rect l="l" t="t" r="r" b="b"/>
              <a:pathLst>
                <a:path w="77473" h="45342" extrusionOk="0">
                  <a:moveTo>
                    <a:pt x="65240" y="0"/>
                  </a:moveTo>
                  <a:cubicBezTo>
                    <a:pt x="65208" y="1370"/>
                    <a:pt x="63903" y="33109"/>
                    <a:pt x="6101" y="33109"/>
                  </a:cubicBezTo>
                  <a:cubicBezTo>
                    <a:pt x="2708" y="33109"/>
                    <a:pt x="1" y="35817"/>
                    <a:pt x="1" y="39209"/>
                  </a:cubicBezTo>
                  <a:cubicBezTo>
                    <a:pt x="1" y="42602"/>
                    <a:pt x="2708" y="45342"/>
                    <a:pt x="6101" y="45342"/>
                  </a:cubicBezTo>
                  <a:cubicBezTo>
                    <a:pt x="21758" y="45342"/>
                    <a:pt x="35230" y="43124"/>
                    <a:pt x="46092" y="38785"/>
                  </a:cubicBezTo>
                  <a:cubicBezTo>
                    <a:pt x="55161" y="35132"/>
                    <a:pt x="62500" y="30010"/>
                    <a:pt x="67883" y="23552"/>
                  </a:cubicBezTo>
                  <a:cubicBezTo>
                    <a:pt x="77342" y="12200"/>
                    <a:pt x="77473" y="555"/>
                    <a:pt x="77473" y="65"/>
                  </a:cubicBezTo>
                  <a:lnTo>
                    <a:pt x="65240" y="65"/>
                  </a:lnTo>
                  <a:lnTo>
                    <a:pt x="652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86"/>
            <p:cNvSpPr/>
            <p:nvPr/>
          </p:nvSpPr>
          <p:spPr>
            <a:xfrm>
              <a:off x="1690500" y="238125"/>
              <a:ext cx="4220225" cy="2239375"/>
            </a:xfrm>
            <a:custGeom>
              <a:avLst/>
              <a:gdLst/>
              <a:ahLst/>
              <a:cxnLst/>
              <a:rect l="l" t="t" r="r" b="b"/>
              <a:pathLst>
                <a:path w="168809" h="89575" extrusionOk="0">
                  <a:moveTo>
                    <a:pt x="84389" y="0"/>
                  </a:moveTo>
                  <a:cubicBezTo>
                    <a:pt x="40841" y="0"/>
                    <a:pt x="20127" y="22867"/>
                    <a:pt x="10439" y="42014"/>
                  </a:cubicBezTo>
                  <a:cubicBezTo>
                    <a:pt x="99" y="62434"/>
                    <a:pt x="1" y="82626"/>
                    <a:pt x="1" y="83474"/>
                  </a:cubicBezTo>
                  <a:cubicBezTo>
                    <a:pt x="1" y="86834"/>
                    <a:pt x="2708" y="89574"/>
                    <a:pt x="6101" y="89574"/>
                  </a:cubicBezTo>
                  <a:cubicBezTo>
                    <a:pt x="9461" y="89574"/>
                    <a:pt x="12201" y="86834"/>
                    <a:pt x="12233" y="83474"/>
                  </a:cubicBezTo>
                  <a:cubicBezTo>
                    <a:pt x="12233" y="83279"/>
                    <a:pt x="12397" y="65011"/>
                    <a:pt x="21530" y="47201"/>
                  </a:cubicBezTo>
                  <a:cubicBezTo>
                    <a:pt x="33436" y="24008"/>
                    <a:pt x="54574" y="12232"/>
                    <a:pt x="84389" y="12232"/>
                  </a:cubicBezTo>
                  <a:cubicBezTo>
                    <a:pt x="114203" y="12232"/>
                    <a:pt x="135341" y="24008"/>
                    <a:pt x="147247" y="47201"/>
                  </a:cubicBezTo>
                  <a:cubicBezTo>
                    <a:pt x="156381" y="65011"/>
                    <a:pt x="156544" y="83279"/>
                    <a:pt x="156576" y="83474"/>
                  </a:cubicBezTo>
                  <a:cubicBezTo>
                    <a:pt x="156576" y="86834"/>
                    <a:pt x="159284" y="89574"/>
                    <a:pt x="162676" y="89574"/>
                  </a:cubicBezTo>
                  <a:cubicBezTo>
                    <a:pt x="166069" y="89574"/>
                    <a:pt x="168809" y="86834"/>
                    <a:pt x="168809" y="83474"/>
                  </a:cubicBezTo>
                  <a:cubicBezTo>
                    <a:pt x="168809" y="82626"/>
                    <a:pt x="168678" y="62434"/>
                    <a:pt x="158338" y="42014"/>
                  </a:cubicBezTo>
                  <a:cubicBezTo>
                    <a:pt x="148650" y="22867"/>
                    <a:pt x="127936" y="0"/>
                    <a:pt x="8438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86"/>
            <p:cNvSpPr/>
            <p:nvPr/>
          </p:nvSpPr>
          <p:spPr>
            <a:xfrm>
              <a:off x="3800200" y="238125"/>
              <a:ext cx="2110525" cy="2239375"/>
            </a:xfrm>
            <a:custGeom>
              <a:avLst/>
              <a:gdLst/>
              <a:ahLst/>
              <a:cxnLst/>
              <a:rect l="l" t="t" r="r" b="b"/>
              <a:pathLst>
                <a:path w="84421" h="89575" extrusionOk="0">
                  <a:moveTo>
                    <a:pt x="1" y="0"/>
                  </a:moveTo>
                  <a:lnTo>
                    <a:pt x="1" y="12232"/>
                  </a:lnTo>
                  <a:cubicBezTo>
                    <a:pt x="29815" y="12232"/>
                    <a:pt x="50953" y="24008"/>
                    <a:pt x="62859" y="47201"/>
                  </a:cubicBezTo>
                  <a:cubicBezTo>
                    <a:pt x="71993" y="65011"/>
                    <a:pt x="72156" y="83279"/>
                    <a:pt x="72188" y="83474"/>
                  </a:cubicBezTo>
                  <a:cubicBezTo>
                    <a:pt x="72188" y="86834"/>
                    <a:pt x="74896" y="89574"/>
                    <a:pt x="78288" y="89574"/>
                  </a:cubicBezTo>
                  <a:cubicBezTo>
                    <a:pt x="81681" y="89574"/>
                    <a:pt x="84421" y="86834"/>
                    <a:pt x="84421" y="83474"/>
                  </a:cubicBezTo>
                  <a:cubicBezTo>
                    <a:pt x="84421" y="82626"/>
                    <a:pt x="84290" y="62434"/>
                    <a:pt x="73950" y="42014"/>
                  </a:cubicBezTo>
                  <a:cubicBezTo>
                    <a:pt x="64262" y="22867"/>
                    <a:pt x="43548"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86"/>
            <p:cNvSpPr/>
            <p:nvPr/>
          </p:nvSpPr>
          <p:spPr>
            <a:xfrm>
              <a:off x="1190625" y="2042800"/>
              <a:ext cx="1295025" cy="2263025"/>
            </a:xfrm>
            <a:custGeom>
              <a:avLst/>
              <a:gdLst/>
              <a:ahLst/>
              <a:cxnLst/>
              <a:rect l="l" t="t" r="r" b="b"/>
              <a:pathLst>
                <a:path w="51801" h="90521" extrusionOk="0">
                  <a:moveTo>
                    <a:pt x="45668" y="1"/>
                  </a:moveTo>
                  <a:cubicBezTo>
                    <a:pt x="20485" y="1"/>
                    <a:pt x="0" y="20290"/>
                    <a:pt x="0" y="45245"/>
                  </a:cubicBezTo>
                  <a:cubicBezTo>
                    <a:pt x="0" y="70199"/>
                    <a:pt x="20485" y="90521"/>
                    <a:pt x="45668" y="90521"/>
                  </a:cubicBezTo>
                  <a:cubicBezTo>
                    <a:pt x="49060" y="90521"/>
                    <a:pt x="51800" y="87781"/>
                    <a:pt x="51800" y="84388"/>
                  </a:cubicBezTo>
                  <a:lnTo>
                    <a:pt x="51800" y="6101"/>
                  </a:lnTo>
                  <a:cubicBezTo>
                    <a:pt x="51800" y="2708"/>
                    <a:pt x="49060" y="1"/>
                    <a:pt x="456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86"/>
            <p:cNvSpPr/>
            <p:nvPr/>
          </p:nvSpPr>
          <p:spPr>
            <a:xfrm>
              <a:off x="5115600" y="2042800"/>
              <a:ext cx="1294225" cy="2263025"/>
            </a:xfrm>
            <a:custGeom>
              <a:avLst/>
              <a:gdLst/>
              <a:ahLst/>
              <a:cxnLst/>
              <a:rect l="l" t="t" r="r" b="b"/>
              <a:pathLst>
                <a:path w="51769" h="90521" extrusionOk="0">
                  <a:moveTo>
                    <a:pt x="6100" y="1"/>
                  </a:moveTo>
                  <a:cubicBezTo>
                    <a:pt x="2708" y="1"/>
                    <a:pt x="0" y="2708"/>
                    <a:pt x="0" y="6101"/>
                  </a:cubicBezTo>
                  <a:lnTo>
                    <a:pt x="0" y="84388"/>
                  </a:lnTo>
                  <a:cubicBezTo>
                    <a:pt x="0" y="87781"/>
                    <a:pt x="2708" y="90521"/>
                    <a:pt x="6100" y="90521"/>
                  </a:cubicBezTo>
                  <a:cubicBezTo>
                    <a:pt x="31283" y="90521"/>
                    <a:pt x="51768" y="70199"/>
                    <a:pt x="51768" y="45245"/>
                  </a:cubicBezTo>
                  <a:cubicBezTo>
                    <a:pt x="51768" y="20290"/>
                    <a:pt x="3128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86"/>
            <p:cNvSpPr/>
            <p:nvPr/>
          </p:nvSpPr>
          <p:spPr>
            <a:xfrm>
              <a:off x="3321500" y="4489300"/>
              <a:ext cx="958250" cy="968025"/>
            </a:xfrm>
            <a:custGeom>
              <a:avLst/>
              <a:gdLst/>
              <a:ahLst/>
              <a:cxnLst/>
              <a:rect l="l" t="t" r="r" b="b"/>
              <a:pathLst>
                <a:path w="38330" h="38721" extrusionOk="0">
                  <a:moveTo>
                    <a:pt x="19149" y="0"/>
                  </a:moveTo>
                  <a:cubicBezTo>
                    <a:pt x="8580" y="0"/>
                    <a:pt x="1" y="8579"/>
                    <a:pt x="1" y="19148"/>
                  </a:cubicBezTo>
                  <a:cubicBezTo>
                    <a:pt x="1" y="24237"/>
                    <a:pt x="1958" y="29097"/>
                    <a:pt x="5513" y="32816"/>
                  </a:cubicBezTo>
                  <a:cubicBezTo>
                    <a:pt x="9167" y="36632"/>
                    <a:pt x="13995" y="38720"/>
                    <a:pt x="19149" y="38720"/>
                  </a:cubicBezTo>
                  <a:cubicBezTo>
                    <a:pt x="24303" y="38720"/>
                    <a:pt x="29130" y="36632"/>
                    <a:pt x="32784" y="32816"/>
                  </a:cubicBezTo>
                  <a:cubicBezTo>
                    <a:pt x="36339" y="29097"/>
                    <a:pt x="38329" y="24237"/>
                    <a:pt x="38329" y="19148"/>
                  </a:cubicBezTo>
                  <a:cubicBezTo>
                    <a:pt x="38329" y="8579"/>
                    <a:pt x="29717" y="0"/>
                    <a:pt x="191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86"/>
            <p:cNvSpPr/>
            <p:nvPr/>
          </p:nvSpPr>
          <p:spPr>
            <a:xfrm>
              <a:off x="3800200" y="4489300"/>
              <a:ext cx="479550" cy="968025"/>
            </a:xfrm>
            <a:custGeom>
              <a:avLst/>
              <a:gdLst/>
              <a:ahLst/>
              <a:cxnLst/>
              <a:rect l="l" t="t" r="r" b="b"/>
              <a:pathLst>
                <a:path w="19182" h="38721" extrusionOk="0">
                  <a:moveTo>
                    <a:pt x="1" y="0"/>
                  </a:moveTo>
                  <a:lnTo>
                    <a:pt x="1" y="38720"/>
                  </a:lnTo>
                  <a:cubicBezTo>
                    <a:pt x="5155" y="38720"/>
                    <a:pt x="9982" y="36632"/>
                    <a:pt x="13636" y="32816"/>
                  </a:cubicBezTo>
                  <a:cubicBezTo>
                    <a:pt x="17191" y="29097"/>
                    <a:pt x="19181" y="24237"/>
                    <a:pt x="19181" y="19148"/>
                  </a:cubicBezTo>
                  <a:cubicBezTo>
                    <a:pt x="19181" y="8579"/>
                    <a:pt x="10569"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86"/>
            <p:cNvSpPr/>
            <p:nvPr/>
          </p:nvSpPr>
          <p:spPr>
            <a:xfrm>
              <a:off x="2995300" y="2369000"/>
              <a:ext cx="1610625" cy="1284425"/>
            </a:xfrm>
            <a:custGeom>
              <a:avLst/>
              <a:gdLst/>
              <a:ahLst/>
              <a:cxnLst/>
              <a:rect l="l" t="t" r="r" b="b"/>
              <a:pathLst>
                <a:path w="64425" h="51377" extrusionOk="0">
                  <a:moveTo>
                    <a:pt x="32197" y="1"/>
                  </a:moveTo>
                  <a:cubicBezTo>
                    <a:pt x="28804" y="1"/>
                    <a:pt x="26097" y="2708"/>
                    <a:pt x="26097" y="6101"/>
                  </a:cubicBezTo>
                  <a:lnTo>
                    <a:pt x="26097" y="10374"/>
                  </a:lnTo>
                  <a:cubicBezTo>
                    <a:pt x="11222" y="13212"/>
                    <a:pt x="1" y="26325"/>
                    <a:pt x="1" y="41982"/>
                  </a:cubicBezTo>
                  <a:cubicBezTo>
                    <a:pt x="1" y="43287"/>
                    <a:pt x="66" y="44625"/>
                    <a:pt x="229" y="45995"/>
                  </a:cubicBezTo>
                  <a:cubicBezTo>
                    <a:pt x="621" y="49061"/>
                    <a:pt x="3230" y="51377"/>
                    <a:pt x="6296" y="51377"/>
                  </a:cubicBezTo>
                  <a:lnTo>
                    <a:pt x="58097" y="51377"/>
                  </a:lnTo>
                  <a:cubicBezTo>
                    <a:pt x="61163" y="51377"/>
                    <a:pt x="63773" y="49061"/>
                    <a:pt x="64164" y="45995"/>
                  </a:cubicBezTo>
                  <a:cubicBezTo>
                    <a:pt x="64327" y="44625"/>
                    <a:pt x="64425" y="43287"/>
                    <a:pt x="64425" y="41982"/>
                  </a:cubicBezTo>
                  <a:cubicBezTo>
                    <a:pt x="64425" y="26325"/>
                    <a:pt x="53171" y="13212"/>
                    <a:pt x="38329" y="10374"/>
                  </a:cubicBezTo>
                  <a:lnTo>
                    <a:pt x="38329" y="6101"/>
                  </a:lnTo>
                  <a:cubicBezTo>
                    <a:pt x="38329" y="2708"/>
                    <a:pt x="35589" y="1"/>
                    <a:pt x="3219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86"/>
            <p:cNvSpPr/>
            <p:nvPr/>
          </p:nvSpPr>
          <p:spPr>
            <a:xfrm>
              <a:off x="3800200" y="2369000"/>
              <a:ext cx="804925" cy="1284425"/>
            </a:xfrm>
            <a:custGeom>
              <a:avLst/>
              <a:gdLst/>
              <a:ahLst/>
              <a:cxnLst/>
              <a:rect l="l" t="t" r="r" b="b"/>
              <a:pathLst>
                <a:path w="32197" h="51377" extrusionOk="0">
                  <a:moveTo>
                    <a:pt x="1" y="1"/>
                  </a:moveTo>
                  <a:lnTo>
                    <a:pt x="1" y="9787"/>
                  </a:lnTo>
                  <a:lnTo>
                    <a:pt x="1" y="22019"/>
                  </a:lnTo>
                  <a:lnTo>
                    <a:pt x="1" y="51377"/>
                  </a:lnTo>
                  <a:lnTo>
                    <a:pt x="25901" y="51377"/>
                  </a:lnTo>
                  <a:cubicBezTo>
                    <a:pt x="28967" y="51377"/>
                    <a:pt x="31577" y="49061"/>
                    <a:pt x="31968" y="45995"/>
                  </a:cubicBezTo>
                  <a:cubicBezTo>
                    <a:pt x="32131" y="44625"/>
                    <a:pt x="32196" y="43287"/>
                    <a:pt x="32196" y="41982"/>
                  </a:cubicBezTo>
                  <a:cubicBezTo>
                    <a:pt x="32196" y="26325"/>
                    <a:pt x="20975" y="13212"/>
                    <a:pt x="6133" y="10374"/>
                  </a:cubicBezTo>
                  <a:lnTo>
                    <a:pt x="6133" y="6101"/>
                  </a:lnTo>
                  <a:cubicBezTo>
                    <a:pt x="6133" y="2708"/>
                    <a:pt x="3393"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86"/>
            <p:cNvSpPr/>
            <p:nvPr/>
          </p:nvSpPr>
          <p:spPr>
            <a:xfrm>
              <a:off x="2832200" y="3347600"/>
              <a:ext cx="1936825" cy="305825"/>
            </a:xfrm>
            <a:custGeom>
              <a:avLst/>
              <a:gdLst/>
              <a:ahLst/>
              <a:cxnLst/>
              <a:rect l="l" t="t" r="r" b="b"/>
              <a:pathLst>
                <a:path w="77473" h="12233" extrusionOk="0">
                  <a:moveTo>
                    <a:pt x="6101" y="1"/>
                  </a:moveTo>
                  <a:cubicBezTo>
                    <a:pt x="2708" y="1"/>
                    <a:pt x="1" y="2708"/>
                    <a:pt x="1" y="6100"/>
                  </a:cubicBezTo>
                  <a:cubicBezTo>
                    <a:pt x="1" y="9493"/>
                    <a:pt x="2708" y="12233"/>
                    <a:pt x="6101" y="12233"/>
                  </a:cubicBezTo>
                  <a:lnTo>
                    <a:pt x="71340" y="12233"/>
                  </a:lnTo>
                  <a:cubicBezTo>
                    <a:pt x="74733" y="12233"/>
                    <a:pt x="77473" y="9493"/>
                    <a:pt x="77473" y="6100"/>
                  </a:cubicBezTo>
                  <a:cubicBezTo>
                    <a:pt x="77473" y="2708"/>
                    <a:pt x="74733" y="1"/>
                    <a:pt x="713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86"/>
            <p:cNvSpPr/>
            <p:nvPr/>
          </p:nvSpPr>
          <p:spPr>
            <a:xfrm>
              <a:off x="3800200" y="3347600"/>
              <a:ext cx="968825" cy="305825"/>
            </a:xfrm>
            <a:custGeom>
              <a:avLst/>
              <a:gdLst/>
              <a:ahLst/>
              <a:cxnLst/>
              <a:rect l="l" t="t" r="r" b="b"/>
              <a:pathLst>
                <a:path w="38753" h="12233" extrusionOk="0">
                  <a:moveTo>
                    <a:pt x="1" y="1"/>
                  </a:moveTo>
                  <a:lnTo>
                    <a:pt x="1" y="12233"/>
                  </a:lnTo>
                  <a:lnTo>
                    <a:pt x="32620" y="12233"/>
                  </a:lnTo>
                  <a:cubicBezTo>
                    <a:pt x="36013" y="12233"/>
                    <a:pt x="38753" y="9493"/>
                    <a:pt x="38753" y="6100"/>
                  </a:cubicBezTo>
                  <a:cubicBezTo>
                    <a:pt x="38753" y="2708"/>
                    <a:pt x="36013" y="1"/>
                    <a:pt x="326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397"/>
                                        </p:tgtEl>
                                        <p:attrNameLst>
                                          <p:attrName>style.visibility</p:attrName>
                                        </p:attrNameLst>
                                      </p:cBhvr>
                                      <p:to>
                                        <p:strVal val="visible"/>
                                      </p:to>
                                    </p:set>
                                    <p:anim calcmode="lin" valueType="num">
                                      <p:cBhvr additive="base">
                                        <p:cTn id="7" dur="1000"/>
                                        <p:tgtEl>
                                          <p:spTgt spid="239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2414"/>
                                        </p:tgtEl>
                                        <p:attrNameLst>
                                          <p:attrName>style.visibility</p:attrName>
                                        </p:attrNameLst>
                                      </p:cBhvr>
                                      <p:to>
                                        <p:strVal val="visible"/>
                                      </p:to>
                                    </p:set>
                                    <p:anim calcmode="lin" valueType="num">
                                      <p:cBhvr additive="base">
                                        <p:cTn id="10" dur="1000"/>
                                        <p:tgtEl>
                                          <p:spTgt spid="2414"/>
                                        </p:tgtEl>
                                        <p:attrNameLst>
                                          <p:attrName>ppt_x</p:attrName>
                                        </p:attrNameLst>
                                      </p:cBhvr>
                                      <p:tavLst>
                                        <p:tav tm="0">
                                          <p:val>
                                            <p:strVal val="#ppt_x-1"/>
                                          </p:val>
                                        </p:tav>
                                        <p:tav tm="100000">
                                          <p:val>
                                            <p:strVal val="#ppt_x"/>
                                          </p:val>
                                        </p:tav>
                                      </p:tavLst>
                                    </p:anim>
                                  </p:childTnLst>
                                </p:cTn>
                              </p:par>
                              <p:par>
                                <p:cTn id="11" presetID="2" presetClass="entr" presetSubtype="8" fill="hold" nodeType="withEffect">
                                  <p:stCondLst>
                                    <p:cond delay="0"/>
                                  </p:stCondLst>
                                  <p:childTnLst>
                                    <p:set>
                                      <p:cBhvr>
                                        <p:cTn id="12" dur="1" fill="hold">
                                          <p:stCondLst>
                                            <p:cond delay="0"/>
                                          </p:stCondLst>
                                        </p:cTn>
                                        <p:tgtEl>
                                          <p:spTgt spid="2426"/>
                                        </p:tgtEl>
                                        <p:attrNameLst>
                                          <p:attrName>style.visibility</p:attrName>
                                        </p:attrNameLst>
                                      </p:cBhvr>
                                      <p:to>
                                        <p:strVal val="visible"/>
                                      </p:to>
                                    </p:set>
                                    <p:anim calcmode="lin" valueType="num">
                                      <p:cBhvr additive="base">
                                        <p:cTn id="13" dur="1000"/>
                                        <p:tgtEl>
                                          <p:spTgt spid="2426"/>
                                        </p:tgtEl>
                                        <p:attrNameLst>
                                          <p:attrName>ppt_x</p:attrName>
                                        </p:attrNameLst>
                                      </p:cBhvr>
                                      <p:tavLst>
                                        <p:tav tm="0">
                                          <p:val>
                                            <p:strVal val="#ppt_x-1"/>
                                          </p:val>
                                        </p:tav>
                                        <p:tav tm="100000">
                                          <p:val>
                                            <p:strVal val="#ppt_x"/>
                                          </p:val>
                                        </p:tav>
                                      </p:tavLst>
                                    </p:anim>
                                  </p:childTnLst>
                                </p:cTn>
                              </p:par>
                              <p:par>
                                <p:cTn id="14" presetID="2" presetClass="entr" presetSubtype="8" fill="hold" nodeType="withEffect">
                                  <p:stCondLst>
                                    <p:cond delay="0"/>
                                  </p:stCondLst>
                                  <p:childTnLst>
                                    <p:set>
                                      <p:cBhvr>
                                        <p:cTn id="15" dur="1" fill="hold">
                                          <p:stCondLst>
                                            <p:cond delay="0"/>
                                          </p:stCondLst>
                                        </p:cTn>
                                        <p:tgtEl>
                                          <p:spTgt spid="2437"/>
                                        </p:tgtEl>
                                        <p:attrNameLst>
                                          <p:attrName>style.visibility</p:attrName>
                                        </p:attrNameLst>
                                      </p:cBhvr>
                                      <p:to>
                                        <p:strVal val="visible"/>
                                      </p:to>
                                    </p:set>
                                    <p:anim calcmode="lin" valueType="num">
                                      <p:cBhvr additive="base">
                                        <p:cTn id="16" dur="1000"/>
                                        <p:tgtEl>
                                          <p:spTgt spid="2437"/>
                                        </p:tgtEl>
                                        <p:attrNameLst>
                                          <p:attrName>ppt_x</p:attrName>
                                        </p:attrNameLst>
                                      </p:cBhvr>
                                      <p:tavLst>
                                        <p:tav tm="0">
                                          <p:val>
                                            <p:strVal val="#ppt_x-1"/>
                                          </p:val>
                                        </p:tav>
                                        <p:tav tm="100000">
                                          <p:val>
                                            <p:strVal val="#ppt_x"/>
                                          </p:val>
                                        </p:tav>
                                      </p:tavLst>
                                    </p:anim>
                                  </p:childTnLst>
                                </p:cTn>
                              </p:par>
                              <p:par>
                                <p:cTn id="17" presetID="2" presetClass="entr" presetSubtype="8" fill="hold" nodeType="withEffect">
                                  <p:stCondLst>
                                    <p:cond delay="0"/>
                                  </p:stCondLst>
                                  <p:childTnLst>
                                    <p:set>
                                      <p:cBhvr>
                                        <p:cTn id="18" dur="1" fill="hold">
                                          <p:stCondLst>
                                            <p:cond delay="0"/>
                                          </p:stCondLst>
                                        </p:cTn>
                                        <p:tgtEl>
                                          <p:spTgt spid="2450"/>
                                        </p:tgtEl>
                                        <p:attrNameLst>
                                          <p:attrName>style.visibility</p:attrName>
                                        </p:attrNameLst>
                                      </p:cBhvr>
                                      <p:to>
                                        <p:strVal val="visible"/>
                                      </p:to>
                                    </p:set>
                                    <p:anim calcmode="lin" valueType="num">
                                      <p:cBhvr additive="base">
                                        <p:cTn id="19" dur="1000"/>
                                        <p:tgtEl>
                                          <p:spTgt spid="2450"/>
                                        </p:tgtEl>
                                        <p:attrNameLst>
                                          <p:attrName>ppt_x</p:attrName>
                                        </p:attrNameLst>
                                      </p:cBhvr>
                                      <p:tavLst>
                                        <p:tav tm="0">
                                          <p:val>
                                            <p:strVal val="#ppt_x-1"/>
                                          </p:val>
                                        </p:tav>
                                        <p:tav tm="100000">
                                          <p:val>
                                            <p:strVal val="#ppt_x"/>
                                          </p:val>
                                        </p:tav>
                                      </p:tavLst>
                                    </p:anim>
                                  </p:childTnLst>
                                </p:cTn>
                              </p:par>
                              <p:par>
                                <p:cTn id="20" presetID="2" presetClass="entr" presetSubtype="8" fill="hold" nodeType="withEffect">
                                  <p:stCondLst>
                                    <p:cond delay="0"/>
                                  </p:stCondLst>
                                  <p:childTnLst>
                                    <p:set>
                                      <p:cBhvr>
                                        <p:cTn id="21" dur="1" fill="hold">
                                          <p:stCondLst>
                                            <p:cond delay="0"/>
                                          </p:stCondLst>
                                        </p:cTn>
                                        <p:tgtEl>
                                          <p:spTgt spid="2459"/>
                                        </p:tgtEl>
                                        <p:attrNameLst>
                                          <p:attrName>style.visibility</p:attrName>
                                        </p:attrNameLst>
                                      </p:cBhvr>
                                      <p:to>
                                        <p:strVal val="visible"/>
                                      </p:to>
                                    </p:set>
                                    <p:anim calcmode="lin" valueType="num">
                                      <p:cBhvr additive="base">
                                        <p:cTn id="22" dur="1000"/>
                                        <p:tgtEl>
                                          <p:spTgt spid="2459"/>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474"/>
        <p:cNvGrpSpPr/>
        <p:nvPr/>
      </p:nvGrpSpPr>
      <p:grpSpPr>
        <a:xfrm>
          <a:off x="0" y="0"/>
          <a:ext cx="0" cy="0"/>
          <a:chOff x="0" y="0"/>
          <a:chExt cx="0" cy="0"/>
        </a:xfrm>
      </p:grpSpPr>
      <p:sp>
        <p:nvSpPr>
          <p:cNvPr id="2475" name="Google Shape;2475;p87"/>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 Size</a:t>
            </a:r>
            <a:endParaRPr/>
          </a:p>
        </p:txBody>
      </p:sp>
      <p:pic>
        <p:nvPicPr>
          <p:cNvPr id="2476" name="Google Shape;2476;p87" title="Gráfico">
            <a:hlinkClick r:id="rId3"/>
          </p:cNvPr>
          <p:cNvPicPr preferRelativeResize="0"/>
          <p:nvPr/>
        </p:nvPicPr>
        <p:blipFill rotWithShape="1">
          <a:blip r:embed="rId4">
            <a:alphaModFix/>
          </a:blip>
          <a:srcRect l="19430" r="18844"/>
          <a:stretch/>
        </p:blipFill>
        <p:spPr>
          <a:xfrm>
            <a:off x="3264689" y="1373375"/>
            <a:ext cx="2614626" cy="2619275"/>
          </a:xfrm>
          <a:prstGeom prst="rect">
            <a:avLst/>
          </a:prstGeom>
          <a:noFill/>
          <a:ln>
            <a:noFill/>
          </a:ln>
        </p:spPr>
      </p:pic>
      <p:sp>
        <p:nvSpPr>
          <p:cNvPr id="2477" name="Google Shape;2477;p87"/>
          <p:cNvSpPr txBox="1"/>
          <p:nvPr/>
        </p:nvSpPr>
        <p:spPr>
          <a:xfrm>
            <a:off x="2790311" y="4173175"/>
            <a:ext cx="3563400" cy="619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chemeClr val="dk1"/>
                </a:solidFill>
                <a:latin typeface="Roboto"/>
                <a:ea typeface="Roboto"/>
                <a:cs typeface="Roboto"/>
                <a:sym typeface="Roboto"/>
              </a:rPr>
              <a:t>To modify this graph, click on it, follow the link, change the data and paste the new graph here</a:t>
            </a:r>
            <a:endParaRPr sz="1100">
              <a:solidFill>
                <a:schemeClr val="dk1"/>
              </a:solidFill>
              <a:latin typeface="Roboto"/>
              <a:ea typeface="Roboto"/>
              <a:cs typeface="Roboto"/>
              <a:sym typeface="Roboto"/>
            </a:endParaRPr>
          </a:p>
        </p:txBody>
      </p:sp>
      <p:sp>
        <p:nvSpPr>
          <p:cNvPr id="2478" name="Google Shape;2478;p87"/>
          <p:cNvSpPr txBox="1">
            <a:spLocks noGrp="1"/>
          </p:cNvSpPr>
          <p:nvPr>
            <p:ph type="title" idx="4294967295"/>
          </p:nvPr>
        </p:nvSpPr>
        <p:spPr>
          <a:xfrm>
            <a:off x="5918550" y="1342175"/>
            <a:ext cx="24816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3"/>
                </a:solidFill>
              </a:rPr>
              <a:t>Jupiter</a:t>
            </a:r>
            <a:endParaRPr sz="2200">
              <a:solidFill>
                <a:schemeClr val="accent3"/>
              </a:solidFill>
            </a:endParaRPr>
          </a:p>
        </p:txBody>
      </p:sp>
      <p:sp>
        <p:nvSpPr>
          <p:cNvPr id="2479" name="Google Shape;2479;p87"/>
          <p:cNvSpPr txBox="1">
            <a:spLocks noGrp="1"/>
          </p:cNvSpPr>
          <p:nvPr>
            <p:ph type="subTitle" idx="4294967295"/>
          </p:nvPr>
        </p:nvSpPr>
        <p:spPr>
          <a:xfrm>
            <a:off x="5918550" y="1817560"/>
            <a:ext cx="2481600" cy="637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It’s the biggest planet in the Solar System</a:t>
            </a:r>
            <a:endParaRPr sz="1400"/>
          </a:p>
        </p:txBody>
      </p:sp>
      <p:sp>
        <p:nvSpPr>
          <p:cNvPr id="2480" name="Google Shape;2480;p87"/>
          <p:cNvSpPr txBox="1">
            <a:spLocks noGrp="1"/>
          </p:cNvSpPr>
          <p:nvPr>
            <p:ph type="title" idx="4294967295"/>
          </p:nvPr>
        </p:nvSpPr>
        <p:spPr>
          <a:xfrm>
            <a:off x="5918550" y="2902218"/>
            <a:ext cx="24816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2"/>
                </a:solidFill>
              </a:rPr>
              <a:t>Venus</a:t>
            </a:r>
            <a:endParaRPr sz="2200">
              <a:solidFill>
                <a:schemeClr val="accent2"/>
              </a:solidFill>
            </a:endParaRPr>
          </a:p>
        </p:txBody>
      </p:sp>
      <p:sp>
        <p:nvSpPr>
          <p:cNvPr id="2481" name="Google Shape;2481;p87"/>
          <p:cNvSpPr txBox="1">
            <a:spLocks noGrp="1"/>
          </p:cNvSpPr>
          <p:nvPr>
            <p:ph type="subTitle" idx="4294967295"/>
          </p:nvPr>
        </p:nvSpPr>
        <p:spPr>
          <a:xfrm>
            <a:off x="5918550" y="3377603"/>
            <a:ext cx="2481600" cy="637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Venus is the second planet from the Sun</a:t>
            </a:r>
            <a:endParaRPr sz="1400"/>
          </a:p>
        </p:txBody>
      </p:sp>
      <p:sp>
        <p:nvSpPr>
          <p:cNvPr id="2482" name="Google Shape;2482;p87"/>
          <p:cNvSpPr txBox="1">
            <a:spLocks noGrp="1"/>
          </p:cNvSpPr>
          <p:nvPr>
            <p:ph type="title" idx="4294967295"/>
          </p:nvPr>
        </p:nvSpPr>
        <p:spPr>
          <a:xfrm>
            <a:off x="743975" y="1373375"/>
            <a:ext cx="2481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1"/>
                </a:solidFill>
              </a:rPr>
              <a:t>Mars</a:t>
            </a:r>
            <a:endParaRPr sz="2200">
              <a:solidFill>
                <a:schemeClr val="accent1"/>
              </a:solidFill>
            </a:endParaRPr>
          </a:p>
        </p:txBody>
      </p:sp>
      <p:sp>
        <p:nvSpPr>
          <p:cNvPr id="2483" name="Google Shape;2483;p87"/>
          <p:cNvSpPr txBox="1">
            <a:spLocks noGrp="1"/>
          </p:cNvSpPr>
          <p:nvPr>
            <p:ph type="subTitle" idx="4294967295"/>
          </p:nvPr>
        </p:nvSpPr>
        <p:spPr>
          <a:xfrm>
            <a:off x="743975" y="1848760"/>
            <a:ext cx="2481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Despite being red, Mars is actually a cold place</a:t>
            </a:r>
            <a:endParaRPr sz="1400"/>
          </a:p>
        </p:txBody>
      </p:sp>
      <p:sp>
        <p:nvSpPr>
          <p:cNvPr id="2484" name="Google Shape;2484;p87"/>
          <p:cNvSpPr txBox="1">
            <a:spLocks noGrp="1"/>
          </p:cNvSpPr>
          <p:nvPr>
            <p:ph type="title" idx="4294967295"/>
          </p:nvPr>
        </p:nvSpPr>
        <p:spPr>
          <a:xfrm>
            <a:off x="743975" y="2933418"/>
            <a:ext cx="2481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5"/>
                </a:solidFill>
              </a:rPr>
              <a:t>Saturn</a:t>
            </a:r>
            <a:endParaRPr sz="2200">
              <a:solidFill>
                <a:schemeClr val="accent5"/>
              </a:solidFill>
            </a:endParaRPr>
          </a:p>
        </p:txBody>
      </p:sp>
      <p:sp>
        <p:nvSpPr>
          <p:cNvPr id="2485" name="Google Shape;2485;p87"/>
          <p:cNvSpPr txBox="1">
            <a:spLocks noGrp="1"/>
          </p:cNvSpPr>
          <p:nvPr>
            <p:ph type="subTitle" idx="4294967295"/>
          </p:nvPr>
        </p:nvSpPr>
        <p:spPr>
          <a:xfrm>
            <a:off x="743975" y="3408803"/>
            <a:ext cx="2481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Saturn is a gas giant and has several rings</a:t>
            </a:r>
            <a:endParaRPr sz="14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89"/>
        <p:cNvGrpSpPr/>
        <p:nvPr/>
      </p:nvGrpSpPr>
      <p:grpSpPr>
        <a:xfrm>
          <a:off x="0" y="0"/>
          <a:ext cx="0" cy="0"/>
          <a:chOff x="0" y="0"/>
          <a:chExt cx="0" cy="0"/>
        </a:xfrm>
      </p:grpSpPr>
      <p:sp>
        <p:nvSpPr>
          <p:cNvPr id="2490" name="Google Shape;2490;p8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Infographics</a:t>
            </a:r>
            <a:endParaRPr/>
          </a:p>
        </p:txBody>
      </p:sp>
      <p:sp>
        <p:nvSpPr>
          <p:cNvPr id="2491" name="Google Shape;2491;p88"/>
          <p:cNvSpPr/>
          <p:nvPr/>
        </p:nvSpPr>
        <p:spPr>
          <a:xfrm>
            <a:off x="3471408" y="1509275"/>
            <a:ext cx="2303954" cy="2558272"/>
          </a:xfrm>
          <a:custGeom>
            <a:avLst/>
            <a:gdLst/>
            <a:ahLst/>
            <a:cxnLst/>
            <a:rect l="l" t="t" r="r" b="b"/>
            <a:pathLst>
              <a:path w="58179" h="64601" extrusionOk="0">
                <a:moveTo>
                  <a:pt x="15914" y="1"/>
                </a:moveTo>
                <a:cubicBezTo>
                  <a:pt x="13135" y="1"/>
                  <a:pt x="10357" y="945"/>
                  <a:pt x="8238" y="2755"/>
                </a:cubicBezTo>
                <a:cubicBezTo>
                  <a:pt x="4955" y="5613"/>
                  <a:pt x="3435" y="10446"/>
                  <a:pt x="4560" y="14640"/>
                </a:cubicBezTo>
                <a:cubicBezTo>
                  <a:pt x="5776" y="19260"/>
                  <a:pt x="9819" y="23303"/>
                  <a:pt x="8907" y="27953"/>
                </a:cubicBezTo>
                <a:cubicBezTo>
                  <a:pt x="8208" y="31601"/>
                  <a:pt x="4742" y="33941"/>
                  <a:pt x="2858" y="37102"/>
                </a:cubicBezTo>
                <a:cubicBezTo>
                  <a:pt x="1" y="41783"/>
                  <a:pt x="852" y="47923"/>
                  <a:pt x="3557" y="52695"/>
                </a:cubicBezTo>
                <a:cubicBezTo>
                  <a:pt x="6232" y="57437"/>
                  <a:pt x="10487" y="61054"/>
                  <a:pt x="14682" y="64550"/>
                </a:cubicBezTo>
                <a:cubicBezTo>
                  <a:pt x="15811" y="64584"/>
                  <a:pt x="16953" y="64601"/>
                  <a:pt x="18104" y="64601"/>
                </a:cubicBezTo>
                <a:cubicBezTo>
                  <a:pt x="29046" y="64601"/>
                  <a:pt x="40903" y="63108"/>
                  <a:pt x="51491" y="61541"/>
                </a:cubicBezTo>
                <a:cubicBezTo>
                  <a:pt x="54196" y="61145"/>
                  <a:pt x="55807" y="58106"/>
                  <a:pt x="55655" y="55370"/>
                </a:cubicBezTo>
                <a:cubicBezTo>
                  <a:pt x="55503" y="52665"/>
                  <a:pt x="54105" y="50203"/>
                  <a:pt x="52859" y="47771"/>
                </a:cubicBezTo>
                <a:cubicBezTo>
                  <a:pt x="51613" y="45340"/>
                  <a:pt x="50427" y="42695"/>
                  <a:pt x="50792" y="39990"/>
                </a:cubicBezTo>
                <a:cubicBezTo>
                  <a:pt x="51339" y="36434"/>
                  <a:pt x="54287" y="33850"/>
                  <a:pt x="56020" y="30689"/>
                </a:cubicBezTo>
                <a:cubicBezTo>
                  <a:pt x="58178" y="26646"/>
                  <a:pt x="58057" y="21479"/>
                  <a:pt x="55777" y="17528"/>
                </a:cubicBezTo>
                <a:cubicBezTo>
                  <a:pt x="53497" y="13576"/>
                  <a:pt x="49059" y="10962"/>
                  <a:pt x="44470" y="10841"/>
                </a:cubicBezTo>
                <a:cubicBezTo>
                  <a:pt x="44374" y="10839"/>
                  <a:pt x="44278" y="10838"/>
                  <a:pt x="44182" y="10838"/>
                </a:cubicBezTo>
                <a:cubicBezTo>
                  <a:pt x="41957" y="10838"/>
                  <a:pt x="39733" y="11333"/>
                  <a:pt x="37533" y="11333"/>
                </a:cubicBezTo>
                <a:cubicBezTo>
                  <a:pt x="36823" y="11333"/>
                  <a:pt x="36116" y="11281"/>
                  <a:pt x="35412" y="11145"/>
                </a:cubicBezTo>
                <a:cubicBezTo>
                  <a:pt x="29454" y="10020"/>
                  <a:pt x="26141" y="3455"/>
                  <a:pt x="20609" y="962"/>
                </a:cubicBezTo>
                <a:cubicBezTo>
                  <a:pt x="19128" y="316"/>
                  <a:pt x="17521" y="1"/>
                  <a:pt x="1591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2" name="Google Shape;2492;p88"/>
          <p:cNvGrpSpPr/>
          <p:nvPr/>
        </p:nvGrpSpPr>
        <p:grpSpPr>
          <a:xfrm>
            <a:off x="3942859" y="1596363"/>
            <a:ext cx="1615140" cy="2459110"/>
            <a:chOff x="3942859" y="1596363"/>
            <a:chExt cx="1615140" cy="2459110"/>
          </a:xfrm>
        </p:grpSpPr>
        <p:sp>
          <p:nvSpPr>
            <p:cNvPr id="2493" name="Google Shape;2493;p88"/>
            <p:cNvSpPr/>
            <p:nvPr/>
          </p:nvSpPr>
          <p:spPr>
            <a:xfrm>
              <a:off x="4114627" y="1596363"/>
              <a:ext cx="944195" cy="1227688"/>
            </a:xfrm>
            <a:custGeom>
              <a:avLst/>
              <a:gdLst/>
              <a:ahLst/>
              <a:cxnLst/>
              <a:rect l="l" t="t" r="r" b="b"/>
              <a:pathLst>
                <a:path w="28573" h="37152" extrusionOk="0">
                  <a:moveTo>
                    <a:pt x="16497" y="1"/>
                  </a:moveTo>
                  <a:cubicBezTo>
                    <a:pt x="14527" y="1"/>
                    <a:pt x="12600" y="950"/>
                    <a:pt x="11946" y="2804"/>
                  </a:cubicBezTo>
                  <a:cubicBezTo>
                    <a:pt x="11845" y="2798"/>
                    <a:pt x="11745" y="2795"/>
                    <a:pt x="11644" y="2795"/>
                  </a:cubicBezTo>
                  <a:cubicBezTo>
                    <a:pt x="9405" y="2795"/>
                    <a:pt x="7205" y="4389"/>
                    <a:pt x="6535" y="6513"/>
                  </a:cubicBezTo>
                  <a:cubicBezTo>
                    <a:pt x="5563" y="9370"/>
                    <a:pt x="7052" y="12744"/>
                    <a:pt x="5624" y="15388"/>
                  </a:cubicBezTo>
                  <a:cubicBezTo>
                    <a:pt x="4864" y="16756"/>
                    <a:pt x="3405" y="17607"/>
                    <a:pt x="2219" y="18640"/>
                  </a:cubicBezTo>
                  <a:cubicBezTo>
                    <a:pt x="1064" y="19704"/>
                    <a:pt x="0" y="21254"/>
                    <a:pt x="456" y="22774"/>
                  </a:cubicBezTo>
                  <a:cubicBezTo>
                    <a:pt x="791" y="23960"/>
                    <a:pt x="1885" y="24720"/>
                    <a:pt x="2371" y="25814"/>
                  </a:cubicBezTo>
                  <a:cubicBezTo>
                    <a:pt x="2949" y="27090"/>
                    <a:pt x="2614" y="28549"/>
                    <a:pt x="2158" y="29856"/>
                  </a:cubicBezTo>
                  <a:cubicBezTo>
                    <a:pt x="1703" y="31133"/>
                    <a:pt x="1095" y="32440"/>
                    <a:pt x="1125" y="33838"/>
                  </a:cubicBezTo>
                  <a:cubicBezTo>
                    <a:pt x="1155" y="35206"/>
                    <a:pt x="2067" y="36726"/>
                    <a:pt x="3496" y="36756"/>
                  </a:cubicBezTo>
                  <a:cubicBezTo>
                    <a:pt x="5046" y="36847"/>
                    <a:pt x="6596" y="36999"/>
                    <a:pt x="8207" y="37151"/>
                  </a:cubicBezTo>
                  <a:cubicBezTo>
                    <a:pt x="7721" y="35145"/>
                    <a:pt x="7782" y="33018"/>
                    <a:pt x="8420" y="31042"/>
                  </a:cubicBezTo>
                  <a:cubicBezTo>
                    <a:pt x="8876" y="29704"/>
                    <a:pt x="9514" y="28458"/>
                    <a:pt x="9484" y="27060"/>
                  </a:cubicBezTo>
                  <a:cubicBezTo>
                    <a:pt x="9453" y="26148"/>
                    <a:pt x="9119" y="25297"/>
                    <a:pt x="8815" y="24446"/>
                  </a:cubicBezTo>
                  <a:cubicBezTo>
                    <a:pt x="8511" y="23625"/>
                    <a:pt x="8207" y="22744"/>
                    <a:pt x="8238" y="21832"/>
                  </a:cubicBezTo>
                  <a:cubicBezTo>
                    <a:pt x="8268" y="20920"/>
                    <a:pt x="8846" y="19826"/>
                    <a:pt x="9666" y="19522"/>
                  </a:cubicBezTo>
                  <a:lnTo>
                    <a:pt x="24256" y="13868"/>
                  </a:lnTo>
                  <a:cubicBezTo>
                    <a:pt x="24925" y="13868"/>
                    <a:pt x="25715" y="13929"/>
                    <a:pt x="26293" y="14263"/>
                  </a:cubicBezTo>
                  <a:cubicBezTo>
                    <a:pt x="26992" y="14719"/>
                    <a:pt x="27508" y="15419"/>
                    <a:pt x="27812" y="16209"/>
                  </a:cubicBezTo>
                  <a:lnTo>
                    <a:pt x="27904" y="15631"/>
                  </a:lnTo>
                  <a:cubicBezTo>
                    <a:pt x="28329" y="13321"/>
                    <a:pt x="28572" y="10890"/>
                    <a:pt x="27812" y="8701"/>
                  </a:cubicBezTo>
                  <a:cubicBezTo>
                    <a:pt x="26961" y="6269"/>
                    <a:pt x="25016" y="4385"/>
                    <a:pt x="23010" y="2835"/>
                  </a:cubicBezTo>
                  <a:cubicBezTo>
                    <a:pt x="21308" y="1497"/>
                    <a:pt x="19362" y="251"/>
                    <a:pt x="17174" y="38"/>
                  </a:cubicBezTo>
                  <a:cubicBezTo>
                    <a:pt x="16949" y="13"/>
                    <a:pt x="16723" y="1"/>
                    <a:pt x="16497"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88"/>
            <p:cNvSpPr/>
            <p:nvPr/>
          </p:nvSpPr>
          <p:spPr>
            <a:xfrm>
              <a:off x="4367752" y="2055623"/>
              <a:ext cx="745297" cy="810825"/>
            </a:xfrm>
            <a:custGeom>
              <a:avLst/>
              <a:gdLst/>
              <a:ahLst/>
              <a:cxnLst/>
              <a:rect l="l" t="t" r="r" b="b"/>
              <a:pathLst>
                <a:path w="22554" h="24537" extrusionOk="0">
                  <a:moveTo>
                    <a:pt x="16566" y="1"/>
                  </a:moveTo>
                  <a:lnTo>
                    <a:pt x="1976" y="5654"/>
                  </a:lnTo>
                  <a:cubicBezTo>
                    <a:pt x="1155" y="6019"/>
                    <a:pt x="608" y="7083"/>
                    <a:pt x="547" y="7995"/>
                  </a:cubicBezTo>
                  <a:cubicBezTo>
                    <a:pt x="517" y="8907"/>
                    <a:pt x="821" y="9758"/>
                    <a:pt x="1125" y="10609"/>
                  </a:cubicBezTo>
                  <a:cubicBezTo>
                    <a:pt x="1429" y="11429"/>
                    <a:pt x="1763" y="12281"/>
                    <a:pt x="1793" y="13192"/>
                  </a:cubicBezTo>
                  <a:cubicBezTo>
                    <a:pt x="1824" y="14560"/>
                    <a:pt x="1155" y="15837"/>
                    <a:pt x="730" y="17174"/>
                  </a:cubicBezTo>
                  <a:cubicBezTo>
                    <a:pt x="91" y="19150"/>
                    <a:pt x="0" y="21308"/>
                    <a:pt x="456" y="23345"/>
                  </a:cubicBezTo>
                  <a:cubicBezTo>
                    <a:pt x="5150" y="23818"/>
                    <a:pt x="9906" y="24536"/>
                    <a:pt x="14582" y="24536"/>
                  </a:cubicBezTo>
                  <a:cubicBezTo>
                    <a:pt x="16506" y="24536"/>
                    <a:pt x="18417" y="24415"/>
                    <a:pt x="20304" y="24104"/>
                  </a:cubicBezTo>
                  <a:cubicBezTo>
                    <a:pt x="19605" y="23101"/>
                    <a:pt x="19697" y="21764"/>
                    <a:pt x="20122" y="20639"/>
                  </a:cubicBezTo>
                  <a:cubicBezTo>
                    <a:pt x="20517" y="19454"/>
                    <a:pt x="21216" y="18481"/>
                    <a:pt x="21703" y="17357"/>
                  </a:cubicBezTo>
                  <a:cubicBezTo>
                    <a:pt x="22189" y="16262"/>
                    <a:pt x="22554" y="15016"/>
                    <a:pt x="22159" y="13861"/>
                  </a:cubicBezTo>
                  <a:cubicBezTo>
                    <a:pt x="21824" y="12919"/>
                    <a:pt x="21034" y="12189"/>
                    <a:pt x="20365" y="11399"/>
                  </a:cubicBezTo>
                  <a:cubicBezTo>
                    <a:pt x="19727" y="10609"/>
                    <a:pt x="19514" y="9819"/>
                    <a:pt x="19423" y="8785"/>
                  </a:cubicBezTo>
                  <a:cubicBezTo>
                    <a:pt x="19271" y="6627"/>
                    <a:pt x="19727" y="4499"/>
                    <a:pt x="20092" y="2372"/>
                  </a:cubicBezTo>
                  <a:cubicBezTo>
                    <a:pt x="19818" y="1551"/>
                    <a:pt x="19301" y="852"/>
                    <a:pt x="18572" y="426"/>
                  </a:cubicBezTo>
                  <a:cubicBezTo>
                    <a:pt x="18025" y="92"/>
                    <a:pt x="17265" y="1"/>
                    <a:pt x="16566"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88"/>
            <p:cNvSpPr/>
            <p:nvPr/>
          </p:nvSpPr>
          <p:spPr>
            <a:xfrm>
              <a:off x="4928195" y="2687410"/>
              <a:ext cx="406850" cy="879922"/>
            </a:xfrm>
            <a:custGeom>
              <a:avLst/>
              <a:gdLst/>
              <a:ahLst/>
              <a:cxnLst/>
              <a:rect l="l" t="t" r="r" b="b"/>
              <a:pathLst>
                <a:path w="12312" h="26628" extrusionOk="0">
                  <a:moveTo>
                    <a:pt x="822" y="1"/>
                  </a:moveTo>
                  <a:lnTo>
                    <a:pt x="1" y="9940"/>
                  </a:lnTo>
                  <a:lnTo>
                    <a:pt x="8056" y="26627"/>
                  </a:lnTo>
                  <a:lnTo>
                    <a:pt x="12311" y="22098"/>
                  </a:lnTo>
                  <a:lnTo>
                    <a:pt x="5898" y="4438"/>
                  </a:lnTo>
                  <a:cubicBezTo>
                    <a:pt x="5047" y="2189"/>
                    <a:pt x="3162" y="517"/>
                    <a:pt x="8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88"/>
            <p:cNvSpPr/>
            <p:nvPr/>
          </p:nvSpPr>
          <p:spPr>
            <a:xfrm>
              <a:off x="4928195" y="2832048"/>
              <a:ext cx="166778" cy="258181"/>
            </a:xfrm>
            <a:custGeom>
              <a:avLst/>
              <a:gdLst/>
              <a:ahLst/>
              <a:cxnLst/>
              <a:rect l="l" t="t" r="r" b="b"/>
              <a:pathLst>
                <a:path w="5047" h="7813" extrusionOk="0">
                  <a:moveTo>
                    <a:pt x="457" y="1"/>
                  </a:moveTo>
                  <a:lnTo>
                    <a:pt x="1" y="5563"/>
                  </a:lnTo>
                  <a:lnTo>
                    <a:pt x="1095" y="7812"/>
                  </a:lnTo>
                  <a:lnTo>
                    <a:pt x="5047" y="5350"/>
                  </a:lnTo>
                  <a:cubicBezTo>
                    <a:pt x="4712" y="4742"/>
                    <a:pt x="4408" y="4104"/>
                    <a:pt x="4165" y="3405"/>
                  </a:cubicBezTo>
                  <a:cubicBezTo>
                    <a:pt x="3557" y="1824"/>
                    <a:pt x="2281" y="608"/>
                    <a:pt x="670" y="61"/>
                  </a:cubicBezTo>
                  <a:lnTo>
                    <a:pt x="457"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88"/>
            <p:cNvSpPr/>
            <p:nvPr/>
          </p:nvSpPr>
          <p:spPr>
            <a:xfrm>
              <a:off x="4943264" y="2687410"/>
              <a:ext cx="251142" cy="321462"/>
            </a:xfrm>
            <a:custGeom>
              <a:avLst/>
              <a:gdLst/>
              <a:ahLst/>
              <a:cxnLst/>
              <a:rect l="l" t="t" r="r" b="b"/>
              <a:pathLst>
                <a:path w="7600" h="9728" extrusionOk="0">
                  <a:moveTo>
                    <a:pt x="366" y="1"/>
                  </a:moveTo>
                  <a:lnTo>
                    <a:pt x="1" y="4378"/>
                  </a:lnTo>
                  <a:lnTo>
                    <a:pt x="214" y="4438"/>
                  </a:lnTo>
                  <a:cubicBezTo>
                    <a:pt x="1825" y="4985"/>
                    <a:pt x="3101" y="6201"/>
                    <a:pt x="3679" y="7782"/>
                  </a:cubicBezTo>
                  <a:cubicBezTo>
                    <a:pt x="3952" y="8481"/>
                    <a:pt x="4226" y="9119"/>
                    <a:pt x="4560" y="9727"/>
                  </a:cubicBezTo>
                  <a:lnTo>
                    <a:pt x="7600" y="7812"/>
                  </a:lnTo>
                  <a:lnTo>
                    <a:pt x="5594" y="3800"/>
                  </a:lnTo>
                  <a:cubicBezTo>
                    <a:pt x="4621" y="1946"/>
                    <a:pt x="2919" y="578"/>
                    <a:pt x="882" y="122"/>
                  </a:cubicBezTo>
                  <a:lnTo>
                    <a:pt x="366"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88"/>
            <p:cNvSpPr/>
            <p:nvPr/>
          </p:nvSpPr>
          <p:spPr>
            <a:xfrm>
              <a:off x="4963355" y="2962609"/>
              <a:ext cx="219022" cy="223021"/>
            </a:xfrm>
            <a:custGeom>
              <a:avLst/>
              <a:gdLst/>
              <a:ahLst/>
              <a:cxnLst/>
              <a:rect l="l" t="t" r="r" b="b"/>
              <a:pathLst>
                <a:path w="6628" h="6749" extrusionOk="0">
                  <a:moveTo>
                    <a:pt x="6232" y="1"/>
                  </a:moveTo>
                  <a:lnTo>
                    <a:pt x="1" y="3861"/>
                  </a:lnTo>
                  <a:lnTo>
                    <a:pt x="1399" y="6749"/>
                  </a:lnTo>
                  <a:lnTo>
                    <a:pt x="6627" y="1217"/>
                  </a:lnTo>
                  <a:lnTo>
                    <a:pt x="623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88"/>
            <p:cNvSpPr/>
            <p:nvPr/>
          </p:nvSpPr>
          <p:spPr>
            <a:xfrm>
              <a:off x="5138130" y="3266953"/>
              <a:ext cx="196915" cy="300379"/>
            </a:xfrm>
            <a:custGeom>
              <a:avLst/>
              <a:gdLst/>
              <a:ahLst/>
              <a:cxnLst/>
              <a:rect l="l" t="t" r="r" b="b"/>
              <a:pathLst>
                <a:path w="5959" h="9090" extrusionOk="0">
                  <a:moveTo>
                    <a:pt x="4286" y="1"/>
                  </a:moveTo>
                  <a:lnTo>
                    <a:pt x="1" y="5563"/>
                  </a:lnTo>
                  <a:lnTo>
                    <a:pt x="1703" y="9089"/>
                  </a:lnTo>
                  <a:lnTo>
                    <a:pt x="5958" y="4560"/>
                  </a:lnTo>
                  <a:lnTo>
                    <a:pt x="428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88"/>
            <p:cNvSpPr/>
            <p:nvPr/>
          </p:nvSpPr>
          <p:spPr>
            <a:xfrm>
              <a:off x="4441046" y="2457384"/>
              <a:ext cx="352590" cy="284286"/>
            </a:xfrm>
            <a:custGeom>
              <a:avLst/>
              <a:gdLst/>
              <a:ahLst/>
              <a:cxnLst/>
              <a:rect l="l" t="t" r="r" b="b"/>
              <a:pathLst>
                <a:path w="10670" h="8603" extrusionOk="0">
                  <a:moveTo>
                    <a:pt x="2493" y="1"/>
                  </a:moveTo>
                  <a:lnTo>
                    <a:pt x="2311" y="4651"/>
                  </a:lnTo>
                  <a:lnTo>
                    <a:pt x="1" y="5411"/>
                  </a:lnTo>
                  <a:cubicBezTo>
                    <a:pt x="1065" y="7296"/>
                    <a:pt x="3162" y="8603"/>
                    <a:pt x="5320" y="8603"/>
                  </a:cubicBezTo>
                  <a:cubicBezTo>
                    <a:pt x="7448" y="8603"/>
                    <a:pt x="9545" y="7417"/>
                    <a:pt x="10670" y="5594"/>
                  </a:cubicBezTo>
                  <a:lnTo>
                    <a:pt x="8542" y="4986"/>
                  </a:lnTo>
                  <a:lnTo>
                    <a:pt x="8542" y="2706"/>
                  </a:lnTo>
                  <a:cubicBezTo>
                    <a:pt x="8150" y="2837"/>
                    <a:pt x="7723" y="2899"/>
                    <a:pt x="7297" y="2899"/>
                  </a:cubicBezTo>
                  <a:cubicBezTo>
                    <a:pt x="7030" y="2899"/>
                    <a:pt x="6763" y="2875"/>
                    <a:pt x="6506" y="2828"/>
                  </a:cubicBezTo>
                  <a:cubicBezTo>
                    <a:pt x="5381" y="2615"/>
                    <a:pt x="4408" y="2068"/>
                    <a:pt x="3618" y="1308"/>
                  </a:cubicBezTo>
                  <a:cubicBezTo>
                    <a:pt x="3193" y="913"/>
                    <a:pt x="2858" y="457"/>
                    <a:pt x="249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88"/>
            <p:cNvSpPr/>
            <p:nvPr/>
          </p:nvSpPr>
          <p:spPr>
            <a:xfrm>
              <a:off x="4206030" y="2782844"/>
              <a:ext cx="125571" cy="541409"/>
            </a:xfrm>
            <a:custGeom>
              <a:avLst/>
              <a:gdLst/>
              <a:ahLst/>
              <a:cxnLst/>
              <a:rect l="l" t="t" r="r" b="b"/>
              <a:pathLst>
                <a:path w="3800" h="16384" extrusionOk="0">
                  <a:moveTo>
                    <a:pt x="0" y="0"/>
                  </a:moveTo>
                  <a:lnTo>
                    <a:pt x="0" y="10456"/>
                  </a:lnTo>
                  <a:lnTo>
                    <a:pt x="2098" y="15775"/>
                  </a:lnTo>
                  <a:cubicBezTo>
                    <a:pt x="2158" y="15958"/>
                    <a:pt x="2250" y="16171"/>
                    <a:pt x="2310" y="16383"/>
                  </a:cubicBezTo>
                  <a:lnTo>
                    <a:pt x="3496" y="9028"/>
                  </a:lnTo>
                  <a:cubicBezTo>
                    <a:pt x="3800" y="7052"/>
                    <a:pt x="3374" y="5076"/>
                    <a:pt x="2371" y="3404"/>
                  </a:cubicBez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88"/>
            <p:cNvSpPr/>
            <p:nvPr/>
          </p:nvSpPr>
          <p:spPr>
            <a:xfrm>
              <a:off x="4169878" y="2635166"/>
              <a:ext cx="995415" cy="1419283"/>
            </a:xfrm>
            <a:custGeom>
              <a:avLst/>
              <a:gdLst/>
              <a:ahLst/>
              <a:cxnLst/>
              <a:rect l="l" t="t" r="r" b="b"/>
              <a:pathLst>
                <a:path w="30123" h="42950" extrusionOk="0">
                  <a:moveTo>
                    <a:pt x="8237" y="1"/>
                  </a:moveTo>
                  <a:lnTo>
                    <a:pt x="1186" y="2372"/>
                  </a:lnTo>
                  <a:lnTo>
                    <a:pt x="1186" y="4378"/>
                  </a:lnTo>
                  <a:lnTo>
                    <a:pt x="3526" y="7813"/>
                  </a:lnTo>
                  <a:cubicBezTo>
                    <a:pt x="4560" y="9484"/>
                    <a:pt x="4985" y="11460"/>
                    <a:pt x="4620" y="13375"/>
                  </a:cubicBezTo>
                  <a:lnTo>
                    <a:pt x="3465" y="20731"/>
                  </a:lnTo>
                  <a:cubicBezTo>
                    <a:pt x="4438" y="23466"/>
                    <a:pt x="4833" y="26354"/>
                    <a:pt x="4620" y="29242"/>
                  </a:cubicBezTo>
                  <a:cubicBezTo>
                    <a:pt x="4438" y="31734"/>
                    <a:pt x="3860" y="34105"/>
                    <a:pt x="2888" y="36324"/>
                  </a:cubicBezTo>
                  <a:lnTo>
                    <a:pt x="0" y="42950"/>
                  </a:lnTo>
                  <a:lnTo>
                    <a:pt x="30122" y="42950"/>
                  </a:lnTo>
                  <a:lnTo>
                    <a:pt x="27539" y="36263"/>
                  </a:lnTo>
                  <a:cubicBezTo>
                    <a:pt x="26566" y="33710"/>
                    <a:pt x="26049" y="30974"/>
                    <a:pt x="26049" y="28238"/>
                  </a:cubicBezTo>
                  <a:lnTo>
                    <a:pt x="26049" y="23710"/>
                  </a:lnTo>
                  <a:cubicBezTo>
                    <a:pt x="26049" y="22585"/>
                    <a:pt x="26444" y="21430"/>
                    <a:pt x="27083" y="20488"/>
                  </a:cubicBezTo>
                  <a:cubicBezTo>
                    <a:pt x="27113" y="20427"/>
                    <a:pt x="27204" y="20336"/>
                    <a:pt x="27235" y="20275"/>
                  </a:cubicBezTo>
                  <a:cubicBezTo>
                    <a:pt x="28238" y="18755"/>
                    <a:pt x="28420" y="16810"/>
                    <a:pt x="27691" y="15138"/>
                  </a:cubicBezTo>
                  <a:cubicBezTo>
                    <a:pt x="25897" y="10791"/>
                    <a:pt x="24499" y="6080"/>
                    <a:pt x="23830" y="1521"/>
                  </a:cubicBezTo>
                  <a:lnTo>
                    <a:pt x="18906" y="153"/>
                  </a:lnTo>
                  <a:cubicBezTo>
                    <a:pt x="17782" y="1977"/>
                    <a:pt x="15715" y="3162"/>
                    <a:pt x="13557" y="3162"/>
                  </a:cubicBezTo>
                  <a:cubicBezTo>
                    <a:pt x="11399" y="3162"/>
                    <a:pt x="9332" y="1886"/>
                    <a:pt x="8237" y="1"/>
                  </a:cubicBez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88"/>
            <p:cNvSpPr/>
            <p:nvPr/>
          </p:nvSpPr>
          <p:spPr>
            <a:xfrm>
              <a:off x="4435032" y="1887886"/>
              <a:ext cx="483151" cy="605450"/>
            </a:xfrm>
            <a:custGeom>
              <a:avLst/>
              <a:gdLst/>
              <a:ahLst/>
              <a:cxnLst/>
              <a:rect l="l" t="t" r="r" b="b"/>
              <a:pathLst>
                <a:path w="14621" h="18322" extrusionOk="0">
                  <a:moveTo>
                    <a:pt x="5928" y="1"/>
                  </a:moveTo>
                  <a:cubicBezTo>
                    <a:pt x="5867" y="4195"/>
                    <a:pt x="3527" y="8420"/>
                    <a:pt x="1" y="10700"/>
                  </a:cubicBezTo>
                  <a:cubicBezTo>
                    <a:pt x="487" y="12463"/>
                    <a:pt x="1125" y="14165"/>
                    <a:pt x="2220" y="15594"/>
                  </a:cubicBezTo>
                  <a:cubicBezTo>
                    <a:pt x="3344" y="17022"/>
                    <a:pt x="4925" y="18147"/>
                    <a:pt x="6748" y="18299"/>
                  </a:cubicBezTo>
                  <a:cubicBezTo>
                    <a:pt x="6910" y="18314"/>
                    <a:pt x="7072" y="18321"/>
                    <a:pt x="7233" y="18321"/>
                  </a:cubicBezTo>
                  <a:cubicBezTo>
                    <a:pt x="9012" y="18321"/>
                    <a:pt x="10745" y="17420"/>
                    <a:pt x="11916" y="16110"/>
                  </a:cubicBezTo>
                  <a:cubicBezTo>
                    <a:pt x="13223" y="14651"/>
                    <a:pt x="13922" y="12767"/>
                    <a:pt x="14287" y="10852"/>
                  </a:cubicBezTo>
                  <a:cubicBezTo>
                    <a:pt x="14621" y="8967"/>
                    <a:pt x="14621" y="6992"/>
                    <a:pt x="14591" y="5046"/>
                  </a:cubicBezTo>
                  <a:cubicBezTo>
                    <a:pt x="13587" y="4925"/>
                    <a:pt x="12463" y="4165"/>
                    <a:pt x="11764" y="3496"/>
                  </a:cubicBezTo>
                  <a:cubicBezTo>
                    <a:pt x="11095" y="2827"/>
                    <a:pt x="10487" y="2068"/>
                    <a:pt x="9727" y="1460"/>
                  </a:cubicBezTo>
                  <a:cubicBezTo>
                    <a:pt x="8694" y="639"/>
                    <a:pt x="7235" y="31"/>
                    <a:pt x="59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88"/>
            <p:cNvSpPr/>
            <p:nvPr/>
          </p:nvSpPr>
          <p:spPr>
            <a:xfrm>
              <a:off x="5302859" y="2248473"/>
              <a:ext cx="107495" cy="392773"/>
            </a:xfrm>
            <a:custGeom>
              <a:avLst/>
              <a:gdLst/>
              <a:ahLst/>
              <a:cxnLst/>
              <a:rect l="l" t="t" r="r" b="b"/>
              <a:pathLst>
                <a:path w="3253" h="11886" extrusionOk="0">
                  <a:moveTo>
                    <a:pt x="578" y="1"/>
                  </a:moveTo>
                  <a:lnTo>
                    <a:pt x="1" y="122"/>
                  </a:lnTo>
                  <a:lnTo>
                    <a:pt x="2645" y="11885"/>
                  </a:lnTo>
                  <a:lnTo>
                    <a:pt x="3253" y="11733"/>
                  </a:lnTo>
                  <a:lnTo>
                    <a:pt x="57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88"/>
            <p:cNvSpPr/>
            <p:nvPr/>
          </p:nvSpPr>
          <p:spPr>
            <a:xfrm>
              <a:off x="4771529" y="2054631"/>
              <a:ext cx="511272" cy="307385"/>
            </a:xfrm>
            <a:custGeom>
              <a:avLst/>
              <a:gdLst/>
              <a:ahLst/>
              <a:cxnLst/>
              <a:rect l="l" t="t" r="r" b="b"/>
              <a:pathLst>
                <a:path w="15472" h="9302" extrusionOk="0">
                  <a:moveTo>
                    <a:pt x="13587" y="0"/>
                  </a:moveTo>
                  <a:cubicBezTo>
                    <a:pt x="13769" y="821"/>
                    <a:pt x="13496" y="1702"/>
                    <a:pt x="13010" y="2432"/>
                  </a:cubicBezTo>
                  <a:cubicBezTo>
                    <a:pt x="12523" y="3161"/>
                    <a:pt x="11885" y="3678"/>
                    <a:pt x="11186" y="4165"/>
                  </a:cubicBezTo>
                  <a:cubicBezTo>
                    <a:pt x="7873" y="6657"/>
                    <a:pt x="4043" y="8420"/>
                    <a:pt x="0" y="9301"/>
                  </a:cubicBezTo>
                  <a:cubicBezTo>
                    <a:pt x="4408" y="8876"/>
                    <a:pt x="8967" y="7204"/>
                    <a:pt x="12645" y="4742"/>
                  </a:cubicBezTo>
                  <a:lnTo>
                    <a:pt x="15472" y="3617"/>
                  </a:lnTo>
                  <a:lnTo>
                    <a:pt x="14651" y="183"/>
                  </a:lnTo>
                  <a:lnTo>
                    <a:pt x="135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88"/>
            <p:cNvSpPr/>
            <p:nvPr/>
          </p:nvSpPr>
          <p:spPr>
            <a:xfrm>
              <a:off x="5126069" y="1860921"/>
              <a:ext cx="330516" cy="576966"/>
            </a:xfrm>
            <a:custGeom>
              <a:avLst/>
              <a:gdLst/>
              <a:ahLst/>
              <a:cxnLst/>
              <a:rect l="l" t="t" r="r" b="b"/>
              <a:pathLst>
                <a:path w="10002" h="17460" extrusionOk="0">
                  <a:moveTo>
                    <a:pt x="3824" y="1"/>
                  </a:moveTo>
                  <a:cubicBezTo>
                    <a:pt x="3566" y="1"/>
                    <a:pt x="3304" y="29"/>
                    <a:pt x="3040" y="87"/>
                  </a:cubicBezTo>
                  <a:cubicBezTo>
                    <a:pt x="1186" y="482"/>
                    <a:pt x="1" y="2367"/>
                    <a:pt x="426" y="4251"/>
                  </a:cubicBezTo>
                  <a:lnTo>
                    <a:pt x="852" y="6197"/>
                  </a:lnTo>
                  <a:cubicBezTo>
                    <a:pt x="943" y="6166"/>
                    <a:pt x="1126" y="6166"/>
                    <a:pt x="1217" y="6166"/>
                  </a:cubicBezTo>
                  <a:cubicBezTo>
                    <a:pt x="1281" y="6162"/>
                    <a:pt x="1346" y="6159"/>
                    <a:pt x="1412" y="6159"/>
                  </a:cubicBezTo>
                  <a:cubicBezTo>
                    <a:pt x="1778" y="6159"/>
                    <a:pt x="2153" y="6238"/>
                    <a:pt x="2463" y="6470"/>
                  </a:cubicBezTo>
                  <a:cubicBezTo>
                    <a:pt x="3101" y="6835"/>
                    <a:pt x="3375" y="7656"/>
                    <a:pt x="3344" y="8355"/>
                  </a:cubicBezTo>
                  <a:cubicBezTo>
                    <a:pt x="3314" y="8963"/>
                    <a:pt x="3132" y="9540"/>
                    <a:pt x="2736" y="9996"/>
                  </a:cubicBezTo>
                  <a:cubicBezTo>
                    <a:pt x="2524" y="10300"/>
                    <a:pt x="2159" y="10543"/>
                    <a:pt x="1855" y="10726"/>
                  </a:cubicBezTo>
                  <a:lnTo>
                    <a:pt x="2767" y="14738"/>
                  </a:lnTo>
                  <a:cubicBezTo>
                    <a:pt x="3136" y="16373"/>
                    <a:pt x="4582" y="17460"/>
                    <a:pt x="6209" y="17460"/>
                  </a:cubicBezTo>
                  <a:cubicBezTo>
                    <a:pt x="6457" y="17460"/>
                    <a:pt x="6709" y="17434"/>
                    <a:pt x="6961" y="17382"/>
                  </a:cubicBezTo>
                  <a:cubicBezTo>
                    <a:pt x="8816" y="16866"/>
                    <a:pt x="10001" y="15011"/>
                    <a:pt x="9576" y="13157"/>
                  </a:cubicBezTo>
                  <a:lnTo>
                    <a:pt x="7235" y="2701"/>
                  </a:lnTo>
                  <a:cubicBezTo>
                    <a:pt x="6868" y="1102"/>
                    <a:pt x="5439" y="1"/>
                    <a:pt x="382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88"/>
            <p:cNvSpPr/>
            <p:nvPr/>
          </p:nvSpPr>
          <p:spPr>
            <a:xfrm>
              <a:off x="4705240" y="3164514"/>
              <a:ext cx="78350" cy="258181"/>
            </a:xfrm>
            <a:custGeom>
              <a:avLst/>
              <a:gdLst/>
              <a:ahLst/>
              <a:cxnLst/>
              <a:rect l="l" t="t" r="r" b="b"/>
              <a:pathLst>
                <a:path w="2371" h="7813" extrusionOk="0">
                  <a:moveTo>
                    <a:pt x="821" y="0"/>
                  </a:moveTo>
                  <a:lnTo>
                    <a:pt x="0" y="152"/>
                  </a:lnTo>
                  <a:lnTo>
                    <a:pt x="1550" y="7812"/>
                  </a:lnTo>
                  <a:lnTo>
                    <a:pt x="2371" y="7660"/>
                  </a:lnTo>
                  <a:lnTo>
                    <a:pt x="82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88"/>
            <p:cNvSpPr/>
            <p:nvPr/>
          </p:nvSpPr>
          <p:spPr>
            <a:xfrm>
              <a:off x="4578678" y="3435714"/>
              <a:ext cx="384710" cy="31161"/>
            </a:xfrm>
            <a:custGeom>
              <a:avLst/>
              <a:gdLst/>
              <a:ahLst/>
              <a:cxnLst/>
              <a:rect l="l" t="t" r="r" b="b"/>
              <a:pathLst>
                <a:path w="11642" h="943" extrusionOk="0">
                  <a:moveTo>
                    <a:pt x="365" y="0"/>
                  </a:moveTo>
                  <a:lnTo>
                    <a:pt x="0" y="943"/>
                  </a:lnTo>
                  <a:lnTo>
                    <a:pt x="11642" y="943"/>
                  </a:lnTo>
                  <a:lnTo>
                    <a:pt x="1130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88"/>
            <p:cNvSpPr/>
            <p:nvPr/>
          </p:nvSpPr>
          <p:spPr>
            <a:xfrm>
              <a:off x="4612814" y="3404553"/>
              <a:ext cx="316439" cy="31194"/>
            </a:xfrm>
            <a:custGeom>
              <a:avLst/>
              <a:gdLst/>
              <a:ahLst/>
              <a:cxnLst/>
              <a:rect l="l" t="t" r="r" b="b"/>
              <a:pathLst>
                <a:path w="9576" h="944" extrusionOk="0">
                  <a:moveTo>
                    <a:pt x="274" y="1"/>
                  </a:moveTo>
                  <a:lnTo>
                    <a:pt x="1" y="943"/>
                  </a:lnTo>
                  <a:lnTo>
                    <a:pt x="9575" y="943"/>
                  </a:lnTo>
                  <a:lnTo>
                    <a:pt x="9302" y="1"/>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88"/>
            <p:cNvSpPr/>
            <p:nvPr/>
          </p:nvSpPr>
          <p:spPr>
            <a:xfrm>
              <a:off x="4601777" y="3465851"/>
              <a:ext cx="340529" cy="239576"/>
            </a:xfrm>
            <a:custGeom>
              <a:avLst/>
              <a:gdLst/>
              <a:ahLst/>
              <a:cxnLst/>
              <a:rect l="l" t="t" r="r" b="b"/>
              <a:pathLst>
                <a:path w="10305" h="7250" extrusionOk="0">
                  <a:moveTo>
                    <a:pt x="0" y="0"/>
                  </a:moveTo>
                  <a:lnTo>
                    <a:pt x="487" y="6383"/>
                  </a:lnTo>
                  <a:cubicBezTo>
                    <a:pt x="1067" y="5963"/>
                    <a:pt x="1804" y="5714"/>
                    <a:pt x="2544" y="5714"/>
                  </a:cubicBezTo>
                  <a:cubicBezTo>
                    <a:pt x="2929" y="5714"/>
                    <a:pt x="3314" y="5782"/>
                    <a:pt x="3678" y="5927"/>
                  </a:cubicBezTo>
                  <a:cubicBezTo>
                    <a:pt x="4134" y="6110"/>
                    <a:pt x="4560" y="6383"/>
                    <a:pt x="4985" y="6596"/>
                  </a:cubicBezTo>
                  <a:cubicBezTo>
                    <a:pt x="5808" y="7033"/>
                    <a:pt x="6751" y="7249"/>
                    <a:pt x="7699" y="7249"/>
                  </a:cubicBezTo>
                  <a:cubicBezTo>
                    <a:pt x="8398" y="7249"/>
                    <a:pt x="9100" y="7132"/>
                    <a:pt x="9757" y="6900"/>
                  </a:cubicBezTo>
                  <a:lnTo>
                    <a:pt x="103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88"/>
            <p:cNvSpPr/>
            <p:nvPr/>
          </p:nvSpPr>
          <p:spPr>
            <a:xfrm>
              <a:off x="4617836" y="3654670"/>
              <a:ext cx="305369" cy="164366"/>
            </a:xfrm>
            <a:custGeom>
              <a:avLst/>
              <a:gdLst/>
              <a:ahLst/>
              <a:cxnLst/>
              <a:rect l="l" t="t" r="r" b="b"/>
              <a:pathLst>
                <a:path w="9241" h="4974" extrusionOk="0">
                  <a:moveTo>
                    <a:pt x="2065" y="0"/>
                  </a:moveTo>
                  <a:cubicBezTo>
                    <a:pt x="1332" y="0"/>
                    <a:pt x="601" y="249"/>
                    <a:pt x="1" y="669"/>
                  </a:cubicBezTo>
                  <a:lnTo>
                    <a:pt x="274" y="3922"/>
                  </a:lnTo>
                  <a:cubicBezTo>
                    <a:pt x="824" y="3599"/>
                    <a:pt x="1457" y="3431"/>
                    <a:pt x="2084" y="3431"/>
                  </a:cubicBezTo>
                  <a:cubicBezTo>
                    <a:pt x="2462" y="3431"/>
                    <a:pt x="2838" y="3492"/>
                    <a:pt x="3192" y="3618"/>
                  </a:cubicBezTo>
                  <a:cubicBezTo>
                    <a:pt x="3648" y="3830"/>
                    <a:pt x="4074" y="4074"/>
                    <a:pt x="4499" y="4317"/>
                  </a:cubicBezTo>
                  <a:cubicBezTo>
                    <a:pt x="5343" y="4767"/>
                    <a:pt x="6279" y="4974"/>
                    <a:pt x="7222" y="4974"/>
                  </a:cubicBezTo>
                  <a:cubicBezTo>
                    <a:pt x="7808" y="4974"/>
                    <a:pt x="8396" y="4894"/>
                    <a:pt x="8967" y="4742"/>
                  </a:cubicBezTo>
                  <a:lnTo>
                    <a:pt x="9241" y="1186"/>
                  </a:lnTo>
                  <a:lnTo>
                    <a:pt x="9241" y="1186"/>
                  </a:lnTo>
                  <a:cubicBezTo>
                    <a:pt x="8596" y="1418"/>
                    <a:pt x="7902" y="1535"/>
                    <a:pt x="7207" y="1535"/>
                  </a:cubicBezTo>
                  <a:cubicBezTo>
                    <a:pt x="6265" y="1535"/>
                    <a:pt x="5322" y="1319"/>
                    <a:pt x="4499" y="882"/>
                  </a:cubicBezTo>
                  <a:cubicBezTo>
                    <a:pt x="4074" y="669"/>
                    <a:pt x="3648" y="396"/>
                    <a:pt x="3192" y="213"/>
                  </a:cubicBezTo>
                  <a:cubicBezTo>
                    <a:pt x="2828" y="68"/>
                    <a:pt x="2446" y="0"/>
                    <a:pt x="20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88"/>
            <p:cNvSpPr/>
            <p:nvPr/>
          </p:nvSpPr>
          <p:spPr>
            <a:xfrm>
              <a:off x="4626891" y="3768576"/>
              <a:ext cx="287293" cy="286897"/>
            </a:xfrm>
            <a:custGeom>
              <a:avLst/>
              <a:gdLst/>
              <a:ahLst/>
              <a:cxnLst/>
              <a:rect l="l" t="t" r="r" b="b"/>
              <a:pathLst>
                <a:path w="8694" h="8682" extrusionOk="0">
                  <a:moveTo>
                    <a:pt x="1818" y="1"/>
                  </a:moveTo>
                  <a:cubicBezTo>
                    <a:pt x="1188" y="1"/>
                    <a:pt x="552" y="181"/>
                    <a:pt x="0" y="505"/>
                  </a:cubicBezTo>
                  <a:lnTo>
                    <a:pt x="639" y="8681"/>
                  </a:lnTo>
                  <a:lnTo>
                    <a:pt x="8116" y="8681"/>
                  </a:lnTo>
                  <a:lnTo>
                    <a:pt x="8693" y="1326"/>
                  </a:lnTo>
                  <a:lnTo>
                    <a:pt x="8693" y="1326"/>
                  </a:lnTo>
                  <a:cubicBezTo>
                    <a:pt x="8126" y="1488"/>
                    <a:pt x="7541" y="1570"/>
                    <a:pt x="6959" y="1570"/>
                  </a:cubicBezTo>
                  <a:cubicBezTo>
                    <a:pt x="6012" y="1570"/>
                    <a:pt x="5072" y="1352"/>
                    <a:pt x="4225" y="900"/>
                  </a:cubicBezTo>
                  <a:cubicBezTo>
                    <a:pt x="3800" y="657"/>
                    <a:pt x="3374" y="414"/>
                    <a:pt x="2918" y="201"/>
                  </a:cubicBezTo>
                  <a:cubicBezTo>
                    <a:pt x="2566" y="65"/>
                    <a:pt x="2193" y="1"/>
                    <a:pt x="18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88"/>
            <p:cNvSpPr/>
            <p:nvPr/>
          </p:nvSpPr>
          <p:spPr>
            <a:xfrm>
              <a:off x="3942859" y="2714540"/>
              <a:ext cx="849686" cy="1191041"/>
            </a:xfrm>
            <a:custGeom>
              <a:avLst/>
              <a:gdLst/>
              <a:ahLst/>
              <a:cxnLst/>
              <a:rect l="l" t="t" r="r" b="b"/>
              <a:pathLst>
                <a:path w="25713" h="36043" extrusionOk="0">
                  <a:moveTo>
                    <a:pt x="7964" y="0"/>
                  </a:moveTo>
                  <a:cubicBezTo>
                    <a:pt x="6445" y="669"/>
                    <a:pt x="5350" y="1946"/>
                    <a:pt x="4955" y="3557"/>
                  </a:cubicBezTo>
                  <a:lnTo>
                    <a:pt x="639" y="21672"/>
                  </a:lnTo>
                  <a:cubicBezTo>
                    <a:pt x="1" y="24408"/>
                    <a:pt x="1521" y="27204"/>
                    <a:pt x="4165" y="28177"/>
                  </a:cubicBezTo>
                  <a:lnTo>
                    <a:pt x="18086" y="33131"/>
                  </a:lnTo>
                  <a:lnTo>
                    <a:pt x="19028" y="34165"/>
                  </a:lnTo>
                  <a:cubicBezTo>
                    <a:pt x="19606" y="34773"/>
                    <a:pt x="20305" y="35198"/>
                    <a:pt x="21126" y="35381"/>
                  </a:cubicBezTo>
                  <a:lnTo>
                    <a:pt x="23709" y="36019"/>
                  </a:lnTo>
                  <a:cubicBezTo>
                    <a:pt x="23757" y="36035"/>
                    <a:pt x="23807" y="36043"/>
                    <a:pt x="23857" y="36043"/>
                  </a:cubicBezTo>
                  <a:cubicBezTo>
                    <a:pt x="24091" y="36043"/>
                    <a:pt x="24323" y="35875"/>
                    <a:pt x="24348" y="35624"/>
                  </a:cubicBezTo>
                  <a:cubicBezTo>
                    <a:pt x="24378" y="35381"/>
                    <a:pt x="24256" y="35168"/>
                    <a:pt x="24044" y="35046"/>
                  </a:cubicBezTo>
                  <a:lnTo>
                    <a:pt x="22098" y="34165"/>
                  </a:lnTo>
                  <a:cubicBezTo>
                    <a:pt x="21673" y="33982"/>
                    <a:pt x="21339" y="33709"/>
                    <a:pt x="21035" y="33375"/>
                  </a:cubicBezTo>
                  <a:lnTo>
                    <a:pt x="20883" y="33192"/>
                  </a:lnTo>
                  <a:lnTo>
                    <a:pt x="23649" y="34013"/>
                  </a:lnTo>
                  <a:cubicBezTo>
                    <a:pt x="23717" y="34032"/>
                    <a:pt x="23786" y="34042"/>
                    <a:pt x="23855" y="34042"/>
                  </a:cubicBezTo>
                  <a:cubicBezTo>
                    <a:pt x="24211" y="34042"/>
                    <a:pt x="24545" y="33788"/>
                    <a:pt x="24621" y="33405"/>
                  </a:cubicBezTo>
                  <a:cubicBezTo>
                    <a:pt x="24652" y="33101"/>
                    <a:pt x="24500" y="32797"/>
                    <a:pt x="24226" y="32645"/>
                  </a:cubicBezTo>
                  <a:lnTo>
                    <a:pt x="21734" y="31368"/>
                  </a:lnTo>
                  <a:lnTo>
                    <a:pt x="23953" y="31976"/>
                  </a:lnTo>
                  <a:cubicBezTo>
                    <a:pt x="24008" y="31987"/>
                    <a:pt x="24062" y="31993"/>
                    <a:pt x="24116" y="31993"/>
                  </a:cubicBezTo>
                  <a:cubicBezTo>
                    <a:pt x="24507" y="31993"/>
                    <a:pt x="24845" y="31716"/>
                    <a:pt x="24925" y="31368"/>
                  </a:cubicBezTo>
                  <a:cubicBezTo>
                    <a:pt x="24956" y="31065"/>
                    <a:pt x="24804" y="30761"/>
                    <a:pt x="24530" y="30609"/>
                  </a:cubicBezTo>
                  <a:lnTo>
                    <a:pt x="22281" y="29271"/>
                  </a:lnTo>
                  <a:cubicBezTo>
                    <a:pt x="21989" y="29112"/>
                    <a:pt x="21674" y="29022"/>
                    <a:pt x="21356" y="29022"/>
                  </a:cubicBezTo>
                  <a:cubicBezTo>
                    <a:pt x="21310" y="29022"/>
                    <a:pt x="21263" y="29024"/>
                    <a:pt x="21217" y="29028"/>
                  </a:cubicBezTo>
                  <a:lnTo>
                    <a:pt x="20731" y="29119"/>
                  </a:lnTo>
                  <a:lnTo>
                    <a:pt x="20731" y="29119"/>
                  </a:lnTo>
                  <a:lnTo>
                    <a:pt x="21673" y="28572"/>
                  </a:lnTo>
                  <a:lnTo>
                    <a:pt x="24773" y="29697"/>
                  </a:lnTo>
                  <a:cubicBezTo>
                    <a:pt x="24789" y="29698"/>
                    <a:pt x="24804" y="29698"/>
                    <a:pt x="24819" y="29698"/>
                  </a:cubicBezTo>
                  <a:cubicBezTo>
                    <a:pt x="25288" y="29698"/>
                    <a:pt x="25713" y="29256"/>
                    <a:pt x="25624" y="28785"/>
                  </a:cubicBezTo>
                  <a:cubicBezTo>
                    <a:pt x="25594" y="28511"/>
                    <a:pt x="25412" y="28238"/>
                    <a:pt x="25138" y="28116"/>
                  </a:cubicBezTo>
                  <a:lnTo>
                    <a:pt x="22068" y="26596"/>
                  </a:lnTo>
                  <a:cubicBezTo>
                    <a:pt x="21831" y="26478"/>
                    <a:pt x="21570" y="26419"/>
                    <a:pt x="21308" y="26419"/>
                  </a:cubicBezTo>
                  <a:cubicBezTo>
                    <a:pt x="20899" y="26419"/>
                    <a:pt x="20487" y="26562"/>
                    <a:pt x="20153" y="26840"/>
                  </a:cubicBezTo>
                  <a:lnTo>
                    <a:pt x="18177" y="28420"/>
                  </a:lnTo>
                  <a:lnTo>
                    <a:pt x="6566" y="23010"/>
                  </a:lnTo>
                  <a:lnTo>
                    <a:pt x="10062" y="7082"/>
                  </a:lnTo>
                  <a:cubicBezTo>
                    <a:pt x="10639" y="4529"/>
                    <a:pt x="9819" y="1885"/>
                    <a:pt x="79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88"/>
            <p:cNvSpPr/>
            <p:nvPr/>
          </p:nvSpPr>
          <p:spPr>
            <a:xfrm>
              <a:off x="4026232" y="2716556"/>
              <a:ext cx="273249" cy="372648"/>
            </a:xfrm>
            <a:custGeom>
              <a:avLst/>
              <a:gdLst/>
              <a:ahLst/>
              <a:cxnLst/>
              <a:rect l="l" t="t" r="r" b="b"/>
              <a:pathLst>
                <a:path w="8269" h="11277" extrusionOk="0">
                  <a:moveTo>
                    <a:pt x="5441" y="0"/>
                  </a:moveTo>
                  <a:lnTo>
                    <a:pt x="5016" y="152"/>
                  </a:lnTo>
                  <a:cubicBezTo>
                    <a:pt x="3739" y="669"/>
                    <a:pt x="2736" y="1702"/>
                    <a:pt x="2219" y="2979"/>
                  </a:cubicBezTo>
                  <a:lnTo>
                    <a:pt x="1" y="8663"/>
                  </a:lnTo>
                  <a:lnTo>
                    <a:pt x="7448" y="11277"/>
                  </a:lnTo>
                  <a:lnTo>
                    <a:pt x="7995" y="6565"/>
                  </a:lnTo>
                  <a:cubicBezTo>
                    <a:pt x="8268" y="4225"/>
                    <a:pt x="7448" y="1915"/>
                    <a:pt x="5776" y="274"/>
                  </a:cubicBezTo>
                  <a:lnTo>
                    <a:pt x="5441"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88"/>
            <p:cNvSpPr/>
            <p:nvPr/>
          </p:nvSpPr>
          <p:spPr>
            <a:xfrm>
              <a:off x="4036277" y="3417638"/>
              <a:ext cx="135617" cy="57267"/>
            </a:xfrm>
            <a:custGeom>
              <a:avLst/>
              <a:gdLst/>
              <a:ahLst/>
              <a:cxnLst/>
              <a:rect l="l" t="t" r="r" b="b"/>
              <a:pathLst>
                <a:path w="4104" h="1733" extrusionOk="0">
                  <a:moveTo>
                    <a:pt x="4104" y="0"/>
                  </a:moveTo>
                  <a:lnTo>
                    <a:pt x="1" y="365"/>
                  </a:lnTo>
                  <a:lnTo>
                    <a:pt x="3739" y="1733"/>
                  </a:lnTo>
                  <a:lnTo>
                    <a:pt x="410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88"/>
            <p:cNvSpPr/>
            <p:nvPr/>
          </p:nvSpPr>
          <p:spPr>
            <a:xfrm>
              <a:off x="4043316" y="3015844"/>
              <a:ext cx="202929" cy="99498"/>
            </a:xfrm>
            <a:custGeom>
              <a:avLst/>
              <a:gdLst/>
              <a:ahLst/>
              <a:cxnLst/>
              <a:rect l="l" t="t" r="r" b="b"/>
              <a:pathLst>
                <a:path w="6141" h="3011" extrusionOk="0">
                  <a:moveTo>
                    <a:pt x="608" y="1"/>
                  </a:moveTo>
                  <a:lnTo>
                    <a:pt x="0" y="2645"/>
                  </a:lnTo>
                  <a:lnTo>
                    <a:pt x="5927" y="3010"/>
                  </a:lnTo>
                  <a:lnTo>
                    <a:pt x="6140" y="1977"/>
                  </a:lnTo>
                  <a:lnTo>
                    <a:pt x="60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88"/>
            <p:cNvSpPr/>
            <p:nvPr/>
          </p:nvSpPr>
          <p:spPr>
            <a:xfrm>
              <a:off x="5165260" y="2491684"/>
              <a:ext cx="392740" cy="1139392"/>
            </a:xfrm>
            <a:custGeom>
              <a:avLst/>
              <a:gdLst/>
              <a:ahLst/>
              <a:cxnLst/>
              <a:rect l="l" t="t" r="r" b="b"/>
              <a:pathLst>
                <a:path w="11885" h="34480" extrusionOk="0">
                  <a:moveTo>
                    <a:pt x="7310" y="0"/>
                  </a:moveTo>
                  <a:cubicBezTo>
                    <a:pt x="7049" y="0"/>
                    <a:pt x="6789" y="91"/>
                    <a:pt x="6566" y="270"/>
                  </a:cubicBezTo>
                  <a:lnTo>
                    <a:pt x="4195" y="2033"/>
                  </a:lnTo>
                  <a:cubicBezTo>
                    <a:pt x="3739" y="2337"/>
                    <a:pt x="3526" y="2914"/>
                    <a:pt x="3800" y="3492"/>
                  </a:cubicBezTo>
                  <a:lnTo>
                    <a:pt x="5472" y="8264"/>
                  </a:lnTo>
                  <a:cubicBezTo>
                    <a:pt x="5775" y="9237"/>
                    <a:pt x="6657" y="9845"/>
                    <a:pt x="7630" y="9845"/>
                  </a:cubicBezTo>
                  <a:lnTo>
                    <a:pt x="8693" y="11091"/>
                  </a:lnTo>
                  <a:lnTo>
                    <a:pt x="882" y="29906"/>
                  </a:lnTo>
                  <a:cubicBezTo>
                    <a:pt x="0" y="31942"/>
                    <a:pt x="1368" y="34222"/>
                    <a:pt x="3557" y="34465"/>
                  </a:cubicBezTo>
                  <a:cubicBezTo>
                    <a:pt x="3661" y="34475"/>
                    <a:pt x="3765" y="34479"/>
                    <a:pt x="3868" y="34479"/>
                  </a:cubicBezTo>
                  <a:cubicBezTo>
                    <a:pt x="5387" y="34479"/>
                    <a:pt x="6743" y="33451"/>
                    <a:pt x="7113" y="31942"/>
                  </a:cubicBezTo>
                  <a:lnTo>
                    <a:pt x="11611" y="13188"/>
                  </a:lnTo>
                  <a:cubicBezTo>
                    <a:pt x="11824" y="12276"/>
                    <a:pt x="11885" y="11304"/>
                    <a:pt x="11763" y="10361"/>
                  </a:cubicBezTo>
                  <a:lnTo>
                    <a:pt x="10912" y="3218"/>
                  </a:lnTo>
                  <a:cubicBezTo>
                    <a:pt x="10852" y="2793"/>
                    <a:pt x="10639" y="2398"/>
                    <a:pt x="10304" y="2124"/>
                  </a:cubicBezTo>
                  <a:lnTo>
                    <a:pt x="8086" y="300"/>
                  </a:lnTo>
                  <a:cubicBezTo>
                    <a:pt x="7853" y="99"/>
                    <a:pt x="7581" y="0"/>
                    <a:pt x="73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88"/>
            <p:cNvSpPr/>
            <p:nvPr/>
          </p:nvSpPr>
          <p:spPr>
            <a:xfrm>
              <a:off x="5303851" y="2561872"/>
              <a:ext cx="92460" cy="59283"/>
            </a:xfrm>
            <a:custGeom>
              <a:avLst/>
              <a:gdLst/>
              <a:ahLst/>
              <a:cxnLst/>
              <a:rect l="l" t="t" r="r" b="b"/>
              <a:pathLst>
                <a:path w="2798" h="1794" extrusionOk="0">
                  <a:moveTo>
                    <a:pt x="2797" y="0"/>
                  </a:moveTo>
                  <a:cubicBezTo>
                    <a:pt x="2220" y="0"/>
                    <a:pt x="1521" y="152"/>
                    <a:pt x="1034" y="456"/>
                  </a:cubicBezTo>
                  <a:cubicBezTo>
                    <a:pt x="548" y="790"/>
                    <a:pt x="183" y="1246"/>
                    <a:pt x="1" y="1793"/>
                  </a:cubicBezTo>
                  <a:cubicBezTo>
                    <a:pt x="882" y="1186"/>
                    <a:pt x="1855" y="608"/>
                    <a:pt x="27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88"/>
            <p:cNvSpPr/>
            <p:nvPr/>
          </p:nvSpPr>
          <p:spPr>
            <a:xfrm>
              <a:off x="5324966" y="2635265"/>
              <a:ext cx="96458" cy="38134"/>
            </a:xfrm>
            <a:custGeom>
              <a:avLst/>
              <a:gdLst/>
              <a:ahLst/>
              <a:cxnLst/>
              <a:rect l="l" t="t" r="r" b="b"/>
              <a:pathLst>
                <a:path w="2919" h="1154" extrusionOk="0">
                  <a:moveTo>
                    <a:pt x="2516" y="1"/>
                  </a:moveTo>
                  <a:cubicBezTo>
                    <a:pt x="1567" y="1"/>
                    <a:pt x="667" y="460"/>
                    <a:pt x="0" y="1153"/>
                  </a:cubicBezTo>
                  <a:cubicBezTo>
                    <a:pt x="973" y="788"/>
                    <a:pt x="1915" y="393"/>
                    <a:pt x="2918" y="28"/>
                  </a:cubicBezTo>
                  <a:cubicBezTo>
                    <a:pt x="2784" y="10"/>
                    <a:pt x="2649" y="1"/>
                    <a:pt x="25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88"/>
            <p:cNvSpPr/>
            <p:nvPr/>
          </p:nvSpPr>
          <p:spPr>
            <a:xfrm>
              <a:off x="5340035" y="2698844"/>
              <a:ext cx="100457" cy="25775"/>
            </a:xfrm>
            <a:custGeom>
              <a:avLst/>
              <a:gdLst/>
              <a:ahLst/>
              <a:cxnLst/>
              <a:rect l="l" t="t" r="r" b="b"/>
              <a:pathLst>
                <a:path w="3040" h="780" extrusionOk="0">
                  <a:moveTo>
                    <a:pt x="2183" y="1"/>
                  </a:moveTo>
                  <a:cubicBezTo>
                    <a:pt x="1395" y="1"/>
                    <a:pt x="600" y="268"/>
                    <a:pt x="0" y="779"/>
                  </a:cubicBezTo>
                  <a:cubicBezTo>
                    <a:pt x="1034" y="566"/>
                    <a:pt x="2006" y="323"/>
                    <a:pt x="3040" y="110"/>
                  </a:cubicBezTo>
                  <a:cubicBezTo>
                    <a:pt x="2762" y="37"/>
                    <a:pt x="2473" y="1"/>
                    <a:pt x="21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88"/>
            <p:cNvSpPr/>
            <p:nvPr/>
          </p:nvSpPr>
          <p:spPr>
            <a:xfrm>
              <a:off x="5422383" y="2774649"/>
              <a:ext cx="85421" cy="299652"/>
            </a:xfrm>
            <a:custGeom>
              <a:avLst/>
              <a:gdLst/>
              <a:ahLst/>
              <a:cxnLst/>
              <a:rect l="l" t="t" r="r" b="b"/>
              <a:pathLst>
                <a:path w="2585" h="9068" extrusionOk="0">
                  <a:moveTo>
                    <a:pt x="330" y="0"/>
                  </a:moveTo>
                  <a:cubicBezTo>
                    <a:pt x="312" y="0"/>
                    <a:pt x="293" y="2"/>
                    <a:pt x="274" y="5"/>
                  </a:cubicBezTo>
                  <a:cubicBezTo>
                    <a:pt x="122" y="66"/>
                    <a:pt x="1" y="218"/>
                    <a:pt x="61" y="400"/>
                  </a:cubicBezTo>
                  <a:lnTo>
                    <a:pt x="1946" y="8820"/>
                  </a:lnTo>
                  <a:cubicBezTo>
                    <a:pt x="1973" y="8956"/>
                    <a:pt x="2098" y="9068"/>
                    <a:pt x="2277" y="9068"/>
                  </a:cubicBezTo>
                  <a:cubicBezTo>
                    <a:pt x="2297" y="9068"/>
                    <a:pt x="2319" y="9066"/>
                    <a:pt x="2341" y="9063"/>
                  </a:cubicBezTo>
                  <a:cubicBezTo>
                    <a:pt x="2493" y="8972"/>
                    <a:pt x="2584" y="8820"/>
                    <a:pt x="2554" y="8668"/>
                  </a:cubicBezTo>
                  <a:lnTo>
                    <a:pt x="669" y="248"/>
                  </a:lnTo>
                  <a:cubicBezTo>
                    <a:pt x="615" y="112"/>
                    <a:pt x="487" y="0"/>
                    <a:pt x="3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88"/>
            <p:cNvSpPr/>
            <p:nvPr/>
          </p:nvSpPr>
          <p:spPr>
            <a:xfrm>
              <a:off x="4523427" y="2383065"/>
              <a:ext cx="199922" cy="170876"/>
            </a:xfrm>
            <a:custGeom>
              <a:avLst/>
              <a:gdLst/>
              <a:ahLst/>
              <a:cxnLst/>
              <a:rect l="l" t="t" r="r" b="b"/>
              <a:pathLst>
                <a:path w="6050" h="5171" extrusionOk="0">
                  <a:moveTo>
                    <a:pt x="92" y="1"/>
                  </a:moveTo>
                  <a:lnTo>
                    <a:pt x="0" y="2341"/>
                  </a:lnTo>
                  <a:cubicBezTo>
                    <a:pt x="335" y="2767"/>
                    <a:pt x="700" y="3253"/>
                    <a:pt x="1095" y="3618"/>
                  </a:cubicBezTo>
                  <a:cubicBezTo>
                    <a:pt x="1915" y="4347"/>
                    <a:pt x="2888" y="4925"/>
                    <a:pt x="3982" y="5107"/>
                  </a:cubicBezTo>
                  <a:cubicBezTo>
                    <a:pt x="4230" y="5150"/>
                    <a:pt x="4481" y="5170"/>
                    <a:pt x="4731" y="5170"/>
                  </a:cubicBezTo>
                  <a:cubicBezTo>
                    <a:pt x="5187" y="5170"/>
                    <a:pt x="5637" y="5103"/>
                    <a:pt x="6049" y="4986"/>
                  </a:cubicBezTo>
                  <a:lnTo>
                    <a:pt x="6049" y="1368"/>
                  </a:lnTo>
                  <a:lnTo>
                    <a:pt x="9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23" name="Google Shape;2523;p88"/>
          <p:cNvSpPr txBox="1"/>
          <p:nvPr/>
        </p:nvSpPr>
        <p:spPr>
          <a:xfrm>
            <a:off x="703464" y="1568650"/>
            <a:ext cx="2310000" cy="5304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2200" b="1">
                <a:solidFill>
                  <a:schemeClr val="accent1"/>
                </a:solidFill>
                <a:latin typeface="Advent Pro"/>
                <a:ea typeface="Advent Pro"/>
                <a:cs typeface="Advent Pro"/>
                <a:sym typeface="Advent Pro"/>
              </a:rPr>
              <a:t>Neptune</a:t>
            </a:r>
            <a:endParaRPr sz="2200" b="1">
              <a:solidFill>
                <a:schemeClr val="accent1"/>
              </a:solidFill>
              <a:latin typeface="Advent Pro"/>
              <a:ea typeface="Advent Pro"/>
              <a:cs typeface="Advent Pro"/>
              <a:sym typeface="Advent Pro"/>
            </a:endParaRPr>
          </a:p>
        </p:txBody>
      </p:sp>
      <p:sp>
        <p:nvSpPr>
          <p:cNvPr id="2524" name="Google Shape;2524;p88"/>
          <p:cNvSpPr txBox="1"/>
          <p:nvPr/>
        </p:nvSpPr>
        <p:spPr>
          <a:xfrm>
            <a:off x="703438" y="2837250"/>
            <a:ext cx="2310000" cy="5304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2200" b="1">
                <a:solidFill>
                  <a:schemeClr val="accent1"/>
                </a:solidFill>
                <a:latin typeface="Advent Pro"/>
                <a:ea typeface="Advent Pro"/>
                <a:cs typeface="Advent Pro"/>
                <a:sym typeface="Advent Pro"/>
              </a:rPr>
              <a:t>Mercury</a:t>
            </a:r>
            <a:endParaRPr sz="2200" b="1">
              <a:solidFill>
                <a:schemeClr val="accent1"/>
              </a:solidFill>
              <a:latin typeface="Advent Pro"/>
              <a:ea typeface="Advent Pro"/>
              <a:cs typeface="Advent Pro"/>
              <a:sym typeface="Advent Pro"/>
            </a:endParaRPr>
          </a:p>
        </p:txBody>
      </p:sp>
      <p:sp>
        <p:nvSpPr>
          <p:cNvPr id="2525" name="Google Shape;2525;p88"/>
          <p:cNvSpPr txBox="1"/>
          <p:nvPr/>
        </p:nvSpPr>
        <p:spPr>
          <a:xfrm>
            <a:off x="703462" y="1995950"/>
            <a:ext cx="2310000" cy="7305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1600"/>
              </a:spcAft>
              <a:buNone/>
            </a:pPr>
            <a:r>
              <a:rPr lang="en">
                <a:solidFill>
                  <a:schemeClr val="dk1"/>
                </a:solidFill>
                <a:latin typeface="Roboto"/>
                <a:ea typeface="Roboto"/>
                <a:cs typeface="Roboto"/>
                <a:sym typeface="Roboto"/>
              </a:rPr>
              <a:t>Neptune is the closest planet to the Sun</a:t>
            </a:r>
            <a:endParaRPr>
              <a:solidFill>
                <a:schemeClr val="dk1"/>
              </a:solidFill>
              <a:latin typeface="Roboto"/>
              <a:ea typeface="Roboto"/>
              <a:cs typeface="Roboto"/>
              <a:sym typeface="Roboto"/>
            </a:endParaRPr>
          </a:p>
        </p:txBody>
      </p:sp>
      <p:sp>
        <p:nvSpPr>
          <p:cNvPr id="2526" name="Google Shape;2526;p88"/>
          <p:cNvSpPr txBox="1"/>
          <p:nvPr/>
        </p:nvSpPr>
        <p:spPr>
          <a:xfrm>
            <a:off x="703438" y="3253525"/>
            <a:ext cx="2310000" cy="7305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1600"/>
              </a:spcAft>
              <a:buNone/>
            </a:pPr>
            <a:r>
              <a:rPr lang="en">
                <a:solidFill>
                  <a:schemeClr val="dk1"/>
                </a:solidFill>
                <a:latin typeface="Roboto"/>
                <a:ea typeface="Roboto"/>
                <a:cs typeface="Roboto"/>
                <a:sym typeface="Roboto"/>
              </a:rPr>
              <a:t>Mercury is the closest planet to the Sun</a:t>
            </a:r>
            <a:endParaRPr>
              <a:solidFill>
                <a:schemeClr val="dk1"/>
              </a:solidFill>
              <a:latin typeface="Roboto"/>
              <a:ea typeface="Roboto"/>
              <a:cs typeface="Roboto"/>
              <a:sym typeface="Roboto"/>
            </a:endParaRPr>
          </a:p>
        </p:txBody>
      </p:sp>
      <p:sp>
        <p:nvSpPr>
          <p:cNvPr id="2527" name="Google Shape;2527;p88"/>
          <p:cNvSpPr txBox="1"/>
          <p:nvPr/>
        </p:nvSpPr>
        <p:spPr>
          <a:xfrm>
            <a:off x="6130550" y="1568650"/>
            <a:ext cx="2310000" cy="530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2200" b="1">
                <a:solidFill>
                  <a:schemeClr val="accent1"/>
                </a:solidFill>
                <a:latin typeface="Advent Pro"/>
                <a:ea typeface="Advent Pro"/>
                <a:cs typeface="Advent Pro"/>
                <a:sym typeface="Advent Pro"/>
              </a:rPr>
              <a:t>Mars</a:t>
            </a:r>
            <a:endParaRPr sz="2200" b="1">
              <a:solidFill>
                <a:schemeClr val="accent1"/>
              </a:solidFill>
              <a:latin typeface="Advent Pro"/>
              <a:ea typeface="Advent Pro"/>
              <a:cs typeface="Advent Pro"/>
              <a:sym typeface="Advent Pro"/>
            </a:endParaRPr>
          </a:p>
        </p:txBody>
      </p:sp>
      <p:sp>
        <p:nvSpPr>
          <p:cNvPr id="2528" name="Google Shape;2528;p88"/>
          <p:cNvSpPr txBox="1"/>
          <p:nvPr/>
        </p:nvSpPr>
        <p:spPr>
          <a:xfrm>
            <a:off x="6130550" y="2837244"/>
            <a:ext cx="2310000" cy="530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2200" b="1">
                <a:solidFill>
                  <a:schemeClr val="accent1"/>
                </a:solidFill>
                <a:latin typeface="Advent Pro"/>
                <a:ea typeface="Advent Pro"/>
                <a:cs typeface="Advent Pro"/>
                <a:sym typeface="Advent Pro"/>
              </a:rPr>
              <a:t>Venus</a:t>
            </a:r>
            <a:endParaRPr sz="2200" b="1">
              <a:solidFill>
                <a:schemeClr val="accent1"/>
              </a:solidFill>
              <a:latin typeface="Advent Pro"/>
              <a:ea typeface="Advent Pro"/>
              <a:cs typeface="Advent Pro"/>
              <a:sym typeface="Advent Pro"/>
            </a:endParaRPr>
          </a:p>
        </p:txBody>
      </p:sp>
      <p:sp>
        <p:nvSpPr>
          <p:cNvPr id="2529" name="Google Shape;2529;p88"/>
          <p:cNvSpPr txBox="1"/>
          <p:nvPr/>
        </p:nvSpPr>
        <p:spPr>
          <a:xfrm>
            <a:off x="6130563" y="1995950"/>
            <a:ext cx="2310000" cy="730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1600"/>
              </a:spcAft>
              <a:buNone/>
            </a:pPr>
            <a:r>
              <a:rPr lang="en">
                <a:solidFill>
                  <a:schemeClr val="dk1"/>
                </a:solidFill>
                <a:latin typeface="Roboto"/>
                <a:ea typeface="Roboto"/>
                <a:cs typeface="Roboto"/>
                <a:sym typeface="Roboto"/>
              </a:rPr>
              <a:t>Despite being red, Mars is a cold place</a:t>
            </a:r>
            <a:endParaRPr>
              <a:solidFill>
                <a:schemeClr val="dk1"/>
              </a:solidFill>
              <a:latin typeface="Roboto"/>
              <a:ea typeface="Roboto"/>
              <a:cs typeface="Roboto"/>
              <a:sym typeface="Roboto"/>
            </a:endParaRPr>
          </a:p>
        </p:txBody>
      </p:sp>
      <p:sp>
        <p:nvSpPr>
          <p:cNvPr id="2530" name="Google Shape;2530;p88"/>
          <p:cNvSpPr txBox="1"/>
          <p:nvPr/>
        </p:nvSpPr>
        <p:spPr>
          <a:xfrm>
            <a:off x="6130550" y="3253513"/>
            <a:ext cx="2310000" cy="730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1600"/>
              </a:spcAft>
              <a:buNone/>
            </a:pPr>
            <a:r>
              <a:rPr lang="en">
                <a:solidFill>
                  <a:schemeClr val="dk1"/>
                </a:solidFill>
                <a:latin typeface="Roboto"/>
                <a:ea typeface="Roboto"/>
                <a:cs typeface="Roboto"/>
                <a:sym typeface="Roboto"/>
              </a:rPr>
              <a:t>Venus has a beautiful name, it’s terribly hot</a:t>
            </a:r>
            <a:endParaRPr>
              <a:solidFill>
                <a:schemeClr val="dk1"/>
              </a:solidFill>
              <a:latin typeface="Roboto"/>
              <a:ea typeface="Roboto"/>
              <a:cs typeface="Roboto"/>
              <a:sym typeface="Roboto"/>
            </a:endParaRPr>
          </a:p>
        </p:txBody>
      </p:sp>
      <p:cxnSp>
        <p:nvCxnSpPr>
          <p:cNvPr id="2531" name="Google Shape;2531;p88"/>
          <p:cNvCxnSpPr/>
          <p:nvPr/>
        </p:nvCxnSpPr>
        <p:spPr>
          <a:xfrm>
            <a:off x="3140907" y="1908350"/>
            <a:ext cx="996000" cy="414300"/>
          </a:xfrm>
          <a:prstGeom prst="bentConnector3">
            <a:avLst>
              <a:gd name="adj1" fmla="val 50000"/>
            </a:avLst>
          </a:prstGeom>
          <a:noFill/>
          <a:ln w="28575" cap="flat" cmpd="sng">
            <a:solidFill>
              <a:schemeClr val="accent4"/>
            </a:solidFill>
            <a:prstDash val="solid"/>
            <a:round/>
            <a:headEnd type="oval" w="med" len="med"/>
            <a:tailEnd type="none" w="med" len="med"/>
          </a:ln>
        </p:spPr>
      </p:cxnSp>
      <p:cxnSp>
        <p:nvCxnSpPr>
          <p:cNvPr id="2532" name="Google Shape;2532;p88"/>
          <p:cNvCxnSpPr/>
          <p:nvPr/>
        </p:nvCxnSpPr>
        <p:spPr>
          <a:xfrm rot="10800000" flipH="1">
            <a:off x="3125128" y="3102725"/>
            <a:ext cx="1027800" cy="324000"/>
          </a:xfrm>
          <a:prstGeom prst="bentConnector3">
            <a:avLst>
              <a:gd name="adj1" fmla="val 50000"/>
            </a:avLst>
          </a:prstGeom>
          <a:noFill/>
          <a:ln w="28575" cap="flat" cmpd="sng">
            <a:solidFill>
              <a:schemeClr val="accent4"/>
            </a:solidFill>
            <a:prstDash val="solid"/>
            <a:round/>
            <a:headEnd type="oval" w="med" len="med"/>
            <a:tailEnd type="none" w="med" len="med"/>
          </a:ln>
        </p:spPr>
      </p:cxnSp>
      <p:cxnSp>
        <p:nvCxnSpPr>
          <p:cNvPr id="2533" name="Google Shape;2533;p88"/>
          <p:cNvCxnSpPr/>
          <p:nvPr/>
        </p:nvCxnSpPr>
        <p:spPr>
          <a:xfrm flipH="1">
            <a:off x="5063536" y="1908338"/>
            <a:ext cx="996000" cy="414300"/>
          </a:xfrm>
          <a:prstGeom prst="bentConnector3">
            <a:avLst>
              <a:gd name="adj1" fmla="val 50000"/>
            </a:avLst>
          </a:prstGeom>
          <a:noFill/>
          <a:ln w="28575" cap="flat" cmpd="sng">
            <a:solidFill>
              <a:schemeClr val="accent4"/>
            </a:solidFill>
            <a:prstDash val="solid"/>
            <a:round/>
            <a:headEnd type="oval" w="med" len="med"/>
            <a:tailEnd type="none" w="med" len="med"/>
          </a:ln>
        </p:spPr>
      </p:cxnSp>
      <p:cxnSp>
        <p:nvCxnSpPr>
          <p:cNvPr id="2534" name="Google Shape;2534;p88"/>
          <p:cNvCxnSpPr/>
          <p:nvPr/>
        </p:nvCxnSpPr>
        <p:spPr>
          <a:xfrm rot="10800000">
            <a:off x="5047515" y="3102713"/>
            <a:ext cx="1027800" cy="324000"/>
          </a:xfrm>
          <a:prstGeom prst="bentConnector3">
            <a:avLst>
              <a:gd name="adj1" fmla="val 50000"/>
            </a:avLst>
          </a:prstGeom>
          <a:noFill/>
          <a:ln w="28575" cap="flat" cmpd="sng">
            <a:solidFill>
              <a:schemeClr val="accent4"/>
            </a:solidFill>
            <a:prstDash val="solid"/>
            <a:round/>
            <a:headEnd type="oval"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492"/>
                                        </p:tgtEl>
                                        <p:attrNameLst>
                                          <p:attrName>style.visibility</p:attrName>
                                        </p:attrNameLst>
                                      </p:cBhvr>
                                      <p:to>
                                        <p:strVal val="visible"/>
                                      </p:to>
                                    </p:set>
                                    <p:anim calcmode="lin" valueType="num">
                                      <p:cBhvr additive="base">
                                        <p:cTn id="7" dur="1000"/>
                                        <p:tgtEl>
                                          <p:spTgt spid="249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538"/>
        <p:cNvGrpSpPr/>
        <p:nvPr/>
      </p:nvGrpSpPr>
      <p:grpSpPr>
        <a:xfrm>
          <a:off x="0" y="0"/>
          <a:ext cx="0" cy="0"/>
          <a:chOff x="0" y="0"/>
          <a:chExt cx="0" cy="0"/>
        </a:xfrm>
      </p:grpSpPr>
      <p:sp>
        <p:nvSpPr>
          <p:cNvPr id="2539" name="Google Shape;2539;p89"/>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Infographics</a:t>
            </a:r>
            <a:endParaRPr/>
          </a:p>
        </p:txBody>
      </p:sp>
      <p:sp>
        <p:nvSpPr>
          <p:cNvPr id="2540" name="Google Shape;2540;p89"/>
          <p:cNvSpPr/>
          <p:nvPr/>
        </p:nvSpPr>
        <p:spPr>
          <a:xfrm>
            <a:off x="1920250" y="1928300"/>
            <a:ext cx="1557300" cy="1739400"/>
          </a:xfrm>
          <a:prstGeom prst="roundRect">
            <a:avLst>
              <a:gd name="adj" fmla="val 16667"/>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89"/>
          <p:cNvSpPr/>
          <p:nvPr/>
        </p:nvSpPr>
        <p:spPr>
          <a:xfrm>
            <a:off x="3798075" y="1928300"/>
            <a:ext cx="1557300" cy="1739400"/>
          </a:xfrm>
          <a:prstGeom prst="roundRect">
            <a:avLst>
              <a:gd name="adj" fmla="val 16667"/>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89"/>
          <p:cNvSpPr/>
          <p:nvPr/>
        </p:nvSpPr>
        <p:spPr>
          <a:xfrm>
            <a:off x="5684175" y="1928300"/>
            <a:ext cx="1557300" cy="1739400"/>
          </a:xfrm>
          <a:prstGeom prst="roundRect">
            <a:avLst>
              <a:gd name="adj" fmla="val 16667"/>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89"/>
          <p:cNvSpPr/>
          <p:nvPr/>
        </p:nvSpPr>
        <p:spPr>
          <a:xfrm>
            <a:off x="6325863" y="3964800"/>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89"/>
          <p:cNvSpPr/>
          <p:nvPr/>
        </p:nvSpPr>
        <p:spPr>
          <a:xfrm>
            <a:off x="2573163" y="3964800"/>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89"/>
          <p:cNvSpPr/>
          <p:nvPr/>
        </p:nvSpPr>
        <p:spPr>
          <a:xfrm>
            <a:off x="4435013" y="3964800"/>
            <a:ext cx="273900" cy="273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89"/>
          <p:cNvSpPr txBox="1"/>
          <p:nvPr/>
        </p:nvSpPr>
        <p:spPr>
          <a:xfrm>
            <a:off x="1830513" y="2085244"/>
            <a:ext cx="17223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4"/>
                </a:solidFill>
                <a:latin typeface="Advent Pro"/>
                <a:ea typeface="Advent Pro"/>
                <a:cs typeface="Advent Pro"/>
                <a:sym typeface="Advent Pro"/>
              </a:rPr>
              <a:t>Venus</a:t>
            </a:r>
            <a:endParaRPr sz="2200" b="1">
              <a:solidFill>
                <a:schemeClr val="accent4"/>
              </a:solidFill>
              <a:latin typeface="Advent Pro"/>
              <a:ea typeface="Advent Pro"/>
              <a:cs typeface="Advent Pro"/>
              <a:sym typeface="Advent Pro"/>
            </a:endParaRPr>
          </a:p>
        </p:txBody>
      </p:sp>
      <p:sp>
        <p:nvSpPr>
          <p:cNvPr id="2547" name="Google Shape;2547;p89"/>
          <p:cNvSpPr txBox="1"/>
          <p:nvPr/>
        </p:nvSpPr>
        <p:spPr>
          <a:xfrm>
            <a:off x="1830575" y="2601163"/>
            <a:ext cx="1736700" cy="7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2"/>
                </a:solidFill>
                <a:latin typeface="Roboto"/>
                <a:ea typeface="Roboto"/>
                <a:cs typeface="Roboto"/>
                <a:sym typeface="Roboto"/>
              </a:rPr>
              <a:t>Venus is the second planet </a:t>
            </a:r>
            <a:endParaRPr>
              <a:solidFill>
                <a:schemeClr val="dk2"/>
              </a:solidFill>
              <a:latin typeface="Roboto"/>
              <a:ea typeface="Roboto"/>
              <a:cs typeface="Roboto"/>
              <a:sym typeface="Roboto"/>
            </a:endParaRPr>
          </a:p>
          <a:p>
            <a:pPr marL="0" lvl="0" indent="0" algn="ctr" rtl="0">
              <a:spcBef>
                <a:spcPts val="0"/>
              </a:spcBef>
              <a:spcAft>
                <a:spcPts val="0"/>
              </a:spcAft>
              <a:buClr>
                <a:srgbClr val="000000"/>
              </a:buClr>
              <a:buSzPts val="1100"/>
              <a:buFont typeface="Arial"/>
              <a:buNone/>
            </a:pPr>
            <a:r>
              <a:rPr lang="en">
                <a:solidFill>
                  <a:schemeClr val="dk2"/>
                </a:solidFill>
                <a:latin typeface="Roboto"/>
                <a:ea typeface="Roboto"/>
                <a:cs typeface="Roboto"/>
                <a:sym typeface="Roboto"/>
              </a:rPr>
              <a:t>from the Sun</a:t>
            </a:r>
            <a:endParaRPr>
              <a:solidFill>
                <a:schemeClr val="dk2"/>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2"/>
              </a:solidFill>
              <a:latin typeface="Roboto"/>
              <a:ea typeface="Roboto"/>
              <a:cs typeface="Roboto"/>
              <a:sym typeface="Roboto"/>
            </a:endParaRPr>
          </a:p>
        </p:txBody>
      </p:sp>
      <p:sp>
        <p:nvSpPr>
          <p:cNvPr id="2548" name="Google Shape;2548;p89"/>
          <p:cNvSpPr txBox="1"/>
          <p:nvPr/>
        </p:nvSpPr>
        <p:spPr>
          <a:xfrm>
            <a:off x="3708363" y="2085256"/>
            <a:ext cx="17223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4"/>
                </a:solidFill>
                <a:latin typeface="Advent Pro"/>
                <a:ea typeface="Advent Pro"/>
                <a:cs typeface="Advent Pro"/>
                <a:sym typeface="Advent Pro"/>
              </a:rPr>
              <a:t>Mercury</a:t>
            </a:r>
            <a:endParaRPr sz="2200" b="1">
              <a:solidFill>
                <a:schemeClr val="accent4"/>
              </a:solidFill>
              <a:latin typeface="Advent Pro"/>
              <a:ea typeface="Advent Pro"/>
              <a:cs typeface="Advent Pro"/>
              <a:sym typeface="Advent Pro"/>
            </a:endParaRPr>
          </a:p>
        </p:txBody>
      </p:sp>
      <p:sp>
        <p:nvSpPr>
          <p:cNvPr id="2549" name="Google Shape;2549;p89"/>
          <p:cNvSpPr txBox="1"/>
          <p:nvPr/>
        </p:nvSpPr>
        <p:spPr>
          <a:xfrm>
            <a:off x="3708375" y="2603300"/>
            <a:ext cx="1736700" cy="757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a:solidFill>
                  <a:schemeClr val="dk2"/>
                </a:solidFill>
                <a:latin typeface="Roboto"/>
                <a:ea typeface="Roboto"/>
                <a:cs typeface="Roboto"/>
                <a:sym typeface="Roboto"/>
              </a:rPr>
              <a:t>Mercury is the closest planet </a:t>
            </a:r>
            <a:endParaRPr>
              <a:solidFill>
                <a:schemeClr val="dk2"/>
              </a:solidFill>
              <a:latin typeface="Roboto"/>
              <a:ea typeface="Roboto"/>
              <a:cs typeface="Roboto"/>
              <a:sym typeface="Roboto"/>
            </a:endParaRPr>
          </a:p>
          <a:p>
            <a:pPr marL="0" lvl="0" indent="0" algn="ctr" rtl="0">
              <a:lnSpc>
                <a:spcPct val="100000"/>
              </a:lnSpc>
              <a:spcBef>
                <a:spcPts val="0"/>
              </a:spcBef>
              <a:spcAft>
                <a:spcPts val="0"/>
              </a:spcAft>
              <a:buNone/>
            </a:pPr>
            <a:r>
              <a:rPr lang="en">
                <a:solidFill>
                  <a:schemeClr val="dk2"/>
                </a:solidFill>
                <a:latin typeface="Roboto"/>
                <a:ea typeface="Roboto"/>
                <a:cs typeface="Roboto"/>
                <a:sym typeface="Roboto"/>
              </a:rPr>
              <a:t>to the Sun</a:t>
            </a:r>
            <a:endParaRPr>
              <a:solidFill>
                <a:schemeClr val="dk2"/>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2"/>
              </a:solidFill>
              <a:latin typeface="Roboto"/>
              <a:ea typeface="Roboto"/>
              <a:cs typeface="Roboto"/>
              <a:sym typeface="Roboto"/>
            </a:endParaRPr>
          </a:p>
        </p:txBody>
      </p:sp>
      <p:sp>
        <p:nvSpPr>
          <p:cNvPr id="2550" name="Google Shape;2550;p89"/>
          <p:cNvSpPr txBox="1"/>
          <p:nvPr/>
        </p:nvSpPr>
        <p:spPr>
          <a:xfrm>
            <a:off x="5631425" y="2085250"/>
            <a:ext cx="17223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4"/>
                </a:solidFill>
                <a:latin typeface="Advent Pro"/>
                <a:ea typeface="Advent Pro"/>
                <a:cs typeface="Advent Pro"/>
                <a:sym typeface="Advent Pro"/>
              </a:rPr>
              <a:t>Jupiter</a:t>
            </a:r>
            <a:endParaRPr sz="2200" b="1">
              <a:solidFill>
                <a:schemeClr val="accent4"/>
              </a:solidFill>
              <a:latin typeface="Advent Pro"/>
              <a:ea typeface="Advent Pro"/>
              <a:cs typeface="Advent Pro"/>
              <a:sym typeface="Advent Pro"/>
            </a:endParaRPr>
          </a:p>
        </p:txBody>
      </p:sp>
      <p:sp>
        <p:nvSpPr>
          <p:cNvPr id="2551" name="Google Shape;2551;p89"/>
          <p:cNvSpPr txBox="1"/>
          <p:nvPr/>
        </p:nvSpPr>
        <p:spPr>
          <a:xfrm>
            <a:off x="5631425" y="2602223"/>
            <a:ext cx="1736700" cy="7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2"/>
                </a:solidFill>
                <a:latin typeface="Roboto"/>
                <a:ea typeface="Roboto"/>
                <a:cs typeface="Roboto"/>
                <a:sym typeface="Roboto"/>
              </a:rPr>
              <a:t>It’s the biggest planet in the </a:t>
            </a:r>
            <a:endParaRPr>
              <a:solidFill>
                <a:schemeClr val="dk2"/>
              </a:solidFill>
              <a:latin typeface="Roboto"/>
              <a:ea typeface="Roboto"/>
              <a:cs typeface="Roboto"/>
              <a:sym typeface="Roboto"/>
            </a:endParaRPr>
          </a:p>
          <a:p>
            <a:pPr marL="0" lvl="0" indent="0" algn="ctr" rtl="0">
              <a:spcBef>
                <a:spcPts val="0"/>
              </a:spcBef>
              <a:spcAft>
                <a:spcPts val="0"/>
              </a:spcAft>
              <a:buClr>
                <a:srgbClr val="000000"/>
              </a:buClr>
              <a:buSzPts val="1100"/>
              <a:buFont typeface="Arial"/>
              <a:buNone/>
            </a:pPr>
            <a:r>
              <a:rPr lang="en">
                <a:solidFill>
                  <a:schemeClr val="dk2"/>
                </a:solidFill>
                <a:latin typeface="Roboto"/>
                <a:ea typeface="Roboto"/>
                <a:cs typeface="Roboto"/>
                <a:sym typeface="Roboto"/>
              </a:rPr>
              <a:t>Solar System</a:t>
            </a:r>
            <a:endParaRPr>
              <a:solidFill>
                <a:schemeClr val="dk2"/>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2"/>
              </a:solidFill>
              <a:latin typeface="Roboto"/>
              <a:ea typeface="Roboto"/>
              <a:cs typeface="Roboto"/>
              <a:sym typeface="Roboto"/>
            </a:endParaRPr>
          </a:p>
        </p:txBody>
      </p:sp>
      <p:cxnSp>
        <p:nvCxnSpPr>
          <p:cNvPr id="2552" name="Google Shape;2552;p89"/>
          <p:cNvCxnSpPr>
            <a:stCxn id="2545" idx="6"/>
            <a:endCxn id="2543" idx="2"/>
          </p:cNvCxnSpPr>
          <p:nvPr/>
        </p:nvCxnSpPr>
        <p:spPr>
          <a:xfrm>
            <a:off x="4708913" y="4101750"/>
            <a:ext cx="1617000" cy="0"/>
          </a:xfrm>
          <a:prstGeom prst="straightConnector1">
            <a:avLst/>
          </a:prstGeom>
          <a:noFill/>
          <a:ln w="19050" cap="flat" cmpd="sng">
            <a:solidFill>
              <a:schemeClr val="accent2"/>
            </a:solidFill>
            <a:prstDash val="solid"/>
            <a:round/>
            <a:headEnd type="none" w="med" len="med"/>
            <a:tailEnd type="none" w="med" len="med"/>
          </a:ln>
        </p:spPr>
      </p:cxnSp>
      <p:cxnSp>
        <p:nvCxnSpPr>
          <p:cNvPr id="2553" name="Google Shape;2553;p89"/>
          <p:cNvCxnSpPr>
            <a:stCxn id="2544" idx="6"/>
          </p:cNvCxnSpPr>
          <p:nvPr/>
        </p:nvCxnSpPr>
        <p:spPr>
          <a:xfrm>
            <a:off x="2847063" y="4101750"/>
            <a:ext cx="1604700" cy="0"/>
          </a:xfrm>
          <a:prstGeom prst="straightConnector1">
            <a:avLst/>
          </a:prstGeom>
          <a:noFill/>
          <a:ln w="19050" cap="flat" cmpd="sng">
            <a:solidFill>
              <a:schemeClr val="accent2"/>
            </a:solidFill>
            <a:prstDash val="solid"/>
            <a:round/>
            <a:headEnd type="none" w="med" len="med"/>
            <a:tailEnd type="none" w="med" len="med"/>
          </a:ln>
        </p:spPr>
      </p:cxnSp>
      <p:grpSp>
        <p:nvGrpSpPr>
          <p:cNvPr id="2554" name="Google Shape;2554;p89"/>
          <p:cNvGrpSpPr/>
          <p:nvPr/>
        </p:nvGrpSpPr>
        <p:grpSpPr>
          <a:xfrm>
            <a:off x="2521121" y="1628050"/>
            <a:ext cx="341117" cy="457202"/>
            <a:chOff x="1853600" y="238125"/>
            <a:chExt cx="3894025" cy="5219200"/>
          </a:xfrm>
        </p:grpSpPr>
        <p:sp>
          <p:nvSpPr>
            <p:cNvPr id="2555" name="Google Shape;2555;p89"/>
            <p:cNvSpPr/>
            <p:nvPr/>
          </p:nvSpPr>
          <p:spPr>
            <a:xfrm>
              <a:off x="4386550" y="2287450"/>
              <a:ext cx="1109900" cy="3169875"/>
            </a:xfrm>
            <a:custGeom>
              <a:avLst/>
              <a:gdLst/>
              <a:ahLst/>
              <a:cxnLst/>
              <a:rect l="l" t="t" r="r" b="b"/>
              <a:pathLst>
                <a:path w="44396" h="126795" extrusionOk="0">
                  <a:moveTo>
                    <a:pt x="9166" y="1"/>
                  </a:moveTo>
                  <a:cubicBezTo>
                    <a:pt x="5937" y="1"/>
                    <a:pt x="3230" y="2512"/>
                    <a:pt x="3067" y="5742"/>
                  </a:cubicBezTo>
                  <a:lnTo>
                    <a:pt x="392" y="52290"/>
                  </a:lnTo>
                  <a:cubicBezTo>
                    <a:pt x="98" y="57673"/>
                    <a:pt x="0" y="63088"/>
                    <a:pt x="163" y="68502"/>
                  </a:cubicBezTo>
                  <a:cubicBezTo>
                    <a:pt x="163" y="68502"/>
                    <a:pt x="6100" y="70982"/>
                    <a:pt x="6100" y="74439"/>
                  </a:cubicBezTo>
                  <a:cubicBezTo>
                    <a:pt x="6100" y="77897"/>
                    <a:pt x="783" y="80735"/>
                    <a:pt x="783" y="80735"/>
                  </a:cubicBezTo>
                  <a:lnTo>
                    <a:pt x="3067" y="121020"/>
                  </a:lnTo>
                  <a:cubicBezTo>
                    <a:pt x="3230" y="124250"/>
                    <a:pt x="5937" y="126794"/>
                    <a:pt x="9166" y="126794"/>
                  </a:cubicBezTo>
                  <a:lnTo>
                    <a:pt x="35262" y="126794"/>
                  </a:lnTo>
                  <a:cubicBezTo>
                    <a:pt x="38492" y="126794"/>
                    <a:pt x="41199" y="124250"/>
                    <a:pt x="41362" y="121020"/>
                  </a:cubicBezTo>
                  <a:lnTo>
                    <a:pt x="43646" y="80735"/>
                  </a:lnTo>
                  <a:cubicBezTo>
                    <a:pt x="43646" y="80735"/>
                    <a:pt x="38329" y="77897"/>
                    <a:pt x="38329" y="74439"/>
                  </a:cubicBezTo>
                  <a:cubicBezTo>
                    <a:pt x="38329" y="70982"/>
                    <a:pt x="44265" y="68502"/>
                    <a:pt x="44265" y="68502"/>
                  </a:cubicBezTo>
                  <a:cubicBezTo>
                    <a:pt x="44396" y="63088"/>
                    <a:pt x="44331" y="57640"/>
                    <a:pt x="44037" y="52290"/>
                  </a:cubicBezTo>
                  <a:lnTo>
                    <a:pt x="41362" y="5742"/>
                  </a:lnTo>
                  <a:cubicBezTo>
                    <a:pt x="41167" y="2512"/>
                    <a:pt x="38492" y="1"/>
                    <a:pt x="3526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89"/>
            <p:cNvSpPr/>
            <p:nvPr/>
          </p:nvSpPr>
          <p:spPr>
            <a:xfrm>
              <a:off x="4941900" y="2287450"/>
              <a:ext cx="555375" cy="3169875"/>
            </a:xfrm>
            <a:custGeom>
              <a:avLst/>
              <a:gdLst/>
              <a:ahLst/>
              <a:cxnLst/>
              <a:rect l="l" t="t" r="r" b="b"/>
              <a:pathLst>
                <a:path w="22215" h="126795" extrusionOk="0">
                  <a:moveTo>
                    <a:pt x="0" y="1"/>
                  </a:moveTo>
                  <a:lnTo>
                    <a:pt x="0" y="126794"/>
                  </a:lnTo>
                  <a:lnTo>
                    <a:pt x="13048" y="126794"/>
                  </a:lnTo>
                  <a:cubicBezTo>
                    <a:pt x="16278" y="126794"/>
                    <a:pt x="18985" y="124250"/>
                    <a:pt x="19148" y="121020"/>
                  </a:cubicBezTo>
                  <a:lnTo>
                    <a:pt x="21432" y="80735"/>
                  </a:lnTo>
                  <a:cubicBezTo>
                    <a:pt x="21432" y="80735"/>
                    <a:pt x="16115" y="77897"/>
                    <a:pt x="16115" y="74439"/>
                  </a:cubicBezTo>
                  <a:cubicBezTo>
                    <a:pt x="16115" y="70982"/>
                    <a:pt x="22051" y="68502"/>
                    <a:pt x="22051" y="68502"/>
                  </a:cubicBezTo>
                  <a:cubicBezTo>
                    <a:pt x="22215" y="63088"/>
                    <a:pt x="22117" y="57640"/>
                    <a:pt x="21823" y="52290"/>
                  </a:cubicBezTo>
                  <a:lnTo>
                    <a:pt x="19148" y="5742"/>
                  </a:lnTo>
                  <a:cubicBezTo>
                    <a:pt x="18985" y="2512"/>
                    <a:pt x="16278" y="1"/>
                    <a:pt x="130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89"/>
            <p:cNvSpPr/>
            <p:nvPr/>
          </p:nvSpPr>
          <p:spPr>
            <a:xfrm>
              <a:off x="4137000" y="238125"/>
              <a:ext cx="1610625" cy="2355175"/>
            </a:xfrm>
            <a:custGeom>
              <a:avLst/>
              <a:gdLst/>
              <a:ahLst/>
              <a:cxnLst/>
              <a:rect l="l" t="t" r="r" b="b"/>
              <a:pathLst>
                <a:path w="64425" h="94207" extrusionOk="0">
                  <a:moveTo>
                    <a:pt x="6100" y="0"/>
                  </a:moveTo>
                  <a:cubicBezTo>
                    <a:pt x="2741" y="0"/>
                    <a:pt x="1" y="2740"/>
                    <a:pt x="1" y="6133"/>
                  </a:cubicBezTo>
                  <a:lnTo>
                    <a:pt x="1" y="46092"/>
                  </a:lnTo>
                  <a:lnTo>
                    <a:pt x="1" y="52192"/>
                  </a:lnTo>
                  <a:lnTo>
                    <a:pt x="1" y="61978"/>
                  </a:lnTo>
                  <a:cubicBezTo>
                    <a:pt x="1" y="79756"/>
                    <a:pt x="14451" y="94206"/>
                    <a:pt x="32196" y="94206"/>
                  </a:cubicBezTo>
                  <a:cubicBezTo>
                    <a:pt x="49974" y="94206"/>
                    <a:pt x="64425" y="79756"/>
                    <a:pt x="64425" y="61978"/>
                  </a:cubicBezTo>
                  <a:lnTo>
                    <a:pt x="64425" y="46092"/>
                  </a:lnTo>
                  <a:lnTo>
                    <a:pt x="38329" y="46092"/>
                  </a:lnTo>
                  <a:lnTo>
                    <a:pt x="38329" y="6133"/>
                  </a:lnTo>
                  <a:cubicBezTo>
                    <a:pt x="38329" y="2740"/>
                    <a:pt x="35589" y="0"/>
                    <a:pt x="32196" y="0"/>
                  </a:cubicBezTo>
                  <a:cubicBezTo>
                    <a:pt x="28804" y="0"/>
                    <a:pt x="26096" y="2740"/>
                    <a:pt x="26096" y="6133"/>
                  </a:cubicBezTo>
                  <a:lnTo>
                    <a:pt x="26096" y="46092"/>
                  </a:lnTo>
                  <a:lnTo>
                    <a:pt x="12233" y="46092"/>
                  </a:lnTo>
                  <a:lnTo>
                    <a:pt x="12233" y="6133"/>
                  </a:lnTo>
                  <a:cubicBezTo>
                    <a:pt x="12233" y="2740"/>
                    <a:pt x="9460" y="0"/>
                    <a:pt x="61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89"/>
            <p:cNvSpPr/>
            <p:nvPr/>
          </p:nvSpPr>
          <p:spPr>
            <a:xfrm>
              <a:off x="4941900" y="238125"/>
              <a:ext cx="805725" cy="2355175"/>
            </a:xfrm>
            <a:custGeom>
              <a:avLst/>
              <a:gdLst/>
              <a:ahLst/>
              <a:cxnLst/>
              <a:rect l="l" t="t" r="r" b="b"/>
              <a:pathLst>
                <a:path w="32229" h="94207" extrusionOk="0">
                  <a:moveTo>
                    <a:pt x="0" y="0"/>
                  </a:moveTo>
                  <a:lnTo>
                    <a:pt x="0" y="46092"/>
                  </a:lnTo>
                  <a:lnTo>
                    <a:pt x="0" y="58324"/>
                  </a:lnTo>
                  <a:lnTo>
                    <a:pt x="0" y="94206"/>
                  </a:lnTo>
                  <a:cubicBezTo>
                    <a:pt x="17778" y="94206"/>
                    <a:pt x="32229" y="79756"/>
                    <a:pt x="32229" y="61978"/>
                  </a:cubicBezTo>
                  <a:lnTo>
                    <a:pt x="32229" y="52192"/>
                  </a:lnTo>
                  <a:lnTo>
                    <a:pt x="32229" y="46092"/>
                  </a:lnTo>
                  <a:lnTo>
                    <a:pt x="32229" y="6133"/>
                  </a:lnTo>
                  <a:cubicBezTo>
                    <a:pt x="32229" y="2740"/>
                    <a:pt x="29489" y="0"/>
                    <a:pt x="26096" y="0"/>
                  </a:cubicBezTo>
                  <a:cubicBezTo>
                    <a:pt x="22736" y="0"/>
                    <a:pt x="19996" y="2740"/>
                    <a:pt x="19996" y="6133"/>
                  </a:cubicBezTo>
                  <a:lnTo>
                    <a:pt x="19996" y="46092"/>
                  </a:lnTo>
                  <a:lnTo>
                    <a:pt x="6133" y="46092"/>
                  </a:lnTo>
                  <a:lnTo>
                    <a:pt x="6133" y="6133"/>
                  </a:lnTo>
                  <a:cubicBezTo>
                    <a:pt x="6133" y="2740"/>
                    <a:pt x="3393" y="0"/>
                    <a:pt x="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89"/>
            <p:cNvSpPr/>
            <p:nvPr/>
          </p:nvSpPr>
          <p:spPr>
            <a:xfrm>
              <a:off x="4390625" y="4000000"/>
              <a:ext cx="1102575" cy="305825"/>
            </a:xfrm>
            <a:custGeom>
              <a:avLst/>
              <a:gdLst/>
              <a:ahLst/>
              <a:cxnLst/>
              <a:rect l="l" t="t" r="r" b="b"/>
              <a:pathLst>
                <a:path w="44103" h="12233" extrusionOk="0">
                  <a:moveTo>
                    <a:pt x="0" y="0"/>
                  </a:moveTo>
                  <a:cubicBezTo>
                    <a:pt x="66" y="1860"/>
                    <a:pt x="131" y="3719"/>
                    <a:pt x="229" y="5578"/>
                  </a:cubicBezTo>
                  <a:lnTo>
                    <a:pt x="620" y="12233"/>
                  </a:lnTo>
                  <a:lnTo>
                    <a:pt x="43483" y="12233"/>
                  </a:lnTo>
                  <a:lnTo>
                    <a:pt x="43874" y="5578"/>
                  </a:lnTo>
                  <a:cubicBezTo>
                    <a:pt x="43972" y="3719"/>
                    <a:pt x="44037" y="1860"/>
                    <a:pt x="441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89"/>
            <p:cNvSpPr/>
            <p:nvPr/>
          </p:nvSpPr>
          <p:spPr>
            <a:xfrm>
              <a:off x="4941900" y="4000000"/>
              <a:ext cx="551300" cy="305825"/>
            </a:xfrm>
            <a:custGeom>
              <a:avLst/>
              <a:gdLst/>
              <a:ahLst/>
              <a:cxnLst/>
              <a:rect l="l" t="t" r="r" b="b"/>
              <a:pathLst>
                <a:path w="22052" h="12233" extrusionOk="0">
                  <a:moveTo>
                    <a:pt x="0" y="0"/>
                  </a:moveTo>
                  <a:lnTo>
                    <a:pt x="0" y="12233"/>
                  </a:lnTo>
                  <a:lnTo>
                    <a:pt x="21432" y="12233"/>
                  </a:lnTo>
                  <a:lnTo>
                    <a:pt x="21823" y="5578"/>
                  </a:lnTo>
                  <a:cubicBezTo>
                    <a:pt x="21921" y="3719"/>
                    <a:pt x="21986" y="1860"/>
                    <a:pt x="220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89"/>
            <p:cNvSpPr/>
            <p:nvPr/>
          </p:nvSpPr>
          <p:spPr>
            <a:xfrm>
              <a:off x="1924550" y="324550"/>
              <a:ext cx="1794125" cy="2181475"/>
            </a:xfrm>
            <a:custGeom>
              <a:avLst/>
              <a:gdLst/>
              <a:ahLst/>
              <a:cxnLst/>
              <a:rect l="l" t="t" r="r" b="b"/>
              <a:pathLst>
                <a:path w="71765" h="87259" extrusionOk="0">
                  <a:moveTo>
                    <a:pt x="35883" y="1"/>
                  </a:moveTo>
                  <a:cubicBezTo>
                    <a:pt x="26847" y="1"/>
                    <a:pt x="17550" y="6427"/>
                    <a:pt x="10341" y="17648"/>
                  </a:cubicBezTo>
                  <a:cubicBezTo>
                    <a:pt x="3883" y="27728"/>
                    <a:pt x="1" y="40351"/>
                    <a:pt x="1" y="51377"/>
                  </a:cubicBezTo>
                  <a:cubicBezTo>
                    <a:pt x="1" y="62794"/>
                    <a:pt x="3720" y="72156"/>
                    <a:pt x="10700" y="78517"/>
                  </a:cubicBezTo>
                  <a:cubicBezTo>
                    <a:pt x="17028" y="84225"/>
                    <a:pt x="25738" y="87259"/>
                    <a:pt x="35883" y="87259"/>
                  </a:cubicBezTo>
                  <a:cubicBezTo>
                    <a:pt x="46028" y="87259"/>
                    <a:pt x="54737" y="84225"/>
                    <a:pt x="61065" y="78517"/>
                  </a:cubicBezTo>
                  <a:cubicBezTo>
                    <a:pt x="68046" y="72156"/>
                    <a:pt x="71765" y="62794"/>
                    <a:pt x="71765" y="51377"/>
                  </a:cubicBezTo>
                  <a:cubicBezTo>
                    <a:pt x="71765" y="40351"/>
                    <a:pt x="67883" y="27728"/>
                    <a:pt x="61424" y="17648"/>
                  </a:cubicBezTo>
                  <a:cubicBezTo>
                    <a:pt x="54215" y="6427"/>
                    <a:pt x="44918" y="1"/>
                    <a:pt x="358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89"/>
            <p:cNvSpPr/>
            <p:nvPr/>
          </p:nvSpPr>
          <p:spPr>
            <a:xfrm>
              <a:off x="2821600" y="324550"/>
              <a:ext cx="897075" cy="2181475"/>
            </a:xfrm>
            <a:custGeom>
              <a:avLst/>
              <a:gdLst/>
              <a:ahLst/>
              <a:cxnLst/>
              <a:rect l="l" t="t" r="r" b="b"/>
              <a:pathLst>
                <a:path w="35883" h="87259" extrusionOk="0">
                  <a:moveTo>
                    <a:pt x="1" y="1"/>
                  </a:moveTo>
                  <a:lnTo>
                    <a:pt x="1" y="87259"/>
                  </a:lnTo>
                  <a:cubicBezTo>
                    <a:pt x="10146" y="87259"/>
                    <a:pt x="18855" y="84225"/>
                    <a:pt x="25183" y="78517"/>
                  </a:cubicBezTo>
                  <a:cubicBezTo>
                    <a:pt x="32164" y="72156"/>
                    <a:pt x="35883" y="62794"/>
                    <a:pt x="35883" y="51377"/>
                  </a:cubicBezTo>
                  <a:cubicBezTo>
                    <a:pt x="35883" y="40351"/>
                    <a:pt x="32001" y="27728"/>
                    <a:pt x="25542" y="17648"/>
                  </a:cubicBezTo>
                  <a:cubicBezTo>
                    <a:pt x="18333" y="6427"/>
                    <a:pt x="9036"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89"/>
            <p:cNvSpPr/>
            <p:nvPr/>
          </p:nvSpPr>
          <p:spPr>
            <a:xfrm>
              <a:off x="2274400" y="2287450"/>
              <a:ext cx="1109925" cy="3169875"/>
            </a:xfrm>
            <a:custGeom>
              <a:avLst/>
              <a:gdLst/>
              <a:ahLst/>
              <a:cxnLst/>
              <a:rect l="l" t="t" r="r" b="b"/>
              <a:pathLst>
                <a:path w="44397" h="126795" extrusionOk="0">
                  <a:moveTo>
                    <a:pt x="9134" y="1"/>
                  </a:moveTo>
                  <a:cubicBezTo>
                    <a:pt x="5905" y="1"/>
                    <a:pt x="3230" y="2512"/>
                    <a:pt x="3034" y="5742"/>
                  </a:cubicBezTo>
                  <a:lnTo>
                    <a:pt x="392" y="52290"/>
                  </a:lnTo>
                  <a:cubicBezTo>
                    <a:pt x="66" y="57673"/>
                    <a:pt x="1" y="63088"/>
                    <a:pt x="131" y="68502"/>
                  </a:cubicBezTo>
                  <a:cubicBezTo>
                    <a:pt x="131" y="68600"/>
                    <a:pt x="164" y="68698"/>
                    <a:pt x="164" y="68829"/>
                  </a:cubicBezTo>
                  <a:cubicBezTo>
                    <a:pt x="1632" y="69677"/>
                    <a:pt x="5318" y="72058"/>
                    <a:pt x="5318" y="74602"/>
                  </a:cubicBezTo>
                  <a:cubicBezTo>
                    <a:pt x="5318" y="77114"/>
                    <a:pt x="2088" y="79495"/>
                    <a:pt x="718" y="80376"/>
                  </a:cubicBezTo>
                  <a:lnTo>
                    <a:pt x="751" y="80735"/>
                  </a:lnTo>
                  <a:lnTo>
                    <a:pt x="3034" y="121020"/>
                  </a:lnTo>
                  <a:cubicBezTo>
                    <a:pt x="3230" y="124250"/>
                    <a:pt x="5905" y="126794"/>
                    <a:pt x="9134" y="126794"/>
                  </a:cubicBezTo>
                  <a:lnTo>
                    <a:pt x="35230" y="126794"/>
                  </a:lnTo>
                  <a:cubicBezTo>
                    <a:pt x="38492" y="126794"/>
                    <a:pt x="41167" y="124250"/>
                    <a:pt x="41363" y="121020"/>
                  </a:cubicBezTo>
                  <a:lnTo>
                    <a:pt x="43646" y="80735"/>
                  </a:lnTo>
                  <a:cubicBezTo>
                    <a:pt x="43646" y="80735"/>
                    <a:pt x="38460" y="77799"/>
                    <a:pt x="38460" y="74602"/>
                  </a:cubicBezTo>
                  <a:cubicBezTo>
                    <a:pt x="38460" y="71406"/>
                    <a:pt x="44233" y="68502"/>
                    <a:pt x="44233" y="68502"/>
                  </a:cubicBezTo>
                  <a:cubicBezTo>
                    <a:pt x="44396" y="63088"/>
                    <a:pt x="44299" y="57640"/>
                    <a:pt x="44005" y="52290"/>
                  </a:cubicBezTo>
                  <a:lnTo>
                    <a:pt x="41363" y="5742"/>
                  </a:lnTo>
                  <a:cubicBezTo>
                    <a:pt x="41167" y="2512"/>
                    <a:pt x="38492" y="1"/>
                    <a:pt x="352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89"/>
            <p:cNvSpPr/>
            <p:nvPr/>
          </p:nvSpPr>
          <p:spPr>
            <a:xfrm>
              <a:off x="2821600" y="2287450"/>
              <a:ext cx="562725" cy="3169875"/>
            </a:xfrm>
            <a:custGeom>
              <a:avLst/>
              <a:gdLst/>
              <a:ahLst/>
              <a:cxnLst/>
              <a:rect l="l" t="t" r="r" b="b"/>
              <a:pathLst>
                <a:path w="22509" h="126795" extrusionOk="0">
                  <a:moveTo>
                    <a:pt x="1" y="1"/>
                  </a:moveTo>
                  <a:lnTo>
                    <a:pt x="1" y="126794"/>
                  </a:lnTo>
                  <a:lnTo>
                    <a:pt x="13342" y="126794"/>
                  </a:lnTo>
                  <a:cubicBezTo>
                    <a:pt x="16604" y="126794"/>
                    <a:pt x="19279" y="124250"/>
                    <a:pt x="19475" y="121020"/>
                  </a:cubicBezTo>
                  <a:lnTo>
                    <a:pt x="21758" y="80735"/>
                  </a:lnTo>
                  <a:cubicBezTo>
                    <a:pt x="21758" y="80735"/>
                    <a:pt x="16572" y="77799"/>
                    <a:pt x="16572" y="74602"/>
                  </a:cubicBezTo>
                  <a:cubicBezTo>
                    <a:pt x="16572" y="71406"/>
                    <a:pt x="22345" y="68502"/>
                    <a:pt x="22345" y="68502"/>
                  </a:cubicBezTo>
                  <a:cubicBezTo>
                    <a:pt x="22508" y="63088"/>
                    <a:pt x="22411" y="57640"/>
                    <a:pt x="22117" y="52290"/>
                  </a:cubicBezTo>
                  <a:lnTo>
                    <a:pt x="19475" y="5742"/>
                  </a:lnTo>
                  <a:cubicBezTo>
                    <a:pt x="19279" y="2512"/>
                    <a:pt x="16604" y="1"/>
                    <a:pt x="133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89"/>
            <p:cNvSpPr/>
            <p:nvPr/>
          </p:nvSpPr>
          <p:spPr>
            <a:xfrm>
              <a:off x="1853600" y="238125"/>
              <a:ext cx="1936850" cy="2355175"/>
            </a:xfrm>
            <a:custGeom>
              <a:avLst/>
              <a:gdLst/>
              <a:ahLst/>
              <a:cxnLst/>
              <a:rect l="l" t="t" r="r" b="b"/>
              <a:pathLst>
                <a:path w="77474" h="94207" extrusionOk="0">
                  <a:moveTo>
                    <a:pt x="38721" y="12232"/>
                  </a:moveTo>
                  <a:cubicBezTo>
                    <a:pt x="44136" y="12232"/>
                    <a:pt x="50594" y="17256"/>
                    <a:pt x="56009" y="25639"/>
                  </a:cubicBezTo>
                  <a:cubicBezTo>
                    <a:pt x="61783" y="34642"/>
                    <a:pt x="65241" y="45766"/>
                    <a:pt x="65241" y="55454"/>
                  </a:cubicBezTo>
                  <a:cubicBezTo>
                    <a:pt x="65241" y="79364"/>
                    <a:pt x="46680" y="81974"/>
                    <a:pt x="38721" y="81974"/>
                  </a:cubicBezTo>
                  <a:cubicBezTo>
                    <a:pt x="30761" y="81974"/>
                    <a:pt x="12233" y="79364"/>
                    <a:pt x="12233" y="55454"/>
                  </a:cubicBezTo>
                  <a:cubicBezTo>
                    <a:pt x="12233" y="45766"/>
                    <a:pt x="15658" y="34642"/>
                    <a:pt x="21432" y="25639"/>
                  </a:cubicBezTo>
                  <a:cubicBezTo>
                    <a:pt x="26847" y="17256"/>
                    <a:pt x="33306" y="12232"/>
                    <a:pt x="38721" y="12232"/>
                  </a:cubicBezTo>
                  <a:close/>
                  <a:moveTo>
                    <a:pt x="38721" y="0"/>
                  </a:moveTo>
                  <a:cubicBezTo>
                    <a:pt x="28967" y="0"/>
                    <a:pt x="18920" y="6948"/>
                    <a:pt x="11157" y="19050"/>
                  </a:cubicBezTo>
                  <a:cubicBezTo>
                    <a:pt x="4144" y="29912"/>
                    <a:pt x="1" y="43515"/>
                    <a:pt x="1" y="55454"/>
                  </a:cubicBezTo>
                  <a:cubicBezTo>
                    <a:pt x="1" y="67784"/>
                    <a:pt x="3981" y="77896"/>
                    <a:pt x="11548" y="84746"/>
                  </a:cubicBezTo>
                  <a:cubicBezTo>
                    <a:pt x="18399" y="90912"/>
                    <a:pt x="27793" y="94206"/>
                    <a:pt x="38721" y="94206"/>
                  </a:cubicBezTo>
                  <a:cubicBezTo>
                    <a:pt x="49648" y="94174"/>
                    <a:pt x="59043" y="90912"/>
                    <a:pt x="65893" y="84746"/>
                  </a:cubicBezTo>
                  <a:cubicBezTo>
                    <a:pt x="73461" y="77896"/>
                    <a:pt x="77473" y="67784"/>
                    <a:pt x="77473" y="55454"/>
                  </a:cubicBezTo>
                  <a:cubicBezTo>
                    <a:pt x="77473" y="43515"/>
                    <a:pt x="73298" y="29912"/>
                    <a:pt x="66285" y="19050"/>
                  </a:cubicBezTo>
                  <a:cubicBezTo>
                    <a:pt x="58521" y="6948"/>
                    <a:pt x="48474" y="0"/>
                    <a:pt x="387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89"/>
            <p:cNvSpPr/>
            <p:nvPr/>
          </p:nvSpPr>
          <p:spPr>
            <a:xfrm>
              <a:off x="2821600" y="238125"/>
              <a:ext cx="968850" cy="2355175"/>
            </a:xfrm>
            <a:custGeom>
              <a:avLst/>
              <a:gdLst/>
              <a:ahLst/>
              <a:cxnLst/>
              <a:rect l="l" t="t" r="r" b="b"/>
              <a:pathLst>
                <a:path w="38754" h="94207" extrusionOk="0">
                  <a:moveTo>
                    <a:pt x="1" y="0"/>
                  </a:moveTo>
                  <a:lnTo>
                    <a:pt x="1" y="12232"/>
                  </a:lnTo>
                  <a:cubicBezTo>
                    <a:pt x="5416" y="12232"/>
                    <a:pt x="11874" y="17256"/>
                    <a:pt x="17289" y="25639"/>
                  </a:cubicBezTo>
                  <a:cubicBezTo>
                    <a:pt x="23063" y="34642"/>
                    <a:pt x="26521" y="45766"/>
                    <a:pt x="26521" y="55454"/>
                  </a:cubicBezTo>
                  <a:cubicBezTo>
                    <a:pt x="26521" y="79364"/>
                    <a:pt x="7960" y="81974"/>
                    <a:pt x="1" y="81974"/>
                  </a:cubicBezTo>
                  <a:lnTo>
                    <a:pt x="1" y="94206"/>
                  </a:lnTo>
                  <a:cubicBezTo>
                    <a:pt x="10928" y="94206"/>
                    <a:pt x="20323" y="90912"/>
                    <a:pt x="27173" y="84746"/>
                  </a:cubicBezTo>
                  <a:cubicBezTo>
                    <a:pt x="34741" y="77896"/>
                    <a:pt x="38753" y="67784"/>
                    <a:pt x="38753" y="55454"/>
                  </a:cubicBezTo>
                  <a:cubicBezTo>
                    <a:pt x="38753" y="43515"/>
                    <a:pt x="34578" y="29912"/>
                    <a:pt x="27565" y="19050"/>
                  </a:cubicBezTo>
                  <a:cubicBezTo>
                    <a:pt x="19801" y="6948"/>
                    <a:pt x="9754"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89"/>
            <p:cNvSpPr/>
            <p:nvPr/>
          </p:nvSpPr>
          <p:spPr>
            <a:xfrm>
              <a:off x="2277675" y="4000000"/>
              <a:ext cx="1102575" cy="305825"/>
            </a:xfrm>
            <a:custGeom>
              <a:avLst/>
              <a:gdLst/>
              <a:ahLst/>
              <a:cxnLst/>
              <a:rect l="l" t="t" r="r" b="b"/>
              <a:pathLst>
                <a:path w="44103" h="12233" extrusionOk="0">
                  <a:moveTo>
                    <a:pt x="0" y="0"/>
                  </a:moveTo>
                  <a:cubicBezTo>
                    <a:pt x="66" y="1860"/>
                    <a:pt x="131" y="3719"/>
                    <a:pt x="261" y="5578"/>
                  </a:cubicBezTo>
                  <a:lnTo>
                    <a:pt x="620" y="12233"/>
                  </a:lnTo>
                  <a:lnTo>
                    <a:pt x="43515" y="12233"/>
                  </a:lnTo>
                  <a:lnTo>
                    <a:pt x="43874" y="5578"/>
                  </a:lnTo>
                  <a:cubicBezTo>
                    <a:pt x="43972" y="3719"/>
                    <a:pt x="44070" y="1860"/>
                    <a:pt x="441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89"/>
            <p:cNvSpPr/>
            <p:nvPr/>
          </p:nvSpPr>
          <p:spPr>
            <a:xfrm>
              <a:off x="2821600" y="4000000"/>
              <a:ext cx="558650" cy="305825"/>
            </a:xfrm>
            <a:custGeom>
              <a:avLst/>
              <a:gdLst/>
              <a:ahLst/>
              <a:cxnLst/>
              <a:rect l="l" t="t" r="r" b="b"/>
              <a:pathLst>
                <a:path w="22346" h="12233" extrusionOk="0">
                  <a:moveTo>
                    <a:pt x="1" y="0"/>
                  </a:moveTo>
                  <a:lnTo>
                    <a:pt x="1" y="12233"/>
                  </a:lnTo>
                  <a:lnTo>
                    <a:pt x="21758" y="12233"/>
                  </a:lnTo>
                  <a:lnTo>
                    <a:pt x="22117" y="5578"/>
                  </a:lnTo>
                  <a:cubicBezTo>
                    <a:pt x="22215" y="3719"/>
                    <a:pt x="22313" y="1860"/>
                    <a:pt x="22345" y="0"/>
                  </a:cubicBezTo>
                  <a:close/>
                </a:path>
              </a:pathLst>
            </a:custGeom>
            <a:solidFill>
              <a:srgbClr val="00C8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9" name="Google Shape;2569;p89"/>
          <p:cNvGrpSpPr/>
          <p:nvPr/>
        </p:nvGrpSpPr>
        <p:grpSpPr>
          <a:xfrm>
            <a:off x="4413312" y="1628050"/>
            <a:ext cx="326829" cy="457202"/>
            <a:chOff x="1935150" y="238125"/>
            <a:chExt cx="3730925" cy="5219200"/>
          </a:xfrm>
        </p:grpSpPr>
        <p:sp>
          <p:nvSpPr>
            <p:cNvPr id="2570" name="Google Shape;2570;p89"/>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89"/>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89"/>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89"/>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89"/>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89"/>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89"/>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89"/>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89"/>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89"/>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89"/>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89"/>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89"/>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89"/>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89"/>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89"/>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6" name="Google Shape;2586;p89"/>
          <p:cNvGrpSpPr/>
          <p:nvPr/>
        </p:nvGrpSpPr>
        <p:grpSpPr>
          <a:xfrm>
            <a:off x="6234225" y="1628038"/>
            <a:ext cx="457202" cy="457202"/>
            <a:chOff x="1190625" y="238125"/>
            <a:chExt cx="5219200" cy="5219200"/>
          </a:xfrm>
        </p:grpSpPr>
        <p:sp>
          <p:nvSpPr>
            <p:cNvPr id="2587" name="Google Shape;2587;p89"/>
            <p:cNvSpPr/>
            <p:nvPr/>
          </p:nvSpPr>
          <p:spPr>
            <a:xfrm>
              <a:off x="1353700" y="1471950"/>
              <a:ext cx="2426150" cy="2426125"/>
            </a:xfrm>
            <a:custGeom>
              <a:avLst/>
              <a:gdLst/>
              <a:ahLst/>
              <a:cxnLst/>
              <a:rect l="l" t="t" r="r" b="b"/>
              <a:pathLst>
                <a:path w="97046" h="97045" extrusionOk="0">
                  <a:moveTo>
                    <a:pt x="48539" y="1"/>
                  </a:moveTo>
                  <a:cubicBezTo>
                    <a:pt x="21726" y="1"/>
                    <a:pt x="1" y="21693"/>
                    <a:pt x="1" y="48507"/>
                  </a:cubicBezTo>
                  <a:cubicBezTo>
                    <a:pt x="1" y="75320"/>
                    <a:pt x="21726" y="97045"/>
                    <a:pt x="48539" y="97045"/>
                  </a:cubicBezTo>
                  <a:cubicBezTo>
                    <a:pt x="75320" y="97045"/>
                    <a:pt x="97045" y="75320"/>
                    <a:pt x="97045" y="48507"/>
                  </a:cubicBezTo>
                  <a:cubicBezTo>
                    <a:pt x="97045" y="21693"/>
                    <a:pt x="75320" y="1"/>
                    <a:pt x="48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89"/>
            <p:cNvSpPr/>
            <p:nvPr/>
          </p:nvSpPr>
          <p:spPr>
            <a:xfrm>
              <a:off x="2567175" y="1471950"/>
              <a:ext cx="1212675" cy="2426125"/>
            </a:xfrm>
            <a:custGeom>
              <a:avLst/>
              <a:gdLst/>
              <a:ahLst/>
              <a:cxnLst/>
              <a:rect l="l" t="t" r="r" b="b"/>
              <a:pathLst>
                <a:path w="48507" h="97045" extrusionOk="0">
                  <a:moveTo>
                    <a:pt x="0" y="1"/>
                  </a:moveTo>
                  <a:lnTo>
                    <a:pt x="0" y="97045"/>
                  </a:lnTo>
                  <a:cubicBezTo>
                    <a:pt x="26749" y="97045"/>
                    <a:pt x="48506" y="75255"/>
                    <a:pt x="48506" y="48507"/>
                  </a:cubicBezTo>
                  <a:cubicBezTo>
                    <a:pt x="48506" y="21758"/>
                    <a:pt x="26749"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89"/>
            <p:cNvSpPr/>
            <p:nvPr/>
          </p:nvSpPr>
          <p:spPr>
            <a:xfrm>
              <a:off x="2131700" y="948750"/>
              <a:ext cx="1076475" cy="1155250"/>
            </a:xfrm>
            <a:custGeom>
              <a:avLst/>
              <a:gdLst/>
              <a:ahLst/>
              <a:cxnLst/>
              <a:rect l="l" t="t" r="r" b="b"/>
              <a:pathLst>
                <a:path w="43059" h="46210" extrusionOk="0">
                  <a:moveTo>
                    <a:pt x="36391" y="1"/>
                  </a:moveTo>
                  <a:cubicBezTo>
                    <a:pt x="35998" y="1"/>
                    <a:pt x="35598" y="39"/>
                    <a:pt x="35197" y="117"/>
                  </a:cubicBezTo>
                  <a:cubicBezTo>
                    <a:pt x="26781" y="1814"/>
                    <a:pt x="18463" y="8827"/>
                    <a:pt x="10471" y="20961"/>
                  </a:cubicBezTo>
                  <a:cubicBezTo>
                    <a:pt x="4893" y="29410"/>
                    <a:pt x="1468" y="37337"/>
                    <a:pt x="1338" y="37663"/>
                  </a:cubicBezTo>
                  <a:cubicBezTo>
                    <a:pt x="0" y="40762"/>
                    <a:pt x="1436" y="44383"/>
                    <a:pt x="4567" y="45687"/>
                  </a:cubicBezTo>
                  <a:cubicBezTo>
                    <a:pt x="5350" y="46046"/>
                    <a:pt x="6165" y="46209"/>
                    <a:pt x="6948" y="46209"/>
                  </a:cubicBezTo>
                  <a:cubicBezTo>
                    <a:pt x="9330" y="46209"/>
                    <a:pt x="11580" y="44807"/>
                    <a:pt x="12592" y="42491"/>
                  </a:cubicBezTo>
                  <a:cubicBezTo>
                    <a:pt x="15658" y="35282"/>
                    <a:pt x="26879" y="14274"/>
                    <a:pt x="37611" y="12121"/>
                  </a:cubicBezTo>
                  <a:cubicBezTo>
                    <a:pt x="40938" y="11469"/>
                    <a:pt x="43059" y="8240"/>
                    <a:pt x="42406" y="4945"/>
                  </a:cubicBezTo>
                  <a:cubicBezTo>
                    <a:pt x="41832" y="2019"/>
                    <a:pt x="39265" y="1"/>
                    <a:pt x="36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89"/>
            <p:cNvSpPr/>
            <p:nvPr/>
          </p:nvSpPr>
          <p:spPr>
            <a:xfrm>
              <a:off x="1467875" y="684850"/>
              <a:ext cx="1187400" cy="1419150"/>
            </a:xfrm>
            <a:custGeom>
              <a:avLst/>
              <a:gdLst/>
              <a:ahLst/>
              <a:cxnLst/>
              <a:rect l="l" t="t" r="r" b="b"/>
              <a:pathLst>
                <a:path w="47496" h="56766" extrusionOk="0">
                  <a:moveTo>
                    <a:pt x="14012" y="0"/>
                  </a:moveTo>
                  <a:cubicBezTo>
                    <a:pt x="11706" y="0"/>
                    <a:pt x="9533" y="1303"/>
                    <a:pt x="8482" y="3432"/>
                  </a:cubicBezTo>
                  <a:cubicBezTo>
                    <a:pt x="8156" y="4149"/>
                    <a:pt x="1" y="21210"/>
                    <a:pt x="6459" y="35758"/>
                  </a:cubicBezTo>
                  <a:cubicBezTo>
                    <a:pt x="12886" y="50209"/>
                    <a:pt x="30859" y="56211"/>
                    <a:pt x="31609" y="56439"/>
                  </a:cubicBezTo>
                  <a:cubicBezTo>
                    <a:pt x="32262" y="56667"/>
                    <a:pt x="32882" y="56765"/>
                    <a:pt x="33501" y="56765"/>
                  </a:cubicBezTo>
                  <a:cubicBezTo>
                    <a:pt x="35817" y="56765"/>
                    <a:pt x="38036" y="55428"/>
                    <a:pt x="39047" y="53242"/>
                  </a:cubicBezTo>
                  <a:cubicBezTo>
                    <a:pt x="39406" y="52492"/>
                    <a:pt x="47495" y="34877"/>
                    <a:pt x="41037" y="20394"/>
                  </a:cubicBezTo>
                  <a:cubicBezTo>
                    <a:pt x="34578" y="5813"/>
                    <a:pt x="16441" y="463"/>
                    <a:pt x="15691" y="235"/>
                  </a:cubicBezTo>
                  <a:cubicBezTo>
                    <a:pt x="15133" y="76"/>
                    <a:pt x="14568" y="0"/>
                    <a:pt x="140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89"/>
            <p:cNvSpPr/>
            <p:nvPr/>
          </p:nvSpPr>
          <p:spPr>
            <a:xfrm>
              <a:off x="4218550" y="238125"/>
              <a:ext cx="1610625" cy="3904600"/>
            </a:xfrm>
            <a:custGeom>
              <a:avLst/>
              <a:gdLst/>
              <a:ahLst/>
              <a:cxnLst/>
              <a:rect l="l" t="t" r="r" b="b"/>
              <a:pathLst>
                <a:path w="64425" h="156184" extrusionOk="0">
                  <a:moveTo>
                    <a:pt x="19148" y="0"/>
                  </a:moveTo>
                  <a:cubicBezTo>
                    <a:pt x="15789" y="0"/>
                    <a:pt x="13049" y="2740"/>
                    <a:pt x="13049" y="6133"/>
                  </a:cubicBezTo>
                  <a:lnTo>
                    <a:pt x="13049" y="48343"/>
                  </a:lnTo>
                  <a:cubicBezTo>
                    <a:pt x="4894" y="54018"/>
                    <a:pt x="1" y="63315"/>
                    <a:pt x="1" y="73395"/>
                  </a:cubicBezTo>
                  <a:lnTo>
                    <a:pt x="1" y="150051"/>
                  </a:lnTo>
                  <a:cubicBezTo>
                    <a:pt x="1" y="153444"/>
                    <a:pt x="2741" y="156184"/>
                    <a:pt x="6100" y="156184"/>
                  </a:cubicBezTo>
                  <a:lnTo>
                    <a:pt x="58292" y="156184"/>
                  </a:lnTo>
                  <a:cubicBezTo>
                    <a:pt x="61685" y="156184"/>
                    <a:pt x="64425" y="153444"/>
                    <a:pt x="64425" y="150051"/>
                  </a:cubicBezTo>
                  <a:lnTo>
                    <a:pt x="64425" y="73395"/>
                  </a:lnTo>
                  <a:cubicBezTo>
                    <a:pt x="64425" y="63380"/>
                    <a:pt x="59597" y="54410"/>
                    <a:pt x="51344" y="48734"/>
                  </a:cubicBezTo>
                  <a:lnTo>
                    <a:pt x="51377" y="6133"/>
                  </a:lnTo>
                  <a:cubicBezTo>
                    <a:pt x="51377" y="4502"/>
                    <a:pt x="50724" y="2936"/>
                    <a:pt x="49583" y="1794"/>
                  </a:cubicBezTo>
                  <a:cubicBezTo>
                    <a:pt x="48441" y="652"/>
                    <a:pt x="46875" y="0"/>
                    <a:pt x="45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89"/>
            <p:cNvSpPr/>
            <p:nvPr/>
          </p:nvSpPr>
          <p:spPr>
            <a:xfrm>
              <a:off x="5023450" y="238125"/>
              <a:ext cx="805725" cy="3904600"/>
            </a:xfrm>
            <a:custGeom>
              <a:avLst/>
              <a:gdLst/>
              <a:ahLst/>
              <a:cxnLst/>
              <a:rect l="l" t="t" r="r" b="b"/>
              <a:pathLst>
                <a:path w="32229" h="156184" extrusionOk="0">
                  <a:moveTo>
                    <a:pt x="0" y="0"/>
                  </a:moveTo>
                  <a:lnTo>
                    <a:pt x="0" y="156184"/>
                  </a:lnTo>
                  <a:lnTo>
                    <a:pt x="26096" y="156184"/>
                  </a:lnTo>
                  <a:cubicBezTo>
                    <a:pt x="29489" y="156184"/>
                    <a:pt x="32229" y="153444"/>
                    <a:pt x="32229" y="150051"/>
                  </a:cubicBezTo>
                  <a:lnTo>
                    <a:pt x="32229" y="73395"/>
                  </a:lnTo>
                  <a:cubicBezTo>
                    <a:pt x="32229" y="63380"/>
                    <a:pt x="27401" y="54410"/>
                    <a:pt x="19148" y="48734"/>
                  </a:cubicBezTo>
                  <a:lnTo>
                    <a:pt x="19181" y="6133"/>
                  </a:lnTo>
                  <a:cubicBezTo>
                    <a:pt x="19181" y="4502"/>
                    <a:pt x="18528" y="2936"/>
                    <a:pt x="17387" y="1794"/>
                  </a:cubicBezTo>
                  <a:cubicBezTo>
                    <a:pt x="16245" y="652"/>
                    <a:pt x="14679" y="0"/>
                    <a:pt x="130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89"/>
            <p:cNvSpPr/>
            <p:nvPr/>
          </p:nvSpPr>
          <p:spPr>
            <a:xfrm>
              <a:off x="4544750" y="238125"/>
              <a:ext cx="958225" cy="968825"/>
            </a:xfrm>
            <a:custGeom>
              <a:avLst/>
              <a:gdLst/>
              <a:ahLst/>
              <a:cxnLst/>
              <a:rect l="l" t="t" r="r" b="b"/>
              <a:pathLst>
                <a:path w="38329" h="38753" extrusionOk="0">
                  <a:moveTo>
                    <a:pt x="6100" y="0"/>
                  </a:moveTo>
                  <a:cubicBezTo>
                    <a:pt x="2708" y="0"/>
                    <a:pt x="1" y="2740"/>
                    <a:pt x="1" y="6133"/>
                  </a:cubicBezTo>
                  <a:lnTo>
                    <a:pt x="1" y="32620"/>
                  </a:lnTo>
                  <a:cubicBezTo>
                    <a:pt x="1" y="36012"/>
                    <a:pt x="2708" y="38752"/>
                    <a:pt x="6100" y="38752"/>
                  </a:cubicBezTo>
                  <a:lnTo>
                    <a:pt x="32196" y="38752"/>
                  </a:lnTo>
                  <a:cubicBezTo>
                    <a:pt x="35556" y="38752"/>
                    <a:pt x="38296" y="36012"/>
                    <a:pt x="38296" y="32620"/>
                  </a:cubicBezTo>
                  <a:lnTo>
                    <a:pt x="38329" y="6133"/>
                  </a:lnTo>
                  <a:cubicBezTo>
                    <a:pt x="38329" y="4502"/>
                    <a:pt x="37676" y="2936"/>
                    <a:pt x="36535" y="1794"/>
                  </a:cubicBezTo>
                  <a:cubicBezTo>
                    <a:pt x="35360" y="652"/>
                    <a:pt x="33827" y="0"/>
                    <a:pt x="32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89"/>
            <p:cNvSpPr/>
            <p:nvPr/>
          </p:nvSpPr>
          <p:spPr>
            <a:xfrm>
              <a:off x="5023450" y="238125"/>
              <a:ext cx="479525" cy="968825"/>
            </a:xfrm>
            <a:custGeom>
              <a:avLst/>
              <a:gdLst/>
              <a:ahLst/>
              <a:cxnLst/>
              <a:rect l="l" t="t" r="r" b="b"/>
              <a:pathLst>
                <a:path w="19181" h="38753" extrusionOk="0">
                  <a:moveTo>
                    <a:pt x="0" y="0"/>
                  </a:moveTo>
                  <a:lnTo>
                    <a:pt x="0" y="38752"/>
                  </a:lnTo>
                  <a:lnTo>
                    <a:pt x="13048" y="38752"/>
                  </a:lnTo>
                  <a:cubicBezTo>
                    <a:pt x="16408" y="38752"/>
                    <a:pt x="19148" y="36012"/>
                    <a:pt x="19148" y="32620"/>
                  </a:cubicBezTo>
                  <a:lnTo>
                    <a:pt x="19181" y="6133"/>
                  </a:lnTo>
                  <a:cubicBezTo>
                    <a:pt x="19181" y="4502"/>
                    <a:pt x="18528" y="2936"/>
                    <a:pt x="17387" y="1794"/>
                  </a:cubicBezTo>
                  <a:cubicBezTo>
                    <a:pt x="16212" y="652"/>
                    <a:pt x="14679" y="0"/>
                    <a:pt x="130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89"/>
            <p:cNvSpPr/>
            <p:nvPr/>
          </p:nvSpPr>
          <p:spPr>
            <a:xfrm>
              <a:off x="4544750" y="901100"/>
              <a:ext cx="957425" cy="305850"/>
            </a:xfrm>
            <a:custGeom>
              <a:avLst/>
              <a:gdLst/>
              <a:ahLst/>
              <a:cxnLst/>
              <a:rect l="l" t="t" r="r" b="b"/>
              <a:pathLst>
                <a:path w="38297" h="12234" extrusionOk="0">
                  <a:moveTo>
                    <a:pt x="1" y="1"/>
                  </a:moveTo>
                  <a:lnTo>
                    <a:pt x="1" y="12233"/>
                  </a:lnTo>
                  <a:lnTo>
                    <a:pt x="38296" y="12233"/>
                  </a:lnTo>
                  <a:lnTo>
                    <a:pt x="382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89"/>
            <p:cNvSpPr/>
            <p:nvPr/>
          </p:nvSpPr>
          <p:spPr>
            <a:xfrm>
              <a:off x="5023450" y="901100"/>
              <a:ext cx="478725" cy="305850"/>
            </a:xfrm>
            <a:custGeom>
              <a:avLst/>
              <a:gdLst/>
              <a:ahLst/>
              <a:cxnLst/>
              <a:rect l="l" t="t" r="r" b="b"/>
              <a:pathLst>
                <a:path w="19149" h="12234" extrusionOk="0">
                  <a:moveTo>
                    <a:pt x="0" y="1"/>
                  </a:moveTo>
                  <a:lnTo>
                    <a:pt x="0" y="12233"/>
                  </a:lnTo>
                  <a:lnTo>
                    <a:pt x="19148" y="12233"/>
                  </a:lnTo>
                  <a:lnTo>
                    <a:pt x="191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89"/>
            <p:cNvSpPr/>
            <p:nvPr/>
          </p:nvSpPr>
          <p:spPr>
            <a:xfrm>
              <a:off x="1190625" y="2776350"/>
              <a:ext cx="5219200" cy="2680975"/>
            </a:xfrm>
            <a:custGeom>
              <a:avLst/>
              <a:gdLst/>
              <a:ahLst/>
              <a:cxnLst/>
              <a:rect l="l" t="t" r="r" b="b"/>
              <a:pathLst>
                <a:path w="208768" h="107239" extrusionOk="0">
                  <a:moveTo>
                    <a:pt x="65240" y="0"/>
                  </a:moveTo>
                  <a:cubicBezTo>
                    <a:pt x="64302" y="0"/>
                    <a:pt x="63364" y="212"/>
                    <a:pt x="62500" y="636"/>
                  </a:cubicBezTo>
                  <a:lnTo>
                    <a:pt x="44722" y="9542"/>
                  </a:lnTo>
                  <a:lnTo>
                    <a:pt x="27107" y="6606"/>
                  </a:lnTo>
                  <a:cubicBezTo>
                    <a:pt x="26766" y="6549"/>
                    <a:pt x="26421" y="6520"/>
                    <a:pt x="26078" y="6520"/>
                  </a:cubicBezTo>
                  <a:cubicBezTo>
                    <a:pt x="25436" y="6520"/>
                    <a:pt x="24799" y="6622"/>
                    <a:pt x="24204" y="6834"/>
                  </a:cubicBezTo>
                  <a:lnTo>
                    <a:pt x="4208" y="13358"/>
                  </a:lnTo>
                  <a:cubicBezTo>
                    <a:pt x="1696" y="14174"/>
                    <a:pt x="0" y="16522"/>
                    <a:pt x="0" y="19164"/>
                  </a:cubicBezTo>
                  <a:lnTo>
                    <a:pt x="0" y="101138"/>
                  </a:lnTo>
                  <a:cubicBezTo>
                    <a:pt x="0" y="104498"/>
                    <a:pt x="2740" y="107238"/>
                    <a:pt x="6100" y="107238"/>
                  </a:cubicBezTo>
                  <a:lnTo>
                    <a:pt x="202667" y="107238"/>
                  </a:lnTo>
                  <a:cubicBezTo>
                    <a:pt x="206027" y="107238"/>
                    <a:pt x="208767" y="104498"/>
                    <a:pt x="208767" y="101138"/>
                  </a:cubicBezTo>
                  <a:lnTo>
                    <a:pt x="208767" y="19164"/>
                  </a:lnTo>
                  <a:cubicBezTo>
                    <a:pt x="208767" y="16522"/>
                    <a:pt x="207071" y="14174"/>
                    <a:pt x="204559" y="13358"/>
                  </a:cubicBezTo>
                  <a:lnTo>
                    <a:pt x="184563" y="6834"/>
                  </a:lnTo>
                  <a:cubicBezTo>
                    <a:pt x="183947" y="6622"/>
                    <a:pt x="183317" y="6520"/>
                    <a:pt x="182682" y="6520"/>
                  </a:cubicBezTo>
                  <a:cubicBezTo>
                    <a:pt x="182342" y="6520"/>
                    <a:pt x="182001" y="6549"/>
                    <a:pt x="181660" y="6606"/>
                  </a:cubicBezTo>
                  <a:lnTo>
                    <a:pt x="164045" y="9542"/>
                  </a:lnTo>
                  <a:lnTo>
                    <a:pt x="146267" y="636"/>
                  </a:lnTo>
                  <a:cubicBezTo>
                    <a:pt x="145403" y="212"/>
                    <a:pt x="144465" y="0"/>
                    <a:pt x="143527" y="0"/>
                  </a:cubicBezTo>
                  <a:cubicBezTo>
                    <a:pt x="142590" y="0"/>
                    <a:pt x="141652" y="212"/>
                    <a:pt x="140787" y="636"/>
                  </a:cubicBezTo>
                  <a:lnTo>
                    <a:pt x="123955" y="9052"/>
                  </a:lnTo>
                  <a:lnTo>
                    <a:pt x="107124" y="636"/>
                  </a:lnTo>
                  <a:cubicBezTo>
                    <a:pt x="106259" y="212"/>
                    <a:pt x="105321" y="0"/>
                    <a:pt x="104384" y="0"/>
                  </a:cubicBezTo>
                  <a:cubicBezTo>
                    <a:pt x="103446" y="0"/>
                    <a:pt x="102508" y="212"/>
                    <a:pt x="101644" y="636"/>
                  </a:cubicBezTo>
                  <a:lnTo>
                    <a:pt x="84812" y="9052"/>
                  </a:lnTo>
                  <a:lnTo>
                    <a:pt x="67980" y="636"/>
                  </a:lnTo>
                  <a:cubicBezTo>
                    <a:pt x="67115" y="212"/>
                    <a:pt x="66178" y="0"/>
                    <a:pt x="652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89"/>
            <p:cNvSpPr/>
            <p:nvPr/>
          </p:nvSpPr>
          <p:spPr>
            <a:xfrm>
              <a:off x="3800200" y="2775950"/>
              <a:ext cx="2609625" cy="2681375"/>
            </a:xfrm>
            <a:custGeom>
              <a:avLst/>
              <a:gdLst/>
              <a:ahLst/>
              <a:cxnLst/>
              <a:rect l="l" t="t" r="r" b="b"/>
              <a:pathLst>
                <a:path w="104385" h="107255" extrusionOk="0">
                  <a:moveTo>
                    <a:pt x="1" y="0"/>
                  </a:moveTo>
                  <a:lnTo>
                    <a:pt x="1" y="107254"/>
                  </a:lnTo>
                  <a:lnTo>
                    <a:pt x="98284" y="107254"/>
                  </a:lnTo>
                  <a:cubicBezTo>
                    <a:pt x="101644" y="107254"/>
                    <a:pt x="104384" y="104514"/>
                    <a:pt x="104384" y="101154"/>
                  </a:cubicBezTo>
                  <a:lnTo>
                    <a:pt x="104384" y="19180"/>
                  </a:lnTo>
                  <a:cubicBezTo>
                    <a:pt x="104384" y="16538"/>
                    <a:pt x="102688" y="14190"/>
                    <a:pt x="100176" y="13374"/>
                  </a:cubicBezTo>
                  <a:lnTo>
                    <a:pt x="80180" y="6850"/>
                  </a:lnTo>
                  <a:cubicBezTo>
                    <a:pt x="79564" y="6638"/>
                    <a:pt x="78934" y="6536"/>
                    <a:pt x="78299" y="6536"/>
                  </a:cubicBezTo>
                  <a:cubicBezTo>
                    <a:pt x="77959" y="6536"/>
                    <a:pt x="77618" y="6565"/>
                    <a:pt x="77277" y="6622"/>
                  </a:cubicBezTo>
                  <a:lnTo>
                    <a:pt x="59662" y="9558"/>
                  </a:lnTo>
                  <a:lnTo>
                    <a:pt x="41884" y="652"/>
                  </a:lnTo>
                  <a:cubicBezTo>
                    <a:pt x="41020" y="228"/>
                    <a:pt x="40082" y="16"/>
                    <a:pt x="39144" y="16"/>
                  </a:cubicBezTo>
                  <a:cubicBezTo>
                    <a:pt x="38207" y="16"/>
                    <a:pt x="37269" y="228"/>
                    <a:pt x="36404" y="652"/>
                  </a:cubicBezTo>
                  <a:lnTo>
                    <a:pt x="19572" y="9068"/>
                  </a:lnTo>
                  <a:lnTo>
                    <a:pt x="2741" y="652"/>
                  </a:lnTo>
                  <a:cubicBezTo>
                    <a:pt x="1860" y="228"/>
                    <a:pt x="947"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2540"/>
                                        </p:tgtEl>
                                        <p:attrNameLst>
                                          <p:attrName>style.visibility</p:attrName>
                                        </p:attrNameLst>
                                      </p:cBhvr>
                                      <p:to>
                                        <p:strVal val="visible"/>
                                      </p:to>
                                    </p:set>
                                    <p:anim calcmode="lin" valueType="num">
                                      <p:cBhvr additive="base">
                                        <p:cTn id="7" dur="1000"/>
                                        <p:tgtEl>
                                          <p:spTgt spid="2540"/>
                                        </p:tgtEl>
                                        <p:attrNameLst>
                                          <p:attrName>ppt_y</p:attrName>
                                        </p:attrNameLst>
                                      </p:cBhvr>
                                      <p:tavLst>
                                        <p:tav tm="0">
                                          <p:val>
                                            <p:strVal val="#ppt_y-1"/>
                                          </p:val>
                                        </p:tav>
                                        <p:tav tm="100000">
                                          <p:val>
                                            <p:strVal val="#ppt_y"/>
                                          </p:val>
                                        </p:tav>
                                      </p:tavLst>
                                    </p:anim>
                                  </p:childTnLst>
                                </p:cTn>
                              </p:par>
                              <p:par>
                                <p:cTn id="8" presetID="2" presetClass="entr" presetSubtype="1" fill="hold" nodeType="withEffect">
                                  <p:stCondLst>
                                    <p:cond delay="0"/>
                                  </p:stCondLst>
                                  <p:childTnLst>
                                    <p:set>
                                      <p:cBhvr>
                                        <p:cTn id="9" dur="1" fill="hold">
                                          <p:stCondLst>
                                            <p:cond delay="0"/>
                                          </p:stCondLst>
                                        </p:cTn>
                                        <p:tgtEl>
                                          <p:spTgt spid="2541"/>
                                        </p:tgtEl>
                                        <p:attrNameLst>
                                          <p:attrName>style.visibility</p:attrName>
                                        </p:attrNameLst>
                                      </p:cBhvr>
                                      <p:to>
                                        <p:strVal val="visible"/>
                                      </p:to>
                                    </p:set>
                                    <p:anim calcmode="lin" valueType="num">
                                      <p:cBhvr additive="base">
                                        <p:cTn id="10" dur="1000"/>
                                        <p:tgtEl>
                                          <p:spTgt spid="2541"/>
                                        </p:tgtEl>
                                        <p:attrNameLst>
                                          <p:attrName>ppt_y</p:attrName>
                                        </p:attrNameLst>
                                      </p:cBhvr>
                                      <p:tavLst>
                                        <p:tav tm="0">
                                          <p:val>
                                            <p:strVal val="#ppt_y-1"/>
                                          </p:val>
                                        </p:tav>
                                        <p:tav tm="100000">
                                          <p:val>
                                            <p:strVal val="#ppt_y"/>
                                          </p:val>
                                        </p:tav>
                                      </p:tavLst>
                                    </p:anim>
                                  </p:childTnLst>
                                </p:cTn>
                              </p:par>
                              <p:par>
                                <p:cTn id="11" presetID="2" presetClass="entr" presetSubtype="1" fill="hold" nodeType="withEffect">
                                  <p:stCondLst>
                                    <p:cond delay="0"/>
                                  </p:stCondLst>
                                  <p:childTnLst>
                                    <p:set>
                                      <p:cBhvr>
                                        <p:cTn id="12" dur="1" fill="hold">
                                          <p:stCondLst>
                                            <p:cond delay="0"/>
                                          </p:stCondLst>
                                        </p:cTn>
                                        <p:tgtEl>
                                          <p:spTgt spid="2542"/>
                                        </p:tgtEl>
                                        <p:attrNameLst>
                                          <p:attrName>style.visibility</p:attrName>
                                        </p:attrNameLst>
                                      </p:cBhvr>
                                      <p:to>
                                        <p:strVal val="visible"/>
                                      </p:to>
                                    </p:set>
                                    <p:anim calcmode="lin" valueType="num">
                                      <p:cBhvr additive="base">
                                        <p:cTn id="13" dur="1000"/>
                                        <p:tgtEl>
                                          <p:spTgt spid="2542"/>
                                        </p:tgtEl>
                                        <p:attrNameLst>
                                          <p:attrName>ppt_y</p:attrName>
                                        </p:attrNameLst>
                                      </p:cBhvr>
                                      <p:tavLst>
                                        <p:tav tm="0">
                                          <p:val>
                                            <p:strVal val="#ppt_y-1"/>
                                          </p:val>
                                        </p:tav>
                                        <p:tav tm="100000">
                                          <p:val>
                                            <p:strVal val="#ppt_y"/>
                                          </p:val>
                                        </p:tav>
                                      </p:tavLst>
                                    </p:anim>
                                  </p:childTnLst>
                                </p:cTn>
                              </p:par>
                              <p:par>
                                <p:cTn id="14" presetID="2" presetClass="entr" presetSubtype="1" fill="hold" nodeType="withEffect">
                                  <p:stCondLst>
                                    <p:cond delay="0"/>
                                  </p:stCondLst>
                                  <p:childTnLst>
                                    <p:set>
                                      <p:cBhvr>
                                        <p:cTn id="15" dur="1" fill="hold">
                                          <p:stCondLst>
                                            <p:cond delay="0"/>
                                          </p:stCondLst>
                                        </p:cTn>
                                        <p:tgtEl>
                                          <p:spTgt spid="2554"/>
                                        </p:tgtEl>
                                        <p:attrNameLst>
                                          <p:attrName>style.visibility</p:attrName>
                                        </p:attrNameLst>
                                      </p:cBhvr>
                                      <p:to>
                                        <p:strVal val="visible"/>
                                      </p:to>
                                    </p:set>
                                    <p:anim calcmode="lin" valueType="num">
                                      <p:cBhvr additive="base">
                                        <p:cTn id="16" dur="1000"/>
                                        <p:tgtEl>
                                          <p:spTgt spid="2554"/>
                                        </p:tgtEl>
                                        <p:attrNameLst>
                                          <p:attrName>ppt_y</p:attrName>
                                        </p:attrNameLst>
                                      </p:cBhvr>
                                      <p:tavLst>
                                        <p:tav tm="0">
                                          <p:val>
                                            <p:strVal val="#ppt_y-1"/>
                                          </p:val>
                                        </p:tav>
                                        <p:tav tm="100000">
                                          <p:val>
                                            <p:strVal val="#ppt_y"/>
                                          </p:val>
                                        </p:tav>
                                      </p:tavLst>
                                    </p:anim>
                                  </p:childTnLst>
                                </p:cTn>
                              </p:par>
                              <p:par>
                                <p:cTn id="17" presetID="2" presetClass="entr" presetSubtype="1" fill="hold" nodeType="withEffect">
                                  <p:stCondLst>
                                    <p:cond delay="0"/>
                                  </p:stCondLst>
                                  <p:childTnLst>
                                    <p:set>
                                      <p:cBhvr>
                                        <p:cTn id="18" dur="1" fill="hold">
                                          <p:stCondLst>
                                            <p:cond delay="0"/>
                                          </p:stCondLst>
                                        </p:cTn>
                                        <p:tgtEl>
                                          <p:spTgt spid="2569"/>
                                        </p:tgtEl>
                                        <p:attrNameLst>
                                          <p:attrName>style.visibility</p:attrName>
                                        </p:attrNameLst>
                                      </p:cBhvr>
                                      <p:to>
                                        <p:strVal val="visible"/>
                                      </p:to>
                                    </p:set>
                                    <p:anim calcmode="lin" valueType="num">
                                      <p:cBhvr additive="base">
                                        <p:cTn id="19" dur="1000"/>
                                        <p:tgtEl>
                                          <p:spTgt spid="2569"/>
                                        </p:tgtEl>
                                        <p:attrNameLst>
                                          <p:attrName>ppt_y</p:attrName>
                                        </p:attrNameLst>
                                      </p:cBhvr>
                                      <p:tavLst>
                                        <p:tav tm="0">
                                          <p:val>
                                            <p:strVal val="#ppt_y-1"/>
                                          </p:val>
                                        </p:tav>
                                        <p:tav tm="100000">
                                          <p:val>
                                            <p:strVal val="#ppt_y"/>
                                          </p:val>
                                        </p:tav>
                                      </p:tavLst>
                                    </p:anim>
                                  </p:childTnLst>
                                </p:cTn>
                              </p:par>
                              <p:par>
                                <p:cTn id="20" presetID="2" presetClass="entr" presetSubtype="1" fill="hold" nodeType="withEffect">
                                  <p:stCondLst>
                                    <p:cond delay="0"/>
                                  </p:stCondLst>
                                  <p:childTnLst>
                                    <p:set>
                                      <p:cBhvr>
                                        <p:cTn id="21" dur="1" fill="hold">
                                          <p:stCondLst>
                                            <p:cond delay="0"/>
                                          </p:stCondLst>
                                        </p:cTn>
                                        <p:tgtEl>
                                          <p:spTgt spid="2586"/>
                                        </p:tgtEl>
                                        <p:attrNameLst>
                                          <p:attrName>style.visibility</p:attrName>
                                        </p:attrNameLst>
                                      </p:cBhvr>
                                      <p:to>
                                        <p:strVal val="visible"/>
                                      </p:to>
                                    </p:set>
                                    <p:anim calcmode="lin" valueType="num">
                                      <p:cBhvr additive="base">
                                        <p:cTn id="22" dur="1000"/>
                                        <p:tgtEl>
                                          <p:spTgt spid="258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654"/>
        <p:cNvGrpSpPr/>
        <p:nvPr/>
      </p:nvGrpSpPr>
      <p:grpSpPr>
        <a:xfrm>
          <a:off x="0" y="0"/>
          <a:ext cx="0" cy="0"/>
          <a:chOff x="0" y="0"/>
          <a:chExt cx="0" cy="0"/>
        </a:xfrm>
      </p:grpSpPr>
      <p:sp>
        <p:nvSpPr>
          <p:cNvPr id="2655" name="Google Shape;2655;p91"/>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Infographics</a:t>
            </a:r>
            <a:endParaRPr/>
          </a:p>
        </p:txBody>
      </p:sp>
      <p:sp>
        <p:nvSpPr>
          <p:cNvPr id="2656" name="Google Shape;2656;p91"/>
          <p:cNvSpPr/>
          <p:nvPr/>
        </p:nvSpPr>
        <p:spPr>
          <a:xfrm>
            <a:off x="6201688" y="1478563"/>
            <a:ext cx="1441875" cy="1755900"/>
          </a:xfrm>
          <a:custGeom>
            <a:avLst/>
            <a:gdLst/>
            <a:ahLst/>
            <a:cxnLst/>
            <a:rect l="l" t="t" r="r" b="b"/>
            <a:pathLst>
              <a:path w="57675" h="70236" extrusionOk="0">
                <a:moveTo>
                  <a:pt x="28838" y="0"/>
                </a:moveTo>
                <a:cubicBezTo>
                  <a:pt x="12943" y="0"/>
                  <a:pt x="1" y="12942"/>
                  <a:pt x="1" y="28837"/>
                </a:cubicBezTo>
                <a:cubicBezTo>
                  <a:pt x="1" y="29480"/>
                  <a:pt x="525" y="30004"/>
                  <a:pt x="1167" y="30004"/>
                </a:cubicBezTo>
                <a:cubicBezTo>
                  <a:pt x="1810" y="30004"/>
                  <a:pt x="2322" y="29480"/>
                  <a:pt x="2322" y="28837"/>
                </a:cubicBezTo>
                <a:cubicBezTo>
                  <a:pt x="2322" y="14216"/>
                  <a:pt x="14217" y="2322"/>
                  <a:pt x="28838" y="2322"/>
                </a:cubicBezTo>
                <a:cubicBezTo>
                  <a:pt x="43458" y="2322"/>
                  <a:pt x="55353" y="14216"/>
                  <a:pt x="55353" y="28837"/>
                </a:cubicBezTo>
                <a:cubicBezTo>
                  <a:pt x="55353" y="43458"/>
                  <a:pt x="43458" y="55352"/>
                  <a:pt x="28838" y="55352"/>
                </a:cubicBezTo>
                <a:cubicBezTo>
                  <a:pt x="28195" y="55352"/>
                  <a:pt x="27671" y="55864"/>
                  <a:pt x="27671" y="56507"/>
                </a:cubicBezTo>
                <a:lnTo>
                  <a:pt x="27671" y="66282"/>
                </a:lnTo>
                <a:lnTo>
                  <a:pt x="22992" y="61603"/>
                </a:lnTo>
                <a:cubicBezTo>
                  <a:pt x="22765" y="61371"/>
                  <a:pt x="22471" y="61255"/>
                  <a:pt x="22175" y="61255"/>
                </a:cubicBezTo>
                <a:cubicBezTo>
                  <a:pt x="21878" y="61255"/>
                  <a:pt x="21581" y="61371"/>
                  <a:pt x="21349" y="61603"/>
                </a:cubicBezTo>
                <a:cubicBezTo>
                  <a:pt x="20896" y="62056"/>
                  <a:pt x="20896" y="62782"/>
                  <a:pt x="21349" y="63234"/>
                </a:cubicBezTo>
                <a:lnTo>
                  <a:pt x="28016" y="69902"/>
                </a:lnTo>
                <a:cubicBezTo>
                  <a:pt x="28242" y="70128"/>
                  <a:pt x="28540" y="70235"/>
                  <a:pt x="28838" y="70235"/>
                </a:cubicBezTo>
                <a:cubicBezTo>
                  <a:pt x="29135" y="70235"/>
                  <a:pt x="29421" y="70128"/>
                  <a:pt x="29659" y="69902"/>
                </a:cubicBezTo>
                <a:lnTo>
                  <a:pt x="36315" y="63234"/>
                </a:lnTo>
                <a:cubicBezTo>
                  <a:pt x="36767" y="62782"/>
                  <a:pt x="36767" y="62056"/>
                  <a:pt x="36315" y="61603"/>
                </a:cubicBezTo>
                <a:cubicBezTo>
                  <a:pt x="36089" y="61371"/>
                  <a:pt x="35791" y="61255"/>
                  <a:pt x="35493" y="61255"/>
                </a:cubicBezTo>
                <a:cubicBezTo>
                  <a:pt x="35196" y="61255"/>
                  <a:pt x="34898" y="61371"/>
                  <a:pt x="34672" y="61603"/>
                </a:cubicBezTo>
                <a:lnTo>
                  <a:pt x="29993" y="66270"/>
                </a:lnTo>
                <a:lnTo>
                  <a:pt x="29993" y="57650"/>
                </a:lnTo>
                <a:cubicBezTo>
                  <a:pt x="45363" y="57031"/>
                  <a:pt x="57675" y="44351"/>
                  <a:pt x="57675" y="28837"/>
                </a:cubicBezTo>
                <a:cubicBezTo>
                  <a:pt x="57675" y="12942"/>
                  <a:pt x="44732" y="0"/>
                  <a:pt x="288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91"/>
          <p:cNvSpPr/>
          <p:nvPr/>
        </p:nvSpPr>
        <p:spPr>
          <a:xfrm>
            <a:off x="3902288" y="1478563"/>
            <a:ext cx="1441875" cy="1755900"/>
          </a:xfrm>
          <a:custGeom>
            <a:avLst/>
            <a:gdLst/>
            <a:ahLst/>
            <a:cxnLst/>
            <a:rect l="l" t="t" r="r" b="b"/>
            <a:pathLst>
              <a:path w="57675" h="70236" extrusionOk="0">
                <a:moveTo>
                  <a:pt x="28838" y="0"/>
                </a:moveTo>
                <a:cubicBezTo>
                  <a:pt x="12931" y="0"/>
                  <a:pt x="1" y="12942"/>
                  <a:pt x="1" y="28837"/>
                </a:cubicBezTo>
                <a:cubicBezTo>
                  <a:pt x="1" y="29480"/>
                  <a:pt x="525" y="30004"/>
                  <a:pt x="1168" y="30004"/>
                </a:cubicBezTo>
                <a:cubicBezTo>
                  <a:pt x="1799" y="30004"/>
                  <a:pt x="2323" y="29480"/>
                  <a:pt x="2323" y="28837"/>
                </a:cubicBezTo>
                <a:cubicBezTo>
                  <a:pt x="2323" y="14216"/>
                  <a:pt x="14217" y="2322"/>
                  <a:pt x="28838" y="2322"/>
                </a:cubicBezTo>
                <a:cubicBezTo>
                  <a:pt x="43459" y="2322"/>
                  <a:pt x="55353" y="14216"/>
                  <a:pt x="55353" y="28837"/>
                </a:cubicBezTo>
                <a:cubicBezTo>
                  <a:pt x="55353" y="43458"/>
                  <a:pt x="43459" y="55352"/>
                  <a:pt x="28838" y="55352"/>
                </a:cubicBezTo>
                <a:cubicBezTo>
                  <a:pt x="28195" y="55352"/>
                  <a:pt x="27671" y="55864"/>
                  <a:pt x="27671" y="56507"/>
                </a:cubicBezTo>
                <a:lnTo>
                  <a:pt x="27671" y="66235"/>
                </a:lnTo>
                <a:lnTo>
                  <a:pt x="23039" y="61603"/>
                </a:lnTo>
                <a:cubicBezTo>
                  <a:pt x="22813" y="61371"/>
                  <a:pt x="22516" y="61255"/>
                  <a:pt x="22218" y="61255"/>
                </a:cubicBezTo>
                <a:cubicBezTo>
                  <a:pt x="21920" y="61255"/>
                  <a:pt x="21623" y="61371"/>
                  <a:pt x="21396" y="61603"/>
                </a:cubicBezTo>
                <a:cubicBezTo>
                  <a:pt x="20944" y="62056"/>
                  <a:pt x="20944" y="62782"/>
                  <a:pt x="21396" y="63234"/>
                </a:cubicBezTo>
                <a:lnTo>
                  <a:pt x="28052" y="69902"/>
                </a:lnTo>
                <a:cubicBezTo>
                  <a:pt x="28266" y="70116"/>
                  <a:pt x="28564" y="70235"/>
                  <a:pt x="28874" y="70235"/>
                </a:cubicBezTo>
                <a:cubicBezTo>
                  <a:pt x="29183" y="70235"/>
                  <a:pt x="29481" y="70116"/>
                  <a:pt x="29695" y="69902"/>
                </a:cubicBezTo>
                <a:lnTo>
                  <a:pt x="36351" y="63234"/>
                </a:lnTo>
                <a:cubicBezTo>
                  <a:pt x="36803" y="62782"/>
                  <a:pt x="36803" y="62056"/>
                  <a:pt x="36351" y="61603"/>
                </a:cubicBezTo>
                <a:cubicBezTo>
                  <a:pt x="36124" y="61371"/>
                  <a:pt x="35827" y="61255"/>
                  <a:pt x="35529" y="61255"/>
                </a:cubicBezTo>
                <a:cubicBezTo>
                  <a:pt x="35231" y="61255"/>
                  <a:pt x="34934" y="61371"/>
                  <a:pt x="34708" y="61603"/>
                </a:cubicBezTo>
                <a:lnTo>
                  <a:pt x="29993" y="66318"/>
                </a:lnTo>
                <a:lnTo>
                  <a:pt x="29993" y="57650"/>
                </a:lnTo>
                <a:cubicBezTo>
                  <a:pt x="45364" y="57031"/>
                  <a:pt x="57675" y="44351"/>
                  <a:pt x="57675" y="28837"/>
                </a:cubicBezTo>
                <a:cubicBezTo>
                  <a:pt x="57675" y="12942"/>
                  <a:pt x="44733" y="0"/>
                  <a:pt x="288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91"/>
          <p:cNvSpPr/>
          <p:nvPr/>
        </p:nvSpPr>
        <p:spPr>
          <a:xfrm>
            <a:off x="1525000" y="1478563"/>
            <a:ext cx="1441875" cy="1755900"/>
          </a:xfrm>
          <a:custGeom>
            <a:avLst/>
            <a:gdLst/>
            <a:ahLst/>
            <a:cxnLst/>
            <a:rect l="l" t="t" r="r" b="b"/>
            <a:pathLst>
              <a:path w="57675" h="70236" extrusionOk="0">
                <a:moveTo>
                  <a:pt x="28838" y="0"/>
                </a:moveTo>
                <a:cubicBezTo>
                  <a:pt x="12943" y="0"/>
                  <a:pt x="1" y="12942"/>
                  <a:pt x="1" y="28837"/>
                </a:cubicBezTo>
                <a:cubicBezTo>
                  <a:pt x="1" y="29480"/>
                  <a:pt x="525" y="30004"/>
                  <a:pt x="1168" y="30004"/>
                </a:cubicBezTo>
                <a:cubicBezTo>
                  <a:pt x="1810" y="30004"/>
                  <a:pt x="2334" y="29480"/>
                  <a:pt x="2334" y="28837"/>
                </a:cubicBezTo>
                <a:cubicBezTo>
                  <a:pt x="2334" y="14216"/>
                  <a:pt x="14217" y="2322"/>
                  <a:pt x="28838" y="2322"/>
                </a:cubicBezTo>
                <a:cubicBezTo>
                  <a:pt x="43459" y="2322"/>
                  <a:pt x="55353" y="14216"/>
                  <a:pt x="55353" y="28837"/>
                </a:cubicBezTo>
                <a:cubicBezTo>
                  <a:pt x="55353" y="43458"/>
                  <a:pt x="43459" y="55352"/>
                  <a:pt x="28838" y="55352"/>
                </a:cubicBezTo>
                <a:cubicBezTo>
                  <a:pt x="28195" y="55352"/>
                  <a:pt x="27683" y="55864"/>
                  <a:pt x="27683" y="56507"/>
                </a:cubicBezTo>
                <a:lnTo>
                  <a:pt x="27683" y="66247"/>
                </a:lnTo>
                <a:lnTo>
                  <a:pt x="23027" y="61603"/>
                </a:lnTo>
                <a:cubicBezTo>
                  <a:pt x="22801" y="61371"/>
                  <a:pt x="22507" y="61255"/>
                  <a:pt x="22210" y="61255"/>
                </a:cubicBezTo>
                <a:cubicBezTo>
                  <a:pt x="21914" y="61255"/>
                  <a:pt x="21617" y="61371"/>
                  <a:pt x="21384" y="61603"/>
                </a:cubicBezTo>
                <a:cubicBezTo>
                  <a:pt x="20932" y="62056"/>
                  <a:pt x="20932" y="62782"/>
                  <a:pt x="21384" y="63234"/>
                </a:cubicBezTo>
                <a:lnTo>
                  <a:pt x="28052" y="69902"/>
                </a:lnTo>
                <a:cubicBezTo>
                  <a:pt x="28278" y="70128"/>
                  <a:pt x="28576" y="70235"/>
                  <a:pt x="28873" y="70235"/>
                </a:cubicBezTo>
                <a:cubicBezTo>
                  <a:pt x="29171" y="70235"/>
                  <a:pt x="29457" y="70128"/>
                  <a:pt x="29695" y="69902"/>
                </a:cubicBezTo>
                <a:lnTo>
                  <a:pt x="36351" y="63234"/>
                </a:lnTo>
                <a:cubicBezTo>
                  <a:pt x="36803" y="62782"/>
                  <a:pt x="36803" y="62056"/>
                  <a:pt x="36351" y="61603"/>
                </a:cubicBezTo>
                <a:cubicBezTo>
                  <a:pt x="36124" y="61371"/>
                  <a:pt x="35827" y="61255"/>
                  <a:pt x="35529" y="61255"/>
                </a:cubicBezTo>
                <a:cubicBezTo>
                  <a:pt x="35231" y="61255"/>
                  <a:pt x="34934" y="61371"/>
                  <a:pt x="34707" y="61603"/>
                </a:cubicBezTo>
                <a:lnTo>
                  <a:pt x="30004" y="66306"/>
                </a:lnTo>
                <a:lnTo>
                  <a:pt x="30004" y="57650"/>
                </a:lnTo>
                <a:cubicBezTo>
                  <a:pt x="45364" y="57031"/>
                  <a:pt x="57675" y="44351"/>
                  <a:pt x="57675" y="28837"/>
                </a:cubicBezTo>
                <a:cubicBezTo>
                  <a:pt x="57675" y="12942"/>
                  <a:pt x="44744" y="0"/>
                  <a:pt x="288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91"/>
          <p:cNvSpPr txBox="1"/>
          <p:nvPr/>
        </p:nvSpPr>
        <p:spPr>
          <a:xfrm>
            <a:off x="1247552" y="3322275"/>
            <a:ext cx="19968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1"/>
                </a:solidFill>
                <a:latin typeface="Advent Pro"/>
                <a:ea typeface="Advent Pro"/>
                <a:cs typeface="Advent Pro"/>
                <a:sym typeface="Advent Pro"/>
              </a:rPr>
              <a:t>Venus</a:t>
            </a:r>
            <a:endParaRPr sz="2200" b="1">
              <a:solidFill>
                <a:schemeClr val="accent1"/>
              </a:solidFill>
              <a:latin typeface="Advent Pro"/>
              <a:ea typeface="Advent Pro"/>
              <a:cs typeface="Advent Pro"/>
              <a:sym typeface="Advent Pro"/>
            </a:endParaRPr>
          </a:p>
        </p:txBody>
      </p:sp>
      <p:sp>
        <p:nvSpPr>
          <p:cNvPr id="2660" name="Google Shape;2660;p91"/>
          <p:cNvSpPr txBox="1"/>
          <p:nvPr/>
        </p:nvSpPr>
        <p:spPr>
          <a:xfrm>
            <a:off x="3624845" y="3322275"/>
            <a:ext cx="19968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1"/>
                </a:solidFill>
                <a:latin typeface="Advent Pro"/>
                <a:ea typeface="Advent Pro"/>
                <a:cs typeface="Advent Pro"/>
                <a:sym typeface="Advent Pro"/>
              </a:rPr>
              <a:t>Mercury</a:t>
            </a:r>
            <a:endParaRPr sz="2200" b="1">
              <a:solidFill>
                <a:schemeClr val="accent1"/>
              </a:solidFill>
              <a:latin typeface="Advent Pro"/>
              <a:ea typeface="Advent Pro"/>
              <a:cs typeface="Advent Pro"/>
              <a:sym typeface="Advent Pro"/>
            </a:endParaRPr>
          </a:p>
        </p:txBody>
      </p:sp>
      <p:sp>
        <p:nvSpPr>
          <p:cNvPr id="2661" name="Google Shape;2661;p91"/>
          <p:cNvSpPr txBox="1"/>
          <p:nvPr/>
        </p:nvSpPr>
        <p:spPr>
          <a:xfrm>
            <a:off x="5948840" y="3322275"/>
            <a:ext cx="1947600" cy="5571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b="1">
                <a:solidFill>
                  <a:schemeClr val="accent1"/>
                </a:solidFill>
                <a:latin typeface="Advent Pro"/>
                <a:ea typeface="Advent Pro"/>
                <a:cs typeface="Advent Pro"/>
                <a:sym typeface="Advent Pro"/>
              </a:rPr>
              <a:t>Neptune</a:t>
            </a:r>
            <a:endParaRPr sz="2200" b="1">
              <a:solidFill>
                <a:schemeClr val="accent1"/>
              </a:solidFill>
              <a:latin typeface="Advent Pro"/>
              <a:ea typeface="Advent Pro"/>
              <a:cs typeface="Advent Pro"/>
              <a:sym typeface="Advent Pro"/>
            </a:endParaRPr>
          </a:p>
        </p:txBody>
      </p:sp>
      <p:sp>
        <p:nvSpPr>
          <p:cNvPr id="2662" name="Google Shape;2662;p91"/>
          <p:cNvSpPr txBox="1"/>
          <p:nvPr/>
        </p:nvSpPr>
        <p:spPr>
          <a:xfrm>
            <a:off x="3624837" y="3840325"/>
            <a:ext cx="1996800" cy="757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a:solidFill>
                  <a:schemeClr val="dk1"/>
                </a:solidFill>
                <a:latin typeface="Roboto"/>
                <a:ea typeface="Roboto"/>
                <a:cs typeface="Roboto"/>
                <a:sym typeface="Roboto"/>
              </a:rPr>
              <a:t>Mercury is the closest planet to the Sun</a:t>
            </a:r>
            <a:endParaRPr>
              <a:solidFill>
                <a:schemeClr val="dk1"/>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1"/>
              </a:solidFill>
              <a:latin typeface="Roboto"/>
              <a:ea typeface="Roboto"/>
              <a:cs typeface="Roboto"/>
              <a:sym typeface="Roboto"/>
            </a:endParaRPr>
          </a:p>
        </p:txBody>
      </p:sp>
      <p:sp>
        <p:nvSpPr>
          <p:cNvPr id="2663" name="Google Shape;2663;p91"/>
          <p:cNvSpPr txBox="1"/>
          <p:nvPr/>
        </p:nvSpPr>
        <p:spPr>
          <a:xfrm>
            <a:off x="1247550" y="3838200"/>
            <a:ext cx="1996800" cy="7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1"/>
                </a:solidFill>
                <a:latin typeface="Roboto"/>
                <a:ea typeface="Roboto"/>
                <a:cs typeface="Roboto"/>
                <a:sym typeface="Roboto"/>
              </a:rPr>
              <a:t>Venus is the second planet from the Sun</a:t>
            </a:r>
            <a:endParaRPr>
              <a:solidFill>
                <a:schemeClr val="dk1"/>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1"/>
              </a:solidFill>
              <a:latin typeface="Roboto"/>
              <a:ea typeface="Roboto"/>
              <a:cs typeface="Roboto"/>
              <a:sym typeface="Roboto"/>
            </a:endParaRPr>
          </a:p>
        </p:txBody>
      </p:sp>
      <p:sp>
        <p:nvSpPr>
          <p:cNvPr id="2664" name="Google Shape;2664;p91"/>
          <p:cNvSpPr txBox="1"/>
          <p:nvPr/>
        </p:nvSpPr>
        <p:spPr>
          <a:xfrm>
            <a:off x="5948837" y="3838200"/>
            <a:ext cx="1947600" cy="7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dk1"/>
                </a:solidFill>
                <a:latin typeface="Roboto"/>
                <a:ea typeface="Roboto"/>
                <a:cs typeface="Roboto"/>
                <a:sym typeface="Roboto"/>
              </a:rPr>
              <a:t>Neptune is far away </a:t>
            </a:r>
            <a:endParaRPr>
              <a:solidFill>
                <a:schemeClr val="dk1"/>
              </a:solidFill>
              <a:latin typeface="Roboto"/>
              <a:ea typeface="Roboto"/>
              <a:cs typeface="Roboto"/>
              <a:sym typeface="Roboto"/>
            </a:endParaRPr>
          </a:p>
          <a:p>
            <a:pPr marL="0" lvl="0" indent="0" algn="ctr" rtl="0">
              <a:spcBef>
                <a:spcPts val="0"/>
              </a:spcBef>
              <a:spcAft>
                <a:spcPts val="0"/>
              </a:spcAft>
              <a:buClr>
                <a:srgbClr val="000000"/>
              </a:buClr>
              <a:buSzPts val="1100"/>
              <a:buFont typeface="Arial"/>
              <a:buNone/>
            </a:pPr>
            <a:r>
              <a:rPr lang="en">
                <a:solidFill>
                  <a:schemeClr val="dk1"/>
                </a:solidFill>
                <a:latin typeface="Roboto"/>
                <a:ea typeface="Roboto"/>
                <a:cs typeface="Roboto"/>
                <a:sym typeface="Roboto"/>
              </a:rPr>
              <a:t>from Earth</a:t>
            </a:r>
            <a:endParaRPr>
              <a:solidFill>
                <a:schemeClr val="dk1"/>
              </a:solidFill>
              <a:latin typeface="Roboto"/>
              <a:ea typeface="Roboto"/>
              <a:cs typeface="Roboto"/>
              <a:sym typeface="Roboto"/>
            </a:endParaRPr>
          </a:p>
          <a:p>
            <a:pPr marL="0" lvl="0" indent="0" algn="ctr" rtl="0">
              <a:lnSpc>
                <a:spcPct val="100000"/>
              </a:lnSpc>
              <a:spcBef>
                <a:spcPts val="0"/>
              </a:spcBef>
              <a:spcAft>
                <a:spcPts val="1600"/>
              </a:spcAft>
              <a:buNone/>
            </a:pPr>
            <a:endParaRPr>
              <a:solidFill>
                <a:schemeClr val="dk1"/>
              </a:solidFill>
              <a:latin typeface="Roboto"/>
              <a:ea typeface="Roboto"/>
              <a:cs typeface="Roboto"/>
              <a:sym typeface="Roboto"/>
            </a:endParaRPr>
          </a:p>
        </p:txBody>
      </p:sp>
      <p:sp>
        <p:nvSpPr>
          <p:cNvPr id="2665" name="Google Shape;2665;p91"/>
          <p:cNvSpPr/>
          <p:nvPr/>
        </p:nvSpPr>
        <p:spPr>
          <a:xfrm>
            <a:off x="1632000" y="1582450"/>
            <a:ext cx="1227900" cy="122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91"/>
          <p:cNvSpPr/>
          <p:nvPr/>
        </p:nvSpPr>
        <p:spPr>
          <a:xfrm>
            <a:off x="4009275" y="1582450"/>
            <a:ext cx="1227900" cy="122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91"/>
          <p:cNvSpPr/>
          <p:nvPr/>
        </p:nvSpPr>
        <p:spPr>
          <a:xfrm>
            <a:off x="6308663" y="1582450"/>
            <a:ext cx="1227900" cy="12279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8" name="Google Shape;2668;p91"/>
          <p:cNvGrpSpPr/>
          <p:nvPr/>
        </p:nvGrpSpPr>
        <p:grpSpPr>
          <a:xfrm>
            <a:off x="1975320" y="1830535"/>
            <a:ext cx="541269" cy="731732"/>
            <a:chOff x="1853600" y="238125"/>
            <a:chExt cx="3894025" cy="5219200"/>
          </a:xfrm>
        </p:grpSpPr>
        <p:sp>
          <p:nvSpPr>
            <p:cNvPr id="2669" name="Google Shape;2669;p91"/>
            <p:cNvSpPr/>
            <p:nvPr/>
          </p:nvSpPr>
          <p:spPr>
            <a:xfrm>
              <a:off x="4386550" y="2287450"/>
              <a:ext cx="1109900" cy="3169875"/>
            </a:xfrm>
            <a:custGeom>
              <a:avLst/>
              <a:gdLst/>
              <a:ahLst/>
              <a:cxnLst/>
              <a:rect l="l" t="t" r="r" b="b"/>
              <a:pathLst>
                <a:path w="44396" h="126795" extrusionOk="0">
                  <a:moveTo>
                    <a:pt x="9166" y="1"/>
                  </a:moveTo>
                  <a:cubicBezTo>
                    <a:pt x="5937" y="1"/>
                    <a:pt x="3230" y="2512"/>
                    <a:pt x="3067" y="5742"/>
                  </a:cubicBezTo>
                  <a:lnTo>
                    <a:pt x="392" y="52290"/>
                  </a:lnTo>
                  <a:cubicBezTo>
                    <a:pt x="98" y="57673"/>
                    <a:pt x="0" y="63088"/>
                    <a:pt x="163" y="68502"/>
                  </a:cubicBezTo>
                  <a:cubicBezTo>
                    <a:pt x="163" y="68502"/>
                    <a:pt x="6100" y="70982"/>
                    <a:pt x="6100" y="74439"/>
                  </a:cubicBezTo>
                  <a:cubicBezTo>
                    <a:pt x="6100" y="77897"/>
                    <a:pt x="783" y="80735"/>
                    <a:pt x="783" y="80735"/>
                  </a:cubicBezTo>
                  <a:lnTo>
                    <a:pt x="3067" y="121020"/>
                  </a:lnTo>
                  <a:cubicBezTo>
                    <a:pt x="3230" y="124250"/>
                    <a:pt x="5937" y="126794"/>
                    <a:pt x="9166" y="126794"/>
                  </a:cubicBezTo>
                  <a:lnTo>
                    <a:pt x="35262" y="126794"/>
                  </a:lnTo>
                  <a:cubicBezTo>
                    <a:pt x="38492" y="126794"/>
                    <a:pt x="41199" y="124250"/>
                    <a:pt x="41362" y="121020"/>
                  </a:cubicBezTo>
                  <a:lnTo>
                    <a:pt x="43646" y="80735"/>
                  </a:lnTo>
                  <a:cubicBezTo>
                    <a:pt x="43646" y="80735"/>
                    <a:pt x="38329" y="77897"/>
                    <a:pt x="38329" y="74439"/>
                  </a:cubicBezTo>
                  <a:cubicBezTo>
                    <a:pt x="38329" y="70982"/>
                    <a:pt x="44265" y="68502"/>
                    <a:pt x="44265" y="68502"/>
                  </a:cubicBezTo>
                  <a:cubicBezTo>
                    <a:pt x="44396" y="63088"/>
                    <a:pt x="44331" y="57640"/>
                    <a:pt x="44037" y="52290"/>
                  </a:cubicBezTo>
                  <a:lnTo>
                    <a:pt x="41362" y="5742"/>
                  </a:lnTo>
                  <a:cubicBezTo>
                    <a:pt x="41167" y="2512"/>
                    <a:pt x="38492" y="1"/>
                    <a:pt x="3526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91"/>
            <p:cNvSpPr/>
            <p:nvPr/>
          </p:nvSpPr>
          <p:spPr>
            <a:xfrm>
              <a:off x="4941900" y="2287450"/>
              <a:ext cx="555375" cy="3169875"/>
            </a:xfrm>
            <a:custGeom>
              <a:avLst/>
              <a:gdLst/>
              <a:ahLst/>
              <a:cxnLst/>
              <a:rect l="l" t="t" r="r" b="b"/>
              <a:pathLst>
                <a:path w="22215" h="126795" extrusionOk="0">
                  <a:moveTo>
                    <a:pt x="0" y="1"/>
                  </a:moveTo>
                  <a:lnTo>
                    <a:pt x="0" y="126794"/>
                  </a:lnTo>
                  <a:lnTo>
                    <a:pt x="13048" y="126794"/>
                  </a:lnTo>
                  <a:cubicBezTo>
                    <a:pt x="16278" y="126794"/>
                    <a:pt x="18985" y="124250"/>
                    <a:pt x="19148" y="121020"/>
                  </a:cubicBezTo>
                  <a:lnTo>
                    <a:pt x="21432" y="80735"/>
                  </a:lnTo>
                  <a:cubicBezTo>
                    <a:pt x="21432" y="80735"/>
                    <a:pt x="16115" y="77897"/>
                    <a:pt x="16115" y="74439"/>
                  </a:cubicBezTo>
                  <a:cubicBezTo>
                    <a:pt x="16115" y="70982"/>
                    <a:pt x="22051" y="68502"/>
                    <a:pt x="22051" y="68502"/>
                  </a:cubicBezTo>
                  <a:cubicBezTo>
                    <a:pt x="22215" y="63088"/>
                    <a:pt x="22117" y="57640"/>
                    <a:pt x="21823" y="52290"/>
                  </a:cubicBezTo>
                  <a:lnTo>
                    <a:pt x="19148" y="5742"/>
                  </a:lnTo>
                  <a:cubicBezTo>
                    <a:pt x="18985" y="2512"/>
                    <a:pt x="16278" y="1"/>
                    <a:pt x="130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91"/>
            <p:cNvSpPr/>
            <p:nvPr/>
          </p:nvSpPr>
          <p:spPr>
            <a:xfrm>
              <a:off x="4137000" y="238125"/>
              <a:ext cx="1610625" cy="2355175"/>
            </a:xfrm>
            <a:custGeom>
              <a:avLst/>
              <a:gdLst/>
              <a:ahLst/>
              <a:cxnLst/>
              <a:rect l="l" t="t" r="r" b="b"/>
              <a:pathLst>
                <a:path w="64425" h="94207" extrusionOk="0">
                  <a:moveTo>
                    <a:pt x="6100" y="0"/>
                  </a:moveTo>
                  <a:cubicBezTo>
                    <a:pt x="2741" y="0"/>
                    <a:pt x="1" y="2740"/>
                    <a:pt x="1" y="6133"/>
                  </a:cubicBezTo>
                  <a:lnTo>
                    <a:pt x="1" y="46092"/>
                  </a:lnTo>
                  <a:lnTo>
                    <a:pt x="1" y="52192"/>
                  </a:lnTo>
                  <a:lnTo>
                    <a:pt x="1" y="61978"/>
                  </a:lnTo>
                  <a:cubicBezTo>
                    <a:pt x="1" y="79756"/>
                    <a:pt x="14451" y="94206"/>
                    <a:pt x="32196" y="94206"/>
                  </a:cubicBezTo>
                  <a:cubicBezTo>
                    <a:pt x="49974" y="94206"/>
                    <a:pt x="64425" y="79756"/>
                    <a:pt x="64425" y="61978"/>
                  </a:cubicBezTo>
                  <a:lnTo>
                    <a:pt x="64425" y="46092"/>
                  </a:lnTo>
                  <a:lnTo>
                    <a:pt x="38329" y="46092"/>
                  </a:lnTo>
                  <a:lnTo>
                    <a:pt x="38329" y="6133"/>
                  </a:lnTo>
                  <a:cubicBezTo>
                    <a:pt x="38329" y="2740"/>
                    <a:pt x="35589" y="0"/>
                    <a:pt x="32196" y="0"/>
                  </a:cubicBezTo>
                  <a:cubicBezTo>
                    <a:pt x="28804" y="0"/>
                    <a:pt x="26096" y="2740"/>
                    <a:pt x="26096" y="6133"/>
                  </a:cubicBezTo>
                  <a:lnTo>
                    <a:pt x="26096" y="46092"/>
                  </a:lnTo>
                  <a:lnTo>
                    <a:pt x="12233" y="46092"/>
                  </a:lnTo>
                  <a:lnTo>
                    <a:pt x="12233" y="6133"/>
                  </a:lnTo>
                  <a:cubicBezTo>
                    <a:pt x="12233" y="2740"/>
                    <a:pt x="9460" y="0"/>
                    <a:pt x="61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91"/>
            <p:cNvSpPr/>
            <p:nvPr/>
          </p:nvSpPr>
          <p:spPr>
            <a:xfrm>
              <a:off x="4941900" y="238125"/>
              <a:ext cx="805725" cy="2355175"/>
            </a:xfrm>
            <a:custGeom>
              <a:avLst/>
              <a:gdLst/>
              <a:ahLst/>
              <a:cxnLst/>
              <a:rect l="l" t="t" r="r" b="b"/>
              <a:pathLst>
                <a:path w="32229" h="94207" extrusionOk="0">
                  <a:moveTo>
                    <a:pt x="0" y="0"/>
                  </a:moveTo>
                  <a:lnTo>
                    <a:pt x="0" y="46092"/>
                  </a:lnTo>
                  <a:lnTo>
                    <a:pt x="0" y="58324"/>
                  </a:lnTo>
                  <a:lnTo>
                    <a:pt x="0" y="94206"/>
                  </a:lnTo>
                  <a:cubicBezTo>
                    <a:pt x="17778" y="94206"/>
                    <a:pt x="32229" y="79756"/>
                    <a:pt x="32229" y="61978"/>
                  </a:cubicBezTo>
                  <a:lnTo>
                    <a:pt x="32229" y="52192"/>
                  </a:lnTo>
                  <a:lnTo>
                    <a:pt x="32229" y="46092"/>
                  </a:lnTo>
                  <a:lnTo>
                    <a:pt x="32229" y="6133"/>
                  </a:lnTo>
                  <a:cubicBezTo>
                    <a:pt x="32229" y="2740"/>
                    <a:pt x="29489" y="0"/>
                    <a:pt x="26096" y="0"/>
                  </a:cubicBezTo>
                  <a:cubicBezTo>
                    <a:pt x="22736" y="0"/>
                    <a:pt x="19996" y="2740"/>
                    <a:pt x="19996" y="6133"/>
                  </a:cubicBezTo>
                  <a:lnTo>
                    <a:pt x="19996" y="46092"/>
                  </a:lnTo>
                  <a:lnTo>
                    <a:pt x="6133" y="46092"/>
                  </a:lnTo>
                  <a:lnTo>
                    <a:pt x="6133" y="6133"/>
                  </a:lnTo>
                  <a:cubicBezTo>
                    <a:pt x="6133" y="2740"/>
                    <a:pt x="3393" y="0"/>
                    <a:pt x="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91"/>
            <p:cNvSpPr/>
            <p:nvPr/>
          </p:nvSpPr>
          <p:spPr>
            <a:xfrm>
              <a:off x="4390625" y="4000000"/>
              <a:ext cx="1102575" cy="305825"/>
            </a:xfrm>
            <a:custGeom>
              <a:avLst/>
              <a:gdLst/>
              <a:ahLst/>
              <a:cxnLst/>
              <a:rect l="l" t="t" r="r" b="b"/>
              <a:pathLst>
                <a:path w="44103" h="12233" extrusionOk="0">
                  <a:moveTo>
                    <a:pt x="0" y="0"/>
                  </a:moveTo>
                  <a:cubicBezTo>
                    <a:pt x="66" y="1860"/>
                    <a:pt x="131" y="3719"/>
                    <a:pt x="229" y="5578"/>
                  </a:cubicBezTo>
                  <a:lnTo>
                    <a:pt x="620" y="12233"/>
                  </a:lnTo>
                  <a:lnTo>
                    <a:pt x="43483" y="12233"/>
                  </a:lnTo>
                  <a:lnTo>
                    <a:pt x="43874" y="5578"/>
                  </a:lnTo>
                  <a:cubicBezTo>
                    <a:pt x="43972" y="3719"/>
                    <a:pt x="44037" y="1860"/>
                    <a:pt x="441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91"/>
            <p:cNvSpPr/>
            <p:nvPr/>
          </p:nvSpPr>
          <p:spPr>
            <a:xfrm>
              <a:off x="4941900" y="4000000"/>
              <a:ext cx="551300" cy="305825"/>
            </a:xfrm>
            <a:custGeom>
              <a:avLst/>
              <a:gdLst/>
              <a:ahLst/>
              <a:cxnLst/>
              <a:rect l="l" t="t" r="r" b="b"/>
              <a:pathLst>
                <a:path w="22052" h="12233" extrusionOk="0">
                  <a:moveTo>
                    <a:pt x="0" y="0"/>
                  </a:moveTo>
                  <a:lnTo>
                    <a:pt x="0" y="12233"/>
                  </a:lnTo>
                  <a:lnTo>
                    <a:pt x="21432" y="12233"/>
                  </a:lnTo>
                  <a:lnTo>
                    <a:pt x="21823" y="5578"/>
                  </a:lnTo>
                  <a:cubicBezTo>
                    <a:pt x="21921" y="3719"/>
                    <a:pt x="21986" y="1860"/>
                    <a:pt x="220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91"/>
            <p:cNvSpPr/>
            <p:nvPr/>
          </p:nvSpPr>
          <p:spPr>
            <a:xfrm>
              <a:off x="1924550" y="324550"/>
              <a:ext cx="1794125" cy="2181475"/>
            </a:xfrm>
            <a:custGeom>
              <a:avLst/>
              <a:gdLst/>
              <a:ahLst/>
              <a:cxnLst/>
              <a:rect l="l" t="t" r="r" b="b"/>
              <a:pathLst>
                <a:path w="71765" h="87259" extrusionOk="0">
                  <a:moveTo>
                    <a:pt x="35883" y="1"/>
                  </a:moveTo>
                  <a:cubicBezTo>
                    <a:pt x="26847" y="1"/>
                    <a:pt x="17550" y="6427"/>
                    <a:pt x="10341" y="17648"/>
                  </a:cubicBezTo>
                  <a:cubicBezTo>
                    <a:pt x="3883" y="27728"/>
                    <a:pt x="1" y="40351"/>
                    <a:pt x="1" y="51377"/>
                  </a:cubicBezTo>
                  <a:cubicBezTo>
                    <a:pt x="1" y="62794"/>
                    <a:pt x="3720" y="72156"/>
                    <a:pt x="10700" y="78517"/>
                  </a:cubicBezTo>
                  <a:cubicBezTo>
                    <a:pt x="17028" y="84225"/>
                    <a:pt x="25738" y="87259"/>
                    <a:pt x="35883" y="87259"/>
                  </a:cubicBezTo>
                  <a:cubicBezTo>
                    <a:pt x="46028" y="87259"/>
                    <a:pt x="54737" y="84225"/>
                    <a:pt x="61065" y="78517"/>
                  </a:cubicBezTo>
                  <a:cubicBezTo>
                    <a:pt x="68046" y="72156"/>
                    <a:pt x="71765" y="62794"/>
                    <a:pt x="71765" y="51377"/>
                  </a:cubicBezTo>
                  <a:cubicBezTo>
                    <a:pt x="71765" y="40351"/>
                    <a:pt x="67883" y="27728"/>
                    <a:pt x="61424" y="17648"/>
                  </a:cubicBezTo>
                  <a:cubicBezTo>
                    <a:pt x="54215" y="6427"/>
                    <a:pt x="44918" y="1"/>
                    <a:pt x="358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91"/>
            <p:cNvSpPr/>
            <p:nvPr/>
          </p:nvSpPr>
          <p:spPr>
            <a:xfrm>
              <a:off x="2821600" y="324550"/>
              <a:ext cx="897075" cy="2181475"/>
            </a:xfrm>
            <a:custGeom>
              <a:avLst/>
              <a:gdLst/>
              <a:ahLst/>
              <a:cxnLst/>
              <a:rect l="l" t="t" r="r" b="b"/>
              <a:pathLst>
                <a:path w="35883" h="87259" extrusionOk="0">
                  <a:moveTo>
                    <a:pt x="1" y="1"/>
                  </a:moveTo>
                  <a:lnTo>
                    <a:pt x="1" y="87259"/>
                  </a:lnTo>
                  <a:cubicBezTo>
                    <a:pt x="10146" y="87259"/>
                    <a:pt x="18855" y="84225"/>
                    <a:pt x="25183" y="78517"/>
                  </a:cubicBezTo>
                  <a:cubicBezTo>
                    <a:pt x="32164" y="72156"/>
                    <a:pt x="35883" y="62794"/>
                    <a:pt x="35883" y="51377"/>
                  </a:cubicBezTo>
                  <a:cubicBezTo>
                    <a:pt x="35883" y="40351"/>
                    <a:pt x="32001" y="27728"/>
                    <a:pt x="25542" y="17648"/>
                  </a:cubicBezTo>
                  <a:cubicBezTo>
                    <a:pt x="18333" y="6427"/>
                    <a:pt x="9036"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91"/>
            <p:cNvSpPr/>
            <p:nvPr/>
          </p:nvSpPr>
          <p:spPr>
            <a:xfrm>
              <a:off x="2274400" y="2287450"/>
              <a:ext cx="1109925" cy="3169875"/>
            </a:xfrm>
            <a:custGeom>
              <a:avLst/>
              <a:gdLst/>
              <a:ahLst/>
              <a:cxnLst/>
              <a:rect l="l" t="t" r="r" b="b"/>
              <a:pathLst>
                <a:path w="44397" h="126795" extrusionOk="0">
                  <a:moveTo>
                    <a:pt x="9134" y="1"/>
                  </a:moveTo>
                  <a:cubicBezTo>
                    <a:pt x="5905" y="1"/>
                    <a:pt x="3230" y="2512"/>
                    <a:pt x="3034" y="5742"/>
                  </a:cubicBezTo>
                  <a:lnTo>
                    <a:pt x="392" y="52290"/>
                  </a:lnTo>
                  <a:cubicBezTo>
                    <a:pt x="66" y="57673"/>
                    <a:pt x="1" y="63088"/>
                    <a:pt x="131" y="68502"/>
                  </a:cubicBezTo>
                  <a:cubicBezTo>
                    <a:pt x="131" y="68600"/>
                    <a:pt x="164" y="68698"/>
                    <a:pt x="164" y="68829"/>
                  </a:cubicBezTo>
                  <a:cubicBezTo>
                    <a:pt x="1632" y="69677"/>
                    <a:pt x="5318" y="72058"/>
                    <a:pt x="5318" y="74602"/>
                  </a:cubicBezTo>
                  <a:cubicBezTo>
                    <a:pt x="5318" y="77114"/>
                    <a:pt x="2088" y="79495"/>
                    <a:pt x="718" y="80376"/>
                  </a:cubicBezTo>
                  <a:lnTo>
                    <a:pt x="751" y="80735"/>
                  </a:lnTo>
                  <a:lnTo>
                    <a:pt x="3034" y="121020"/>
                  </a:lnTo>
                  <a:cubicBezTo>
                    <a:pt x="3230" y="124250"/>
                    <a:pt x="5905" y="126794"/>
                    <a:pt x="9134" y="126794"/>
                  </a:cubicBezTo>
                  <a:lnTo>
                    <a:pt x="35230" y="126794"/>
                  </a:lnTo>
                  <a:cubicBezTo>
                    <a:pt x="38492" y="126794"/>
                    <a:pt x="41167" y="124250"/>
                    <a:pt x="41363" y="121020"/>
                  </a:cubicBezTo>
                  <a:lnTo>
                    <a:pt x="43646" y="80735"/>
                  </a:lnTo>
                  <a:cubicBezTo>
                    <a:pt x="43646" y="80735"/>
                    <a:pt x="38460" y="77799"/>
                    <a:pt x="38460" y="74602"/>
                  </a:cubicBezTo>
                  <a:cubicBezTo>
                    <a:pt x="38460" y="71406"/>
                    <a:pt x="44233" y="68502"/>
                    <a:pt x="44233" y="68502"/>
                  </a:cubicBezTo>
                  <a:cubicBezTo>
                    <a:pt x="44396" y="63088"/>
                    <a:pt x="44299" y="57640"/>
                    <a:pt x="44005" y="52290"/>
                  </a:cubicBezTo>
                  <a:lnTo>
                    <a:pt x="41363" y="5742"/>
                  </a:lnTo>
                  <a:cubicBezTo>
                    <a:pt x="41167" y="2512"/>
                    <a:pt x="38492" y="1"/>
                    <a:pt x="352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91"/>
            <p:cNvSpPr/>
            <p:nvPr/>
          </p:nvSpPr>
          <p:spPr>
            <a:xfrm>
              <a:off x="2821600" y="2287450"/>
              <a:ext cx="562725" cy="3169875"/>
            </a:xfrm>
            <a:custGeom>
              <a:avLst/>
              <a:gdLst/>
              <a:ahLst/>
              <a:cxnLst/>
              <a:rect l="l" t="t" r="r" b="b"/>
              <a:pathLst>
                <a:path w="22509" h="126795" extrusionOk="0">
                  <a:moveTo>
                    <a:pt x="1" y="1"/>
                  </a:moveTo>
                  <a:lnTo>
                    <a:pt x="1" y="126794"/>
                  </a:lnTo>
                  <a:lnTo>
                    <a:pt x="13342" y="126794"/>
                  </a:lnTo>
                  <a:cubicBezTo>
                    <a:pt x="16604" y="126794"/>
                    <a:pt x="19279" y="124250"/>
                    <a:pt x="19475" y="121020"/>
                  </a:cubicBezTo>
                  <a:lnTo>
                    <a:pt x="21758" y="80735"/>
                  </a:lnTo>
                  <a:cubicBezTo>
                    <a:pt x="21758" y="80735"/>
                    <a:pt x="16572" y="77799"/>
                    <a:pt x="16572" y="74602"/>
                  </a:cubicBezTo>
                  <a:cubicBezTo>
                    <a:pt x="16572" y="71406"/>
                    <a:pt x="22345" y="68502"/>
                    <a:pt x="22345" y="68502"/>
                  </a:cubicBezTo>
                  <a:cubicBezTo>
                    <a:pt x="22508" y="63088"/>
                    <a:pt x="22411" y="57640"/>
                    <a:pt x="22117" y="52290"/>
                  </a:cubicBezTo>
                  <a:lnTo>
                    <a:pt x="19475" y="5742"/>
                  </a:lnTo>
                  <a:cubicBezTo>
                    <a:pt x="19279" y="2512"/>
                    <a:pt x="16604" y="1"/>
                    <a:pt x="133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91"/>
            <p:cNvSpPr/>
            <p:nvPr/>
          </p:nvSpPr>
          <p:spPr>
            <a:xfrm>
              <a:off x="1853600" y="238125"/>
              <a:ext cx="1936850" cy="2355175"/>
            </a:xfrm>
            <a:custGeom>
              <a:avLst/>
              <a:gdLst/>
              <a:ahLst/>
              <a:cxnLst/>
              <a:rect l="l" t="t" r="r" b="b"/>
              <a:pathLst>
                <a:path w="77474" h="94207" extrusionOk="0">
                  <a:moveTo>
                    <a:pt x="38721" y="12232"/>
                  </a:moveTo>
                  <a:cubicBezTo>
                    <a:pt x="44136" y="12232"/>
                    <a:pt x="50594" y="17256"/>
                    <a:pt x="56009" y="25639"/>
                  </a:cubicBezTo>
                  <a:cubicBezTo>
                    <a:pt x="61783" y="34642"/>
                    <a:pt x="65241" y="45766"/>
                    <a:pt x="65241" y="55454"/>
                  </a:cubicBezTo>
                  <a:cubicBezTo>
                    <a:pt x="65241" y="79364"/>
                    <a:pt x="46680" y="81974"/>
                    <a:pt x="38721" y="81974"/>
                  </a:cubicBezTo>
                  <a:cubicBezTo>
                    <a:pt x="30761" y="81974"/>
                    <a:pt x="12233" y="79364"/>
                    <a:pt x="12233" y="55454"/>
                  </a:cubicBezTo>
                  <a:cubicBezTo>
                    <a:pt x="12233" y="45766"/>
                    <a:pt x="15658" y="34642"/>
                    <a:pt x="21432" y="25639"/>
                  </a:cubicBezTo>
                  <a:cubicBezTo>
                    <a:pt x="26847" y="17256"/>
                    <a:pt x="33306" y="12232"/>
                    <a:pt x="38721" y="12232"/>
                  </a:cubicBezTo>
                  <a:close/>
                  <a:moveTo>
                    <a:pt x="38721" y="0"/>
                  </a:moveTo>
                  <a:cubicBezTo>
                    <a:pt x="28967" y="0"/>
                    <a:pt x="18920" y="6948"/>
                    <a:pt x="11157" y="19050"/>
                  </a:cubicBezTo>
                  <a:cubicBezTo>
                    <a:pt x="4144" y="29912"/>
                    <a:pt x="1" y="43515"/>
                    <a:pt x="1" y="55454"/>
                  </a:cubicBezTo>
                  <a:cubicBezTo>
                    <a:pt x="1" y="67784"/>
                    <a:pt x="3981" y="77896"/>
                    <a:pt x="11548" y="84746"/>
                  </a:cubicBezTo>
                  <a:cubicBezTo>
                    <a:pt x="18399" y="90912"/>
                    <a:pt x="27793" y="94206"/>
                    <a:pt x="38721" y="94206"/>
                  </a:cubicBezTo>
                  <a:cubicBezTo>
                    <a:pt x="49648" y="94174"/>
                    <a:pt x="59043" y="90912"/>
                    <a:pt x="65893" y="84746"/>
                  </a:cubicBezTo>
                  <a:cubicBezTo>
                    <a:pt x="73461" y="77896"/>
                    <a:pt x="77473" y="67784"/>
                    <a:pt x="77473" y="55454"/>
                  </a:cubicBezTo>
                  <a:cubicBezTo>
                    <a:pt x="77473" y="43515"/>
                    <a:pt x="73298" y="29912"/>
                    <a:pt x="66285" y="19050"/>
                  </a:cubicBezTo>
                  <a:cubicBezTo>
                    <a:pt x="58521" y="6948"/>
                    <a:pt x="48474" y="0"/>
                    <a:pt x="387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91"/>
            <p:cNvSpPr/>
            <p:nvPr/>
          </p:nvSpPr>
          <p:spPr>
            <a:xfrm>
              <a:off x="2821600" y="238125"/>
              <a:ext cx="968850" cy="2355175"/>
            </a:xfrm>
            <a:custGeom>
              <a:avLst/>
              <a:gdLst/>
              <a:ahLst/>
              <a:cxnLst/>
              <a:rect l="l" t="t" r="r" b="b"/>
              <a:pathLst>
                <a:path w="38754" h="94207" extrusionOk="0">
                  <a:moveTo>
                    <a:pt x="1" y="0"/>
                  </a:moveTo>
                  <a:lnTo>
                    <a:pt x="1" y="12232"/>
                  </a:lnTo>
                  <a:cubicBezTo>
                    <a:pt x="5416" y="12232"/>
                    <a:pt x="11874" y="17256"/>
                    <a:pt x="17289" y="25639"/>
                  </a:cubicBezTo>
                  <a:cubicBezTo>
                    <a:pt x="23063" y="34642"/>
                    <a:pt x="26521" y="45766"/>
                    <a:pt x="26521" y="55454"/>
                  </a:cubicBezTo>
                  <a:cubicBezTo>
                    <a:pt x="26521" y="79364"/>
                    <a:pt x="7960" y="81974"/>
                    <a:pt x="1" y="81974"/>
                  </a:cubicBezTo>
                  <a:lnTo>
                    <a:pt x="1" y="94206"/>
                  </a:lnTo>
                  <a:cubicBezTo>
                    <a:pt x="10928" y="94206"/>
                    <a:pt x="20323" y="90912"/>
                    <a:pt x="27173" y="84746"/>
                  </a:cubicBezTo>
                  <a:cubicBezTo>
                    <a:pt x="34741" y="77896"/>
                    <a:pt x="38753" y="67784"/>
                    <a:pt x="38753" y="55454"/>
                  </a:cubicBezTo>
                  <a:cubicBezTo>
                    <a:pt x="38753" y="43515"/>
                    <a:pt x="34578" y="29912"/>
                    <a:pt x="27565" y="19050"/>
                  </a:cubicBezTo>
                  <a:cubicBezTo>
                    <a:pt x="19801" y="6948"/>
                    <a:pt x="9754"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91"/>
            <p:cNvSpPr/>
            <p:nvPr/>
          </p:nvSpPr>
          <p:spPr>
            <a:xfrm>
              <a:off x="2277675" y="4000000"/>
              <a:ext cx="1102575" cy="305825"/>
            </a:xfrm>
            <a:custGeom>
              <a:avLst/>
              <a:gdLst/>
              <a:ahLst/>
              <a:cxnLst/>
              <a:rect l="l" t="t" r="r" b="b"/>
              <a:pathLst>
                <a:path w="44103" h="12233" extrusionOk="0">
                  <a:moveTo>
                    <a:pt x="0" y="0"/>
                  </a:moveTo>
                  <a:cubicBezTo>
                    <a:pt x="66" y="1860"/>
                    <a:pt x="131" y="3719"/>
                    <a:pt x="261" y="5578"/>
                  </a:cubicBezTo>
                  <a:lnTo>
                    <a:pt x="620" y="12233"/>
                  </a:lnTo>
                  <a:lnTo>
                    <a:pt x="43515" y="12233"/>
                  </a:lnTo>
                  <a:lnTo>
                    <a:pt x="43874" y="5578"/>
                  </a:lnTo>
                  <a:cubicBezTo>
                    <a:pt x="43972" y="3719"/>
                    <a:pt x="44070" y="1860"/>
                    <a:pt x="441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91"/>
            <p:cNvSpPr/>
            <p:nvPr/>
          </p:nvSpPr>
          <p:spPr>
            <a:xfrm>
              <a:off x="2821600" y="4000000"/>
              <a:ext cx="558650" cy="305825"/>
            </a:xfrm>
            <a:custGeom>
              <a:avLst/>
              <a:gdLst/>
              <a:ahLst/>
              <a:cxnLst/>
              <a:rect l="l" t="t" r="r" b="b"/>
              <a:pathLst>
                <a:path w="22346" h="12233" extrusionOk="0">
                  <a:moveTo>
                    <a:pt x="1" y="0"/>
                  </a:moveTo>
                  <a:lnTo>
                    <a:pt x="1" y="12233"/>
                  </a:lnTo>
                  <a:lnTo>
                    <a:pt x="21758" y="12233"/>
                  </a:lnTo>
                  <a:lnTo>
                    <a:pt x="22117" y="5578"/>
                  </a:lnTo>
                  <a:cubicBezTo>
                    <a:pt x="22215" y="3719"/>
                    <a:pt x="22313" y="1860"/>
                    <a:pt x="22345" y="0"/>
                  </a:cubicBezTo>
                  <a:close/>
                </a:path>
              </a:pathLst>
            </a:custGeom>
            <a:solidFill>
              <a:srgbClr val="00C8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3" name="Google Shape;2683;p91"/>
          <p:cNvGrpSpPr/>
          <p:nvPr/>
        </p:nvGrpSpPr>
        <p:grpSpPr>
          <a:xfrm>
            <a:off x="4257374" y="1811772"/>
            <a:ext cx="731732" cy="731732"/>
            <a:chOff x="1190625" y="238125"/>
            <a:chExt cx="5219200" cy="5219200"/>
          </a:xfrm>
        </p:grpSpPr>
        <p:sp>
          <p:nvSpPr>
            <p:cNvPr id="2684" name="Google Shape;2684;p91"/>
            <p:cNvSpPr/>
            <p:nvPr/>
          </p:nvSpPr>
          <p:spPr>
            <a:xfrm>
              <a:off x="1353700" y="1471950"/>
              <a:ext cx="2426150" cy="2426125"/>
            </a:xfrm>
            <a:custGeom>
              <a:avLst/>
              <a:gdLst/>
              <a:ahLst/>
              <a:cxnLst/>
              <a:rect l="l" t="t" r="r" b="b"/>
              <a:pathLst>
                <a:path w="97046" h="97045" extrusionOk="0">
                  <a:moveTo>
                    <a:pt x="48539" y="1"/>
                  </a:moveTo>
                  <a:cubicBezTo>
                    <a:pt x="21726" y="1"/>
                    <a:pt x="1" y="21693"/>
                    <a:pt x="1" y="48507"/>
                  </a:cubicBezTo>
                  <a:cubicBezTo>
                    <a:pt x="1" y="75320"/>
                    <a:pt x="21726" y="97045"/>
                    <a:pt x="48539" y="97045"/>
                  </a:cubicBezTo>
                  <a:cubicBezTo>
                    <a:pt x="75320" y="97045"/>
                    <a:pt x="97045" y="75320"/>
                    <a:pt x="97045" y="48507"/>
                  </a:cubicBezTo>
                  <a:cubicBezTo>
                    <a:pt x="97045" y="21693"/>
                    <a:pt x="75320" y="1"/>
                    <a:pt x="48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91"/>
            <p:cNvSpPr/>
            <p:nvPr/>
          </p:nvSpPr>
          <p:spPr>
            <a:xfrm>
              <a:off x="2567175" y="1471950"/>
              <a:ext cx="1212675" cy="2426125"/>
            </a:xfrm>
            <a:custGeom>
              <a:avLst/>
              <a:gdLst/>
              <a:ahLst/>
              <a:cxnLst/>
              <a:rect l="l" t="t" r="r" b="b"/>
              <a:pathLst>
                <a:path w="48507" h="97045" extrusionOk="0">
                  <a:moveTo>
                    <a:pt x="0" y="1"/>
                  </a:moveTo>
                  <a:lnTo>
                    <a:pt x="0" y="97045"/>
                  </a:lnTo>
                  <a:cubicBezTo>
                    <a:pt x="26749" y="97045"/>
                    <a:pt x="48506" y="75255"/>
                    <a:pt x="48506" y="48507"/>
                  </a:cubicBezTo>
                  <a:cubicBezTo>
                    <a:pt x="48506" y="21758"/>
                    <a:pt x="26749"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91"/>
            <p:cNvSpPr/>
            <p:nvPr/>
          </p:nvSpPr>
          <p:spPr>
            <a:xfrm>
              <a:off x="2131700" y="948750"/>
              <a:ext cx="1076475" cy="1155250"/>
            </a:xfrm>
            <a:custGeom>
              <a:avLst/>
              <a:gdLst/>
              <a:ahLst/>
              <a:cxnLst/>
              <a:rect l="l" t="t" r="r" b="b"/>
              <a:pathLst>
                <a:path w="43059" h="46210" extrusionOk="0">
                  <a:moveTo>
                    <a:pt x="36391" y="1"/>
                  </a:moveTo>
                  <a:cubicBezTo>
                    <a:pt x="35998" y="1"/>
                    <a:pt x="35598" y="39"/>
                    <a:pt x="35197" y="117"/>
                  </a:cubicBezTo>
                  <a:cubicBezTo>
                    <a:pt x="26781" y="1814"/>
                    <a:pt x="18463" y="8827"/>
                    <a:pt x="10471" y="20961"/>
                  </a:cubicBezTo>
                  <a:cubicBezTo>
                    <a:pt x="4893" y="29410"/>
                    <a:pt x="1468" y="37337"/>
                    <a:pt x="1338" y="37663"/>
                  </a:cubicBezTo>
                  <a:cubicBezTo>
                    <a:pt x="0" y="40762"/>
                    <a:pt x="1436" y="44383"/>
                    <a:pt x="4567" y="45687"/>
                  </a:cubicBezTo>
                  <a:cubicBezTo>
                    <a:pt x="5350" y="46046"/>
                    <a:pt x="6165" y="46209"/>
                    <a:pt x="6948" y="46209"/>
                  </a:cubicBezTo>
                  <a:cubicBezTo>
                    <a:pt x="9330" y="46209"/>
                    <a:pt x="11580" y="44807"/>
                    <a:pt x="12592" y="42491"/>
                  </a:cubicBezTo>
                  <a:cubicBezTo>
                    <a:pt x="15658" y="35282"/>
                    <a:pt x="26879" y="14274"/>
                    <a:pt x="37611" y="12121"/>
                  </a:cubicBezTo>
                  <a:cubicBezTo>
                    <a:pt x="40938" y="11469"/>
                    <a:pt x="43059" y="8240"/>
                    <a:pt x="42406" y="4945"/>
                  </a:cubicBezTo>
                  <a:cubicBezTo>
                    <a:pt x="41832" y="2019"/>
                    <a:pt x="39265" y="1"/>
                    <a:pt x="36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91"/>
            <p:cNvSpPr/>
            <p:nvPr/>
          </p:nvSpPr>
          <p:spPr>
            <a:xfrm>
              <a:off x="1467875" y="684850"/>
              <a:ext cx="1187400" cy="1419150"/>
            </a:xfrm>
            <a:custGeom>
              <a:avLst/>
              <a:gdLst/>
              <a:ahLst/>
              <a:cxnLst/>
              <a:rect l="l" t="t" r="r" b="b"/>
              <a:pathLst>
                <a:path w="47496" h="56766" extrusionOk="0">
                  <a:moveTo>
                    <a:pt x="14012" y="0"/>
                  </a:moveTo>
                  <a:cubicBezTo>
                    <a:pt x="11706" y="0"/>
                    <a:pt x="9533" y="1303"/>
                    <a:pt x="8482" y="3432"/>
                  </a:cubicBezTo>
                  <a:cubicBezTo>
                    <a:pt x="8156" y="4149"/>
                    <a:pt x="1" y="21210"/>
                    <a:pt x="6459" y="35758"/>
                  </a:cubicBezTo>
                  <a:cubicBezTo>
                    <a:pt x="12886" y="50209"/>
                    <a:pt x="30859" y="56211"/>
                    <a:pt x="31609" y="56439"/>
                  </a:cubicBezTo>
                  <a:cubicBezTo>
                    <a:pt x="32262" y="56667"/>
                    <a:pt x="32882" y="56765"/>
                    <a:pt x="33501" y="56765"/>
                  </a:cubicBezTo>
                  <a:cubicBezTo>
                    <a:pt x="35817" y="56765"/>
                    <a:pt x="38036" y="55428"/>
                    <a:pt x="39047" y="53242"/>
                  </a:cubicBezTo>
                  <a:cubicBezTo>
                    <a:pt x="39406" y="52492"/>
                    <a:pt x="47495" y="34877"/>
                    <a:pt x="41037" y="20394"/>
                  </a:cubicBezTo>
                  <a:cubicBezTo>
                    <a:pt x="34578" y="5813"/>
                    <a:pt x="16441" y="463"/>
                    <a:pt x="15691" y="235"/>
                  </a:cubicBezTo>
                  <a:cubicBezTo>
                    <a:pt x="15133" y="76"/>
                    <a:pt x="14568" y="0"/>
                    <a:pt x="140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91"/>
            <p:cNvSpPr/>
            <p:nvPr/>
          </p:nvSpPr>
          <p:spPr>
            <a:xfrm>
              <a:off x="4218550" y="238125"/>
              <a:ext cx="1610625" cy="3904600"/>
            </a:xfrm>
            <a:custGeom>
              <a:avLst/>
              <a:gdLst/>
              <a:ahLst/>
              <a:cxnLst/>
              <a:rect l="l" t="t" r="r" b="b"/>
              <a:pathLst>
                <a:path w="64425" h="156184" extrusionOk="0">
                  <a:moveTo>
                    <a:pt x="19148" y="0"/>
                  </a:moveTo>
                  <a:cubicBezTo>
                    <a:pt x="15789" y="0"/>
                    <a:pt x="13049" y="2740"/>
                    <a:pt x="13049" y="6133"/>
                  </a:cubicBezTo>
                  <a:lnTo>
                    <a:pt x="13049" y="48343"/>
                  </a:lnTo>
                  <a:cubicBezTo>
                    <a:pt x="4894" y="54018"/>
                    <a:pt x="1" y="63315"/>
                    <a:pt x="1" y="73395"/>
                  </a:cubicBezTo>
                  <a:lnTo>
                    <a:pt x="1" y="150051"/>
                  </a:lnTo>
                  <a:cubicBezTo>
                    <a:pt x="1" y="153444"/>
                    <a:pt x="2741" y="156184"/>
                    <a:pt x="6100" y="156184"/>
                  </a:cubicBezTo>
                  <a:lnTo>
                    <a:pt x="58292" y="156184"/>
                  </a:lnTo>
                  <a:cubicBezTo>
                    <a:pt x="61685" y="156184"/>
                    <a:pt x="64425" y="153444"/>
                    <a:pt x="64425" y="150051"/>
                  </a:cubicBezTo>
                  <a:lnTo>
                    <a:pt x="64425" y="73395"/>
                  </a:lnTo>
                  <a:cubicBezTo>
                    <a:pt x="64425" y="63380"/>
                    <a:pt x="59597" y="54410"/>
                    <a:pt x="51344" y="48734"/>
                  </a:cubicBezTo>
                  <a:lnTo>
                    <a:pt x="51377" y="6133"/>
                  </a:lnTo>
                  <a:cubicBezTo>
                    <a:pt x="51377" y="4502"/>
                    <a:pt x="50724" y="2936"/>
                    <a:pt x="49583" y="1794"/>
                  </a:cubicBezTo>
                  <a:cubicBezTo>
                    <a:pt x="48441" y="652"/>
                    <a:pt x="46875" y="0"/>
                    <a:pt x="45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91"/>
            <p:cNvSpPr/>
            <p:nvPr/>
          </p:nvSpPr>
          <p:spPr>
            <a:xfrm>
              <a:off x="5023450" y="238125"/>
              <a:ext cx="805725" cy="3904600"/>
            </a:xfrm>
            <a:custGeom>
              <a:avLst/>
              <a:gdLst/>
              <a:ahLst/>
              <a:cxnLst/>
              <a:rect l="l" t="t" r="r" b="b"/>
              <a:pathLst>
                <a:path w="32229" h="156184" extrusionOk="0">
                  <a:moveTo>
                    <a:pt x="0" y="0"/>
                  </a:moveTo>
                  <a:lnTo>
                    <a:pt x="0" y="156184"/>
                  </a:lnTo>
                  <a:lnTo>
                    <a:pt x="26096" y="156184"/>
                  </a:lnTo>
                  <a:cubicBezTo>
                    <a:pt x="29489" y="156184"/>
                    <a:pt x="32229" y="153444"/>
                    <a:pt x="32229" y="150051"/>
                  </a:cubicBezTo>
                  <a:lnTo>
                    <a:pt x="32229" y="73395"/>
                  </a:lnTo>
                  <a:cubicBezTo>
                    <a:pt x="32229" y="63380"/>
                    <a:pt x="27401" y="54410"/>
                    <a:pt x="19148" y="48734"/>
                  </a:cubicBezTo>
                  <a:lnTo>
                    <a:pt x="19181" y="6133"/>
                  </a:lnTo>
                  <a:cubicBezTo>
                    <a:pt x="19181" y="4502"/>
                    <a:pt x="18528" y="2936"/>
                    <a:pt x="17387" y="1794"/>
                  </a:cubicBezTo>
                  <a:cubicBezTo>
                    <a:pt x="16245" y="652"/>
                    <a:pt x="14679" y="0"/>
                    <a:pt x="130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91"/>
            <p:cNvSpPr/>
            <p:nvPr/>
          </p:nvSpPr>
          <p:spPr>
            <a:xfrm>
              <a:off x="4544750" y="238125"/>
              <a:ext cx="958225" cy="968825"/>
            </a:xfrm>
            <a:custGeom>
              <a:avLst/>
              <a:gdLst/>
              <a:ahLst/>
              <a:cxnLst/>
              <a:rect l="l" t="t" r="r" b="b"/>
              <a:pathLst>
                <a:path w="38329" h="38753" extrusionOk="0">
                  <a:moveTo>
                    <a:pt x="6100" y="0"/>
                  </a:moveTo>
                  <a:cubicBezTo>
                    <a:pt x="2708" y="0"/>
                    <a:pt x="1" y="2740"/>
                    <a:pt x="1" y="6133"/>
                  </a:cubicBezTo>
                  <a:lnTo>
                    <a:pt x="1" y="32620"/>
                  </a:lnTo>
                  <a:cubicBezTo>
                    <a:pt x="1" y="36012"/>
                    <a:pt x="2708" y="38752"/>
                    <a:pt x="6100" y="38752"/>
                  </a:cubicBezTo>
                  <a:lnTo>
                    <a:pt x="32196" y="38752"/>
                  </a:lnTo>
                  <a:cubicBezTo>
                    <a:pt x="35556" y="38752"/>
                    <a:pt x="38296" y="36012"/>
                    <a:pt x="38296" y="32620"/>
                  </a:cubicBezTo>
                  <a:lnTo>
                    <a:pt x="38329" y="6133"/>
                  </a:lnTo>
                  <a:cubicBezTo>
                    <a:pt x="38329" y="4502"/>
                    <a:pt x="37676" y="2936"/>
                    <a:pt x="36535" y="1794"/>
                  </a:cubicBezTo>
                  <a:cubicBezTo>
                    <a:pt x="35360" y="652"/>
                    <a:pt x="33827" y="0"/>
                    <a:pt x="32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91"/>
            <p:cNvSpPr/>
            <p:nvPr/>
          </p:nvSpPr>
          <p:spPr>
            <a:xfrm>
              <a:off x="5023450" y="238125"/>
              <a:ext cx="479525" cy="968825"/>
            </a:xfrm>
            <a:custGeom>
              <a:avLst/>
              <a:gdLst/>
              <a:ahLst/>
              <a:cxnLst/>
              <a:rect l="l" t="t" r="r" b="b"/>
              <a:pathLst>
                <a:path w="19181" h="38753" extrusionOk="0">
                  <a:moveTo>
                    <a:pt x="0" y="0"/>
                  </a:moveTo>
                  <a:lnTo>
                    <a:pt x="0" y="38752"/>
                  </a:lnTo>
                  <a:lnTo>
                    <a:pt x="13048" y="38752"/>
                  </a:lnTo>
                  <a:cubicBezTo>
                    <a:pt x="16408" y="38752"/>
                    <a:pt x="19148" y="36012"/>
                    <a:pt x="19148" y="32620"/>
                  </a:cubicBezTo>
                  <a:lnTo>
                    <a:pt x="19181" y="6133"/>
                  </a:lnTo>
                  <a:cubicBezTo>
                    <a:pt x="19181" y="4502"/>
                    <a:pt x="18528" y="2936"/>
                    <a:pt x="17387" y="1794"/>
                  </a:cubicBezTo>
                  <a:cubicBezTo>
                    <a:pt x="16212" y="652"/>
                    <a:pt x="14679" y="0"/>
                    <a:pt x="130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91"/>
            <p:cNvSpPr/>
            <p:nvPr/>
          </p:nvSpPr>
          <p:spPr>
            <a:xfrm>
              <a:off x="4544750" y="901100"/>
              <a:ext cx="957425" cy="305850"/>
            </a:xfrm>
            <a:custGeom>
              <a:avLst/>
              <a:gdLst/>
              <a:ahLst/>
              <a:cxnLst/>
              <a:rect l="l" t="t" r="r" b="b"/>
              <a:pathLst>
                <a:path w="38297" h="12234" extrusionOk="0">
                  <a:moveTo>
                    <a:pt x="1" y="1"/>
                  </a:moveTo>
                  <a:lnTo>
                    <a:pt x="1" y="12233"/>
                  </a:lnTo>
                  <a:lnTo>
                    <a:pt x="38296" y="12233"/>
                  </a:lnTo>
                  <a:lnTo>
                    <a:pt x="382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91"/>
            <p:cNvSpPr/>
            <p:nvPr/>
          </p:nvSpPr>
          <p:spPr>
            <a:xfrm>
              <a:off x="5023450" y="901100"/>
              <a:ext cx="478725" cy="305850"/>
            </a:xfrm>
            <a:custGeom>
              <a:avLst/>
              <a:gdLst/>
              <a:ahLst/>
              <a:cxnLst/>
              <a:rect l="l" t="t" r="r" b="b"/>
              <a:pathLst>
                <a:path w="19149" h="12234" extrusionOk="0">
                  <a:moveTo>
                    <a:pt x="0" y="1"/>
                  </a:moveTo>
                  <a:lnTo>
                    <a:pt x="0" y="12233"/>
                  </a:lnTo>
                  <a:lnTo>
                    <a:pt x="19148" y="12233"/>
                  </a:lnTo>
                  <a:lnTo>
                    <a:pt x="191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91"/>
            <p:cNvSpPr/>
            <p:nvPr/>
          </p:nvSpPr>
          <p:spPr>
            <a:xfrm>
              <a:off x="1190625" y="2776350"/>
              <a:ext cx="5219200" cy="2680975"/>
            </a:xfrm>
            <a:custGeom>
              <a:avLst/>
              <a:gdLst/>
              <a:ahLst/>
              <a:cxnLst/>
              <a:rect l="l" t="t" r="r" b="b"/>
              <a:pathLst>
                <a:path w="208768" h="107239" extrusionOk="0">
                  <a:moveTo>
                    <a:pt x="65240" y="0"/>
                  </a:moveTo>
                  <a:cubicBezTo>
                    <a:pt x="64302" y="0"/>
                    <a:pt x="63364" y="212"/>
                    <a:pt x="62500" y="636"/>
                  </a:cubicBezTo>
                  <a:lnTo>
                    <a:pt x="44722" y="9542"/>
                  </a:lnTo>
                  <a:lnTo>
                    <a:pt x="27107" y="6606"/>
                  </a:lnTo>
                  <a:cubicBezTo>
                    <a:pt x="26766" y="6549"/>
                    <a:pt x="26421" y="6520"/>
                    <a:pt x="26078" y="6520"/>
                  </a:cubicBezTo>
                  <a:cubicBezTo>
                    <a:pt x="25436" y="6520"/>
                    <a:pt x="24799" y="6622"/>
                    <a:pt x="24204" y="6834"/>
                  </a:cubicBezTo>
                  <a:lnTo>
                    <a:pt x="4208" y="13358"/>
                  </a:lnTo>
                  <a:cubicBezTo>
                    <a:pt x="1696" y="14174"/>
                    <a:pt x="0" y="16522"/>
                    <a:pt x="0" y="19164"/>
                  </a:cubicBezTo>
                  <a:lnTo>
                    <a:pt x="0" y="101138"/>
                  </a:lnTo>
                  <a:cubicBezTo>
                    <a:pt x="0" y="104498"/>
                    <a:pt x="2740" y="107238"/>
                    <a:pt x="6100" y="107238"/>
                  </a:cubicBezTo>
                  <a:lnTo>
                    <a:pt x="202667" y="107238"/>
                  </a:lnTo>
                  <a:cubicBezTo>
                    <a:pt x="206027" y="107238"/>
                    <a:pt x="208767" y="104498"/>
                    <a:pt x="208767" y="101138"/>
                  </a:cubicBezTo>
                  <a:lnTo>
                    <a:pt x="208767" y="19164"/>
                  </a:lnTo>
                  <a:cubicBezTo>
                    <a:pt x="208767" y="16522"/>
                    <a:pt x="207071" y="14174"/>
                    <a:pt x="204559" y="13358"/>
                  </a:cubicBezTo>
                  <a:lnTo>
                    <a:pt x="184563" y="6834"/>
                  </a:lnTo>
                  <a:cubicBezTo>
                    <a:pt x="183947" y="6622"/>
                    <a:pt x="183317" y="6520"/>
                    <a:pt x="182682" y="6520"/>
                  </a:cubicBezTo>
                  <a:cubicBezTo>
                    <a:pt x="182342" y="6520"/>
                    <a:pt x="182001" y="6549"/>
                    <a:pt x="181660" y="6606"/>
                  </a:cubicBezTo>
                  <a:lnTo>
                    <a:pt x="164045" y="9542"/>
                  </a:lnTo>
                  <a:lnTo>
                    <a:pt x="146267" y="636"/>
                  </a:lnTo>
                  <a:cubicBezTo>
                    <a:pt x="145403" y="212"/>
                    <a:pt x="144465" y="0"/>
                    <a:pt x="143527" y="0"/>
                  </a:cubicBezTo>
                  <a:cubicBezTo>
                    <a:pt x="142590" y="0"/>
                    <a:pt x="141652" y="212"/>
                    <a:pt x="140787" y="636"/>
                  </a:cubicBezTo>
                  <a:lnTo>
                    <a:pt x="123955" y="9052"/>
                  </a:lnTo>
                  <a:lnTo>
                    <a:pt x="107124" y="636"/>
                  </a:lnTo>
                  <a:cubicBezTo>
                    <a:pt x="106259" y="212"/>
                    <a:pt x="105321" y="0"/>
                    <a:pt x="104384" y="0"/>
                  </a:cubicBezTo>
                  <a:cubicBezTo>
                    <a:pt x="103446" y="0"/>
                    <a:pt x="102508" y="212"/>
                    <a:pt x="101644" y="636"/>
                  </a:cubicBezTo>
                  <a:lnTo>
                    <a:pt x="84812" y="9052"/>
                  </a:lnTo>
                  <a:lnTo>
                    <a:pt x="67980" y="636"/>
                  </a:lnTo>
                  <a:cubicBezTo>
                    <a:pt x="67115" y="212"/>
                    <a:pt x="66178" y="0"/>
                    <a:pt x="6524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91"/>
            <p:cNvSpPr/>
            <p:nvPr/>
          </p:nvSpPr>
          <p:spPr>
            <a:xfrm>
              <a:off x="3800200" y="2775950"/>
              <a:ext cx="2609625" cy="2681375"/>
            </a:xfrm>
            <a:custGeom>
              <a:avLst/>
              <a:gdLst/>
              <a:ahLst/>
              <a:cxnLst/>
              <a:rect l="l" t="t" r="r" b="b"/>
              <a:pathLst>
                <a:path w="104385" h="107255" extrusionOk="0">
                  <a:moveTo>
                    <a:pt x="1" y="0"/>
                  </a:moveTo>
                  <a:lnTo>
                    <a:pt x="1" y="107254"/>
                  </a:lnTo>
                  <a:lnTo>
                    <a:pt x="98284" y="107254"/>
                  </a:lnTo>
                  <a:cubicBezTo>
                    <a:pt x="101644" y="107254"/>
                    <a:pt x="104384" y="104514"/>
                    <a:pt x="104384" y="101154"/>
                  </a:cubicBezTo>
                  <a:lnTo>
                    <a:pt x="104384" y="19180"/>
                  </a:lnTo>
                  <a:cubicBezTo>
                    <a:pt x="104384" y="16538"/>
                    <a:pt x="102688" y="14190"/>
                    <a:pt x="100176" y="13374"/>
                  </a:cubicBezTo>
                  <a:lnTo>
                    <a:pt x="80180" y="6850"/>
                  </a:lnTo>
                  <a:cubicBezTo>
                    <a:pt x="79564" y="6638"/>
                    <a:pt x="78934" y="6536"/>
                    <a:pt x="78299" y="6536"/>
                  </a:cubicBezTo>
                  <a:cubicBezTo>
                    <a:pt x="77959" y="6536"/>
                    <a:pt x="77618" y="6565"/>
                    <a:pt x="77277" y="6622"/>
                  </a:cubicBezTo>
                  <a:lnTo>
                    <a:pt x="59662" y="9558"/>
                  </a:lnTo>
                  <a:lnTo>
                    <a:pt x="41884" y="652"/>
                  </a:lnTo>
                  <a:cubicBezTo>
                    <a:pt x="41020" y="228"/>
                    <a:pt x="40082" y="16"/>
                    <a:pt x="39144" y="16"/>
                  </a:cubicBezTo>
                  <a:cubicBezTo>
                    <a:pt x="38207" y="16"/>
                    <a:pt x="37269" y="228"/>
                    <a:pt x="36404" y="652"/>
                  </a:cubicBezTo>
                  <a:lnTo>
                    <a:pt x="19572" y="9068"/>
                  </a:lnTo>
                  <a:lnTo>
                    <a:pt x="2741" y="652"/>
                  </a:lnTo>
                  <a:cubicBezTo>
                    <a:pt x="1860" y="228"/>
                    <a:pt x="947"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6" name="Google Shape;2696;p91"/>
          <p:cNvGrpSpPr/>
          <p:nvPr/>
        </p:nvGrpSpPr>
        <p:grpSpPr>
          <a:xfrm>
            <a:off x="6512904" y="1811829"/>
            <a:ext cx="819489" cy="731619"/>
            <a:chOff x="1173475" y="487650"/>
            <a:chExt cx="5236350" cy="4720125"/>
          </a:xfrm>
        </p:grpSpPr>
        <p:sp>
          <p:nvSpPr>
            <p:cNvPr id="2697" name="Google Shape;2697;p91"/>
            <p:cNvSpPr/>
            <p:nvPr/>
          </p:nvSpPr>
          <p:spPr>
            <a:xfrm>
              <a:off x="1173475" y="1034025"/>
              <a:ext cx="4234900" cy="4173750"/>
            </a:xfrm>
            <a:custGeom>
              <a:avLst/>
              <a:gdLst/>
              <a:ahLst/>
              <a:cxnLst/>
              <a:rect l="l" t="t" r="r" b="b"/>
              <a:pathLst>
                <a:path w="169396" h="166950" extrusionOk="0">
                  <a:moveTo>
                    <a:pt x="39243" y="1"/>
                  </a:moveTo>
                  <a:cubicBezTo>
                    <a:pt x="34415" y="1"/>
                    <a:pt x="29881" y="1893"/>
                    <a:pt x="26456" y="5285"/>
                  </a:cubicBezTo>
                  <a:lnTo>
                    <a:pt x="13440" y="17877"/>
                  </a:lnTo>
                  <a:cubicBezTo>
                    <a:pt x="13440" y="17909"/>
                    <a:pt x="13408" y="17909"/>
                    <a:pt x="13375" y="17942"/>
                  </a:cubicBezTo>
                  <a:cubicBezTo>
                    <a:pt x="7699" y="23618"/>
                    <a:pt x="3720" y="30762"/>
                    <a:pt x="1860" y="38558"/>
                  </a:cubicBezTo>
                  <a:cubicBezTo>
                    <a:pt x="1" y="46386"/>
                    <a:pt x="360" y="54541"/>
                    <a:pt x="2904" y="62142"/>
                  </a:cubicBezTo>
                  <a:cubicBezTo>
                    <a:pt x="20030" y="113094"/>
                    <a:pt x="54541" y="147573"/>
                    <a:pt x="105494" y="164731"/>
                  </a:cubicBezTo>
                  <a:cubicBezTo>
                    <a:pt x="109897" y="166199"/>
                    <a:pt x="114497" y="166949"/>
                    <a:pt x="119129" y="166949"/>
                  </a:cubicBezTo>
                  <a:cubicBezTo>
                    <a:pt x="122456" y="166949"/>
                    <a:pt x="125783" y="166558"/>
                    <a:pt x="129078" y="165775"/>
                  </a:cubicBezTo>
                  <a:cubicBezTo>
                    <a:pt x="136874" y="163916"/>
                    <a:pt x="144018" y="159936"/>
                    <a:pt x="149694" y="154260"/>
                  </a:cubicBezTo>
                  <a:cubicBezTo>
                    <a:pt x="149726" y="154228"/>
                    <a:pt x="149726" y="154195"/>
                    <a:pt x="149759" y="154195"/>
                  </a:cubicBezTo>
                  <a:lnTo>
                    <a:pt x="162350" y="141180"/>
                  </a:lnTo>
                  <a:cubicBezTo>
                    <a:pt x="169396" y="134101"/>
                    <a:pt x="169396" y="122619"/>
                    <a:pt x="162317" y="115541"/>
                  </a:cubicBezTo>
                  <a:lnTo>
                    <a:pt x="140723" y="93946"/>
                  </a:lnTo>
                  <a:cubicBezTo>
                    <a:pt x="137298" y="90521"/>
                    <a:pt x="132731" y="88629"/>
                    <a:pt x="127871" y="88629"/>
                  </a:cubicBezTo>
                  <a:cubicBezTo>
                    <a:pt x="123010" y="88629"/>
                    <a:pt x="118444" y="90521"/>
                    <a:pt x="115019" y="93946"/>
                  </a:cubicBezTo>
                  <a:lnTo>
                    <a:pt x="108397" y="100568"/>
                  </a:lnTo>
                  <a:cubicBezTo>
                    <a:pt x="107262" y="101703"/>
                    <a:pt x="105748" y="102306"/>
                    <a:pt x="104207" y="102306"/>
                  </a:cubicBezTo>
                  <a:cubicBezTo>
                    <a:pt x="103488" y="102306"/>
                    <a:pt x="102763" y="102175"/>
                    <a:pt x="102069" y="101905"/>
                  </a:cubicBezTo>
                  <a:cubicBezTo>
                    <a:pt x="84519" y="94990"/>
                    <a:pt x="72645" y="83116"/>
                    <a:pt x="65730" y="65567"/>
                  </a:cubicBezTo>
                  <a:cubicBezTo>
                    <a:pt x="64882" y="63381"/>
                    <a:pt x="65404" y="60902"/>
                    <a:pt x="67067" y="59239"/>
                  </a:cubicBezTo>
                  <a:lnTo>
                    <a:pt x="73689" y="52617"/>
                  </a:lnTo>
                  <a:cubicBezTo>
                    <a:pt x="77114" y="49192"/>
                    <a:pt x="79006" y="44625"/>
                    <a:pt x="79006" y="39765"/>
                  </a:cubicBezTo>
                  <a:cubicBezTo>
                    <a:pt x="79006" y="34904"/>
                    <a:pt x="77114" y="30337"/>
                    <a:pt x="73689" y="26912"/>
                  </a:cubicBezTo>
                  <a:lnTo>
                    <a:pt x="52095" y="5318"/>
                  </a:lnTo>
                  <a:cubicBezTo>
                    <a:pt x="48670" y="1893"/>
                    <a:pt x="44103" y="1"/>
                    <a:pt x="392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91"/>
            <p:cNvSpPr/>
            <p:nvPr/>
          </p:nvSpPr>
          <p:spPr>
            <a:xfrm>
              <a:off x="2211625" y="3226900"/>
              <a:ext cx="3196750" cy="1980875"/>
            </a:xfrm>
            <a:custGeom>
              <a:avLst/>
              <a:gdLst/>
              <a:ahLst/>
              <a:cxnLst/>
              <a:rect l="l" t="t" r="r" b="b"/>
              <a:pathLst>
                <a:path w="127870" h="79235" extrusionOk="0">
                  <a:moveTo>
                    <a:pt x="38394" y="1"/>
                  </a:moveTo>
                  <a:lnTo>
                    <a:pt x="0" y="38394"/>
                  </a:lnTo>
                  <a:cubicBezTo>
                    <a:pt x="17126" y="55520"/>
                    <a:pt x="38492" y="68437"/>
                    <a:pt x="63968" y="77016"/>
                  </a:cubicBezTo>
                  <a:cubicBezTo>
                    <a:pt x="68371" y="78484"/>
                    <a:pt x="72971" y="79234"/>
                    <a:pt x="77570" y="79234"/>
                  </a:cubicBezTo>
                  <a:cubicBezTo>
                    <a:pt x="80930" y="79234"/>
                    <a:pt x="84257" y="78843"/>
                    <a:pt x="87552" y="78060"/>
                  </a:cubicBezTo>
                  <a:cubicBezTo>
                    <a:pt x="95348" y="76201"/>
                    <a:pt x="102492" y="72221"/>
                    <a:pt x="108168" y="66545"/>
                  </a:cubicBezTo>
                  <a:cubicBezTo>
                    <a:pt x="108200" y="66513"/>
                    <a:pt x="108200" y="66480"/>
                    <a:pt x="108233" y="66480"/>
                  </a:cubicBezTo>
                  <a:lnTo>
                    <a:pt x="120824" y="53465"/>
                  </a:lnTo>
                  <a:cubicBezTo>
                    <a:pt x="127870" y="46386"/>
                    <a:pt x="127870" y="34904"/>
                    <a:pt x="120791" y="27826"/>
                  </a:cubicBezTo>
                  <a:lnTo>
                    <a:pt x="99197" y="6231"/>
                  </a:lnTo>
                  <a:cubicBezTo>
                    <a:pt x="95772" y="2806"/>
                    <a:pt x="91205" y="914"/>
                    <a:pt x="86345" y="914"/>
                  </a:cubicBezTo>
                  <a:cubicBezTo>
                    <a:pt x="81484" y="914"/>
                    <a:pt x="76918" y="2806"/>
                    <a:pt x="73493" y="6231"/>
                  </a:cubicBezTo>
                  <a:lnTo>
                    <a:pt x="66871" y="12853"/>
                  </a:lnTo>
                  <a:cubicBezTo>
                    <a:pt x="65736" y="13988"/>
                    <a:pt x="64222" y="14591"/>
                    <a:pt x="62681" y="14591"/>
                  </a:cubicBezTo>
                  <a:cubicBezTo>
                    <a:pt x="61962" y="14591"/>
                    <a:pt x="61237" y="14460"/>
                    <a:pt x="60543" y="14190"/>
                  </a:cubicBezTo>
                  <a:cubicBezTo>
                    <a:pt x="51768" y="10733"/>
                    <a:pt x="44396" y="6035"/>
                    <a:pt x="383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91"/>
            <p:cNvSpPr/>
            <p:nvPr/>
          </p:nvSpPr>
          <p:spPr>
            <a:xfrm>
              <a:off x="3891525" y="487650"/>
              <a:ext cx="2263050" cy="1937650"/>
            </a:xfrm>
            <a:custGeom>
              <a:avLst/>
              <a:gdLst/>
              <a:ahLst/>
              <a:cxnLst/>
              <a:rect l="l" t="t" r="r" b="b"/>
              <a:pathLst>
                <a:path w="90522" h="77506" extrusionOk="0">
                  <a:moveTo>
                    <a:pt x="45277" y="1"/>
                  </a:moveTo>
                  <a:cubicBezTo>
                    <a:pt x="31022" y="1"/>
                    <a:pt x="19801" y="4013"/>
                    <a:pt x="11907" y="11907"/>
                  </a:cubicBezTo>
                  <a:cubicBezTo>
                    <a:pt x="4013" y="19801"/>
                    <a:pt x="1" y="31055"/>
                    <a:pt x="1" y="45277"/>
                  </a:cubicBezTo>
                  <a:lnTo>
                    <a:pt x="1" y="71373"/>
                  </a:lnTo>
                  <a:cubicBezTo>
                    <a:pt x="1" y="74765"/>
                    <a:pt x="2741" y="77505"/>
                    <a:pt x="6101" y="77505"/>
                  </a:cubicBezTo>
                  <a:lnTo>
                    <a:pt x="84421" y="77505"/>
                  </a:lnTo>
                  <a:cubicBezTo>
                    <a:pt x="87781" y="77505"/>
                    <a:pt x="90521" y="74765"/>
                    <a:pt x="90521" y="71373"/>
                  </a:cubicBezTo>
                  <a:lnTo>
                    <a:pt x="90521" y="45277"/>
                  </a:lnTo>
                  <a:cubicBezTo>
                    <a:pt x="90521" y="31055"/>
                    <a:pt x="86541" y="19801"/>
                    <a:pt x="78615" y="11907"/>
                  </a:cubicBezTo>
                  <a:cubicBezTo>
                    <a:pt x="70721" y="4013"/>
                    <a:pt x="59500" y="1"/>
                    <a:pt x="452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91"/>
            <p:cNvSpPr/>
            <p:nvPr/>
          </p:nvSpPr>
          <p:spPr>
            <a:xfrm>
              <a:off x="5023450" y="487650"/>
              <a:ext cx="1131125" cy="1937650"/>
            </a:xfrm>
            <a:custGeom>
              <a:avLst/>
              <a:gdLst/>
              <a:ahLst/>
              <a:cxnLst/>
              <a:rect l="l" t="t" r="r" b="b"/>
              <a:pathLst>
                <a:path w="45245" h="77506" extrusionOk="0">
                  <a:moveTo>
                    <a:pt x="0" y="1"/>
                  </a:moveTo>
                  <a:lnTo>
                    <a:pt x="0" y="77505"/>
                  </a:lnTo>
                  <a:lnTo>
                    <a:pt x="39144" y="77505"/>
                  </a:lnTo>
                  <a:cubicBezTo>
                    <a:pt x="42504" y="77505"/>
                    <a:pt x="45244" y="74765"/>
                    <a:pt x="45244" y="71373"/>
                  </a:cubicBezTo>
                  <a:lnTo>
                    <a:pt x="45244" y="45277"/>
                  </a:lnTo>
                  <a:cubicBezTo>
                    <a:pt x="45244" y="31055"/>
                    <a:pt x="41264" y="19801"/>
                    <a:pt x="33338" y="11907"/>
                  </a:cubicBezTo>
                  <a:cubicBezTo>
                    <a:pt x="25444" y="4013"/>
                    <a:pt x="14223"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91"/>
            <p:cNvSpPr/>
            <p:nvPr/>
          </p:nvSpPr>
          <p:spPr>
            <a:xfrm>
              <a:off x="4543925" y="496625"/>
              <a:ext cx="305850" cy="623075"/>
            </a:xfrm>
            <a:custGeom>
              <a:avLst/>
              <a:gdLst/>
              <a:ahLst/>
              <a:cxnLst/>
              <a:rect l="l" t="t" r="r" b="b"/>
              <a:pathLst>
                <a:path w="12234" h="24923" extrusionOk="0">
                  <a:moveTo>
                    <a:pt x="12233" y="0"/>
                  </a:moveTo>
                  <a:cubicBezTo>
                    <a:pt x="7797" y="425"/>
                    <a:pt x="3720" y="1338"/>
                    <a:pt x="1" y="2675"/>
                  </a:cubicBezTo>
                  <a:lnTo>
                    <a:pt x="1" y="18822"/>
                  </a:lnTo>
                  <a:cubicBezTo>
                    <a:pt x="1" y="22182"/>
                    <a:pt x="2741" y="24922"/>
                    <a:pt x="6101" y="24922"/>
                  </a:cubicBezTo>
                  <a:cubicBezTo>
                    <a:pt x="9493" y="24922"/>
                    <a:pt x="12233" y="22182"/>
                    <a:pt x="12233" y="18822"/>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91"/>
            <p:cNvSpPr/>
            <p:nvPr/>
          </p:nvSpPr>
          <p:spPr>
            <a:xfrm>
              <a:off x="5196325" y="496625"/>
              <a:ext cx="305850" cy="623075"/>
            </a:xfrm>
            <a:custGeom>
              <a:avLst/>
              <a:gdLst/>
              <a:ahLst/>
              <a:cxnLst/>
              <a:rect l="l" t="t" r="r" b="b"/>
              <a:pathLst>
                <a:path w="12234" h="24923" extrusionOk="0">
                  <a:moveTo>
                    <a:pt x="1" y="0"/>
                  </a:moveTo>
                  <a:lnTo>
                    <a:pt x="1" y="18822"/>
                  </a:lnTo>
                  <a:cubicBezTo>
                    <a:pt x="1" y="22182"/>
                    <a:pt x="2741" y="24922"/>
                    <a:pt x="6133" y="24922"/>
                  </a:cubicBezTo>
                  <a:cubicBezTo>
                    <a:pt x="9493" y="24922"/>
                    <a:pt x="12233" y="22182"/>
                    <a:pt x="12233" y="18822"/>
                  </a:cubicBezTo>
                  <a:lnTo>
                    <a:pt x="12233" y="2675"/>
                  </a:lnTo>
                  <a:cubicBezTo>
                    <a:pt x="8515" y="1338"/>
                    <a:pt x="4437" y="42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91"/>
            <p:cNvSpPr/>
            <p:nvPr/>
          </p:nvSpPr>
          <p:spPr>
            <a:xfrm>
              <a:off x="3636275" y="1466250"/>
              <a:ext cx="2773550" cy="305825"/>
            </a:xfrm>
            <a:custGeom>
              <a:avLst/>
              <a:gdLst/>
              <a:ahLst/>
              <a:cxnLst/>
              <a:rect l="l" t="t" r="r" b="b"/>
              <a:pathLst>
                <a:path w="110942" h="12233" extrusionOk="0">
                  <a:moveTo>
                    <a:pt x="6134" y="1"/>
                  </a:moveTo>
                  <a:cubicBezTo>
                    <a:pt x="2741" y="1"/>
                    <a:pt x="1" y="2741"/>
                    <a:pt x="1" y="6133"/>
                  </a:cubicBezTo>
                  <a:cubicBezTo>
                    <a:pt x="1" y="9493"/>
                    <a:pt x="2741" y="12233"/>
                    <a:pt x="6134" y="12233"/>
                  </a:cubicBezTo>
                  <a:lnTo>
                    <a:pt x="104809" y="12233"/>
                  </a:lnTo>
                  <a:cubicBezTo>
                    <a:pt x="108201" y="12233"/>
                    <a:pt x="110941" y="9493"/>
                    <a:pt x="110941" y="6133"/>
                  </a:cubicBezTo>
                  <a:cubicBezTo>
                    <a:pt x="110941" y="2741"/>
                    <a:pt x="108201" y="1"/>
                    <a:pt x="1048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91"/>
            <p:cNvSpPr/>
            <p:nvPr/>
          </p:nvSpPr>
          <p:spPr>
            <a:xfrm>
              <a:off x="5023450" y="1466250"/>
              <a:ext cx="1386375" cy="305825"/>
            </a:xfrm>
            <a:custGeom>
              <a:avLst/>
              <a:gdLst/>
              <a:ahLst/>
              <a:cxnLst/>
              <a:rect l="l" t="t" r="r" b="b"/>
              <a:pathLst>
                <a:path w="55455" h="12233" extrusionOk="0">
                  <a:moveTo>
                    <a:pt x="0" y="1"/>
                  </a:moveTo>
                  <a:lnTo>
                    <a:pt x="0" y="12233"/>
                  </a:lnTo>
                  <a:lnTo>
                    <a:pt x="49322" y="12233"/>
                  </a:lnTo>
                  <a:cubicBezTo>
                    <a:pt x="52714" y="12233"/>
                    <a:pt x="55454" y="9493"/>
                    <a:pt x="55454" y="6133"/>
                  </a:cubicBezTo>
                  <a:cubicBezTo>
                    <a:pt x="55454" y="2741"/>
                    <a:pt x="52714" y="1"/>
                    <a:pt x="493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66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666"/>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667"/>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668"/>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683"/>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696"/>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708"/>
        <p:cNvGrpSpPr/>
        <p:nvPr/>
      </p:nvGrpSpPr>
      <p:grpSpPr>
        <a:xfrm>
          <a:off x="0" y="0"/>
          <a:ext cx="0" cy="0"/>
          <a:chOff x="0" y="0"/>
          <a:chExt cx="0" cy="0"/>
        </a:xfrm>
      </p:grpSpPr>
      <p:sp>
        <p:nvSpPr>
          <p:cNvPr id="2709" name="Google Shape;2709;p9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pic>
        <p:nvPicPr>
          <p:cNvPr id="2710" name="Google Shape;2710;p92" title="Gráfico">
            <a:hlinkClick r:id="rId3"/>
          </p:cNvPr>
          <p:cNvPicPr preferRelativeResize="0"/>
          <p:nvPr/>
        </p:nvPicPr>
        <p:blipFill>
          <a:blip r:embed="rId4">
            <a:alphaModFix/>
          </a:blip>
          <a:stretch>
            <a:fillRect/>
          </a:stretch>
        </p:blipFill>
        <p:spPr>
          <a:xfrm>
            <a:off x="657675" y="1329500"/>
            <a:ext cx="4175976" cy="2582151"/>
          </a:xfrm>
          <a:prstGeom prst="rect">
            <a:avLst/>
          </a:prstGeom>
          <a:noFill/>
          <a:ln>
            <a:noFill/>
          </a:ln>
        </p:spPr>
      </p:pic>
      <p:sp>
        <p:nvSpPr>
          <p:cNvPr id="2711" name="Google Shape;2711;p92"/>
          <p:cNvSpPr txBox="1"/>
          <p:nvPr/>
        </p:nvSpPr>
        <p:spPr>
          <a:xfrm>
            <a:off x="818174" y="3911650"/>
            <a:ext cx="3737700" cy="735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To modify this graph, click on it, follow the link, change the data and paste the resulting graph here</a:t>
            </a:r>
            <a:endParaRPr sz="1200">
              <a:solidFill>
                <a:schemeClr val="dk1"/>
              </a:solidFill>
              <a:latin typeface="Roboto"/>
              <a:ea typeface="Roboto"/>
              <a:cs typeface="Roboto"/>
              <a:sym typeface="Roboto"/>
            </a:endParaRPr>
          </a:p>
        </p:txBody>
      </p:sp>
      <p:sp>
        <p:nvSpPr>
          <p:cNvPr id="2712" name="Google Shape;2712;p92"/>
          <p:cNvSpPr txBox="1">
            <a:spLocks noGrp="1"/>
          </p:cNvSpPr>
          <p:nvPr>
            <p:ph type="title" idx="4294967295"/>
          </p:nvPr>
        </p:nvSpPr>
        <p:spPr>
          <a:xfrm>
            <a:off x="5501425" y="1306175"/>
            <a:ext cx="2481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1"/>
                </a:solidFill>
              </a:rPr>
              <a:t>Mars</a:t>
            </a:r>
            <a:endParaRPr sz="2200">
              <a:solidFill>
                <a:schemeClr val="accent1"/>
              </a:solidFill>
            </a:endParaRPr>
          </a:p>
        </p:txBody>
      </p:sp>
      <p:sp>
        <p:nvSpPr>
          <p:cNvPr id="2713" name="Google Shape;2713;p92"/>
          <p:cNvSpPr txBox="1">
            <a:spLocks noGrp="1"/>
          </p:cNvSpPr>
          <p:nvPr>
            <p:ph type="subTitle" idx="4294967295"/>
          </p:nvPr>
        </p:nvSpPr>
        <p:spPr>
          <a:xfrm>
            <a:off x="5501425" y="1781560"/>
            <a:ext cx="2481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Despite being red, Mars is actually a cold place</a:t>
            </a:r>
            <a:endParaRPr sz="1400"/>
          </a:p>
        </p:txBody>
      </p:sp>
      <p:sp>
        <p:nvSpPr>
          <p:cNvPr id="2714" name="Google Shape;2714;p92"/>
          <p:cNvSpPr txBox="1">
            <a:spLocks noGrp="1"/>
          </p:cNvSpPr>
          <p:nvPr>
            <p:ph type="title" idx="4294967295"/>
          </p:nvPr>
        </p:nvSpPr>
        <p:spPr>
          <a:xfrm>
            <a:off x="5501425" y="2349768"/>
            <a:ext cx="2481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2"/>
                </a:solidFill>
              </a:rPr>
              <a:t>Saturn</a:t>
            </a:r>
            <a:endParaRPr sz="2200">
              <a:solidFill>
                <a:schemeClr val="accent2"/>
              </a:solidFill>
            </a:endParaRPr>
          </a:p>
        </p:txBody>
      </p:sp>
      <p:sp>
        <p:nvSpPr>
          <p:cNvPr id="2715" name="Google Shape;2715;p92"/>
          <p:cNvSpPr txBox="1">
            <a:spLocks noGrp="1"/>
          </p:cNvSpPr>
          <p:nvPr>
            <p:ph type="subTitle" idx="4294967295"/>
          </p:nvPr>
        </p:nvSpPr>
        <p:spPr>
          <a:xfrm>
            <a:off x="5501425" y="2825153"/>
            <a:ext cx="2481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Saturn is a gas giant and has several rings</a:t>
            </a:r>
            <a:endParaRPr sz="1400"/>
          </a:p>
        </p:txBody>
      </p:sp>
      <p:sp>
        <p:nvSpPr>
          <p:cNvPr id="2716" name="Google Shape;2716;p92"/>
          <p:cNvSpPr txBox="1">
            <a:spLocks noGrp="1"/>
          </p:cNvSpPr>
          <p:nvPr>
            <p:ph type="title" idx="4294967295"/>
          </p:nvPr>
        </p:nvSpPr>
        <p:spPr>
          <a:xfrm>
            <a:off x="5501425" y="3393375"/>
            <a:ext cx="2481600" cy="563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2200">
                <a:solidFill>
                  <a:schemeClr val="accent3"/>
                </a:solidFill>
              </a:rPr>
              <a:t>Jupiter</a:t>
            </a:r>
            <a:endParaRPr sz="2200">
              <a:solidFill>
                <a:schemeClr val="accent3"/>
              </a:solidFill>
            </a:endParaRPr>
          </a:p>
        </p:txBody>
      </p:sp>
      <p:sp>
        <p:nvSpPr>
          <p:cNvPr id="2717" name="Google Shape;2717;p92"/>
          <p:cNvSpPr txBox="1">
            <a:spLocks noGrp="1"/>
          </p:cNvSpPr>
          <p:nvPr>
            <p:ph type="subTitle" idx="4294967295"/>
          </p:nvPr>
        </p:nvSpPr>
        <p:spPr>
          <a:xfrm>
            <a:off x="5501425" y="3868760"/>
            <a:ext cx="2481600" cy="6378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sz="1400"/>
              <a:t>It’s the biggest planet in the Solar System</a:t>
            </a:r>
            <a:endParaRPr sz="14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721"/>
        <p:cNvGrpSpPr/>
        <p:nvPr/>
      </p:nvGrpSpPr>
      <p:grpSpPr>
        <a:xfrm>
          <a:off x="0" y="0"/>
          <a:ext cx="0" cy="0"/>
          <a:chOff x="0" y="0"/>
          <a:chExt cx="0" cy="0"/>
        </a:xfrm>
      </p:grpSpPr>
      <p:sp>
        <p:nvSpPr>
          <p:cNvPr id="2722" name="Google Shape;2722;p93"/>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a:t>
            </a:r>
            <a:endParaRPr/>
          </a:p>
        </p:txBody>
      </p:sp>
      <p:grpSp>
        <p:nvGrpSpPr>
          <p:cNvPr id="2723" name="Google Shape;2723;p93"/>
          <p:cNvGrpSpPr/>
          <p:nvPr/>
        </p:nvGrpSpPr>
        <p:grpSpPr>
          <a:xfrm>
            <a:off x="3860129" y="1517723"/>
            <a:ext cx="1423731" cy="3346029"/>
            <a:chOff x="15332125" y="955775"/>
            <a:chExt cx="1094925" cy="2573275"/>
          </a:xfrm>
        </p:grpSpPr>
        <p:sp>
          <p:nvSpPr>
            <p:cNvPr id="2724" name="Google Shape;2724;p93"/>
            <p:cNvSpPr/>
            <p:nvPr/>
          </p:nvSpPr>
          <p:spPr>
            <a:xfrm>
              <a:off x="15477800" y="1654950"/>
              <a:ext cx="121250" cy="219150"/>
            </a:xfrm>
            <a:custGeom>
              <a:avLst/>
              <a:gdLst/>
              <a:ahLst/>
              <a:cxnLst/>
              <a:rect l="l" t="t" r="r" b="b"/>
              <a:pathLst>
                <a:path w="4850" h="8766" extrusionOk="0">
                  <a:moveTo>
                    <a:pt x="926" y="1"/>
                  </a:moveTo>
                  <a:cubicBezTo>
                    <a:pt x="781" y="1"/>
                    <a:pt x="659" y="113"/>
                    <a:pt x="649" y="259"/>
                  </a:cubicBezTo>
                  <a:lnTo>
                    <a:pt x="13" y="8464"/>
                  </a:lnTo>
                  <a:cubicBezTo>
                    <a:pt x="0" y="8618"/>
                    <a:pt x="116" y="8753"/>
                    <a:pt x="270" y="8765"/>
                  </a:cubicBezTo>
                  <a:cubicBezTo>
                    <a:pt x="277" y="8765"/>
                    <a:pt x="284" y="8766"/>
                    <a:pt x="291" y="8766"/>
                  </a:cubicBezTo>
                  <a:cubicBezTo>
                    <a:pt x="302" y="8766"/>
                    <a:pt x="312" y="8765"/>
                    <a:pt x="323" y="8764"/>
                  </a:cubicBezTo>
                  <a:cubicBezTo>
                    <a:pt x="456" y="8749"/>
                    <a:pt x="560" y="8642"/>
                    <a:pt x="570" y="8508"/>
                  </a:cubicBezTo>
                  <a:lnTo>
                    <a:pt x="1186" y="565"/>
                  </a:lnTo>
                  <a:lnTo>
                    <a:pt x="4559" y="627"/>
                  </a:lnTo>
                  <a:cubicBezTo>
                    <a:pt x="4562" y="627"/>
                    <a:pt x="4564" y="627"/>
                    <a:pt x="4567" y="627"/>
                  </a:cubicBezTo>
                  <a:cubicBezTo>
                    <a:pt x="4719" y="627"/>
                    <a:pt x="4844" y="506"/>
                    <a:pt x="4847" y="352"/>
                  </a:cubicBezTo>
                  <a:cubicBezTo>
                    <a:pt x="4850" y="197"/>
                    <a:pt x="4726" y="69"/>
                    <a:pt x="4570" y="68"/>
                  </a:cubicBezTo>
                  <a:lnTo>
                    <a:pt x="932" y="1"/>
                  </a:lnTo>
                  <a:cubicBezTo>
                    <a:pt x="930" y="1"/>
                    <a:pt x="928" y="1"/>
                    <a:pt x="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93"/>
            <p:cNvSpPr/>
            <p:nvPr/>
          </p:nvSpPr>
          <p:spPr>
            <a:xfrm>
              <a:off x="15394350" y="1811525"/>
              <a:ext cx="209650" cy="320325"/>
            </a:xfrm>
            <a:custGeom>
              <a:avLst/>
              <a:gdLst/>
              <a:ahLst/>
              <a:cxnLst/>
              <a:rect l="l" t="t" r="r" b="b"/>
              <a:pathLst>
                <a:path w="8386" h="12813" extrusionOk="0">
                  <a:moveTo>
                    <a:pt x="8385" y="0"/>
                  </a:moveTo>
                  <a:lnTo>
                    <a:pt x="4742" y="414"/>
                  </a:lnTo>
                  <a:lnTo>
                    <a:pt x="3643" y="538"/>
                  </a:lnTo>
                  <a:lnTo>
                    <a:pt x="0" y="952"/>
                  </a:lnTo>
                  <a:lnTo>
                    <a:pt x="2779" y="12748"/>
                  </a:lnTo>
                  <a:cubicBezTo>
                    <a:pt x="2779" y="12748"/>
                    <a:pt x="3322" y="12812"/>
                    <a:pt x="4120" y="12812"/>
                  </a:cubicBezTo>
                  <a:cubicBezTo>
                    <a:pt x="4398" y="12812"/>
                    <a:pt x="4707" y="12804"/>
                    <a:pt x="5034" y="12783"/>
                  </a:cubicBezTo>
                  <a:lnTo>
                    <a:pt x="5035" y="12791"/>
                  </a:lnTo>
                  <a:cubicBezTo>
                    <a:pt x="5222" y="12777"/>
                    <a:pt x="5407" y="12758"/>
                    <a:pt x="5586" y="12737"/>
                  </a:cubicBezTo>
                  <a:cubicBezTo>
                    <a:pt x="5767" y="12718"/>
                    <a:pt x="5950" y="12694"/>
                    <a:pt x="6135" y="12666"/>
                  </a:cubicBezTo>
                  <a:lnTo>
                    <a:pt x="6135" y="12658"/>
                  </a:lnTo>
                  <a:cubicBezTo>
                    <a:pt x="7387" y="12453"/>
                    <a:pt x="8325" y="12118"/>
                    <a:pt x="8325" y="12118"/>
                  </a:cubicBezTo>
                  <a:lnTo>
                    <a:pt x="838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93"/>
            <p:cNvSpPr/>
            <p:nvPr/>
          </p:nvSpPr>
          <p:spPr>
            <a:xfrm>
              <a:off x="15381000" y="1791900"/>
              <a:ext cx="235975" cy="62625"/>
            </a:xfrm>
            <a:custGeom>
              <a:avLst/>
              <a:gdLst/>
              <a:ahLst/>
              <a:cxnLst/>
              <a:rect l="l" t="t" r="r" b="b"/>
              <a:pathLst>
                <a:path w="9439" h="2505" extrusionOk="0">
                  <a:moveTo>
                    <a:pt x="9274" y="1"/>
                  </a:moveTo>
                  <a:lnTo>
                    <a:pt x="0" y="1054"/>
                  </a:lnTo>
                  <a:lnTo>
                    <a:pt x="165" y="2505"/>
                  </a:lnTo>
                  <a:lnTo>
                    <a:pt x="9438" y="1451"/>
                  </a:lnTo>
                  <a:lnTo>
                    <a:pt x="927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93"/>
            <p:cNvSpPr/>
            <p:nvPr/>
          </p:nvSpPr>
          <p:spPr>
            <a:xfrm>
              <a:off x="15414100" y="1897725"/>
              <a:ext cx="189475" cy="122425"/>
            </a:xfrm>
            <a:custGeom>
              <a:avLst/>
              <a:gdLst/>
              <a:ahLst/>
              <a:cxnLst/>
              <a:rect l="l" t="t" r="r" b="b"/>
              <a:pathLst>
                <a:path w="7579" h="4897" extrusionOk="0">
                  <a:moveTo>
                    <a:pt x="7578" y="1"/>
                  </a:moveTo>
                  <a:lnTo>
                    <a:pt x="1" y="861"/>
                  </a:lnTo>
                  <a:lnTo>
                    <a:pt x="951" y="4897"/>
                  </a:lnTo>
                  <a:lnTo>
                    <a:pt x="7557" y="4146"/>
                  </a:lnTo>
                  <a:lnTo>
                    <a:pt x="757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93"/>
            <p:cNvSpPr/>
            <p:nvPr/>
          </p:nvSpPr>
          <p:spPr>
            <a:xfrm>
              <a:off x="15517050" y="1944850"/>
              <a:ext cx="196600" cy="187100"/>
            </a:xfrm>
            <a:custGeom>
              <a:avLst/>
              <a:gdLst/>
              <a:ahLst/>
              <a:cxnLst/>
              <a:rect l="l" t="t" r="r" b="b"/>
              <a:pathLst>
                <a:path w="7864" h="7484" extrusionOk="0">
                  <a:moveTo>
                    <a:pt x="1114" y="0"/>
                  </a:moveTo>
                  <a:cubicBezTo>
                    <a:pt x="1095" y="0"/>
                    <a:pt x="1075" y="2"/>
                    <a:pt x="1056" y="7"/>
                  </a:cubicBezTo>
                  <a:cubicBezTo>
                    <a:pt x="934" y="36"/>
                    <a:pt x="856" y="165"/>
                    <a:pt x="851" y="290"/>
                  </a:cubicBezTo>
                  <a:cubicBezTo>
                    <a:pt x="847" y="416"/>
                    <a:pt x="902" y="536"/>
                    <a:pt x="972" y="640"/>
                  </a:cubicBezTo>
                  <a:cubicBezTo>
                    <a:pt x="1221" y="1011"/>
                    <a:pt x="1640" y="1231"/>
                    <a:pt x="2053" y="1401"/>
                  </a:cubicBezTo>
                  <a:cubicBezTo>
                    <a:pt x="2518" y="1591"/>
                    <a:pt x="2997" y="1739"/>
                    <a:pt x="3477" y="1888"/>
                  </a:cubicBezTo>
                  <a:cubicBezTo>
                    <a:pt x="2437" y="2312"/>
                    <a:pt x="1208" y="2189"/>
                    <a:pt x="237" y="2753"/>
                  </a:cubicBezTo>
                  <a:cubicBezTo>
                    <a:pt x="124" y="2818"/>
                    <a:pt x="0" y="2940"/>
                    <a:pt x="55" y="3057"/>
                  </a:cubicBezTo>
                  <a:cubicBezTo>
                    <a:pt x="89" y="3131"/>
                    <a:pt x="176" y="3160"/>
                    <a:pt x="255" y="3177"/>
                  </a:cubicBezTo>
                  <a:cubicBezTo>
                    <a:pt x="384" y="3203"/>
                    <a:pt x="515" y="3214"/>
                    <a:pt x="647" y="3214"/>
                  </a:cubicBezTo>
                  <a:cubicBezTo>
                    <a:pt x="864" y="3214"/>
                    <a:pt x="1083" y="3186"/>
                    <a:pt x="1299" y="3156"/>
                  </a:cubicBezTo>
                  <a:cubicBezTo>
                    <a:pt x="1936" y="3068"/>
                    <a:pt x="2572" y="2966"/>
                    <a:pt x="3204" y="2848"/>
                  </a:cubicBezTo>
                  <a:lnTo>
                    <a:pt x="3204" y="2848"/>
                  </a:lnTo>
                  <a:cubicBezTo>
                    <a:pt x="2361" y="3098"/>
                    <a:pt x="1559" y="3473"/>
                    <a:pt x="828" y="3963"/>
                  </a:cubicBezTo>
                  <a:cubicBezTo>
                    <a:pt x="569" y="4135"/>
                    <a:pt x="301" y="4348"/>
                    <a:pt x="235" y="4653"/>
                  </a:cubicBezTo>
                  <a:cubicBezTo>
                    <a:pt x="220" y="4721"/>
                    <a:pt x="217" y="4795"/>
                    <a:pt x="247" y="4858"/>
                  </a:cubicBezTo>
                  <a:cubicBezTo>
                    <a:pt x="293" y="4945"/>
                    <a:pt x="383" y="4976"/>
                    <a:pt x="484" y="4976"/>
                  </a:cubicBezTo>
                  <a:cubicBezTo>
                    <a:pt x="573" y="4976"/>
                    <a:pt x="670" y="4952"/>
                    <a:pt x="752" y="4921"/>
                  </a:cubicBezTo>
                  <a:cubicBezTo>
                    <a:pt x="1602" y="4604"/>
                    <a:pt x="2408" y="4176"/>
                    <a:pt x="3148" y="3650"/>
                  </a:cubicBezTo>
                  <a:lnTo>
                    <a:pt x="3148" y="3650"/>
                  </a:lnTo>
                  <a:cubicBezTo>
                    <a:pt x="2738" y="4080"/>
                    <a:pt x="2260" y="4440"/>
                    <a:pt x="1852" y="4873"/>
                  </a:cubicBezTo>
                  <a:cubicBezTo>
                    <a:pt x="1446" y="5308"/>
                    <a:pt x="1105" y="5841"/>
                    <a:pt x="1064" y="6435"/>
                  </a:cubicBezTo>
                  <a:cubicBezTo>
                    <a:pt x="1056" y="6538"/>
                    <a:pt x="1061" y="6649"/>
                    <a:pt x="1123" y="6733"/>
                  </a:cubicBezTo>
                  <a:cubicBezTo>
                    <a:pt x="1179" y="6808"/>
                    <a:pt x="1273" y="6843"/>
                    <a:pt x="1369" y="6843"/>
                  </a:cubicBezTo>
                  <a:cubicBezTo>
                    <a:pt x="1421" y="6843"/>
                    <a:pt x="1475" y="6832"/>
                    <a:pt x="1523" y="6813"/>
                  </a:cubicBezTo>
                  <a:cubicBezTo>
                    <a:pt x="1659" y="6756"/>
                    <a:pt x="1763" y="6646"/>
                    <a:pt x="1863" y="6539"/>
                  </a:cubicBezTo>
                  <a:lnTo>
                    <a:pt x="3792" y="4456"/>
                  </a:lnTo>
                  <a:lnTo>
                    <a:pt x="3792" y="4456"/>
                  </a:lnTo>
                  <a:cubicBezTo>
                    <a:pt x="3412" y="5273"/>
                    <a:pt x="3023" y="6126"/>
                    <a:pt x="3046" y="7026"/>
                  </a:cubicBezTo>
                  <a:cubicBezTo>
                    <a:pt x="3050" y="7196"/>
                    <a:pt x="3091" y="7397"/>
                    <a:pt x="3248" y="7463"/>
                  </a:cubicBezTo>
                  <a:cubicBezTo>
                    <a:pt x="3281" y="7477"/>
                    <a:pt x="3313" y="7484"/>
                    <a:pt x="3346" y="7484"/>
                  </a:cubicBezTo>
                  <a:cubicBezTo>
                    <a:pt x="3502" y="7484"/>
                    <a:pt x="3653" y="7341"/>
                    <a:pt x="3750" y="7202"/>
                  </a:cubicBezTo>
                  <a:cubicBezTo>
                    <a:pt x="3982" y="6872"/>
                    <a:pt x="4180" y="6479"/>
                    <a:pt x="4264" y="6081"/>
                  </a:cubicBezTo>
                  <a:cubicBezTo>
                    <a:pt x="4355" y="5647"/>
                    <a:pt x="4534" y="5332"/>
                    <a:pt x="4801" y="4964"/>
                  </a:cubicBezTo>
                  <a:cubicBezTo>
                    <a:pt x="4836" y="4914"/>
                    <a:pt x="4873" y="4864"/>
                    <a:pt x="4925" y="4832"/>
                  </a:cubicBezTo>
                  <a:cubicBezTo>
                    <a:pt x="4985" y="4795"/>
                    <a:pt x="5059" y="4785"/>
                    <a:pt x="5130" y="4778"/>
                  </a:cubicBezTo>
                  <a:lnTo>
                    <a:pt x="7864" y="4467"/>
                  </a:lnTo>
                  <a:lnTo>
                    <a:pt x="6282" y="677"/>
                  </a:lnTo>
                  <a:cubicBezTo>
                    <a:pt x="5769" y="803"/>
                    <a:pt x="5243" y="863"/>
                    <a:pt x="4716" y="863"/>
                  </a:cubicBezTo>
                  <a:cubicBezTo>
                    <a:pt x="3563" y="863"/>
                    <a:pt x="2405" y="577"/>
                    <a:pt x="1362" y="77"/>
                  </a:cubicBezTo>
                  <a:cubicBezTo>
                    <a:pt x="1283" y="40"/>
                    <a:pt x="1199" y="0"/>
                    <a:pt x="11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93"/>
            <p:cNvSpPr/>
            <p:nvPr/>
          </p:nvSpPr>
          <p:spPr>
            <a:xfrm>
              <a:off x="15683100" y="1289275"/>
              <a:ext cx="101775" cy="82800"/>
            </a:xfrm>
            <a:custGeom>
              <a:avLst/>
              <a:gdLst/>
              <a:ahLst/>
              <a:cxnLst/>
              <a:rect l="l" t="t" r="r" b="b"/>
              <a:pathLst>
                <a:path w="4071" h="3312" extrusionOk="0">
                  <a:moveTo>
                    <a:pt x="1459" y="0"/>
                  </a:moveTo>
                  <a:cubicBezTo>
                    <a:pt x="1061" y="0"/>
                    <a:pt x="708" y="138"/>
                    <a:pt x="484" y="419"/>
                  </a:cubicBezTo>
                  <a:cubicBezTo>
                    <a:pt x="0" y="1027"/>
                    <a:pt x="301" y="2074"/>
                    <a:pt x="1157" y="2756"/>
                  </a:cubicBezTo>
                  <a:cubicBezTo>
                    <a:pt x="1618" y="3124"/>
                    <a:pt x="2146" y="3311"/>
                    <a:pt x="2610" y="3311"/>
                  </a:cubicBezTo>
                  <a:cubicBezTo>
                    <a:pt x="3009" y="3311"/>
                    <a:pt x="3362" y="3173"/>
                    <a:pt x="3586" y="2892"/>
                  </a:cubicBezTo>
                  <a:cubicBezTo>
                    <a:pt x="4071" y="2284"/>
                    <a:pt x="3769" y="1238"/>
                    <a:pt x="2913" y="555"/>
                  </a:cubicBezTo>
                  <a:cubicBezTo>
                    <a:pt x="2452" y="188"/>
                    <a:pt x="1924" y="0"/>
                    <a:pt x="14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93"/>
            <p:cNvSpPr/>
            <p:nvPr/>
          </p:nvSpPr>
          <p:spPr>
            <a:xfrm>
              <a:off x="15925550" y="1435050"/>
              <a:ext cx="85525" cy="174475"/>
            </a:xfrm>
            <a:custGeom>
              <a:avLst/>
              <a:gdLst/>
              <a:ahLst/>
              <a:cxnLst/>
              <a:rect l="l" t="t" r="r" b="b"/>
              <a:pathLst>
                <a:path w="3421" h="6979" extrusionOk="0">
                  <a:moveTo>
                    <a:pt x="1" y="0"/>
                  </a:moveTo>
                  <a:lnTo>
                    <a:pt x="1" y="5936"/>
                  </a:lnTo>
                  <a:cubicBezTo>
                    <a:pt x="0" y="6512"/>
                    <a:pt x="468" y="6979"/>
                    <a:pt x="1044" y="6979"/>
                  </a:cubicBezTo>
                  <a:lnTo>
                    <a:pt x="2376" y="6979"/>
                  </a:lnTo>
                  <a:cubicBezTo>
                    <a:pt x="2953" y="6979"/>
                    <a:pt x="3420" y="6512"/>
                    <a:pt x="3421" y="5936"/>
                  </a:cubicBezTo>
                  <a:lnTo>
                    <a:pt x="342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93"/>
            <p:cNvSpPr/>
            <p:nvPr/>
          </p:nvSpPr>
          <p:spPr>
            <a:xfrm>
              <a:off x="16085000" y="3363675"/>
              <a:ext cx="297625" cy="165375"/>
            </a:xfrm>
            <a:custGeom>
              <a:avLst/>
              <a:gdLst/>
              <a:ahLst/>
              <a:cxnLst/>
              <a:rect l="l" t="t" r="r" b="b"/>
              <a:pathLst>
                <a:path w="11905" h="6615" extrusionOk="0">
                  <a:moveTo>
                    <a:pt x="9992" y="1"/>
                  </a:moveTo>
                  <a:lnTo>
                    <a:pt x="7110" y="502"/>
                  </a:lnTo>
                  <a:lnTo>
                    <a:pt x="6332" y="3216"/>
                  </a:lnTo>
                  <a:cubicBezTo>
                    <a:pt x="6332" y="3216"/>
                    <a:pt x="1" y="4239"/>
                    <a:pt x="341" y="6402"/>
                  </a:cubicBezTo>
                  <a:cubicBezTo>
                    <a:pt x="616" y="6550"/>
                    <a:pt x="1083" y="6615"/>
                    <a:pt x="1679" y="6615"/>
                  </a:cubicBezTo>
                  <a:cubicBezTo>
                    <a:pt x="4432" y="6615"/>
                    <a:pt x="9934" y="5233"/>
                    <a:pt x="11904" y="4298"/>
                  </a:cubicBezTo>
                  <a:cubicBezTo>
                    <a:pt x="10805" y="1477"/>
                    <a:pt x="9992" y="1"/>
                    <a:pt x="999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93"/>
            <p:cNvSpPr/>
            <p:nvPr/>
          </p:nvSpPr>
          <p:spPr>
            <a:xfrm>
              <a:off x="15332125" y="3350300"/>
              <a:ext cx="289125" cy="146450"/>
            </a:xfrm>
            <a:custGeom>
              <a:avLst/>
              <a:gdLst/>
              <a:ahLst/>
              <a:cxnLst/>
              <a:rect l="l" t="t" r="r" b="b"/>
              <a:pathLst>
                <a:path w="11565" h="5858" extrusionOk="0">
                  <a:moveTo>
                    <a:pt x="1457" y="0"/>
                  </a:moveTo>
                  <a:cubicBezTo>
                    <a:pt x="790" y="0"/>
                    <a:pt x="251" y="181"/>
                    <a:pt x="0" y="661"/>
                  </a:cubicBezTo>
                  <a:cubicBezTo>
                    <a:pt x="747" y="2250"/>
                    <a:pt x="7939" y="5344"/>
                    <a:pt x="10543" y="5858"/>
                  </a:cubicBezTo>
                  <a:cubicBezTo>
                    <a:pt x="11339" y="2936"/>
                    <a:pt x="11564" y="1266"/>
                    <a:pt x="11564" y="1266"/>
                  </a:cubicBezTo>
                  <a:lnTo>
                    <a:pt x="8776" y="111"/>
                  </a:lnTo>
                  <a:lnTo>
                    <a:pt x="6710" y="1669"/>
                  </a:lnTo>
                  <a:cubicBezTo>
                    <a:pt x="6710" y="1669"/>
                    <a:pt x="3486" y="0"/>
                    <a:pt x="14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93"/>
            <p:cNvSpPr/>
            <p:nvPr/>
          </p:nvSpPr>
          <p:spPr>
            <a:xfrm>
              <a:off x="16092275" y="3448750"/>
              <a:ext cx="290350" cy="80300"/>
            </a:xfrm>
            <a:custGeom>
              <a:avLst/>
              <a:gdLst/>
              <a:ahLst/>
              <a:cxnLst/>
              <a:rect l="l" t="t" r="r" b="b"/>
              <a:pathLst>
                <a:path w="11614" h="3212" extrusionOk="0">
                  <a:moveTo>
                    <a:pt x="11257" y="1"/>
                  </a:moveTo>
                  <a:cubicBezTo>
                    <a:pt x="8034" y="1289"/>
                    <a:pt x="4619" y="2162"/>
                    <a:pt x="1189" y="2162"/>
                  </a:cubicBezTo>
                  <a:cubicBezTo>
                    <a:pt x="886" y="2162"/>
                    <a:pt x="582" y="2155"/>
                    <a:pt x="279" y="2141"/>
                  </a:cubicBezTo>
                  <a:cubicBezTo>
                    <a:pt x="93" y="2405"/>
                    <a:pt x="1" y="2690"/>
                    <a:pt x="50" y="2999"/>
                  </a:cubicBezTo>
                  <a:cubicBezTo>
                    <a:pt x="325" y="3147"/>
                    <a:pt x="792" y="3212"/>
                    <a:pt x="1388" y="3212"/>
                  </a:cubicBezTo>
                  <a:cubicBezTo>
                    <a:pt x="4141" y="3212"/>
                    <a:pt x="9643" y="1830"/>
                    <a:pt x="11613" y="895"/>
                  </a:cubicBezTo>
                  <a:cubicBezTo>
                    <a:pt x="11490" y="579"/>
                    <a:pt x="11371" y="283"/>
                    <a:pt x="112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93"/>
            <p:cNvSpPr/>
            <p:nvPr/>
          </p:nvSpPr>
          <p:spPr>
            <a:xfrm>
              <a:off x="16245075" y="3390875"/>
              <a:ext cx="49350" cy="23500"/>
            </a:xfrm>
            <a:custGeom>
              <a:avLst/>
              <a:gdLst/>
              <a:ahLst/>
              <a:cxnLst/>
              <a:rect l="l" t="t" r="r" b="b"/>
              <a:pathLst>
                <a:path w="1974" h="940" extrusionOk="0">
                  <a:moveTo>
                    <a:pt x="930" y="0"/>
                  </a:moveTo>
                  <a:cubicBezTo>
                    <a:pt x="786" y="0"/>
                    <a:pt x="652" y="16"/>
                    <a:pt x="549" y="43"/>
                  </a:cubicBezTo>
                  <a:cubicBezTo>
                    <a:pt x="144" y="148"/>
                    <a:pt x="0" y="503"/>
                    <a:pt x="67" y="898"/>
                  </a:cubicBezTo>
                  <a:cubicBezTo>
                    <a:pt x="285" y="853"/>
                    <a:pt x="538" y="832"/>
                    <a:pt x="795" y="832"/>
                  </a:cubicBezTo>
                  <a:cubicBezTo>
                    <a:pt x="1115" y="832"/>
                    <a:pt x="1441" y="865"/>
                    <a:pt x="1711" y="926"/>
                  </a:cubicBezTo>
                  <a:lnTo>
                    <a:pt x="1725" y="929"/>
                  </a:lnTo>
                  <a:cubicBezTo>
                    <a:pt x="1750" y="935"/>
                    <a:pt x="1777" y="939"/>
                    <a:pt x="1802" y="939"/>
                  </a:cubicBezTo>
                  <a:cubicBezTo>
                    <a:pt x="1836" y="939"/>
                    <a:pt x="1868" y="931"/>
                    <a:pt x="1891" y="907"/>
                  </a:cubicBezTo>
                  <a:cubicBezTo>
                    <a:pt x="1904" y="891"/>
                    <a:pt x="1914" y="873"/>
                    <a:pt x="1920" y="854"/>
                  </a:cubicBezTo>
                  <a:cubicBezTo>
                    <a:pt x="1973" y="711"/>
                    <a:pt x="1966" y="551"/>
                    <a:pt x="1902" y="412"/>
                  </a:cubicBezTo>
                  <a:cubicBezTo>
                    <a:pt x="1761" y="110"/>
                    <a:pt x="1310" y="0"/>
                    <a:pt x="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93"/>
            <p:cNvSpPr/>
            <p:nvPr/>
          </p:nvSpPr>
          <p:spPr>
            <a:xfrm>
              <a:off x="16240925" y="3416450"/>
              <a:ext cx="49325" cy="23500"/>
            </a:xfrm>
            <a:custGeom>
              <a:avLst/>
              <a:gdLst/>
              <a:ahLst/>
              <a:cxnLst/>
              <a:rect l="l" t="t" r="r" b="b"/>
              <a:pathLst>
                <a:path w="1973" h="940" extrusionOk="0">
                  <a:moveTo>
                    <a:pt x="930" y="1"/>
                  </a:moveTo>
                  <a:cubicBezTo>
                    <a:pt x="786" y="1"/>
                    <a:pt x="652" y="16"/>
                    <a:pt x="548" y="43"/>
                  </a:cubicBezTo>
                  <a:cubicBezTo>
                    <a:pt x="144" y="148"/>
                    <a:pt x="1" y="503"/>
                    <a:pt x="68" y="898"/>
                  </a:cubicBezTo>
                  <a:cubicBezTo>
                    <a:pt x="285" y="853"/>
                    <a:pt x="538" y="832"/>
                    <a:pt x="795" y="832"/>
                  </a:cubicBezTo>
                  <a:cubicBezTo>
                    <a:pt x="1115" y="832"/>
                    <a:pt x="1441" y="865"/>
                    <a:pt x="1712" y="926"/>
                  </a:cubicBezTo>
                  <a:lnTo>
                    <a:pt x="1724" y="930"/>
                  </a:lnTo>
                  <a:cubicBezTo>
                    <a:pt x="1750" y="935"/>
                    <a:pt x="1777" y="940"/>
                    <a:pt x="1803" y="940"/>
                  </a:cubicBezTo>
                  <a:cubicBezTo>
                    <a:pt x="1837" y="940"/>
                    <a:pt x="1869" y="932"/>
                    <a:pt x="1891" y="907"/>
                  </a:cubicBezTo>
                  <a:cubicBezTo>
                    <a:pt x="1904" y="891"/>
                    <a:pt x="1914" y="873"/>
                    <a:pt x="1920" y="854"/>
                  </a:cubicBezTo>
                  <a:cubicBezTo>
                    <a:pt x="1973" y="711"/>
                    <a:pt x="1966" y="551"/>
                    <a:pt x="1902" y="412"/>
                  </a:cubicBezTo>
                  <a:cubicBezTo>
                    <a:pt x="1761" y="111"/>
                    <a:pt x="1311" y="1"/>
                    <a:pt x="9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93"/>
            <p:cNvSpPr/>
            <p:nvPr/>
          </p:nvSpPr>
          <p:spPr>
            <a:xfrm>
              <a:off x="15761425" y="2175825"/>
              <a:ext cx="579150" cy="1201225"/>
            </a:xfrm>
            <a:custGeom>
              <a:avLst/>
              <a:gdLst/>
              <a:ahLst/>
              <a:cxnLst/>
              <a:rect l="l" t="t" r="r" b="b"/>
              <a:pathLst>
                <a:path w="23166" h="48049" extrusionOk="0">
                  <a:moveTo>
                    <a:pt x="6373" y="0"/>
                  </a:moveTo>
                  <a:cubicBezTo>
                    <a:pt x="3738" y="0"/>
                    <a:pt x="0" y="5348"/>
                    <a:pt x="0" y="5348"/>
                  </a:cubicBezTo>
                  <a:cubicBezTo>
                    <a:pt x="0" y="5348"/>
                    <a:pt x="1526" y="19129"/>
                    <a:pt x="19963" y="48049"/>
                  </a:cubicBezTo>
                  <a:lnTo>
                    <a:pt x="23165" y="47605"/>
                  </a:lnTo>
                  <a:cubicBezTo>
                    <a:pt x="23165" y="47605"/>
                    <a:pt x="9985" y="12520"/>
                    <a:pt x="8744" y="3565"/>
                  </a:cubicBezTo>
                  <a:cubicBezTo>
                    <a:pt x="8379" y="930"/>
                    <a:pt x="7472" y="0"/>
                    <a:pt x="63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93"/>
            <p:cNvSpPr/>
            <p:nvPr/>
          </p:nvSpPr>
          <p:spPr>
            <a:xfrm>
              <a:off x="15332125" y="3353025"/>
              <a:ext cx="269725" cy="143725"/>
            </a:xfrm>
            <a:custGeom>
              <a:avLst/>
              <a:gdLst/>
              <a:ahLst/>
              <a:cxnLst/>
              <a:rect l="l" t="t" r="r" b="b"/>
              <a:pathLst>
                <a:path w="10789" h="5749" extrusionOk="0">
                  <a:moveTo>
                    <a:pt x="694" y="0"/>
                  </a:moveTo>
                  <a:cubicBezTo>
                    <a:pt x="389" y="100"/>
                    <a:pt x="146" y="275"/>
                    <a:pt x="0" y="553"/>
                  </a:cubicBezTo>
                  <a:cubicBezTo>
                    <a:pt x="747" y="2141"/>
                    <a:pt x="7939" y="5235"/>
                    <a:pt x="10543" y="5749"/>
                  </a:cubicBezTo>
                  <a:cubicBezTo>
                    <a:pt x="10632" y="5422"/>
                    <a:pt x="10713" y="5113"/>
                    <a:pt x="10788" y="4818"/>
                  </a:cubicBezTo>
                  <a:cubicBezTo>
                    <a:pt x="7136" y="3855"/>
                    <a:pt x="3593" y="2363"/>
                    <a:pt x="6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93"/>
            <p:cNvSpPr/>
            <p:nvPr/>
          </p:nvSpPr>
          <p:spPr>
            <a:xfrm>
              <a:off x="15587950" y="3395825"/>
              <a:ext cx="31025" cy="60600"/>
            </a:xfrm>
            <a:custGeom>
              <a:avLst/>
              <a:gdLst/>
              <a:ahLst/>
              <a:cxnLst/>
              <a:rect l="l" t="t" r="r" b="b"/>
              <a:pathLst>
                <a:path w="1241" h="2424" extrusionOk="0">
                  <a:moveTo>
                    <a:pt x="1241" y="0"/>
                  </a:moveTo>
                  <a:lnTo>
                    <a:pt x="1241" y="0"/>
                  </a:lnTo>
                  <a:cubicBezTo>
                    <a:pt x="992" y="70"/>
                    <a:pt x="759" y="187"/>
                    <a:pt x="566" y="359"/>
                  </a:cubicBezTo>
                  <a:cubicBezTo>
                    <a:pt x="194" y="689"/>
                    <a:pt x="0" y="1237"/>
                    <a:pt x="160" y="1707"/>
                  </a:cubicBezTo>
                  <a:cubicBezTo>
                    <a:pt x="261" y="2002"/>
                    <a:pt x="477" y="2228"/>
                    <a:pt x="725" y="2423"/>
                  </a:cubicBezTo>
                  <a:cubicBezTo>
                    <a:pt x="992" y="1317"/>
                    <a:pt x="1153" y="497"/>
                    <a:pt x="12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93"/>
            <p:cNvSpPr/>
            <p:nvPr/>
          </p:nvSpPr>
          <p:spPr>
            <a:xfrm>
              <a:off x="15520975" y="3358025"/>
              <a:ext cx="46375" cy="38750"/>
            </a:xfrm>
            <a:custGeom>
              <a:avLst/>
              <a:gdLst/>
              <a:ahLst/>
              <a:cxnLst/>
              <a:rect l="l" t="t" r="r" b="b"/>
              <a:pathLst>
                <a:path w="1855" h="1550" extrusionOk="0">
                  <a:moveTo>
                    <a:pt x="633" y="1"/>
                  </a:moveTo>
                  <a:cubicBezTo>
                    <a:pt x="362" y="1"/>
                    <a:pt x="139" y="181"/>
                    <a:pt x="0" y="454"/>
                  </a:cubicBezTo>
                  <a:cubicBezTo>
                    <a:pt x="452" y="666"/>
                    <a:pt x="978" y="1078"/>
                    <a:pt x="1304" y="1457"/>
                  </a:cubicBezTo>
                  <a:lnTo>
                    <a:pt x="1313" y="1467"/>
                  </a:lnTo>
                  <a:cubicBezTo>
                    <a:pt x="1349" y="1508"/>
                    <a:pt x="1393" y="1550"/>
                    <a:pt x="1444" y="1550"/>
                  </a:cubicBezTo>
                  <a:cubicBezTo>
                    <a:pt x="1449" y="1550"/>
                    <a:pt x="1455" y="1549"/>
                    <a:pt x="1461" y="1548"/>
                  </a:cubicBezTo>
                  <a:cubicBezTo>
                    <a:pt x="1480" y="1544"/>
                    <a:pt x="1498" y="1536"/>
                    <a:pt x="1515" y="1524"/>
                  </a:cubicBezTo>
                  <a:cubicBezTo>
                    <a:pt x="1643" y="1439"/>
                    <a:pt x="1732" y="1307"/>
                    <a:pt x="1763" y="1157"/>
                  </a:cubicBezTo>
                  <a:cubicBezTo>
                    <a:pt x="1854" y="708"/>
                    <a:pt x="1258" y="200"/>
                    <a:pt x="896" y="55"/>
                  </a:cubicBezTo>
                  <a:cubicBezTo>
                    <a:pt x="804" y="18"/>
                    <a:pt x="716" y="1"/>
                    <a:pt x="63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93"/>
            <p:cNvSpPr/>
            <p:nvPr/>
          </p:nvSpPr>
          <p:spPr>
            <a:xfrm>
              <a:off x="15502400" y="3376100"/>
              <a:ext cx="46375" cy="38775"/>
            </a:xfrm>
            <a:custGeom>
              <a:avLst/>
              <a:gdLst/>
              <a:ahLst/>
              <a:cxnLst/>
              <a:rect l="l" t="t" r="r" b="b"/>
              <a:pathLst>
                <a:path w="1855" h="1551" extrusionOk="0">
                  <a:moveTo>
                    <a:pt x="634" y="1"/>
                  </a:moveTo>
                  <a:cubicBezTo>
                    <a:pt x="363" y="1"/>
                    <a:pt x="139" y="181"/>
                    <a:pt x="0" y="455"/>
                  </a:cubicBezTo>
                  <a:cubicBezTo>
                    <a:pt x="453" y="666"/>
                    <a:pt x="979" y="1078"/>
                    <a:pt x="1305" y="1457"/>
                  </a:cubicBezTo>
                  <a:lnTo>
                    <a:pt x="1313" y="1467"/>
                  </a:lnTo>
                  <a:cubicBezTo>
                    <a:pt x="1350" y="1509"/>
                    <a:pt x="1393" y="1551"/>
                    <a:pt x="1444" y="1551"/>
                  </a:cubicBezTo>
                  <a:cubicBezTo>
                    <a:pt x="1449" y="1551"/>
                    <a:pt x="1455" y="1550"/>
                    <a:pt x="1461" y="1549"/>
                  </a:cubicBezTo>
                  <a:cubicBezTo>
                    <a:pt x="1480" y="1544"/>
                    <a:pt x="1499" y="1535"/>
                    <a:pt x="1515" y="1524"/>
                  </a:cubicBezTo>
                  <a:cubicBezTo>
                    <a:pt x="1643" y="1440"/>
                    <a:pt x="1732" y="1307"/>
                    <a:pt x="1764" y="1157"/>
                  </a:cubicBezTo>
                  <a:cubicBezTo>
                    <a:pt x="1854" y="707"/>
                    <a:pt x="1258" y="201"/>
                    <a:pt x="896" y="55"/>
                  </a:cubicBezTo>
                  <a:cubicBezTo>
                    <a:pt x="805" y="18"/>
                    <a:pt x="717" y="1"/>
                    <a:pt x="63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93"/>
            <p:cNvSpPr/>
            <p:nvPr/>
          </p:nvSpPr>
          <p:spPr>
            <a:xfrm>
              <a:off x="15551475" y="2229100"/>
              <a:ext cx="696425" cy="1152875"/>
            </a:xfrm>
            <a:custGeom>
              <a:avLst/>
              <a:gdLst/>
              <a:ahLst/>
              <a:cxnLst/>
              <a:rect l="l" t="t" r="r" b="b"/>
              <a:pathLst>
                <a:path w="27857" h="46115" extrusionOk="0">
                  <a:moveTo>
                    <a:pt x="22310" y="1"/>
                  </a:moveTo>
                  <a:cubicBezTo>
                    <a:pt x="19827" y="1"/>
                    <a:pt x="17142" y="1434"/>
                    <a:pt x="17142" y="1434"/>
                  </a:cubicBezTo>
                  <a:cubicBezTo>
                    <a:pt x="17142" y="1434"/>
                    <a:pt x="2363" y="26581"/>
                    <a:pt x="1" y="44959"/>
                  </a:cubicBezTo>
                  <a:cubicBezTo>
                    <a:pt x="2039" y="45918"/>
                    <a:pt x="2790" y="46114"/>
                    <a:pt x="2790" y="46114"/>
                  </a:cubicBezTo>
                  <a:cubicBezTo>
                    <a:pt x="2790" y="46114"/>
                    <a:pt x="9822" y="31052"/>
                    <a:pt x="15788" y="22632"/>
                  </a:cubicBezTo>
                  <a:cubicBezTo>
                    <a:pt x="21754" y="14211"/>
                    <a:pt x="27857" y="6703"/>
                    <a:pt x="25962" y="2220"/>
                  </a:cubicBezTo>
                  <a:cubicBezTo>
                    <a:pt x="25247" y="527"/>
                    <a:pt x="23815" y="1"/>
                    <a:pt x="223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93"/>
            <p:cNvSpPr/>
            <p:nvPr/>
          </p:nvSpPr>
          <p:spPr>
            <a:xfrm>
              <a:off x="15721300" y="1518975"/>
              <a:ext cx="577825" cy="891800"/>
            </a:xfrm>
            <a:custGeom>
              <a:avLst/>
              <a:gdLst/>
              <a:ahLst/>
              <a:cxnLst/>
              <a:rect l="l" t="t" r="r" b="b"/>
              <a:pathLst>
                <a:path w="23113" h="35672" extrusionOk="0">
                  <a:moveTo>
                    <a:pt x="11038" y="0"/>
                  </a:moveTo>
                  <a:lnTo>
                    <a:pt x="8980" y="502"/>
                  </a:lnTo>
                  <a:cubicBezTo>
                    <a:pt x="8980" y="502"/>
                    <a:pt x="4456" y="1098"/>
                    <a:pt x="3740" y="8982"/>
                  </a:cubicBezTo>
                  <a:cubicBezTo>
                    <a:pt x="3023" y="16867"/>
                    <a:pt x="1" y="34469"/>
                    <a:pt x="1" y="34469"/>
                  </a:cubicBezTo>
                  <a:cubicBezTo>
                    <a:pt x="1" y="34469"/>
                    <a:pt x="6339" y="35672"/>
                    <a:pt x="12778" y="35672"/>
                  </a:cubicBezTo>
                  <a:cubicBezTo>
                    <a:pt x="16632" y="35672"/>
                    <a:pt x="20523" y="35241"/>
                    <a:pt x="23112" y="33863"/>
                  </a:cubicBezTo>
                  <a:cubicBezTo>
                    <a:pt x="20378" y="26224"/>
                    <a:pt x="19528" y="15248"/>
                    <a:pt x="18664" y="11927"/>
                  </a:cubicBezTo>
                  <a:cubicBezTo>
                    <a:pt x="17800" y="8607"/>
                    <a:pt x="16071" y="894"/>
                    <a:pt x="1103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93"/>
            <p:cNvSpPr/>
            <p:nvPr/>
          </p:nvSpPr>
          <p:spPr>
            <a:xfrm>
              <a:off x="15776775" y="1678125"/>
              <a:ext cx="650100" cy="597775"/>
            </a:xfrm>
            <a:custGeom>
              <a:avLst/>
              <a:gdLst/>
              <a:ahLst/>
              <a:cxnLst/>
              <a:rect l="l" t="t" r="r" b="b"/>
              <a:pathLst>
                <a:path w="26004" h="23911" extrusionOk="0">
                  <a:moveTo>
                    <a:pt x="23141" y="1"/>
                  </a:moveTo>
                  <a:lnTo>
                    <a:pt x="1" y="3200"/>
                  </a:lnTo>
                  <a:lnTo>
                    <a:pt x="2863" y="23910"/>
                  </a:lnTo>
                  <a:lnTo>
                    <a:pt x="26004" y="20712"/>
                  </a:lnTo>
                  <a:lnTo>
                    <a:pt x="231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93"/>
            <p:cNvSpPr/>
            <p:nvPr/>
          </p:nvSpPr>
          <p:spPr>
            <a:xfrm>
              <a:off x="15886150" y="1762425"/>
              <a:ext cx="446450" cy="336425"/>
            </a:xfrm>
            <a:custGeom>
              <a:avLst/>
              <a:gdLst/>
              <a:ahLst/>
              <a:cxnLst/>
              <a:rect l="l" t="t" r="r" b="b"/>
              <a:pathLst>
                <a:path w="17858" h="13457" extrusionOk="0">
                  <a:moveTo>
                    <a:pt x="6947" y="0"/>
                  </a:moveTo>
                  <a:cubicBezTo>
                    <a:pt x="6710" y="0"/>
                    <a:pt x="6477" y="35"/>
                    <a:pt x="6257" y="125"/>
                  </a:cubicBezTo>
                  <a:cubicBezTo>
                    <a:pt x="5614" y="386"/>
                    <a:pt x="5237" y="1045"/>
                    <a:pt x="4923" y="1665"/>
                  </a:cubicBezTo>
                  <a:cubicBezTo>
                    <a:pt x="3776" y="3927"/>
                    <a:pt x="2838" y="6292"/>
                    <a:pt x="2044" y="8700"/>
                  </a:cubicBezTo>
                  <a:cubicBezTo>
                    <a:pt x="1637" y="9933"/>
                    <a:pt x="0" y="13457"/>
                    <a:pt x="2237" y="13457"/>
                  </a:cubicBezTo>
                  <a:cubicBezTo>
                    <a:pt x="2375" y="13457"/>
                    <a:pt x="2528" y="13443"/>
                    <a:pt x="2696" y="13415"/>
                  </a:cubicBezTo>
                  <a:cubicBezTo>
                    <a:pt x="3950" y="13206"/>
                    <a:pt x="5270" y="12796"/>
                    <a:pt x="6457" y="12367"/>
                  </a:cubicBezTo>
                  <a:cubicBezTo>
                    <a:pt x="6610" y="12312"/>
                    <a:pt x="6766" y="12257"/>
                    <a:pt x="6929" y="12208"/>
                  </a:cubicBezTo>
                  <a:cubicBezTo>
                    <a:pt x="8611" y="11689"/>
                    <a:pt x="10211" y="10886"/>
                    <a:pt x="11866" y="10296"/>
                  </a:cubicBezTo>
                  <a:cubicBezTo>
                    <a:pt x="13011" y="9887"/>
                    <a:pt x="14145" y="9424"/>
                    <a:pt x="15190" y="8798"/>
                  </a:cubicBezTo>
                  <a:cubicBezTo>
                    <a:pt x="15996" y="8315"/>
                    <a:pt x="17326" y="7553"/>
                    <a:pt x="17517" y="6536"/>
                  </a:cubicBezTo>
                  <a:cubicBezTo>
                    <a:pt x="17858" y="4720"/>
                    <a:pt x="15343" y="3304"/>
                    <a:pt x="14105" y="2588"/>
                  </a:cubicBezTo>
                  <a:cubicBezTo>
                    <a:pt x="12204" y="1490"/>
                    <a:pt x="10132" y="679"/>
                    <a:pt x="8001" y="160"/>
                  </a:cubicBezTo>
                  <a:cubicBezTo>
                    <a:pt x="7658" y="76"/>
                    <a:pt x="7298" y="0"/>
                    <a:pt x="694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93"/>
            <p:cNvSpPr/>
            <p:nvPr/>
          </p:nvSpPr>
          <p:spPr>
            <a:xfrm>
              <a:off x="15743050" y="1757900"/>
              <a:ext cx="684000" cy="562200"/>
            </a:xfrm>
            <a:custGeom>
              <a:avLst/>
              <a:gdLst/>
              <a:ahLst/>
              <a:cxnLst/>
              <a:rect l="l" t="t" r="r" b="b"/>
              <a:pathLst>
                <a:path w="27360" h="22488" extrusionOk="0">
                  <a:moveTo>
                    <a:pt x="1355" y="0"/>
                  </a:moveTo>
                  <a:lnTo>
                    <a:pt x="1" y="1677"/>
                  </a:lnTo>
                  <a:lnTo>
                    <a:pt x="2712" y="22488"/>
                  </a:lnTo>
                  <a:lnTo>
                    <a:pt x="25993" y="19268"/>
                  </a:lnTo>
                  <a:lnTo>
                    <a:pt x="27359" y="17512"/>
                  </a:lnTo>
                  <a:lnTo>
                    <a:pt x="4219" y="20711"/>
                  </a:lnTo>
                  <a:lnTo>
                    <a:pt x="1355" y="0"/>
                  </a:lnTo>
                  <a:close/>
                </a:path>
              </a:pathLst>
            </a:custGeom>
            <a:solidFill>
              <a:srgbClr val="98B8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93"/>
            <p:cNvSpPr/>
            <p:nvPr/>
          </p:nvSpPr>
          <p:spPr>
            <a:xfrm>
              <a:off x="15925625" y="1822300"/>
              <a:ext cx="352825" cy="306950"/>
            </a:xfrm>
            <a:custGeom>
              <a:avLst/>
              <a:gdLst/>
              <a:ahLst/>
              <a:cxnLst/>
              <a:rect l="l" t="t" r="r" b="b"/>
              <a:pathLst>
                <a:path w="14113" h="12278" extrusionOk="0">
                  <a:moveTo>
                    <a:pt x="5485" y="1"/>
                  </a:moveTo>
                  <a:cubicBezTo>
                    <a:pt x="5067" y="1"/>
                    <a:pt x="4648" y="25"/>
                    <a:pt x="4239" y="52"/>
                  </a:cubicBezTo>
                  <a:cubicBezTo>
                    <a:pt x="4219" y="54"/>
                    <a:pt x="4196" y="54"/>
                    <a:pt x="4173" y="54"/>
                  </a:cubicBezTo>
                  <a:cubicBezTo>
                    <a:pt x="4030" y="54"/>
                    <a:pt x="3846" y="31"/>
                    <a:pt x="3682" y="31"/>
                  </a:cubicBezTo>
                  <a:cubicBezTo>
                    <a:pt x="3579" y="31"/>
                    <a:pt x="3483" y="40"/>
                    <a:pt x="3410" y="70"/>
                  </a:cubicBezTo>
                  <a:cubicBezTo>
                    <a:pt x="3121" y="192"/>
                    <a:pt x="3132" y="605"/>
                    <a:pt x="3039" y="853"/>
                  </a:cubicBezTo>
                  <a:cubicBezTo>
                    <a:pt x="2911" y="1192"/>
                    <a:pt x="2690" y="1490"/>
                    <a:pt x="2586" y="1841"/>
                  </a:cubicBezTo>
                  <a:cubicBezTo>
                    <a:pt x="2509" y="2103"/>
                    <a:pt x="2504" y="2382"/>
                    <a:pt x="2432" y="2646"/>
                  </a:cubicBezTo>
                  <a:cubicBezTo>
                    <a:pt x="2189" y="3537"/>
                    <a:pt x="1244" y="4093"/>
                    <a:pt x="977" y="4976"/>
                  </a:cubicBezTo>
                  <a:cubicBezTo>
                    <a:pt x="839" y="5430"/>
                    <a:pt x="895" y="5930"/>
                    <a:pt x="727" y="6374"/>
                  </a:cubicBezTo>
                  <a:cubicBezTo>
                    <a:pt x="613" y="6676"/>
                    <a:pt x="401" y="6931"/>
                    <a:pt x="248" y="7215"/>
                  </a:cubicBezTo>
                  <a:cubicBezTo>
                    <a:pt x="94" y="7500"/>
                    <a:pt x="0" y="7851"/>
                    <a:pt x="138" y="8143"/>
                  </a:cubicBezTo>
                  <a:cubicBezTo>
                    <a:pt x="203" y="8279"/>
                    <a:pt x="313" y="8392"/>
                    <a:pt x="355" y="8537"/>
                  </a:cubicBezTo>
                  <a:cubicBezTo>
                    <a:pt x="439" y="8829"/>
                    <a:pt x="216" y="9113"/>
                    <a:pt x="152" y="9410"/>
                  </a:cubicBezTo>
                  <a:cubicBezTo>
                    <a:pt x="60" y="9840"/>
                    <a:pt x="358" y="10317"/>
                    <a:pt x="785" y="10421"/>
                  </a:cubicBezTo>
                  <a:cubicBezTo>
                    <a:pt x="1076" y="10492"/>
                    <a:pt x="1403" y="10408"/>
                    <a:pt x="1674" y="10540"/>
                  </a:cubicBezTo>
                  <a:cubicBezTo>
                    <a:pt x="2019" y="10708"/>
                    <a:pt x="2120" y="11137"/>
                    <a:pt x="2243" y="11501"/>
                  </a:cubicBezTo>
                  <a:cubicBezTo>
                    <a:pt x="2356" y="11839"/>
                    <a:pt x="2610" y="12208"/>
                    <a:pt x="2948" y="12208"/>
                  </a:cubicBezTo>
                  <a:cubicBezTo>
                    <a:pt x="2974" y="12208"/>
                    <a:pt x="3002" y="12206"/>
                    <a:pt x="3029" y="12201"/>
                  </a:cubicBezTo>
                  <a:cubicBezTo>
                    <a:pt x="3259" y="12160"/>
                    <a:pt x="3424" y="11949"/>
                    <a:pt x="3501" y="11728"/>
                  </a:cubicBezTo>
                  <a:cubicBezTo>
                    <a:pt x="3577" y="11509"/>
                    <a:pt x="3586" y="11271"/>
                    <a:pt x="3633" y="11043"/>
                  </a:cubicBezTo>
                  <a:cubicBezTo>
                    <a:pt x="3659" y="10921"/>
                    <a:pt x="3701" y="10792"/>
                    <a:pt x="3802" y="10718"/>
                  </a:cubicBezTo>
                  <a:cubicBezTo>
                    <a:pt x="3858" y="10676"/>
                    <a:pt x="3922" y="10658"/>
                    <a:pt x="3987" y="10658"/>
                  </a:cubicBezTo>
                  <a:cubicBezTo>
                    <a:pt x="4150" y="10658"/>
                    <a:pt x="4328" y="10768"/>
                    <a:pt x="4451" y="10893"/>
                  </a:cubicBezTo>
                  <a:cubicBezTo>
                    <a:pt x="4789" y="11236"/>
                    <a:pt x="5007" y="11690"/>
                    <a:pt x="5374" y="12001"/>
                  </a:cubicBezTo>
                  <a:cubicBezTo>
                    <a:pt x="5574" y="12171"/>
                    <a:pt x="5852" y="12278"/>
                    <a:pt x="6111" y="12278"/>
                  </a:cubicBezTo>
                  <a:cubicBezTo>
                    <a:pt x="6328" y="12278"/>
                    <a:pt x="6531" y="12202"/>
                    <a:pt x="6661" y="12024"/>
                  </a:cubicBezTo>
                  <a:cubicBezTo>
                    <a:pt x="6879" y="11727"/>
                    <a:pt x="6782" y="11315"/>
                    <a:pt x="6707" y="10955"/>
                  </a:cubicBezTo>
                  <a:cubicBezTo>
                    <a:pt x="6632" y="10594"/>
                    <a:pt x="6621" y="10145"/>
                    <a:pt x="6927" y="9938"/>
                  </a:cubicBezTo>
                  <a:cubicBezTo>
                    <a:pt x="7090" y="10069"/>
                    <a:pt x="7186" y="10266"/>
                    <a:pt x="7327" y="10421"/>
                  </a:cubicBezTo>
                  <a:cubicBezTo>
                    <a:pt x="7432" y="10537"/>
                    <a:pt x="7587" y="10631"/>
                    <a:pt x="7736" y="10631"/>
                  </a:cubicBezTo>
                  <a:cubicBezTo>
                    <a:pt x="7787" y="10631"/>
                    <a:pt x="7837" y="10620"/>
                    <a:pt x="7884" y="10596"/>
                  </a:cubicBezTo>
                  <a:cubicBezTo>
                    <a:pt x="8260" y="10400"/>
                    <a:pt x="7953" y="9703"/>
                    <a:pt x="8293" y="9450"/>
                  </a:cubicBezTo>
                  <a:cubicBezTo>
                    <a:pt x="8357" y="9402"/>
                    <a:pt x="8427" y="9381"/>
                    <a:pt x="8499" y="9381"/>
                  </a:cubicBezTo>
                  <a:cubicBezTo>
                    <a:pt x="8716" y="9381"/>
                    <a:pt x="8951" y="9565"/>
                    <a:pt x="9101" y="9752"/>
                  </a:cubicBezTo>
                  <a:cubicBezTo>
                    <a:pt x="9419" y="10149"/>
                    <a:pt x="9679" y="10602"/>
                    <a:pt x="10078" y="10917"/>
                  </a:cubicBezTo>
                  <a:cubicBezTo>
                    <a:pt x="10323" y="11112"/>
                    <a:pt x="10645" y="11240"/>
                    <a:pt x="10951" y="11240"/>
                  </a:cubicBezTo>
                  <a:cubicBezTo>
                    <a:pt x="11143" y="11240"/>
                    <a:pt x="11330" y="11189"/>
                    <a:pt x="11488" y="11072"/>
                  </a:cubicBezTo>
                  <a:cubicBezTo>
                    <a:pt x="11905" y="10763"/>
                    <a:pt x="11937" y="10135"/>
                    <a:pt x="11767" y="9645"/>
                  </a:cubicBezTo>
                  <a:cubicBezTo>
                    <a:pt x="11597" y="9153"/>
                    <a:pt x="11275" y="8728"/>
                    <a:pt x="11098" y="8240"/>
                  </a:cubicBezTo>
                  <a:cubicBezTo>
                    <a:pt x="11074" y="8171"/>
                    <a:pt x="11051" y="8097"/>
                    <a:pt x="11068" y="8027"/>
                  </a:cubicBezTo>
                  <a:cubicBezTo>
                    <a:pt x="11097" y="7900"/>
                    <a:pt x="11223" y="7848"/>
                    <a:pt x="11359" y="7848"/>
                  </a:cubicBezTo>
                  <a:cubicBezTo>
                    <a:pt x="11439" y="7848"/>
                    <a:pt x="11522" y="7866"/>
                    <a:pt x="11592" y="7897"/>
                  </a:cubicBezTo>
                  <a:cubicBezTo>
                    <a:pt x="11747" y="7966"/>
                    <a:pt x="11907" y="8070"/>
                    <a:pt x="12070" y="8070"/>
                  </a:cubicBezTo>
                  <a:cubicBezTo>
                    <a:pt x="12104" y="8070"/>
                    <a:pt x="12139" y="8066"/>
                    <a:pt x="12173" y="8055"/>
                  </a:cubicBezTo>
                  <a:cubicBezTo>
                    <a:pt x="12462" y="7964"/>
                    <a:pt x="12470" y="7557"/>
                    <a:pt x="12654" y="7316"/>
                  </a:cubicBezTo>
                  <a:cubicBezTo>
                    <a:pt x="12826" y="7091"/>
                    <a:pt x="13138" y="7033"/>
                    <a:pt x="13360" y="6858"/>
                  </a:cubicBezTo>
                  <a:cubicBezTo>
                    <a:pt x="13703" y="6587"/>
                    <a:pt x="13755" y="6021"/>
                    <a:pt x="13468" y="5693"/>
                  </a:cubicBezTo>
                  <a:cubicBezTo>
                    <a:pt x="13900" y="5622"/>
                    <a:pt x="14112" y="5068"/>
                    <a:pt x="13969" y="4653"/>
                  </a:cubicBezTo>
                  <a:cubicBezTo>
                    <a:pt x="13826" y="4239"/>
                    <a:pt x="13443" y="3957"/>
                    <a:pt x="13056" y="3750"/>
                  </a:cubicBezTo>
                  <a:cubicBezTo>
                    <a:pt x="12014" y="3192"/>
                    <a:pt x="10783" y="2978"/>
                    <a:pt x="9862" y="2236"/>
                  </a:cubicBezTo>
                  <a:cubicBezTo>
                    <a:pt x="9302" y="1785"/>
                    <a:pt x="8892" y="1164"/>
                    <a:pt x="8315" y="738"/>
                  </a:cubicBezTo>
                  <a:cubicBezTo>
                    <a:pt x="7512" y="144"/>
                    <a:pt x="6504" y="1"/>
                    <a:pt x="54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93"/>
            <p:cNvSpPr/>
            <p:nvPr/>
          </p:nvSpPr>
          <p:spPr>
            <a:xfrm>
              <a:off x="16000250" y="1762425"/>
              <a:ext cx="332350" cy="209100"/>
            </a:xfrm>
            <a:custGeom>
              <a:avLst/>
              <a:gdLst/>
              <a:ahLst/>
              <a:cxnLst/>
              <a:rect l="l" t="t" r="r" b="b"/>
              <a:pathLst>
                <a:path w="13294" h="8364" extrusionOk="0">
                  <a:moveTo>
                    <a:pt x="2383" y="0"/>
                  </a:moveTo>
                  <a:cubicBezTo>
                    <a:pt x="2146" y="0"/>
                    <a:pt x="1913" y="35"/>
                    <a:pt x="1693" y="125"/>
                  </a:cubicBezTo>
                  <a:cubicBezTo>
                    <a:pt x="1050" y="386"/>
                    <a:pt x="673" y="1045"/>
                    <a:pt x="359" y="1665"/>
                  </a:cubicBezTo>
                  <a:cubicBezTo>
                    <a:pt x="237" y="1905"/>
                    <a:pt x="119" y="2148"/>
                    <a:pt x="1" y="2390"/>
                  </a:cubicBezTo>
                  <a:cubicBezTo>
                    <a:pt x="178" y="2632"/>
                    <a:pt x="482" y="2778"/>
                    <a:pt x="785" y="2812"/>
                  </a:cubicBezTo>
                  <a:cubicBezTo>
                    <a:pt x="846" y="2819"/>
                    <a:pt x="906" y="2822"/>
                    <a:pt x="967" y="2822"/>
                  </a:cubicBezTo>
                  <a:cubicBezTo>
                    <a:pt x="1273" y="2822"/>
                    <a:pt x="1579" y="2744"/>
                    <a:pt x="1876" y="2661"/>
                  </a:cubicBezTo>
                  <a:lnTo>
                    <a:pt x="1876" y="2661"/>
                  </a:lnTo>
                  <a:cubicBezTo>
                    <a:pt x="1765" y="3086"/>
                    <a:pt x="2107" y="3501"/>
                    <a:pt x="2478" y="3736"/>
                  </a:cubicBezTo>
                  <a:cubicBezTo>
                    <a:pt x="2920" y="4014"/>
                    <a:pt x="3441" y="4158"/>
                    <a:pt x="3963" y="4158"/>
                  </a:cubicBezTo>
                  <a:cubicBezTo>
                    <a:pt x="4246" y="4158"/>
                    <a:pt x="4528" y="4116"/>
                    <a:pt x="4797" y="4030"/>
                  </a:cubicBezTo>
                  <a:cubicBezTo>
                    <a:pt x="5148" y="4936"/>
                    <a:pt x="6113" y="5539"/>
                    <a:pt x="7074" y="5539"/>
                  </a:cubicBezTo>
                  <a:cubicBezTo>
                    <a:pt x="7282" y="5539"/>
                    <a:pt x="7489" y="5511"/>
                    <a:pt x="7691" y="5452"/>
                  </a:cubicBezTo>
                  <a:cubicBezTo>
                    <a:pt x="7752" y="6006"/>
                    <a:pt x="8196" y="6496"/>
                    <a:pt x="8741" y="6613"/>
                  </a:cubicBezTo>
                  <a:cubicBezTo>
                    <a:pt x="8956" y="6659"/>
                    <a:pt x="9180" y="6651"/>
                    <a:pt x="9392" y="6707"/>
                  </a:cubicBezTo>
                  <a:cubicBezTo>
                    <a:pt x="10148" y="6909"/>
                    <a:pt x="10477" y="7808"/>
                    <a:pt x="11125" y="8248"/>
                  </a:cubicBezTo>
                  <a:cubicBezTo>
                    <a:pt x="11191" y="8291"/>
                    <a:pt x="11261" y="8330"/>
                    <a:pt x="11334" y="8363"/>
                  </a:cubicBezTo>
                  <a:cubicBezTo>
                    <a:pt x="12049" y="7900"/>
                    <a:pt x="12812" y="7288"/>
                    <a:pt x="12953" y="6536"/>
                  </a:cubicBezTo>
                  <a:cubicBezTo>
                    <a:pt x="13294" y="4720"/>
                    <a:pt x="10779" y="3304"/>
                    <a:pt x="9541" y="2588"/>
                  </a:cubicBezTo>
                  <a:cubicBezTo>
                    <a:pt x="7640" y="1490"/>
                    <a:pt x="5568" y="679"/>
                    <a:pt x="3437" y="160"/>
                  </a:cubicBezTo>
                  <a:cubicBezTo>
                    <a:pt x="3094" y="76"/>
                    <a:pt x="2734" y="0"/>
                    <a:pt x="23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93"/>
            <p:cNvSpPr/>
            <p:nvPr/>
          </p:nvSpPr>
          <p:spPr>
            <a:xfrm>
              <a:off x="16019775" y="1870100"/>
              <a:ext cx="63750" cy="49425"/>
            </a:xfrm>
            <a:custGeom>
              <a:avLst/>
              <a:gdLst/>
              <a:ahLst/>
              <a:cxnLst/>
              <a:rect l="l" t="t" r="r" b="b"/>
              <a:pathLst>
                <a:path w="2550" h="1977" extrusionOk="0">
                  <a:moveTo>
                    <a:pt x="1195" y="1"/>
                  </a:moveTo>
                  <a:cubicBezTo>
                    <a:pt x="1023" y="1"/>
                    <a:pt x="852" y="41"/>
                    <a:pt x="690" y="133"/>
                  </a:cubicBezTo>
                  <a:cubicBezTo>
                    <a:pt x="371" y="315"/>
                    <a:pt x="156" y="601"/>
                    <a:pt x="61" y="954"/>
                  </a:cubicBezTo>
                  <a:cubicBezTo>
                    <a:pt x="19" y="1102"/>
                    <a:pt x="0" y="1265"/>
                    <a:pt x="53" y="1410"/>
                  </a:cubicBezTo>
                  <a:cubicBezTo>
                    <a:pt x="104" y="1550"/>
                    <a:pt x="235" y="1668"/>
                    <a:pt x="382" y="1668"/>
                  </a:cubicBezTo>
                  <a:cubicBezTo>
                    <a:pt x="389" y="1668"/>
                    <a:pt x="395" y="1668"/>
                    <a:pt x="401" y="1667"/>
                  </a:cubicBezTo>
                  <a:cubicBezTo>
                    <a:pt x="588" y="1655"/>
                    <a:pt x="713" y="1470"/>
                    <a:pt x="779" y="1293"/>
                  </a:cubicBezTo>
                  <a:cubicBezTo>
                    <a:pt x="800" y="1236"/>
                    <a:pt x="819" y="1177"/>
                    <a:pt x="860" y="1131"/>
                  </a:cubicBezTo>
                  <a:cubicBezTo>
                    <a:pt x="899" y="1087"/>
                    <a:pt x="958" y="1066"/>
                    <a:pt x="1016" y="1066"/>
                  </a:cubicBezTo>
                  <a:cubicBezTo>
                    <a:pt x="1089" y="1066"/>
                    <a:pt x="1162" y="1098"/>
                    <a:pt x="1200" y="1160"/>
                  </a:cubicBezTo>
                  <a:cubicBezTo>
                    <a:pt x="1291" y="1300"/>
                    <a:pt x="1195" y="1487"/>
                    <a:pt x="1226" y="1650"/>
                  </a:cubicBezTo>
                  <a:cubicBezTo>
                    <a:pt x="1258" y="1819"/>
                    <a:pt x="1423" y="1936"/>
                    <a:pt x="1592" y="1970"/>
                  </a:cubicBezTo>
                  <a:cubicBezTo>
                    <a:pt x="1612" y="1974"/>
                    <a:pt x="1633" y="1977"/>
                    <a:pt x="1653" y="1977"/>
                  </a:cubicBezTo>
                  <a:cubicBezTo>
                    <a:pt x="1670" y="1977"/>
                    <a:pt x="1687" y="1974"/>
                    <a:pt x="1704" y="1969"/>
                  </a:cubicBezTo>
                  <a:cubicBezTo>
                    <a:pt x="1777" y="1942"/>
                    <a:pt x="1805" y="1853"/>
                    <a:pt x="1812" y="1775"/>
                  </a:cubicBezTo>
                  <a:cubicBezTo>
                    <a:pt x="1829" y="1574"/>
                    <a:pt x="1762" y="1372"/>
                    <a:pt x="1777" y="1169"/>
                  </a:cubicBezTo>
                  <a:cubicBezTo>
                    <a:pt x="1782" y="1102"/>
                    <a:pt x="1809" y="1077"/>
                    <a:pt x="1849" y="1077"/>
                  </a:cubicBezTo>
                  <a:cubicBezTo>
                    <a:pt x="1953" y="1077"/>
                    <a:pt x="2138" y="1248"/>
                    <a:pt x="2205" y="1252"/>
                  </a:cubicBezTo>
                  <a:cubicBezTo>
                    <a:pt x="2211" y="1252"/>
                    <a:pt x="2217" y="1253"/>
                    <a:pt x="2223" y="1253"/>
                  </a:cubicBezTo>
                  <a:cubicBezTo>
                    <a:pt x="2549" y="1253"/>
                    <a:pt x="2539" y="809"/>
                    <a:pt x="2391" y="628"/>
                  </a:cubicBezTo>
                  <a:cubicBezTo>
                    <a:pt x="2337" y="562"/>
                    <a:pt x="2278" y="501"/>
                    <a:pt x="2215" y="443"/>
                  </a:cubicBezTo>
                  <a:cubicBezTo>
                    <a:pt x="1936" y="187"/>
                    <a:pt x="1565" y="1"/>
                    <a:pt x="1195" y="1"/>
                  </a:cubicBezTo>
                  <a:close/>
                </a:path>
              </a:pathLst>
            </a:custGeom>
            <a:solidFill>
              <a:srgbClr val="EFDB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93"/>
            <p:cNvSpPr/>
            <p:nvPr/>
          </p:nvSpPr>
          <p:spPr>
            <a:xfrm>
              <a:off x="16059150" y="1988050"/>
              <a:ext cx="50225" cy="42950"/>
            </a:xfrm>
            <a:custGeom>
              <a:avLst/>
              <a:gdLst/>
              <a:ahLst/>
              <a:cxnLst/>
              <a:rect l="l" t="t" r="r" b="b"/>
              <a:pathLst>
                <a:path w="2009" h="1718" extrusionOk="0">
                  <a:moveTo>
                    <a:pt x="1082" y="0"/>
                  </a:moveTo>
                  <a:cubicBezTo>
                    <a:pt x="728" y="0"/>
                    <a:pt x="379" y="129"/>
                    <a:pt x="191" y="448"/>
                  </a:cubicBezTo>
                  <a:cubicBezTo>
                    <a:pt x="36" y="712"/>
                    <a:pt x="0" y="1009"/>
                    <a:pt x="78" y="1302"/>
                  </a:cubicBezTo>
                  <a:cubicBezTo>
                    <a:pt x="109" y="1427"/>
                    <a:pt x="164" y="1552"/>
                    <a:pt x="262" y="1635"/>
                  </a:cubicBezTo>
                  <a:cubicBezTo>
                    <a:pt x="322" y="1686"/>
                    <a:pt x="402" y="1717"/>
                    <a:pt x="480" y="1717"/>
                  </a:cubicBezTo>
                  <a:cubicBezTo>
                    <a:pt x="529" y="1717"/>
                    <a:pt x="578" y="1705"/>
                    <a:pt x="620" y="1676"/>
                  </a:cubicBezTo>
                  <a:cubicBezTo>
                    <a:pt x="751" y="1591"/>
                    <a:pt x="763" y="1404"/>
                    <a:pt x="738" y="1250"/>
                  </a:cubicBezTo>
                  <a:cubicBezTo>
                    <a:pt x="729" y="1200"/>
                    <a:pt x="719" y="1148"/>
                    <a:pt x="729" y="1098"/>
                  </a:cubicBezTo>
                  <a:cubicBezTo>
                    <a:pt x="746" y="1016"/>
                    <a:pt x="830" y="959"/>
                    <a:pt x="913" y="959"/>
                  </a:cubicBezTo>
                  <a:cubicBezTo>
                    <a:pt x="938" y="959"/>
                    <a:pt x="964" y="965"/>
                    <a:pt x="987" y="977"/>
                  </a:cubicBezTo>
                  <a:cubicBezTo>
                    <a:pt x="1110" y="1042"/>
                    <a:pt x="1119" y="1216"/>
                    <a:pt x="1209" y="1322"/>
                  </a:cubicBezTo>
                  <a:cubicBezTo>
                    <a:pt x="1271" y="1394"/>
                    <a:pt x="1365" y="1425"/>
                    <a:pt x="1461" y="1425"/>
                  </a:cubicBezTo>
                  <a:cubicBezTo>
                    <a:pt x="1511" y="1425"/>
                    <a:pt x="1561" y="1417"/>
                    <a:pt x="1607" y="1402"/>
                  </a:cubicBezTo>
                  <a:cubicBezTo>
                    <a:pt x="1638" y="1393"/>
                    <a:pt x="1665" y="1376"/>
                    <a:pt x="1687" y="1354"/>
                  </a:cubicBezTo>
                  <a:cubicBezTo>
                    <a:pt x="1729" y="1304"/>
                    <a:pt x="1713" y="1228"/>
                    <a:pt x="1685" y="1169"/>
                  </a:cubicBezTo>
                  <a:cubicBezTo>
                    <a:pt x="1613" y="1016"/>
                    <a:pt x="1481" y="898"/>
                    <a:pt x="1408" y="746"/>
                  </a:cubicBezTo>
                  <a:cubicBezTo>
                    <a:pt x="1361" y="647"/>
                    <a:pt x="1441" y="630"/>
                    <a:pt x="1536" y="630"/>
                  </a:cubicBezTo>
                  <a:cubicBezTo>
                    <a:pt x="1591" y="630"/>
                    <a:pt x="1650" y="635"/>
                    <a:pt x="1695" y="635"/>
                  </a:cubicBezTo>
                  <a:cubicBezTo>
                    <a:pt x="1720" y="635"/>
                    <a:pt x="1740" y="634"/>
                    <a:pt x="1751" y="628"/>
                  </a:cubicBezTo>
                  <a:cubicBezTo>
                    <a:pt x="2008" y="497"/>
                    <a:pt x="1813" y="169"/>
                    <a:pt x="1627" y="99"/>
                  </a:cubicBezTo>
                  <a:cubicBezTo>
                    <a:pt x="1560" y="75"/>
                    <a:pt x="1492" y="55"/>
                    <a:pt x="1423" y="39"/>
                  </a:cubicBezTo>
                  <a:cubicBezTo>
                    <a:pt x="1313" y="14"/>
                    <a:pt x="1197" y="0"/>
                    <a:pt x="1082" y="0"/>
                  </a:cubicBezTo>
                  <a:close/>
                </a:path>
              </a:pathLst>
            </a:custGeom>
            <a:solidFill>
              <a:srgbClr val="EFDB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93"/>
            <p:cNvSpPr/>
            <p:nvPr/>
          </p:nvSpPr>
          <p:spPr>
            <a:xfrm>
              <a:off x="15998800" y="1975050"/>
              <a:ext cx="13450" cy="10150"/>
            </a:xfrm>
            <a:custGeom>
              <a:avLst/>
              <a:gdLst/>
              <a:ahLst/>
              <a:cxnLst/>
              <a:rect l="l" t="t" r="r" b="b"/>
              <a:pathLst>
                <a:path w="538" h="406" extrusionOk="0">
                  <a:moveTo>
                    <a:pt x="247" y="1"/>
                  </a:moveTo>
                  <a:cubicBezTo>
                    <a:pt x="182" y="1"/>
                    <a:pt x="114" y="39"/>
                    <a:pt x="67" y="138"/>
                  </a:cubicBezTo>
                  <a:cubicBezTo>
                    <a:pt x="0" y="280"/>
                    <a:pt x="124" y="405"/>
                    <a:pt x="254" y="405"/>
                  </a:cubicBezTo>
                  <a:cubicBezTo>
                    <a:pt x="301" y="405"/>
                    <a:pt x="348" y="389"/>
                    <a:pt x="388" y="351"/>
                  </a:cubicBezTo>
                  <a:cubicBezTo>
                    <a:pt x="537" y="206"/>
                    <a:pt x="398" y="1"/>
                    <a:pt x="247" y="1"/>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93"/>
            <p:cNvSpPr/>
            <p:nvPr/>
          </p:nvSpPr>
          <p:spPr>
            <a:xfrm>
              <a:off x="15965125" y="1989800"/>
              <a:ext cx="16675" cy="16125"/>
            </a:xfrm>
            <a:custGeom>
              <a:avLst/>
              <a:gdLst/>
              <a:ahLst/>
              <a:cxnLst/>
              <a:rect l="l" t="t" r="r" b="b"/>
              <a:pathLst>
                <a:path w="667" h="645" extrusionOk="0">
                  <a:moveTo>
                    <a:pt x="296" y="1"/>
                  </a:moveTo>
                  <a:cubicBezTo>
                    <a:pt x="276" y="1"/>
                    <a:pt x="255" y="3"/>
                    <a:pt x="236" y="8"/>
                  </a:cubicBezTo>
                  <a:cubicBezTo>
                    <a:pt x="75" y="48"/>
                    <a:pt x="1" y="197"/>
                    <a:pt x="6" y="355"/>
                  </a:cubicBezTo>
                  <a:cubicBezTo>
                    <a:pt x="12" y="529"/>
                    <a:pt x="157" y="644"/>
                    <a:pt x="307" y="644"/>
                  </a:cubicBezTo>
                  <a:cubicBezTo>
                    <a:pt x="377" y="644"/>
                    <a:pt x="448" y="620"/>
                    <a:pt x="507" y="565"/>
                  </a:cubicBezTo>
                  <a:cubicBezTo>
                    <a:pt x="538" y="534"/>
                    <a:pt x="564" y="502"/>
                    <a:pt x="587" y="464"/>
                  </a:cubicBezTo>
                  <a:cubicBezTo>
                    <a:pt x="612" y="424"/>
                    <a:pt x="636" y="382"/>
                    <a:pt x="643" y="334"/>
                  </a:cubicBezTo>
                  <a:cubicBezTo>
                    <a:pt x="666" y="155"/>
                    <a:pt x="465" y="1"/>
                    <a:pt x="296" y="1"/>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93"/>
            <p:cNvSpPr/>
            <p:nvPr/>
          </p:nvSpPr>
          <p:spPr>
            <a:xfrm>
              <a:off x="15993475" y="1998850"/>
              <a:ext cx="11400" cy="11400"/>
            </a:xfrm>
            <a:custGeom>
              <a:avLst/>
              <a:gdLst/>
              <a:ahLst/>
              <a:cxnLst/>
              <a:rect l="l" t="t" r="r" b="b"/>
              <a:pathLst>
                <a:path w="456" h="456" extrusionOk="0">
                  <a:moveTo>
                    <a:pt x="250" y="1"/>
                  </a:moveTo>
                  <a:cubicBezTo>
                    <a:pt x="235" y="1"/>
                    <a:pt x="220" y="3"/>
                    <a:pt x="204" y="8"/>
                  </a:cubicBezTo>
                  <a:cubicBezTo>
                    <a:pt x="74" y="47"/>
                    <a:pt x="0" y="186"/>
                    <a:pt x="56" y="312"/>
                  </a:cubicBezTo>
                  <a:cubicBezTo>
                    <a:pt x="95" y="394"/>
                    <a:pt x="176" y="449"/>
                    <a:pt x="268" y="455"/>
                  </a:cubicBezTo>
                  <a:cubicBezTo>
                    <a:pt x="271" y="455"/>
                    <a:pt x="274" y="455"/>
                    <a:pt x="278" y="455"/>
                  </a:cubicBezTo>
                  <a:cubicBezTo>
                    <a:pt x="295" y="455"/>
                    <a:pt x="312" y="453"/>
                    <a:pt x="328" y="447"/>
                  </a:cubicBezTo>
                  <a:cubicBezTo>
                    <a:pt x="424" y="421"/>
                    <a:pt x="456" y="341"/>
                    <a:pt x="448" y="256"/>
                  </a:cubicBezTo>
                  <a:cubicBezTo>
                    <a:pt x="438" y="146"/>
                    <a:pt x="365" y="1"/>
                    <a:pt x="250" y="1"/>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93"/>
            <p:cNvSpPr/>
            <p:nvPr/>
          </p:nvSpPr>
          <p:spPr>
            <a:xfrm>
              <a:off x="15984350" y="2027475"/>
              <a:ext cx="12425" cy="10750"/>
            </a:xfrm>
            <a:custGeom>
              <a:avLst/>
              <a:gdLst/>
              <a:ahLst/>
              <a:cxnLst/>
              <a:rect l="l" t="t" r="r" b="b"/>
              <a:pathLst>
                <a:path w="497" h="430" extrusionOk="0">
                  <a:moveTo>
                    <a:pt x="289" y="0"/>
                  </a:moveTo>
                  <a:cubicBezTo>
                    <a:pt x="149" y="0"/>
                    <a:pt x="0" y="148"/>
                    <a:pt x="71" y="298"/>
                  </a:cubicBezTo>
                  <a:cubicBezTo>
                    <a:pt x="106" y="372"/>
                    <a:pt x="178" y="422"/>
                    <a:pt x="261" y="430"/>
                  </a:cubicBezTo>
                  <a:cubicBezTo>
                    <a:pt x="265" y="430"/>
                    <a:pt x="268" y="430"/>
                    <a:pt x="272" y="430"/>
                  </a:cubicBezTo>
                  <a:cubicBezTo>
                    <a:pt x="350" y="430"/>
                    <a:pt x="423" y="387"/>
                    <a:pt x="461" y="318"/>
                  </a:cubicBezTo>
                  <a:cubicBezTo>
                    <a:pt x="497" y="248"/>
                    <a:pt x="489" y="159"/>
                    <a:pt x="448" y="92"/>
                  </a:cubicBezTo>
                  <a:cubicBezTo>
                    <a:pt x="408" y="27"/>
                    <a:pt x="349" y="0"/>
                    <a:pt x="289" y="0"/>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93"/>
            <p:cNvSpPr/>
            <p:nvPr/>
          </p:nvSpPr>
          <p:spPr>
            <a:xfrm>
              <a:off x="16018600" y="2004800"/>
              <a:ext cx="8800" cy="8100"/>
            </a:xfrm>
            <a:custGeom>
              <a:avLst/>
              <a:gdLst/>
              <a:ahLst/>
              <a:cxnLst/>
              <a:rect l="l" t="t" r="r" b="b"/>
              <a:pathLst>
                <a:path w="352" h="324" extrusionOk="0">
                  <a:moveTo>
                    <a:pt x="195" y="0"/>
                  </a:moveTo>
                  <a:cubicBezTo>
                    <a:pt x="138" y="0"/>
                    <a:pt x="79" y="34"/>
                    <a:pt x="48" y="106"/>
                  </a:cubicBezTo>
                  <a:cubicBezTo>
                    <a:pt x="1" y="218"/>
                    <a:pt x="62" y="324"/>
                    <a:pt x="177" y="324"/>
                  </a:cubicBezTo>
                  <a:cubicBezTo>
                    <a:pt x="187" y="324"/>
                    <a:pt x="196" y="323"/>
                    <a:pt x="206" y="322"/>
                  </a:cubicBezTo>
                  <a:cubicBezTo>
                    <a:pt x="278" y="309"/>
                    <a:pt x="333" y="252"/>
                    <a:pt x="340" y="180"/>
                  </a:cubicBezTo>
                  <a:cubicBezTo>
                    <a:pt x="351" y="66"/>
                    <a:pt x="275" y="0"/>
                    <a:pt x="195" y="0"/>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93"/>
            <p:cNvSpPr/>
            <p:nvPr/>
          </p:nvSpPr>
          <p:spPr>
            <a:xfrm>
              <a:off x="16103275" y="1918475"/>
              <a:ext cx="97450" cy="85425"/>
            </a:xfrm>
            <a:custGeom>
              <a:avLst/>
              <a:gdLst/>
              <a:ahLst/>
              <a:cxnLst/>
              <a:rect l="l" t="t" r="r" b="b"/>
              <a:pathLst>
                <a:path w="3898" h="3417" extrusionOk="0">
                  <a:moveTo>
                    <a:pt x="2102" y="0"/>
                  </a:moveTo>
                  <a:cubicBezTo>
                    <a:pt x="2073" y="0"/>
                    <a:pt x="2045" y="2"/>
                    <a:pt x="2017" y="4"/>
                  </a:cubicBezTo>
                  <a:cubicBezTo>
                    <a:pt x="1487" y="45"/>
                    <a:pt x="976" y="195"/>
                    <a:pt x="603" y="596"/>
                  </a:cubicBezTo>
                  <a:cubicBezTo>
                    <a:pt x="82" y="1159"/>
                    <a:pt x="0" y="2097"/>
                    <a:pt x="459" y="2711"/>
                  </a:cubicBezTo>
                  <a:cubicBezTo>
                    <a:pt x="795" y="3161"/>
                    <a:pt x="1410" y="3416"/>
                    <a:pt x="2006" y="3416"/>
                  </a:cubicBezTo>
                  <a:cubicBezTo>
                    <a:pt x="2374" y="3416"/>
                    <a:pt x="2734" y="3319"/>
                    <a:pt x="3018" y="3110"/>
                  </a:cubicBezTo>
                  <a:cubicBezTo>
                    <a:pt x="3479" y="2772"/>
                    <a:pt x="3898" y="2099"/>
                    <a:pt x="3803" y="1513"/>
                  </a:cubicBezTo>
                  <a:cubicBezTo>
                    <a:pt x="3776" y="1338"/>
                    <a:pt x="3708" y="1156"/>
                    <a:pt x="3593" y="975"/>
                  </a:cubicBezTo>
                  <a:cubicBezTo>
                    <a:pt x="3291" y="496"/>
                    <a:pt x="2703" y="0"/>
                    <a:pt x="210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93"/>
            <p:cNvSpPr/>
            <p:nvPr/>
          </p:nvSpPr>
          <p:spPr>
            <a:xfrm>
              <a:off x="16170250" y="1946950"/>
              <a:ext cx="13625" cy="9875"/>
            </a:xfrm>
            <a:custGeom>
              <a:avLst/>
              <a:gdLst/>
              <a:ahLst/>
              <a:cxnLst/>
              <a:rect l="l" t="t" r="r" b="b"/>
              <a:pathLst>
                <a:path w="545" h="395" extrusionOk="0">
                  <a:moveTo>
                    <a:pt x="290" y="1"/>
                  </a:moveTo>
                  <a:cubicBezTo>
                    <a:pt x="265" y="1"/>
                    <a:pt x="237" y="5"/>
                    <a:pt x="206" y="13"/>
                  </a:cubicBezTo>
                  <a:cubicBezTo>
                    <a:pt x="0" y="72"/>
                    <a:pt x="52" y="376"/>
                    <a:pt x="257" y="393"/>
                  </a:cubicBezTo>
                  <a:cubicBezTo>
                    <a:pt x="264" y="394"/>
                    <a:pt x="272" y="394"/>
                    <a:pt x="279" y="394"/>
                  </a:cubicBezTo>
                  <a:cubicBezTo>
                    <a:pt x="530" y="394"/>
                    <a:pt x="545" y="1"/>
                    <a:pt x="2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93"/>
            <p:cNvSpPr/>
            <p:nvPr/>
          </p:nvSpPr>
          <p:spPr>
            <a:xfrm>
              <a:off x="16132425" y="1931300"/>
              <a:ext cx="19750" cy="15625"/>
            </a:xfrm>
            <a:custGeom>
              <a:avLst/>
              <a:gdLst/>
              <a:ahLst/>
              <a:cxnLst/>
              <a:rect l="l" t="t" r="r" b="b"/>
              <a:pathLst>
                <a:path w="790" h="625" extrusionOk="0">
                  <a:moveTo>
                    <a:pt x="434" y="0"/>
                  </a:moveTo>
                  <a:cubicBezTo>
                    <a:pt x="345" y="0"/>
                    <a:pt x="257" y="42"/>
                    <a:pt x="186" y="107"/>
                  </a:cubicBezTo>
                  <a:cubicBezTo>
                    <a:pt x="1" y="283"/>
                    <a:pt x="104" y="595"/>
                    <a:pt x="357" y="622"/>
                  </a:cubicBezTo>
                  <a:cubicBezTo>
                    <a:pt x="372" y="624"/>
                    <a:pt x="386" y="624"/>
                    <a:pt x="401" y="624"/>
                  </a:cubicBezTo>
                  <a:cubicBezTo>
                    <a:pt x="429" y="624"/>
                    <a:pt x="457" y="622"/>
                    <a:pt x="485" y="617"/>
                  </a:cubicBezTo>
                  <a:cubicBezTo>
                    <a:pt x="532" y="611"/>
                    <a:pt x="581" y="601"/>
                    <a:pt x="620" y="574"/>
                  </a:cubicBezTo>
                  <a:cubicBezTo>
                    <a:pt x="789" y="462"/>
                    <a:pt x="749" y="157"/>
                    <a:pt x="599" y="53"/>
                  </a:cubicBezTo>
                  <a:cubicBezTo>
                    <a:pt x="546" y="16"/>
                    <a:pt x="490" y="0"/>
                    <a:pt x="434" y="0"/>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93"/>
            <p:cNvSpPr/>
            <p:nvPr/>
          </p:nvSpPr>
          <p:spPr>
            <a:xfrm>
              <a:off x="16149600" y="1958400"/>
              <a:ext cx="12250" cy="11225"/>
            </a:xfrm>
            <a:custGeom>
              <a:avLst/>
              <a:gdLst/>
              <a:ahLst/>
              <a:cxnLst/>
              <a:rect l="l" t="t" r="r" b="b"/>
              <a:pathLst>
                <a:path w="490" h="449" extrusionOk="0">
                  <a:moveTo>
                    <a:pt x="236" y="1"/>
                  </a:moveTo>
                  <a:cubicBezTo>
                    <a:pt x="154" y="1"/>
                    <a:pt x="75" y="44"/>
                    <a:pt x="38" y="125"/>
                  </a:cubicBezTo>
                  <a:cubicBezTo>
                    <a:pt x="0" y="209"/>
                    <a:pt x="12" y="307"/>
                    <a:pt x="68" y="379"/>
                  </a:cubicBezTo>
                  <a:cubicBezTo>
                    <a:pt x="81" y="395"/>
                    <a:pt x="96" y="409"/>
                    <a:pt x="113" y="420"/>
                  </a:cubicBezTo>
                  <a:cubicBezTo>
                    <a:pt x="144" y="440"/>
                    <a:pt x="174" y="449"/>
                    <a:pt x="203" y="449"/>
                  </a:cubicBezTo>
                  <a:cubicBezTo>
                    <a:pt x="253" y="449"/>
                    <a:pt x="299" y="423"/>
                    <a:pt x="337" y="384"/>
                  </a:cubicBezTo>
                  <a:cubicBezTo>
                    <a:pt x="423" y="294"/>
                    <a:pt x="490" y="115"/>
                    <a:pt x="363" y="37"/>
                  </a:cubicBezTo>
                  <a:cubicBezTo>
                    <a:pt x="324" y="13"/>
                    <a:pt x="279" y="1"/>
                    <a:pt x="236" y="1"/>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93"/>
            <p:cNvSpPr/>
            <p:nvPr/>
          </p:nvSpPr>
          <p:spPr>
            <a:xfrm>
              <a:off x="16122600" y="1970700"/>
              <a:ext cx="12150" cy="10625"/>
            </a:xfrm>
            <a:custGeom>
              <a:avLst/>
              <a:gdLst/>
              <a:ahLst/>
              <a:cxnLst/>
              <a:rect l="l" t="t" r="r" b="b"/>
              <a:pathLst>
                <a:path w="486" h="425" extrusionOk="0">
                  <a:moveTo>
                    <a:pt x="215" y="0"/>
                  </a:moveTo>
                  <a:cubicBezTo>
                    <a:pt x="141" y="0"/>
                    <a:pt x="68" y="34"/>
                    <a:pt x="34" y="113"/>
                  </a:cubicBezTo>
                  <a:cubicBezTo>
                    <a:pt x="1" y="188"/>
                    <a:pt x="12" y="275"/>
                    <a:pt x="60" y="342"/>
                  </a:cubicBezTo>
                  <a:cubicBezTo>
                    <a:pt x="102" y="395"/>
                    <a:pt x="164" y="425"/>
                    <a:pt x="230" y="425"/>
                  </a:cubicBezTo>
                  <a:cubicBezTo>
                    <a:pt x="245" y="425"/>
                    <a:pt x="260" y="423"/>
                    <a:pt x="276" y="420"/>
                  </a:cubicBezTo>
                  <a:cubicBezTo>
                    <a:pt x="352" y="402"/>
                    <a:pt x="414" y="337"/>
                    <a:pt x="437" y="262"/>
                  </a:cubicBezTo>
                  <a:cubicBezTo>
                    <a:pt x="486" y="106"/>
                    <a:pt x="347" y="0"/>
                    <a:pt x="215" y="0"/>
                  </a:cubicBezTo>
                  <a:close/>
                </a:path>
              </a:pathLst>
            </a:custGeom>
            <a:solidFill>
              <a:srgbClr val="D665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93"/>
            <p:cNvSpPr/>
            <p:nvPr/>
          </p:nvSpPr>
          <p:spPr>
            <a:xfrm>
              <a:off x="16162275" y="1980600"/>
              <a:ext cx="10975" cy="7725"/>
            </a:xfrm>
            <a:custGeom>
              <a:avLst/>
              <a:gdLst/>
              <a:ahLst/>
              <a:cxnLst/>
              <a:rect l="l" t="t" r="r" b="b"/>
              <a:pathLst>
                <a:path w="439" h="309" extrusionOk="0">
                  <a:moveTo>
                    <a:pt x="222" y="1"/>
                  </a:moveTo>
                  <a:cubicBezTo>
                    <a:pt x="203" y="1"/>
                    <a:pt x="182" y="4"/>
                    <a:pt x="161" y="11"/>
                  </a:cubicBezTo>
                  <a:cubicBezTo>
                    <a:pt x="36" y="52"/>
                    <a:pt x="1" y="184"/>
                    <a:pt x="103" y="272"/>
                  </a:cubicBezTo>
                  <a:cubicBezTo>
                    <a:pt x="132" y="296"/>
                    <a:pt x="168" y="308"/>
                    <a:pt x="205" y="308"/>
                  </a:cubicBezTo>
                  <a:cubicBezTo>
                    <a:pt x="237" y="308"/>
                    <a:pt x="270" y="298"/>
                    <a:pt x="298" y="279"/>
                  </a:cubicBezTo>
                  <a:cubicBezTo>
                    <a:pt x="438" y="179"/>
                    <a:pt x="365" y="1"/>
                    <a:pt x="2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93"/>
            <p:cNvSpPr/>
            <p:nvPr/>
          </p:nvSpPr>
          <p:spPr>
            <a:xfrm>
              <a:off x="15992525" y="2112750"/>
              <a:ext cx="25075" cy="120975"/>
            </a:xfrm>
            <a:custGeom>
              <a:avLst/>
              <a:gdLst/>
              <a:ahLst/>
              <a:cxnLst/>
              <a:rect l="l" t="t" r="r" b="b"/>
              <a:pathLst>
                <a:path w="1003" h="4839" extrusionOk="0">
                  <a:moveTo>
                    <a:pt x="178" y="0"/>
                  </a:moveTo>
                  <a:cubicBezTo>
                    <a:pt x="85" y="0"/>
                    <a:pt x="0" y="59"/>
                    <a:pt x="16" y="177"/>
                  </a:cubicBezTo>
                  <a:cubicBezTo>
                    <a:pt x="214" y="1672"/>
                    <a:pt x="413" y="3166"/>
                    <a:pt x="615" y="4662"/>
                  </a:cubicBezTo>
                  <a:cubicBezTo>
                    <a:pt x="630" y="4779"/>
                    <a:pt x="732" y="4839"/>
                    <a:pt x="825" y="4839"/>
                  </a:cubicBezTo>
                  <a:cubicBezTo>
                    <a:pt x="918" y="4839"/>
                    <a:pt x="1003" y="4780"/>
                    <a:pt x="987" y="4662"/>
                  </a:cubicBezTo>
                  <a:cubicBezTo>
                    <a:pt x="786" y="3166"/>
                    <a:pt x="587" y="1672"/>
                    <a:pt x="388" y="177"/>
                  </a:cubicBezTo>
                  <a:cubicBezTo>
                    <a:pt x="373" y="60"/>
                    <a:pt x="271" y="0"/>
                    <a:pt x="17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93"/>
            <p:cNvSpPr/>
            <p:nvPr/>
          </p:nvSpPr>
          <p:spPr>
            <a:xfrm>
              <a:off x="16046350" y="2110425"/>
              <a:ext cx="26275" cy="106575"/>
            </a:xfrm>
            <a:custGeom>
              <a:avLst/>
              <a:gdLst/>
              <a:ahLst/>
              <a:cxnLst/>
              <a:rect l="l" t="t" r="r" b="b"/>
              <a:pathLst>
                <a:path w="1051" h="4263" extrusionOk="0">
                  <a:moveTo>
                    <a:pt x="228" y="0"/>
                  </a:moveTo>
                  <a:cubicBezTo>
                    <a:pt x="118" y="0"/>
                    <a:pt x="0" y="92"/>
                    <a:pt x="33" y="233"/>
                  </a:cubicBezTo>
                  <a:cubicBezTo>
                    <a:pt x="332" y="1500"/>
                    <a:pt x="543" y="2787"/>
                    <a:pt x="667" y="4084"/>
                  </a:cubicBezTo>
                  <a:cubicBezTo>
                    <a:pt x="678" y="4202"/>
                    <a:pt x="777" y="4262"/>
                    <a:pt x="871" y="4262"/>
                  </a:cubicBezTo>
                  <a:cubicBezTo>
                    <a:pt x="964" y="4262"/>
                    <a:pt x="1051" y="4203"/>
                    <a:pt x="1040" y="4084"/>
                  </a:cubicBezTo>
                  <a:cubicBezTo>
                    <a:pt x="913" y="2754"/>
                    <a:pt x="698" y="1435"/>
                    <a:pt x="393" y="133"/>
                  </a:cubicBezTo>
                  <a:cubicBezTo>
                    <a:pt x="371" y="40"/>
                    <a:pt x="301" y="0"/>
                    <a:pt x="2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93"/>
            <p:cNvSpPr/>
            <p:nvPr/>
          </p:nvSpPr>
          <p:spPr>
            <a:xfrm>
              <a:off x="16039900" y="2092700"/>
              <a:ext cx="12050" cy="9350"/>
            </a:xfrm>
            <a:custGeom>
              <a:avLst/>
              <a:gdLst/>
              <a:ahLst/>
              <a:cxnLst/>
              <a:rect l="l" t="t" r="r" b="b"/>
              <a:pathLst>
                <a:path w="482" h="374" extrusionOk="0">
                  <a:moveTo>
                    <a:pt x="242" y="1"/>
                  </a:moveTo>
                  <a:cubicBezTo>
                    <a:pt x="1" y="1"/>
                    <a:pt x="1" y="373"/>
                    <a:pt x="242" y="373"/>
                  </a:cubicBezTo>
                  <a:cubicBezTo>
                    <a:pt x="481" y="373"/>
                    <a:pt x="481" y="1"/>
                    <a:pt x="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93"/>
            <p:cNvSpPr/>
            <p:nvPr/>
          </p:nvSpPr>
          <p:spPr>
            <a:xfrm>
              <a:off x="16077550" y="2101925"/>
              <a:ext cx="64175" cy="118550"/>
            </a:xfrm>
            <a:custGeom>
              <a:avLst/>
              <a:gdLst/>
              <a:ahLst/>
              <a:cxnLst/>
              <a:rect l="l" t="t" r="r" b="b"/>
              <a:pathLst>
                <a:path w="2567" h="4742" extrusionOk="0">
                  <a:moveTo>
                    <a:pt x="1398" y="1"/>
                  </a:moveTo>
                  <a:cubicBezTo>
                    <a:pt x="1385" y="1"/>
                    <a:pt x="1372" y="1"/>
                    <a:pt x="1359" y="3"/>
                  </a:cubicBezTo>
                  <a:lnTo>
                    <a:pt x="228" y="160"/>
                  </a:lnTo>
                  <a:cubicBezTo>
                    <a:pt x="0" y="192"/>
                    <a:pt x="84" y="521"/>
                    <a:pt x="297" y="521"/>
                  </a:cubicBezTo>
                  <a:cubicBezTo>
                    <a:pt x="306" y="521"/>
                    <a:pt x="316" y="520"/>
                    <a:pt x="327" y="519"/>
                  </a:cubicBezTo>
                  <a:lnTo>
                    <a:pt x="1261" y="390"/>
                  </a:lnTo>
                  <a:lnTo>
                    <a:pt x="1261" y="390"/>
                  </a:lnTo>
                  <a:cubicBezTo>
                    <a:pt x="1369" y="1100"/>
                    <a:pt x="1110" y="1914"/>
                    <a:pt x="967" y="2599"/>
                  </a:cubicBezTo>
                  <a:cubicBezTo>
                    <a:pt x="833" y="3241"/>
                    <a:pt x="664" y="3875"/>
                    <a:pt x="484" y="4506"/>
                  </a:cubicBezTo>
                  <a:cubicBezTo>
                    <a:pt x="451" y="4617"/>
                    <a:pt x="538" y="4741"/>
                    <a:pt x="656" y="4741"/>
                  </a:cubicBezTo>
                  <a:cubicBezTo>
                    <a:pt x="658" y="4741"/>
                    <a:pt x="661" y="4741"/>
                    <a:pt x="663" y="4741"/>
                  </a:cubicBezTo>
                  <a:cubicBezTo>
                    <a:pt x="1235" y="4720"/>
                    <a:pt x="1802" y="4632"/>
                    <a:pt x="2354" y="4479"/>
                  </a:cubicBezTo>
                  <a:cubicBezTo>
                    <a:pt x="2566" y="4420"/>
                    <a:pt x="2500" y="4112"/>
                    <a:pt x="2308" y="4112"/>
                  </a:cubicBezTo>
                  <a:cubicBezTo>
                    <a:pt x="2292" y="4112"/>
                    <a:pt x="2274" y="4114"/>
                    <a:pt x="2255" y="4119"/>
                  </a:cubicBezTo>
                  <a:cubicBezTo>
                    <a:pt x="1816" y="4241"/>
                    <a:pt x="1366" y="4320"/>
                    <a:pt x="913" y="4354"/>
                  </a:cubicBezTo>
                  <a:lnTo>
                    <a:pt x="913" y="4354"/>
                  </a:lnTo>
                  <a:cubicBezTo>
                    <a:pt x="1124" y="3595"/>
                    <a:pt x="1305" y="2830"/>
                    <a:pt x="1456" y="2056"/>
                  </a:cubicBezTo>
                  <a:cubicBezTo>
                    <a:pt x="1579" y="1423"/>
                    <a:pt x="1741" y="771"/>
                    <a:pt x="1589" y="134"/>
                  </a:cubicBezTo>
                  <a:cubicBezTo>
                    <a:pt x="1565" y="39"/>
                    <a:pt x="1484" y="1"/>
                    <a:pt x="13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93"/>
            <p:cNvSpPr/>
            <p:nvPr/>
          </p:nvSpPr>
          <p:spPr>
            <a:xfrm>
              <a:off x="16128725" y="2095400"/>
              <a:ext cx="53850" cy="95175"/>
            </a:xfrm>
            <a:custGeom>
              <a:avLst/>
              <a:gdLst/>
              <a:ahLst/>
              <a:cxnLst/>
              <a:rect l="l" t="t" r="r" b="b"/>
              <a:pathLst>
                <a:path w="2154" h="3807" extrusionOk="0">
                  <a:moveTo>
                    <a:pt x="1174" y="1"/>
                  </a:moveTo>
                  <a:cubicBezTo>
                    <a:pt x="856" y="1"/>
                    <a:pt x="485" y="101"/>
                    <a:pt x="239" y="128"/>
                  </a:cubicBezTo>
                  <a:cubicBezTo>
                    <a:pt x="11" y="153"/>
                    <a:pt x="1" y="502"/>
                    <a:pt x="216" y="502"/>
                  </a:cubicBezTo>
                  <a:cubicBezTo>
                    <a:pt x="223" y="502"/>
                    <a:pt x="231" y="502"/>
                    <a:pt x="239" y="501"/>
                  </a:cubicBezTo>
                  <a:lnTo>
                    <a:pt x="1225" y="395"/>
                  </a:lnTo>
                  <a:cubicBezTo>
                    <a:pt x="1232" y="394"/>
                    <a:pt x="1239" y="394"/>
                    <a:pt x="1245" y="394"/>
                  </a:cubicBezTo>
                  <a:cubicBezTo>
                    <a:pt x="1548" y="394"/>
                    <a:pt x="1127" y="1198"/>
                    <a:pt x="1090" y="1297"/>
                  </a:cubicBezTo>
                  <a:cubicBezTo>
                    <a:pt x="798" y="2055"/>
                    <a:pt x="506" y="2813"/>
                    <a:pt x="214" y="3570"/>
                  </a:cubicBezTo>
                  <a:cubicBezTo>
                    <a:pt x="172" y="3678"/>
                    <a:pt x="274" y="3806"/>
                    <a:pt x="385" y="3806"/>
                  </a:cubicBezTo>
                  <a:cubicBezTo>
                    <a:pt x="388" y="3806"/>
                    <a:pt x="391" y="3806"/>
                    <a:pt x="394" y="3806"/>
                  </a:cubicBezTo>
                  <a:cubicBezTo>
                    <a:pt x="909" y="3776"/>
                    <a:pt x="1421" y="3718"/>
                    <a:pt x="1930" y="3631"/>
                  </a:cubicBezTo>
                  <a:cubicBezTo>
                    <a:pt x="2154" y="3594"/>
                    <a:pt x="2075" y="3269"/>
                    <a:pt x="1867" y="3269"/>
                  </a:cubicBezTo>
                  <a:cubicBezTo>
                    <a:pt x="1855" y="3269"/>
                    <a:pt x="1843" y="3270"/>
                    <a:pt x="1831" y="3272"/>
                  </a:cubicBezTo>
                  <a:cubicBezTo>
                    <a:pt x="1446" y="3336"/>
                    <a:pt x="1060" y="3384"/>
                    <a:pt x="671" y="3415"/>
                  </a:cubicBezTo>
                  <a:lnTo>
                    <a:pt x="671" y="3415"/>
                  </a:lnTo>
                  <a:cubicBezTo>
                    <a:pt x="866" y="2910"/>
                    <a:pt x="1060" y="2406"/>
                    <a:pt x="1255" y="1902"/>
                  </a:cubicBezTo>
                  <a:cubicBezTo>
                    <a:pt x="1394" y="1541"/>
                    <a:pt x="1838" y="835"/>
                    <a:pt x="1790" y="450"/>
                  </a:cubicBezTo>
                  <a:cubicBezTo>
                    <a:pt x="1744" y="97"/>
                    <a:pt x="1484" y="1"/>
                    <a:pt x="117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93"/>
            <p:cNvSpPr/>
            <p:nvPr/>
          </p:nvSpPr>
          <p:spPr>
            <a:xfrm>
              <a:off x="15992200" y="2111400"/>
              <a:ext cx="45500" cy="71300"/>
            </a:xfrm>
            <a:custGeom>
              <a:avLst/>
              <a:gdLst/>
              <a:ahLst/>
              <a:cxnLst/>
              <a:rect l="l" t="t" r="r" b="b"/>
              <a:pathLst>
                <a:path w="1820" h="2852" extrusionOk="0">
                  <a:moveTo>
                    <a:pt x="575" y="1"/>
                  </a:moveTo>
                  <a:cubicBezTo>
                    <a:pt x="464" y="1"/>
                    <a:pt x="345" y="16"/>
                    <a:pt x="217" y="48"/>
                  </a:cubicBezTo>
                  <a:cubicBezTo>
                    <a:pt x="0" y="102"/>
                    <a:pt x="70" y="414"/>
                    <a:pt x="267" y="414"/>
                  </a:cubicBezTo>
                  <a:cubicBezTo>
                    <a:pt x="283" y="414"/>
                    <a:pt x="299" y="412"/>
                    <a:pt x="317" y="407"/>
                  </a:cubicBezTo>
                  <a:cubicBezTo>
                    <a:pt x="403" y="386"/>
                    <a:pt x="485" y="376"/>
                    <a:pt x="560" y="376"/>
                  </a:cubicBezTo>
                  <a:cubicBezTo>
                    <a:pt x="1552" y="376"/>
                    <a:pt x="1559" y="2124"/>
                    <a:pt x="639" y="2478"/>
                  </a:cubicBezTo>
                  <a:cubicBezTo>
                    <a:pt x="441" y="2555"/>
                    <a:pt x="496" y="2851"/>
                    <a:pt x="671" y="2851"/>
                  </a:cubicBezTo>
                  <a:cubicBezTo>
                    <a:pt x="692" y="2851"/>
                    <a:pt x="714" y="2847"/>
                    <a:pt x="738" y="2838"/>
                  </a:cubicBezTo>
                  <a:cubicBezTo>
                    <a:pt x="1415" y="2578"/>
                    <a:pt x="1819" y="1892"/>
                    <a:pt x="1684" y="1163"/>
                  </a:cubicBezTo>
                  <a:cubicBezTo>
                    <a:pt x="1556" y="480"/>
                    <a:pt x="1200" y="1"/>
                    <a:pt x="5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93"/>
            <p:cNvSpPr/>
            <p:nvPr/>
          </p:nvSpPr>
          <p:spPr>
            <a:xfrm>
              <a:off x="16189900" y="2070400"/>
              <a:ext cx="59875" cy="131175"/>
            </a:xfrm>
            <a:custGeom>
              <a:avLst/>
              <a:gdLst/>
              <a:ahLst/>
              <a:cxnLst/>
              <a:rect l="l" t="t" r="r" b="b"/>
              <a:pathLst>
                <a:path w="2395" h="5247" extrusionOk="0">
                  <a:moveTo>
                    <a:pt x="631" y="1"/>
                  </a:moveTo>
                  <a:cubicBezTo>
                    <a:pt x="588" y="1"/>
                    <a:pt x="543" y="8"/>
                    <a:pt x="495" y="23"/>
                  </a:cubicBezTo>
                  <a:cubicBezTo>
                    <a:pt x="3" y="180"/>
                    <a:pt x="9" y="791"/>
                    <a:pt x="7" y="1225"/>
                  </a:cubicBezTo>
                  <a:cubicBezTo>
                    <a:pt x="1" y="2503"/>
                    <a:pt x="84" y="3789"/>
                    <a:pt x="129" y="5066"/>
                  </a:cubicBezTo>
                  <a:cubicBezTo>
                    <a:pt x="133" y="5186"/>
                    <a:pt x="229" y="5246"/>
                    <a:pt x="323" y="5246"/>
                  </a:cubicBezTo>
                  <a:cubicBezTo>
                    <a:pt x="416" y="5246"/>
                    <a:pt x="507" y="5186"/>
                    <a:pt x="503" y="5066"/>
                  </a:cubicBezTo>
                  <a:cubicBezTo>
                    <a:pt x="454" y="3690"/>
                    <a:pt x="328" y="2285"/>
                    <a:pt x="388" y="910"/>
                  </a:cubicBezTo>
                  <a:cubicBezTo>
                    <a:pt x="397" y="692"/>
                    <a:pt x="450" y="611"/>
                    <a:pt x="520" y="611"/>
                  </a:cubicBezTo>
                  <a:cubicBezTo>
                    <a:pt x="682" y="611"/>
                    <a:pt x="940" y="1044"/>
                    <a:pt x="990" y="1250"/>
                  </a:cubicBezTo>
                  <a:cubicBezTo>
                    <a:pt x="1080" y="1625"/>
                    <a:pt x="1223" y="1993"/>
                    <a:pt x="1336" y="2362"/>
                  </a:cubicBezTo>
                  <a:cubicBezTo>
                    <a:pt x="1589" y="3199"/>
                    <a:pt x="1796" y="4049"/>
                    <a:pt x="2001" y="4899"/>
                  </a:cubicBezTo>
                  <a:cubicBezTo>
                    <a:pt x="2024" y="4992"/>
                    <a:pt x="2094" y="5033"/>
                    <a:pt x="2168" y="5033"/>
                  </a:cubicBezTo>
                  <a:cubicBezTo>
                    <a:pt x="2278" y="5033"/>
                    <a:pt x="2395" y="4941"/>
                    <a:pt x="2361" y="4801"/>
                  </a:cubicBezTo>
                  <a:cubicBezTo>
                    <a:pt x="2064" y="3569"/>
                    <a:pt x="1692" y="2368"/>
                    <a:pt x="1349" y="1151"/>
                  </a:cubicBezTo>
                  <a:cubicBezTo>
                    <a:pt x="1266" y="857"/>
                    <a:pt x="1099" y="1"/>
                    <a:pt x="63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93"/>
            <p:cNvSpPr/>
            <p:nvPr/>
          </p:nvSpPr>
          <p:spPr>
            <a:xfrm>
              <a:off x="16191075" y="2123825"/>
              <a:ext cx="40375" cy="14000"/>
            </a:xfrm>
            <a:custGeom>
              <a:avLst/>
              <a:gdLst/>
              <a:ahLst/>
              <a:cxnLst/>
              <a:rect l="l" t="t" r="r" b="b"/>
              <a:pathLst>
                <a:path w="1615" h="560" extrusionOk="0">
                  <a:moveTo>
                    <a:pt x="1388" y="0"/>
                  </a:moveTo>
                  <a:cubicBezTo>
                    <a:pt x="1383" y="0"/>
                    <a:pt x="1379" y="0"/>
                    <a:pt x="1375" y="1"/>
                  </a:cubicBezTo>
                  <a:cubicBezTo>
                    <a:pt x="982" y="23"/>
                    <a:pt x="591" y="87"/>
                    <a:pt x="213" y="192"/>
                  </a:cubicBezTo>
                  <a:cubicBezTo>
                    <a:pt x="0" y="251"/>
                    <a:pt x="66" y="559"/>
                    <a:pt x="258" y="559"/>
                  </a:cubicBezTo>
                  <a:cubicBezTo>
                    <a:pt x="275" y="559"/>
                    <a:pt x="293" y="557"/>
                    <a:pt x="312" y="552"/>
                  </a:cubicBezTo>
                  <a:cubicBezTo>
                    <a:pt x="658" y="454"/>
                    <a:pt x="1015" y="394"/>
                    <a:pt x="1375" y="373"/>
                  </a:cubicBezTo>
                  <a:cubicBezTo>
                    <a:pt x="1609" y="361"/>
                    <a:pt x="1615" y="0"/>
                    <a:pt x="138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93"/>
            <p:cNvSpPr/>
            <p:nvPr/>
          </p:nvSpPr>
          <p:spPr>
            <a:xfrm>
              <a:off x="15667200" y="1517075"/>
              <a:ext cx="504125" cy="541875"/>
            </a:xfrm>
            <a:custGeom>
              <a:avLst/>
              <a:gdLst/>
              <a:ahLst/>
              <a:cxnLst/>
              <a:rect l="l" t="t" r="r" b="b"/>
              <a:pathLst>
                <a:path w="20165" h="21675" extrusionOk="0">
                  <a:moveTo>
                    <a:pt x="13241" y="0"/>
                  </a:moveTo>
                  <a:cubicBezTo>
                    <a:pt x="13124" y="0"/>
                    <a:pt x="13007" y="10"/>
                    <a:pt x="12891" y="31"/>
                  </a:cubicBezTo>
                  <a:cubicBezTo>
                    <a:pt x="11641" y="252"/>
                    <a:pt x="10405" y="1094"/>
                    <a:pt x="10140" y="2349"/>
                  </a:cubicBezTo>
                  <a:cubicBezTo>
                    <a:pt x="9857" y="3678"/>
                    <a:pt x="10335" y="5035"/>
                    <a:pt x="10772" y="6321"/>
                  </a:cubicBezTo>
                  <a:cubicBezTo>
                    <a:pt x="11622" y="8817"/>
                    <a:pt x="12379" y="11316"/>
                    <a:pt x="12795" y="13925"/>
                  </a:cubicBezTo>
                  <a:cubicBezTo>
                    <a:pt x="8460" y="15018"/>
                    <a:pt x="4188" y="16351"/>
                    <a:pt x="0" y="17918"/>
                  </a:cubicBezTo>
                  <a:lnTo>
                    <a:pt x="394" y="21154"/>
                  </a:lnTo>
                  <a:cubicBezTo>
                    <a:pt x="2589" y="21503"/>
                    <a:pt x="4826" y="21674"/>
                    <a:pt x="7068" y="21674"/>
                  </a:cubicBezTo>
                  <a:cubicBezTo>
                    <a:pt x="11464" y="21674"/>
                    <a:pt x="15881" y="21015"/>
                    <a:pt x="20047" y="19736"/>
                  </a:cubicBezTo>
                  <a:cubicBezTo>
                    <a:pt x="20165" y="16852"/>
                    <a:pt x="20103" y="14272"/>
                    <a:pt x="19512" y="11468"/>
                  </a:cubicBezTo>
                  <a:cubicBezTo>
                    <a:pt x="19018" y="9127"/>
                    <a:pt x="18339" y="6826"/>
                    <a:pt x="17682" y="4527"/>
                  </a:cubicBezTo>
                  <a:cubicBezTo>
                    <a:pt x="17218" y="2898"/>
                    <a:pt x="15239" y="0"/>
                    <a:pt x="1324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93"/>
            <p:cNvSpPr/>
            <p:nvPr/>
          </p:nvSpPr>
          <p:spPr>
            <a:xfrm>
              <a:off x="15652550" y="1929750"/>
              <a:ext cx="94550" cy="147400"/>
            </a:xfrm>
            <a:custGeom>
              <a:avLst/>
              <a:gdLst/>
              <a:ahLst/>
              <a:cxnLst/>
              <a:rect l="l" t="t" r="r" b="b"/>
              <a:pathLst>
                <a:path w="3782" h="5896" extrusionOk="0">
                  <a:moveTo>
                    <a:pt x="2438" y="1"/>
                  </a:moveTo>
                  <a:cubicBezTo>
                    <a:pt x="2105" y="1"/>
                    <a:pt x="1696" y="157"/>
                    <a:pt x="1444" y="223"/>
                  </a:cubicBezTo>
                  <a:cubicBezTo>
                    <a:pt x="1016" y="335"/>
                    <a:pt x="572" y="512"/>
                    <a:pt x="268" y="848"/>
                  </a:cubicBezTo>
                  <a:cubicBezTo>
                    <a:pt x="1" y="1143"/>
                    <a:pt x="88" y="1590"/>
                    <a:pt x="127" y="1960"/>
                  </a:cubicBezTo>
                  <a:cubicBezTo>
                    <a:pt x="243" y="3062"/>
                    <a:pt x="495" y="4152"/>
                    <a:pt x="617" y="5257"/>
                  </a:cubicBezTo>
                  <a:cubicBezTo>
                    <a:pt x="638" y="5440"/>
                    <a:pt x="666" y="5643"/>
                    <a:pt x="807" y="5764"/>
                  </a:cubicBezTo>
                  <a:cubicBezTo>
                    <a:pt x="928" y="5868"/>
                    <a:pt x="1100" y="5881"/>
                    <a:pt x="1260" y="5886"/>
                  </a:cubicBezTo>
                  <a:cubicBezTo>
                    <a:pt x="1430" y="5892"/>
                    <a:pt x="1599" y="5895"/>
                    <a:pt x="1769" y="5895"/>
                  </a:cubicBezTo>
                  <a:cubicBezTo>
                    <a:pt x="2187" y="5895"/>
                    <a:pt x="2605" y="5877"/>
                    <a:pt x="3022" y="5840"/>
                  </a:cubicBezTo>
                  <a:cubicBezTo>
                    <a:pt x="3240" y="5821"/>
                    <a:pt x="3486" y="5781"/>
                    <a:pt x="3632" y="5627"/>
                  </a:cubicBezTo>
                  <a:cubicBezTo>
                    <a:pt x="3653" y="5605"/>
                    <a:pt x="3671" y="5580"/>
                    <a:pt x="3687" y="5554"/>
                  </a:cubicBezTo>
                  <a:cubicBezTo>
                    <a:pt x="3781" y="5398"/>
                    <a:pt x="3762" y="5201"/>
                    <a:pt x="3740" y="5021"/>
                  </a:cubicBezTo>
                  <a:cubicBezTo>
                    <a:pt x="3598" y="3873"/>
                    <a:pt x="3566" y="2704"/>
                    <a:pt x="3352" y="1564"/>
                  </a:cubicBezTo>
                  <a:cubicBezTo>
                    <a:pt x="3273" y="1138"/>
                    <a:pt x="3227" y="785"/>
                    <a:pt x="3021" y="389"/>
                  </a:cubicBezTo>
                  <a:cubicBezTo>
                    <a:pt x="2960" y="272"/>
                    <a:pt x="2886" y="155"/>
                    <a:pt x="2775" y="83"/>
                  </a:cubicBezTo>
                  <a:cubicBezTo>
                    <a:pt x="2683" y="24"/>
                    <a:pt x="2566" y="1"/>
                    <a:pt x="243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93"/>
            <p:cNvSpPr/>
            <p:nvPr/>
          </p:nvSpPr>
          <p:spPr>
            <a:xfrm>
              <a:off x="15653725" y="955775"/>
              <a:ext cx="497250" cy="309125"/>
            </a:xfrm>
            <a:custGeom>
              <a:avLst/>
              <a:gdLst/>
              <a:ahLst/>
              <a:cxnLst/>
              <a:rect l="l" t="t" r="r" b="b"/>
              <a:pathLst>
                <a:path w="19890" h="12365" extrusionOk="0">
                  <a:moveTo>
                    <a:pt x="6620" y="1"/>
                  </a:moveTo>
                  <a:cubicBezTo>
                    <a:pt x="5760" y="1"/>
                    <a:pt x="4887" y="37"/>
                    <a:pt x="4073" y="309"/>
                  </a:cubicBezTo>
                  <a:cubicBezTo>
                    <a:pt x="2587" y="809"/>
                    <a:pt x="728" y="2806"/>
                    <a:pt x="2438" y="4204"/>
                  </a:cubicBezTo>
                  <a:cubicBezTo>
                    <a:pt x="2418" y="4203"/>
                    <a:pt x="2399" y="4203"/>
                    <a:pt x="2379" y="4203"/>
                  </a:cubicBezTo>
                  <a:cubicBezTo>
                    <a:pt x="1268" y="4203"/>
                    <a:pt x="227" y="5133"/>
                    <a:pt x="115" y="6240"/>
                  </a:cubicBezTo>
                  <a:cubicBezTo>
                    <a:pt x="0" y="7368"/>
                    <a:pt x="863" y="8509"/>
                    <a:pt x="1979" y="8704"/>
                  </a:cubicBezTo>
                  <a:cubicBezTo>
                    <a:pt x="1171" y="9456"/>
                    <a:pt x="1109" y="10868"/>
                    <a:pt x="1846" y="11688"/>
                  </a:cubicBezTo>
                  <a:cubicBezTo>
                    <a:pt x="2247" y="12135"/>
                    <a:pt x="2847" y="12364"/>
                    <a:pt x="3445" y="12364"/>
                  </a:cubicBezTo>
                  <a:cubicBezTo>
                    <a:pt x="3947" y="12364"/>
                    <a:pt x="4447" y="12203"/>
                    <a:pt x="4827" y="11873"/>
                  </a:cubicBezTo>
                  <a:lnTo>
                    <a:pt x="19070" y="12332"/>
                  </a:lnTo>
                  <a:cubicBezTo>
                    <a:pt x="19349" y="10086"/>
                    <a:pt x="19889" y="7673"/>
                    <a:pt x="18622" y="5628"/>
                  </a:cubicBezTo>
                  <a:cubicBezTo>
                    <a:pt x="18496" y="5424"/>
                    <a:pt x="18354" y="5220"/>
                    <a:pt x="18312" y="4984"/>
                  </a:cubicBezTo>
                  <a:cubicBezTo>
                    <a:pt x="18260" y="4690"/>
                    <a:pt x="18374" y="4395"/>
                    <a:pt x="18413" y="4099"/>
                  </a:cubicBezTo>
                  <a:cubicBezTo>
                    <a:pt x="18526" y="3255"/>
                    <a:pt x="18018" y="2427"/>
                    <a:pt x="17337" y="1916"/>
                  </a:cubicBezTo>
                  <a:cubicBezTo>
                    <a:pt x="15962" y="887"/>
                    <a:pt x="13944" y="620"/>
                    <a:pt x="12286" y="448"/>
                  </a:cubicBezTo>
                  <a:cubicBezTo>
                    <a:pt x="10394" y="252"/>
                    <a:pt x="8527" y="1"/>
                    <a:pt x="662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93"/>
            <p:cNvSpPr/>
            <p:nvPr/>
          </p:nvSpPr>
          <p:spPr>
            <a:xfrm>
              <a:off x="15717975" y="1020950"/>
              <a:ext cx="404750" cy="465500"/>
            </a:xfrm>
            <a:custGeom>
              <a:avLst/>
              <a:gdLst/>
              <a:ahLst/>
              <a:cxnLst/>
              <a:rect l="l" t="t" r="r" b="b"/>
              <a:pathLst>
                <a:path w="16190" h="18620" extrusionOk="0">
                  <a:moveTo>
                    <a:pt x="8214" y="0"/>
                  </a:moveTo>
                  <a:cubicBezTo>
                    <a:pt x="7955" y="0"/>
                    <a:pt x="7694" y="14"/>
                    <a:pt x="7431" y="43"/>
                  </a:cubicBezTo>
                  <a:lnTo>
                    <a:pt x="6776" y="114"/>
                  </a:lnTo>
                  <a:cubicBezTo>
                    <a:pt x="2842" y="542"/>
                    <a:pt x="1" y="4076"/>
                    <a:pt x="428" y="8010"/>
                  </a:cubicBezTo>
                  <a:lnTo>
                    <a:pt x="1091" y="14106"/>
                  </a:lnTo>
                  <a:cubicBezTo>
                    <a:pt x="1372" y="16698"/>
                    <a:pt x="3565" y="18619"/>
                    <a:pt x="6115" y="18619"/>
                  </a:cubicBezTo>
                  <a:cubicBezTo>
                    <a:pt x="6298" y="18619"/>
                    <a:pt x="6482" y="18610"/>
                    <a:pt x="6667" y="18589"/>
                  </a:cubicBezTo>
                  <a:lnTo>
                    <a:pt x="9413" y="18290"/>
                  </a:lnTo>
                  <a:cubicBezTo>
                    <a:pt x="13347" y="17863"/>
                    <a:pt x="16189" y="14328"/>
                    <a:pt x="15761" y="10395"/>
                  </a:cubicBezTo>
                  <a:lnTo>
                    <a:pt x="15326" y="6391"/>
                  </a:lnTo>
                  <a:cubicBezTo>
                    <a:pt x="14927" y="2721"/>
                    <a:pt x="11823" y="0"/>
                    <a:pt x="82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93"/>
            <p:cNvSpPr/>
            <p:nvPr/>
          </p:nvSpPr>
          <p:spPr>
            <a:xfrm>
              <a:off x="15810850" y="1011025"/>
              <a:ext cx="307575" cy="260400"/>
            </a:xfrm>
            <a:custGeom>
              <a:avLst/>
              <a:gdLst/>
              <a:ahLst/>
              <a:cxnLst/>
              <a:rect l="l" t="t" r="r" b="b"/>
              <a:pathLst>
                <a:path w="12303" h="10416" extrusionOk="0">
                  <a:moveTo>
                    <a:pt x="3960" y="0"/>
                  </a:moveTo>
                  <a:cubicBezTo>
                    <a:pt x="2583" y="0"/>
                    <a:pt x="1196" y="274"/>
                    <a:pt x="1" y="880"/>
                  </a:cubicBezTo>
                  <a:cubicBezTo>
                    <a:pt x="672" y="1881"/>
                    <a:pt x="1640" y="2202"/>
                    <a:pt x="2689" y="2721"/>
                  </a:cubicBezTo>
                  <a:cubicBezTo>
                    <a:pt x="4493" y="3613"/>
                    <a:pt x="6419" y="4501"/>
                    <a:pt x="8404" y="4501"/>
                  </a:cubicBezTo>
                  <a:cubicBezTo>
                    <a:pt x="8651" y="4501"/>
                    <a:pt x="8899" y="4487"/>
                    <a:pt x="9148" y="4458"/>
                  </a:cubicBezTo>
                  <a:cubicBezTo>
                    <a:pt x="9355" y="6565"/>
                    <a:pt x="10024" y="8599"/>
                    <a:pt x="11111" y="10416"/>
                  </a:cubicBezTo>
                  <a:cubicBezTo>
                    <a:pt x="11350" y="10355"/>
                    <a:pt x="11595" y="10324"/>
                    <a:pt x="11840" y="10324"/>
                  </a:cubicBezTo>
                  <a:cubicBezTo>
                    <a:pt x="11932" y="10324"/>
                    <a:pt x="12024" y="10328"/>
                    <a:pt x="12116" y="10337"/>
                  </a:cubicBezTo>
                  <a:cubicBezTo>
                    <a:pt x="12276" y="8099"/>
                    <a:pt x="12302" y="5727"/>
                    <a:pt x="11210" y="3767"/>
                  </a:cubicBezTo>
                  <a:cubicBezTo>
                    <a:pt x="10157" y="1878"/>
                    <a:pt x="8148" y="630"/>
                    <a:pt x="6026" y="205"/>
                  </a:cubicBezTo>
                  <a:cubicBezTo>
                    <a:pt x="5358" y="71"/>
                    <a:pt x="4660" y="0"/>
                    <a:pt x="396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93"/>
            <p:cNvSpPr/>
            <p:nvPr/>
          </p:nvSpPr>
          <p:spPr>
            <a:xfrm>
              <a:off x="16063175" y="1236000"/>
              <a:ext cx="112650" cy="114100"/>
            </a:xfrm>
            <a:custGeom>
              <a:avLst/>
              <a:gdLst/>
              <a:ahLst/>
              <a:cxnLst/>
              <a:rect l="l" t="t" r="r" b="b"/>
              <a:pathLst>
                <a:path w="4506" h="4564" extrusionOk="0">
                  <a:moveTo>
                    <a:pt x="2899" y="1"/>
                  </a:moveTo>
                  <a:cubicBezTo>
                    <a:pt x="2189" y="1"/>
                    <a:pt x="1376" y="457"/>
                    <a:pt x="809" y="1249"/>
                  </a:cubicBezTo>
                  <a:cubicBezTo>
                    <a:pt x="6" y="2372"/>
                    <a:pt x="0" y="3745"/>
                    <a:pt x="798" y="4316"/>
                  </a:cubicBezTo>
                  <a:cubicBezTo>
                    <a:pt x="1032" y="4484"/>
                    <a:pt x="1311" y="4564"/>
                    <a:pt x="1607" y="4564"/>
                  </a:cubicBezTo>
                  <a:cubicBezTo>
                    <a:pt x="2317" y="4564"/>
                    <a:pt x="3130" y="4108"/>
                    <a:pt x="3697" y="3316"/>
                  </a:cubicBezTo>
                  <a:cubicBezTo>
                    <a:pt x="4501" y="2193"/>
                    <a:pt x="4506" y="819"/>
                    <a:pt x="3709" y="248"/>
                  </a:cubicBezTo>
                  <a:cubicBezTo>
                    <a:pt x="3474" y="80"/>
                    <a:pt x="3195" y="1"/>
                    <a:pt x="28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5" name="Google Shape;2775;p93"/>
          <p:cNvGrpSpPr/>
          <p:nvPr/>
        </p:nvGrpSpPr>
        <p:grpSpPr>
          <a:xfrm>
            <a:off x="1458876" y="1731574"/>
            <a:ext cx="1695362" cy="146740"/>
            <a:chOff x="3465975" y="2270258"/>
            <a:chExt cx="1986364" cy="171947"/>
          </a:xfrm>
        </p:grpSpPr>
        <p:sp>
          <p:nvSpPr>
            <p:cNvPr id="2776" name="Google Shape;2776;p93"/>
            <p:cNvSpPr/>
            <p:nvPr/>
          </p:nvSpPr>
          <p:spPr>
            <a:xfrm rot="-5400000">
              <a:off x="3725184"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93"/>
            <p:cNvSpPr/>
            <p:nvPr/>
          </p:nvSpPr>
          <p:spPr>
            <a:xfrm rot="-5400000">
              <a:off x="3984394"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93"/>
            <p:cNvSpPr/>
            <p:nvPr/>
          </p:nvSpPr>
          <p:spPr>
            <a:xfrm rot="-5400000">
              <a:off x="4243603"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93"/>
            <p:cNvSpPr/>
            <p:nvPr/>
          </p:nvSpPr>
          <p:spPr>
            <a:xfrm rot="-5400000">
              <a:off x="4502812"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93"/>
            <p:cNvSpPr/>
            <p:nvPr/>
          </p:nvSpPr>
          <p:spPr>
            <a:xfrm rot="-5400000">
              <a:off x="4762021"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93"/>
            <p:cNvSpPr/>
            <p:nvPr/>
          </p:nvSpPr>
          <p:spPr>
            <a:xfrm rot="-5400000">
              <a:off x="3465975"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93"/>
            <p:cNvSpPr/>
            <p:nvPr/>
          </p:nvSpPr>
          <p:spPr>
            <a:xfrm rot="-5400000">
              <a:off x="5021230" y="2270258"/>
              <a:ext cx="171900" cy="1719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93"/>
            <p:cNvSpPr/>
            <p:nvPr/>
          </p:nvSpPr>
          <p:spPr>
            <a:xfrm rot="-5400000">
              <a:off x="5280440" y="2270258"/>
              <a:ext cx="171900" cy="1719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4" name="Google Shape;2784;p93"/>
          <p:cNvGrpSpPr/>
          <p:nvPr/>
        </p:nvGrpSpPr>
        <p:grpSpPr>
          <a:xfrm>
            <a:off x="1020650" y="1598830"/>
            <a:ext cx="176504" cy="412076"/>
            <a:chOff x="6400828" y="4162270"/>
            <a:chExt cx="166200" cy="388019"/>
          </a:xfrm>
        </p:grpSpPr>
        <p:sp>
          <p:nvSpPr>
            <p:cNvPr id="2785" name="Google Shape;2785;p93"/>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93"/>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93"/>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93"/>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93"/>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93"/>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93"/>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92" name="Google Shape;2792;p93"/>
          <p:cNvGrpSpPr/>
          <p:nvPr/>
        </p:nvGrpSpPr>
        <p:grpSpPr>
          <a:xfrm>
            <a:off x="989271" y="2121125"/>
            <a:ext cx="239227" cy="412076"/>
            <a:chOff x="6919815" y="4162270"/>
            <a:chExt cx="225260" cy="388019"/>
          </a:xfrm>
        </p:grpSpPr>
        <p:sp>
          <p:nvSpPr>
            <p:cNvPr id="2793" name="Google Shape;2793;p93"/>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93"/>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93"/>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93"/>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93"/>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93"/>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93"/>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93"/>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01" name="Google Shape;2801;p93"/>
          <p:cNvGrpSpPr/>
          <p:nvPr/>
        </p:nvGrpSpPr>
        <p:grpSpPr>
          <a:xfrm>
            <a:off x="1458876" y="2253870"/>
            <a:ext cx="1695362" cy="146740"/>
            <a:chOff x="3465975" y="2270258"/>
            <a:chExt cx="1986364" cy="171947"/>
          </a:xfrm>
        </p:grpSpPr>
        <p:sp>
          <p:nvSpPr>
            <p:cNvPr id="2802" name="Google Shape;2802;p93"/>
            <p:cNvSpPr/>
            <p:nvPr/>
          </p:nvSpPr>
          <p:spPr>
            <a:xfrm rot="-5400000">
              <a:off x="3725184"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93"/>
            <p:cNvSpPr/>
            <p:nvPr/>
          </p:nvSpPr>
          <p:spPr>
            <a:xfrm rot="-5400000">
              <a:off x="3984394" y="2270305"/>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93"/>
            <p:cNvSpPr/>
            <p:nvPr/>
          </p:nvSpPr>
          <p:spPr>
            <a:xfrm rot="-5400000">
              <a:off x="4243603" y="2270305"/>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93"/>
            <p:cNvSpPr/>
            <p:nvPr/>
          </p:nvSpPr>
          <p:spPr>
            <a:xfrm rot="-5400000">
              <a:off x="4502812" y="2270305"/>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93"/>
            <p:cNvSpPr/>
            <p:nvPr/>
          </p:nvSpPr>
          <p:spPr>
            <a:xfrm rot="-5400000">
              <a:off x="4762021" y="2270305"/>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93"/>
            <p:cNvSpPr/>
            <p:nvPr/>
          </p:nvSpPr>
          <p:spPr>
            <a:xfrm rot="-5400000">
              <a:off x="3465975" y="2270305"/>
              <a:ext cx="171900" cy="171900"/>
            </a:xfrm>
            <a:prstGeom prst="ellipse">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93"/>
            <p:cNvSpPr/>
            <p:nvPr/>
          </p:nvSpPr>
          <p:spPr>
            <a:xfrm rot="-5400000">
              <a:off x="5021230" y="2270258"/>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93"/>
            <p:cNvSpPr/>
            <p:nvPr/>
          </p:nvSpPr>
          <p:spPr>
            <a:xfrm rot="-5400000">
              <a:off x="5280440" y="2270258"/>
              <a:ext cx="171900" cy="171900"/>
            </a:xfrm>
            <a:prstGeom prst="ellipse">
              <a:avLst/>
            </a:prstGeom>
            <a:solidFill>
              <a:schemeClr val="accent5"/>
            </a:solidFill>
            <a:ln w="1905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810" name="Google Shape;2810;p93"/>
          <p:cNvCxnSpPr/>
          <p:nvPr/>
        </p:nvCxnSpPr>
        <p:spPr>
          <a:xfrm>
            <a:off x="1002488" y="2824350"/>
            <a:ext cx="2314500" cy="0"/>
          </a:xfrm>
          <a:prstGeom prst="straightConnector1">
            <a:avLst/>
          </a:prstGeom>
          <a:noFill/>
          <a:ln w="28575" cap="flat" cmpd="sng">
            <a:solidFill>
              <a:schemeClr val="accent6"/>
            </a:solidFill>
            <a:prstDash val="solid"/>
            <a:round/>
            <a:headEnd type="none" w="med" len="med"/>
            <a:tailEnd type="none" w="med" len="med"/>
          </a:ln>
        </p:spPr>
      </p:cxnSp>
      <p:grpSp>
        <p:nvGrpSpPr>
          <p:cNvPr id="2811" name="Google Shape;2811;p93"/>
          <p:cNvGrpSpPr/>
          <p:nvPr/>
        </p:nvGrpSpPr>
        <p:grpSpPr>
          <a:xfrm>
            <a:off x="2264460" y="3195504"/>
            <a:ext cx="1052496" cy="1052238"/>
            <a:chOff x="4049800" y="640400"/>
            <a:chExt cx="858900" cy="858900"/>
          </a:xfrm>
        </p:grpSpPr>
        <p:sp>
          <p:nvSpPr>
            <p:cNvPr id="2812" name="Google Shape;2812;p93"/>
            <p:cNvSpPr/>
            <p:nvPr/>
          </p:nvSpPr>
          <p:spPr>
            <a:xfrm>
              <a:off x="4049800" y="640400"/>
              <a:ext cx="858900" cy="858900"/>
            </a:xfrm>
            <a:prstGeom prst="donut">
              <a:avLst>
                <a:gd name="adj" fmla="val 7340"/>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93"/>
            <p:cNvSpPr/>
            <p:nvPr/>
          </p:nvSpPr>
          <p:spPr>
            <a:xfrm>
              <a:off x="4049800" y="640400"/>
              <a:ext cx="858900" cy="858900"/>
            </a:xfrm>
            <a:prstGeom prst="blockArc">
              <a:avLst>
                <a:gd name="adj1" fmla="val 20263498"/>
                <a:gd name="adj2" fmla="val 2521578"/>
                <a:gd name="adj3" fmla="val 837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4" name="Google Shape;2814;p93"/>
          <p:cNvGrpSpPr/>
          <p:nvPr/>
        </p:nvGrpSpPr>
        <p:grpSpPr>
          <a:xfrm>
            <a:off x="1020635" y="3195504"/>
            <a:ext cx="1052496" cy="1052238"/>
            <a:chOff x="4049800" y="640400"/>
            <a:chExt cx="858900" cy="858900"/>
          </a:xfrm>
        </p:grpSpPr>
        <p:sp>
          <p:nvSpPr>
            <p:cNvPr id="2815" name="Google Shape;2815;p93"/>
            <p:cNvSpPr/>
            <p:nvPr/>
          </p:nvSpPr>
          <p:spPr>
            <a:xfrm>
              <a:off x="4049800" y="640400"/>
              <a:ext cx="858900" cy="858900"/>
            </a:xfrm>
            <a:prstGeom prst="donut">
              <a:avLst>
                <a:gd name="adj" fmla="val 7340"/>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93"/>
            <p:cNvSpPr/>
            <p:nvPr/>
          </p:nvSpPr>
          <p:spPr>
            <a:xfrm>
              <a:off x="4049800" y="640400"/>
              <a:ext cx="858900" cy="858900"/>
            </a:xfrm>
            <a:prstGeom prst="blockArc">
              <a:avLst>
                <a:gd name="adj1" fmla="val 5827389"/>
                <a:gd name="adj2" fmla="val 2521578"/>
                <a:gd name="adj3" fmla="val 837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7" name="Google Shape;2817;p93"/>
          <p:cNvSpPr txBox="1">
            <a:spLocks noGrp="1"/>
          </p:cNvSpPr>
          <p:nvPr>
            <p:ph type="title"/>
          </p:nvPr>
        </p:nvSpPr>
        <p:spPr>
          <a:xfrm>
            <a:off x="921688" y="4247750"/>
            <a:ext cx="1250400" cy="534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t>18-30</a:t>
            </a:r>
            <a:endParaRPr sz="2400"/>
          </a:p>
        </p:txBody>
      </p:sp>
      <p:sp>
        <p:nvSpPr>
          <p:cNvPr id="2818" name="Google Shape;2818;p93"/>
          <p:cNvSpPr txBox="1">
            <a:spLocks noGrp="1"/>
          </p:cNvSpPr>
          <p:nvPr>
            <p:ph type="title"/>
          </p:nvPr>
        </p:nvSpPr>
        <p:spPr>
          <a:xfrm>
            <a:off x="2165513" y="4247750"/>
            <a:ext cx="1250400" cy="534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t>31-50</a:t>
            </a:r>
            <a:endParaRPr sz="2400"/>
          </a:p>
        </p:txBody>
      </p:sp>
      <p:sp>
        <p:nvSpPr>
          <p:cNvPr id="2819" name="Google Shape;2819;p93"/>
          <p:cNvSpPr txBox="1">
            <a:spLocks noGrp="1"/>
          </p:cNvSpPr>
          <p:nvPr>
            <p:ph type="title"/>
          </p:nvPr>
        </p:nvSpPr>
        <p:spPr>
          <a:xfrm>
            <a:off x="1020688" y="3454175"/>
            <a:ext cx="1052400" cy="53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accent5"/>
                </a:solidFill>
              </a:rPr>
              <a:t>80%</a:t>
            </a:r>
            <a:endParaRPr sz="2400">
              <a:solidFill>
                <a:schemeClr val="accent5"/>
              </a:solidFill>
            </a:endParaRPr>
          </a:p>
        </p:txBody>
      </p:sp>
      <p:sp>
        <p:nvSpPr>
          <p:cNvPr id="2820" name="Google Shape;2820;p93"/>
          <p:cNvSpPr txBox="1">
            <a:spLocks noGrp="1"/>
          </p:cNvSpPr>
          <p:nvPr>
            <p:ph type="title"/>
          </p:nvPr>
        </p:nvSpPr>
        <p:spPr>
          <a:xfrm>
            <a:off x="2264513" y="3454175"/>
            <a:ext cx="1052400" cy="53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accent5"/>
                </a:solidFill>
              </a:rPr>
              <a:t>20%</a:t>
            </a:r>
            <a:endParaRPr sz="2400">
              <a:solidFill>
                <a:schemeClr val="accent5"/>
              </a:solidFill>
            </a:endParaRPr>
          </a:p>
        </p:txBody>
      </p:sp>
      <p:cxnSp>
        <p:nvCxnSpPr>
          <p:cNvPr id="2821" name="Google Shape;2821;p93"/>
          <p:cNvCxnSpPr/>
          <p:nvPr/>
        </p:nvCxnSpPr>
        <p:spPr>
          <a:xfrm>
            <a:off x="5888813" y="2824350"/>
            <a:ext cx="2314500" cy="0"/>
          </a:xfrm>
          <a:prstGeom prst="straightConnector1">
            <a:avLst/>
          </a:prstGeom>
          <a:noFill/>
          <a:ln w="28575" cap="flat" cmpd="sng">
            <a:solidFill>
              <a:schemeClr val="accent6"/>
            </a:solidFill>
            <a:prstDash val="solid"/>
            <a:round/>
            <a:headEnd type="none" w="med" len="med"/>
            <a:tailEnd type="none" w="med" len="med"/>
          </a:ln>
        </p:spPr>
      </p:cxnSp>
      <p:sp>
        <p:nvSpPr>
          <p:cNvPr id="2822" name="Google Shape;2822;p93"/>
          <p:cNvSpPr txBox="1">
            <a:spLocks noGrp="1"/>
          </p:cNvSpPr>
          <p:nvPr>
            <p:ph type="title"/>
          </p:nvPr>
        </p:nvSpPr>
        <p:spPr>
          <a:xfrm>
            <a:off x="5888813" y="1598875"/>
            <a:ext cx="2314500" cy="934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$50.00</a:t>
            </a:r>
            <a:endParaRPr sz="6000"/>
          </a:p>
        </p:txBody>
      </p:sp>
      <p:sp>
        <p:nvSpPr>
          <p:cNvPr id="2823" name="Google Shape;2823;p93"/>
          <p:cNvSpPr/>
          <p:nvPr/>
        </p:nvSpPr>
        <p:spPr>
          <a:xfrm>
            <a:off x="5869838" y="3195500"/>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93"/>
          <p:cNvSpPr/>
          <p:nvPr/>
        </p:nvSpPr>
        <p:spPr>
          <a:xfrm>
            <a:off x="5869838" y="3993843"/>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93"/>
          <p:cNvSpPr/>
          <p:nvPr/>
        </p:nvSpPr>
        <p:spPr>
          <a:xfrm>
            <a:off x="6716363" y="3195500"/>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93"/>
          <p:cNvSpPr/>
          <p:nvPr/>
        </p:nvSpPr>
        <p:spPr>
          <a:xfrm>
            <a:off x="6716363" y="3993843"/>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93"/>
          <p:cNvSpPr/>
          <p:nvPr/>
        </p:nvSpPr>
        <p:spPr>
          <a:xfrm>
            <a:off x="7562888" y="3195500"/>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93"/>
          <p:cNvSpPr/>
          <p:nvPr/>
        </p:nvSpPr>
        <p:spPr>
          <a:xfrm>
            <a:off x="7562888" y="3993843"/>
            <a:ext cx="659400" cy="659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9" name="Google Shape;2829;p93"/>
          <p:cNvGrpSpPr/>
          <p:nvPr/>
        </p:nvGrpSpPr>
        <p:grpSpPr>
          <a:xfrm>
            <a:off x="7699040" y="4130546"/>
            <a:ext cx="387073" cy="385996"/>
            <a:chOff x="1414990" y="2289671"/>
            <a:chExt cx="387073" cy="385996"/>
          </a:xfrm>
        </p:grpSpPr>
        <p:sp>
          <p:nvSpPr>
            <p:cNvPr id="2830" name="Google Shape;2830;p93"/>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93"/>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93"/>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93"/>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93"/>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93"/>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93"/>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93"/>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93"/>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93"/>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93"/>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93"/>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93"/>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93"/>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93"/>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93"/>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93"/>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93"/>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8" name="Google Shape;2848;p93"/>
          <p:cNvGrpSpPr/>
          <p:nvPr/>
        </p:nvGrpSpPr>
        <p:grpSpPr>
          <a:xfrm>
            <a:off x="6003804" y="3340148"/>
            <a:ext cx="391460" cy="370127"/>
            <a:chOff x="6863329" y="2297710"/>
            <a:chExt cx="391460" cy="370127"/>
          </a:xfrm>
        </p:grpSpPr>
        <p:sp>
          <p:nvSpPr>
            <p:cNvPr id="2849" name="Google Shape;2849;p93"/>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93"/>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93"/>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93"/>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93"/>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93"/>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93"/>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93"/>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93"/>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8" name="Google Shape;2858;p93"/>
          <p:cNvGrpSpPr/>
          <p:nvPr/>
        </p:nvGrpSpPr>
        <p:grpSpPr>
          <a:xfrm>
            <a:off x="6046655" y="4154040"/>
            <a:ext cx="305765" cy="339001"/>
            <a:chOff x="3082217" y="2788586"/>
            <a:chExt cx="288866" cy="320236"/>
          </a:xfrm>
        </p:grpSpPr>
        <p:sp>
          <p:nvSpPr>
            <p:cNvPr id="2859" name="Google Shape;2859;p93"/>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93"/>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93"/>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93"/>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93"/>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93"/>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93"/>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6" name="Google Shape;2866;p93"/>
          <p:cNvGrpSpPr/>
          <p:nvPr/>
        </p:nvGrpSpPr>
        <p:grpSpPr>
          <a:xfrm>
            <a:off x="7707985" y="3396099"/>
            <a:ext cx="369207" cy="258259"/>
            <a:chOff x="3625085" y="3259862"/>
            <a:chExt cx="369207" cy="258259"/>
          </a:xfrm>
        </p:grpSpPr>
        <p:sp>
          <p:nvSpPr>
            <p:cNvPr id="2867" name="Google Shape;2867;p93"/>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93"/>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93"/>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93"/>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93"/>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93"/>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93"/>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93"/>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93"/>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93"/>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93"/>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93"/>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93"/>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80" name="Google Shape;2880;p93"/>
          <p:cNvGrpSpPr/>
          <p:nvPr/>
        </p:nvGrpSpPr>
        <p:grpSpPr>
          <a:xfrm>
            <a:off x="6794029" y="3362419"/>
            <a:ext cx="504064" cy="325595"/>
            <a:chOff x="5084391" y="4183682"/>
            <a:chExt cx="504064" cy="325595"/>
          </a:xfrm>
        </p:grpSpPr>
        <p:sp>
          <p:nvSpPr>
            <p:cNvPr id="2881" name="Google Shape;2881;p93"/>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93"/>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93"/>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93"/>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93"/>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93"/>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93"/>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93"/>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93"/>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93"/>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93"/>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93"/>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93"/>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93"/>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93"/>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93"/>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7" name="Google Shape;2897;p93"/>
          <p:cNvGrpSpPr/>
          <p:nvPr/>
        </p:nvGrpSpPr>
        <p:grpSpPr>
          <a:xfrm>
            <a:off x="6837312" y="4136415"/>
            <a:ext cx="417523" cy="374252"/>
            <a:chOff x="1913012" y="2764940"/>
            <a:chExt cx="417523" cy="374252"/>
          </a:xfrm>
        </p:grpSpPr>
        <p:sp>
          <p:nvSpPr>
            <p:cNvPr id="2898" name="Google Shape;2898;p93"/>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93"/>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93"/>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93"/>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93"/>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93"/>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93"/>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93"/>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93"/>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93"/>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93"/>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93"/>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723"/>
                                        </p:tgtEl>
                                        <p:attrNameLst>
                                          <p:attrName>style.visibility</p:attrName>
                                        </p:attrNameLst>
                                      </p:cBhvr>
                                      <p:to>
                                        <p:strVal val="visible"/>
                                      </p:to>
                                    </p:set>
                                    <p:anim calcmode="lin" valueType="num">
                                      <p:cBhvr additive="base">
                                        <p:cTn id="7" dur="1000"/>
                                        <p:tgtEl>
                                          <p:spTgt spid="27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913"/>
        <p:cNvGrpSpPr/>
        <p:nvPr/>
      </p:nvGrpSpPr>
      <p:grpSpPr>
        <a:xfrm>
          <a:off x="0" y="0"/>
          <a:ext cx="0" cy="0"/>
          <a:chOff x="0" y="0"/>
          <a:chExt cx="0" cy="0"/>
        </a:xfrm>
      </p:grpSpPr>
      <p:sp>
        <p:nvSpPr>
          <p:cNvPr id="2914" name="Google Shape;2914;p94"/>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Competitors</a:t>
            </a:r>
            <a:endParaRPr/>
          </a:p>
        </p:txBody>
      </p:sp>
      <p:graphicFrame>
        <p:nvGraphicFramePr>
          <p:cNvPr id="2915" name="Google Shape;2915;p94"/>
          <p:cNvGraphicFramePr/>
          <p:nvPr/>
        </p:nvGraphicFramePr>
        <p:xfrm>
          <a:off x="1101375" y="1625435"/>
          <a:ext cx="6941250" cy="2807425"/>
        </p:xfrm>
        <a:graphic>
          <a:graphicData uri="http://schemas.openxmlformats.org/drawingml/2006/table">
            <a:tbl>
              <a:tblPr>
                <a:noFill/>
                <a:tableStyleId>{2D9B3CA8-FAFD-465C-A473-1ECED00D8140}</a:tableStyleId>
              </a:tblPr>
              <a:tblGrid>
                <a:gridCol w="1341450">
                  <a:extLst>
                    <a:ext uri="{9D8B030D-6E8A-4147-A177-3AD203B41FA5}">
                      <a16:colId xmlns:a16="http://schemas.microsoft.com/office/drawing/2014/main" val="20000"/>
                    </a:ext>
                  </a:extLst>
                </a:gridCol>
                <a:gridCol w="1866600">
                  <a:extLst>
                    <a:ext uri="{9D8B030D-6E8A-4147-A177-3AD203B41FA5}">
                      <a16:colId xmlns:a16="http://schemas.microsoft.com/office/drawing/2014/main" val="20001"/>
                    </a:ext>
                  </a:extLst>
                </a:gridCol>
                <a:gridCol w="1866600">
                  <a:extLst>
                    <a:ext uri="{9D8B030D-6E8A-4147-A177-3AD203B41FA5}">
                      <a16:colId xmlns:a16="http://schemas.microsoft.com/office/drawing/2014/main" val="20002"/>
                    </a:ext>
                  </a:extLst>
                </a:gridCol>
                <a:gridCol w="1866600">
                  <a:extLst>
                    <a:ext uri="{9D8B030D-6E8A-4147-A177-3AD203B41FA5}">
                      <a16:colId xmlns:a16="http://schemas.microsoft.com/office/drawing/2014/main" val="20003"/>
                    </a:ext>
                  </a:extLst>
                </a:gridCol>
              </a:tblGrid>
              <a:tr h="666550">
                <a:tc>
                  <a:txBody>
                    <a:bodyPr/>
                    <a:lstStyle/>
                    <a:p>
                      <a:pPr marL="0" lvl="0" indent="0" algn="ctr" rtl="0">
                        <a:spcBef>
                          <a:spcPts val="0"/>
                        </a:spcBef>
                        <a:spcAft>
                          <a:spcPts val="0"/>
                        </a:spcAft>
                        <a:buNone/>
                      </a:pP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Company 1</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Company 2</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Company 3</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extLst>
                  <a:ext uri="{0D108BD9-81ED-4DB2-BD59-A6C34878D82A}">
                    <a16:rowId xmlns:a16="http://schemas.microsoft.com/office/drawing/2014/main" val="10000"/>
                  </a:ext>
                </a:extLst>
              </a:tr>
              <a:tr h="713625">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Factor 1</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r>
                        <a:rPr lang="en">
                          <a:solidFill>
                            <a:schemeClr val="dk2"/>
                          </a:solidFill>
                          <a:latin typeface="Roboto"/>
                          <a:ea typeface="Roboto"/>
                          <a:cs typeface="Roboto"/>
                          <a:sym typeface="Roboto"/>
                        </a:rPr>
                        <a:t>Mercury is the smallest of them all</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
                          <a:solidFill>
                            <a:schemeClr val="dk2"/>
                          </a:solidFill>
                          <a:latin typeface="Roboto"/>
                          <a:ea typeface="Roboto"/>
                          <a:cs typeface="Roboto"/>
                          <a:sym typeface="Roboto"/>
                        </a:rPr>
                        <a:t>Venus has a beautiful name</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Clr>
                          <a:schemeClr val="dk1"/>
                        </a:buClr>
                        <a:buSzPts val="1100"/>
                        <a:buFont typeface="Arial"/>
                        <a:buNone/>
                      </a:pPr>
                      <a:r>
                        <a:rPr lang="en">
                          <a:solidFill>
                            <a:schemeClr val="dk2"/>
                          </a:solidFill>
                          <a:latin typeface="Roboto"/>
                          <a:ea typeface="Roboto"/>
                          <a:cs typeface="Roboto"/>
                          <a:sym typeface="Roboto"/>
                        </a:rPr>
                        <a:t>Mars is actually a</a:t>
                      </a:r>
                      <a:endParaRPr>
                        <a:solidFill>
                          <a:schemeClr val="dk2"/>
                        </a:solidFill>
                        <a:latin typeface="Roboto"/>
                        <a:ea typeface="Roboto"/>
                        <a:cs typeface="Roboto"/>
                        <a:sym typeface="Roboto"/>
                      </a:endParaRPr>
                    </a:p>
                    <a:p>
                      <a:pPr marL="0" lvl="0" indent="0" algn="ctr" rtl="0">
                        <a:spcBef>
                          <a:spcPts val="0"/>
                        </a:spcBef>
                        <a:spcAft>
                          <a:spcPts val="0"/>
                        </a:spcAft>
                        <a:buNone/>
                      </a:pPr>
                      <a:r>
                        <a:rPr lang="en">
                          <a:solidFill>
                            <a:schemeClr val="dk2"/>
                          </a:solidFill>
                          <a:latin typeface="Roboto"/>
                          <a:ea typeface="Roboto"/>
                          <a:cs typeface="Roboto"/>
                          <a:sym typeface="Roboto"/>
                        </a:rPr>
                        <a:t>cold place</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extLst>
                  <a:ext uri="{0D108BD9-81ED-4DB2-BD59-A6C34878D82A}">
                    <a16:rowId xmlns:a16="http://schemas.microsoft.com/office/drawing/2014/main" val="10001"/>
                  </a:ext>
                </a:extLst>
              </a:tr>
              <a:tr h="713625">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Factor 2</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Clr>
                          <a:schemeClr val="dk1"/>
                        </a:buClr>
                        <a:buSzPts val="1100"/>
                        <a:buFont typeface="Arial"/>
                        <a:buNone/>
                      </a:pPr>
                      <a:r>
                        <a:rPr lang="en">
                          <a:solidFill>
                            <a:schemeClr val="dk2"/>
                          </a:solidFill>
                          <a:latin typeface="Roboto"/>
                          <a:ea typeface="Roboto"/>
                          <a:cs typeface="Roboto"/>
                          <a:sym typeface="Roboto"/>
                        </a:rPr>
                        <a:t>Jupiter is the biggest of them all</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Clr>
                          <a:schemeClr val="dk1"/>
                        </a:buClr>
                        <a:buSzPts val="1100"/>
                        <a:buFont typeface="Arial"/>
                        <a:buNone/>
                      </a:pPr>
                      <a:r>
                        <a:rPr lang="en">
                          <a:solidFill>
                            <a:schemeClr val="dk2"/>
                          </a:solidFill>
                          <a:latin typeface="Roboto"/>
                          <a:ea typeface="Roboto"/>
                          <a:cs typeface="Roboto"/>
                          <a:sym typeface="Roboto"/>
                        </a:rPr>
                        <a:t>Saturn is the</a:t>
                      </a:r>
                      <a:endParaRPr>
                        <a:solidFill>
                          <a:schemeClr val="dk2"/>
                        </a:solidFill>
                        <a:latin typeface="Roboto"/>
                        <a:ea typeface="Roboto"/>
                        <a:cs typeface="Roboto"/>
                        <a:sym typeface="Roboto"/>
                      </a:endParaRPr>
                    </a:p>
                    <a:p>
                      <a:pPr marL="0" lvl="0" indent="0" algn="ctr" rtl="0">
                        <a:spcBef>
                          <a:spcPts val="0"/>
                        </a:spcBef>
                        <a:spcAft>
                          <a:spcPts val="0"/>
                        </a:spcAft>
                        <a:buNone/>
                      </a:pPr>
                      <a:r>
                        <a:rPr lang="en">
                          <a:solidFill>
                            <a:schemeClr val="dk2"/>
                          </a:solidFill>
                          <a:latin typeface="Roboto"/>
                          <a:ea typeface="Roboto"/>
                          <a:cs typeface="Roboto"/>
                          <a:sym typeface="Roboto"/>
                        </a:rPr>
                        <a:t>ringed one</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Clr>
                          <a:schemeClr val="dk1"/>
                        </a:buClr>
                        <a:buSzPts val="1100"/>
                        <a:buFont typeface="Arial"/>
                        <a:buNone/>
                      </a:pPr>
                      <a:r>
                        <a:rPr lang="en">
                          <a:solidFill>
                            <a:schemeClr val="dk2"/>
                          </a:solidFill>
                          <a:latin typeface="Roboto"/>
                          <a:ea typeface="Roboto"/>
                          <a:cs typeface="Roboto"/>
                          <a:sym typeface="Roboto"/>
                        </a:rPr>
                        <a:t>Neptune is the</a:t>
                      </a:r>
                      <a:endParaRPr>
                        <a:solidFill>
                          <a:schemeClr val="dk2"/>
                        </a:solidFill>
                        <a:latin typeface="Roboto"/>
                        <a:ea typeface="Roboto"/>
                        <a:cs typeface="Roboto"/>
                        <a:sym typeface="Roboto"/>
                      </a:endParaRPr>
                    </a:p>
                    <a:p>
                      <a:pPr marL="0" lvl="0" indent="0" algn="ctr" rtl="0">
                        <a:spcBef>
                          <a:spcPts val="0"/>
                        </a:spcBef>
                        <a:spcAft>
                          <a:spcPts val="0"/>
                        </a:spcAft>
                        <a:buNone/>
                      </a:pPr>
                      <a:r>
                        <a:rPr lang="en">
                          <a:solidFill>
                            <a:schemeClr val="dk2"/>
                          </a:solidFill>
                          <a:latin typeface="Roboto"/>
                          <a:ea typeface="Roboto"/>
                          <a:cs typeface="Roboto"/>
                          <a:sym typeface="Roboto"/>
                        </a:rPr>
                        <a:t>farthest planet</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5"/>
                    </a:solidFill>
                  </a:tcPr>
                </a:tc>
                <a:extLst>
                  <a:ext uri="{0D108BD9-81ED-4DB2-BD59-A6C34878D82A}">
                    <a16:rowId xmlns:a16="http://schemas.microsoft.com/office/drawing/2014/main" val="10002"/>
                  </a:ext>
                </a:extLst>
              </a:tr>
              <a:tr h="713625">
                <a:tc>
                  <a:txBody>
                    <a:bodyPr/>
                    <a:lstStyle/>
                    <a:p>
                      <a:pPr marL="0" lvl="0" indent="0" algn="ctr" rtl="0">
                        <a:spcBef>
                          <a:spcPts val="0"/>
                        </a:spcBef>
                        <a:spcAft>
                          <a:spcPts val="0"/>
                        </a:spcAft>
                        <a:buNone/>
                      </a:pPr>
                      <a:r>
                        <a:rPr lang="en" sz="1800" b="1">
                          <a:solidFill>
                            <a:schemeClr val="dk2"/>
                          </a:solidFill>
                          <a:latin typeface="Advent Pro"/>
                          <a:ea typeface="Advent Pro"/>
                          <a:cs typeface="Advent Pro"/>
                          <a:sym typeface="Advent Pro"/>
                        </a:rPr>
                        <a:t>Factor 3</a:t>
                      </a:r>
                      <a:endParaRPr sz="1800" b="1">
                        <a:solidFill>
                          <a:schemeClr val="dk2"/>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1"/>
                    </a:solidFill>
                  </a:tcPr>
                </a:tc>
                <a:tc>
                  <a:txBody>
                    <a:bodyPr/>
                    <a:lstStyle/>
                    <a:p>
                      <a:pPr marL="0" lvl="0" indent="0" algn="ctr" rtl="0">
                        <a:spcBef>
                          <a:spcPts val="0"/>
                        </a:spcBef>
                        <a:spcAft>
                          <a:spcPts val="0"/>
                        </a:spcAft>
                        <a:buNone/>
                      </a:pPr>
                      <a:r>
                        <a:rPr lang="en">
                          <a:solidFill>
                            <a:schemeClr val="dk2"/>
                          </a:solidFill>
                          <a:latin typeface="Roboto"/>
                          <a:ea typeface="Roboto"/>
                          <a:cs typeface="Roboto"/>
                          <a:sym typeface="Roboto"/>
                        </a:rPr>
                        <a:t>Earth is the planet where we live on</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
                          <a:solidFill>
                            <a:schemeClr val="dk2"/>
                          </a:solidFill>
                          <a:latin typeface="Roboto"/>
                          <a:ea typeface="Roboto"/>
                          <a:cs typeface="Roboto"/>
                          <a:sym typeface="Roboto"/>
                        </a:rPr>
                        <a:t>Pluto is now a dwarf planet</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0" lvl="0" indent="0" algn="ctr" rtl="0">
                        <a:spcBef>
                          <a:spcPts val="0"/>
                        </a:spcBef>
                        <a:spcAft>
                          <a:spcPts val="0"/>
                        </a:spcAft>
                        <a:buNone/>
                      </a:pPr>
                      <a:r>
                        <a:rPr lang="en">
                          <a:solidFill>
                            <a:schemeClr val="dk2"/>
                          </a:solidFill>
                          <a:latin typeface="Roboto"/>
                          <a:ea typeface="Roboto"/>
                          <a:cs typeface="Roboto"/>
                          <a:sym typeface="Roboto"/>
                        </a:rPr>
                        <a:t>Ceres is in the asteroid belt</a:t>
                      </a: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919"/>
        <p:cNvGrpSpPr/>
        <p:nvPr/>
      </p:nvGrpSpPr>
      <p:grpSpPr>
        <a:xfrm>
          <a:off x="0" y="0"/>
          <a:ext cx="0" cy="0"/>
          <a:chOff x="0" y="0"/>
          <a:chExt cx="0" cy="0"/>
        </a:xfrm>
      </p:grpSpPr>
      <p:sp>
        <p:nvSpPr>
          <p:cNvPr id="2920" name="Google Shape;2920;p95"/>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Competitors</a:t>
            </a:r>
            <a:endParaRPr/>
          </a:p>
        </p:txBody>
      </p:sp>
      <p:graphicFrame>
        <p:nvGraphicFramePr>
          <p:cNvPr id="2921" name="Google Shape;2921;p95"/>
          <p:cNvGraphicFramePr/>
          <p:nvPr/>
        </p:nvGraphicFramePr>
        <p:xfrm>
          <a:off x="1329975" y="1504010"/>
          <a:ext cx="7100800" cy="2807425"/>
        </p:xfrm>
        <a:graphic>
          <a:graphicData uri="http://schemas.openxmlformats.org/drawingml/2006/table">
            <a:tbl>
              <a:tblPr>
                <a:noFill/>
                <a:tableStyleId>{2D9B3CA8-FAFD-465C-A473-1ECED00D8140}</a:tableStyleId>
              </a:tblPr>
              <a:tblGrid>
                <a:gridCol w="1241600">
                  <a:extLst>
                    <a:ext uri="{9D8B030D-6E8A-4147-A177-3AD203B41FA5}">
                      <a16:colId xmlns:a16="http://schemas.microsoft.com/office/drawing/2014/main" val="20000"/>
                    </a:ext>
                  </a:extLst>
                </a:gridCol>
                <a:gridCol w="1950400">
                  <a:extLst>
                    <a:ext uri="{9D8B030D-6E8A-4147-A177-3AD203B41FA5}">
                      <a16:colId xmlns:a16="http://schemas.microsoft.com/office/drawing/2014/main" val="20001"/>
                    </a:ext>
                  </a:extLst>
                </a:gridCol>
                <a:gridCol w="1950300">
                  <a:extLst>
                    <a:ext uri="{9D8B030D-6E8A-4147-A177-3AD203B41FA5}">
                      <a16:colId xmlns:a16="http://schemas.microsoft.com/office/drawing/2014/main" val="20002"/>
                    </a:ext>
                  </a:extLst>
                </a:gridCol>
                <a:gridCol w="1958500">
                  <a:extLst>
                    <a:ext uri="{9D8B030D-6E8A-4147-A177-3AD203B41FA5}">
                      <a16:colId xmlns:a16="http://schemas.microsoft.com/office/drawing/2014/main" val="20003"/>
                    </a:ext>
                  </a:extLst>
                </a:gridCol>
              </a:tblGrid>
              <a:tr h="666550">
                <a:tc>
                  <a:txBody>
                    <a:bodyPr/>
                    <a:lstStyle/>
                    <a:p>
                      <a:pPr marL="0" lvl="0" indent="0" algn="ctr" rtl="0">
                        <a:spcBef>
                          <a:spcPts val="0"/>
                        </a:spcBef>
                        <a:spcAft>
                          <a:spcPts val="0"/>
                        </a:spcAft>
                        <a:buNone/>
                      </a:pPr>
                      <a:endParaRPr>
                        <a:solidFill>
                          <a:schemeClr val="dk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ctr" rtl="0">
                        <a:spcBef>
                          <a:spcPts val="0"/>
                        </a:spcBef>
                        <a:spcAft>
                          <a:spcPts val="0"/>
                        </a:spcAft>
                        <a:buNone/>
                      </a:pPr>
                      <a:r>
                        <a:rPr lang="en" sz="1800" b="1">
                          <a:solidFill>
                            <a:schemeClr val="accent4"/>
                          </a:solidFill>
                          <a:latin typeface="Advent Pro"/>
                          <a:ea typeface="Advent Pro"/>
                          <a:cs typeface="Advent Pro"/>
                          <a:sym typeface="Advent Pro"/>
                        </a:rPr>
                        <a:t>Company 1</a:t>
                      </a:r>
                      <a:endParaRPr sz="1800" b="1">
                        <a:solidFill>
                          <a:schemeClr val="accent4"/>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6"/>
                    </a:solidFill>
                  </a:tcPr>
                </a:tc>
                <a:tc>
                  <a:txBody>
                    <a:bodyPr/>
                    <a:lstStyle/>
                    <a:p>
                      <a:pPr marL="114300" lvl="0" indent="0" algn="ctr" rtl="0">
                        <a:spcBef>
                          <a:spcPts val="0"/>
                        </a:spcBef>
                        <a:spcAft>
                          <a:spcPts val="0"/>
                        </a:spcAft>
                        <a:buNone/>
                      </a:pPr>
                      <a:r>
                        <a:rPr lang="en" sz="1800" b="1">
                          <a:solidFill>
                            <a:schemeClr val="accent4"/>
                          </a:solidFill>
                          <a:latin typeface="Advent Pro"/>
                          <a:ea typeface="Advent Pro"/>
                          <a:cs typeface="Advent Pro"/>
                          <a:sym typeface="Advent Pro"/>
                        </a:rPr>
                        <a:t>Company 2</a:t>
                      </a:r>
                      <a:endParaRPr sz="1800" b="1">
                        <a:solidFill>
                          <a:schemeClr val="accent4"/>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6"/>
                    </a:solidFill>
                  </a:tcPr>
                </a:tc>
                <a:tc>
                  <a:txBody>
                    <a:bodyPr/>
                    <a:lstStyle/>
                    <a:p>
                      <a:pPr marL="114300" lvl="0" indent="0" algn="ctr" rtl="0">
                        <a:spcBef>
                          <a:spcPts val="0"/>
                        </a:spcBef>
                        <a:spcAft>
                          <a:spcPts val="0"/>
                        </a:spcAft>
                        <a:buNone/>
                      </a:pPr>
                      <a:r>
                        <a:rPr lang="en" sz="1800" b="1">
                          <a:solidFill>
                            <a:schemeClr val="accent4"/>
                          </a:solidFill>
                          <a:latin typeface="Advent Pro"/>
                          <a:ea typeface="Advent Pro"/>
                          <a:cs typeface="Advent Pro"/>
                          <a:sym typeface="Advent Pro"/>
                        </a:rPr>
                        <a:t>Company 3</a:t>
                      </a:r>
                      <a:endParaRPr sz="1800" b="1">
                        <a:solidFill>
                          <a:schemeClr val="accent4"/>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6"/>
                    </a:solidFill>
                  </a:tcPr>
                </a:tc>
                <a:extLst>
                  <a:ext uri="{0D108BD9-81ED-4DB2-BD59-A6C34878D82A}">
                    <a16:rowId xmlns:a16="http://schemas.microsoft.com/office/drawing/2014/main" val="10000"/>
                  </a:ext>
                </a:extLst>
              </a:tr>
              <a:tr h="713625">
                <a:tc>
                  <a:txBody>
                    <a:bodyPr/>
                    <a:lstStyle/>
                    <a:p>
                      <a:pPr marL="0" lvl="0" indent="0" algn="ctr" rtl="0">
                        <a:spcBef>
                          <a:spcPts val="0"/>
                        </a:spcBef>
                        <a:spcAft>
                          <a:spcPts val="0"/>
                        </a:spcAft>
                        <a:buNone/>
                      </a:pPr>
                      <a:r>
                        <a:rPr lang="en" sz="1800" b="1">
                          <a:solidFill>
                            <a:schemeClr val="accent6"/>
                          </a:solidFill>
                          <a:latin typeface="Advent Pro"/>
                          <a:ea typeface="Advent Pro"/>
                          <a:cs typeface="Advent Pro"/>
                          <a:sym typeface="Advent Pro"/>
                        </a:rPr>
                        <a:t>Factor 1</a:t>
                      </a:r>
                      <a:endParaRPr sz="1800" b="1">
                        <a:solidFill>
                          <a:schemeClr val="accent6"/>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114300" lvl="0" indent="0" algn="l" rtl="0">
                        <a:spcBef>
                          <a:spcPts val="0"/>
                        </a:spcBef>
                        <a:spcAft>
                          <a:spcPts val="0"/>
                        </a:spcAft>
                        <a:buNone/>
                      </a:pPr>
                      <a:r>
                        <a:rPr lang="en">
                          <a:solidFill>
                            <a:schemeClr val="accent3"/>
                          </a:solidFill>
                          <a:latin typeface="Roboto"/>
                          <a:ea typeface="Roboto"/>
                          <a:cs typeface="Roboto"/>
                          <a:sym typeface="Roboto"/>
                        </a:rPr>
                        <a:t>Mercury is the smallest of them all</a:t>
                      </a:r>
                      <a:endParaRPr>
                        <a:solidFill>
                          <a:schemeClr val="accent3"/>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None/>
                      </a:pPr>
                      <a:r>
                        <a:rPr lang="en">
                          <a:solidFill>
                            <a:schemeClr val="accent3"/>
                          </a:solidFill>
                          <a:latin typeface="Roboto"/>
                          <a:ea typeface="Roboto"/>
                          <a:cs typeface="Roboto"/>
                          <a:sym typeface="Roboto"/>
                        </a:rPr>
                        <a:t>Venus has a beautiful name</a:t>
                      </a:r>
                      <a:endParaRPr>
                        <a:solidFill>
                          <a:schemeClr val="accent3"/>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Clr>
                          <a:schemeClr val="dk1"/>
                        </a:buClr>
                        <a:buSzPts val="1100"/>
                        <a:buFont typeface="Arial"/>
                        <a:buNone/>
                      </a:pPr>
                      <a:r>
                        <a:rPr lang="en">
                          <a:solidFill>
                            <a:schemeClr val="accent3"/>
                          </a:solidFill>
                          <a:latin typeface="Roboto"/>
                          <a:ea typeface="Roboto"/>
                          <a:cs typeface="Roboto"/>
                          <a:sym typeface="Roboto"/>
                        </a:rPr>
                        <a:t>Mars is actually a</a:t>
                      </a:r>
                      <a:endParaRPr>
                        <a:solidFill>
                          <a:schemeClr val="accent3"/>
                        </a:solidFill>
                        <a:latin typeface="Roboto"/>
                        <a:ea typeface="Roboto"/>
                        <a:cs typeface="Roboto"/>
                        <a:sym typeface="Roboto"/>
                      </a:endParaRPr>
                    </a:p>
                    <a:p>
                      <a:pPr marL="114300" lvl="0" indent="0" algn="l" rtl="0">
                        <a:spcBef>
                          <a:spcPts val="0"/>
                        </a:spcBef>
                        <a:spcAft>
                          <a:spcPts val="0"/>
                        </a:spcAft>
                        <a:buNone/>
                      </a:pPr>
                      <a:r>
                        <a:rPr lang="en">
                          <a:solidFill>
                            <a:schemeClr val="accent3"/>
                          </a:solidFill>
                          <a:latin typeface="Roboto"/>
                          <a:ea typeface="Roboto"/>
                          <a:cs typeface="Roboto"/>
                          <a:sym typeface="Roboto"/>
                        </a:rPr>
                        <a:t>cold place</a:t>
                      </a:r>
                      <a:endParaRPr>
                        <a:solidFill>
                          <a:schemeClr val="accent3"/>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713625">
                <a:tc>
                  <a:txBody>
                    <a:bodyPr/>
                    <a:lstStyle/>
                    <a:p>
                      <a:pPr marL="0" lvl="0" indent="0" algn="ctr" rtl="0">
                        <a:spcBef>
                          <a:spcPts val="0"/>
                        </a:spcBef>
                        <a:spcAft>
                          <a:spcPts val="0"/>
                        </a:spcAft>
                        <a:buNone/>
                      </a:pPr>
                      <a:r>
                        <a:rPr lang="en" sz="1800" b="1">
                          <a:solidFill>
                            <a:schemeClr val="accent6"/>
                          </a:solidFill>
                          <a:latin typeface="Advent Pro"/>
                          <a:ea typeface="Advent Pro"/>
                          <a:cs typeface="Advent Pro"/>
                          <a:sym typeface="Advent Pro"/>
                        </a:rPr>
                        <a:t>Factor 2</a:t>
                      </a:r>
                      <a:endParaRPr sz="1800" b="1">
                        <a:solidFill>
                          <a:schemeClr val="accent6"/>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114300" lvl="0" indent="0" algn="l" rtl="0">
                        <a:spcBef>
                          <a:spcPts val="0"/>
                        </a:spcBef>
                        <a:spcAft>
                          <a:spcPts val="0"/>
                        </a:spcAft>
                        <a:buClr>
                          <a:schemeClr val="dk1"/>
                        </a:buClr>
                        <a:buSzPts val="1100"/>
                        <a:buFont typeface="Arial"/>
                        <a:buNone/>
                      </a:pPr>
                      <a:r>
                        <a:rPr lang="en">
                          <a:solidFill>
                            <a:schemeClr val="accent1"/>
                          </a:solidFill>
                          <a:latin typeface="Roboto"/>
                          <a:ea typeface="Roboto"/>
                          <a:cs typeface="Roboto"/>
                          <a:sym typeface="Roboto"/>
                        </a:rPr>
                        <a:t>Jupiter is the biggest of them all</a:t>
                      </a:r>
                      <a:endParaRPr>
                        <a:solidFill>
                          <a:schemeClr val="accent1"/>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Clr>
                          <a:schemeClr val="dk1"/>
                        </a:buClr>
                        <a:buSzPts val="1100"/>
                        <a:buFont typeface="Arial"/>
                        <a:buNone/>
                      </a:pPr>
                      <a:r>
                        <a:rPr lang="en">
                          <a:solidFill>
                            <a:schemeClr val="accent1"/>
                          </a:solidFill>
                          <a:latin typeface="Roboto"/>
                          <a:ea typeface="Roboto"/>
                          <a:cs typeface="Roboto"/>
                          <a:sym typeface="Roboto"/>
                        </a:rPr>
                        <a:t>Saturn is the</a:t>
                      </a:r>
                      <a:endParaRPr>
                        <a:solidFill>
                          <a:schemeClr val="accent1"/>
                        </a:solidFill>
                        <a:latin typeface="Roboto"/>
                        <a:ea typeface="Roboto"/>
                        <a:cs typeface="Roboto"/>
                        <a:sym typeface="Roboto"/>
                      </a:endParaRPr>
                    </a:p>
                    <a:p>
                      <a:pPr marL="114300" lvl="0" indent="0" algn="l" rtl="0">
                        <a:spcBef>
                          <a:spcPts val="0"/>
                        </a:spcBef>
                        <a:spcAft>
                          <a:spcPts val="0"/>
                        </a:spcAft>
                        <a:buNone/>
                      </a:pPr>
                      <a:r>
                        <a:rPr lang="en">
                          <a:solidFill>
                            <a:schemeClr val="accent1"/>
                          </a:solidFill>
                          <a:latin typeface="Roboto"/>
                          <a:ea typeface="Roboto"/>
                          <a:cs typeface="Roboto"/>
                          <a:sym typeface="Roboto"/>
                        </a:rPr>
                        <a:t>ringed one</a:t>
                      </a:r>
                      <a:endParaRPr>
                        <a:solidFill>
                          <a:schemeClr val="accent1"/>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Clr>
                          <a:schemeClr val="dk1"/>
                        </a:buClr>
                        <a:buSzPts val="1100"/>
                        <a:buFont typeface="Arial"/>
                        <a:buNone/>
                      </a:pPr>
                      <a:r>
                        <a:rPr lang="en">
                          <a:solidFill>
                            <a:schemeClr val="accent1"/>
                          </a:solidFill>
                          <a:latin typeface="Roboto"/>
                          <a:ea typeface="Roboto"/>
                          <a:cs typeface="Roboto"/>
                          <a:sym typeface="Roboto"/>
                        </a:rPr>
                        <a:t>Neptune is the</a:t>
                      </a:r>
                      <a:endParaRPr>
                        <a:solidFill>
                          <a:schemeClr val="accent1"/>
                        </a:solidFill>
                        <a:latin typeface="Roboto"/>
                        <a:ea typeface="Roboto"/>
                        <a:cs typeface="Roboto"/>
                        <a:sym typeface="Roboto"/>
                      </a:endParaRPr>
                    </a:p>
                    <a:p>
                      <a:pPr marL="114300" lvl="0" indent="0" algn="l" rtl="0">
                        <a:spcBef>
                          <a:spcPts val="0"/>
                        </a:spcBef>
                        <a:spcAft>
                          <a:spcPts val="0"/>
                        </a:spcAft>
                        <a:buNone/>
                      </a:pPr>
                      <a:r>
                        <a:rPr lang="en">
                          <a:solidFill>
                            <a:schemeClr val="accent1"/>
                          </a:solidFill>
                          <a:latin typeface="Roboto"/>
                          <a:ea typeface="Roboto"/>
                          <a:cs typeface="Roboto"/>
                          <a:sym typeface="Roboto"/>
                        </a:rPr>
                        <a:t>farthest planet</a:t>
                      </a:r>
                      <a:endParaRPr>
                        <a:solidFill>
                          <a:schemeClr val="accent1"/>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713625">
                <a:tc>
                  <a:txBody>
                    <a:bodyPr/>
                    <a:lstStyle/>
                    <a:p>
                      <a:pPr marL="0" lvl="0" indent="0" algn="ctr" rtl="0">
                        <a:spcBef>
                          <a:spcPts val="0"/>
                        </a:spcBef>
                        <a:spcAft>
                          <a:spcPts val="0"/>
                        </a:spcAft>
                        <a:buNone/>
                      </a:pPr>
                      <a:r>
                        <a:rPr lang="en" sz="1800" b="1">
                          <a:solidFill>
                            <a:schemeClr val="accent6"/>
                          </a:solidFill>
                          <a:latin typeface="Advent Pro"/>
                          <a:ea typeface="Advent Pro"/>
                          <a:cs typeface="Advent Pro"/>
                          <a:sym typeface="Advent Pro"/>
                        </a:rPr>
                        <a:t>Factor 3</a:t>
                      </a:r>
                      <a:endParaRPr sz="1800" b="1">
                        <a:solidFill>
                          <a:schemeClr val="accent6"/>
                        </a:solidFill>
                        <a:latin typeface="Advent Pro"/>
                        <a:ea typeface="Advent Pro"/>
                        <a:cs typeface="Advent Pro"/>
                        <a:sym typeface="Advent Pr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solidFill>
                      <a:schemeClr val="accent4"/>
                    </a:solidFill>
                  </a:tcPr>
                </a:tc>
                <a:tc>
                  <a:txBody>
                    <a:bodyPr/>
                    <a:lstStyle/>
                    <a:p>
                      <a:pPr marL="114300" lvl="0" indent="0" algn="l" rtl="0">
                        <a:spcBef>
                          <a:spcPts val="0"/>
                        </a:spcBef>
                        <a:spcAft>
                          <a:spcPts val="0"/>
                        </a:spcAft>
                        <a:buClr>
                          <a:schemeClr val="dk1"/>
                        </a:buClr>
                        <a:buSzPts val="1100"/>
                        <a:buFont typeface="Arial"/>
                        <a:buNone/>
                      </a:pPr>
                      <a:r>
                        <a:rPr lang="en">
                          <a:solidFill>
                            <a:schemeClr val="accent2"/>
                          </a:solidFill>
                          <a:latin typeface="Roboto"/>
                          <a:ea typeface="Roboto"/>
                          <a:cs typeface="Roboto"/>
                          <a:sym typeface="Roboto"/>
                        </a:rPr>
                        <a:t>Earth is the planet where we live on</a:t>
                      </a:r>
                      <a:endParaRPr>
                        <a:solidFill>
                          <a:schemeClr val="accent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None/>
                      </a:pPr>
                      <a:r>
                        <a:rPr lang="en">
                          <a:solidFill>
                            <a:schemeClr val="accent2"/>
                          </a:solidFill>
                          <a:latin typeface="Roboto"/>
                          <a:ea typeface="Roboto"/>
                          <a:cs typeface="Roboto"/>
                          <a:sym typeface="Roboto"/>
                        </a:rPr>
                        <a:t>Pluto is now a </a:t>
                      </a:r>
                      <a:endParaRPr>
                        <a:solidFill>
                          <a:schemeClr val="accent2"/>
                        </a:solidFill>
                        <a:latin typeface="Roboto"/>
                        <a:ea typeface="Roboto"/>
                        <a:cs typeface="Roboto"/>
                        <a:sym typeface="Roboto"/>
                      </a:endParaRPr>
                    </a:p>
                    <a:p>
                      <a:pPr marL="114300" lvl="0" indent="0" algn="l" rtl="0">
                        <a:spcBef>
                          <a:spcPts val="0"/>
                        </a:spcBef>
                        <a:spcAft>
                          <a:spcPts val="0"/>
                        </a:spcAft>
                        <a:buClr>
                          <a:schemeClr val="dk1"/>
                        </a:buClr>
                        <a:buSzPts val="1100"/>
                        <a:buFont typeface="Arial"/>
                        <a:buNone/>
                      </a:pPr>
                      <a:r>
                        <a:rPr lang="en">
                          <a:solidFill>
                            <a:schemeClr val="accent2"/>
                          </a:solidFill>
                          <a:latin typeface="Roboto"/>
                          <a:ea typeface="Roboto"/>
                          <a:cs typeface="Roboto"/>
                          <a:sym typeface="Roboto"/>
                        </a:rPr>
                        <a:t>dwarf planet</a:t>
                      </a:r>
                      <a:endParaRPr>
                        <a:solidFill>
                          <a:schemeClr val="accent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tc>
                  <a:txBody>
                    <a:bodyPr/>
                    <a:lstStyle/>
                    <a:p>
                      <a:pPr marL="114300" lvl="0" indent="0" algn="l" rtl="0">
                        <a:spcBef>
                          <a:spcPts val="0"/>
                        </a:spcBef>
                        <a:spcAft>
                          <a:spcPts val="0"/>
                        </a:spcAft>
                        <a:buClr>
                          <a:schemeClr val="dk1"/>
                        </a:buClr>
                        <a:buSzPts val="1100"/>
                        <a:buFont typeface="Arial"/>
                        <a:buNone/>
                      </a:pPr>
                      <a:r>
                        <a:rPr lang="en">
                          <a:solidFill>
                            <a:schemeClr val="accent2"/>
                          </a:solidFill>
                          <a:latin typeface="Roboto"/>
                          <a:ea typeface="Roboto"/>
                          <a:cs typeface="Roboto"/>
                          <a:sym typeface="Roboto"/>
                        </a:rPr>
                        <a:t>Ceres is in the asteroid belt</a:t>
                      </a:r>
                      <a:endParaRPr>
                        <a:solidFill>
                          <a:schemeClr val="accent2"/>
                        </a:solidFill>
                        <a:latin typeface="Roboto"/>
                        <a:ea typeface="Roboto"/>
                        <a:cs typeface="Roboto"/>
                        <a:sym typeface="Roboto"/>
                      </a:endParaRPr>
                    </a:p>
                  </a:txBody>
                  <a:tcPr marL="91425" marR="91425" marT="91425" marB="91425" anchor="ctr">
                    <a:lnL w="38100" cap="flat" cmpd="sng">
                      <a:solidFill>
                        <a:schemeClr val="dk2"/>
                      </a:solidFill>
                      <a:prstDash val="solid"/>
                      <a:round/>
                      <a:headEnd type="none" w="sm" len="sm"/>
                      <a:tailEnd type="none" w="sm" len="sm"/>
                    </a:lnL>
                    <a:lnR w="38100" cap="flat" cmpd="sng">
                      <a:solidFill>
                        <a:schemeClr val="dk2"/>
                      </a:solidFill>
                      <a:prstDash val="solid"/>
                      <a:round/>
                      <a:headEnd type="none" w="sm" len="sm"/>
                      <a:tailEnd type="none" w="sm" len="sm"/>
                    </a:lnR>
                    <a:lnT w="38100" cap="flat" cmpd="sng">
                      <a:solidFill>
                        <a:schemeClr val="dk2"/>
                      </a:solidFill>
                      <a:prstDash val="solid"/>
                      <a:round/>
                      <a:headEnd type="none" w="sm" len="sm"/>
                      <a:tailEnd type="none" w="sm" len="sm"/>
                    </a:lnT>
                    <a:lnB w="38100"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pSp>
        <p:nvGrpSpPr>
          <p:cNvPr id="2922" name="Google Shape;2922;p95"/>
          <p:cNvGrpSpPr/>
          <p:nvPr/>
        </p:nvGrpSpPr>
        <p:grpSpPr>
          <a:xfrm>
            <a:off x="712300" y="2301625"/>
            <a:ext cx="457202" cy="457202"/>
            <a:chOff x="1190625" y="238125"/>
            <a:chExt cx="5219200" cy="5219200"/>
          </a:xfrm>
        </p:grpSpPr>
        <p:sp>
          <p:nvSpPr>
            <p:cNvPr id="2923" name="Google Shape;2923;p95"/>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95"/>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95"/>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95"/>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95"/>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95"/>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95"/>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95"/>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95"/>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95"/>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95"/>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95"/>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95"/>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95"/>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95"/>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8" name="Google Shape;2938;p95"/>
          <p:cNvGrpSpPr/>
          <p:nvPr/>
        </p:nvGrpSpPr>
        <p:grpSpPr>
          <a:xfrm>
            <a:off x="715586" y="3007975"/>
            <a:ext cx="450630" cy="457202"/>
            <a:chOff x="1228125" y="238125"/>
            <a:chExt cx="5144175" cy="5219200"/>
          </a:xfrm>
        </p:grpSpPr>
        <p:sp>
          <p:nvSpPr>
            <p:cNvPr id="2939" name="Google Shape;2939;p95"/>
            <p:cNvSpPr/>
            <p:nvPr/>
          </p:nvSpPr>
          <p:spPr>
            <a:xfrm>
              <a:off x="1409975" y="1438525"/>
              <a:ext cx="4780475" cy="4018800"/>
            </a:xfrm>
            <a:custGeom>
              <a:avLst/>
              <a:gdLst/>
              <a:ahLst/>
              <a:cxnLst/>
              <a:rect l="l" t="t" r="r" b="b"/>
              <a:pathLst>
                <a:path w="191219" h="160752" extrusionOk="0">
                  <a:moveTo>
                    <a:pt x="27010" y="0"/>
                  </a:moveTo>
                  <a:cubicBezTo>
                    <a:pt x="24303" y="0"/>
                    <a:pt x="21856" y="1729"/>
                    <a:pt x="20943" y="4274"/>
                  </a:cubicBezTo>
                  <a:lnTo>
                    <a:pt x="392" y="62598"/>
                  </a:lnTo>
                  <a:cubicBezTo>
                    <a:pt x="131" y="63283"/>
                    <a:pt x="1" y="64001"/>
                    <a:pt x="1" y="64718"/>
                  </a:cubicBezTo>
                  <a:lnTo>
                    <a:pt x="1" y="95577"/>
                  </a:lnTo>
                  <a:cubicBezTo>
                    <a:pt x="1" y="96327"/>
                    <a:pt x="131" y="97045"/>
                    <a:pt x="392" y="97730"/>
                  </a:cubicBezTo>
                  <a:lnTo>
                    <a:pt x="20943" y="156445"/>
                  </a:lnTo>
                  <a:cubicBezTo>
                    <a:pt x="21856" y="159022"/>
                    <a:pt x="24303" y="160751"/>
                    <a:pt x="27010" y="160751"/>
                  </a:cubicBezTo>
                  <a:lnTo>
                    <a:pt x="164209" y="160751"/>
                  </a:lnTo>
                  <a:cubicBezTo>
                    <a:pt x="166917" y="160751"/>
                    <a:pt x="169363" y="159022"/>
                    <a:pt x="170276" y="156445"/>
                  </a:cubicBezTo>
                  <a:lnTo>
                    <a:pt x="190827" y="97730"/>
                  </a:lnTo>
                  <a:cubicBezTo>
                    <a:pt x="191088" y="97045"/>
                    <a:pt x="191218" y="96327"/>
                    <a:pt x="191218" y="95577"/>
                  </a:cubicBezTo>
                  <a:lnTo>
                    <a:pt x="191218" y="64718"/>
                  </a:lnTo>
                  <a:cubicBezTo>
                    <a:pt x="191218" y="64001"/>
                    <a:pt x="191088" y="63283"/>
                    <a:pt x="190827" y="62598"/>
                  </a:cubicBezTo>
                  <a:lnTo>
                    <a:pt x="170276" y="4274"/>
                  </a:lnTo>
                  <a:cubicBezTo>
                    <a:pt x="169363" y="1729"/>
                    <a:pt x="166917" y="0"/>
                    <a:pt x="1642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95"/>
            <p:cNvSpPr/>
            <p:nvPr/>
          </p:nvSpPr>
          <p:spPr>
            <a:xfrm>
              <a:off x="3800200" y="1438525"/>
              <a:ext cx="2390250" cy="4018800"/>
            </a:xfrm>
            <a:custGeom>
              <a:avLst/>
              <a:gdLst/>
              <a:ahLst/>
              <a:cxnLst/>
              <a:rect l="l" t="t" r="r" b="b"/>
              <a:pathLst>
                <a:path w="95610" h="160752" extrusionOk="0">
                  <a:moveTo>
                    <a:pt x="1" y="0"/>
                  </a:moveTo>
                  <a:lnTo>
                    <a:pt x="1" y="160751"/>
                  </a:lnTo>
                  <a:lnTo>
                    <a:pt x="68600" y="160751"/>
                  </a:lnTo>
                  <a:cubicBezTo>
                    <a:pt x="71308" y="160751"/>
                    <a:pt x="73754" y="159022"/>
                    <a:pt x="74667" y="156445"/>
                  </a:cubicBezTo>
                  <a:lnTo>
                    <a:pt x="95218" y="97730"/>
                  </a:lnTo>
                  <a:cubicBezTo>
                    <a:pt x="95479" y="97045"/>
                    <a:pt x="95609" y="96327"/>
                    <a:pt x="95609" y="95577"/>
                  </a:cubicBezTo>
                  <a:lnTo>
                    <a:pt x="95609" y="64718"/>
                  </a:lnTo>
                  <a:cubicBezTo>
                    <a:pt x="95609" y="64001"/>
                    <a:pt x="95479" y="63283"/>
                    <a:pt x="95218" y="62598"/>
                  </a:cubicBezTo>
                  <a:lnTo>
                    <a:pt x="74667" y="4274"/>
                  </a:lnTo>
                  <a:cubicBezTo>
                    <a:pt x="73754" y="1729"/>
                    <a:pt x="71308" y="0"/>
                    <a:pt x="6860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95"/>
            <p:cNvSpPr/>
            <p:nvPr/>
          </p:nvSpPr>
          <p:spPr>
            <a:xfrm>
              <a:off x="2953725" y="3667275"/>
              <a:ext cx="1692975" cy="1007975"/>
            </a:xfrm>
            <a:custGeom>
              <a:avLst/>
              <a:gdLst/>
              <a:ahLst/>
              <a:cxnLst/>
              <a:rect l="l" t="t" r="r" b="b"/>
              <a:pathLst>
                <a:path w="67719" h="40319" extrusionOk="0">
                  <a:moveTo>
                    <a:pt x="6426" y="1"/>
                  </a:moveTo>
                  <a:cubicBezTo>
                    <a:pt x="2871" y="1"/>
                    <a:pt x="0" y="2904"/>
                    <a:pt x="0" y="6427"/>
                  </a:cubicBezTo>
                  <a:lnTo>
                    <a:pt x="0" y="33893"/>
                  </a:lnTo>
                  <a:cubicBezTo>
                    <a:pt x="0" y="37416"/>
                    <a:pt x="2871" y="40319"/>
                    <a:pt x="6426" y="40319"/>
                  </a:cubicBezTo>
                  <a:lnTo>
                    <a:pt x="61293" y="40319"/>
                  </a:lnTo>
                  <a:cubicBezTo>
                    <a:pt x="64848" y="40319"/>
                    <a:pt x="67719" y="37416"/>
                    <a:pt x="67719" y="33893"/>
                  </a:cubicBezTo>
                  <a:lnTo>
                    <a:pt x="67719" y="6427"/>
                  </a:lnTo>
                  <a:cubicBezTo>
                    <a:pt x="67719" y="2904"/>
                    <a:pt x="64848" y="1"/>
                    <a:pt x="612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95"/>
            <p:cNvSpPr/>
            <p:nvPr/>
          </p:nvSpPr>
          <p:spPr>
            <a:xfrm>
              <a:off x="3800200" y="3667275"/>
              <a:ext cx="846500" cy="1007975"/>
            </a:xfrm>
            <a:custGeom>
              <a:avLst/>
              <a:gdLst/>
              <a:ahLst/>
              <a:cxnLst/>
              <a:rect l="l" t="t" r="r" b="b"/>
              <a:pathLst>
                <a:path w="33860" h="40319" extrusionOk="0">
                  <a:moveTo>
                    <a:pt x="1" y="1"/>
                  </a:moveTo>
                  <a:lnTo>
                    <a:pt x="1" y="40319"/>
                  </a:lnTo>
                  <a:lnTo>
                    <a:pt x="27434" y="40319"/>
                  </a:lnTo>
                  <a:cubicBezTo>
                    <a:pt x="30989" y="40319"/>
                    <a:pt x="33860" y="37416"/>
                    <a:pt x="33860" y="33893"/>
                  </a:cubicBezTo>
                  <a:lnTo>
                    <a:pt x="33860" y="6427"/>
                  </a:lnTo>
                  <a:cubicBezTo>
                    <a:pt x="33860" y="2904"/>
                    <a:pt x="30989" y="1"/>
                    <a:pt x="274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95"/>
            <p:cNvSpPr/>
            <p:nvPr/>
          </p:nvSpPr>
          <p:spPr>
            <a:xfrm>
              <a:off x="1228125" y="2970850"/>
              <a:ext cx="5144175" cy="943550"/>
            </a:xfrm>
            <a:custGeom>
              <a:avLst/>
              <a:gdLst/>
              <a:ahLst/>
              <a:cxnLst/>
              <a:rect l="l" t="t" r="r" b="b"/>
              <a:pathLst>
                <a:path w="205767" h="37742" extrusionOk="0">
                  <a:moveTo>
                    <a:pt x="6035" y="0"/>
                  </a:moveTo>
                  <a:cubicBezTo>
                    <a:pt x="2708" y="0"/>
                    <a:pt x="1" y="2479"/>
                    <a:pt x="1" y="5546"/>
                  </a:cubicBezTo>
                  <a:lnTo>
                    <a:pt x="1" y="32196"/>
                  </a:lnTo>
                  <a:cubicBezTo>
                    <a:pt x="1" y="35230"/>
                    <a:pt x="2708" y="37741"/>
                    <a:pt x="6035" y="37741"/>
                  </a:cubicBezTo>
                  <a:lnTo>
                    <a:pt x="199732" y="37741"/>
                  </a:lnTo>
                  <a:cubicBezTo>
                    <a:pt x="203059" y="37741"/>
                    <a:pt x="205767" y="35230"/>
                    <a:pt x="205767" y="32196"/>
                  </a:cubicBezTo>
                  <a:lnTo>
                    <a:pt x="205767" y="5546"/>
                  </a:lnTo>
                  <a:cubicBezTo>
                    <a:pt x="205767" y="2479"/>
                    <a:pt x="203059" y="0"/>
                    <a:pt x="1997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95"/>
            <p:cNvSpPr/>
            <p:nvPr/>
          </p:nvSpPr>
          <p:spPr>
            <a:xfrm>
              <a:off x="3800200" y="2970850"/>
              <a:ext cx="2572100" cy="943550"/>
            </a:xfrm>
            <a:custGeom>
              <a:avLst/>
              <a:gdLst/>
              <a:ahLst/>
              <a:cxnLst/>
              <a:rect l="l" t="t" r="r" b="b"/>
              <a:pathLst>
                <a:path w="102884" h="37742" extrusionOk="0">
                  <a:moveTo>
                    <a:pt x="1" y="0"/>
                  </a:moveTo>
                  <a:lnTo>
                    <a:pt x="1" y="37741"/>
                  </a:lnTo>
                  <a:lnTo>
                    <a:pt x="96849" y="37741"/>
                  </a:lnTo>
                  <a:cubicBezTo>
                    <a:pt x="100176" y="37741"/>
                    <a:pt x="102884" y="35230"/>
                    <a:pt x="102884" y="32196"/>
                  </a:cubicBezTo>
                  <a:lnTo>
                    <a:pt x="102884" y="5546"/>
                  </a:lnTo>
                  <a:cubicBezTo>
                    <a:pt x="102884" y="2479"/>
                    <a:pt x="100176" y="0"/>
                    <a:pt x="968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95"/>
            <p:cNvSpPr/>
            <p:nvPr/>
          </p:nvSpPr>
          <p:spPr>
            <a:xfrm>
              <a:off x="43677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20" y="19502"/>
                  </a:cubicBezTo>
                  <a:cubicBezTo>
                    <a:pt x="4666" y="21491"/>
                    <a:pt x="4503" y="21948"/>
                    <a:pt x="3915" y="23547"/>
                  </a:cubicBezTo>
                  <a:cubicBezTo>
                    <a:pt x="3720" y="24036"/>
                    <a:pt x="3524" y="24590"/>
                    <a:pt x="3328" y="25210"/>
                  </a:cubicBezTo>
                  <a:cubicBezTo>
                    <a:pt x="2350" y="28635"/>
                    <a:pt x="4307" y="32191"/>
                    <a:pt x="7732" y="33169"/>
                  </a:cubicBezTo>
                  <a:cubicBezTo>
                    <a:pt x="8319" y="33365"/>
                    <a:pt x="8939" y="33430"/>
                    <a:pt x="9526" y="33430"/>
                  </a:cubicBezTo>
                  <a:cubicBezTo>
                    <a:pt x="12299" y="33430"/>
                    <a:pt x="14876" y="31604"/>
                    <a:pt x="15691" y="28798"/>
                  </a:cubicBezTo>
                  <a:cubicBezTo>
                    <a:pt x="15756" y="28603"/>
                    <a:pt x="15854" y="28309"/>
                    <a:pt x="15985" y="28015"/>
                  </a:cubicBezTo>
                  <a:cubicBezTo>
                    <a:pt x="16898" y="25504"/>
                    <a:pt x="18627" y="20839"/>
                    <a:pt x="15332" y="13924"/>
                  </a:cubicBezTo>
                  <a:cubicBezTo>
                    <a:pt x="14223" y="11640"/>
                    <a:pt x="14484" y="11053"/>
                    <a:pt x="15365" y="9096"/>
                  </a:cubicBezTo>
                  <a:cubicBezTo>
                    <a:pt x="16833" y="5867"/>
                    <a:pt x="15430" y="2050"/>
                    <a:pt x="12201" y="582"/>
                  </a:cubicBezTo>
                  <a:cubicBezTo>
                    <a:pt x="11333"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95"/>
            <p:cNvSpPr/>
            <p:nvPr/>
          </p:nvSpPr>
          <p:spPr>
            <a:xfrm>
              <a:off x="35620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19" y="19502"/>
                  </a:cubicBezTo>
                  <a:cubicBezTo>
                    <a:pt x="4665" y="21491"/>
                    <a:pt x="4502" y="21948"/>
                    <a:pt x="3915" y="23547"/>
                  </a:cubicBezTo>
                  <a:cubicBezTo>
                    <a:pt x="3752" y="24036"/>
                    <a:pt x="3524" y="24590"/>
                    <a:pt x="3360" y="25210"/>
                  </a:cubicBezTo>
                  <a:cubicBezTo>
                    <a:pt x="2349" y="28635"/>
                    <a:pt x="4339" y="32191"/>
                    <a:pt x="7731" y="33169"/>
                  </a:cubicBezTo>
                  <a:cubicBezTo>
                    <a:pt x="8319" y="33365"/>
                    <a:pt x="8938" y="33430"/>
                    <a:pt x="9526" y="33430"/>
                  </a:cubicBezTo>
                  <a:cubicBezTo>
                    <a:pt x="12331" y="33430"/>
                    <a:pt x="14875" y="31604"/>
                    <a:pt x="15691" y="28798"/>
                  </a:cubicBezTo>
                  <a:cubicBezTo>
                    <a:pt x="15756" y="28603"/>
                    <a:pt x="15854" y="28309"/>
                    <a:pt x="15984" y="28015"/>
                  </a:cubicBezTo>
                  <a:cubicBezTo>
                    <a:pt x="16898" y="25504"/>
                    <a:pt x="18627" y="20839"/>
                    <a:pt x="15332" y="13924"/>
                  </a:cubicBezTo>
                  <a:cubicBezTo>
                    <a:pt x="14223" y="11640"/>
                    <a:pt x="14484" y="11053"/>
                    <a:pt x="15365" y="9096"/>
                  </a:cubicBezTo>
                  <a:cubicBezTo>
                    <a:pt x="16865" y="5867"/>
                    <a:pt x="15430" y="2050"/>
                    <a:pt x="12200" y="582"/>
                  </a:cubicBezTo>
                  <a:cubicBezTo>
                    <a:pt x="11332"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95"/>
            <p:cNvSpPr/>
            <p:nvPr/>
          </p:nvSpPr>
          <p:spPr>
            <a:xfrm>
              <a:off x="3800200" y="238125"/>
              <a:ext cx="227550" cy="835900"/>
            </a:xfrm>
            <a:custGeom>
              <a:avLst/>
              <a:gdLst/>
              <a:ahLst/>
              <a:cxnLst/>
              <a:rect l="l" t="t" r="r" b="b"/>
              <a:pathLst>
                <a:path w="9102" h="33436" extrusionOk="0">
                  <a:moveTo>
                    <a:pt x="1" y="0"/>
                  </a:moveTo>
                  <a:lnTo>
                    <a:pt x="1" y="33435"/>
                  </a:lnTo>
                  <a:cubicBezTo>
                    <a:pt x="2806" y="33435"/>
                    <a:pt x="5350" y="31609"/>
                    <a:pt x="6166" y="28803"/>
                  </a:cubicBezTo>
                  <a:cubicBezTo>
                    <a:pt x="6231" y="28608"/>
                    <a:pt x="6329" y="28314"/>
                    <a:pt x="6459" y="28020"/>
                  </a:cubicBezTo>
                  <a:cubicBezTo>
                    <a:pt x="7373" y="25509"/>
                    <a:pt x="9102" y="20844"/>
                    <a:pt x="5807" y="13929"/>
                  </a:cubicBezTo>
                  <a:cubicBezTo>
                    <a:pt x="4698" y="11645"/>
                    <a:pt x="4959" y="11058"/>
                    <a:pt x="5840" y="9101"/>
                  </a:cubicBezTo>
                  <a:cubicBezTo>
                    <a:pt x="7340" y="5872"/>
                    <a:pt x="5905" y="2055"/>
                    <a:pt x="2675" y="587"/>
                  </a:cubicBezTo>
                  <a:cubicBezTo>
                    <a:pt x="1795" y="196"/>
                    <a:pt x="881"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95"/>
            <p:cNvSpPr/>
            <p:nvPr/>
          </p:nvSpPr>
          <p:spPr>
            <a:xfrm>
              <a:off x="2758000" y="238250"/>
              <a:ext cx="465675" cy="835775"/>
            </a:xfrm>
            <a:custGeom>
              <a:avLst/>
              <a:gdLst/>
              <a:ahLst/>
              <a:cxnLst/>
              <a:rect l="l" t="t" r="r" b="b"/>
              <a:pathLst>
                <a:path w="18627" h="33431" extrusionOk="0">
                  <a:moveTo>
                    <a:pt x="9525" y="0"/>
                  </a:moveTo>
                  <a:cubicBezTo>
                    <a:pt x="7086" y="0"/>
                    <a:pt x="4751" y="1385"/>
                    <a:pt x="3654" y="3746"/>
                  </a:cubicBezTo>
                  <a:cubicBezTo>
                    <a:pt x="2382" y="6552"/>
                    <a:pt x="0" y="11771"/>
                    <a:pt x="3719" y="19502"/>
                  </a:cubicBezTo>
                  <a:cubicBezTo>
                    <a:pt x="4665" y="21491"/>
                    <a:pt x="4502" y="21948"/>
                    <a:pt x="3915" y="23547"/>
                  </a:cubicBezTo>
                  <a:cubicBezTo>
                    <a:pt x="3719" y="24036"/>
                    <a:pt x="3523" y="24590"/>
                    <a:pt x="3328" y="25210"/>
                  </a:cubicBezTo>
                  <a:cubicBezTo>
                    <a:pt x="2349" y="28635"/>
                    <a:pt x="4306" y="32191"/>
                    <a:pt x="7731" y="33169"/>
                  </a:cubicBezTo>
                  <a:cubicBezTo>
                    <a:pt x="8318" y="33365"/>
                    <a:pt x="8938" y="33430"/>
                    <a:pt x="9525" y="33430"/>
                  </a:cubicBezTo>
                  <a:cubicBezTo>
                    <a:pt x="12298" y="33430"/>
                    <a:pt x="14875" y="31604"/>
                    <a:pt x="15691" y="28798"/>
                  </a:cubicBezTo>
                  <a:cubicBezTo>
                    <a:pt x="15756" y="28603"/>
                    <a:pt x="15854" y="28309"/>
                    <a:pt x="15984" y="28015"/>
                  </a:cubicBezTo>
                  <a:cubicBezTo>
                    <a:pt x="16897" y="25504"/>
                    <a:pt x="18626" y="20839"/>
                    <a:pt x="15299" y="13924"/>
                  </a:cubicBezTo>
                  <a:cubicBezTo>
                    <a:pt x="14223" y="11640"/>
                    <a:pt x="14484" y="11053"/>
                    <a:pt x="15364" y="9096"/>
                  </a:cubicBezTo>
                  <a:cubicBezTo>
                    <a:pt x="16832" y="5867"/>
                    <a:pt x="15430" y="2050"/>
                    <a:pt x="12200" y="582"/>
                  </a:cubicBezTo>
                  <a:cubicBezTo>
                    <a:pt x="11332" y="188"/>
                    <a:pt x="10422" y="0"/>
                    <a:pt x="9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95"/>
          <p:cNvGrpSpPr/>
          <p:nvPr/>
        </p:nvGrpSpPr>
        <p:grpSpPr>
          <a:xfrm>
            <a:off x="686937" y="3756669"/>
            <a:ext cx="507926" cy="457380"/>
            <a:chOff x="1173475" y="487650"/>
            <a:chExt cx="5236350" cy="4720125"/>
          </a:xfrm>
        </p:grpSpPr>
        <p:sp>
          <p:nvSpPr>
            <p:cNvPr id="2950" name="Google Shape;2950;p95"/>
            <p:cNvSpPr/>
            <p:nvPr/>
          </p:nvSpPr>
          <p:spPr>
            <a:xfrm>
              <a:off x="1173475" y="1034025"/>
              <a:ext cx="4234900" cy="4173750"/>
            </a:xfrm>
            <a:custGeom>
              <a:avLst/>
              <a:gdLst/>
              <a:ahLst/>
              <a:cxnLst/>
              <a:rect l="l" t="t" r="r" b="b"/>
              <a:pathLst>
                <a:path w="169396" h="166950" extrusionOk="0">
                  <a:moveTo>
                    <a:pt x="39243" y="1"/>
                  </a:moveTo>
                  <a:cubicBezTo>
                    <a:pt x="34415" y="1"/>
                    <a:pt x="29881" y="1893"/>
                    <a:pt x="26456" y="5285"/>
                  </a:cubicBezTo>
                  <a:lnTo>
                    <a:pt x="13440" y="17877"/>
                  </a:lnTo>
                  <a:cubicBezTo>
                    <a:pt x="13440" y="17909"/>
                    <a:pt x="13408" y="17909"/>
                    <a:pt x="13375" y="17942"/>
                  </a:cubicBezTo>
                  <a:cubicBezTo>
                    <a:pt x="7699" y="23618"/>
                    <a:pt x="3720" y="30762"/>
                    <a:pt x="1860" y="38558"/>
                  </a:cubicBezTo>
                  <a:cubicBezTo>
                    <a:pt x="1" y="46386"/>
                    <a:pt x="360" y="54541"/>
                    <a:pt x="2904" y="62142"/>
                  </a:cubicBezTo>
                  <a:cubicBezTo>
                    <a:pt x="20030" y="113094"/>
                    <a:pt x="54541" y="147573"/>
                    <a:pt x="105494" y="164731"/>
                  </a:cubicBezTo>
                  <a:cubicBezTo>
                    <a:pt x="109897" y="166199"/>
                    <a:pt x="114497" y="166949"/>
                    <a:pt x="119129" y="166949"/>
                  </a:cubicBezTo>
                  <a:cubicBezTo>
                    <a:pt x="122456" y="166949"/>
                    <a:pt x="125783" y="166558"/>
                    <a:pt x="129078" y="165775"/>
                  </a:cubicBezTo>
                  <a:cubicBezTo>
                    <a:pt x="136874" y="163916"/>
                    <a:pt x="144018" y="159936"/>
                    <a:pt x="149694" y="154260"/>
                  </a:cubicBezTo>
                  <a:cubicBezTo>
                    <a:pt x="149726" y="154228"/>
                    <a:pt x="149726" y="154195"/>
                    <a:pt x="149759" y="154195"/>
                  </a:cubicBezTo>
                  <a:lnTo>
                    <a:pt x="162350" y="141180"/>
                  </a:lnTo>
                  <a:cubicBezTo>
                    <a:pt x="169396" y="134101"/>
                    <a:pt x="169396" y="122619"/>
                    <a:pt x="162317" y="115541"/>
                  </a:cubicBezTo>
                  <a:lnTo>
                    <a:pt x="140723" y="93946"/>
                  </a:lnTo>
                  <a:cubicBezTo>
                    <a:pt x="137298" y="90521"/>
                    <a:pt x="132731" y="88629"/>
                    <a:pt x="127871" y="88629"/>
                  </a:cubicBezTo>
                  <a:cubicBezTo>
                    <a:pt x="123010" y="88629"/>
                    <a:pt x="118444" y="90521"/>
                    <a:pt x="115019" y="93946"/>
                  </a:cubicBezTo>
                  <a:lnTo>
                    <a:pt x="108397" y="100568"/>
                  </a:lnTo>
                  <a:cubicBezTo>
                    <a:pt x="107262" y="101703"/>
                    <a:pt x="105748" y="102306"/>
                    <a:pt x="104207" y="102306"/>
                  </a:cubicBezTo>
                  <a:cubicBezTo>
                    <a:pt x="103488" y="102306"/>
                    <a:pt x="102763" y="102175"/>
                    <a:pt x="102069" y="101905"/>
                  </a:cubicBezTo>
                  <a:cubicBezTo>
                    <a:pt x="84519" y="94990"/>
                    <a:pt x="72645" y="83116"/>
                    <a:pt x="65730" y="65567"/>
                  </a:cubicBezTo>
                  <a:cubicBezTo>
                    <a:pt x="64882" y="63381"/>
                    <a:pt x="65404" y="60902"/>
                    <a:pt x="67067" y="59239"/>
                  </a:cubicBezTo>
                  <a:lnTo>
                    <a:pt x="73689" y="52617"/>
                  </a:lnTo>
                  <a:cubicBezTo>
                    <a:pt x="77114" y="49192"/>
                    <a:pt x="79006" y="44625"/>
                    <a:pt x="79006" y="39765"/>
                  </a:cubicBezTo>
                  <a:cubicBezTo>
                    <a:pt x="79006" y="34904"/>
                    <a:pt x="77114" y="30337"/>
                    <a:pt x="73689" y="26912"/>
                  </a:cubicBezTo>
                  <a:lnTo>
                    <a:pt x="52095" y="5318"/>
                  </a:lnTo>
                  <a:cubicBezTo>
                    <a:pt x="48670" y="1893"/>
                    <a:pt x="44103" y="1"/>
                    <a:pt x="392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95"/>
            <p:cNvSpPr/>
            <p:nvPr/>
          </p:nvSpPr>
          <p:spPr>
            <a:xfrm>
              <a:off x="2211625" y="3226900"/>
              <a:ext cx="3196750" cy="1980875"/>
            </a:xfrm>
            <a:custGeom>
              <a:avLst/>
              <a:gdLst/>
              <a:ahLst/>
              <a:cxnLst/>
              <a:rect l="l" t="t" r="r" b="b"/>
              <a:pathLst>
                <a:path w="127870" h="79235" extrusionOk="0">
                  <a:moveTo>
                    <a:pt x="38394" y="1"/>
                  </a:moveTo>
                  <a:lnTo>
                    <a:pt x="0" y="38394"/>
                  </a:lnTo>
                  <a:cubicBezTo>
                    <a:pt x="17126" y="55520"/>
                    <a:pt x="38492" y="68437"/>
                    <a:pt x="63968" y="77016"/>
                  </a:cubicBezTo>
                  <a:cubicBezTo>
                    <a:pt x="68371" y="78484"/>
                    <a:pt x="72971" y="79234"/>
                    <a:pt x="77570" y="79234"/>
                  </a:cubicBezTo>
                  <a:cubicBezTo>
                    <a:pt x="80930" y="79234"/>
                    <a:pt x="84257" y="78843"/>
                    <a:pt x="87552" y="78060"/>
                  </a:cubicBezTo>
                  <a:cubicBezTo>
                    <a:pt x="95348" y="76201"/>
                    <a:pt x="102492" y="72221"/>
                    <a:pt x="108168" y="66545"/>
                  </a:cubicBezTo>
                  <a:cubicBezTo>
                    <a:pt x="108200" y="66513"/>
                    <a:pt x="108200" y="66480"/>
                    <a:pt x="108233" y="66480"/>
                  </a:cubicBezTo>
                  <a:lnTo>
                    <a:pt x="120824" y="53465"/>
                  </a:lnTo>
                  <a:cubicBezTo>
                    <a:pt x="127870" y="46386"/>
                    <a:pt x="127870" y="34904"/>
                    <a:pt x="120791" y="27826"/>
                  </a:cubicBezTo>
                  <a:lnTo>
                    <a:pt x="99197" y="6231"/>
                  </a:lnTo>
                  <a:cubicBezTo>
                    <a:pt x="95772" y="2806"/>
                    <a:pt x="91205" y="914"/>
                    <a:pt x="86345" y="914"/>
                  </a:cubicBezTo>
                  <a:cubicBezTo>
                    <a:pt x="81484" y="914"/>
                    <a:pt x="76918" y="2806"/>
                    <a:pt x="73493" y="6231"/>
                  </a:cubicBezTo>
                  <a:lnTo>
                    <a:pt x="66871" y="12853"/>
                  </a:lnTo>
                  <a:cubicBezTo>
                    <a:pt x="65736" y="13988"/>
                    <a:pt x="64222" y="14591"/>
                    <a:pt x="62681" y="14591"/>
                  </a:cubicBezTo>
                  <a:cubicBezTo>
                    <a:pt x="61962" y="14591"/>
                    <a:pt x="61237" y="14460"/>
                    <a:pt x="60543" y="14190"/>
                  </a:cubicBezTo>
                  <a:cubicBezTo>
                    <a:pt x="51768" y="10733"/>
                    <a:pt x="44396" y="6035"/>
                    <a:pt x="383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95"/>
            <p:cNvSpPr/>
            <p:nvPr/>
          </p:nvSpPr>
          <p:spPr>
            <a:xfrm>
              <a:off x="3891525" y="487650"/>
              <a:ext cx="2263050" cy="1937650"/>
            </a:xfrm>
            <a:custGeom>
              <a:avLst/>
              <a:gdLst/>
              <a:ahLst/>
              <a:cxnLst/>
              <a:rect l="l" t="t" r="r" b="b"/>
              <a:pathLst>
                <a:path w="90522" h="77506" extrusionOk="0">
                  <a:moveTo>
                    <a:pt x="45277" y="1"/>
                  </a:moveTo>
                  <a:cubicBezTo>
                    <a:pt x="31022" y="1"/>
                    <a:pt x="19801" y="4013"/>
                    <a:pt x="11907" y="11907"/>
                  </a:cubicBezTo>
                  <a:cubicBezTo>
                    <a:pt x="4013" y="19801"/>
                    <a:pt x="1" y="31055"/>
                    <a:pt x="1" y="45277"/>
                  </a:cubicBezTo>
                  <a:lnTo>
                    <a:pt x="1" y="71373"/>
                  </a:lnTo>
                  <a:cubicBezTo>
                    <a:pt x="1" y="74765"/>
                    <a:pt x="2741" y="77505"/>
                    <a:pt x="6101" y="77505"/>
                  </a:cubicBezTo>
                  <a:lnTo>
                    <a:pt x="84421" y="77505"/>
                  </a:lnTo>
                  <a:cubicBezTo>
                    <a:pt x="87781" y="77505"/>
                    <a:pt x="90521" y="74765"/>
                    <a:pt x="90521" y="71373"/>
                  </a:cubicBezTo>
                  <a:lnTo>
                    <a:pt x="90521" y="45277"/>
                  </a:lnTo>
                  <a:cubicBezTo>
                    <a:pt x="90521" y="31055"/>
                    <a:pt x="86541" y="19801"/>
                    <a:pt x="78615" y="11907"/>
                  </a:cubicBezTo>
                  <a:cubicBezTo>
                    <a:pt x="70721" y="4013"/>
                    <a:pt x="59500" y="1"/>
                    <a:pt x="45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95"/>
            <p:cNvSpPr/>
            <p:nvPr/>
          </p:nvSpPr>
          <p:spPr>
            <a:xfrm>
              <a:off x="5023450" y="487650"/>
              <a:ext cx="1131125" cy="1937650"/>
            </a:xfrm>
            <a:custGeom>
              <a:avLst/>
              <a:gdLst/>
              <a:ahLst/>
              <a:cxnLst/>
              <a:rect l="l" t="t" r="r" b="b"/>
              <a:pathLst>
                <a:path w="45245" h="77506" extrusionOk="0">
                  <a:moveTo>
                    <a:pt x="0" y="1"/>
                  </a:moveTo>
                  <a:lnTo>
                    <a:pt x="0" y="77505"/>
                  </a:lnTo>
                  <a:lnTo>
                    <a:pt x="39144" y="77505"/>
                  </a:lnTo>
                  <a:cubicBezTo>
                    <a:pt x="42504" y="77505"/>
                    <a:pt x="45244" y="74765"/>
                    <a:pt x="45244" y="71373"/>
                  </a:cubicBezTo>
                  <a:lnTo>
                    <a:pt x="45244" y="45277"/>
                  </a:lnTo>
                  <a:cubicBezTo>
                    <a:pt x="45244" y="31055"/>
                    <a:pt x="41264" y="19801"/>
                    <a:pt x="33338" y="11907"/>
                  </a:cubicBezTo>
                  <a:cubicBezTo>
                    <a:pt x="25444" y="4013"/>
                    <a:pt x="14223" y="1"/>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95"/>
            <p:cNvSpPr/>
            <p:nvPr/>
          </p:nvSpPr>
          <p:spPr>
            <a:xfrm>
              <a:off x="4543925" y="496625"/>
              <a:ext cx="305850" cy="623075"/>
            </a:xfrm>
            <a:custGeom>
              <a:avLst/>
              <a:gdLst/>
              <a:ahLst/>
              <a:cxnLst/>
              <a:rect l="l" t="t" r="r" b="b"/>
              <a:pathLst>
                <a:path w="12234" h="24923" extrusionOk="0">
                  <a:moveTo>
                    <a:pt x="12233" y="0"/>
                  </a:moveTo>
                  <a:cubicBezTo>
                    <a:pt x="7797" y="425"/>
                    <a:pt x="3720" y="1338"/>
                    <a:pt x="1" y="2675"/>
                  </a:cubicBezTo>
                  <a:lnTo>
                    <a:pt x="1" y="18822"/>
                  </a:lnTo>
                  <a:cubicBezTo>
                    <a:pt x="1" y="22182"/>
                    <a:pt x="2741" y="24922"/>
                    <a:pt x="6101" y="24922"/>
                  </a:cubicBezTo>
                  <a:cubicBezTo>
                    <a:pt x="9493" y="24922"/>
                    <a:pt x="12233" y="22182"/>
                    <a:pt x="12233" y="18822"/>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95"/>
            <p:cNvSpPr/>
            <p:nvPr/>
          </p:nvSpPr>
          <p:spPr>
            <a:xfrm>
              <a:off x="5196325" y="496625"/>
              <a:ext cx="305850" cy="623075"/>
            </a:xfrm>
            <a:custGeom>
              <a:avLst/>
              <a:gdLst/>
              <a:ahLst/>
              <a:cxnLst/>
              <a:rect l="l" t="t" r="r" b="b"/>
              <a:pathLst>
                <a:path w="12234" h="24923" extrusionOk="0">
                  <a:moveTo>
                    <a:pt x="1" y="0"/>
                  </a:moveTo>
                  <a:lnTo>
                    <a:pt x="1" y="18822"/>
                  </a:lnTo>
                  <a:cubicBezTo>
                    <a:pt x="1" y="22182"/>
                    <a:pt x="2741" y="24922"/>
                    <a:pt x="6133" y="24922"/>
                  </a:cubicBezTo>
                  <a:cubicBezTo>
                    <a:pt x="9493" y="24922"/>
                    <a:pt x="12233" y="22182"/>
                    <a:pt x="12233" y="18822"/>
                  </a:cubicBezTo>
                  <a:lnTo>
                    <a:pt x="12233" y="2675"/>
                  </a:lnTo>
                  <a:cubicBezTo>
                    <a:pt x="8515" y="1338"/>
                    <a:pt x="4437" y="42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95"/>
            <p:cNvSpPr/>
            <p:nvPr/>
          </p:nvSpPr>
          <p:spPr>
            <a:xfrm>
              <a:off x="3636275" y="1466250"/>
              <a:ext cx="2773550" cy="305825"/>
            </a:xfrm>
            <a:custGeom>
              <a:avLst/>
              <a:gdLst/>
              <a:ahLst/>
              <a:cxnLst/>
              <a:rect l="l" t="t" r="r" b="b"/>
              <a:pathLst>
                <a:path w="110942" h="12233" extrusionOk="0">
                  <a:moveTo>
                    <a:pt x="6134" y="1"/>
                  </a:moveTo>
                  <a:cubicBezTo>
                    <a:pt x="2741" y="1"/>
                    <a:pt x="1" y="2741"/>
                    <a:pt x="1" y="6133"/>
                  </a:cubicBezTo>
                  <a:cubicBezTo>
                    <a:pt x="1" y="9493"/>
                    <a:pt x="2741" y="12233"/>
                    <a:pt x="6134" y="12233"/>
                  </a:cubicBezTo>
                  <a:lnTo>
                    <a:pt x="104809" y="12233"/>
                  </a:lnTo>
                  <a:cubicBezTo>
                    <a:pt x="108201" y="12233"/>
                    <a:pt x="110941" y="9493"/>
                    <a:pt x="110941" y="6133"/>
                  </a:cubicBezTo>
                  <a:cubicBezTo>
                    <a:pt x="110941" y="2741"/>
                    <a:pt x="108201" y="1"/>
                    <a:pt x="1048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95"/>
            <p:cNvSpPr/>
            <p:nvPr/>
          </p:nvSpPr>
          <p:spPr>
            <a:xfrm>
              <a:off x="5023450" y="1466250"/>
              <a:ext cx="1386375" cy="305825"/>
            </a:xfrm>
            <a:custGeom>
              <a:avLst/>
              <a:gdLst/>
              <a:ahLst/>
              <a:cxnLst/>
              <a:rect l="l" t="t" r="r" b="b"/>
              <a:pathLst>
                <a:path w="55455" h="12233" extrusionOk="0">
                  <a:moveTo>
                    <a:pt x="0" y="1"/>
                  </a:moveTo>
                  <a:lnTo>
                    <a:pt x="0" y="12233"/>
                  </a:lnTo>
                  <a:lnTo>
                    <a:pt x="49322" y="12233"/>
                  </a:lnTo>
                  <a:cubicBezTo>
                    <a:pt x="52714" y="12233"/>
                    <a:pt x="55454" y="9493"/>
                    <a:pt x="55454" y="6133"/>
                  </a:cubicBezTo>
                  <a:cubicBezTo>
                    <a:pt x="55454" y="2741"/>
                    <a:pt x="52714" y="1"/>
                    <a:pt x="493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922"/>
                                        </p:tgtEl>
                                        <p:attrNameLst>
                                          <p:attrName>style.visibility</p:attrName>
                                        </p:attrNameLst>
                                      </p:cBhvr>
                                      <p:to>
                                        <p:strVal val="visible"/>
                                      </p:to>
                                    </p:set>
                                    <p:anim calcmode="lin" valueType="num">
                                      <p:cBhvr additive="base">
                                        <p:cTn id="7" dur="1000"/>
                                        <p:tgtEl>
                                          <p:spTgt spid="2922"/>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2938"/>
                                        </p:tgtEl>
                                        <p:attrNameLst>
                                          <p:attrName>style.visibility</p:attrName>
                                        </p:attrNameLst>
                                      </p:cBhvr>
                                      <p:to>
                                        <p:strVal val="visible"/>
                                      </p:to>
                                    </p:set>
                                    <p:anim calcmode="lin" valueType="num">
                                      <p:cBhvr additive="base">
                                        <p:cTn id="10" dur="1000"/>
                                        <p:tgtEl>
                                          <p:spTgt spid="2938"/>
                                        </p:tgtEl>
                                        <p:attrNameLst>
                                          <p:attrName>ppt_x</p:attrName>
                                        </p:attrNameLst>
                                      </p:cBhvr>
                                      <p:tavLst>
                                        <p:tav tm="0">
                                          <p:val>
                                            <p:strVal val="#ppt_x-1"/>
                                          </p:val>
                                        </p:tav>
                                        <p:tav tm="100000">
                                          <p:val>
                                            <p:strVal val="#ppt_x"/>
                                          </p:val>
                                        </p:tav>
                                      </p:tavLst>
                                    </p:anim>
                                  </p:childTnLst>
                                </p:cTn>
                              </p:par>
                              <p:par>
                                <p:cTn id="11" presetID="2" presetClass="entr" presetSubtype="8" fill="hold" nodeType="withEffect">
                                  <p:stCondLst>
                                    <p:cond delay="0"/>
                                  </p:stCondLst>
                                  <p:childTnLst>
                                    <p:set>
                                      <p:cBhvr>
                                        <p:cTn id="12" dur="1" fill="hold">
                                          <p:stCondLst>
                                            <p:cond delay="0"/>
                                          </p:stCondLst>
                                        </p:cTn>
                                        <p:tgtEl>
                                          <p:spTgt spid="2949"/>
                                        </p:tgtEl>
                                        <p:attrNameLst>
                                          <p:attrName>style.visibility</p:attrName>
                                        </p:attrNameLst>
                                      </p:cBhvr>
                                      <p:to>
                                        <p:strVal val="visible"/>
                                      </p:to>
                                    </p:set>
                                    <p:anim calcmode="lin" valueType="num">
                                      <p:cBhvr additive="base">
                                        <p:cTn id="13" dur="1000"/>
                                        <p:tgtEl>
                                          <p:spTgt spid="2949"/>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961"/>
        <p:cNvGrpSpPr/>
        <p:nvPr/>
      </p:nvGrpSpPr>
      <p:grpSpPr>
        <a:xfrm>
          <a:off x="0" y="0"/>
          <a:ext cx="0" cy="0"/>
          <a:chOff x="0" y="0"/>
          <a:chExt cx="0" cy="0"/>
        </a:xfrm>
      </p:grpSpPr>
      <p:sp>
        <p:nvSpPr>
          <p:cNvPr id="2962" name="Google Shape;2962;p96"/>
          <p:cNvSpPr/>
          <p:nvPr/>
        </p:nvSpPr>
        <p:spPr>
          <a:xfrm>
            <a:off x="4922600" y="1615750"/>
            <a:ext cx="1325700" cy="407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dk2"/>
                </a:solidFill>
                <a:latin typeface="Advent Pro"/>
                <a:ea typeface="Advent Pro"/>
                <a:cs typeface="Advent Pro"/>
                <a:sym typeface="Advent Pro"/>
              </a:rPr>
              <a:t>2018</a:t>
            </a:r>
            <a:endParaRPr sz="2200" b="1">
              <a:solidFill>
                <a:schemeClr val="dk2"/>
              </a:solidFill>
              <a:latin typeface="Advent Pro"/>
              <a:ea typeface="Advent Pro"/>
              <a:cs typeface="Advent Pro"/>
              <a:sym typeface="Advent Pro"/>
            </a:endParaRPr>
          </a:p>
        </p:txBody>
      </p:sp>
      <p:sp>
        <p:nvSpPr>
          <p:cNvPr id="2963" name="Google Shape;2963;p96"/>
          <p:cNvSpPr/>
          <p:nvPr/>
        </p:nvSpPr>
        <p:spPr>
          <a:xfrm>
            <a:off x="4922600" y="2690175"/>
            <a:ext cx="1325700" cy="407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2200" b="1">
                <a:solidFill>
                  <a:schemeClr val="dk2"/>
                </a:solidFill>
                <a:latin typeface="Advent Pro"/>
                <a:ea typeface="Advent Pro"/>
                <a:cs typeface="Advent Pro"/>
                <a:sym typeface="Advent Pro"/>
              </a:rPr>
              <a:t>2019</a:t>
            </a:r>
            <a:endParaRPr sz="2200" b="1">
              <a:solidFill>
                <a:schemeClr val="dk2"/>
              </a:solidFill>
              <a:latin typeface="Advent Pro"/>
              <a:ea typeface="Advent Pro"/>
              <a:cs typeface="Advent Pro"/>
              <a:sym typeface="Advent Pro"/>
            </a:endParaRPr>
          </a:p>
        </p:txBody>
      </p:sp>
      <p:sp>
        <p:nvSpPr>
          <p:cNvPr id="2964" name="Google Shape;2964;p96"/>
          <p:cNvSpPr/>
          <p:nvPr/>
        </p:nvSpPr>
        <p:spPr>
          <a:xfrm>
            <a:off x="4922600" y="3764600"/>
            <a:ext cx="1325700" cy="407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Clr>
                <a:srgbClr val="000000"/>
              </a:buClr>
              <a:buSzPts val="1100"/>
              <a:buFont typeface="Arial"/>
              <a:buNone/>
            </a:pPr>
            <a:r>
              <a:rPr lang="en" sz="2200" b="1">
                <a:solidFill>
                  <a:schemeClr val="dk2"/>
                </a:solidFill>
                <a:latin typeface="Advent Pro"/>
                <a:ea typeface="Advent Pro"/>
                <a:cs typeface="Advent Pro"/>
                <a:sym typeface="Advent Pro"/>
              </a:rPr>
              <a:t>2020</a:t>
            </a:r>
            <a:endParaRPr sz="2200" b="1">
              <a:solidFill>
                <a:schemeClr val="dk2"/>
              </a:solidFill>
              <a:latin typeface="Advent Pro"/>
              <a:ea typeface="Advent Pro"/>
              <a:cs typeface="Advent Pro"/>
              <a:sym typeface="Advent Pro"/>
            </a:endParaRPr>
          </a:p>
        </p:txBody>
      </p:sp>
      <p:sp>
        <p:nvSpPr>
          <p:cNvPr id="2965" name="Google Shape;2965;p9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Diagram</a:t>
            </a:r>
            <a:endParaRPr/>
          </a:p>
        </p:txBody>
      </p:sp>
      <p:sp>
        <p:nvSpPr>
          <p:cNvPr id="2966" name="Google Shape;2966;p96"/>
          <p:cNvSpPr/>
          <p:nvPr/>
        </p:nvSpPr>
        <p:spPr>
          <a:xfrm>
            <a:off x="3834625" y="1547347"/>
            <a:ext cx="544200" cy="544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100">
              <a:latin typeface="Nunito ExtraBold"/>
              <a:ea typeface="Nunito ExtraBold"/>
              <a:cs typeface="Nunito ExtraBold"/>
              <a:sym typeface="Nunito ExtraBold"/>
            </a:endParaRPr>
          </a:p>
        </p:txBody>
      </p:sp>
      <p:sp>
        <p:nvSpPr>
          <p:cNvPr id="2967" name="Google Shape;2967;p96"/>
          <p:cNvSpPr/>
          <p:nvPr/>
        </p:nvSpPr>
        <p:spPr>
          <a:xfrm>
            <a:off x="3834625" y="2621772"/>
            <a:ext cx="544200" cy="544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96"/>
          <p:cNvSpPr/>
          <p:nvPr/>
        </p:nvSpPr>
        <p:spPr>
          <a:xfrm>
            <a:off x="3834613" y="3696197"/>
            <a:ext cx="544200" cy="544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969" name="Google Shape;2969;p96"/>
          <p:cNvCxnSpPr>
            <a:endCxn id="2967" idx="2"/>
          </p:cNvCxnSpPr>
          <p:nvPr/>
        </p:nvCxnSpPr>
        <p:spPr>
          <a:xfrm>
            <a:off x="2837125" y="2893272"/>
            <a:ext cx="997500" cy="600"/>
          </a:xfrm>
          <a:prstGeom prst="bentConnector3">
            <a:avLst>
              <a:gd name="adj1" fmla="val 50000"/>
            </a:avLst>
          </a:prstGeom>
          <a:noFill/>
          <a:ln w="19050" cap="flat" cmpd="sng">
            <a:solidFill>
              <a:schemeClr val="accent3"/>
            </a:solidFill>
            <a:prstDash val="solid"/>
            <a:round/>
            <a:headEnd type="none" w="med" len="med"/>
            <a:tailEnd type="none" w="med" len="med"/>
          </a:ln>
        </p:spPr>
      </p:cxnSp>
      <p:cxnSp>
        <p:nvCxnSpPr>
          <p:cNvPr id="2970" name="Google Shape;2970;p96"/>
          <p:cNvCxnSpPr>
            <a:endCxn id="2966" idx="2"/>
          </p:cNvCxnSpPr>
          <p:nvPr/>
        </p:nvCxnSpPr>
        <p:spPr>
          <a:xfrm rot="-5400000">
            <a:off x="2798725" y="1857847"/>
            <a:ext cx="1074300" cy="997500"/>
          </a:xfrm>
          <a:prstGeom prst="bentConnector2">
            <a:avLst/>
          </a:prstGeom>
          <a:noFill/>
          <a:ln w="19050" cap="flat" cmpd="sng">
            <a:solidFill>
              <a:schemeClr val="accent3"/>
            </a:solidFill>
            <a:prstDash val="solid"/>
            <a:round/>
            <a:headEnd type="none" w="med" len="med"/>
            <a:tailEnd type="none" w="med" len="med"/>
          </a:ln>
        </p:spPr>
      </p:cxnSp>
      <p:cxnSp>
        <p:nvCxnSpPr>
          <p:cNvPr id="2971" name="Google Shape;2971;p96"/>
          <p:cNvCxnSpPr>
            <a:endCxn id="2968" idx="2"/>
          </p:cNvCxnSpPr>
          <p:nvPr/>
        </p:nvCxnSpPr>
        <p:spPr>
          <a:xfrm rot="-5400000" flipH="1">
            <a:off x="2798713" y="2932397"/>
            <a:ext cx="1074300" cy="997500"/>
          </a:xfrm>
          <a:prstGeom prst="bentConnector2">
            <a:avLst/>
          </a:prstGeom>
          <a:noFill/>
          <a:ln w="19050" cap="flat" cmpd="sng">
            <a:solidFill>
              <a:schemeClr val="accent3"/>
            </a:solidFill>
            <a:prstDash val="solid"/>
            <a:round/>
            <a:headEnd type="none" w="med" len="med"/>
            <a:tailEnd type="none" w="med" len="med"/>
          </a:ln>
        </p:spPr>
      </p:cxnSp>
      <p:cxnSp>
        <p:nvCxnSpPr>
          <p:cNvPr id="2972" name="Google Shape;2972;p96"/>
          <p:cNvCxnSpPr>
            <a:stCxn id="2967" idx="6"/>
            <a:endCxn id="2963" idx="1"/>
          </p:cNvCxnSpPr>
          <p:nvPr/>
        </p:nvCxnSpPr>
        <p:spPr>
          <a:xfrm>
            <a:off x="4378825" y="2893872"/>
            <a:ext cx="543900" cy="600"/>
          </a:xfrm>
          <a:prstGeom prst="bentConnector3">
            <a:avLst>
              <a:gd name="adj1" fmla="val 49989"/>
            </a:avLst>
          </a:prstGeom>
          <a:noFill/>
          <a:ln w="19050" cap="flat" cmpd="sng">
            <a:solidFill>
              <a:schemeClr val="accent2"/>
            </a:solidFill>
            <a:prstDash val="solid"/>
            <a:round/>
            <a:headEnd type="none" w="med" len="med"/>
            <a:tailEnd type="none" w="med" len="med"/>
          </a:ln>
        </p:spPr>
      </p:cxnSp>
      <p:cxnSp>
        <p:nvCxnSpPr>
          <p:cNvPr id="2973" name="Google Shape;2973;p96"/>
          <p:cNvCxnSpPr>
            <a:stCxn id="2968" idx="6"/>
            <a:endCxn id="2964" idx="1"/>
          </p:cNvCxnSpPr>
          <p:nvPr/>
        </p:nvCxnSpPr>
        <p:spPr>
          <a:xfrm>
            <a:off x="4378813" y="3968297"/>
            <a:ext cx="543900" cy="600"/>
          </a:xfrm>
          <a:prstGeom prst="bentConnector3">
            <a:avLst>
              <a:gd name="adj1" fmla="val 49990"/>
            </a:avLst>
          </a:prstGeom>
          <a:noFill/>
          <a:ln w="19050" cap="flat" cmpd="sng">
            <a:solidFill>
              <a:schemeClr val="accent2"/>
            </a:solidFill>
            <a:prstDash val="solid"/>
            <a:round/>
            <a:headEnd type="none" w="med" len="med"/>
            <a:tailEnd type="none" w="med" len="med"/>
          </a:ln>
        </p:spPr>
      </p:cxnSp>
      <p:sp>
        <p:nvSpPr>
          <p:cNvPr id="2974" name="Google Shape;2974;p96"/>
          <p:cNvSpPr/>
          <p:nvPr/>
        </p:nvSpPr>
        <p:spPr>
          <a:xfrm>
            <a:off x="816000" y="2588175"/>
            <a:ext cx="2021100" cy="6120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dk2"/>
                </a:solidFill>
                <a:latin typeface="Advent Pro"/>
                <a:ea typeface="Advent Pro"/>
                <a:cs typeface="Advent Pro"/>
                <a:sym typeface="Advent Pro"/>
              </a:rPr>
              <a:t>Events</a:t>
            </a:r>
            <a:endParaRPr sz="2200" b="1">
              <a:solidFill>
                <a:schemeClr val="dk2"/>
              </a:solidFill>
              <a:latin typeface="Advent Pro"/>
              <a:ea typeface="Advent Pro"/>
              <a:cs typeface="Advent Pro"/>
              <a:sym typeface="Advent Pro"/>
            </a:endParaRPr>
          </a:p>
        </p:txBody>
      </p:sp>
      <p:sp>
        <p:nvSpPr>
          <p:cNvPr id="2975" name="Google Shape;2975;p96"/>
          <p:cNvSpPr txBox="1"/>
          <p:nvPr/>
        </p:nvSpPr>
        <p:spPr>
          <a:xfrm>
            <a:off x="6306825" y="1567600"/>
            <a:ext cx="2021100" cy="5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dk1"/>
                </a:solidFill>
                <a:latin typeface="Roboto"/>
                <a:ea typeface="Roboto"/>
                <a:cs typeface="Roboto"/>
                <a:sym typeface="Roboto"/>
              </a:rPr>
              <a:t>Mercury is the closest planet to the Sun</a:t>
            </a:r>
            <a:endParaRPr>
              <a:solidFill>
                <a:schemeClr val="dk1"/>
              </a:solidFill>
              <a:latin typeface="Roboto"/>
              <a:ea typeface="Roboto"/>
              <a:cs typeface="Roboto"/>
              <a:sym typeface="Roboto"/>
            </a:endParaRPr>
          </a:p>
        </p:txBody>
      </p:sp>
      <p:sp>
        <p:nvSpPr>
          <p:cNvPr id="2976" name="Google Shape;2976;p96"/>
          <p:cNvSpPr txBox="1"/>
          <p:nvPr/>
        </p:nvSpPr>
        <p:spPr>
          <a:xfrm>
            <a:off x="6306825" y="2642325"/>
            <a:ext cx="2021100" cy="5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It’s the biggest planet in the Solar System</a:t>
            </a:r>
            <a:endParaRPr>
              <a:solidFill>
                <a:schemeClr val="dk1"/>
              </a:solidFill>
              <a:latin typeface="Roboto"/>
              <a:ea typeface="Roboto"/>
              <a:cs typeface="Roboto"/>
              <a:sym typeface="Roboto"/>
            </a:endParaRPr>
          </a:p>
          <a:p>
            <a:pPr marL="0" lvl="0" indent="0" algn="l" rtl="0">
              <a:spcBef>
                <a:spcPts val="0"/>
              </a:spcBef>
              <a:spcAft>
                <a:spcPts val="1600"/>
              </a:spcAft>
              <a:buNone/>
            </a:pPr>
            <a:endParaRPr>
              <a:solidFill>
                <a:schemeClr val="dk1"/>
              </a:solidFill>
              <a:latin typeface="Roboto"/>
              <a:ea typeface="Roboto"/>
              <a:cs typeface="Roboto"/>
              <a:sym typeface="Roboto"/>
            </a:endParaRPr>
          </a:p>
        </p:txBody>
      </p:sp>
      <p:sp>
        <p:nvSpPr>
          <p:cNvPr id="2977" name="Google Shape;2977;p96"/>
          <p:cNvSpPr txBox="1"/>
          <p:nvPr/>
        </p:nvSpPr>
        <p:spPr>
          <a:xfrm>
            <a:off x="6306825" y="3717050"/>
            <a:ext cx="2021100" cy="5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Venus has a beautiful name, but it’s hot</a:t>
            </a:r>
            <a:endParaRPr>
              <a:solidFill>
                <a:schemeClr val="dk1"/>
              </a:solidFill>
              <a:latin typeface="Roboto"/>
              <a:ea typeface="Roboto"/>
              <a:cs typeface="Roboto"/>
              <a:sym typeface="Roboto"/>
            </a:endParaRPr>
          </a:p>
          <a:p>
            <a:pPr marL="0" lvl="0" indent="0" algn="l" rtl="0">
              <a:spcBef>
                <a:spcPts val="0"/>
              </a:spcBef>
              <a:spcAft>
                <a:spcPts val="1600"/>
              </a:spcAft>
              <a:buNone/>
            </a:pPr>
            <a:endParaRPr>
              <a:solidFill>
                <a:schemeClr val="dk1"/>
              </a:solidFill>
              <a:latin typeface="Roboto"/>
              <a:ea typeface="Roboto"/>
              <a:cs typeface="Roboto"/>
              <a:sym typeface="Roboto"/>
            </a:endParaRPr>
          </a:p>
        </p:txBody>
      </p:sp>
      <p:sp>
        <p:nvSpPr>
          <p:cNvPr id="2978" name="Google Shape;2978;p96"/>
          <p:cNvSpPr txBox="1"/>
          <p:nvPr/>
        </p:nvSpPr>
        <p:spPr>
          <a:xfrm>
            <a:off x="3883525" y="1567600"/>
            <a:ext cx="413700" cy="4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2200" b="1">
                <a:solidFill>
                  <a:schemeClr val="dk2"/>
                </a:solidFill>
                <a:latin typeface="Advent Pro"/>
                <a:ea typeface="Advent Pro"/>
                <a:cs typeface="Advent Pro"/>
                <a:sym typeface="Advent Pro"/>
              </a:rPr>
              <a:t>1</a:t>
            </a:r>
            <a:endParaRPr sz="2200" b="1">
              <a:solidFill>
                <a:schemeClr val="dk2"/>
              </a:solidFill>
              <a:latin typeface="Advent Pro"/>
              <a:ea typeface="Advent Pro"/>
              <a:cs typeface="Advent Pro"/>
              <a:sym typeface="Advent Pro"/>
            </a:endParaRPr>
          </a:p>
        </p:txBody>
      </p:sp>
      <p:sp>
        <p:nvSpPr>
          <p:cNvPr id="2979" name="Google Shape;2979;p96"/>
          <p:cNvSpPr txBox="1"/>
          <p:nvPr/>
        </p:nvSpPr>
        <p:spPr>
          <a:xfrm>
            <a:off x="3883525" y="2631888"/>
            <a:ext cx="413700" cy="4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2200" b="1">
                <a:solidFill>
                  <a:schemeClr val="dk2"/>
                </a:solidFill>
                <a:latin typeface="Advent Pro"/>
                <a:ea typeface="Advent Pro"/>
                <a:cs typeface="Advent Pro"/>
                <a:sym typeface="Advent Pro"/>
              </a:rPr>
              <a:t>2</a:t>
            </a:r>
            <a:endParaRPr sz="2200" b="1">
              <a:solidFill>
                <a:schemeClr val="dk2"/>
              </a:solidFill>
              <a:latin typeface="Advent Pro"/>
              <a:ea typeface="Advent Pro"/>
              <a:cs typeface="Advent Pro"/>
              <a:sym typeface="Advent Pro"/>
            </a:endParaRPr>
          </a:p>
        </p:txBody>
      </p:sp>
      <p:sp>
        <p:nvSpPr>
          <p:cNvPr id="2980" name="Google Shape;2980;p96"/>
          <p:cNvSpPr txBox="1"/>
          <p:nvPr/>
        </p:nvSpPr>
        <p:spPr>
          <a:xfrm>
            <a:off x="3899850" y="3717050"/>
            <a:ext cx="413700" cy="4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2200" b="1">
                <a:solidFill>
                  <a:schemeClr val="dk2"/>
                </a:solidFill>
                <a:latin typeface="Advent Pro"/>
                <a:ea typeface="Advent Pro"/>
                <a:cs typeface="Advent Pro"/>
                <a:sym typeface="Advent Pro"/>
              </a:rPr>
              <a:t>3</a:t>
            </a:r>
            <a:endParaRPr sz="2200" b="1">
              <a:solidFill>
                <a:schemeClr val="dk2"/>
              </a:solidFill>
              <a:latin typeface="Advent Pro"/>
              <a:ea typeface="Advent Pro"/>
              <a:cs typeface="Advent Pro"/>
              <a:sym typeface="Advent Pro"/>
            </a:endParaRPr>
          </a:p>
        </p:txBody>
      </p:sp>
      <p:cxnSp>
        <p:nvCxnSpPr>
          <p:cNvPr id="2981" name="Google Shape;2981;p96"/>
          <p:cNvCxnSpPr/>
          <p:nvPr/>
        </p:nvCxnSpPr>
        <p:spPr>
          <a:xfrm>
            <a:off x="4378813" y="1818847"/>
            <a:ext cx="543900" cy="600"/>
          </a:xfrm>
          <a:prstGeom prst="bentConnector3">
            <a:avLst>
              <a:gd name="adj1" fmla="val 49989"/>
            </a:avLst>
          </a:prstGeom>
          <a:noFill/>
          <a:ln w="19050" cap="flat" cmpd="sng">
            <a:solidFill>
              <a:schemeClr val="accent2"/>
            </a:solidFill>
            <a:prstDash val="solid"/>
            <a:round/>
            <a:headEnd type="none" w="med" len="med"/>
            <a:tailEnd type="none" w="med" len="med"/>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985"/>
        <p:cNvGrpSpPr/>
        <p:nvPr/>
      </p:nvGrpSpPr>
      <p:grpSpPr>
        <a:xfrm>
          <a:off x="0" y="0"/>
          <a:ext cx="0" cy="0"/>
          <a:chOff x="0" y="0"/>
          <a:chExt cx="0" cy="0"/>
        </a:xfrm>
      </p:grpSpPr>
      <p:sp>
        <p:nvSpPr>
          <p:cNvPr id="2986" name="Google Shape;2986;p97"/>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Investment</a:t>
            </a:r>
            <a:endParaRPr/>
          </a:p>
        </p:txBody>
      </p:sp>
      <p:pic>
        <p:nvPicPr>
          <p:cNvPr id="2987" name="Google Shape;2987;p97" title="Gráfico">
            <a:hlinkClick r:id="rId3"/>
          </p:cNvPr>
          <p:cNvPicPr preferRelativeResize="0"/>
          <p:nvPr/>
        </p:nvPicPr>
        <p:blipFill>
          <a:blip r:embed="rId4">
            <a:alphaModFix/>
          </a:blip>
          <a:stretch>
            <a:fillRect/>
          </a:stretch>
        </p:blipFill>
        <p:spPr>
          <a:xfrm>
            <a:off x="840825" y="1427870"/>
            <a:ext cx="4128849" cy="2553005"/>
          </a:xfrm>
          <a:prstGeom prst="rect">
            <a:avLst/>
          </a:prstGeom>
          <a:noFill/>
          <a:ln>
            <a:noFill/>
          </a:ln>
        </p:spPr>
      </p:pic>
      <p:sp>
        <p:nvSpPr>
          <p:cNvPr id="2988" name="Google Shape;2988;p97"/>
          <p:cNvSpPr txBox="1"/>
          <p:nvPr/>
        </p:nvSpPr>
        <p:spPr>
          <a:xfrm>
            <a:off x="1036399" y="3835450"/>
            <a:ext cx="3737700" cy="735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To modify this graph, click on it, follow the link, change the data and paste the resulting graph here</a:t>
            </a:r>
            <a:endParaRPr sz="1200">
              <a:solidFill>
                <a:schemeClr val="dk1"/>
              </a:solidFill>
              <a:latin typeface="Roboto"/>
              <a:ea typeface="Roboto"/>
              <a:cs typeface="Roboto"/>
              <a:sym typeface="Roboto"/>
            </a:endParaRPr>
          </a:p>
        </p:txBody>
      </p:sp>
      <p:sp>
        <p:nvSpPr>
          <p:cNvPr id="2989" name="Google Shape;2989;p97"/>
          <p:cNvSpPr/>
          <p:nvPr/>
        </p:nvSpPr>
        <p:spPr>
          <a:xfrm>
            <a:off x="5495300" y="1733963"/>
            <a:ext cx="2333700" cy="1047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0" b="1">
                <a:solidFill>
                  <a:schemeClr val="lt1"/>
                </a:solidFill>
                <a:latin typeface="Advent Pro"/>
                <a:ea typeface="Advent Pro"/>
                <a:cs typeface="Advent Pro"/>
                <a:sym typeface="Advent Pro"/>
              </a:rPr>
              <a:t>58.8 %</a:t>
            </a:r>
            <a:endParaRPr>
              <a:solidFill>
                <a:schemeClr val="dk1"/>
              </a:solidFill>
            </a:endParaRPr>
          </a:p>
        </p:txBody>
      </p:sp>
      <p:sp>
        <p:nvSpPr>
          <p:cNvPr id="2990" name="Google Shape;2990;p97"/>
          <p:cNvSpPr/>
          <p:nvPr/>
        </p:nvSpPr>
        <p:spPr>
          <a:xfrm>
            <a:off x="5495300" y="3430438"/>
            <a:ext cx="2333700" cy="1047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0" b="1">
                <a:solidFill>
                  <a:schemeClr val="lt1"/>
                </a:solidFill>
                <a:latin typeface="Advent Pro"/>
                <a:ea typeface="Advent Pro"/>
                <a:cs typeface="Advent Pro"/>
                <a:sym typeface="Advent Pro"/>
              </a:rPr>
              <a:t>$5M</a:t>
            </a:r>
            <a:endParaRPr>
              <a:solidFill>
                <a:schemeClr val="lt1"/>
              </a:solidFill>
            </a:endParaRPr>
          </a:p>
        </p:txBody>
      </p:sp>
      <p:sp>
        <p:nvSpPr>
          <p:cNvPr id="2991" name="Google Shape;2991;p97"/>
          <p:cNvSpPr txBox="1">
            <a:spLocks noGrp="1"/>
          </p:cNvSpPr>
          <p:nvPr>
            <p:ph type="title" idx="4294967295"/>
          </p:nvPr>
        </p:nvSpPr>
        <p:spPr>
          <a:xfrm>
            <a:off x="5495300" y="1139750"/>
            <a:ext cx="23337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2"/>
                </a:solidFill>
              </a:rPr>
              <a:t>Mars</a:t>
            </a:r>
            <a:endParaRPr sz="2200">
              <a:solidFill>
                <a:schemeClr val="accent2"/>
              </a:solidFill>
            </a:endParaRPr>
          </a:p>
        </p:txBody>
      </p:sp>
      <p:sp>
        <p:nvSpPr>
          <p:cNvPr id="2992" name="Google Shape;2992;p97"/>
          <p:cNvSpPr txBox="1">
            <a:spLocks noGrp="1"/>
          </p:cNvSpPr>
          <p:nvPr>
            <p:ph type="title" idx="4294967295"/>
          </p:nvPr>
        </p:nvSpPr>
        <p:spPr>
          <a:xfrm>
            <a:off x="5495300" y="2866750"/>
            <a:ext cx="2333700" cy="56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accent1"/>
                </a:solidFill>
              </a:rPr>
              <a:t>Venus</a:t>
            </a:r>
            <a:endParaRPr sz="2200">
              <a:solidFill>
                <a:schemeClr val="accent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2989"/>
                                        </p:tgtEl>
                                        <p:attrNameLst>
                                          <p:attrName>style.visibility</p:attrName>
                                        </p:attrNameLst>
                                      </p:cBhvr>
                                      <p:to>
                                        <p:strVal val="visible"/>
                                      </p:to>
                                    </p:set>
                                    <p:anim calcmode="lin" valueType="num">
                                      <p:cBhvr additive="base">
                                        <p:cTn id="7" dur="1000"/>
                                        <p:tgtEl>
                                          <p:spTgt spid="2989"/>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2990"/>
                                        </p:tgtEl>
                                        <p:attrNameLst>
                                          <p:attrName>style.visibility</p:attrName>
                                        </p:attrNameLst>
                                      </p:cBhvr>
                                      <p:to>
                                        <p:strVal val="visible"/>
                                      </p:to>
                                    </p:set>
                                    <p:anim calcmode="lin" valueType="num">
                                      <p:cBhvr additive="base">
                                        <p:cTn id="10" dur="1000"/>
                                        <p:tgtEl>
                                          <p:spTgt spid="2990"/>
                                        </p:tgtEl>
                                        <p:attrNameLst>
                                          <p:attrName>ppt_x</p:attrName>
                                        </p:attrNameLst>
                                      </p:cBhvr>
                                      <p:tavLst>
                                        <p:tav tm="0">
                                          <p:val>
                                            <p:strVal val="#ppt_x+1"/>
                                          </p:val>
                                        </p:tav>
                                        <p:tav tm="100000">
                                          <p:val>
                                            <p:strVal val="#ppt_x"/>
                                          </p:val>
                                        </p:tav>
                                      </p:tavLst>
                                    </p:anim>
                                  </p:childTnLst>
                                </p:cTn>
                              </p:par>
                              <p:par>
                                <p:cTn id="11" presetID="2" presetClass="entr" presetSubtype="2" fill="hold" nodeType="withEffect">
                                  <p:stCondLst>
                                    <p:cond delay="0"/>
                                  </p:stCondLst>
                                  <p:childTnLst>
                                    <p:set>
                                      <p:cBhvr>
                                        <p:cTn id="12" dur="1" fill="hold">
                                          <p:stCondLst>
                                            <p:cond delay="0"/>
                                          </p:stCondLst>
                                        </p:cTn>
                                        <p:tgtEl>
                                          <p:spTgt spid="2991"/>
                                        </p:tgtEl>
                                        <p:attrNameLst>
                                          <p:attrName>style.visibility</p:attrName>
                                        </p:attrNameLst>
                                      </p:cBhvr>
                                      <p:to>
                                        <p:strVal val="visible"/>
                                      </p:to>
                                    </p:set>
                                    <p:anim calcmode="lin" valueType="num">
                                      <p:cBhvr additive="base">
                                        <p:cTn id="13" dur="1000"/>
                                        <p:tgtEl>
                                          <p:spTgt spid="2991"/>
                                        </p:tgtEl>
                                        <p:attrNameLst>
                                          <p:attrName>ppt_x</p:attrName>
                                        </p:attrNameLst>
                                      </p:cBhvr>
                                      <p:tavLst>
                                        <p:tav tm="0">
                                          <p:val>
                                            <p:strVal val="#ppt_x+1"/>
                                          </p:val>
                                        </p:tav>
                                        <p:tav tm="100000">
                                          <p:val>
                                            <p:strVal val="#ppt_x"/>
                                          </p:val>
                                        </p:tav>
                                      </p:tavLst>
                                    </p:anim>
                                  </p:childTnLst>
                                </p:cTn>
                              </p:par>
                              <p:par>
                                <p:cTn id="14" presetID="2" presetClass="entr" presetSubtype="2" fill="hold" nodeType="withEffect">
                                  <p:stCondLst>
                                    <p:cond delay="0"/>
                                  </p:stCondLst>
                                  <p:childTnLst>
                                    <p:set>
                                      <p:cBhvr>
                                        <p:cTn id="15" dur="1" fill="hold">
                                          <p:stCondLst>
                                            <p:cond delay="0"/>
                                          </p:stCondLst>
                                        </p:cTn>
                                        <p:tgtEl>
                                          <p:spTgt spid="2992"/>
                                        </p:tgtEl>
                                        <p:attrNameLst>
                                          <p:attrName>style.visibility</p:attrName>
                                        </p:attrNameLst>
                                      </p:cBhvr>
                                      <p:to>
                                        <p:strVal val="visible"/>
                                      </p:to>
                                    </p:set>
                                    <p:anim calcmode="lin" valueType="num">
                                      <p:cBhvr additive="base">
                                        <p:cTn id="16" dur="1000"/>
                                        <p:tgtEl>
                                          <p:spTgt spid="299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Business Model</a:t>
            </a:r>
            <a:endParaRPr/>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2789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98"/>
          <p:cNvSpPr txBox="1">
            <a:spLocks noGrp="1"/>
          </p:cNvSpPr>
          <p:nvPr>
            <p:ph type="title" idx="4294967295"/>
          </p:nvPr>
        </p:nvSpPr>
        <p:spPr>
          <a:xfrm>
            <a:off x="915025" y="1433850"/>
            <a:ext cx="17436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Mars</a:t>
            </a:r>
            <a:endParaRPr sz="2200">
              <a:solidFill>
                <a:schemeClr val="accent1"/>
              </a:solidFill>
            </a:endParaRPr>
          </a:p>
        </p:txBody>
      </p:sp>
      <p:sp>
        <p:nvSpPr>
          <p:cNvPr id="3004" name="Google Shape;3004;p98"/>
          <p:cNvSpPr txBox="1">
            <a:spLocks noGrp="1"/>
          </p:cNvSpPr>
          <p:nvPr>
            <p:ph type="subTitle" idx="4294967295"/>
          </p:nvPr>
        </p:nvSpPr>
        <p:spPr>
          <a:xfrm>
            <a:off x="915025" y="1909227"/>
            <a:ext cx="1743600" cy="63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Mars is actually a cold place</a:t>
            </a:r>
            <a:endParaRPr sz="1600"/>
          </a:p>
        </p:txBody>
      </p:sp>
      <p:sp>
        <p:nvSpPr>
          <p:cNvPr id="3005" name="Google Shape;3005;p98"/>
          <p:cNvSpPr txBox="1">
            <a:spLocks noGrp="1"/>
          </p:cNvSpPr>
          <p:nvPr>
            <p:ph type="title" idx="4294967295"/>
          </p:nvPr>
        </p:nvSpPr>
        <p:spPr>
          <a:xfrm>
            <a:off x="1956150" y="3505375"/>
            <a:ext cx="17436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2"/>
                </a:solidFill>
              </a:rPr>
              <a:t>Jupiter</a:t>
            </a:r>
            <a:endParaRPr sz="2200">
              <a:solidFill>
                <a:schemeClr val="accent2"/>
              </a:solidFill>
            </a:endParaRPr>
          </a:p>
        </p:txBody>
      </p:sp>
      <p:sp>
        <p:nvSpPr>
          <p:cNvPr id="3006" name="Google Shape;3006;p98"/>
          <p:cNvSpPr txBox="1">
            <a:spLocks noGrp="1"/>
          </p:cNvSpPr>
          <p:nvPr>
            <p:ph type="subTitle" idx="4294967295"/>
          </p:nvPr>
        </p:nvSpPr>
        <p:spPr>
          <a:xfrm>
            <a:off x="1956150" y="3980752"/>
            <a:ext cx="1743600" cy="63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It’s the biggest of them all</a:t>
            </a:r>
            <a:endParaRPr sz="1600"/>
          </a:p>
        </p:txBody>
      </p:sp>
      <p:sp>
        <p:nvSpPr>
          <p:cNvPr id="3007" name="Google Shape;3007;p98"/>
          <p:cNvSpPr txBox="1">
            <a:spLocks noGrp="1"/>
          </p:cNvSpPr>
          <p:nvPr>
            <p:ph type="title" idx="4294967295"/>
          </p:nvPr>
        </p:nvSpPr>
        <p:spPr>
          <a:xfrm>
            <a:off x="3079250" y="1433850"/>
            <a:ext cx="17436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3"/>
                </a:solidFill>
              </a:rPr>
              <a:t>Venus</a:t>
            </a:r>
            <a:endParaRPr sz="2200">
              <a:solidFill>
                <a:schemeClr val="accent3"/>
              </a:solidFill>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26" name="Google Shape;3026;p98"/>
          <p:cNvSpPr txBox="1">
            <a:spLocks noGrp="1"/>
          </p:cNvSpPr>
          <p:nvPr>
            <p:ph type="subTitle" idx="4294967295"/>
          </p:nvPr>
        </p:nvSpPr>
        <p:spPr>
          <a:xfrm>
            <a:off x="3079250" y="1909227"/>
            <a:ext cx="1743600" cy="63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Venus has a beautiful name</a:t>
            </a:r>
            <a:endParaRPr sz="1600"/>
          </a:p>
        </p:txBody>
      </p:sp>
      <p:sp>
        <p:nvSpPr>
          <p:cNvPr id="3027" name="Google Shape;3027;p98"/>
          <p:cNvSpPr txBox="1">
            <a:spLocks noGrp="1"/>
          </p:cNvSpPr>
          <p:nvPr>
            <p:ph type="title" idx="4294967295"/>
          </p:nvPr>
        </p:nvSpPr>
        <p:spPr>
          <a:xfrm>
            <a:off x="4155800" y="3505400"/>
            <a:ext cx="17436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5"/>
                </a:solidFill>
              </a:rPr>
              <a:t>Saturn</a:t>
            </a:r>
            <a:endParaRPr sz="2200">
              <a:solidFill>
                <a:schemeClr val="accent5"/>
              </a:solidFill>
            </a:endParaRPr>
          </a:p>
        </p:txBody>
      </p:sp>
      <p:sp>
        <p:nvSpPr>
          <p:cNvPr id="3028" name="Google Shape;3028;p98"/>
          <p:cNvSpPr txBox="1">
            <a:spLocks noGrp="1"/>
          </p:cNvSpPr>
          <p:nvPr>
            <p:ph type="subTitle" idx="4294967295"/>
          </p:nvPr>
        </p:nvSpPr>
        <p:spPr>
          <a:xfrm>
            <a:off x="4155800" y="3980777"/>
            <a:ext cx="1743600" cy="63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Saturn is the ringed one </a:t>
            </a:r>
            <a:endParaRPr sz="16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032"/>
        <p:cNvGrpSpPr/>
        <p:nvPr/>
      </p:nvGrpSpPr>
      <p:grpSpPr>
        <a:xfrm>
          <a:off x="0" y="0"/>
          <a:ext cx="0" cy="0"/>
          <a:chOff x="0" y="0"/>
          <a:chExt cx="0" cy="0"/>
        </a:xfrm>
      </p:grpSpPr>
      <p:sp>
        <p:nvSpPr>
          <p:cNvPr id="3033" name="Google Shape;3033;p99"/>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Timing</a:t>
            </a:r>
            <a:endParaRPr/>
          </a:p>
        </p:txBody>
      </p:sp>
      <p:sp>
        <p:nvSpPr>
          <p:cNvPr id="3034" name="Google Shape;3034;p99"/>
          <p:cNvSpPr/>
          <p:nvPr/>
        </p:nvSpPr>
        <p:spPr>
          <a:xfrm>
            <a:off x="1588275" y="2450250"/>
            <a:ext cx="357300" cy="357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99"/>
          <p:cNvSpPr/>
          <p:nvPr/>
        </p:nvSpPr>
        <p:spPr>
          <a:xfrm>
            <a:off x="3458324" y="2450250"/>
            <a:ext cx="357300" cy="357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99"/>
          <p:cNvSpPr/>
          <p:nvPr/>
        </p:nvSpPr>
        <p:spPr>
          <a:xfrm>
            <a:off x="5328372" y="2450250"/>
            <a:ext cx="357300" cy="357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99"/>
          <p:cNvSpPr/>
          <p:nvPr/>
        </p:nvSpPr>
        <p:spPr>
          <a:xfrm>
            <a:off x="7198421" y="2450250"/>
            <a:ext cx="357300" cy="3573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38" name="Google Shape;3038;p99"/>
          <p:cNvCxnSpPr>
            <a:stCxn id="3034" idx="6"/>
            <a:endCxn id="3037" idx="6"/>
          </p:cNvCxnSpPr>
          <p:nvPr/>
        </p:nvCxnSpPr>
        <p:spPr>
          <a:xfrm>
            <a:off x="1945575" y="2628900"/>
            <a:ext cx="5610000" cy="0"/>
          </a:xfrm>
          <a:prstGeom prst="straightConnector1">
            <a:avLst/>
          </a:prstGeom>
          <a:noFill/>
          <a:ln w="38100" cap="flat" cmpd="sng">
            <a:solidFill>
              <a:schemeClr val="accent4"/>
            </a:solidFill>
            <a:prstDash val="solid"/>
            <a:round/>
            <a:headEnd type="none" w="med" len="med"/>
            <a:tailEnd type="none" w="med" len="med"/>
          </a:ln>
        </p:spPr>
      </p:cxnSp>
      <p:sp>
        <p:nvSpPr>
          <p:cNvPr id="3039" name="Google Shape;3039;p99"/>
          <p:cNvSpPr txBox="1">
            <a:spLocks noGrp="1"/>
          </p:cNvSpPr>
          <p:nvPr>
            <p:ph type="title" idx="4294967295"/>
          </p:nvPr>
        </p:nvSpPr>
        <p:spPr>
          <a:xfrm>
            <a:off x="964725" y="160530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1</a:t>
            </a:r>
            <a:endParaRPr sz="2200">
              <a:solidFill>
                <a:schemeClr val="accent1"/>
              </a:solidFill>
            </a:endParaRPr>
          </a:p>
        </p:txBody>
      </p:sp>
      <p:sp>
        <p:nvSpPr>
          <p:cNvPr id="3040" name="Google Shape;3040;p99"/>
          <p:cNvSpPr txBox="1">
            <a:spLocks noGrp="1"/>
          </p:cNvSpPr>
          <p:nvPr>
            <p:ph type="subTitle" idx="4294967295"/>
          </p:nvPr>
        </p:nvSpPr>
        <p:spPr>
          <a:xfrm>
            <a:off x="964725" y="3633248"/>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Venus is the second planet from the Sun</a:t>
            </a:r>
            <a:endParaRPr sz="1600"/>
          </a:p>
        </p:txBody>
      </p:sp>
      <p:sp>
        <p:nvSpPr>
          <p:cNvPr id="3041" name="Google Shape;3041;p99"/>
          <p:cNvSpPr txBox="1">
            <a:spLocks noGrp="1"/>
          </p:cNvSpPr>
          <p:nvPr>
            <p:ph type="title" idx="4294967295"/>
          </p:nvPr>
        </p:nvSpPr>
        <p:spPr>
          <a:xfrm>
            <a:off x="2834775" y="160530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2</a:t>
            </a:r>
            <a:endParaRPr sz="2200">
              <a:solidFill>
                <a:schemeClr val="accent1"/>
              </a:solidFill>
            </a:endParaRPr>
          </a:p>
        </p:txBody>
      </p:sp>
      <p:sp>
        <p:nvSpPr>
          <p:cNvPr id="3042" name="Google Shape;3042;p99"/>
          <p:cNvSpPr txBox="1">
            <a:spLocks noGrp="1"/>
          </p:cNvSpPr>
          <p:nvPr>
            <p:ph type="title" idx="4294967295"/>
          </p:nvPr>
        </p:nvSpPr>
        <p:spPr>
          <a:xfrm>
            <a:off x="4704825" y="160530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3</a:t>
            </a:r>
            <a:endParaRPr sz="2200">
              <a:solidFill>
                <a:schemeClr val="accent1"/>
              </a:solidFill>
            </a:endParaRPr>
          </a:p>
        </p:txBody>
      </p:sp>
      <p:sp>
        <p:nvSpPr>
          <p:cNvPr id="3043" name="Google Shape;3043;p99"/>
          <p:cNvSpPr txBox="1">
            <a:spLocks noGrp="1"/>
          </p:cNvSpPr>
          <p:nvPr>
            <p:ph type="title" idx="4294967295"/>
          </p:nvPr>
        </p:nvSpPr>
        <p:spPr>
          <a:xfrm>
            <a:off x="6574875" y="160530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4</a:t>
            </a:r>
            <a:endParaRPr sz="2200">
              <a:solidFill>
                <a:schemeClr val="accent1"/>
              </a:solidFill>
            </a:endParaRPr>
          </a:p>
        </p:txBody>
      </p:sp>
      <p:sp>
        <p:nvSpPr>
          <p:cNvPr id="3044" name="Google Shape;3044;p99"/>
          <p:cNvSpPr txBox="1">
            <a:spLocks noGrp="1"/>
          </p:cNvSpPr>
          <p:nvPr>
            <p:ph type="subTitle" idx="4294967295"/>
          </p:nvPr>
        </p:nvSpPr>
        <p:spPr>
          <a:xfrm>
            <a:off x="2834775" y="2995448"/>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Despite being red, Mars is a cold place</a:t>
            </a:r>
            <a:endParaRPr sz="1600"/>
          </a:p>
        </p:txBody>
      </p:sp>
      <p:sp>
        <p:nvSpPr>
          <p:cNvPr id="3045" name="Google Shape;3045;p99"/>
          <p:cNvSpPr txBox="1">
            <a:spLocks noGrp="1"/>
          </p:cNvSpPr>
          <p:nvPr>
            <p:ph type="subTitle" idx="4294967295"/>
          </p:nvPr>
        </p:nvSpPr>
        <p:spPr>
          <a:xfrm>
            <a:off x="4704825" y="3633248"/>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t>Mercury is the closest planet to the Sun</a:t>
            </a:r>
            <a:endParaRPr sz="1600"/>
          </a:p>
          <a:p>
            <a:pPr marL="0" lvl="0" indent="0" algn="ctr" rtl="0">
              <a:spcBef>
                <a:spcPts val="1600"/>
              </a:spcBef>
              <a:spcAft>
                <a:spcPts val="1600"/>
              </a:spcAft>
              <a:buNone/>
            </a:pPr>
            <a:endParaRPr sz="1600"/>
          </a:p>
        </p:txBody>
      </p:sp>
      <p:sp>
        <p:nvSpPr>
          <p:cNvPr id="3046" name="Google Shape;3046;p99"/>
          <p:cNvSpPr txBox="1">
            <a:spLocks noGrp="1"/>
          </p:cNvSpPr>
          <p:nvPr>
            <p:ph type="subTitle" idx="4294967295"/>
          </p:nvPr>
        </p:nvSpPr>
        <p:spPr>
          <a:xfrm>
            <a:off x="6574875" y="2995448"/>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t>Neptune is the farthest planet from the Sun</a:t>
            </a:r>
            <a:endParaRPr sz="1600"/>
          </a:p>
          <a:p>
            <a:pPr marL="0" lvl="0" indent="0" algn="ctr" rtl="0">
              <a:spcBef>
                <a:spcPts val="1600"/>
              </a:spcBef>
              <a:spcAft>
                <a:spcPts val="1600"/>
              </a:spcAft>
              <a:buNone/>
            </a:pPr>
            <a:endParaRPr sz="1600"/>
          </a:p>
        </p:txBody>
      </p:sp>
      <p:cxnSp>
        <p:nvCxnSpPr>
          <p:cNvPr id="3047" name="Google Shape;3047;p99"/>
          <p:cNvCxnSpPr>
            <a:stCxn id="3039" idx="2"/>
            <a:endCxn id="3040" idx="0"/>
          </p:cNvCxnSpPr>
          <p:nvPr/>
        </p:nvCxnSpPr>
        <p:spPr>
          <a:xfrm>
            <a:off x="1766925" y="2169000"/>
            <a:ext cx="0" cy="1464300"/>
          </a:xfrm>
          <a:prstGeom prst="straightConnector1">
            <a:avLst/>
          </a:prstGeom>
          <a:noFill/>
          <a:ln w="28575" cap="flat" cmpd="sng">
            <a:solidFill>
              <a:schemeClr val="accent4"/>
            </a:solidFill>
            <a:prstDash val="solid"/>
            <a:round/>
            <a:headEnd type="none" w="med" len="med"/>
            <a:tailEnd type="none" w="med" len="med"/>
          </a:ln>
        </p:spPr>
      </p:cxnSp>
      <p:cxnSp>
        <p:nvCxnSpPr>
          <p:cNvPr id="3048" name="Google Shape;3048;p99"/>
          <p:cNvCxnSpPr>
            <a:stCxn id="3041" idx="2"/>
            <a:endCxn id="3044" idx="0"/>
          </p:cNvCxnSpPr>
          <p:nvPr/>
        </p:nvCxnSpPr>
        <p:spPr>
          <a:xfrm>
            <a:off x="3636975" y="2169000"/>
            <a:ext cx="0" cy="826500"/>
          </a:xfrm>
          <a:prstGeom prst="straightConnector1">
            <a:avLst/>
          </a:prstGeom>
          <a:noFill/>
          <a:ln w="28575" cap="flat" cmpd="sng">
            <a:solidFill>
              <a:schemeClr val="accent4"/>
            </a:solidFill>
            <a:prstDash val="solid"/>
            <a:round/>
            <a:headEnd type="none" w="med" len="med"/>
            <a:tailEnd type="none" w="med" len="med"/>
          </a:ln>
        </p:spPr>
      </p:cxnSp>
      <p:cxnSp>
        <p:nvCxnSpPr>
          <p:cNvPr id="3049" name="Google Shape;3049;p99"/>
          <p:cNvCxnSpPr>
            <a:stCxn id="3042" idx="2"/>
            <a:endCxn id="3045" idx="0"/>
          </p:cNvCxnSpPr>
          <p:nvPr/>
        </p:nvCxnSpPr>
        <p:spPr>
          <a:xfrm>
            <a:off x="5507025" y="2169000"/>
            <a:ext cx="0" cy="1464300"/>
          </a:xfrm>
          <a:prstGeom prst="straightConnector1">
            <a:avLst/>
          </a:prstGeom>
          <a:noFill/>
          <a:ln w="28575" cap="flat" cmpd="sng">
            <a:solidFill>
              <a:schemeClr val="accent4"/>
            </a:solidFill>
            <a:prstDash val="solid"/>
            <a:round/>
            <a:headEnd type="none" w="med" len="med"/>
            <a:tailEnd type="none" w="med" len="med"/>
          </a:ln>
        </p:spPr>
      </p:cxnSp>
      <p:cxnSp>
        <p:nvCxnSpPr>
          <p:cNvPr id="3050" name="Google Shape;3050;p99"/>
          <p:cNvCxnSpPr>
            <a:stCxn id="3043" idx="2"/>
            <a:endCxn id="3046" idx="0"/>
          </p:cNvCxnSpPr>
          <p:nvPr/>
        </p:nvCxnSpPr>
        <p:spPr>
          <a:xfrm>
            <a:off x="7377075" y="2169000"/>
            <a:ext cx="0" cy="826500"/>
          </a:xfrm>
          <a:prstGeom prst="straightConnector1">
            <a:avLst/>
          </a:prstGeom>
          <a:noFill/>
          <a:ln w="28575" cap="flat" cmpd="sng">
            <a:solidFill>
              <a:schemeClr val="accent4"/>
            </a:solidFill>
            <a:prstDash val="solid"/>
            <a:round/>
            <a:headEnd type="none" w="med" len="med"/>
            <a:tailEnd type="none" w="med" len="med"/>
          </a:ln>
        </p:spPr>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054"/>
        <p:cNvGrpSpPr/>
        <p:nvPr/>
      </p:nvGrpSpPr>
      <p:grpSpPr>
        <a:xfrm>
          <a:off x="0" y="0"/>
          <a:ext cx="0" cy="0"/>
          <a:chOff x="0" y="0"/>
          <a:chExt cx="0" cy="0"/>
        </a:xfrm>
      </p:grpSpPr>
      <p:cxnSp>
        <p:nvCxnSpPr>
          <p:cNvPr id="3055" name="Google Shape;3055;p100"/>
          <p:cNvCxnSpPr/>
          <p:nvPr/>
        </p:nvCxnSpPr>
        <p:spPr>
          <a:xfrm>
            <a:off x="1945575" y="2387100"/>
            <a:ext cx="5610000" cy="0"/>
          </a:xfrm>
          <a:prstGeom prst="straightConnector1">
            <a:avLst/>
          </a:prstGeom>
          <a:noFill/>
          <a:ln w="38100" cap="flat" cmpd="sng">
            <a:solidFill>
              <a:schemeClr val="accent4"/>
            </a:solidFill>
            <a:prstDash val="solid"/>
            <a:round/>
            <a:headEnd type="none" w="med" len="med"/>
            <a:tailEnd type="none" w="med" len="med"/>
          </a:ln>
        </p:spPr>
      </p:cxnSp>
      <p:sp>
        <p:nvSpPr>
          <p:cNvPr id="3056" name="Google Shape;3056;p10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Timeline</a:t>
            </a:r>
            <a:endParaRPr/>
          </a:p>
        </p:txBody>
      </p:sp>
      <p:grpSp>
        <p:nvGrpSpPr>
          <p:cNvPr id="3057" name="Google Shape;3057;p100"/>
          <p:cNvGrpSpPr/>
          <p:nvPr/>
        </p:nvGrpSpPr>
        <p:grpSpPr>
          <a:xfrm>
            <a:off x="931042" y="1532487"/>
            <a:ext cx="1709620" cy="1709231"/>
            <a:chOff x="2522250" y="2560850"/>
            <a:chExt cx="1057475" cy="1057300"/>
          </a:xfrm>
        </p:grpSpPr>
        <p:sp>
          <p:nvSpPr>
            <p:cNvPr id="3058" name="Google Shape;3058;p100"/>
            <p:cNvSpPr/>
            <p:nvPr/>
          </p:nvSpPr>
          <p:spPr>
            <a:xfrm>
              <a:off x="2522250" y="2582750"/>
              <a:ext cx="1057475" cy="1013225"/>
            </a:xfrm>
            <a:custGeom>
              <a:avLst/>
              <a:gdLst/>
              <a:ahLst/>
              <a:cxnLst/>
              <a:rect l="l" t="t" r="r" b="b"/>
              <a:pathLst>
                <a:path w="42299" h="40529" extrusionOk="0">
                  <a:moveTo>
                    <a:pt x="21149" y="1840"/>
                  </a:moveTo>
                  <a:cubicBezTo>
                    <a:pt x="31317" y="1840"/>
                    <a:pt x="39556" y="10091"/>
                    <a:pt x="39556" y="20258"/>
                  </a:cubicBezTo>
                  <a:cubicBezTo>
                    <a:pt x="39556" y="30426"/>
                    <a:pt x="31317" y="38666"/>
                    <a:pt x="21149" y="38666"/>
                  </a:cubicBezTo>
                  <a:cubicBezTo>
                    <a:pt x="10981" y="38666"/>
                    <a:pt x="2742" y="30426"/>
                    <a:pt x="2742" y="20258"/>
                  </a:cubicBezTo>
                  <a:cubicBezTo>
                    <a:pt x="2742" y="10091"/>
                    <a:pt x="10981" y="1840"/>
                    <a:pt x="21149" y="1840"/>
                  </a:cubicBezTo>
                  <a:close/>
                  <a:moveTo>
                    <a:pt x="21154" y="0"/>
                  </a:moveTo>
                  <a:cubicBezTo>
                    <a:pt x="9417" y="0"/>
                    <a:pt x="0" y="9978"/>
                    <a:pt x="956" y="21913"/>
                  </a:cubicBezTo>
                  <a:cubicBezTo>
                    <a:pt x="1730" y="31736"/>
                    <a:pt x="9695" y="39689"/>
                    <a:pt x="19518" y="40463"/>
                  </a:cubicBezTo>
                  <a:cubicBezTo>
                    <a:pt x="20072" y="40507"/>
                    <a:pt x="20622" y="40529"/>
                    <a:pt x="21166" y="40529"/>
                  </a:cubicBezTo>
                  <a:cubicBezTo>
                    <a:pt x="32892" y="40529"/>
                    <a:pt x="42299" y="30551"/>
                    <a:pt x="41366" y="18615"/>
                  </a:cubicBezTo>
                  <a:cubicBezTo>
                    <a:pt x="40580" y="8793"/>
                    <a:pt x="32627" y="839"/>
                    <a:pt x="22804" y="66"/>
                  </a:cubicBezTo>
                  <a:cubicBezTo>
                    <a:pt x="22250" y="22"/>
                    <a:pt x="21699" y="0"/>
                    <a:pt x="211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100"/>
            <p:cNvSpPr/>
            <p:nvPr/>
          </p:nvSpPr>
          <p:spPr>
            <a:xfrm>
              <a:off x="2590800" y="2629025"/>
              <a:ext cx="920375" cy="920375"/>
            </a:xfrm>
            <a:custGeom>
              <a:avLst/>
              <a:gdLst/>
              <a:ahLst/>
              <a:cxnLst/>
              <a:rect l="l" t="t" r="r" b="b"/>
              <a:pathLst>
                <a:path w="36815" h="36815" extrusionOk="0">
                  <a:moveTo>
                    <a:pt x="19855" y="2345"/>
                  </a:moveTo>
                  <a:cubicBezTo>
                    <a:pt x="19869" y="2345"/>
                    <a:pt x="19882" y="2345"/>
                    <a:pt x="19895" y="2346"/>
                  </a:cubicBezTo>
                  <a:cubicBezTo>
                    <a:pt x="23086" y="2644"/>
                    <a:pt x="26003" y="3870"/>
                    <a:pt x="28385" y="5739"/>
                  </a:cubicBezTo>
                  <a:cubicBezTo>
                    <a:pt x="28658" y="5965"/>
                    <a:pt x="28682" y="6394"/>
                    <a:pt x="28420" y="6668"/>
                  </a:cubicBezTo>
                  <a:lnTo>
                    <a:pt x="20276" y="14800"/>
                  </a:lnTo>
                  <a:cubicBezTo>
                    <a:pt x="20152" y="14928"/>
                    <a:pt x="19998" y="14985"/>
                    <a:pt x="19846" y="14985"/>
                  </a:cubicBezTo>
                  <a:cubicBezTo>
                    <a:pt x="19532" y="14985"/>
                    <a:pt x="19229" y="14740"/>
                    <a:pt x="19229" y="14371"/>
                  </a:cubicBezTo>
                  <a:lnTo>
                    <a:pt x="19229" y="2977"/>
                  </a:lnTo>
                  <a:cubicBezTo>
                    <a:pt x="19229" y="2633"/>
                    <a:pt x="19515" y="2345"/>
                    <a:pt x="19855" y="2345"/>
                  </a:cubicBezTo>
                  <a:close/>
                  <a:moveTo>
                    <a:pt x="16513" y="2415"/>
                  </a:moveTo>
                  <a:cubicBezTo>
                    <a:pt x="16847" y="2415"/>
                    <a:pt x="17145" y="2700"/>
                    <a:pt x="17145" y="3048"/>
                  </a:cubicBezTo>
                  <a:lnTo>
                    <a:pt x="17145" y="14383"/>
                  </a:lnTo>
                  <a:lnTo>
                    <a:pt x="17157" y="14383"/>
                  </a:lnTo>
                  <a:cubicBezTo>
                    <a:pt x="17157" y="14761"/>
                    <a:pt x="16853" y="15003"/>
                    <a:pt x="16534" y="15003"/>
                  </a:cubicBezTo>
                  <a:cubicBezTo>
                    <a:pt x="16381" y="15003"/>
                    <a:pt x="16225" y="14947"/>
                    <a:pt x="16097" y="14824"/>
                  </a:cubicBezTo>
                  <a:lnTo>
                    <a:pt x="8156" y="6870"/>
                  </a:lnTo>
                  <a:cubicBezTo>
                    <a:pt x="7906" y="6620"/>
                    <a:pt x="7918" y="6192"/>
                    <a:pt x="8180" y="5965"/>
                  </a:cubicBezTo>
                  <a:cubicBezTo>
                    <a:pt x="10489" y="4060"/>
                    <a:pt x="13347" y="2798"/>
                    <a:pt x="16454" y="2417"/>
                  </a:cubicBezTo>
                  <a:cubicBezTo>
                    <a:pt x="16474" y="2415"/>
                    <a:pt x="16493" y="2415"/>
                    <a:pt x="16513" y="2415"/>
                  </a:cubicBezTo>
                  <a:close/>
                  <a:moveTo>
                    <a:pt x="6261" y="8181"/>
                  </a:moveTo>
                  <a:cubicBezTo>
                    <a:pt x="6422" y="8181"/>
                    <a:pt x="6586" y="8241"/>
                    <a:pt x="6715" y="8359"/>
                  </a:cubicBezTo>
                  <a:lnTo>
                    <a:pt x="14633" y="16276"/>
                  </a:lnTo>
                  <a:cubicBezTo>
                    <a:pt x="15014" y="16669"/>
                    <a:pt x="14752" y="17336"/>
                    <a:pt x="14192" y="17336"/>
                  </a:cubicBezTo>
                  <a:lnTo>
                    <a:pt x="3024" y="17336"/>
                  </a:lnTo>
                  <a:cubicBezTo>
                    <a:pt x="2667" y="17336"/>
                    <a:pt x="2369" y="17026"/>
                    <a:pt x="2393" y="16669"/>
                  </a:cubicBezTo>
                  <a:cubicBezTo>
                    <a:pt x="2727" y="13574"/>
                    <a:pt x="3941" y="10728"/>
                    <a:pt x="5786" y="8406"/>
                  </a:cubicBezTo>
                  <a:cubicBezTo>
                    <a:pt x="5906" y="8255"/>
                    <a:pt x="6082" y="8181"/>
                    <a:pt x="6261" y="8181"/>
                  </a:cubicBezTo>
                  <a:close/>
                  <a:moveTo>
                    <a:pt x="30371" y="7924"/>
                  </a:moveTo>
                  <a:cubicBezTo>
                    <a:pt x="30545" y="7924"/>
                    <a:pt x="30719" y="7996"/>
                    <a:pt x="30837" y="8132"/>
                  </a:cubicBezTo>
                  <a:cubicBezTo>
                    <a:pt x="32802" y="10502"/>
                    <a:pt x="34076" y="13431"/>
                    <a:pt x="34433" y="16645"/>
                  </a:cubicBezTo>
                  <a:cubicBezTo>
                    <a:pt x="34469" y="17026"/>
                    <a:pt x="34171" y="17336"/>
                    <a:pt x="33814" y="17336"/>
                  </a:cubicBezTo>
                  <a:lnTo>
                    <a:pt x="22193" y="17336"/>
                  </a:lnTo>
                  <a:cubicBezTo>
                    <a:pt x="21634" y="17336"/>
                    <a:pt x="21372" y="16669"/>
                    <a:pt x="21753" y="16276"/>
                  </a:cubicBezTo>
                  <a:lnTo>
                    <a:pt x="29932" y="8109"/>
                  </a:lnTo>
                  <a:cubicBezTo>
                    <a:pt x="30052" y="7984"/>
                    <a:pt x="30212" y="7924"/>
                    <a:pt x="30371" y="7924"/>
                  </a:cubicBezTo>
                  <a:close/>
                  <a:moveTo>
                    <a:pt x="14192" y="19420"/>
                  </a:moveTo>
                  <a:cubicBezTo>
                    <a:pt x="14752" y="19420"/>
                    <a:pt x="15014" y="20086"/>
                    <a:pt x="14633" y="20479"/>
                  </a:cubicBezTo>
                  <a:lnTo>
                    <a:pt x="6679" y="28421"/>
                  </a:lnTo>
                  <a:cubicBezTo>
                    <a:pt x="6561" y="28539"/>
                    <a:pt x="6398" y="28598"/>
                    <a:pt x="6236" y="28598"/>
                  </a:cubicBezTo>
                  <a:cubicBezTo>
                    <a:pt x="6055" y="28598"/>
                    <a:pt x="5876" y="28524"/>
                    <a:pt x="5763" y="28373"/>
                  </a:cubicBezTo>
                  <a:cubicBezTo>
                    <a:pt x="3917" y="26039"/>
                    <a:pt x="2703" y="23194"/>
                    <a:pt x="2381" y="20086"/>
                  </a:cubicBezTo>
                  <a:cubicBezTo>
                    <a:pt x="2334" y="19729"/>
                    <a:pt x="2631" y="19420"/>
                    <a:pt x="3000" y="19420"/>
                  </a:cubicBezTo>
                  <a:close/>
                  <a:moveTo>
                    <a:pt x="33814" y="19420"/>
                  </a:moveTo>
                  <a:cubicBezTo>
                    <a:pt x="34171" y="19420"/>
                    <a:pt x="34469" y="19729"/>
                    <a:pt x="34421" y="20086"/>
                  </a:cubicBezTo>
                  <a:cubicBezTo>
                    <a:pt x="34100" y="23313"/>
                    <a:pt x="32814" y="26254"/>
                    <a:pt x="30849" y="28635"/>
                  </a:cubicBezTo>
                  <a:cubicBezTo>
                    <a:pt x="30733" y="28775"/>
                    <a:pt x="30565" y="28843"/>
                    <a:pt x="30394" y="28843"/>
                  </a:cubicBezTo>
                  <a:cubicBezTo>
                    <a:pt x="30231" y="28843"/>
                    <a:pt x="30066" y="28781"/>
                    <a:pt x="29944" y="28659"/>
                  </a:cubicBezTo>
                  <a:lnTo>
                    <a:pt x="21753" y="20479"/>
                  </a:lnTo>
                  <a:cubicBezTo>
                    <a:pt x="21372" y="20086"/>
                    <a:pt x="21634" y="19420"/>
                    <a:pt x="22193" y="19420"/>
                  </a:cubicBezTo>
                  <a:close/>
                  <a:moveTo>
                    <a:pt x="16534" y="21764"/>
                  </a:moveTo>
                  <a:cubicBezTo>
                    <a:pt x="16853" y="21764"/>
                    <a:pt x="17157" y="22006"/>
                    <a:pt x="17157" y="22384"/>
                  </a:cubicBezTo>
                  <a:lnTo>
                    <a:pt x="17157" y="33778"/>
                  </a:lnTo>
                  <a:cubicBezTo>
                    <a:pt x="17157" y="34133"/>
                    <a:pt x="16871" y="34411"/>
                    <a:pt x="16521" y="34411"/>
                  </a:cubicBezTo>
                  <a:cubicBezTo>
                    <a:pt x="16507" y="34411"/>
                    <a:pt x="16493" y="34410"/>
                    <a:pt x="16478" y="34409"/>
                  </a:cubicBezTo>
                  <a:cubicBezTo>
                    <a:pt x="13335" y="34028"/>
                    <a:pt x="10478" y="32755"/>
                    <a:pt x="8156" y="30838"/>
                  </a:cubicBezTo>
                  <a:cubicBezTo>
                    <a:pt x="7870" y="30611"/>
                    <a:pt x="7870" y="30183"/>
                    <a:pt x="8120" y="29921"/>
                  </a:cubicBezTo>
                  <a:lnTo>
                    <a:pt x="16097" y="21944"/>
                  </a:lnTo>
                  <a:cubicBezTo>
                    <a:pt x="16225" y="21820"/>
                    <a:pt x="16381" y="21764"/>
                    <a:pt x="16534" y="21764"/>
                  </a:cubicBezTo>
                  <a:close/>
                  <a:moveTo>
                    <a:pt x="19849" y="21746"/>
                  </a:moveTo>
                  <a:cubicBezTo>
                    <a:pt x="20003" y="21746"/>
                    <a:pt x="20160" y="21804"/>
                    <a:pt x="20288" y="21932"/>
                  </a:cubicBezTo>
                  <a:lnTo>
                    <a:pt x="28456" y="30099"/>
                  </a:lnTo>
                  <a:cubicBezTo>
                    <a:pt x="28706" y="30373"/>
                    <a:pt x="28694" y="30802"/>
                    <a:pt x="28408" y="31028"/>
                  </a:cubicBezTo>
                  <a:cubicBezTo>
                    <a:pt x="26027" y="32921"/>
                    <a:pt x="23098" y="34148"/>
                    <a:pt x="19895" y="34445"/>
                  </a:cubicBezTo>
                  <a:cubicBezTo>
                    <a:pt x="19875" y="34447"/>
                    <a:pt x="19855" y="34448"/>
                    <a:pt x="19835" y="34448"/>
                  </a:cubicBezTo>
                  <a:cubicBezTo>
                    <a:pt x="19504" y="34448"/>
                    <a:pt x="19229" y="34174"/>
                    <a:pt x="19229" y="33826"/>
                  </a:cubicBezTo>
                  <a:lnTo>
                    <a:pt x="19229" y="22360"/>
                  </a:lnTo>
                  <a:cubicBezTo>
                    <a:pt x="19229" y="21991"/>
                    <a:pt x="19532" y="21746"/>
                    <a:pt x="19849" y="21746"/>
                  </a:cubicBezTo>
                  <a:close/>
                  <a:moveTo>
                    <a:pt x="18407" y="0"/>
                  </a:moveTo>
                  <a:cubicBezTo>
                    <a:pt x="8239" y="0"/>
                    <a:pt x="0" y="8240"/>
                    <a:pt x="0" y="18407"/>
                  </a:cubicBezTo>
                  <a:cubicBezTo>
                    <a:pt x="0" y="28575"/>
                    <a:pt x="8239" y="36815"/>
                    <a:pt x="18407" y="36815"/>
                  </a:cubicBezTo>
                  <a:cubicBezTo>
                    <a:pt x="28575" y="36815"/>
                    <a:pt x="36814" y="28575"/>
                    <a:pt x="36814" y="18407"/>
                  </a:cubicBezTo>
                  <a:cubicBezTo>
                    <a:pt x="36814" y="8240"/>
                    <a:pt x="28575" y="0"/>
                    <a:pt x="184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100"/>
            <p:cNvSpPr/>
            <p:nvPr/>
          </p:nvSpPr>
          <p:spPr>
            <a:xfrm>
              <a:off x="2522325" y="2560850"/>
              <a:ext cx="1057300" cy="1057300"/>
            </a:xfrm>
            <a:custGeom>
              <a:avLst/>
              <a:gdLst/>
              <a:ahLst/>
              <a:cxnLst/>
              <a:rect l="l" t="t" r="r" b="b"/>
              <a:pathLst>
                <a:path w="42292" h="42292" extrusionOk="0">
                  <a:moveTo>
                    <a:pt x="21146" y="1382"/>
                  </a:moveTo>
                  <a:cubicBezTo>
                    <a:pt x="32040" y="1382"/>
                    <a:pt x="40899" y="10240"/>
                    <a:pt x="40899" y="21134"/>
                  </a:cubicBezTo>
                  <a:cubicBezTo>
                    <a:pt x="40899" y="32029"/>
                    <a:pt x="32040" y="40887"/>
                    <a:pt x="21146" y="40887"/>
                  </a:cubicBezTo>
                  <a:cubicBezTo>
                    <a:pt x="10252" y="40887"/>
                    <a:pt x="1394" y="32029"/>
                    <a:pt x="1394" y="21134"/>
                  </a:cubicBezTo>
                  <a:cubicBezTo>
                    <a:pt x="1394" y="10240"/>
                    <a:pt x="10252" y="1382"/>
                    <a:pt x="21146" y="1382"/>
                  </a:cubicBezTo>
                  <a:close/>
                  <a:moveTo>
                    <a:pt x="21146" y="1"/>
                  </a:moveTo>
                  <a:cubicBezTo>
                    <a:pt x="9466" y="1"/>
                    <a:pt x="1" y="9466"/>
                    <a:pt x="1" y="21146"/>
                  </a:cubicBezTo>
                  <a:cubicBezTo>
                    <a:pt x="1" y="32826"/>
                    <a:pt x="9466" y="42292"/>
                    <a:pt x="21146" y="42292"/>
                  </a:cubicBezTo>
                  <a:cubicBezTo>
                    <a:pt x="32826" y="42292"/>
                    <a:pt x="42292" y="32826"/>
                    <a:pt x="42292" y="21146"/>
                  </a:cubicBezTo>
                  <a:cubicBezTo>
                    <a:pt x="42292" y="9466"/>
                    <a:pt x="32826" y="1"/>
                    <a:pt x="211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100"/>
            <p:cNvSpPr/>
            <p:nvPr/>
          </p:nvSpPr>
          <p:spPr>
            <a:xfrm>
              <a:off x="3023875" y="3062125"/>
              <a:ext cx="54200" cy="54175"/>
            </a:xfrm>
            <a:custGeom>
              <a:avLst/>
              <a:gdLst/>
              <a:ahLst/>
              <a:cxnLst/>
              <a:rect l="l" t="t" r="r" b="b"/>
              <a:pathLst>
                <a:path w="2168" h="2167" extrusionOk="0">
                  <a:moveTo>
                    <a:pt x="1084" y="0"/>
                  </a:moveTo>
                  <a:cubicBezTo>
                    <a:pt x="489" y="0"/>
                    <a:pt x="1" y="476"/>
                    <a:pt x="1" y="1083"/>
                  </a:cubicBezTo>
                  <a:cubicBezTo>
                    <a:pt x="1" y="1679"/>
                    <a:pt x="489" y="2167"/>
                    <a:pt x="1084" y="2167"/>
                  </a:cubicBezTo>
                  <a:cubicBezTo>
                    <a:pt x="1679" y="2167"/>
                    <a:pt x="2168" y="1679"/>
                    <a:pt x="2168" y="1083"/>
                  </a:cubicBezTo>
                  <a:cubicBezTo>
                    <a:pt x="2168" y="476"/>
                    <a:pt x="1679"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00"/>
            <p:cNvSpPr/>
            <p:nvPr/>
          </p:nvSpPr>
          <p:spPr>
            <a:xfrm>
              <a:off x="3036375" y="3074625"/>
              <a:ext cx="29200" cy="29175"/>
            </a:xfrm>
            <a:custGeom>
              <a:avLst/>
              <a:gdLst/>
              <a:ahLst/>
              <a:cxnLst/>
              <a:rect l="l" t="t" r="r" b="b"/>
              <a:pathLst>
                <a:path w="1168" h="1167" extrusionOk="0">
                  <a:moveTo>
                    <a:pt x="584" y="0"/>
                  </a:moveTo>
                  <a:cubicBezTo>
                    <a:pt x="263" y="0"/>
                    <a:pt x="1" y="262"/>
                    <a:pt x="1" y="583"/>
                  </a:cubicBezTo>
                  <a:cubicBezTo>
                    <a:pt x="1" y="905"/>
                    <a:pt x="263" y="1167"/>
                    <a:pt x="584" y="1167"/>
                  </a:cubicBezTo>
                  <a:cubicBezTo>
                    <a:pt x="906" y="1167"/>
                    <a:pt x="1167" y="905"/>
                    <a:pt x="1167" y="583"/>
                  </a:cubicBezTo>
                  <a:cubicBezTo>
                    <a:pt x="1167" y="262"/>
                    <a:pt x="906" y="0"/>
                    <a:pt x="584" y="0"/>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00"/>
            <p:cNvSpPr/>
            <p:nvPr/>
          </p:nvSpPr>
          <p:spPr>
            <a:xfrm>
              <a:off x="2992025" y="3030275"/>
              <a:ext cx="117900" cy="117600"/>
            </a:xfrm>
            <a:custGeom>
              <a:avLst/>
              <a:gdLst/>
              <a:ahLst/>
              <a:cxnLst/>
              <a:rect l="l" t="t" r="r" b="b"/>
              <a:pathLst>
                <a:path w="4716" h="4704" extrusionOk="0">
                  <a:moveTo>
                    <a:pt x="2358" y="0"/>
                  </a:moveTo>
                  <a:cubicBezTo>
                    <a:pt x="1060" y="0"/>
                    <a:pt x="1" y="1060"/>
                    <a:pt x="1" y="2357"/>
                  </a:cubicBezTo>
                  <a:cubicBezTo>
                    <a:pt x="1" y="3655"/>
                    <a:pt x="1060" y="4703"/>
                    <a:pt x="2358" y="4703"/>
                  </a:cubicBezTo>
                  <a:cubicBezTo>
                    <a:pt x="3656" y="4703"/>
                    <a:pt x="4716" y="3655"/>
                    <a:pt x="4716" y="2357"/>
                  </a:cubicBezTo>
                  <a:cubicBezTo>
                    <a:pt x="4716" y="1060"/>
                    <a:pt x="3656" y="0"/>
                    <a:pt x="2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4" name="Google Shape;3064;p100"/>
          <p:cNvGrpSpPr/>
          <p:nvPr/>
        </p:nvGrpSpPr>
        <p:grpSpPr>
          <a:xfrm>
            <a:off x="3717167" y="1532487"/>
            <a:ext cx="1709620" cy="1709231"/>
            <a:chOff x="2522250" y="2560850"/>
            <a:chExt cx="1057475" cy="1057300"/>
          </a:xfrm>
        </p:grpSpPr>
        <p:sp>
          <p:nvSpPr>
            <p:cNvPr id="3065" name="Google Shape;3065;p100"/>
            <p:cNvSpPr/>
            <p:nvPr/>
          </p:nvSpPr>
          <p:spPr>
            <a:xfrm>
              <a:off x="2522250" y="2582750"/>
              <a:ext cx="1057475" cy="1013225"/>
            </a:xfrm>
            <a:custGeom>
              <a:avLst/>
              <a:gdLst/>
              <a:ahLst/>
              <a:cxnLst/>
              <a:rect l="l" t="t" r="r" b="b"/>
              <a:pathLst>
                <a:path w="42299" h="40529" extrusionOk="0">
                  <a:moveTo>
                    <a:pt x="21149" y="1840"/>
                  </a:moveTo>
                  <a:cubicBezTo>
                    <a:pt x="31317" y="1840"/>
                    <a:pt x="39556" y="10091"/>
                    <a:pt x="39556" y="20258"/>
                  </a:cubicBezTo>
                  <a:cubicBezTo>
                    <a:pt x="39556" y="30426"/>
                    <a:pt x="31317" y="38666"/>
                    <a:pt x="21149" y="38666"/>
                  </a:cubicBezTo>
                  <a:cubicBezTo>
                    <a:pt x="10981" y="38666"/>
                    <a:pt x="2742" y="30426"/>
                    <a:pt x="2742" y="20258"/>
                  </a:cubicBezTo>
                  <a:cubicBezTo>
                    <a:pt x="2742" y="10091"/>
                    <a:pt x="10981" y="1840"/>
                    <a:pt x="21149" y="1840"/>
                  </a:cubicBezTo>
                  <a:close/>
                  <a:moveTo>
                    <a:pt x="21154" y="0"/>
                  </a:moveTo>
                  <a:cubicBezTo>
                    <a:pt x="9417" y="0"/>
                    <a:pt x="0" y="9978"/>
                    <a:pt x="956" y="21913"/>
                  </a:cubicBezTo>
                  <a:cubicBezTo>
                    <a:pt x="1730" y="31736"/>
                    <a:pt x="9695" y="39689"/>
                    <a:pt x="19518" y="40463"/>
                  </a:cubicBezTo>
                  <a:cubicBezTo>
                    <a:pt x="20072" y="40507"/>
                    <a:pt x="20622" y="40529"/>
                    <a:pt x="21166" y="40529"/>
                  </a:cubicBezTo>
                  <a:cubicBezTo>
                    <a:pt x="32892" y="40529"/>
                    <a:pt x="42299" y="30551"/>
                    <a:pt x="41366" y="18615"/>
                  </a:cubicBezTo>
                  <a:cubicBezTo>
                    <a:pt x="40580" y="8793"/>
                    <a:pt x="32627" y="839"/>
                    <a:pt x="22804" y="66"/>
                  </a:cubicBezTo>
                  <a:cubicBezTo>
                    <a:pt x="22250" y="22"/>
                    <a:pt x="21699" y="0"/>
                    <a:pt x="211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100"/>
            <p:cNvSpPr/>
            <p:nvPr/>
          </p:nvSpPr>
          <p:spPr>
            <a:xfrm>
              <a:off x="2590800" y="2629025"/>
              <a:ext cx="920375" cy="920375"/>
            </a:xfrm>
            <a:custGeom>
              <a:avLst/>
              <a:gdLst/>
              <a:ahLst/>
              <a:cxnLst/>
              <a:rect l="l" t="t" r="r" b="b"/>
              <a:pathLst>
                <a:path w="36815" h="36815" extrusionOk="0">
                  <a:moveTo>
                    <a:pt x="19855" y="2345"/>
                  </a:moveTo>
                  <a:cubicBezTo>
                    <a:pt x="19869" y="2345"/>
                    <a:pt x="19882" y="2345"/>
                    <a:pt x="19895" y="2346"/>
                  </a:cubicBezTo>
                  <a:cubicBezTo>
                    <a:pt x="23086" y="2644"/>
                    <a:pt x="26003" y="3870"/>
                    <a:pt x="28385" y="5739"/>
                  </a:cubicBezTo>
                  <a:cubicBezTo>
                    <a:pt x="28658" y="5965"/>
                    <a:pt x="28682" y="6394"/>
                    <a:pt x="28420" y="6668"/>
                  </a:cubicBezTo>
                  <a:lnTo>
                    <a:pt x="20276" y="14800"/>
                  </a:lnTo>
                  <a:cubicBezTo>
                    <a:pt x="20152" y="14928"/>
                    <a:pt x="19998" y="14985"/>
                    <a:pt x="19846" y="14985"/>
                  </a:cubicBezTo>
                  <a:cubicBezTo>
                    <a:pt x="19532" y="14985"/>
                    <a:pt x="19229" y="14740"/>
                    <a:pt x="19229" y="14371"/>
                  </a:cubicBezTo>
                  <a:lnTo>
                    <a:pt x="19229" y="2977"/>
                  </a:lnTo>
                  <a:cubicBezTo>
                    <a:pt x="19229" y="2633"/>
                    <a:pt x="19515" y="2345"/>
                    <a:pt x="19855" y="2345"/>
                  </a:cubicBezTo>
                  <a:close/>
                  <a:moveTo>
                    <a:pt x="16513" y="2415"/>
                  </a:moveTo>
                  <a:cubicBezTo>
                    <a:pt x="16847" y="2415"/>
                    <a:pt x="17145" y="2700"/>
                    <a:pt x="17145" y="3048"/>
                  </a:cubicBezTo>
                  <a:lnTo>
                    <a:pt x="17145" y="14383"/>
                  </a:lnTo>
                  <a:lnTo>
                    <a:pt x="17157" y="14383"/>
                  </a:lnTo>
                  <a:cubicBezTo>
                    <a:pt x="17157" y="14761"/>
                    <a:pt x="16853" y="15003"/>
                    <a:pt x="16534" y="15003"/>
                  </a:cubicBezTo>
                  <a:cubicBezTo>
                    <a:pt x="16381" y="15003"/>
                    <a:pt x="16225" y="14947"/>
                    <a:pt x="16097" y="14824"/>
                  </a:cubicBezTo>
                  <a:lnTo>
                    <a:pt x="8156" y="6870"/>
                  </a:lnTo>
                  <a:cubicBezTo>
                    <a:pt x="7906" y="6620"/>
                    <a:pt x="7918" y="6192"/>
                    <a:pt x="8180" y="5965"/>
                  </a:cubicBezTo>
                  <a:cubicBezTo>
                    <a:pt x="10489" y="4060"/>
                    <a:pt x="13347" y="2798"/>
                    <a:pt x="16454" y="2417"/>
                  </a:cubicBezTo>
                  <a:cubicBezTo>
                    <a:pt x="16474" y="2415"/>
                    <a:pt x="16493" y="2415"/>
                    <a:pt x="16513" y="2415"/>
                  </a:cubicBezTo>
                  <a:close/>
                  <a:moveTo>
                    <a:pt x="6261" y="8181"/>
                  </a:moveTo>
                  <a:cubicBezTo>
                    <a:pt x="6422" y="8181"/>
                    <a:pt x="6586" y="8241"/>
                    <a:pt x="6715" y="8359"/>
                  </a:cubicBezTo>
                  <a:lnTo>
                    <a:pt x="14633" y="16276"/>
                  </a:lnTo>
                  <a:cubicBezTo>
                    <a:pt x="15014" y="16669"/>
                    <a:pt x="14752" y="17336"/>
                    <a:pt x="14192" y="17336"/>
                  </a:cubicBezTo>
                  <a:lnTo>
                    <a:pt x="3024" y="17336"/>
                  </a:lnTo>
                  <a:cubicBezTo>
                    <a:pt x="2667" y="17336"/>
                    <a:pt x="2369" y="17026"/>
                    <a:pt x="2393" y="16669"/>
                  </a:cubicBezTo>
                  <a:cubicBezTo>
                    <a:pt x="2727" y="13574"/>
                    <a:pt x="3941" y="10728"/>
                    <a:pt x="5786" y="8406"/>
                  </a:cubicBezTo>
                  <a:cubicBezTo>
                    <a:pt x="5906" y="8255"/>
                    <a:pt x="6082" y="8181"/>
                    <a:pt x="6261" y="8181"/>
                  </a:cubicBezTo>
                  <a:close/>
                  <a:moveTo>
                    <a:pt x="30371" y="7924"/>
                  </a:moveTo>
                  <a:cubicBezTo>
                    <a:pt x="30545" y="7924"/>
                    <a:pt x="30719" y="7996"/>
                    <a:pt x="30837" y="8132"/>
                  </a:cubicBezTo>
                  <a:cubicBezTo>
                    <a:pt x="32802" y="10502"/>
                    <a:pt x="34076" y="13431"/>
                    <a:pt x="34433" y="16645"/>
                  </a:cubicBezTo>
                  <a:cubicBezTo>
                    <a:pt x="34469" y="17026"/>
                    <a:pt x="34171" y="17336"/>
                    <a:pt x="33814" y="17336"/>
                  </a:cubicBezTo>
                  <a:lnTo>
                    <a:pt x="22193" y="17336"/>
                  </a:lnTo>
                  <a:cubicBezTo>
                    <a:pt x="21634" y="17336"/>
                    <a:pt x="21372" y="16669"/>
                    <a:pt x="21753" y="16276"/>
                  </a:cubicBezTo>
                  <a:lnTo>
                    <a:pt x="29932" y="8109"/>
                  </a:lnTo>
                  <a:cubicBezTo>
                    <a:pt x="30052" y="7984"/>
                    <a:pt x="30212" y="7924"/>
                    <a:pt x="30371" y="7924"/>
                  </a:cubicBezTo>
                  <a:close/>
                  <a:moveTo>
                    <a:pt x="14192" y="19420"/>
                  </a:moveTo>
                  <a:cubicBezTo>
                    <a:pt x="14752" y="19420"/>
                    <a:pt x="15014" y="20086"/>
                    <a:pt x="14633" y="20479"/>
                  </a:cubicBezTo>
                  <a:lnTo>
                    <a:pt x="6679" y="28421"/>
                  </a:lnTo>
                  <a:cubicBezTo>
                    <a:pt x="6561" y="28539"/>
                    <a:pt x="6398" y="28598"/>
                    <a:pt x="6236" y="28598"/>
                  </a:cubicBezTo>
                  <a:cubicBezTo>
                    <a:pt x="6055" y="28598"/>
                    <a:pt x="5876" y="28524"/>
                    <a:pt x="5763" y="28373"/>
                  </a:cubicBezTo>
                  <a:cubicBezTo>
                    <a:pt x="3917" y="26039"/>
                    <a:pt x="2703" y="23194"/>
                    <a:pt x="2381" y="20086"/>
                  </a:cubicBezTo>
                  <a:cubicBezTo>
                    <a:pt x="2334" y="19729"/>
                    <a:pt x="2631" y="19420"/>
                    <a:pt x="3000" y="19420"/>
                  </a:cubicBezTo>
                  <a:close/>
                  <a:moveTo>
                    <a:pt x="33814" y="19420"/>
                  </a:moveTo>
                  <a:cubicBezTo>
                    <a:pt x="34171" y="19420"/>
                    <a:pt x="34469" y="19729"/>
                    <a:pt x="34421" y="20086"/>
                  </a:cubicBezTo>
                  <a:cubicBezTo>
                    <a:pt x="34100" y="23313"/>
                    <a:pt x="32814" y="26254"/>
                    <a:pt x="30849" y="28635"/>
                  </a:cubicBezTo>
                  <a:cubicBezTo>
                    <a:pt x="30733" y="28775"/>
                    <a:pt x="30565" y="28843"/>
                    <a:pt x="30394" y="28843"/>
                  </a:cubicBezTo>
                  <a:cubicBezTo>
                    <a:pt x="30231" y="28843"/>
                    <a:pt x="30066" y="28781"/>
                    <a:pt x="29944" y="28659"/>
                  </a:cubicBezTo>
                  <a:lnTo>
                    <a:pt x="21753" y="20479"/>
                  </a:lnTo>
                  <a:cubicBezTo>
                    <a:pt x="21372" y="20086"/>
                    <a:pt x="21634" y="19420"/>
                    <a:pt x="22193" y="19420"/>
                  </a:cubicBezTo>
                  <a:close/>
                  <a:moveTo>
                    <a:pt x="16534" y="21764"/>
                  </a:moveTo>
                  <a:cubicBezTo>
                    <a:pt x="16853" y="21764"/>
                    <a:pt x="17157" y="22006"/>
                    <a:pt x="17157" y="22384"/>
                  </a:cubicBezTo>
                  <a:lnTo>
                    <a:pt x="17157" y="33778"/>
                  </a:lnTo>
                  <a:cubicBezTo>
                    <a:pt x="17157" y="34133"/>
                    <a:pt x="16871" y="34411"/>
                    <a:pt x="16521" y="34411"/>
                  </a:cubicBezTo>
                  <a:cubicBezTo>
                    <a:pt x="16507" y="34411"/>
                    <a:pt x="16493" y="34410"/>
                    <a:pt x="16478" y="34409"/>
                  </a:cubicBezTo>
                  <a:cubicBezTo>
                    <a:pt x="13335" y="34028"/>
                    <a:pt x="10478" y="32755"/>
                    <a:pt x="8156" y="30838"/>
                  </a:cubicBezTo>
                  <a:cubicBezTo>
                    <a:pt x="7870" y="30611"/>
                    <a:pt x="7870" y="30183"/>
                    <a:pt x="8120" y="29921"/>
                  </a:cubicBezTo>
                  <a:lnTo>
                    <a:pt x="16097" y="21944"/>
                  </a:lnTo>
                  <a:cubicBezTo>
                    <a:pt x="16225" y="21820"/>
                    <a:pt x="16381" y="21764"/>
                    <a:pt x="16534" y="21764"/>
                  </a:cubicBezTo>
                  <a:close/>
                  <a:moveTo>
                    <a:pt x="19849" y="21746"/>
                  </a:moveTo>
                  <a:cubicBezTo>
                    <a:pt x="20003" y="21746"/>
                    <a:pt x="20160" y="21804"/>
                    <a:pt x="20288" y="21932"/>
                  </a:cubicBezTo>
                  <a:lnTo>
                    <a:pt x="28456" y="30099"/>
                  </a:lnTo>
                  <a:cubicBezTo>
                    <a:pt x="28706" y="30373"/>
                    <a:pt x="28694" y="30802"/>
                    <a:pt x="28408" y="31028"/>
                  </a:cubicBezTo>
                  <a:cubicBezTo>
                    <a:pt x="26027" y="32921"/>
                    <a:pt x="23098" y="34148"/>
                    <a:pt x="19895" y="34445"/>
                  </a:cubicBezTo>
                  <a:cubicBezTo>
                    <a:pt x="19875" y="34447"/>
                    <a:pt x="19855" y="34448"/>
                    <a:pt x="19835" y="34448"/>
                  </a:cubicBezTo>
                  <a:cubicBezTo>
                    <a:pt x="19504" y="34448"/>
                    <a:pt x="19229" y="34174"/>
                    <a:pt x="19229" y="33826"/>
                  </a:cubicBezTo>
                  <a:lnTo>
                    <a:pt x="19229" y="22360"/>
                  </a:lnTo>
                  <a:cubicBezTo>
                    <a:pt x="19229" y="21991"/>
                    <a:pt x="19532" y="21746"/>
                    <a:pt x="19849" y="21746"/>
                  </a:cubicBezTo>
                  <a:close/>
                  <a:moveTo>
                    <a:pt x="18407" y="0"/>
                  </a:moveTo>
                  <a:cubicBezTo>
                    <a:pt x="8239" y="0"/>
                    <a:pt x="0" y="8240"/>
                    <a:pt x="0" y="18407"/>
                  </a:cubicBezTo>
                  <a:cubicBezTo>
                    <a:pt x="0" y="28575"/>
                    <a:pt x="8239" y="36815"/>
                    <a:pt x="18407" y="36815"/>
                  </a:cubicBezTo>
                  <a:cubicBezTo>
                    <a:pt x="28575" y="36815"/>
                    <a:pt x="36814" y="28575"/>
                    <a:pt x="36814" y="18407"/>
                  </a:cubicBezTo>
                  <a:cubicBezTo>
                    <a:pt x="36814" y="8240"/>
                    <a:pt x="28575" y="0"/>
                    <a:pt x="184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100"/>
            <p:cNvSpPr/>
            <p:nvPr/>
          </p:nvSpPr>
          <p:spPr>
            <a:xfrm>
              <a:off x="2522325" y="2560850"/>
              <a:ext cx="1057300" cy="1057300"/>
            </a:xfrm>
            <a:custGeom>
              <a:avLst/>
              <a:gdLst/>
              <a:ahLst/>
              <a:cxnLst/>
              <a:rect l="l" t="t" r="r" b="b"/>
              <a:pathLst>
                <a:path w="42292" h="42292" extrusionOk="0">
                  <a:moveTo>
                    <a:pt x="21146" y="1382"/>
                  </a:moveTo>
                  <a:cubicBezTo>
                    <a:pt x="32040" y="1382"/>
                    <a:pt x="40899" y="10240"/>
                    <a:pt x="40899" y="21134"/>
                  </a:cubicBezTo>
                  <a:cubicBezTo>
                    <a:pt x="40899" y="32029"/>
                    <a:pt x="32040" y="40887"/>
                    <a:pt x="21146" y="40887"/>
                  </a:cubicBezTo>
                  <a:cubicBezTo>
                    <a:pt x="10252" y="40887"/>
                    <a:pt x="1394" y="32029"/>
                    <a:pt x="1394" y="21134"/>
                  </a:cubicBezTo>
                  <a:cubicBezTo>
                    <a:pt x="1394" y="10240"/>
                    <a:pt x="10252" y="1382"/>
                    <a:pt x="21146" y="1382"/>
                  </a:cubicBezTo>
                  <a:close/>
                  <a:moveTo>
                    <a:pt x="21146" y="1"/>
                  </a:moveTo>
                  <a:cubicBezTo>
                    <a:pt x="9466" y="1"/>
                    <a:pt x="1" y="9466"/>
                    <a:pt x="1" y="21146"/>
                  </a:cubicBezTo>
                  <a:cubicBezTo>
                    <a:pt x="1" y="32826"/>
                    <a:pt x="9466" y="42292"/>
                    <a:pt x="21146" y="42292"/>
                  </a:cubicBezTo>
                  <a:cubicBezTo>
                    <a:pt x="32826" y="42292"/>
                    <a:pt x="42292" y="32826"/>
                    <a:pt x="42292" y="21146"/>
                  </a:cubicBezTo>
                  <a:cubicBezTo>
                    <a:pt x="42292" y="9466"/>
                    <a:pt x="32826" y="1"/>
                    <a:pt x="211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00"/>
            <p:cNvSpPr/>
            <p:nvPr/>
          </p:nvSpPr>
          <p:spPr>
            <a:xfrm>
              <a:off x="3023875" y="3062125"/>
              <a:ext cx="54200" cy="54175"/>
            </a:xfrm>
            <a:custGeom>
              <a:avLst/>
              <a:gdLst/>
              <a:ahLst/>
              <a:cxnLst/>
              <a:rect l="l" t="t" r="r" b="b"/>
              <a:pathLst>
                <a:path w="2168" h="2167" extrusionOk="0">
                  <a:moveTo>
                    <a:pt x="1084" y="0"/>
                  </a:moveTo>
                  <a:cubicBezTo>
                    <a:pt x="489" y="0"/>
                    <a:pt x="1" y="476"/>
                    <a:pt x="1" y="1083"/>
                  </a:cubicBezTo>
                  <a:cubicBezTo>
                    <a:pt x="1" y="1679"/>
                    <a:pt x="489" y="2167"/>
                    <a:pt x="1084" y="2167"/>
                  </a:cubicBezTo>
                  <a:cubicBezTo>
                    <a:pt x="1679" y="2167"/>
                    <a:pt x="2168" y="1679"/>
                    <a:pt x="2168" y="1083"/>
                  </a:cubicBezTo>
                  <a:cubicBezTo>
                    <a:pt x="2168" y="476"/>
                    <a:pt x="1679"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100"/>
            <p:cNvSpPr/>
            <p:nvPr/>
          </p:nvSpPr>
          <p:spPr>
            <a:xfrm>
              <a:off x="3036375" y="3074625"/>
              <a:ext cx="29200" cy="29175"/>
            </a:xfrm>
            <a:custGeom>
              <a:avLst/>
              <a:gdLst/>
              <a:ahLst/>
              <a:cxnLst/>
              <a:rect l="l" t="t" r="r" b="b"/>
              <a:pathLst>
                <a:path w="1168" h="1167" extrusionOk="0">
                  <a:moveTo>
                    <a:pt x="584" y="0"/>
                  </a:moveTo>
                  <a:cubicBezTo>
                    <a:pt x="263" y="0"/>
                    <a:pt x="1" y="262"/>
                    <a:pt x="1" y="583"/>
                  </a:cubicBezTo>
                  <a:cubicBezTo>
                    <a:pt x="1" y="905"/>
                    <a:pt x="263" y="1167"/>
                    <a:pt x="584" y="1167"/>
                  </a:cubicBezTo>
                  <a:cubicBezTo>
                    <a:pt x="906" y="1167"/>
                    <a:pt x="1167" y="905"/>
                    <a:pt x="1167" y="583"/>
                  </a:cubicBezTo>
                  <a:cubicBezTo>
                    <a:pt x="1167" y="262"/>
                    <a:pt x="906" y="0"/>
                    <a:pt x="584" y="0"/>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100"/>
            <p:cNvSpPr/>
            <p:nvPr/>
          </p:nvSpPr>
          <p:spPr>
            <a:xfrm>
              <a:off x="2992025" y="3030275"/>
              <a:ext cx="117900" cy="117600"/>
            </a:xfrm>
            <a:custGeom>
              <a:avLst/>
              <a:gdLst/>
              <a:ahLst/>
              <a:cxnLst/>
              <a:rect l="l" t="t" r="r" b="b"/>
              <a:pathLst>
                <a:path w="4716" h="4704" extrusionOk="0">
                  <a:moveTo>
                    <a:pt x="2358" y="0"/>
                  </a:moveTo>
                  <a:cubicBezTo>
                    <a:pt x="1060" y="0"/>
                    <a:pt x="1" y="1060"/>
                    <a:pt x="1" y="2357"/>
                  </a:cubicBezTo>
                  <a:cubicBezTo>
                    <a:pt x="1" y="3655"/>
                    <a:pt x="1060" y="4703"/>
                    <a:pt x="2358" y="4703"/>
                  </a:cubicBezTo>
                  <a:cubicBezTo>
                    <a:pt x="3656" y="4703"/>
                    <a:pt x="4716" y="3655"/>
                    <a:pt x="4716" y="2357"/>
                  </a:cubicBezTo>
                  <a:cubicBezTo>
                    <a:pt x="4716" y="1060"/>
                    <a:pt x="3656" y="0"/>
                    <a:pt x="2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1" name="Google Shape;3071;p100"/>
          <p:cNvGrpSpPr/>
          <p:nvPr/>
        </p:nvGrpSpPr>
        <p:grpSpPr>
          <a:xfrm>
            <a:off x="6503292" y="1532487"/>
            <a:ext cx="1709620" cy="1709231"/>
            <a:chOff x="2522250" y="2560850"/>
            <a:chExt cx="1057475" cy="1057300"/>
          </a:xfrm>
        </p:grpSpPr>
        <p:sp>
          <p:nvSpPr>
            <p:cNvPr id="3072" name="Google Shape;3072;p100"/>
            <p:cNvSpPr/>
            <p:nvPr/>
          </p:nvSpPr>
          <p:spPr>
            <a:xfrm>
              <a:off x="2522250" y="2582750"/>
              <a:ext cx="1057475" cy="1013225"/>
            </a:xfrm>
            <a:custGeom>
              <a:avLst/>
              <a:gdLst/>
              <a:ahLst/>
              <a:cxnLst/>
              <a:rect l="l" t="t" r="r" b="b"/>
              <a:pathLst>
                <a:path w="42299" h="40529" extrusionOk="0">
                  <a:moveTo>
                    <a:pt x="21149" y="1840"/>
                  </a:moveTo>
                  <a:cubicBezTo>
                    <a:pt x="31317" y="1840"/>
                    <a:pt x="39556" y="10091"/>
                    <a:pt x="39556" y="20258"/>
                  </a:cubicBezTo>
                  <a:cubicBezTo>
                    <a:pt x="39556" y="30426"/>
                    <a:pt x="31317" y="38666"/>
                    <a:pt x="21149" y="38666"/>
                  </a:cubicBezTo>
                  <a:cubicBezTo>
                    <a:pt x="10981" y="38666"/>
                    <a:pt x="2742" y="30426"/>
                    <a:pt x="2742" y="20258"/>
                  </a:cubicBezTo>
                  <a:cubicBezTo>
                    <a:pt x="2742" y="10091"/>
                    <a:pt x="10981" y="1840"/>
                    <a:pt x="21149" y="1840"/>
                  </a:cubicBezTo>
                  <a:close/>
                  <a:moveTo>
                    <a:pt x="21154" y="0"/>
                  </a:moveTo>
                  <a:cubicBezTo>
                    <a:pt x="9417" y="0"/>
                    <a:pt x="0" y="9978"/>
                    <a:pt x="956" y="21913"/>
                  </a:cubicBezTo>
                  <a:cubicBezTo>
                    <a:pt x="1730" y="31736"/>
                    <a:pt x="9695" y="39689"/>
                    <a:pt x="19518" y="40463"/>
                  </a:cubicBezTo>
                  <a:cubicBezTo>
                    <a:pt x="20072" y="40507"/>
                    <a:pt x="20622" y="40529"/>
                    <a:pt x="21166" y="40529"/>
                  </a:cubicBezTo>
                  <a:cubicBezTo>
                    <a:pt x="32892" y="40529"/>
                    <a:pt x="42299" y="30551"/>
                    <a:pt x="41366" y="18615"/>
                  </a:cubicBezTo>
                  <a:cubicBezTo>
                    <a:pt x="40580" y="8793"/>
                    <a:pt x="32627" y="839"/>
                    <a:pt x="22804" y="66"/>
                  </a:cubicBezTo>
                  <a:cubicBezTo>
                    <a:pt x="22250" y="22"/>
                    <a:pt x="21699" y="0"/>
                    <a:pt x="211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100"/>
            <p:cNvSpPr/>
            <p:nvPr/>
          </p:nvSpPr>
          <p:spPr>
            <a:xfrm>
              <a:off x="2590800" y="2629025"/>
              <a:ext cx="920375" cy="920375"/>
            </a:xfrm>
            <a:custGeom>
              <a:avLst/>
              <a:gdLst/>
              <a:ahLst/>
              <a:cxnLst/>
              <a:rect l="l" t="t" r="r" b="b"/>
              <a:pathLst>
                <a:path w="36815" h="36815" extrusionOk="0">
                  <a:moveTo>
                    <a:pt x="19855" y="2345"/>
                  </a:moveTo>
                  <a:cubicBezTo>
                    <a:pt x="19869" y="2345"/>
                    <a:pt x="19882" y="2345"/>
                    <a:pt x="19895" y="2346"/>
                  </a:cubicBezTo>
                  <a:cubicBezTo>
                    <a:pt x="23086" y="2644"/>
                    <a:pt x="26003" y="3870"/>
                    <a:pt x="28385" y="5739"/>
                  </a:cubicBezTo>
                  <a:cubicBezTo>
                    <a:pt x="28658" y="5965"/>
                    <a:pt x="28682" y="6394"/>
                    <a:pt x="28420" y="6668"/>
                  </a:cubicBezTo>
                  <a:lnTo>
                    <a:pt x="20276" y="14800"/>
                  </a:lnTo>
                  <a:cubicBezTo>
                    <a:pt x="20152" y="14928"/>
                    <a:pt x="19998" y="14985"/>
                    <a:pt x="19846" y="14985"/>
                  </a:cubicBezTo>
                  <a:cubicBezTo>
                    <a:pt x="19532" y="14985"/>
                    <a:pt x="19229" y="14740"/>
                    <a:pt x="19229" y="14371"/>
                  </a:cubicBezTo>
                  <a:lnTo>
                    <a:pt x="19229" y="2977"/>
                  </a:lnTo>
                  <a:cubicBezTo>
                    <a:pt x="19229" y="2633"/>
                    <a:pt x="19515" y="2345"/>
                    <a:pt x="19855" y="2345"/>
                  </a:cubicBezTo>
                  <a:close/>
                  <a:moveTo>
                    <a:pt x="16513" y="2415"/>
                  </a:moveTo>
                  <a:cubicBezTo>
                    <a:pt x="16847" y="2415"/>
                    <a:pt x="17145" y="2700"/>
                    <a:pt x="17145" y="3048"/>
                  </a:cubicBezTo>
                  <a:lnTo>
                    <a:pt x="17145" y="14383"/>
                  </a:lnTo>
                  <a:lnTo>
                    <a:pt x="17157" y="14383"/>
                  </a:lnTo>
                  <a:cubicBezTo>
                    <a:pt x="17157" y="14761"/>
                    <a:pt x="16853" y="15003"/>
                    <a:pt x="16534" y="15003"/>
                  </a:cubicBezTo>
                  <a:cubicBezTo>
                    <a:pt x="16381" y="15003"/>
                    <a:pt x="16225" y="14947"/>
                    <a:pt x="16097" y="14824"/>
                  </a:cubicBezTo>
                  <a:lnTo>
                    <a:pt x="8156" y="6870"/>
                  </a:lnTo>
                  <a:cubicBezTo>
                    <a:pt x="7906" y="6620"/>
                    <a:pt x="7918" y="6192"/>
                    <a:pt x="8180" y="5965"/>
                  </a:cubicBezTo>
                  <a:cubicBezTo>
                    <a:pt x="10489" y="4060"/>
                    <a:pt x="13347" y="2798"/>
                    <a:pt x="16454" y="2417"/>
                  </a:cubicBezTo>
                  <a:cubicBezTo>
                    <a:pt x="16474" y="2415"/>
                    <a:pt x="16493" y="2415"/>
                    <a:pt x="16513" y="2415"/>
                  </a:cubicBezTo>
                  <a:close/>
                  <a:moveTo>
                    <a:pt x="6261" y="8181"/>
                  </a:moveTo>
                  <a:cubicBezTo>
                    <a:pt x="6422" y="8181"/>
                    <a:pt x="6586" y="8241"/>
                    <a:pt x="6715" y="8359"/>
                  </a:cubicBezTo>
                  <a:lnTo>
                    <a:pt x="14633" y="16276"/>
                  </a:lnTo>
                  <a:cubicBezTo>
                    <a:pt x="15014" y="16669"/>
                    <a:pt x="14752" y="17336"/>
                    <a:pt x="14192" y="17336"/>
                  </a:cubicBezTo>
                  <a:lnTo>
                    <a:pt x="3024" y="17336"/>
                  </a:lnTo>
                  <a:cubicBezTo>
                    <a:pt x="2667" y="17336"/>
                    <a:pt x="2369" y="17026"/>
                    <a:pt x="2393" y="16669"/>
                  </a:cubicBezTo>
                  <a:cubicBezTo>
                    <a:pt x="2727" y="13574"/>
                    <a:pt x="3941" y="10728"/>
                    <a:pt x="5786" y="8406"/>
                  </a:cubicBezTo>
                  <a:cubicBezTo>
                    <a:pt x="5906" y="8255"/>
                    <a:pt x="6082" y="8181"/>
                    <a:pt x="6261" y="8181"/>
                  </a:cubicBezTo>
                  <a:close/>
                  <a:moveTo>
                    <a:pt x="30371" y="7924"/>
                  </a:moveTo>
                  <a:cubicBezTo>
                    <a:pt x="30545" y="7924"/>
                    <a:pt x="30719" y="7996"/>
                    <a:pt x="30837" y="8132"/>
                  </a:cubicBezTo>
                  <a:cubicBezTo>
                    <a:pt x="32802" y="10502"/>
                    <a:pt x="34076" y="13431"/>
                    <a:pt x="34433" y="16645"/>
                  </a:cubicBezTo>
                  <a:cubicBezTo>
                    <a:pt x="34469" y="17026"/>
                    <a:pt x="34171" y="17336"/>
                    <a:pt x="33814" y="17336"/>
                  </a:cubicBezTo>
                  <a:lnTo>
                    <a:pt x="22193" y="17336"/>
                  </a:lnTo>
                  <a:cubicBezTo>
                    <a:pt x="21634" y="17336"/>
                    <a:pt x="21372" y="16669"/>
                    <a:pt x="21753" y="16276"/>
                  </a:cubicBezTo>
                  <a:lnTo>
                    <a:pt x="29932" y="8109"/>
                  </a:lnTo>
                  <a:cubicBezTo>
                    <a:pt x="30052" y="7984"/>
                    <a:pt x="30212" y="7924"/>
                    <a:pt x="30371" y="7924"/>
                  </a:cubicBezTo>
                  <a:close/>
                  <a:moveTo>
                    <a:pt x="14192" y="19420"/>
                  </a:moveTo>
                  <a:cubicBezTo>
                    <a:pt x="14752" y="19420"/>
                    <a:pt x="15014" y="20086"/>
                    <a:pt x="14633" y="20479"/>
                  </a:cubicBezTo>
                  <a:lnTo>
                    <a:pt x="6679" y="28421"/>
                  </a:lnTo>
                  <a:cubicBezTo>
                    <a:pt x="6561" y="28539"/>
                    <a:pt x="6398" y="28598"/>
                    <a:pt x="6236" y="28598"/>
                  </a:cubicBezTo>
                  <a:cubicBezTo>
                    <a:pt x="6055" y="28598"/>
                    <a:pt x="5876" y="28524"/>
                    <a:pt x="5763" y="28373"/>
                  </a:cubicBezTo>
                  <a:cubicBezTo>
                    <a:pt x="3917" y="26039"/>
                    <a:pt x="2703" y="23194"/>
                    <a:pt x="2381" y="20086"/>
                  </a:cubicBezTo>
                  <a:cubicBezTo>
                    <a:pt x="2334" y="19729"/>
                    <a:pt x="2631" y="19420"/>
                    <a:pt x="3000" y="19420"/>
                  </a:cubicBezTo>
                  <a:close/>
                  <a:moveTo>
                    <a:pt x="33814" y="19420"/>
                  </a:moveTo>
                  <a:cubicBezTo>
                    <a:pt x="34171" y="19420"/>
                    <a:pt x="34469" y="19729"/>
                    <a:pt x="34421" y="20086"/>
                  </a:cubicBezTo>
                  <a:cubicBezTo>
                    <a:pt x="34100" y="23313"/>
                    <a:pt x="32814" y="26254"/>
                    <a:pt x="30849" y="28635"/>
                  </a:cubicBezTo>
                  <a:cubicBezTo>
                    <a:pt x="30733" y="28775"/>
                    <a:pt x="30565" y="28843"/>
                    <a:pt x="30394" y="28843"/>
                  </a:cubicBezTo>
                  <a:cubicBezTo>
                    <a:pt x="30231" y="28843"/>
                    <a:pt x="30066" y="28781"/>
                    <a:pt x="29944" y="28659"/>
                  </a:cubicBezTo>
                  <a:lnTo>
                    <a:pt x="21753" y="20479"/>
                  </a:lnTo>
                  <a:cubicBezTo>
                    <a:pt x="21372" y="20086"/>
                    <a:pt x="21634" y="19420"/>
                    <a:pt x="22193" y="19420"/>
                  </a:cubicBezTo>
                  <a:close/>
                  <a:moveTo>
                    <a:pt x="16534" y="21764"/>
                  </a:moveTo>
                  <a:cubicBezTo>
                    <a:pt x="16853" y="21764"/>
                    <a:pt x="17157" y="22006"/>
                    <a:pt x="17157" y="22384"/>
                  </a:cubicBezTo>
                  <a:lnTo>
                    <a:pt x="17157" y="33778"/>
                  </a:lnTo>
                  <a:cubicBezTo>
                    <a:pt x="17157" y="34133"/>
                    <a:pt x="16871" y="34411"/>
                    <a:pt x="16521" y="34411"/>
                  </a:cubicBezTo>
                  <a:cubicBezTo>
                    <a:pt x="16507" y="34411"/>
                    <a:pt x="16493" y="34410"/>
                    <a:pt x="16478" y="34409"/>
                  </a:cubicBezTo>
                  <a:cubicBezTo>
                    <a:pt x="13335" y="34028"/>
                    <a:pt x="10478" y="32755"/>
                    <a:pt x="8156" y="30838"/>
                  </a:cubicBezTo>
                  <a:cubicBezTo>
                    <a:pt x="7870" y="30611"/>
                    <a:pt x="7870" y="30183"/>
                    <a:pt x="8120" y="29921"/>
                  </a:cubicBezTo>
                  <a:lnTo>
                    <a:pt x="16097" y="21944"/>
                  </a:lnTo>
                  <a:cubicBezTo>
                    <a:pt x="16225" y="21820"/>
                    <a:pt x="16381" y="21764"/>
                    <a:pt x="16534" y="21764"/>
                  </a:cubicBezTo>
                  <a:close/>
                  <a:moveTo>
                    <a:pt x="19849" y="21746"/>
                  </a:moveTo>
                  <a:cubicBezTo>
                    <a:pt x="20003" y="21746"/>
                    <a:pt x="20160" y="21804"/>
                    <a:pt x="20288" y="21932"/>
                  </a:cubicBezTo>
                  <a:lnTo>
                    <a:pt x="28456" y="30099"/>
                  </a:lnTo>
                  <a:cubicBezTo>
                    <a:pt x="28706" y="30373"/>
                    <a:pt x="28694" y="30802"/>
                    <a:pt x="28408" y="31028"/>
                  </a:cubicBezTo>
                  <a:cubicBezTo>
                    <a:pt x="26027" y="32921"/>
                    <a:pt x="23098" y="34148"/>
                    <a:pt x="19895" y="34445"/>
                  </a:cubicBezTo>
                  <a:cubicBezTo>
                    <a:pt x="19875" y="34447"/>
                    <a:pt x="19855" y="34448"/>
                    <a:pt x="19835" y="34448"/>
                  </a:cubicBezTo>
                  <a:cubicBezTo>
                    <a:pt x="19504" y="34448"/>
                    <a:pt x="19229" y="34174"/>
                    <a:pt x="19229" y="33826"/>
                  </a:cubicBezTo>
                  <a:lnTo>
                    <a:pt x="19229" y="22360"/>
                  </a:lnTo>
                  <a:cubicBezTo>
                    <a:pt x="19229" y="21991"/>
                    <a:pt x="19532" y="21746"/>
                    <a:pt x="19849" y="21746"/>
                  </a:cubicBezTo>
                  <a:close/>
                  <a:moveTo>
                    <a:pt x="18407" y="0"/>
                  </a:moveTo>
                  <a:cubicBezTo>
                    <a:pt x="8239" y="0"/>
                    <a:pt x="0" y="8240"/>
                    <a:pt x="0" y="18407"/>
                  </a:cubicBezTo>
                  <a:cubicBezTo>
                    <a:pt x="0" y="28575"/>
                    <a:pt x="8239" y="36815"/>
                    <a:pt x="18407" y="36815"/>
                  </a:cubicBezTo>
                  <a:cubicBezTo>
                    <a:pt x="28575" y="36815"/>
                    <a:pt x="36814" y="28575"/>
                    <a:pt x="36814" y="18407"/>
                  </a:cubicBezTo>
                  <a:cubicBezTo>
                    <a:pt x="36814" y="8240"/>
                    <a:pt x="28575" y="0"/>
                    <a:pt x="184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100"/>
            <p:cNvSpPr/>
            <p:nvPr/>
          </p:nvSpPr>
          <p:spPr>
            <a:xfrm>
              <a:off x="2522325" y="2560850"/>
              <a:ext cx="1057300" cy="1057300"/>
            </a:xfrm>
            <a:custGeom>
              <a:avLst/>
              <a:gdLst/>
              <a:ahLst/>
              <a:cxnLst/>
              <a:rect l="l" t="t" r="r" b="b"/>
              <a:pathLst>
                <a:path w="42292" h="42292" extrusionOk="0">
                  <a:moveTo>
                    <a:pt x="21146" y="1382"/>
                  </a:moveTo>
                  <a:cubicBezTo>
                    <a:pt x="32040" y="1382"/>
                    <a:pt x="40899" y="10240"/>
                    <a:pt x="40899" y="21134"/>
                  </a:cubicBezTo>
                  <a:cubicBezTo>
                    <a:pt x="40899" y="32029"/>
                    <a:pt x="32040" y="40887"/>
                    <a:pt x="21146" y="40887"/>
                  </a:cubicBezTo>
                  <a:cubicBezTo>
                    <a:pt x="10252" y="40887"/>
                    <a:pt x="1394" y="32029"/>
                    <a:pt x="1394" y="21134"/>
                  </a:cubicBezTo>
                  <a:cubicBezTo>
                    <a:pt x="1394" y="10240"/>
                    <a:pt x="10252" y="1382"/>
                    <a:pt x="21146" y="1382"/>
                  </a:cubicBezTo>
                  <a:close/>
                  <a:moveTo>
                    <a:pt x="21146" y="1"/>
                  </a:moveTo>
                  <a:cubicBezTo>
                    <a:pt x="9466" y="1"/>
                    <a:pt x="1" y="9466"/>
                    <a:pt x="1" y="21146"/>
                  </a:cubicBezTo>
                  <a:cubicBezTo>
                    <a:pt x="1" y="32826"/>
                    <a:pt x="9466" y="42292"/>
                    <a:pt x="21146" y="42292"/>
                  </a:cubicBezTo>
                  <a:cubicBezTo>
                    <a:pt x="32826" y="42292"/>
                    <a:pt x="42292" y="32826"/>
                    <a:pt x="42292" y="21146"/>
                  </a:cubicBezTo>
                  <a:cubicBezTo>
                    <a:pt x="42292" y="9466"/>
                    <a:pt x="32826" y="1"/>
                    <a:pt x="211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100"/>
            <p:cNvSpPr/>
            <p:nvPr/>
          </p:nvSpPr>
          <p:spPr>
            <a:xfrm>
              <a:off x="3023875" y="3062125"/>
              <a:ext cx="54200" cy="54175"/>
            </a:xfrm>
            <a:custGeom>
              <a:avLst/>
              <a:gdLst/>
              <a:ahLst/>
              <a:cxnLst/>
              <a:rect l="l" t="t" r="r" b="b"/>
              <a:pathLst>
                <a:path w="2168" h="2167" extrusionOk="0">
                  <a:moveTo>
                    <a:pt x="1084" y="0"/>
                  </a:moveTo>
                  <a:cubicBezTo>
                    <a:pt x="489" y="0"/>
                    <a:pt x="1" y="476"/>
                    <a:pt x="1" y="1083"/>
                  </a:cubicBezTo>
                  <a:cubicBezTo>
                    <a:pt x="1" y="1679"/>
                    <a:pt x="489" y="2167"/>
                    <a:pt x="1084" y="2167"/>
                  </a:cubicBezTo>
                  <a:cubicBezTo>
                    <a:pt x="1679" y="2167"/>
                    <a:pt x="2168" y="1679"/>
                    <a:pt x="2168" y="1083"/>
                  </a:cubicBezTo>
                  <a:cubicBezTo>
                    <a:pt x="2168" y="476"/>
                    <a:pt x="1679" y="0"/>
                    <a:pt x="108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100"/>
            <p:cNvSpPr/>
            <p:nvPr/>
          </p:nvSpPr>
          <p:spPr>
            <a:xfrm>
              <a:off x="3036375" y="3074625"/>
              <a:ext cx="29200" cy="29175"/>
            </a:xfrm>
            <a:custGeom>
              <a:avLst/>
              <a:gdLst/>
              <a:ahLst/>
              <a:cxnLst/>
              <a:rect l="l" t="t" r="r" b="b"/>
              <a:pathLst>
                <a:path w="1168" h="1167" extrusionOk="0">
                  <a:moveTo>
                    <a:pt x="584" y="0"/>
                  </a:moveTo>
                  <a:cubicBezTo>
                    <a:pt x="263" y="0"/>
                    <a:pt x="1" y="262"/>
                    <a:pt x="1" y="583"/>
                  </a:cubicBezTo>
                  <a:cubicBezTo>
                    <a:pt x="1" y="905"/>
                    <a:pt x="263" y="1167"/>
                    <a:pt x="584" y="1167"/>
                  </a:cubicBezTo>
                  <a:cubicBezTo>
                    <a:pt x="906" y="1167"/>
                    <a:pt x="1167" y="905"/>
                    <a:pt x="1167" y="583"/>
                  </a:cubicBezTo>
                  <a:cubicBezTo>
                    <a:pt x="1167" y="262"/>
                    <a:pt x="906" y="0"/>
                    <a:pt x="584" y="0"/>
                  </a:cubicBezTo>
                  <a:close/>
                </a:path>
              </a:pathLst>
            </a:custGeom>
            <a:solidFill>
              <a:srgbClr val="27282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100"/>
            <p:cNvSpPr/>
            <p:nvPr/>
          </p:nvSpPr>
          <p:spPr>
            <a:xfrm>
              <a:off x="2992025" y="3030275"/>
              <a:ext cx="117900" cy="117600"/>
            </a:xfrm>
            <a:custGeom>
              <a:avLst/>
              <a:gdLst/>
              <a:ahLst/>
              <a:cxnLst/>
              <a:rect l="l" t="t" r="r" b="b"/>
              <a:pathLst>
                <a:path w="4716" h="4704" extrusionOk="0">
                  <a:moveTo>
                    <a:pt x="2358" y="0"/>
                  </a:moveTo>
                  <a:cubicBezTo>
                    <a:pt x="1060" y="0"/>
                    <a:pt x="1" y="1060"/>
                    <a:pt x="1" y="2357"/>
                  </a:cubicBezTo>
                  <a:cubicBezTo>
                    <a:pt x="1" y="3655"/>
                    <a:pt x="1060" y="4703"/>
                    <a:pt x="2358" y="4703"/>
                  </a:cubicBezTo>
                  <a:cubicBezTo>
                    <a:pt x="3656" y="4703"/>
                    <a:pt x="4716" y="3655"/>
                    <a:pt x="4716" y="2357"/>
                  </a:cubicBezTo>
                  <a:cubicBezTo>
                    <a:pt x="4716" y="1060"/>
                    <a:pt x="3656" y="0"/>
                    <a:pt x="235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78" name="Google Shape;3078;p100"/>
          <p:cNvSpPr/>
          <p:nvPr/>
        </p:nvSpPr>
        <p:spPr>
          <a:xfrm>
            <a:off x="1259050" y="1860300"/>
            <a:ext cx="1053600" cy="10536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100"/>
          <p:cNvSpPr/>
          <p:nvPr/>
        </p:nvSpPr>
        <p:spPr>
          <a:xfrm>
            <a:off x="4045175" y="1860300"/>
            <a:ext cx="1053600" cy="10536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100"/>
          <p:cNvSpPr/>
          <p:nvPr/>
        </p:nvSpPr>
        <p:spPr>
          <a:xfrm>
            <a:off x="6831300" y="1860300"/>
            <a:ext cx="1053600" cy="1053600"/>
          </a:xfrm>
          <a:prstGeom prst="ellipse">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00"/>
          <p:cNvSpPr txBox="1">
            <a:spLocks noGrp="1"/>
          </p:cNvSpPr>
          <p:nvPr>
            <p:ph type="title" idx="4294967295"/>
          </p:nvPr>
        </p:nvSpPr>
        <p:spPr>
          <a:xfrm>
            <a:off x="983650" y="210525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1</a:t>
            </a:r>
            <a:endParaRPr sz="2200">
              <a:solidFill>
                <a:schemeClr val="accent1"/>
              </a:solidFill>
            </a:endParaRPr>
          </a:p>
        </p:txBody>
      </p:sp>
      <p:sp>
        <p:nvSpPr>
          <p:cNvPr id="3082" name="Google Shape;3082;p100"/>
          <p:cNvSpPr txBox="1">
            <a:spLocks noGrp="1"/>
          </p:cNvSpPr>
          <p:nvPr>
            <p:ph type="title" idx="4294967295"/>
          </p:nvPr>
        </p:nvSpPr>
        <p:spPr>
          <a:xfrm>
            <a:off x="3769775" y="210525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2</a:t>
            </a:r>
            <a:endParaRPr sz="2200">
              <a:solidFill>
                <a:schemeClr val="accent1"/>
              </a:solidFill>
            </a:endParaRPr>
          </a:p>
        </p:txBody>
      </p:sp>
      <p:sp>
        <p:nvSpPr>
          <p:cNvPr id="3083" name="Google Shape;3083;p100"/>
          <p:cNvSpPr txBox="1">
            <a:spLocks noGrp="1"/>
          </p:cNvSpPr>
          <p:nvPr>
            <p:ph type="title" idx="4294967295"/>
          </p:nvPr>
        </p:nvSpPr>
        <p:spPr>
          <a:xfrm>
            <a:off x="6555900" y="2105250"/>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3</a:t>
            </a:r>
            <a:endParaRPr sz="2200">
              <a:solidFill>
                <a:schemeClr val="accent1"/>
              </a:solidFill>
            </a:endParaRPr>
          </a:p>
        </p:txBody>
      </p:sp>
      <p:sp>
        <p:nvSpPr>
          <p:cNvPr id="3084" name="Google Shape;3084;p100"/>
          <p:cNvSpPr txBox="1">
            <a:spLocks noGrp="1"/>
          </p:cNvSpPr>
          <p:nvPr>
            <p:ph type="subTitle" idx="4294967295"/>
          </p:nvPr>
        </p:nvSpPr>
        <p:spPr>
          <a:xfrm>
            <a:off x="983700" y="33749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Venus is the second planet from the Sun</a:t>
            </a:r>
            <a:endParaRPr sz="1600"/>
          </a:p>
        </p:txBody>
      </p:sp>
      <p:sp>
        <p:nvSpPr>
          <p:cNvPr id="3085" name="Google Shape;3085;p100"/>
          <p:cNvSpPr txBox="1">
            <a:spLocks noGrp="1"/>
          </p:cNvSpPr>
          <p:nvPr>
            <p:ph type="subTitle" idx="4294967295"/>
          </p:nvPr>
        </p:nvSpPr>
        <p:spPr>
          <a:xfrm>
            <a:off x="3769800" y="33749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a:t>Despite being red, Mars is a cold place</a:t>
            </a:r>
            <a:endParaRPr sz="1600"/>
          </a:p>
        </p:txBody>
      </p:sp>
      <p:sp>
        <p:nvSpPr>
          <p:cNvPr id="3086" name="Google Shape;3086;p100"/>
          <p:cNvSpPr txBox="1">
            <a:spLocks noGrp="1"/>
          </p:cNvSpPr>
          <p:nvPr>
            <p:ph type="subTitle" idx="4294967295"/>
          </p:nvPr>
        </p:nvSpPr>
        <p:spPr>
          <a:xfrm>
            <a:off x="6555900" y="33749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t>Mercury is the closest planet to the Sun</a:t>
            </a:r>
            <a:endParaRPr sz="1600"/>
          </a:p>
          <a:p>
            <a:pPr marL="0" lvl="0" indent="0" algn="ctr" rtl="0">
              <a:spcBef>
                <a:spcPts val="1600"/>
              </a:spcBef>
              <a:spcAft>
                <a:spcPts val="1600"/>
              </a:spcAft>
              <a:buNone/>
            </a:pPr>
            <a:endParaRPr sz="16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3057"/>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3064"/>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3078"/>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3079"/>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3080"/>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3071"/>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090"/>
        <p:cNvGrpSpPr/>
        <p:nvPr/>
      </p:nvGrpSpPr>
      <p:grpSpPr>
        <a:xfrm>
          <a:off x="0" y="0"/>
          <a:ext cx="0" cy="0"/>
          <a:chOff x="0" y="0"/>
          <a:chExt cx="0" cy="0"/>
        </a:xfrm>
      </p:grpSpPr>
      <p:sp>
        <p:nvSpPr>
          <p:cNvPr id="3091" name="Google Shape;3091;p101"/>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Timeline</a:t>
            </a:r>
            <a:endParaRPr/>
          </a:p>
        </p:txBody>
      </p:sp>
      <p:sp>
        <p:nvSpPr>
          <p:cNvPr id="3092" name="Google Shape;3092;p101"/>
          <p:cNvSpPr/>
          <p:nvPr/>
        </p:nvSpPr>
        <p:spPr>
          <a:xfrm>
            <a:off x="5288150" y="2178216"/>
            <a:ext cx="572700" cy="572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01"/>
          <p:cNvSpPr/>
          <p:nvPr/>
        </p:nvSpPr>
        <p:spPr>
          <a:xfrm>
            <a:off x="3283150" y="2178228"/>
            <a:ext cx="572700" cy="572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101"/>
          <p:cNvSpPr/>
          <p:nvPr/>
        </p:nvSpPr>
        <p:spPr>
          <a:xfrm>
            <a:off x="1278150" y="2178228"/>
            <a:ext cx="572700" cy="572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5" name="Google Shape;3095;p101"/>
          <p:cNvCxnSpPr>
            <a:stCxn id="3094" idx="6"/>
            <a:endCxn id="3093" idx="2"/>
          </p:cNvCxnSpPr>
          <p:nvPr/>
        </p:nvCxnSpPr>
        <p:spPr>
          <a:xfrm>
            <a:off x="1850850" y="2464578"/>
            <a:ext cx="1432200" cy="0"/>
          </a:xfrm>
          <a:prstGeom prst="straightConnector1">
            <a:avLst/>
          </a:prstGeom>
          <a:noFill/>
          <a:ln w="28575" cap="flat" cmpd="sng">
            <a:solidFill>
              <a:schemeClr val="lt2"/>
            </a:solidFill>
            <a:prstDash val="solid"/>
            <a:round/>
            <a:headEnd type="none" w="med" len="med"/>
            <a:tailEnd type="none" w="med" len="med"/>
          </a:ln>
        </p:spPr>
      </p:cxnSp>
      <p:cxnSp>
        <p:nvCxnSpPr>
          <p:cNvPr id="3096" name="Google Shape;3096;p101"/>
          <p:cNvCxnSpPr>
            <a:stCxn id="3093" idx="6"/>
            <a:endCxn id="3092" idx="2"/>
          </p:cNvCxnSpPr>
          <p:nvPr/>
        </p:nvCxnSpPr>
        <p:spPr>
          <a:xfrm>
            <a:off x="3855850" y="2464578"/>
            <a:ext cx="1432200" cy="0"/>
          </a:xfrm>
          <a:prstGeom prst="straightConnector1">
            <a:avLst/>
          </a:prstGeom>
          <a:noFill/>
          <a:ln w="28575" cap="flat" cmpd="sng">
            <a:solidFill>
              <a:schemeClr val="lt2"/>
            </a:solidFill>
            <a:prstDash val="solid"/>
            <a:round/>
            <a:headEnd type="none" w="med" len="med"/>
            <a:tailEnd type="none" w="med" len="med"/>
          </a:ln>
        </p:spPr>
      </p:cxnSp>
      <p:sp>
        <p:nvSpPr>
          <p:cNvPr id="3097" name="Google Shape;3097;p101"/>
          <p:cNvSpPr/>
          <p:nvPr/>
        </p:nvSpPr>
        <p:spPr>
          <a:xfrm>
            <a:off x="7293150" y="2178216"/>
            <a:ext cx="572700" cy="5727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8" name="Google Shape;3098;p101"/>
          <p:cNvCxnSpPr>
            <a:endCxn id="3097" idx="2"/>
          </p:cNvCxnSpPr>
          <p:nvPr/>
        </p:nvCxnSpPr>
        <p:spPr>
          <a:xfrm>
            <a:off x="5556150" y="2464566"/>
            <a:ext cx="1737000" cy="0"/>
          </a:xfrm>
          <a:prstGeom prst="straightConnector1">
            <a:avLst/>
          </a:prstGeom>
          <a:noFill/>
          <a:ln w="28575" cap="flat" cmpd="sng">
            <a:solidFill>
              <a:schemeClr val="lt2"/>
            </a:solidFill>
            <a:prstDash val="solid"/>
            <a:round/>
            <a:headEnd type="none" w="med" len="med"/>
            <a:tailEnd type="none" w="med" len="med"/>
          </a:ln>
        </p:spPr>
      </p:cxnSp>
      <p:sp>
        <p:nvSpPr>
          <p:cNvPr id="3099" name="Google Shape;3099;p101"/>
          <p:cNvSpPr txBox="1">
            <a:spLocks noGrp="1"/>
          </p:cNvSpPr>
          <p:nvPr>
            <p:ph type="subTitle" idx="4294967295"/>
          </p:nvPr>
        </p:nvSpPr>
        <p:spPr>
          <a:xfrm>
            <a:off x="762300" y="33932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a:t>Venus is the second planet from the Sun</a:t>
            </a:r>
            <a:endParaRPr sz="1400"/>
          </a:p>
        </p:txBody>
      </p:sp>
      <p:sp>
        <p:nvSpPr>
          <p:cNvPr id="3100" name="Google Shape;3100;p101"/>
          <p:cNvSpPr txBox="1">
            <a:spLocks noGrp="1"/>
          </p:cNvSpPr>
          <p:nvPr>
            <p:ph type="subTitle" idx="4294967295"/>
          </p:nvPr>
        </p:nvSpPr>
        <p:spPr>
          <a:xfrm>
            <a:off x="2786575" y="33932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a:t>Despite being red, Mars is a very cold place</a:t>
            </a:r>
            <a:endParaRPr sz="1400"/>
          </a:p>
        </p:txBody>
      </p:sp>
      <p:sp>
        <p:nvSpPr>
          <p:cNvPr id="3101" name="Google Shape;3101;p101"/>
          <p:cNvSpPr txBox="1">
            <a:spLocks noGrp="1"/>
          </p:cNvSpPr>
          <p:nvPr>
            <p:ph type="subTitle" idx="4294967295"/>
          </p:nvPr>
        </p:nvSpPr>
        <p:spPr>
          <a:xfrm>
            <a:off x="4849400" y="33932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a:t>Mercury is the closest planet to the Sun</a:t>
            </a:r>
            <a:endParaRPr sz="1400"/>
          </a:p>
          <a:p>
            <a:pPr marL="0" lvl="0" indent="0" algn="ctr" rtl="0">
              <a:spcBef>
                <a:spcPts val="1600"/>
              </a:spcBef>
              <a:spcAft>
                <a:spcPts val="1600"/>
              </a:spcAft>
              <a:buNone/>
            </a:pPr>
            <a:endParaRPr sz="1400"/>
          </a:p>
        </p:txBody>
      </p:sp>
      <p:sp>
        <p:nvSpPr>
          <p:cNvPr id="3102" name="Google Shape;3102;p101"/>
          <p:cNvSpPr txBox="1">
            <a:spLocks noGrp="1"/>
          </p:cNvSpPr>
          <p:nvPr>
            <p:ph type="subTitle" idx="4294967295"/>
          </p:nvPr>
        </p:nvSpPr>
        <p:spPr>
          <a:xfrm>
            <a:off x="6777300" y="3393223"/>
            <a:ext cx="1604400" cy="92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a:t>Neptune is the farthest planet from the Sun</a:t>
            </a:r>
            <a:endParaRPr sz="1400"/>
          </a:p>
          <a:p>
            <a:pPr marL="0" lvl="0" indent="0" algn="ctr" rtl="0">
              <a:spcBef>
                <a:spcPts val="1600"/>
              </a:spcBef>
              <a:spcAft>
                <a:spcPts val="1600"/>
              </a:spcAft>
              <a:buNone/>
            </a:pPr>
            <a:endParaRPr sz="1400"/>
          </a:p>
        </p:txBody>
      </p:sp>
      <p:sp>
        <p:nvSpPr>
          <p:cNvPr id="3103" name="Google Shape;3103;p101"/>
          <p:cNvSpPr txBox="1">
            <a:spLocks noGrp="1"/>
          </p:cNvSpPr>
          <p:nvPr>
            <p:ph type="title" idx="4294967295"/>
          </p:nvPr>
        </p:nvSpPr>
        <p:spPr>
          <a:xfrm>
            <a:off x="745388" y="1428838"/>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1</a:t>
            </a:r>
            <a:endParaRPr sz="2200">
              <a:solidFill>
                <a:schemeClr val="accent1"/>
              </a:solidFill>
            </a:endParaRPr>
          </a:p>
        </p:txBody>
      </p:sp>
      <p:sp>
        <p:nvSpPr>
          <p:cNvPr id="3104" name="Google Shape;3104;p101"/>
          <p:cNvSpPr txBox="1">
            <a:spLocks noGrp="1"/>
          </p:cNvSpPr>
          <p:nvPr>
            <p:ph type="title" idx="4294967295"/>
          </p:nvPr>
        </p:nvSpPr>
        <p:spPr>
          <a:xfrm>
            <a:off x="2750400" y="1428838"/>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2</a:t>
            </a:r>
            <a:endParaRPr sz="2200">
              <a:solidFill>
                <a:schemeClr val="accent1"/>
              </a:solidFill>
            </a:endParaRPr>
          </a:p>
        </p:txBody>
      </p:sp>
      <p:sp>
        <p:nvSpPr>
          <p:cNvPr id="3105" name="Google Shape;3105;p101"/>
          <p:cNvSpPr txBox="1">
            <a:spLocks noGrp="1"/>
          </p:cNvSpPr>
          <p:nvPr>
            <p:ph type="title" idx="4294967295"/>
          </p:nvPr>
        </p:nvSpPr>
        <p:spPr>
          <a:xfrm>
            <a:off x="4755388" y="14288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3</a:t>
            </a:r>
            <a:endParaRPr sz="2200">
              <a:solidFill>
                <a:schemeClr val="accent1"/>
              </a:solidFill>
            </a:endParaRPr>
          </a:p>
        </p:txBody>
      </p:sp>
      <p:sp>
        <p:nvSpPr>
          <p:cNvPr id="3106" name="Google Shape;3106;p101"/>
          <p:cNvSpPr txBox="1">
            <a:spLocks noGrp="1"/>
          </p:cNvSpPr>
          <p:nvPr>
            <p:ph type="title" idx="4294967295"/>
          </p:nvPr>
        </p:nvSpPr>
        <p:spPr>
          <a:xfrm>
            <a:off x="6794113" y="14288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Week 4</a:t>
            </a:r>
            <a:endParaRPr sz="2200">
              <a:solidFill>
                <a:schemeClr val="accent1"/>
              </a:solidFill>
            </a:endParaRPr>
          </a:p>
        </p:txBody>
      </p:sp>
      <p:grpSp>
        <p:nvGrpSpPr>
          <p:cNvPr id="3107" name="Google Shape;3107;p101"/>
          <p:cNvGrpSpPr/>
          <p:nvPr/>
        </p:nvGrpSpPr>
        <p:grpSpPr>
          <a:xfrm>
            <a:off x="1335900" y="2235975"/>
            <a:ext cx="457202" cy="457202"/>
            <a:chOff x="1190625" y="238125"/>
            <a:chExt cx="5219200" cy="5219200"/>
          </a:xfrm>
        </p:grpSpPr>
        <p:sp>
          <p:nvSpPr>
            <p:cNvPr id="3108" name="Google Shape;3108;p101"/>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01"/>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101"/>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101"/>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01"/>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01"/>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01"/>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101"/>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101"/>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01"/>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01"/>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01"/>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01"/>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01"/>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101"/>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3" name="Google Shape;3123;p101"/>
          <p:cNvGrpSpPr/>
          <p:nvPr/>
        </p:nvGrpSpPr>
        <p:grpSpPr>
          <a:xfrm>
            <a:off x="3344136" y="2235975"/>
            <a:ext cx="450630" cy="457202"/>
            <a:chOff x="1228125" y="238125"/>
            <a:chExt cx="5144175" cy="5219200"/>
          </a:xfrm>
        </p:grpSpPr>
        <p:sp>
          <p:nvSpPr>
            <p:cNvPr id="3124" name="Google Shape;3124;p101"/>
            <p:cNvSpPr/>
            <p:nvPr/>
          </p:nvSpPr>
          <p:spPr>
            <a:xfrm>
              <a:off x="1409975" y="1438525"/>
              <a:ext cx="4780475" cy="4018800"/>
            </a:xfrm>
            <a:custGeom>
              <a:avLst/>
              <a:gdLst/>
              <a:ahLst/>
              <a:cxnLst/>
              <a:rect l="l" t="t" r="r" b="b"/>
              <a:pathLst>
                <a:path w="191219" h="160752" extrusionOk="0">
                  <a:moveTo>
                    <a:pt x="27010" y="0"/>
                  </a:moveTo>
                  <a:cubicBezTo>
                    <a:pt x="24303" y="0"/>
                    <a:pt x="21856" y="1729"/>
                    <a:pt x="20943" y="4274"/>
                  </a:cubicBezTo>
                  <a:lnTo>
                    <a:pt x="392" y="62598"/>
                  </a:lnTo>
                  <a:cubicBezTo>
                    <a:pt x="131" y="63283"/>
                    <a:pt x="1" y="64001"/>
                    <a:pt x="1" y="64718"/>
                  </a:cubicBezTo>
                  <a:lnTo>
                    <a:pt x="1" y="95577"/>
                  </a:lnTo>
                  <a:cubicBezTo>
                    <a:pt x="1" y="96327"/>
                    <a:pt x="131" y="97045"/>
                    <a:pt x="392" y="97730"/>
                  </a:cubicBezTo>
                  <a:lnTo>
                    <a:pt x="20943" y="156445"/>
                  </a:lnTo>
                  <a:cubicBezTo>
                    <a:pt x="21856" y="159022"/>
                    <a:pt x="24303" y="160751"/>
                    <a:pt x="27010" y="160751"/>
                  </a:cubicBezTo>
                  <a:lnTo>
                    <a:pt x="164209" y="160751"/>
                  </a:lnTo>
                  <a:cubicBezTo>
                    <a:pt x="166917" y="160751"/>
                    <a:pt x="169363" y="159022"/>
                    <a:pt x="170276" y="156445"/>
                  </a:cubicBezTo>
                  <a:lnTo>
                    <a:pt x="190827" y="97730"/>
                  </a:lnTo>
                  <a:cubicBezTo>
                    <a:pt x="191088" y="97045"/>
                    <a:pt x="191218" y="96327"/>
                    <a:pt x="191218" y="95577"/>
                  </a:cubicBezTo>
                  <a:lnTo>
                    <a:pt x="191218" y="64718"/>
                  </a:lnTo>
                  <a:cubicBezTo>
                    <a:pt x="191218" y="64001"/>
                    <a:pt x="191088" y="63283"/>
                    <a:pt x="190827" y="62598"/>
                  </a:cubicBezTo>
                  <a:lnTo>
                    <a:pt x="170276" y="4274"/>
                  </a:lnTo>
                  <a:cubicBezTo>
                    <a:pt x="169363" y="1729"/>
                    <a:pt x="166917" y="0"/>
                    <a:pt x="1642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101"/>
            <p:cNvSpPr/>
            <p:nvPr/>
          </p:nvSpPr>
          <p:spPr>
            <a:xfrm>
              <a:off x="3800200" y="1438525"/>
              <a:ext cx="2390250" cy="4018800"/>
            </a:xfrm>
            <a:custGeom>
              <a:avLst/>
              <a:gdLst/>
              <a:ahLst/>
              <a:cxnLst/>
              <a:rect l="l" t="t" r="r" b="b"/>
              <a:pathLst>
                <a:path w="95610" h="160752" extrusionOk="0">
                  <a:moveTo>
                    <a:pt x="1" y="0"/>
                  </a:moveTo>
                  <a:lnTo>
                    <a:pt x="1" y="160751"/>
                  </a:lnTo>
                  <a:lnTo>
                    <a:pt x="68600" y="160751"/>
                  </a:lnTo>
                  <a:cubicBezTo>
                    <a:pt x="71308" y="160751"/>
                    <a:pt x="73754" y="159022"/>
                    <a:pt x="74667" y="156445"/>
                  </a:cubicBezTo>
                  <a:lnTo>
                    <a:pt x="95218" y="97730"/>
                  </a:lnTo>
                  <a:cubicBezTo>
                    <a:pt x="95479" y="97045"/>
                    <a:pt x="95609" y="96327"/>
                    <a:pt x="95609" y="95577"/>
                  </a:cubicBezTo>
                  <a:lnTo>
                    <a:pt x="95609" y="64718"/>
                  </a:lnTo>
                  <a:cubicBezTo>
                    <a:pt x="95609" y="64001"/>
                    <a:pt x="95479" y="63283"/>
                    <a:pt x="95218" y="62598"/>
                  </a:cubicBezTo>
                  <a:lnTo>
                    <a:pt x="74667" y="4274"/>
                  </a:lnTo>
                  <a:cubicBezTo>
                    <a:pt x="73754" y="1729"/>
                    <a:pt x="71308" y="0"/>
                    <a:pt x="6860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101"/>
            <p:cNvSpPr/>
            <p:nvPr/>
          </p:nvSpPr>
          <p:spPr>
            <a:xfrm>
              <a:off x="2953725" y="3667275"/>
              <a:ext cx="1692975" cy="1007975"/>
            </a:xfrm>
            <a:custGeom>
              <a:avLst/>
              <a:gdLst/>
              <a:ahLst/>
              <a:cxnLst/>
              <a:rect l="l" t="t" r="r" b="b"/>
              <a:pathLst>
                <a:path w="67719" h="40319" extrusionOk="0">
                  <a:moveTo>
                    <a:pt x="6426" y="1"/>
                  </a:moveTo>
                  <a:cubicBezTo>
                    <a:pt x="2871" y="1"/>
                    <a:pt x="0" y="2904"/>
                    <a:pt x="0" y="6427"/>
                  </a:cubicBezTo>
                  <a:lnTo>
                    <a:pt x="0" y="33893"/>
                  </a:lnTo>
                  <a:cubicBezTo>
                    <a:pt x="0" y="37416"/>
                    <a:pt x="2871" y="40319"/>
                    <a:pt x="6426" y="40319"/>
                  </a:cubicBezTo>
                  <a:lnTo>
                    <a:pt x="61293" y="40319"/>
                  </a:lnTo>
                  <a:cubicBezTo>
                    <a:pt x="64848" y="40319"/>
                    <a:pt x="67719" y="37416"/>
                    <a:pt x="67719" y="33893"/>
                  </a:cubicBezTo>
                  <a:lnTo>
                    <a:pt x="67719" y="6427"/>
                  </a:lnTo>
                  <a:cubicBezTo>
                    <a:pt x="67719" y="2904"/>
                    <a:pt x="64848" y="1"/>
                    <a:pt x="612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101"/>
            <p:cNvSpPr/>
            <p:nvPr/>
          </p:nvSpPr>
          <p:spPr>
            <a:xfrm>
              <a:off x="3800200" y="3667275"/>
              <a:ext cx="846500" cy="1007975"/>
            </a:xfrm>
            <a:custGeom>
              <a:avLst/>
              <a:gdLst/>
              <a:ahLst/>
              <a:cxnLst/>
              <a:rect l="l" t="t" r="r" b="b"/>
              <a:pathLst>
                <a:path w="33860" h="40319" extrusionOk="0">
                  <a:moveTo>
                    <a:pt x="1" y="1"/>
                  </a:moveTo>
                  <a:lnTo>
                    <a:pt x="1" y="40319"/>
                  </a:lnTo>
                  <a:lnTo>
                    <a:pt x="27434" y="40319"/>
                  </a:lnTo>
                  <a:cubicBezTo>
                    <a:pt x="30989" y="40319"/>
                    <a:pt x="33860" y="37416"/>
                    <a:pt x="33860" y="33893"/>
                  </a:cubicBezTo>
                  <a:lnTo>
                    <a:pt x="33860" y="6427"/>
                  </a:lnTo>
                  <a:cubicBezTo>
                    <a:pt x="33860" y="2904"/>
                    <a:pt x="30989" y="1"/>
                    <a:pt x="274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101"/>
            <p:cNvSpPr/>
            <p:nvPr/>
          </p:nvSpPr>
          <p:spPr>
            <a:xfrm>
              <a:off x="1228125" y="2970850"/>
              <a:ext cx="5144175" cy="943550"/>
            </a:xfrm>
            <a:custGeom>
              <a:avLst/>
              <a:gdLst/>
              <a:ahLst/>
              <a:cxnLst/>
              <a:rect l="l" t="t" r="r" b="b"/>
              <a:pathLst>
                <a:path w="205767" h="37742" extrusionOk="0">
                  <a:moveTo>
                    <a:pt x="6035" y="0"/>
                  </a:moveTo>
                  <a:cubicBezTo>
                    <a:pt x="2708" y="0"/>
                    <a:pt x="1" y="2479"/>
                    <a:pt x="1" y="5546"/>
                  </a:cubicBezTo>
                  <a:lnTo>
                    <a:pt x="1" y="32196"/>
                  </a:lnTo>
                  <a:cubicBezTo>
                    <a:pt x="1" y="35230"/>
                    <a:pt x="2708" y="37741"/>
                    <a:pt x="6035" y="37741"/>
                  </a:cubicBezTo>
                  <a:lnTo>
                    <a:pt x="199732" y="37741"/>
                  </a:lnTo>
                  <a:cubicBezTo>
                    <a:pt x="203059" y="37741"/>
                    <a:pt x="205767" y="35230"/>
                    <a:pt x="205767" y="32196"/>
                  </a:cubicBezTo>
                  <a:lnTo>
                    <a:pt x="205767" y="5546"/>
                  </a:lnTo>
                  <a:cubicBezTo>
                    <a:pt x="205767" y="2479"/>
                    <a:pt x="203059" y="0"/>
                    <a:pt x="1997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01"/>
            <p:cNvSpPr/>
            <p:nvPr/>
          </p:nvSpPr>
          <p:spPr>
            <a:xfrm>
              <a:off x="3800200" y="2970850"/>
              <a:ext cx="2572100" cy="943550"/>
            </a:xfrm>
            <a:custGeom>
              <a:avLst/>
              <a:gdLst/>
              <a:ahLst/>
              <a:cxnLst/>
              <a:rect l="l" t="t" r="r" b="b"/>
              <a:pathLst>
                <a:path w="102884" h="37742" extrusionOk="0">
                  <a:moveTo>
                    <a:pt x="1" y="0"/>
                  </a:moveTo>
                  <a:lnTo>
                    <a:pt x="1" y="37741"/>
                  </a:lnTo>
                  <a:lnTo>
                    <a:pt x="96849" y="37741"/>
                  </a:lnTo>
                  <a:cubicBezTo>
                    <a:pt x="100176" y="37741"/>
                    <a:pt x="102884" y="35230"/>
                    <a:pt x="102884" y="32196"/>
                  </a:cubicBezTo>
                  <a:lnTo>
                    <a:pt x="102884" y="5546"/>
                  </a:lnTo>
                  <a:cubicBezTo>
                    <a:pt x="102884" y="2479"/>
                    <a:pt x="100176" y="0"/>
                    <a:pt x="968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01"/>
            <p:cNvSpPr/>
            <p:nvPr/>
          </p:nvSpPr>
          <p:spPr>
            <a:xfrm>
              <a:off x="43677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20" y="19502"/>
                  </a:cubicBezTo>
                  <a:cubicBezTo>
                    <a:pt x="4666" y="21491"/>
                    <a:pt x="4503" y="21948"/>
                    <a:pt x="3915" y="23547"/>
                  </a:cubicBezTo>
                  <a:cubicBezTo>
                    <a:pt x="3720" y="24036"/>
                    <a:pt x="3524" y="24590"/>
                    <a:pt x="3328" y="25210"/>
                  </a:cubicBezTo>
                  <a:cubicBezTo>
                    <a:pt x="2350" y="28635"/>
                    <a:pt x="4307" y="32191"/>
                    <a:pt x="7732" y="33169"/>
                  </a:cubicBezTo>
                  <a:cubicBezTo>
                    <a:pt x="8319" y="33365"/>
                    <a:pt x="8939" y="33430"/>
                    <a:pt x="9526" y="33430"/>
                  </a:cubicBezTo>
                  <a:cubicBezTo>
                    <a:pt x="12299" y="33430"/>
                    <a:pt x="14876" y="31604"/>
                    <a:pt x="15691" y="28798"/>
                  </a:cubicBezTo>
                  <a:cubicBezTo>
                    <a:pt x="15756" y="28603"/>
                    <a:pt x="15854" y="28309"/>
                    <a:pt x="15985" y="28015"/>
                  </a:cubicBezTo>
                  <a:cubicBezTo>
                    <a:pt x="16898" y="25504"/>
                    <a:pt x="18627" y="20839"/>
                    <a:pt x="15332" y="13924"/>
                  </a:cubicBezTo>
                  <a:cubicBezTo>
                    <a:pt x="14223" y="11640"/>
                    <a:pt x="14484" y="11053"/>
                    <a:pt x="15365" y="9096"/>
                  </a:cubicBezTo>
                  <a:cubicBezTo>
                    <a:pt x="16833" y="5867"/>
                    <a:pt x="15430" y="2050"/>
                    <a:pt x="12201" y="582"/>
                  </a:cubicBezTo>
                  <a:cubicBezTo>
                    <a:pt x="11333"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101"/>
            <p:cNvSpPr/>
            <p:nvPr/>
          </p:nvSpPr>
          <p:spPr>
            <a:xfrm>
              <a:off x="35620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19" y="19502"/>
                  </a:cubicBezTo>
                  <a:cubicBezTo>
                    <a:pt x="4665" y="21491"/>
                    <a:pt x="4502" y="21948"/>
                    <a:pt x="3915" y="23547"/>
                  </a:cubicBezTo>
                  <a:cubicBezTo>
                    <a:pt x="3752" y="24036"/>
                    <a:pt x="3524" y="24590"/>
                    <a:pt x="3360" y="25210"/>
                  </a:cubicBezTo>
                  <a:cubicBezTo>
                    <a:pt x="2349" y="28635"/>
                    <a:pt x="4339" y="32191"/>
                    <a:pt x="7731" y="33169"/>
                  </a:cubicBezTo>
                  <a:cubicBezTo>
                    <a:pt x="8319" y="33365"/>
                    <a:pt x="8938" y="33430"/>
                    <a:pt x="9526" y="33430"/>
                  </a:cubicBezTo>
                  <a:cubicBezTo>
                    <a:pt x="12331" y="33430"/>
                    <a:pt x="14875" y="31604"/>
                    <a:pt x="15691" y="28798"/>
                  </a:cubicBezTo>
                  <a:cubicBezTo>
                    <a:pt x="15756" y="28603"/>
                    <a:pt x="15854" y="28309"/>
                    <a:pt x="15984" y="28015"/>
                  </a:cubicBezTo>
                  <a:cubicBezTo>
                    <a:pt x="16898" y="25504"/>
                    <a:pt x="18627" y="20839"/>
                    <a:pt x="15332" y="13924"/>
                  </a:cubicBezTo>
                  <a:cubicBezTo>
                    <a:pt x="14223" y="11640"/>
                    <a:pt x="14484" y="11053"/>
                    <a:pt x="15365" y="9096"/>
                  </a:cubicBezTo>
                  <a:cubicBezTo>
                    <a:pt x="16865" y="5867"/>
                    <a:pt x="15430" y="2050"/>
                    <a:pt x="12200" y="582"/>
                  </a:cubicBezTo>
                  <a:cubicBezTo>
                    <a:pt x="11332"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101"/>
            <p:cNvSpPr/>
            <p:nvPr/>
          </p:nvSpPr>
          <p:spPr>
            <a:xfrm>
              <a:off x="3800200" y="238125"/>
              <a:ext cx="227550" cy="835900"/>
            </a:xfrm>
            <a:custGeom>
              <a:avLst/>
              <a:gdLst/>
              <a:ahLst/>
              <a:cxnLst/>
              <a:rect l="l" t="t" r="r" b="b"/>
              <a:pathLst>
                <a:path w="9102" h="33436" extrusionOk="0">
                  <a:moveTo>
                    <a:pt x="1" y="0"/>
                  </a:moveTo>
                  <a:lnTo>
                    <a:pt x="1" y="33435"/>
                  </a:lnTo>
                  <a:cubicBezTo>
                    <a:pt x="2806" y="33435"/>
                    <a:pt x="5350" y="31609"/>
                    <a:pt x="6166" y="28803"/>
                  </a:cubicBezTo>
                  <a:cubicBezTo>
                    <a:pt x="6231" y="28608"/>
                    <a:pt x="6329" y="28314"/>
                    <a:pt x="6459" y="28020"/>
                  </a:cubicBezTo>
                  <a:cubicBezTo>
                    <a:pt x="7373" y="25509"/>
                    <a:pt x="9102" y="20844"/>
                    <a:pt x="5807" y="13929"/>
                  </a:cubicBezTo>
                  <a:cubicBezTo>
                    <a:pt x="4698" y="11645"/>
                    <a:pt x="4959" y="11058"/>
                    <a:pt x="5840" y="9101"/>
                  </a:cubicBezTo>
                  <a:cubicBezTo>
                    <a:pt x="7340" y="5872"/>
                    <a:pt x="5905" y="2055"/>
                    <a:pt x="2675" y="587"/>
                  </a:cubicBezTo>
                  <a:cubicBezTo>
                    <a:pt x="1795" y="196"/>
                    <a:pt x="881"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01"/>
            <p:cNvSpPr/>
            <p:nvPr/>
          </p:nvSpPr>
          <p:spPr>
            <a:xfrm>
              <a:off x="2758000" y="238250"/>
              <a:ext cx="465675" cy="835775"/>
            </a:xfrm>
            <a:custGeom>
              <a:avLst/>
              <a:gdLst/>
              <a:ahLst/>
              <a:cxnLst/>
              <a:rect l="l" t="t" r="r" b="b"/>
              <a:pathLst>
                <a:path w="18627" h="33431" extrusionOk="0">
                  <a:moveTo>
                    <a:pt x="9525" y="0"/>
                  </a:moveTo>
                  <a:cubicBezTo>
                    <a:pt x="7086" y="0"/>
                    <a:pt x="4751" y="1385"/>
                    <a:pt x="3654" y="3746"/>
                  </a:cubicBezTo>
                  <a:cubicBezTo>
                    <a:pt x="2382" y="6552"/>
                    <a:pt x="0" y="11771"/>
                    <a:pt x="3719" y="19502"/>
                  </a:cubicBezTo>
                  <a:cubicBezTo>
                    <a:pt x="4665" y="21491"/>
                    <a:pt x="4502" y="21948"/>
                    <a:pt x="3915" y="23547"/>
                  </a:cubicBezTo>
                  <a:cubicBezTo>
                    <a:pt x="3719" y="24036"/>
                    <a:pt x="3523" y="24590"/>
                    <a:pt x="3328" y="25210"/>
                  </a:cubicBezTo>
                  <a:cubicBezTo>
                    <a:pt x="2349" y="28635"/>
                    <a:pt x="4306" y="32191"/>
                    <a:pt x="7731" y="33169"/>
                  </a:cubicBezTo>
                  <a:cubicBezTo>
                    <a:pt x="8318" y="33365"/>
                    <a:pt x="8938" y="33430"/>
                    <a:pt x="9525" y="33430"/>
                  </a:cubicBezTo>
                  <a:cubicBezTo>
                    <a:pt x="12298" y="33430"/>
                    <a:pt x="14875" y="31604"/>
                    <a:pt x="15691" y="28798"/>
                  </a:cubicBezTo>
                  <a:cubicBezTo>
                    <a:pt x="15756" y="28603"/>
                    <a:pt x="15854" y="28309"/>
                    <a:pt x="15984" y="28015"/>
                  </a:cubicBezTo>
                  <a:cubicBezTo>
                    <a:pt x="16897" y="25504"/>
                    <a:pt x="18626" y="20839"/>
                    <a:pt x="15299" y="13924"/>
                  </a:cubicBezTo>
                  <a:cubicBezTo>
                    <a:pt x="14223" y="11640"/>
                    <a:pt x="14484" y="11053"/>
                    <a:pt x="15364" y="9096"/>
                  </a:cubicBezTo>
                  <a:cubicBezTo>
                    <a:pt x="16832" y="5867"/>
                    <a:pt x="15430" y="2050"/>
                    <a:pt x="12200" y="582"/>
                  </a:cubicBezTo>
                  <a:cubicBezTo>
                    <a:pt x="11332" y="188"/>
                    <a:pt x="10422" y="0"/>
                    <a:pt x="9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4" name="Google Shape;3134;p101"/>
          <p:cNvGrpSpPr/>
          <p:nvPr/>
        </p:nvGrpSpPr>
        <p:grpSpPr>
          <a:xfrm>
            <a:off x="5320537" y="2235894"/>
            <a:ext cx="507926" cy="457380"/>
            <a:chOff x="1173475" y="487650"/>
            <a:chExt cx="5236350" cy="4720125"/>
          </a:xfrm>
        </p:grpSpPr>
        <p:sp>
          <p:nvSpPr>
            <p:cNvPr id="3135" name="Google Shape;3135;p101"/>
            <p:cNvSpPr/>
            <p:nvPr/>
          </p:nvSpPr>
          <p:spPr>
            <a:xfrm>
              <a:off x="1173475" y="1034025"/>
              <a:ext cx="4234900" cy="4173750"/>
            </a:xfrm>
            <a:custGeom>
              <a:avLst/>
              <a:gdLst/>
              <a:ahLst/>
              <a:cxnLst/>
              <a:rect l="l" t="t" r="r" b="b"/>
              <a:pathLst>
                <a:path w="169396" h="166950" extrusionOk="0">
                  <a:moveTo>
                    <a:pt x="39243" y="1"/>
                  </a:moveTo>
                  <a:cubicBezTo>
                    <a:pt x="34415" y="1"/>
                    <a:pt x="29881" y="1893"/>
                    <a:pt x="26456" y="5285"/>
                  </a:cubicBezTo>
                  <a:lnTo>
                    <a:pt x="13440" y="17877"/>
                  </a:lnTo>
                  <a:cubicBezTo>
                    <a:pt x="13440" y="17909"/>
                    <a:pt x="13408" y="17909"/>
                    <a:pt x="13375" y="17942"/>
                  </a:cubicBezTo>
                  <a:cubicBezTo>
                    <a:pt x="7699" y="23618"/>
                    <a:pt x="3720" y="30762"/>
                    <a:pt x="1860" y="38558"/>
                  </a:cubicBezTo>
                  <a:cubicBezTo>
                    <a:pt x="1" y="46386"/>
                    <a:pt x="360" y="54541"/>
                    <a:pt x="2904" y="62142"/>
                  </a:cubicBezTo>
                  <a:cubicBezTo>
                    <a:pt x="20030" y="113094"/>
                    <a:pt x="54541" y="147573"/>
                    <a:pt x="105494" y="164731"/>
                  </a:cubicBezTo>
                  <a:cubicBezTo>
                    <a:pt x="109897" y="166199"/>
                    <a:pt x="114497" y="166949"/>
                    <a:pt x="119129" y="166949"/>
                  </a:cubicBezTo>
                  <a:cubicBezTo>
                    <a:pt x="122456" y="166949"/>
                    <a:pt x="125783" y="166558"/>
                    <a:pt x="129078" y="165775"/>
                  </a:cubicBezTo>
                  <a:cubicBezTo>
                    <a:pt x="136874" y="163916"/>
                    <a:pt x="144018" y="159936"/>
                    <a:pt x="149694" y="154260"/>
                  </a:cubicBezTo>
                  <a:cubicBezTo>
                    <a:pt x="149726" y="154228"/>
                    <a:pt x="149726" y="154195"/>
                    <a:pt x="149759" y="154195"/>
                  </a:cubicBezTo>
                  <a:lnTo>
                    <a:pt x="162350" y="141180"/>
                  </a:lnTo>
                  <a:cubicBezTo>
                    <a:pt x="169396" y="134101"/>
                    <a:pt x="169396" y="122619"/>
                    <a:pt x="162317" y="115541"/>
                  </a:cubicBezTo>
                  <a:lnTo>
                    <a:pt x="140723" y="93946"/>
                  </a:lnTo>
                  <a:cubicBezTo>
                    <a:pt x="137298" y="90521"/>
                    <a:pt x="132731" y="88629"/>
                    <a:pt x="127871" y="88629"/>
                  </a:cubicBezTo>
                  <a:cubicBezTo>
                    <a:pt x="123010" y="88629"/>
                    <a:pt x="118444" y="90521"/>
                    <a:pt x="115019" y="93946"/>
                  </a:cubicBezTo>
                  <a:lnTo>
                    <a:pt x="108397" y="100568"/>
                  </a:lnTo>
                  <a:cubicBezTo>
                    <a:pt x="107262" y="101703"/>
                    <a:pt x="105748" y="102306"/>
                    <a:pt x="104207" y="102306"/>
                  </a:cubicBezTo>
                  <a:cubicBezTo>
                    <a:pt x="103488" y="102306"/>
                    <a:pt x="102763" y="102175"/>
                    <a:pt x="102069" y="101905"/>
                  </a:cubicBezTo>
                  <a:cubicBezTo>
                    <a:pt x="84519" y="94990"/>
                    <a:pt x="72645" y="83116"/>
                    <a:pt x="65730" y="65567"/>
                  </a:cubicBezTo>
                  <a:cubicBezTo>
                    <a:pt x="64882" y="63381"/>
                    <a:pt x="65404" y="60902"/>
                    <a:pt x="67067" y="59239"/>
                  </a:cubicBezTo>
                  <a:lnTo>
                    <a:pt x="73689" y="52617"/>
                  </a:lnTo>
                  <a:cubicBezTo>
                    <a:pt x="77114" y="49192"/>
                    <a:pt x="79006" y="44625"/>
                    <a:pt x="79006" y="39765"/>
                  </a:cubicBezTo>
                  <a:cubicBezTo>
                    <a:pt x="79006" y="34904"/>
                    <a:pt x="77114" y="30337"/>
                    <a:pt x="73689" y="26912"/>
                  </a:cubicBezTo>
                  <a:lnTo>
                    <a:pt x="52095" y="5318"/>
                  </a:lnTo>
                  <a:cubicBezTo>
                    <a:pt x="48670" y="1893"/>
                    <a:pt x="44103" y="1"/>
                    <a:pt x="392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101"/>
            <p:cNvSpPr/>
            <p:nvPr/>
          </p:nvSpPr>
          <p:spPr>
            <a:xfrm>
              <a:off x="2211625" y="3226900"/>
              <a:ext cx="3196750" cy="1980875"/>
            </a:xfrm>
            <a:custGeom>
              <a:avLst/>
              <a:gdLst/>
              <a:ahLst/>
              <a:cxnLst/>
              <a:rect l="l" t="t" r="r" b="b"/>
              <a:pathLst>
                <a:path w="127870" h="79235" extrusionOk="0">
                  <a:moveTo>
                    <a:pt x="38394" y="1"/>
                  </a:moveTo>
                  <a:lnTo>
                    <a:pt x="0" y="38394"/>
                  </a:lnTo>
                  <a:cubicBezTo>
                    <a:pt x="17126" y="55520"/>
                    <a:pt x="38492" y="68437"/>
                    <a:pt x="63968" y="77016"/>
                  </a:cubicBezTo>
                  <a:cubicBezTo>
                    <a:pt x="68371" y="78484"/>
                    <a:pt x="72971" y="79234"/>
                    <a:pt x="77570" y="79234"/>
                  </a:cubicBezTo>
                  <a:cubicBezTo>
                    <a:pt x="80930" y="79234"/>
                    <a:pt x="84257" y="78843"/>
                    <a:pt x="87552" y="78060"/>
                  </a:cubicBezTo>
                  <a:cubicBezTo>
                    <a:pt x="95348" y="76201"/>
                    <a:pt x="102492" y="72221"/>
                    <a:pt x="108168" y="66545"/>
                  </a:cubicBezTo>
                  <a:cubicBezTo>
                    <a:pt x="108200" y="66513"/>
                    <a:pt x="108200" y="66480"/>
                    <a:pt x="108233" y="66480"/>
                  </a:cubicBezTo>
                  <a:lnTo>
                    <a:pt x="120824" y="53465"/>
                  </a:lnTo>
                  <a:cubicBezTo>
                    <a:pt x="127870" y="46386"/>
                    <a:pt x="127870" y="34904"/>
                    <a:pt x="120791" y="27826"/>
                  </a:cubicBezTo>
                  <a:lnTo>
                    <a:pt x="99197" y="6231"/>
                  </a:lnTo>
                  <a:cubicBezTo>
                    <a:pt x="95772" y="2806"/>
                    <a:pt x="91205" y="914"/>
                    <a:pt x="86345" y="914"/>
                  </a:cubicBezTo>
                  <a:cubicBezTo>
                    <a:pt x="81484" y="914"/>
                    <a:pt x="76918" y="2806"/>
                    <a:pt x="73493" y="6231"/>
                  </a:cubicBezTo>
                  <a:lnTo>
                    <a:pt x="66871" y="12853"/>
                  </a:lnTo>
                  <a:cubicBezTo>
                    <a:pt x="65736" y="13988"/>
                    <a:pt x="64222" y="14591"/>
                    <a:pt x="62681" y="14591"/>
                  </a:cubicBezTo>
                  <a:cubicBezTo>
                    <a:pt x="61962" y="14591"/>
                    <a:pt x="61237" y="14460"/>
                    <a:pt x="60543" y="14190"/>
                  </a:cubicBezTo>
                  <a:cubicBezTo>
                    <a:pt x="51768" y="10733"/>
                    <a:pt x="44396" y="6035"/>
                    <a:pt x="3839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01"/>
            <p:cNvSpPr/>
            <p:nvPr/>
          </p:nvSpPr>
          <p:spPr>
            <a:xfrm>
              <a:off x="3891525" y="487650"/>
              <a:ext cx="2263050" cy="1937650"/>
            </a:xfrm>
            <a:custGeom>
              <a:avLst/>
              <a:gdLst/>
              <a:ahLst/>
              <a:cxnLst/>
              <a:rect l="l" t="t" r="r" b="b"/>
              <a:pathLst>
                <a:path w="90522" h="77506" extrusionOk="0">
                  <a:moveTo>
                    <a:pt x="45277" y="1"/>
                  </a:moveTo>
                  <a:cubicBezTo>
                    <a:pt x="31022" y="1"/>
                    <a:pt x="19801" y="4013"/>
                    <a:pt x="11907" y="11907"/>
                  </a:cubicBezTo>
                  <a:cubicBezTo>
                    <a:pt x="4013" y="19801"/>
                    <a:pt x="1" y="31055"/>
                    <a:pt x="1" y="45277"/>
                  </a:cubicBezTo>
                  <a:lnTo>
                    <a:pt x="1" y="71373"/>
                  </a:lnTo>
                  <a:cubicBezTo>
                    <a:pt x="1" y="74765"/>
                    <a:pt x="2741" y="77505"/>
                    <a:pt x="6101" y="77505"/>
                  </a:cubicBezTo>
                  <a:lnTo>
                    <a:pt x="84421" y="77505"/>
                  </a:lnTo>
                  <a:cubicBezTo>
                    <a:pt x="87781" y="77505"/>
                    <a:pt x="90521" y="74765"/>
                    <a:pt x="90521" y="71373"/>
                  </a:cubicBezTo>
                  <a:lnTo>
                    <a:pt x="90521" y="45277"/>
                  </a:lnTo>
                  <a:cubicBezTo>
                    <a:pt x="90521" y="31055"/>
                    <a:pt x="86541" y="19801"/>
                    <a:pt x="78615" y="11907"/>
                  </a:cubicBezTo>
                  <a:cubicBezTo>
                    <a:pt x="70721" y="4013"/>
                    <a:pt x="59500" y="1"/>
                    <a:pt x="45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01"/>
            <p:cNvSpPr/>
            <p:nvPr/>
          </p:nvSpPr>
          <p:spPr>
            <a:xfrm>
              <a:off x="5023450" y="487650"/>
              <a:ext cx="1131125" cy="1937650"/>
            </a:xfrm>
            <a:custGeom>
              <a:avLst/>
              <a:gdLst/>
              <a:ahLst/>
              <a:cxnLst/>
              <a:rect l="l" t="t" r="r" b="b"/>
              <a:pathLst>
                <a:path w="45245" h="77506" extrusionOk="0">
                  <a:moveTo>
                    <a:pt x="0" y="1"/>
                  </a:moveTo>
                  <a:lnTo>
                    <a:pt x="0" y="77505"/>
                  </a:lnTo>
                  <a:lnTo>
                    <a:pt x="39144" y="77505"/>
                  </a:lnTo>
                  <a:cubicBezTo>
                    <a:pt x="42504" y="77505"/>
                    <a:pt x="45244" y="74765"/>
                    <a:pt x="45244" y="71373"/>
                  </a:cubicBezTo>
                  <a:lnTo>
                    <a:pt x="45244" y="45277"/>
                  </a:lnTo>
                  <a:cubicBezTo>
                    <a:pt x="45244" y="31055"/>
                    <a:pt x="41264" y="19801"/>
                    <a:pt x="33338" y="11907"/>
                  </a:cubicBezTo>
                  <a:cubicBezTo>
                    <a:pt x="25444" y="4013"/>
                    <a:pt x="14223" y="1"/>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101"/>
            <p:cNvSpPr/>
            <p:nvPr/>
          </p:nvSpPr>
          <p:spPr>
            <a:xfrm>
              <a:off x="4543925" y="496625"/>
              <a:ext cx="305850" cy="623075"/>
            </a:xfrm>
            <a:custGeom>
              <a:avLst/>
              <a:gdLst/>
              <a:ahLst/>
              <a:cxnLst/>
              <a:rect l="l" t="t" r="r" b="b"/>
              <a:pathLst>
                <a:path w="12234" h="24923" extrusionOk="0">
                  <a:moveTo>
                    <a:pt x="12233" y="0"/>
                  </a:moveTo>
                  <a:cubicBezTo>
                    <a:pt x="7797" y="425"/>
                    <a:pt x="3720" y="1338"/>
                    <a:pt x="1" y="2675"/>
                  </a:cubicBezTo>
                  <a:lnTo>
                    <a:pt x="1" y="18822"/>
                  </a:lnTo>
                  <a:cubicBezTo>
                    <a:pt x="1" y="22182"/>
                    <a:pt x="2741" y="24922"/>
                    <a:pt x="6101" y="24922"/>
                  </a:cubicBezTo>
                  <a:cubicBezTo>
                    <a:pt x="9493" y="24922"/>
                    <a:pt x="12233" y="22182"/>
                    <a:pt x="12233" y="18822"/>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101"/>
            <p:cNvSpPr/>
            <p:nvPr/>
          </p:nvSpPr>
          <p:spPr>
            <a:xfrm>
              <a:off x="5196325" y="496625"/>
              <a:ext cx="305850" cy="623075"/>
            </a:xfrm>
            <a:custGeom>
              <a:avLst/>
              <a:gdLst/>
              <a:ahLst/>
              <a:cxnLst/>
              <a:rect l="l" t="t" r="r" b="b"/>
              <a:pathLst>
                <a:path w="12234" h="24923" extrusionOk="0">
                  <a:moveTo>
                    <a:pt x="1" y="0"/>
                  </a:moveTo>
                  <a:lnTo>
                    <a:pt x="1" y="18822"/>
                  </a:lnTo>
                  <a:cubicBezTo>
                    <a:pt x="1" y="22182"/>
                    <a:pt x="2741" y="24922"/>
                    <a:pt x="6133" y="24922"/>
                  </a:cubicBezTo>
                  <a:cubicBezTo>
                    <a:pt x="9493" y="24922"/>
                    <a:pt x="12233" y="22182"/>
                    <a:pt x="12233" y="18822"/>
                  </a:cubicBezTo>
                  <a:lnTo>
                    <a:pt x="12233" y="2675"/>
                  </a:lnTo>
                  <a:cubicBezTo>
                    <a:pt x="8515" y="1338"/>
                    <a:pt x="4437" y="42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01"/>
            <p:cNvSpPr/>
            <p:nvPr/>
          </p:nvSpPr>
          <p:spPr>
            <a:xfrm>
              <a:off x="3636275" y="1466250"/>
              <a:ext cx="2773550" cy="305825"/>
            </a:xfrm>
            <a:custGeom>
              <a:avLst/>
              <a:gdLst/>
              <a:ahLst/>
              <a:cxnLst/>
              <a:rect l="l" t="t" r="r" b="b"/>
              <a:pathLst>
                <a:path w="110942" h="12233" extrusionOk="0">
                  <a:moveTo>
                    <a:pt x="6134" y="1"/>
                  </a:moveTo>
                  <a:cubicBezTo>
                    <a:pt x="2741" y="1"/>
                    <a:pt x="1" y="2741"/>
                    <a:pt x="1" y="6133"/>
                  </a:cubicBezTo>
                  <a:cubicBezTo>
                    <a:pt x="1" y="9493"/>
                    <a:pt x="2741" y="12233"/>
                    <a:pt x="6134" y="12233"/>
                  </a:cubicBezTo>
                  <a:lnTo>
                    <a:pt x="104809" y="12233"/>
                  </a:lnTo>
                  <a:cubicBezTo>
                    <a:pt x="108201" y="12233"/>
                    <a:pt x="110941" y="9493"/>
                    <a:pt x="110941" y="6133"/>
                  </a:cubicBezTo>
                  <a:cubicBezTo>
                    <a:pt x="110941" y="2741"/>
                    <a:pt x="108201" y="1"/>
                    <a:pt x="1048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101"/>
            <p:cNvSpPr/>
            <p:nvPr/>
          </p:nvSpPr>
          <p:spPr>
            <a:xfrm>
              <a:off x="5023450" y="1466250"/>
              <a:ext cx="1386375" cy="305825"/>
            </a:xfrm>
            <a:custGeom>
              <a:avLst/>
              <a:gdLst/>
              <a:ahLst/>
              <a:cxnLst/>
              <a:rect l="l" t="t" r="r" b="b"/>
              <a:pathLst>
                <a:path w="55455" h="12233" extrusionOk="0">
                  <a:moveTo>
                    <a:pt x="0" y="1"/>
                  </a:moveTo>
                  <a:lnTo>
                    <a:pt x="0" y="12233"/>
                  </a:lnTo>
                  <a:lnTo>
                    <a:pt x="49322" y="12233"/>
                  </a:lnTo>
                  <a:cubicBezTo>
                    <a:pt x="52714" y="12233"/>
                    <a:pt x="55454" y="9493"/>
                    <a:pt x="55454" y="6133"/>
                  </a:cubicBezTo>
                  <a:cubicBezTo>
                    <a:pt x="55454" y="2741"/>
                    <a:pt x="52714" y="1"/>
                    <a:pt x="493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3" name="Google Shape;3143;p101"/>
          <p:cNvGrpSpPr/>
          <p:nvPr/>
        </p:nvGrpSpPr>
        <p:grpSpPr>
          <a:xfrm>
            <a:off x="7408946" y="2235988"/>
            <a:ext cx="341117" cy="457202"/>
            <a:chOff x="1853600" y="238125"/>
            <a:chExt cx="3894025" cy="5219200"/>
          </a:xfrm>
        </p:grpSpPr>
        <p:sp>
          <p:nvSpPr>
            <p:cNvPr id="3144" name="Google Shape;3144;p101"/>
            <p:cNvSpPr/>
            <p:nvPr/>
          </p:nvSpPr>
          <p:spPr>
            <a:xfrm>
              <a:off x="4386550" y="2287450"/>
              <a:ext cx="1109900" cy="3169875"/>
            </a:xfrm>
            <a:custGeom>
              <a:avLst/>
              <a:gdLst/>
              <a:ahLst/>
              <a:cxnLst/>
              <a:rect l="l" t="t" r="r" b="b"/>
              <a:pathLst>
                <a:path w="44396" h="126795" extrusionOk="0">
                  <a:moveTo>
                    <a:pt x="9166" y="1"/>
                  </a:moveTo>
                  <a:cubicBezTo>
                    <a:pt x="5937" y="1"/>
                    <a:pt x="3230" y="2512"/>
                    <a:pt x="3067" y="5742"/>
                  </a:cubicBezTo>
                  <a:lnTo>
                    <a:pt x="392" y="52290"/>
                  </a:lnTo>
                  <a:cubicBezTo>
                    <a:pt x="98" y="57673"/>
                    <a:pt x="0" y="63088"/>
                    <a:pt x="163" y="68502"/>
                  </a:cubicBezTo>
                  <a:cubicBezTo>
                    <a:pt x="163" y="68502"/>
                    <a:pt x="6100" y="70982"/>
                    <a:pt x="6100" y="74439"/>
                  </a:cubicBezTo>
                  <a:cubicBezTo>
                    <a:pt x="6100" y="77897"/>
                    <a:pt x="783" y="80735"/>
                    <a:pt x="783" y="80735"/>
                  </a:cubicBezTo>
                  <a:lnTo>
                    <a:pt x="3067" y="121020"/>
                  </a:lnTo>
                  <a:cubicBezTo>
                    <a:pt x="3230" y="124250"/>
                    <a:pt x="5937" y="126794"/>
                    <a:pt x="9166" y="126794"/>
                  </a:cubicBezTo>
                  <a:lnTo>
                    <a:pt x="35262" y="126794"/>
                  </a:lnTo>
                  <a:cubicBezTo>
                    <a:pt x="38492" y="126794"/>
                    <a:pt x="41199" y="124250"/>
                    <a:pt x="41362" y="121020"/>
                  </a:cubicBezTo>
                  <a:lnTo>
                    <a:pt x="43646" y="80735"/>
                  </a:lnTo>
                  <a:cubicBezTo>
                    <a:pt x="43646" y="80735"/>
                    <a:pt x="38329" y="77897"/>
                    <a:pt x="38329" y="74439"/>
                  </a:cubicBezTo>
                  <a:cubicBezTo>
                    <a:pt x="38329" y="70982"/>
                    <a:pt x="44265" y="68502"/>
                    <a:pt x="44265" y="68502"/>
                  </a:cubicBezTo>
                  <a:cubicBezTo>
                    <a:pt x="44396" y="63088"/>
                    <a:pt x="44331" y="57640"/>
                    <a:pt x="44037" y="52290"/>
                  </a:cubicBezTo>
                  <a:lnTo>
                    <a:pt x="41362" y="5742"/>
                  </a:lnTo>
                  <a:cubicBezTo>
                    <a:pt x="41167" y="2512"/>
                    <a:pt x="38492" y="1"/>
                    <a:pt x="3526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01"/>
            <p:cNvSpPr/>
            <p:nvPr/>
          </p:nvSpPr>
          <p:spPr>
            <a:xfrm>
              <a:off x="4941900" y="2287450"/>
              <a:ext cx="555375" cy="3169875"/>
            </a:xfrm>
            <a:custGeom>
              <a:avLst/>
              <a:gdLst/>
              <a:ahLst/>
              <a:cxnLst/>
              <a:rect l="l" t="t" r="r" b="b"/>
              <a:pathLst>
                <a:path w="22215" h="126795" extrusionOk="0">
                  <a:moveTo>
                    <a:pt x="0" y="1"/>
                  </a:moveTo>
                  <a:lnTo>
                    <a:pt x="0" y="126794"/>
                  </a:lnTo>
                  <a:lnTo>
                    <a:pt x="13048" y="126794"/>
                  </a:lnTo>
                  <a:cubicBezTo>
                    <a:pt x="16278" y="126794"/>
                    <a:pt x="18985" y="124250"/>
                    <a:pt x="19148" y="121020"/>
                  </a:cubicBezTo>
                  <a:lnTo>
                    <a:pt x="21432" y="80735"/>
                  </a:lnTo>
                  <a:cubicBezTo>
                    <a:pt x="21432" y="80735"/>
                    <a:pt x="16115" y="77897"/>
                    <a:pt x="16115" y="74439"/>
                  </a:cubicBezTo>
                  <a:cubicBezTo>
                    <a:pt x="16115" y="70982"/>
                    <a:pt x="22051" y="68502"/>
                    <a:pt x="22051" y="68502"/>
                  </a:cubicBezTo>
                  <a:cubicBezTo>
                    <a:pt x="22215" y="63088"/>
                    <a:pt x="22117" y="57640"/>
                    <a:pt x="21823" y="52290"/>
                  </a:cubicBezTo>
                  <a:lnTo>
                    <a:pt x="19148" y="5742"/>
                  </a:lnTo>
                  <a:cubicBezTo>
                    <a:pt x="18985" y="2512"/>
                    <a:pt x="16278" y="1"/>
                    <a:pt x="130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101"/>
            <p:cNvSpPr/>
            <p:nvPr/>
          </p:nvSpPr>
          <p:spPr>
            <a:xfrm>
              <a:off x="4137000" y="238125"/>
              <a:ext cx="1610625" cy="2355175"/>
            </a:xfrm>
            <a:custGeom>
              <a:avLst/>
              <a:gdLst/>
              <a:ahLst/>
              <a:cxnLst/>
              <a:rect l="l" t="t" r="r" b="b"/>
              <a:pathLst>
                <a:path w="64425" h="94207" extrusionOk="0">
                  <a:moveTo>
                    <a:pt x="6100" y="0"/>
                  </a:moveTo>
                  <a:cubicBezTo>
                    <a:pt x="2741" y="0"/>
                    <a:pt x="1" y="2740"/>
                    <a:pt x="1" y="6133"/>
                  </a:cubicBezTo>
                  <a:lnTo>
                    <a:pt x="1" y="46092"/>
                  </a:lnTo>
                  <a:lnTo>
                    <a:pt x="1" y="52192"/>
                  </a:lnTo>
                  <a:lnTo>
                    <a:pt x="1" y="61978"/>
                  </a:lnTo>
                  <a:cubicBezTo>
                    <a:pt x="1" y="79756"/>
                    <a:pt x="14451" y="94206"/>
                    <a:pt x="32196" y="94206"/>
                  </a:cubicBezTo>
                  <a:cubicBezTo>
                    <a:pt x="49974" y="94206"/>
                    <a:pt x="64425" y="79756"/>
                    <a:pt x="64425" y="61978"/>
                  </a:cubicBezTo>
                  <a:lnTo>
                    <a:pt x="64425" y="46092"/>
                  </a:lnTo>
                  <a:lnTo>
                    <a:pt x="38329" y="46092"/>
                  </a:lnTo>
                  <a:lnTo>
                    <a:pt x="38329" y="6133"/>
                  </a:lnTo>
                  <a:cubicBezTo>
                    <a:pt x="38329" y="2740"/>
                    <a:pt x="35589" y="0"/>
                    <a:pt x="32196" y="0"/>
                  </a:cubicBezTo>
                  <a:cubicBezTo>
                    <a:pt x="28804" y="0"/>
                    <a:pt x="26096" y="2740"/>
                    <a:pt x="26096" y="6133"/>
                  </a:cubicBezTo>
                  <a:lnTo>
                    <a:pt x="26096" y="46092"/>
                  </a:lnTo>
                  <a:lnTo>
                    <a:pt x="12233" y="46092"/>
                  </a:lnTo>
                  <a:lnTo>
                    <a:pt x="12233" y="6133"/>
                  </a:lnTo>
                  <a:cubicBezTo>
                    <a:pt x="12233" y="2740"/>
                    <a:pt x="9460" y="0"/>
                    <a:pt x="61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101"/>
            <p:cNvSpPr/>
            <p:nvPr/>
          </p:nvSpPr>
          <p:spPr>
            <a:xfrm>
              <a:off x="4941900" y="238125"/>
              <a:ext cx="805725" cy="2355175"/>
            </a:xfrm>
            <a:custGeom>
              <a:avLst/>
              <a:gdLst/>
              <a:ahLst/>
              <a:cxnLst/>
              <a:rect l="l" t="t" r="r" b="b"/>
              <a:pathLst>
                <a:path w="32229" h="94207" extrusionOk="0">
                  <a:moveTo>
                    <a:pt x="0" y="0"/>
                  </a:moveTo>
                  <a:lnTo>
                    <a:pt x="0" y="46092"/>
                  </a:lnTo>
                  <a:lnTo>
                    <a:pt x="0" y="58324"/>
                  </a:lnTo>
                  <a:lnTo>
                    <a:pt x="0" y="94206"/>
                  </a:lnTo>
                  <a:cubicBezTo>
                    <a:pt x="17778" y="94206"/>
                    <a:pt x="32229" y="79756"/>
                    <a:pt x="32229" y="61978"/>
                  </a:cubicBezTo>
                  <a:lnTo>
                    <a:pt x="32229" y="52192"/>
                  </a:lnTo>
                  <a:lnTo>
                    <a:pt x="32229" y="46092"/>
                  </a:lnTo>
                  <a:lnTo>
                    <a:pt x="32229" y="6133"/>
                  </a:lnTo>
                  <a:cubicBezTo>
                    <a:pt x="32229" y="2740"/>
                    <a:pt x="29489" y="0"/>
                    <a:pt x="26096" y="0"/>
                  </a:cubicBezTo>
                  <a:cubicBezTo>
                    <a:pt x="22736" y="0"/>
                    <a:pt x="19996" y="2740"/>
                    <a:pt x="19996" y="6133"/>
                  </a:cubicBezTo>
                  <a:lnTo>
                    <a:pt x="19996" y="46092"/>
                  </a:lnTo>
                  <a:lnTo>
                    <a:pt x="6133" y="46092"/>
                  </a:lnTo>
                  <a:lnTo>
                    <a:pt x="6133" y="6133"/>
                  </a:lnTo>
                  <a:cubicBezTo>
                    <a:pt x="6133" y="2740"/>
                    <a:pt x="3393" y="0"/>
                    <a:pt x="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01"/>
            <p:cNvSpPr/>
            <p:nvPr/>
          </p:nvSpPr>
          <p:spPr>
            <a:xfrm>
              <a:off x="4390625" y="4000000"/>
              <a:ext cx="1102575" cy="305825"/>
            </a:xfrm>
            <a:custGeom>
              <a:avLst/>
              <a:gdLst/>
              <a:ahLst/>
              <a:cxnLst/>
              <a:rect l="l" t="t" r="r" b="b"/>
              <a:pathLst>
                <a:path w="44103" h="12233" extrusionOk="0">
                  <a:moveTo>
                    <a:pt x="0" y="0"/>
                  </a:moveTo>
                  <a:cubicBezTo>
                    <a:pt x="66" y="1860"/>
                    <a:pt x="131" y="3719"/>
                    <a:pt x="229" y="5578"/>
                  </a:cubicBezTo>
                  <a:lnTo>
                    <a:pt x="620" y="12233"/>
                  </a:lnTo>
                  <a:lnTo>
                    <a:pt x="43483" y="12233"/>
                  </a:lnTo>
                  <a:lnTo>
                    <a:pt x="43874" y="5578"/>
                  </a:lnTo>
                  <a:cubicBezTo>
                    <a:pt x="43972" y="3719"/>
                    <a:pt x="44037" y="1860"/>
                    <a:pt x="441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101"/>
            <p:cNvSpPr/>
            <p:nvPr/>
          </p:nvSpPr>
          <p:spPr>
            <a:xfrm>
              <a:off x="4941900" y="4000000"/>
              <a:ext cx="551300" cy="305825"/>
            </a:xfrm>
            <a:custGeom>
              <a:avLst/>
              <a:gdLst/>
              <a:ahLst/>
              <a:cxnLst/>
              <a:rect l="l" t="t" r="r" b="b"/>
              <a:pathLst>
                <a:path w="22052" h="12233" extrusionOk="0">
                  <a:moveTo>
                    <a:pt x="0" y="0"/>
                  </a:moveTo>
                  <a:lnTo>
                    <a:pt x="0" y="12233"/>
                  </a:lnTo>
                  <a:lnTo>
                    <a:pt x="21432" y="12233"/>
                  </a:lnTo>
                  <a:lnTo>
                    <a:pt x="21823" y="5578"/>
                  </a:lnTo>
                  <a:cubicBezTo>
                    <a:pt x="21921" y="3719"/>
                    <a:pt x="21986" y="1860"/>
                    <a:pt x="220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101"/>
            <p:cNvSpPr/>
            <p:nvPr/>
          </p:nvSpPr>
          <p:spPr>
            <a:xfrm>
              <a:off x="1924550" y="324550"/>
              <a:ext cx="1794125" cy="2181475"/>
            </a:xfrm>
            <a:custGeom>
              <a:avLst/>
              <a:gdLst/>
              <a:ahLst/>
              <a:cxnLst/>
              <a:rect l="l" t="t" r="r" b="b"/>
              <a:pathLst>
                <a:path w="71765" h="87259" extrusionOk="0">
                  <a:moveTo>
                    <a:pt x="35883" y="1"/>
                  </a:moveTo>
                  <a:cubicBezTo>
                    <a:pt x="26847" y="1"/>
                    <a:pt x="17550" y="6427"/>
                    <a:pt x="10341" y="17648"/>
                  </a:cubicBezTo>
                  <a:cubicBezTo>
                    <a:pt x="3883" y="27728"/>
                    <a:pt x="1" y="40351"/>
                    <a:pt x="1" y="51377"/>
                  </a:cubicBezTo>
                  <a:cubicBezTo>
                    <a:pt x="1" y="62794"/>
                    <a:pt x="3720" y="72156"/>
                    <a:pt x="10700" y="78517"/>
                  </a:cubicBezTo>
                  <a:cubicBezTo>
                    <a:pt x="17028" y="84225"/>
                    <a:pt x="25738" y="87259"/>
                    <a:pt x="35883" y="87259"/>
                  </a:cubicBezTo>
                  <a:cubicBezTo>
                    <a:pt x="46028" y="87259"/>
                    <a:pt x="54737" y="84225"/>
                    <a:pt x="61065" y="78517"/>
                  </a:cubicBezTo>
                  <a:cubicBezTo>
                    <a:pt x="68046" y="72156"/>
                    <a:pt x="71765" y="62794"/>
                    <a:pt x="71765" y="51377"/>
                  </a:cubicBezTo>
                  <a:cubicBezTo>
                    <a:pt x="71765" y="40351"/>
                    <a:pt x="67883" y="27728"/>
                    <a:pt x="61424" y="17648"/>
                  </a:cubicBezTo>
                  <a:cubicBezTo>
                    <a:pt x="54215" y="6427"/>
                    <a:pt x="44918" y="1"/>
                    <a:pt x="358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01"/>
            <p:cNvSpPr/>
            <p:nvPr/>
          </p:nvSpPr>
          <p:spPr>
            <a:xfrm>
              <a:off x="2821600" y="324550"/>
              <a:ext cx="897075" cy="2181475"/>
            </a:xfrm>
            <a:custGeom>
              <a:avLst/>
              <a:gdLst/>
              <a:ahLst/>
              <a:cxnLst/>
              <a:rect l="l" t="t" r="r" b="b"/>
              <a:pathLst>
                <a:path w="35883" h="87259" extrusionOk="0">
                  <a:moveTo>
                    <a:pt x="1" y="1"/>
                  </a:moveTo>
                  <a:lnTo>
                    <a:pt x="1" y="87259"/>
                  </a:lnTo>
                  <a:cubicBezTo>
                    <a:pt x="10146" y="87259"/>
                    <a:pt x="18855" y="84225"/>
                    <a:pt x="25183" y="78517"/>
                  </a:cubicBezTo>
                  <a:cubicBezTo>
                    <a:pt x="32164" y="72156"/>
                    <a:pt x="35883" y="62794"/>
                    <a:pt x="35883" y="51377"/>
                  </a:cubicBezTo>
                  <a:cubicBezTo>
                    <a:pt x="35883" y="40351"/>
                    <a:pt x="32001" y="27728"/>
                    <a:pt x="25542" y="17648"/>
                  </a:cubicBezTo>
                  <a:cubicBezTo>
                    <a:pt x="18333" y="6427"/>
                    <a:pt x="9036"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101"/>
            <p:cNvSpPr/>
            <p:nvPr/>
          </p:nvSpPr>
          <p:spPr>
            <a:xfrm>
              <a:off x="2274400" y="2287450"/>
              <a:ext cx="1109925" cy="3169875"/>
            </a:xfrm>
            <a:custGeom>
              <a:avLst/>
              <a:gdLst/>
              <a:ahLst/>
              <a:cxnLst/>
              <a:rect l="l" t="t" r="r" b="b"/>
              <a:pathLst>
                <a:path w="44397" h="126795" extrusionOk="0">
                  <a:moveTo>
                    <a:pt x="9134" y="1"/>
                  </a:moveTo>
                  <a:cubicBezTo>
                    <a:pt x="5905" y="1"/>
                    <a:pt x="3230" y="2512"/>
                    <a:pt x="3034" y="5742"/>
                  </a:cubicBezTo>
                  <a:lnTo>
                    <a:pt x="392" y="52290"/>
                  </a:lnTo>
                  <a:cubicBezTo>
                    <a:pt x="66" y="57673"/>
                    <a:pt x="1" y="63088"/>
                    <a:pt x="131" y="68502"/>
                  </a:cubicBezTo>
                  <a:cubicBezTo>
                    <a:pt x="131" y="68600"/>
                    <a:pt x="164" y="68698"/>
                    <a:pt x="164" y="68829"/>
                  </a:cubicBezTo>
                  <a:cubicBezTo>
                    <a:pt x="1632" y="69677"/>
                    <a:pt x="5318" y="72058"/>
                    <a:pt x="5318" y="74602"/>
                  </a:cubicBezTo>
                  <a:cubicBezTo>
                    <a:pt x="5318" y="77114"/>
                    <a:pt x="2088" y="79495"/>
                    <a:pt x="718" y="80376"/>
                  </a:cubicBezTo>
                  <a:lnTo>
                    <a:pt x="751" y="80735"/>
                  </a:lnTo>
                  <a:lnTo>
                    <a:pt x="3034" y="121020"/>
                  </a:lnTo>
                  <a:cubicBezTo>
                    <a:pt x="3230" y="124250"/>
                    <a:pt x="5905" y="126794"/>
                    <a:pt x="9134" y="126794"/>
                  </a:cubicBezTo>
                  <a:lnTo>
                    <a:pt x="35230" y="126794"/>
                  </a:lnTo>
                  <a:cubicBezTo>
                    <a:pt x="38492" y="126794"/>
                    <a:pt x="41167" y="124250"/>
                    <a:pt x="41363" y="121020"/>
                  </a:cubicBezTo>
                  <a:lnTo>
                    <a:pt x="43646" y="80735"/>
                  </a:lnTo>
                  <a:cubicBezTo>
                    <a:pt x="43646" y="80735"/>
                    <a:pt x="38460" y="77799"/>
                    <a:pt x="38460" y="74602"/>
                  </a:cubicBezTo>
                  <a:cubicBezTo>
                    <a:pt x="38460" y="71406"/>
                    <a:pt x="44233" y="68502"/>
                    <a:pt x="44233" y="68502"/>
                  </a:cubicBezTo>
                  <a:cubicBezTo>
                    <a:pt x="44396" y="63088"/>
                    <a:pt x="44299" y="57640"/>
                    <a:pt x="44005" y="52290"/>
                  </a:cubicBezTo>
                  <a:lnTo>
                    <a:pt x="41363" y="5742"/>
                  </a:lnTo>
                  <a:cubicBezTo>
                    <a:pt x="41167" y="2512"/>
                    <a:pt x="38492" y="1"/>
                    <a:pt x="352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101"/>
            <p:cNvSpPr/>
            <p:nvPr/>
          </p:nvSpPr>
          <p:spPr>
            <a:xfrm>
              <a:off x="2821600" y="2287450"/>
              <a:ext cx="562725" cy="3169875"/>
            </a:xfrm>
            <a:custGeom>
              <a:avLst/>
              <a:gdLst/>
              <a:ahLst/>
              <a:cxnLst/>
              <a:rect l="l" t="t" r="r" b="b"/>
              <a:pathLst>
                <a:path w="22509" h="126795" extrusionOk="0">
                  <a:moveTo>
                    <a:pt x="1" y="1"/>
                  </a:moveTo>
                  <a:lnTo>
                    <a:pt x="1" y="126794"/>
                  </a:lnTo>
                  <a:lnTo>
                    <a:pt x="13342" y="126794"/>
                  </a:lnTo>
                  <a:cubicBezTo>
                    <a:pt x="16604" y="126794"/>
                    <a:pt x="19279" y="124250"/>
                    <a:pt x="19475" y="121020"/>
                  </a:cubicBezTo>
                  <a:lnTo>
                    <a:pt x="21758" y="80735"/>
                  </a:lnTo>
                  <a:cubicBezTo>
                    <a:pt x="21758" y="80735"/>
                    <a:pt x="16572" y="77799"/>
                    <a:pt x="16572" y="74602"/>
                  </a:cubicBezTo>
                  <a:cubicBezTo>
                    <a:pt x="16572" y="71406"/>
                    <a:pt x="22345" y="68502"/>
                    <a:pt x="22345" y="68502"/>
                  </a:cubicBezTo>
                  <a:cubicBezTo>
                    <a:pt x="22508" y="63088"/>
                    <a:pt x="22411" y="57640"/>
                    <a:pt x="22117" y="52290"/>
                  </a:cubicBezTo>
                  <a:lnTo>
                    <a:pt x="19475" y="5742"/>
                  </a:lnTo>
                  <a:cubicBezTo>
                    <a:pt x="19279" y="2512"/>
                    <a:pt x="16604" y="1"/>
                    <a:pt x="133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01"/>
            <p:cNvSpPr/>
            <p:nvPr/>
          </p:nvSpPr>
          <p:spPr>
            <a:xfrm>
              <a:off x="1853600" y="238125"/>
              <a:ext cx="1936850" cy="2355175"/>
            </a:xfrm>
            <a:custGeom>
              <a:avLst/>
              <a:gdLst/>
              <a:ahLst/>
              <a:cxnLst/>
              <a:rect l="l" t="t" r="r" b="b"/>
              <a:pathLst>
                <a:path w="77474" h="94207" extrusionOk="0">
                  <a:moveTo>
                    <a:pt x="38721" y="12232"/>
                  </a:moveTo>
                  <a:cubicBezTo>
                    <a:pt x="44136" y="12232"/>
                    <a:pt x="50594" y="17256"/>
                    <a:pt x="56009" y="25639"/>
                  </a:cubicBezTo>
                  <a:cubicBezTo>
                    <a:pt x="61783" y="34642"/>
                    <a:pt x="65241" y="45766"/>
                    <a:pt x="65241" y="55454"/>
                  </a:cubicBezTo>
                  <a:cubicBezTo>
                    <a:pt x="65241" y="79364"/>
                    <a:pt x="46680" y="81974"/>
                    <a:pt x="38721" y="81974"/>
                  </a:cubicBezTo>
                  <a:cubicBezTo>
                    <a:pt x="30761" y="81974"/>
                    <a:pt x="12233" y="79364"/>
                    <a:pt x="12233" y="55454"/>
                  </a:cubicBezTo>
                  <a:cubicBezTo>
                    <a:pt x="12233" y="45766"/>
                    <a:pt x="15658" y="34642"/>
                    <a:pt x="21432" y="25639"/>
                  </a:cubicBezTo>
                  <a:cubicBezTo>
                    <a:pt x="26847" y="17256"/>
                    <a:pt x="33306" y="12232"/>
                    <a:pt x="38721" y="12232"/>
                  </a:cubicBezTo>
                  <a:close/>
                  <a:moveTo>
                    <a:pt x="38721" y="0"/>
                  </a:moveTo>
                  <a:cubicBezTo>
                    <a:pt x="28967" y="0"/>
                    <a:pt x="18920" y="6948"/>
                    <a:pt x="11157" y="19050"/>
                  </a:cubicBezTo>
                  <a:cubicBezTo>
                    <a:pt x="4144" y="29912"/>
                    <a:pt x="1" y="43515"/>
                    <a:pt x="1" y="55454"/>
                  </a:cubicBezTo>
                  <a:cubicBezTo>
                    <a:pt x="1" y="67784"/>
                    <a:pt x="3981" y="77896"/>
                    <a:pt x="11548" y="84746"/>
                  </a:cubicBezTo>
                  <a:cubicBezTo>
                    <a:pt x="18399" y="90912"/>
                    <a:pt x="27793" y="94206"/>
                    <a:pt x="38721" y="94206"/>
                  </a:cubicBezTo>
                  <a:cubicBezTo>
                    <a:pt x="49648" y="94174"/>
                    <a:pt x="59043" y="90912"/>
                    <a:pt x="65893" y="84746"/>
                  </a:cubicBezTo>
                  <a:cubicBezTo>
                    <a:pt x="73461" y="77896"/>
                    <a:pt x="77473" y="67784"/>
                    <a:pt x="77473" y="55454"/>
                  </a:cubicBezTo>
                  <a:cubicBezTo>
                    <a:pt x="77473" y="43515"/>
                    <a:pt x="73298" y="29912"/>
                    <a:pt x="66285" y="19050"/>
                  </a:cubicBezTo>
                  <a:cubicBezTo>
                    <a:pt x="58521" y="6948"/>
                    <a:pt x="48474" y="0"/>
                    <a:pt x="387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101"/>
            <p:cNvSpPr/>
            <p:nvPr/>
          </p:nvSpPr>
          <p:spPr>
            <a:xfrm>
              <a:off x="2821600" y="238125"/>
              <a:ext cx="968850" cy="2355175"/>
            </a:xfrm>
            <a:custGeom>
              <a:avLst/>
              <a:gdLst/>
              <a:ahLst/>
              <a:cxnLst/>
              <a:rect l="l" t="t" r="r" b="b"/>
              <a:pathLst>
                <a:path w="38754" h="94207" extrusionOk="0">
                  <a:moveTo>
                    <a:pt x="1" y="0"/>
                  </a:moveTo>
                  <a:lnTo>
                    <a:pt x="1" y="12232"/>
                  </a:lnTo>
                  <a:cubicBezTo>
                    <a:pt x="5416" y="12232"/>
                    <a:pt x="11874" y="17256"/>
                    <a:pt x="17289" y="25639"/>
                  </a:cubicBezTo>
                  <a:cubicBezTo>
                    <a:pt x="23063" y="34642"/>
                    <a:pt x="26521" y="45766"/>
                    <a:pt x="26521" y="55454"/>
                  </a:cubicBezTo>
                  <a:cubicBezTo>
                    <a:pt x="26521" y="79364"/>
                    <a:pt x="7960" y="81974"/>
                    <a:pt x="1" y="81974"/>
                  </a:cubicBezTo>
                  <a:lnTo>
                    <a:pt x="1" y="94206"/>
                  </a:lnTo>
                  <a:cubicBezTo>
                    <a:pt x="10928" y="94206"/>
                    <a:pt x="20323" y="90912"/>
                    <a:pt x="27173" y="84746"/>
                  </a:cubicBezTo>
                  <a:cubicBezTo>
                    <a:pt x="34741" y="77896"/>
                    <a:pt x="38753" y="67784"/>
                    <a:pt x="38753" y="55454"/>
                  </a:cubicBezTo>
                  <a:cubicBezTo>
                    <a:pt x="38753" y="43515"/>
                    <a:pt x="34578" y="29912"/>
                    <a:pt x="27565" y="19050"/>
                  </a:cubicBezTo>
                  <a:cubicBezTo>
                    <a:pt x="19801" y="6948"/>
                    <a:pt x="9754"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101"/>
            <p:cNvSpPr/>
            <p:nvPr/>
          </p:nvSpPr>
          <p:spPr>
            <a:xfrm>
              <a:off x="2277675" y="4000000"/>
              <a:ext cx="1102575" cy="305825"/>
            </a:xfrm>
            <a:custGeom>
              <a:avLst/>
              <a:gdLst/>
              <a:ahLst/>
              <a:cxnLst/>
              <a:rect l="l" t="t" r="r" b="b"/>
              <a:pathLst>
                <a:path w="44103" h="12233" extrusionOk="0">
                  <a:moveTo>
                    <a:pt x="0" y="0"/>
                  </a:moveTo>
                  <a:cubicBezTo>
                    <a:pt x="66" y="1860"/>
                    <a:pt x="131" y="3719"/>
                    <a:pt x="261" y="5578"/>
                  </a:cubicBezTo>
                  <a:lnTo>
                    <a:pt x="620" y="12233"/>
                  </a:lnTo>
                  <a:lnTo>
                    <a:pt x="43515" y="12233"/>
                  </a:lnTo>
                  <a:lnTo>
                    <a:pt x="43874" y="5578"/>
                  </a:lnTo>
                  <a:cubicBezTo>
                    <a:pt x="43972" y="3719"/>
                    <a:pt x="44070" y="1860"/>
                    <a:pt x="441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01"/>
            <p:cNvSpPr/>
            <p:nvPr/>
          </p:nvSpPr>
          <p:spPr>
            <a:xfrm>
              <a:off x="2821600" y="4000000"/>
              <a:ext cx="558650" cy="305825"/>
            </a:xfrm>
            <a:custGeom>
              <a:avLst/>
              <a:gdLst/>
              <a:ahLst/>
              <a:cxnLst/>
              <a:rect l="l" t="t" r="r" b="b"/>
              <a:pathLst>
                <a:path w="22346" h="12233" extrusionOk="0">
                  <a:moveTo>
                    <a:pt x="1" y="0"/>
                  </a:moveTo>
                  <a:lnTo>
                    <a:pt x="1" y="12233"/>
                  </a:lnTo>
                  <a:lnTo>
                    <a:pt x="21758" y="12233"/>
                  </a:lnTo>
                  <a:lnTo>
                    <a:pt x="22117" y="5578"/>
                  </a:lnTo>
                  <a:cubicBezTo>
                    <a:pt x="22215" y="3719"/>
                    <a:pt x="22313" y="1860"/>
                    <a:pt x="22345" y="0"/>
                  </a:cubicBezTo>
                  <a:close/>
                </a:path>
              </a:pathLst>
            </a:custGeom>
            <a:solidFill>
              <a:srgbClr val="00C8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8" name="Google Shape;3158;p101"/>
          <p:cNvSpPr txBox="1">
            <a:spLocks noGrp="1"/>
          </p:cNvSpPr>
          <p:nvPr>
            <p:ph type="title" idx="4294967295"/>
          </p:nvPr>
        </p:nvSpPr>
        <p:spPr>
          <a:xfrm>
            <a:off x="762300" y="28837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1"/>
                </a:solidFill>
              </a:rPr>
              <a:t>Venus</a:t>
            </a:r>
            <a:endParaRPr sz="2200">
              <a:solidFill>
                <a:schemeClr val="accent1"/>
              </a:solidFill>
            </a:endParaRPr>
          </a:p>
        </p:txBody>
      </p:sp>
      <p:sp>
        <p:nvSpPr>
          <p:cNvPr id="3159" name="Google Shape;3159;p101"/>
          <p:cNvSpPr txBox="1">
            <a:spLocks noGrp="1"/>
          </p:cNvSpPr>
          <p:nvPr>
            <p:ph type="title" idx="4294967295"/>
          </p:nvPr>
        </p:nvSpPr>
        <p:spPr>
          <a:xfrm>
            <a:off x="2786575" y="28837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2"/>
                </a:solidFill>
              </a:rPr>
              <a:t>Mars</a:t>
            </a:r>
            <a:endParaRPr sz="2200">
              <a:solidFill>
                <a:schemeClr val="accent2"/>
              </a:solidFill>
            </a:endParaRPr>
          </a:p>
        </p:txBody>
      </p:sp>
      <p:sp>
        <p:nvSpPr>
          <p:cNvPr id="3160" name="Google Shape;3160;p101"/>
          <p:cNvSpPr txBox="1">
            <a:spLocks noGrp="1"/>
          </p:cNvSpPr>
          <p:nvPr>
            <p:ph type="title" idx="4294967295"/>
          </p:nvPr>
        </p:nvSpPr>
        <p:spPr>
          <a:xfrm>
            <a:off x="4849400" y="28837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3"/>
                </a:solidFill>
              </a:rPr>
              <a:t>Mercury</a:t>
            </a:r>
            <a:endParaRPr sz="2200">
              <a:solidFill>
                <a:schemeClr val="accent3"/>
              </a:solidFill>
            </a:endParaRPr>
          </a:p>
        </p:txBody>
      </p:sp>
      <p:sp>
        <p:nvSpPr>
          <p:cNvPr id="3161" name="Google Shape;3161;p101"/>
          <p:cNvSpPr txBox="1">
            <a:spLocks noGrp="1"/>
          </p:cNvSpPr>
          <p:nvPr>
            <p:ph type="title" idx="4294967295"/>
          </p:nvPr>
        </p:nvSpPr>
        <p:spPr>
          <a:xfrm>
            <a:off x="6777313" y="2883725"/>
            <a:ext cx="1604400" cy="563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200">
                <a:solidFill>
                  <a:schemeClr val="accent6"/>
                </a:solidFill>
              </a:rPr>
              <a:t>Neptune</a:t>
            </a:r>
            <a:endParaRPr sz="2200">
              <a:solidFill>
                <a:schemeClr val="accent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3107"/>
                                        </p:tgtEl>
                                        <p:attrNameLst>
                                          <p:attrName>style.visibility</p:attrName>
                                        </p:attrNameLst>
                                      </p:cBhvr>
                                      <p:to>
                                        <p:strVal val="visible"/>
                                      </p:to>
                                    </p:set>
                                    <p:anim calcmode="lin" valueType="num">
                                      <p:cBhvr additive="base">
                                        <p:cTn id="7" dur="1000"/>
                                        <p:tgtEl>
                                          <p:spTgt spid="3107"/>
                                        </p:tgtEl>
                                        <p:attrNameLst>
                                          <p:attrName>ppt_y</p:attrName>
                                        </p:attrNameLst>
                                      </p:cBhvr>
                                      <p:tavLst>
                                        <p:tav tm="0">
                                          <p:val>
                                            <p:strVal val="#ppt_y-1"/>
                                          </p:val>
                                        </p:tav>
                                        <p:tav tm="100000">
                                          <p:val>
                                            <p:strVal val="#ppt_y"/>
                                          </p:val>
                                        </p:tav>
                                      </p:tavLst>
                                    </p:anim>
                                  </p:childTnLst>
                                </p:cTn>
                              </p:par>
                              <p:par>
                                <p:cTn id="8" presetID="2" presetClass="entr" presetSubtype="1" fill="hold" nodeType="withEffect">
                                  <p:stCondLst>
                                    <p:cond delay="0"/>
                                  </p:stCondLst>
                                  <p:childTnLst>
                                    <p:set>
                                      <p:cBhvr>
                                        <p:cTn id="9" dur="1" fill="hold">
                                          <p:stCondLst>
                                            <p:cond delay="0"/>
                                          </p:stCondLst>
                                        </p:cTn>
                                        <p:tgtEl>
                                          <p:spTgt spid="3123"/>
                                        </p:tgtEl>
                                        <p:attrNameLst>
                                          <p:attrName>style.visibility</p:attrName>
                                        </p:attrNameLst>
                                      </p:cBhvr>
                                      <p:to>
                                        <p:strVal val="visible"/>
                                      </p:to>
                                    </p:set>
                                    <p:anim calcmode="lin" valueType="num">
                                      <p:cBhvr additive="base">
                                        <p:cTn id="10" dur="1000"/>
                                        <p:tgtEl>
                                          <p:spTgt spid="3123"/>
                                        </p:tgtEl>
                                        <p:attrNameLst>
                                          <p:attrName>ppt_y</p:attrName>
                                        </p:attrNameLst>
                                      </p:cBhvr>
                                      <p:tavLst>
                                        <p:tav tm="0">
                                          <p:val>
                                            <p:strVal val="#ppt_y-1"/>
                                          </p:val>
                                        </p:tav>
                                        <p:tav tm="100000">
                                          <p:val>
                                            <p:strVal val="#ppt_y"/>
                                          </p:val>
                                        </p:tav>
                                      </p:tavLst>
                                    </p:anim>
                                  </p:childTnLst>
                                </p:cTn>
                              </p:par>
                              <p:par>
                                <p:cTn id="11" presetID="2" presetClass="entr" presetSubtype="1" fill="hold" nodeType="withEffect">
                                  <p:stCondLst>
                                    <p:cond delay="0"/>
                                  </p:stCondLst>
                                  <p:childTnLst>
                                    <p:set>
                                      <p:cBhvr>
                                        <p:cTn id="12" dur="1" fill="hold">
                                          <p:stCondLst>
                                            <p:cond delay="0"/>
                                          </p:stCondLst>
                                        </p:cTn>
                                        <p:tgtEl>
                                          <p:spTgt spid="3134"/>
                                        </p:tgtEl>
                                        <p:attrNameLst>
                                          <p:attrName>style.visibility</p:attrName>
                                        </p:attrNameLst>
                                      </p:cBhvr>
                                      <p:to>
                                        <p:strVal val="visible"/>
                                      </p:to>
                                    </p:set>
                                    <p:anim calcmode="lin" valueType="num">
                                      <p:cBhvr additive="base">
                                        <p:cTn id="13" dur="1000"/>
                                        <p:tgtEl>
                                          <p:spTgt spid="3134"/>
                                        </p:tgtEl>
                                        <p:attrNameLst>
                                          <p:attrName>ppt_y</p:attrName>
                                        </p:attrNameLst>
                                      </p:cBhvr>
                                      <p:tavLst>
                                        <p:tav tm="0">
                                          <p:val>
                                            <p:strVal val="#ppt_y-1"/>
                                          </p:val>
                                        </p:tav>
                                        <p:tav tm="100000">
                                          <p:val>
                                            <p:strVal val="#ppt_y"/>
                                          </p:val>
                                        </p:tav>
                                      </p:tavLst>
                                    </p:anim>
                                  </p:childTnLst>
                                </p:cTn>
                              </p:par>
                              <p:par>
                                <p:cTn id="14" presetID="2" presetClass="entr" presetSubtype="1" fill="hold" nodeType="withEffect">
                                  <p:stCondLst>
                                    <p:cond delay="0"/>
                                  </p:stCondLst>
                                  <p:childTnLst>
                                    <p:set>
                                      <p:cBhvr>
                                        <p:cTn id="15" dur="1" fill="hold">
                                          <p:stCondLst>
                                            <p:cond delay="0"/>
                                          </p:stCondLst>
                                        </p:cTn>
                                        <p:tgtEl>
                                          <p:spTgt spid="3143"/>
                                        </p:tgtEl>
                                        <p:attrNameLst>
                                          <p:attrName>style.visibility</p:attrName>
                                        </p:attrNameLst>
                                      </p:cBhvr>
                                      <p:to>
                                        <p:strVal val="visible"/>
                                      </p:to>
                                    </p:set>
                                    <p:anim calcmode="lin" valueType="num">
                                      <p:cBhvr additive="base">
                                        <p:cTn id="16" dur="1000"/>
                                        <p:tgtEl>
                                          <p:spTgt spid="314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165"/>
        <p:cNvGrpSpPr/>
        <p:nvPr/>
      </p:nvGrpSpPr>
      <p:grpSpPr>
        <a:xfrm>
          <a:off x="0" y="0"/>
          <a:ext cx="0" cy="0"/>
          <a:chOff x="0" y="0"/>
          <a:chExt cx="0" cy="0"/>
        </a:xfrm>
      </p:grpSpPr>
      <p:sp>
        <p:nvSpPr>
          <p:cNvPr id="3166" name="Google Shape;3166;p10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Timeline</a:t>
            </a:r>
            <a:endParaRPr/>
          </a:p>
        </p:txBody>
      </p:sp>
      <p:sp>
        <p:nvSpPr>
          <p:cNvPr id="3167" name="Google Shape;3167;p102"/>
          <p:cNvSpPr/>
          <p:nvPr/>
        </p:nvSpPr>
        <p:spPr>
          <a:xfrm>
            <a:off x="3114980" y="3215268"/>
            <a:ext cx="3094651" cy="2416200"/>
          </a:xfrm>
          <a:custGeom>
            <a:avLst/>
            <a:gdLst/>
            <a:ahLst/>
            <a:cxnLst/>
            <a:rect l="l" t="t" r="r" b="b"/>
            <a:pathLst>
              <a:path w="30707" h="23975" extrusionOk="0">
                <a:moveTo>
                  <a:pt x="24296" y="1"/>
                </a:moveTo>
                <a:cubicBezTo>
                  <a:pt x="21265" y="1"/>
                  <a:pt x="18421" y="2463"/>
                  <a:pt x="14359" y="3602"/>
                </a:cubicBezTo>
                <a:cubicBezTo>
                  <a:pt x="13259" y="3906"/>
                  <a:pt x="12243" y="4060"/>
                  <a:pt x="11369" y="4060"/>
                </a:cubicBezTo>
                <a:cubicBezTo>
                  <a:pt x="9954" y="4060"/>
                  <a:pt x="8914" y="3657"/>
                  <a:pt x="8501" y="2840"/>
                </a:cubicBezTo>
                <a:cubicBezTo>
                  <a:pt x="7667" y="1199"/>
                  <a:pt x="6642" y="592"/>
                  <a:pt x="5713" y="592"/>
                </a:cubicBezTo>
                <a:cubicBezTo>
                  <a:pt x="4680" y="592"/>
                  <a:pt x="3765" y="1342"/>
                  <a:pt x="3358" y="2257"/>
                </a:cubicBezTo>
                <a:cubicBezTo>
                  <a:pt x="2584" y="3995"/>
                  <a:pt x="4453" y="7698"/>
                  <a:pt x="2667" y="9531"/>
                </a:cubicBezTo>
                <a:cubicBezTo>
                  <a:pt x="536" y="11710"/>
                  <a:pt x="0" y="16294"/>
                  <a:pt x="3453" y="18437"/>
                </a:cubicBezTo>
                <a:cubicBezTo>
                  <a:pt x="4371" y="19005"/>
                  <a:pt x="5228" y="19202"/>
                  <a:pt x="6093" y="19202"/>
                </a:cubicBezTo>
                <a:cubicBezTo>
                  <a:pt x="8050" y="19202"/>
                  <a:pt x="10054" y="18197"/>
                  <a:pt x="12913" y="18197"/>
                </a:cubicBezTo>
                <a:cubicBezTo>
                  <a:pt x="13566" y="18197"/>
                  <a:pt x="14263" y="18249"/>
                  <a:pt x="15014" y="18378"/>
                </a:cubicBezTo>
                <a:cubicBezTo>
                  <a:pt x="20472" y="19297"/>
                  <a:pt x="19044" y="23975"/>
                  <a:pt x="22933" y="23975"/>
                </a:cubicBezTo>
                <a:cubicBezTo>
                  <a:pt x="22971" y="23975"/>
                  <a:pt x="23011" y="23974"/>
                  <a:pt x="23051" y="23974"/>
                </a:cubicBezTo>
                <a:cubicBezTo>
                  <a:pt x="27087" y="23866"/>
                  <a:pt x="29182" y="20128"/>
                  <a:pt x="27266" y="16711"/>
                </a:cubicBezTo>
                <a:cubicBezTo>
                  <a:pt x="25349" y="13306"/>
                  <a:pt x="25146" y="12151"/>
                  <a:pt x="26015" y="9912"/>
                </a:cubicBezTo>
                <a:cubicBezTo>
                  <a:pt x="26861" y="7650"/>
                  <a:pt x="30706" y="2435"/>
                  <a:pt x="26670" y="542"/>
                </a:cubicBezTo>
                <a:cubicBezTo>
                  <a:pt x="25851" y="160"/>
                  <a:pt x="25067" y="1"/>
                  <a:pt x="242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68" name="Google Shape;3168;p102"/>
          <p:cNvGrpSpPr/>
          <p:nvPr/>
        </p:nvGrpSpPr>
        <p:grpSpPr>
          <a:xfrm>
            <a:off x="3506107" y="2275463"/>
            <a:ext cx="2055710" cy="2752806"/>
            <a:chOff x="3506107" y="2275463"/>
            <a:chExt cx="2055710" cy="2752806"/>
          </a:xfrm>
        </p:grpSpPr>
        <p:sp>
          <p:nvSpPr>
            <p:cNvPr id="3169" name="Google Shape;3169;p102"/>
            <p:cNvSpPr/>
            <p:nvPr/>
          </p:nvSpPr>
          <p:spPr>
            <a:xfrm>
              <a:off x="4346108" y="3043609"/>
              <a:ext cx="1010420" cy="1413641"/>
            </a:xfrm>
            <a:custGeom>
              <a:avLst/>
              <a:gdLst/>
              <a:ahLst/>
              <a:cxnLst/>
              <a:rect l="l" t="t" r="r" b="b"/>
              <a:pathLst>
                <a:path w="10026" h="14027" extrusionOk="0">
                  <a:moveTo>
                    <a:pt x="0" y="1"/>
                  </a:moveTo>
                  <a:lnTo>
                    <a:pt x="1322" y="13098"/>
                  </a:lnTo>
                  <a:cubicBezTo>
                    <a:pt x="1322" y="13610"/>
                    <a:pt x="2977" y="14026"/>
                    <a:pt x="5013" y="14026"/>
                  </a:cubicBezTo>
                  <a:cubicBezTo>
                    <a:pt x="7060" y="14026"/>
                    <a:pt x="8703" y="13610"/>
                    <a:pt x="8703" y="13098"/>
                  </a:cubicBezTo>
                  <a:lnTo>
                    <a:pt x="100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102"/>
            <p:cNvSpPr/>
            <p:nvPr/>
          </p:nvSpPr>
          <p:spPr>
            <a:xfrm>
              <a:off x="4326859" y="3005211"/>
              <a:ext cx="1050027" cy="267672"/>
            </a:xfrm>
            <a:custGeom>
              <a:avLst/>
              <a:gdLst/>
              <a:ahLst/>
              <a:cxnLst/>
              <a:rect l="l" t="t" r="r" b="b"/>
              <a:pathLst>
                <a:path w="10419" h="2656" extrusionOk="0">
                  <a:moveTo>
                    <a:pt x="5204" y="1"/>
                  </a:moveTo>
                  <a:cubicBezTo>
                    <a:pt x="3834" y="1"/>
                    <a:pt x="2608" y="144"/>
                    <a:pt x="1667" y="358"/>
                  </a:cubicBezTo>
                  <a:lnTo>
                    <a:pt x="1" y="358"/>
                  </a:lnTo>
                  <a:lnTo>
                    <a:pt x="1" y="1334"/>
                  </a:lnTo>
                  <a:cubicBezTo>
                    <a:pt x="1" y="2061"/>
                    <a:pt x="2334" y="2656"/>
                    <a:pt x="5204" y="2656"/>
                  </a:cubicBezTo>
                  <a:cubicBezTo>
                    <a:pt x="8085" y="2656"/>
                    <a:pt x="10418" y="2061"/>
                    <a:pt x="10418" y="1334"/>
                  </a:cubicBezTo>
                  <a:lnTo>
                    <a:pt x="10418" y="358"/>
                  </a:lnTo>
                  <a:lnTo>
                    <a:pt x="8752" y="358"/>
                  </a:lnTo>
                  <a:cubicBezTo>
                    <a:pt x="7823" y="144"/>
                    <a:pt x="6573" y="1"/>
                    <a:pt x="520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102"/>
            <p:cNvSpPr/>
            <p:nvPr/>
          </p:nvSpPr>
          <p:spPr>
            <a:xfrm>
              <a:off x="4326859" y="2908059"/>
              <a:ext cx="1050027" cy="266462"/>
            </a:xfrm>
            <a:custGeom>
              <a:avLst/>
              <a:gdLst/>
              <a:ahLst/>
              <a:cxnLst/>
              <a:rect l="l" t="t" r="r" b="b"/>
              <a:pathLst>
                <a:path w="10419" h="2644" extrusionOk="0">
                  <a:moveTo>
                    <a:pt x="5204" y="0"/>
                  </a:moveTo>
                  <a:cubicBezTo>
                    <a:pt x="2334" y="0"/>
                    <a:pt x="1" y="596"/>
                    <a:pt x="1" y="1322"/>
                  </a:cubicBezTo>
                  <a:cubicBezTo>
                    <a:pt x="1" y="2060"/>
                    <a:pt x="2334" y="2644"/>
                    <a:pt x="5204" y="2644"/>
                  </a:cubicBezTo>
                  <a:cubicBezTo>
                    <a:pt x="8085" y="2644"/>
                    <a:pt x="10418" y="2060"/>
                    <a:pt x="10418" y="1322"/>
                  </a:cubicBezTo>
                  <a:cubicBezTo>
                    <a:pt x="10418" y="596"/>
                    <a:pt x="8085" y="0"/>
                    <a:pt x="52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02"/>
            <p:cNvSpPr/>
            <p:nvPr/>
          </p:nvSpPr>
          <p:spPr>
            <a:xfrm>
              <a:off x="4592012" y="2968024"/>
              <a:ext cx="518513" cy="132123"/>
            </a:xfrm>
            <a:custGeom>
              <a:avLst/>
              <a:gdLst/>
              <a:ahLst/>
              <a:cxnLst/>
              <a:rect l="l" t="t" r="r" b="b"/>
              <a:pathLst>
                <a:path w="5145" h="1311" extrusionOk="0">
                  <a:moveTo>
                    <a:pt x="2573" y="1"/>
                  </a:moveTo>
                  <a:cubicBezTo>
                    <a:pt x="1156" y="1"/>
                    <a:pt x="1" y="298"/>
                    <a:pt x="1" y="656"/>
                  </a:cubicBezTo>
                  <a:cubicBezTo>
                    <a:pt x="1" y="1013"/>
                    <a:pt x="1156" y="1310"/>
                    <a:pt x="2573" y="1310"/>
                  </a:cubicBezTo>
                  <a:cubicBezTo>
                    <a:pt x="4001" y="1310"/>
                    <a:pt x="5144" y="1013"/>
                    <a:pt x="5144" y="656"/>
                  </a:cubicBezTo>
                  <a:cubicBezTo>
                    <a:pt x="5144" y="298"/>
                    <a:pt x="4001" y="1"/>
                    <a:pt x="2573" y="1"/>
                  </a:cubicBezTo>
                  <a:close/>
                </a:path>
              </a:pathLst>
            </a:custGeom>
            <a:solidFill>
              <a:srgbClr val="DDDD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102"/>
            <p:cNvSpPr/>
            <p:nvPr/>
          </p:nvSpPr>
          <p:spPr>
            <a:xfrm>
              <a:off x="4592012" y="2952503"/>
              <a:ext cx="518513" cy="132022"/>
            </a:xfrm>
            <a:custGeom>
              <a:avLst/>
              <a:gdLst/>
              <a:ahLst/>
              <a:cxnLst/>
              <a:rect l="l" t="t" r="r" b="b"/>
              <a:pathLst>
                <a:path w="5145" h="1310" extrusionOk="0">
                  <a:moveTo>
                    <a:pt x="2573" y="0"/>
                  </a:moveTo>
                  <a:cubicBezTo>
                    <a:pt x="1156" y="0"/>
                    <a:pt x="1" y="298"/>
                    <a:pt x="1" y="655"/>
                  </a:cubicBezTo>
                  <a:cubicBezTo>
                    <a:pt x="1" y="1024"/>
                    <a:pt x="1156" y="1310"/>
                    <a:pt x="2573" y="1310"/>
                  </a:cubicBezTo>
                  <a:cubicBezTo>
                    <a:pt x="4001" y="1310"/>
                    <a:pt x="5144" y="1024"/>
                    <a:pt x="5144" y="655"/>
                  </a:cubicBezTo>
                  <a:cubicBezTo>
                    <a:pt x="5144" y="298"/>
                    <a:pt x="4001" y="0"/>
                    <a:pt x="25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102"/>
            <p:cNvSpPr/>
            <p:nvPr/>
          </p:nvSpPr>
          <p:spPr>
            <a:xfrm>
              <a:off x="4809192" y="2276874"/>
              <a:ext cx="392538" cy="760687"/>
            </a:xfrm>
            <a:custGeom>
              <a:avLst/>
              <a:gdLst/>
              <a:ahLst/>
              <a:cxnLst/>
              <a:rect l="l" t="t" r="r" b="b"/>
              <a:pathLst>
                <a:path w="3895" h="7548" extrusionOk="0">
                  <a:moveTo>
                    <a:pt x="3263" y="1"/>
                  </a:moveTo>
                  <a:lnTo>
                    <a:pt x="108" y="7228"/>
                  </a:lnTo>
                  <a:cubicBezTo>
                    <a:pt x="108" y="7228"/>
                    <a:pt x="1" y="7430"/>
                    <a:pt x="215" y="7502"/>
                  </a:cubicBezTo>
                  <a:cubicBezTo>
                    <a:pt x="310" y="7535"/>
                    <a:pt x="392" y="7548"/>
                    <a:pt x="461" y="7548"/>
                  </a:cubicBezTo>
                  <a:cubicBezTo>
                    <a:pt x="664" y="7548"/>
                    <a:pt x="763" y="7442"/>
                    <a:pt x="763" y="7442"/>
                  </a:cubicBezTo>
                  <a:lnTo>
                    <a:pt x="3894" y="263"/>
                  </a:lnTo>
                  <a:lnTo>
                    <a:pt x="326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102"/>
            <p:cNvSpPr/>
            <p:nvPr/>
          </p:nvSpPr>
          <p:spPr>
            <a:xfrm>
              <a:off x="5134410" y="2275463"/>
              <a:ext cx="67321" cy="30738"/>
            </a:xfrm>
            <a:custGeom>
              <a:avLst/>
              <a:gdLst/>
              <a:ahLst/>
              <a:cxnLst/>
              <a:rect l="l" t="t" r="r" b="b"/>
              <a:pathLst>
                <a:path w="668" h="305" extrusionOk="0">
                  <a:moveTo>
                    <a:pt x="62" y="1"/>
                  </a:moveTo>
                  <a:cubicBezTo>
                    <a:pt x="41" y="1"/>
                    <a:pt x="27" y="5"/>
                    <a:pt x="24" y="15"/>
                  </a:cubicBezTo>
                  <a:cubicBezTo>
                    <a:pt x="0" y="62"/>
                    <a:pt x="131" y="146"/>
                    <a:pt x="310" y="217"/>
                  </a:cubicBezTo>
                  <a:cubicBezTo>
                    <a:pt x="427" y="276"/>
                    <a:pt x="538" y="305"/>
                    <a:pt x="602" y="305"/>
                  </a:cubicBezTo>
                  <a:cubicBezTo>
                    <a:pt x="629" y="305"/>
                    <a:pt x="648" y="299"/>
                    <a:pt x="655" y="289"/>
                  </a:cubicBezTo>
                  <a:cubicBezTo>
                    <a:pt x="667" y="253"/>
                    <a:pt x="536" y="158"/>
                    <a:pt x="370" y="86"/>
                  </a:cubicBezTo>
                  <a:cubicBezTo>
                    <a:pt x="239" y="34"/>
                    <a:pt x="121" y="1"/>
                    <a:pt x="62" y="1"/>
                  </a:cubicBezTo>
                  <a:close/>
                </a:path>
              </a:pathLst>
            </a:custGeom>
            <a:solidFill>
              <a:srgbClr val="EAEA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02"/>
            <p:cNvSpPr/>
            <p:nvPr/>
          </p:nvSpPr>
          <p:spPr>
            <a:xfrm>
              <a:off x="3683681" y="3609992"/>
              <a:ext cx="846048" cy="225646"/>
            </a:xfrm>
            <a:custGeom>
              <a:avLst/>
              <a:gdLst/>
              <a:ahLst/>
              <a:cxnLst/>
              <a:rect l="l" t="t" r="r" b="b"/>
              <a:pathLst>
                <a:path w="8395" h="2239" extrusionOk="0">
                  <a:moveTo>
                    <a:pt x="1965" y="1"/>
                  </a:moveTo>
                  <a:lnTo>
                    <a:pt x="1" y="1144"/>
                  </a:lnTo>
                  <a:lnTo>
                    <a:pt x="6371" y="2239"/>
                  </a:lnTo>
                  <a:lnTo>
                    <a:pt x="8395" y="286"/>
                  </a:lnTo>
                  <a:lnTo>
                    <a:pt x="19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102"/>
            <p:cNvSpPr/>
            <p:nvPr/>
          </p:nvSpPr>
          <p:spPr>
            <a:xfrm>
              <a:off x="3848054" y="3431208"/>
              <a:ext cx="114083" cy="370870"/>
            </a:xfrm>
            <a:custGeom>
              <a:avLst/>
              <a:gdLst/>
              <a:ahLst/>
              <a:cxnLst/>
              <a:rect l="l" t="t" r="r" b="b"/>
              <a:pathLst>
                <a:path w="1132" h="3680" extrusionOk="0">
                  <a:moveTo>
                    <a:pt x="1132" y="1"/>
                  </a:moveTo>
                  <a:lnTo>
                    <a:pt x="703" y="239"/>
                  </a:lnTo>
                  <a:lnTo>
                    <a:pt x="1" y="108"/>
                  </a:lnTo>
                  <a:lnTo>
                    <a:pt x="370" y="3382"/>
                  </a:lnTo>
                  <a:lnTo>
                    <a:pt x="763" y="3680"/>
                  </a:lnTo>
                  <a:lnTo>
                    <a:pt x="1132" y="3453"/>
                  </a:lnTo>
                  <a:lnTo>
                    <a:pt x="113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102"/>
            <p:cNvSpPr/>
            <p:nvPr/>
          </p:nvSpPr>
          <p:spPr>
            <a:xfrm>
              <a:off x="3918902" y="3431208"/>
              <a:ext cx="43235" cy="370870"/>
            </a:xfrm>
            <a:custGeom>
              <a:avLst/>
              <a:gdLst/>
              <a:ahLst/>
              <a:cxnLst/>
              <a:rect l="l" t="t" r="r" b="b"/>
              <a:pathLst>
                <a:path w="429" h="3680" extrusionOk="0">
                  <a:moveTo>
                    <a:pt x="429" y="1"/>
                  </a:moveTo>
                  <a:lnTo>
                    <a:pt x="0" y="239"/>
                  </a:lnTo>
                  <a:lnTo>
                    <a:pt x="60" y="3680"/>
                  </a:lnTo>
                  <a:lnTo>
                    <a:pt x="429" y="3453"/>
                  </a:lnTo>
                  <a:lnTo>
                    <a:pt x="4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102"/>
            <p:cNvSpPr/>
            <p:nvPr/>
          </p:nvSpPr>
          <p:spPr>
            <a:xfrm>
              <a:off x="3848054" y="3418006"/>
              <a:ext cx="114083" cy="37289"/>
            </a:xfrm>
            <a:custGeom>
              <a:avLst/>
              <a:gdLst/>
              <a:ahLst/>
              <a:cxnLst/>
              <a:rect l="l" t="t" r="r" b="b"/>
              <a:pathLst>
                <a:path w="1132" h="370" extrusionOk="0">
                  <a:moveTo>
                    <a:pt x="465" y="1"/>
                  </a:moveTo>
                  <a:lnTo>
                    <a:pt x="1" y="239"/>
                  </a:lnTo>
                  <a:lnTo>
                    <a:pt x="703" y="370"/>
                  </a:lnTo>
                  <a:lnTo>
                    <a:pt x="1132" y="132"/>
                  </a:lnTo>
                  <a:lnTo>
                    <a:pt x="4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102"/>
            <p:cNvSpPr/>
            <p:nvPr/>
          </p:nvSpPr>
          <p:spPr>
            <a:xfrm>
              <a:off x="3791718" y="3548819"/>
              <a:ext cx="153689" cy="367242"/>
            </a:xfrm>
            <a:custGeom>
              <a:avLst/>
              <a:gdLst/>
              <a:ahLst/>
              <a:cxnLst/>
              <a:rect l="l" t="t" r="r" b="b"/>
              <a:pathLst>
                <a:path w="1525" h="3644" extrusionOk="0">
                  <a:moveTo>
                    <a:pt x="417" y="0"/>
                  </a:moveTo>
                  <a:lnTo>
                    <a:pt x="0" y="3263"/>
                  </a:lnTo>
                  <a:lnTo>
                    <a:pt x="322" y="3644"/>
                  </a:lnTo>
                  <a:lnTo>
                    <a:pt x="727" y="3513"/>
                  </a:lnTo>
                  <a:lnTo>
                    <a:pt x="1524" y="143"/>
                  </a:lnTo>
                  <a:lnTo>
                    <a:pt x="1072" y="298"/>
                  </a:lnTo>
                  <a:lnTo>
                    <a:pt x="41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102"/>
            <p:cNvSpPr/>
            <p:nvPr/>
          </p:nvSpPr>
          <p:spPr>
            <a:xfrm>
              <a:off x="3824068" y="3563230"/>
              <a:ext cx="121339" cy="352831"/>
            </a:xfrm>
            <a:custGeom>
              <a:avLst/>
              <a:gdLst/>
              <a:ahLst/>
              <a:cxnLst/>
              <a:rect l="l" t="t" r="r" b="b"/>
              <a:pathLst>
                <a:path w="1204" h="3501" extrusionOk="0">
                  <a:moveTo>
                    <a:pt x="1203" y="0"/>
                  </a:moveTo>
                  <a:lnTo>
                    <a:pt x="751" y="155"/>
                  </a:lnTo>
                  <a:lnTo>
                    <a:pt x="1" y="3501"/>
                  </a:lnTo>
                  <a:lnTo>
                    <a:pt x="406" y="3370"/>
                  </a:lnTo>
                  <a:lnTo>
                    <a:pt x="120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02"/>
            <p:cNvSpPr/>
            <p:nvPr/>
          </p:nvSpPr>
          <p:spPr>
            <a:xfrm>
              <a:off x="3833743" y="3535617"/>
              <a:ext cx="111664" cy="43335"/>
            </a:xfrm>
            <a:custGeom>
              <a:avLst/>
              <a:gdLst/>
              <a:ahLst/>
              <a:cxnLst/>
              <a:rect l="l" t="t" r="r" b="b"/>
              <a:pathLst>
                <a:path w="1108" h="430" extrusionOk="0">
                  <a:moveTo>
                    <a:pt x="488" y="0"/>
                  </a:moveTo>
                  <a:lnTo>
                    <a:pt x="0" y="131"/>
                  </a:lnTo>
                  <a:lnTo>
                    <a:pt x="655" y="429"/>
                  </a:lnTo>
                  <a:lnTo>
                    <a:pt x="1107" y="274"/>
                  </a:lnTo>
                  <a:lnTo>
                    <a:pt x="48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102"/>
            <p:cNvSpPr/>
            <p:nvPr/>
          </p:nvSpPr>
          <p:spPr>
            <a:xfrm>
              <a:off x="3669270" y="3503165"/>
              <a:ext cx="248523" cy="350513"/>
            </a:xfrm>
            <a:custGeom>
              <a:avLst/>
              <a:gdLst/>
              <a:ahLst/>
              <a:cxnLst/>
              <a:rect l="l" t="t" r="r" b="b"/>
              <a:pathLst>
                <a:path w="2466" h="3478" extrusionOk="0">
                  <a:moveTo>
                    <a:pt x="953" y="1"/>
                  </a:moveTo>
                  <a:lnTo>
                    <a:pt x="691" y="406"/>
                  </a:lnTo>
                  <a:lnTo>
                    <a:pt x="1" y="596"/>
                  </a:lnTo>
                  <a:lnTo>
                    <a:pt x="1751" y="3382"/>
                  </a:lnTo>
                  <a:lnTo>
                    <a:pt x="2239" y="3478"/>
                  </a:lnTo>
                  <a:lnTo>
                    <a:pt x="2465" y="3120"/>
                  </a:lnTo>
                  <a:lnTo>
                    <a:pt x="95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102"/>
            <p:cNvSpPr/>
            <p:nvPr/>
          </p:nvSpPr>
          <p:spPr>
            <a:xfrm>
              <a:off x="3738909" y="3503165"/>
              <a:ext cx="178885" cy="350513"/>
            </a:xfrm>
            <a:custGeom>
              <a:avLst/>
              <a:gdLst/>
              <a:ahLst/>
              <a:cxnLst/>
              <a:rect l="l" t="t" r="r" b="b"/>
              <a:pathLst>
                <a:path w="1775" h="3478" extrusionOk="0">
                  <a:moveTo>
                    <a:pt x="262" y="1"/>
                  </a:moveTo>
                  <a:lnTo>
                    <a:pt x="0" y="406"/>
                  </a:lnTo>
                  <a:lnTo>
                    <a:pt x="1548" y="3478"/>
                  </a:lnTo>
                  <a:lnTo>
                    <a:pt x="1774" y="3120"/>
                  </a:lnTo>
                  <a:lnTo>
                    <a:pt x="2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02"/>
            <p:cNvSpPr/>
            <p:nvPr/>
          </p:nvSpPr>
          <p:spPr>
            <a:xfrm>
              <a:off x="3669270" y="3503165"/>
              <a:ext cx="96144" cy="60166"/>
            </a:xfrm>
            <a:custGeom>
              <a:avLst/>
              <a:gdLst/>
              <a:ahLst/>
              <a:cxnLst/>
              <a:rect l="l" t="t" r="r" b="b"/>
              <a:pathLst>
                <a:path w="954" h="597" extrusionOk="0">
                  <a:moveTo>
                    <a:pt x="953" y="1"/>
                  </a:moveTo>
                  <a:lnTo>
                    <a:pt x="299" y="180"/>
                  </a:lnTo>
                  <a:lnTo>
                    <a:pt x="1" y="596"/>
                  </a:lnTo>
                  <a:lnTo>
                    <a:pt x="691" y="406"/>
                  </a:lnTo>
                  <a:lnTo>
                    <a:pt x="95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102"/>
            <p:cNvSpPr/>
            <p:nvPr/>
          </p:nvSpPr>
          <p:spPr>
            <a:xfrm>
              <a:off x="3971711" y="3453985"/>
              <a:ext cx="111664" cy="367343"/>
            </a:xfrm>
            <a:custGeom>
              <a:avLst/>
              <a:gdLst/>
              <a:ahLst/>
              <a:cxnLst/>
              <a:rect l="l" t="t" r="r" b="b"/>
              <a:pathLst>
                <a:path w="1108" h="3645" extrusionOk="0">
                  <a:moveTo>
                    <a:pt x="1108" y="1"/>
                  </a:moveTo>
                  <a:lnTo>
                    <a:pt x="679" y="215"/>
                  </a:lnTo>
                  <a:lnTo>
                    <a:pt x="0" y="48"/>
                  </a:lnTo>
                  <a:lnTo>
                    <a:pt x="0" y="48"/>
                  </a:lnTo>
                  <a:lnTo>
                    <a:pt x="155" y="3323"/>
                  </a:lnTo>
                  <a:lnTo>
                    <a:pt x="548" y="3644"/>
                  </a:lnTo>
                  <a:lnTo>
                    <a:pt x="917" y="3442"/>
                  </a:lnTo>
                  <a:lnTo>
                    <a:pt x="110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102"/>
            <p:cNvSpPr/>
            <p:nvPr/>
          </p:nvSpPr>
          <p:spPr>
            <a:xfrm>
              <a:off x="4026837" y="3453985"/>
              <a:ext cx="56538" cy="367343"/>
            </a:xfrm>
            <a:custGeom>
              <a:avLst/>
              <a:gdLst/>
              <a:ahLst/>
              <a:cxnLst/>
              <a:rect l="l" t="t" r="r" b="b"/>
              <a:pathLst>
                <a:path w="561" h="3645" extrusionOk="0">
                  <a:moveTo>
                    <a:pt x="561" y="1"/>
                  </a:moveTo>
                  <a:lnTo>
                    <a:pt x="132" y="215"/>
                  </a:lnTo>
                  <a:lnTo>
                    <a:pt x="1" y="3644"/>
                  </a:lnTo>
                  <a:lnTo>
                    <a:pt x="370" y="3442"/>
                  </a:lnTo>
                  <a:lnTo>
                    <a:pt x="561" y="1"/>
                  </a:lnTo>
                  <a:close/>
                </a:path>
              </a:pathLst>
            </a:custGeom>
            <a:solidFill>
              <a:srgbClr val="E8BB1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102"/>
            <p:cNvSpPr/>
            <p:nvPr/>
          </p:nvSpPr>
          <p:spPr>
            <a:xfrm>
              <a:off x="3971711" y="3436046"/>
              <a:ext cx="111664" cy="39707"/>
            </a:xfrm>
            <a:custGeom>
              <a:avLst/>
              <a:gdLst/>
              <a:ahLst/>
              <a:cxnLst/>
              <a:rect l="l" t="t" r="r" b="b"/>
              <a:pathLst>
                <a:path w="1108" h="394" extrusionOk="0">
                  <a:moveTo>
                    <a:pt x="453" y="0"/>
                  </a:moveTo>
                  <a:lnTo>
                    <a:pt x="0" y="226"/>
                  </a:lnTo>
                  <a:lnTo>
                    <a:pt x="679" y="393"/>
                  </a:lnTo>
                  <a:lnTo>
                    <a:pt x="1108" y="179"/>
                  </a:lnTo>
                  <a:lnTo>
                    <a:pt x="45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102"/>
            <p:cNvSpPr/>
            <p:nvPr/>
          </p:nvSpPr>
          <p:spPr>
            <a:xfrm>
              <a:off x="3939259" y="3579960"/>
              <a:ext cx="114083" cy="367343"/>
            </a:xfrm>
            <a:custGeom>
              <a:avLst/>
              <a:gdLst/>
              <a:ahLst/>
              <a:cxnLst/>
              <a:rect l="l" t="t" r="r" b="b"/>
              <a:pathLst>
                <a:path w="1132" h="3645" extrusionOk="0">
                  <a:moveTo>
                    <a:pt x="1132" y="1"/>
                  </a:moveTo>
                  <a:lnTo>
                    <a:pt x="703" y="227"/>
                  </a:lnTo>
                  <a:lnTo>
                    <a:pt x="1" y="60"/>
                  </a:lnTo>
                  <a:lnTo>
                    <a:pt x="179" y="3335"/>
                  </a:lnTo>
                  <a:lnTo>
                    <a:pt x="560" y="3644"/>
                  </a:lnTo>
                  <a:lnTo>
                    <a:pt x="929" y="3454"/>
                  </a:lnTo>
                  <a:lnTo>
                    <a:pt x="113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02"/>
            <p:cNvSpPr/>
            <p:nvPr/>
          </p:nvSpPr>
          <p:spPr>
            <a:xfrm>
              <a:off x="3995696" y="3579960"/>
              <a:ext cx="57646" cy="367343"/>
            </a:xfrm>
            <a:custGeom>
              <a:avLst/>
              <a:gdLst/>
              <a:ahLst/>
              <a:cxnLst/>
              <a:rect l="l" t="t" r="r" b="b"/>
              <a:pathLst>
                <a:path w="572" h="3645" extrusionOk="0">
                  <a:moveTo>
                    <a:pt x="572" y="1"/>
                  </a:moveTo>
                  <a:lnTo>
                    <a:pt x="143" y="227"/>
                  </a:lnTo>
                  <a:lnTo>
                    <a:pt x="0" y="3644"/>
                  </a:lnTo>
                  <a:lnTo>
                    <a:pt x="0" y="3644"/>
                  </a:lnTo>
                  <a:lnTo>
                    <a:pt x="369" y="3454"/>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02"/>
            <p:cNvSpPr/>
            <p:nvPr/>
          </p:nvSpPr>
          <p:spPr>
            <a:xfrm>
              <a:off x="3939259" y="3563230"/>
              <a:ext cx="114083" cy="39707"/>
            </a:xfrm>
            <a:custGeom>
              <a:avLst/>
              <a:gdLst/>
              <a:ahLst/>
              <a:cxnLst/>
              <a:rect l="l" t="t" r="r" b="b"/>
              <a:pathLst>
                <a:path w="1132" h="394" extrusionOk="0">
                  <a:moveTo>
                    <a:pt x="477" y="0"/>
                  </a:moveTo>
                  <a:lnTo>
                    <a:pt x="1" y="226"/>
                  </a:lnTo>
                  <a:lnTo>
                    <a:pt x="703" y="393"/>
                  </a:lnTo>
                  <a:lnTo>
                    <a:pt x="1132" y="167"/>
                  </a:lnTo>
                  <a:lnTo>
                    <a:pt x="4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102"/>
            <p:cNvSpPr/>
            <p:nvPr/>
          </p:nvSpPr>
          <p:spPr>
            <a:xfrm>
              <a:off x="4262058" y="3493591"/>
              <a:ext cx="112874" cy="367343"/>
            </a:xfrm>
            <a:custGeom>
              <a:avLst/>
              <a:gdLst/>
              <a:ahLst/>
              <a:cxnLst/>
              <a:rect l="l" t="t" r="r" b="b"/>
              <a:pathLst>
                <a:path w="1120" h="3645" extrusionOk="0">
                  <a:moveTo>
                    <a:pt x="1120" y="1"/>
                  </a:moveTo>
                  <a:lnTo>
                    <a:pt x="691" y="215"/>
                  </a:lnTo>
                  <a:lnTo>
                    <a:pt x="1" y="36"/>
                  </a:lnTo>
                  <a:lnTo>
                    <a:pt x="1" y="36"/>
                  </a:lnTo>
                  <a:lnTo>
                    <a:pt x="167" y="3334"/>
                  </a:lnTo>
                  <a:lnTo>
                    <a:pt x="548" y="3644"/>
                  </a:lnTo>
                  <a:lnTo>
                    <a:pt x="929" y="3430"/>
                  </a:lnTo>
                  <a:lnTo>
                    <a:pt x="112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102"/>
            <p:cNvSpPr/>
            <p:nvPr/>
          </p:nvSpPr>
          <p:spPr>
            <a:xfrm>
              <a:off x="4317285" y="3493591"/>
              <a:ext cx="57646" cy="367343"/>
            </a:xfrm>
            <a:custGeom>
              <a:avLst/>
              <a:gdLst/>
              <a:ahLst/>
              <a:cxnLst/>
              <a:rect l="l" t="t" r="r" b="b"/>
              <a:pathLst>
                <a:path w="572" h="3645" extrusionOk="0">
                  <a:moveTo>
                    <a:pt x="572" y="1"/>
                  </a:moveTo>
                  <a:lnTo>
                    <a:pt x="143" y="215"/>
                  </a:lnTo>
                  <a:lnTo>
                    <a:pt x="0" y="3644"/>
                  </a:lnTo>
                  <a:lnTo>
                    <a:pt x="381" y="3430"/>
                  </a:lnTo>
                  <a:lnTo>
                    <a:pt x="57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02"/>
            <p:cNvSpPr/>
            <p:nvPr/>
          </p:nvSpPr>
          <p:spPr>
            <a:xfrm>
              <a:off x="4262058" y="3475652"/>
              <a:ext cx="112874" cy="39707"/>
            </a:xfrm>
            <a:custGeom>
              <a:avLst/>
              <a:gdLst/>
              <a:ahLst/>
              <a:cxnLst/>
              <a:rect l="l" t="t" r="r" b="b"/>
              <a:pathLst>
                <a:path w="1120" h="394" extrusionOk="0">
                  <a:moveTo>
                    <a:pt x="465" y="0"/>
                  </a:moveTo>
                  <a:lnTo>
                    <a:pt x="1" y="214"/>
                  </a:lnTo>
                  <a:lnTo>
                    <a:pt x="691" y="393"/>
                  </a:lnTo>
                  <a:lnTo>
                    <a:pt x="1120" y="179"/>
                  </a:lnTo>
                  <a:lnTo>
                    <a:pt x="46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02"/>
            <p:cNvSpPr/>
            <p:nvPr/>
          </p:nvSpPr>
          <p:spPr>
            <a:xfrm>
              <a:off x="4094058" y="3491173"/>
              <a:ext cx="225747" cy="354141"/>
            </a:xfrm>
            <a:custGeom>
              <a:avLst/>
              <a:gdLst/>
              <a:ahLst/>
              <a:cxnLst/>
              <a:rect l="l" t="t" r="r" b="b"/>
              <a:pathLst>
                <a:path w="2240" h="3514" extrusionOk="0">
                  <a:moveTo>
                    <a:pt x="1179" y="1"/>
                  </a:moveTo>
                  <a:lnTo>
                    <a:pt x="1" y="3073"/>
                  </a:lnTo>
                  <a:lnTo>
                    <a:pt x="227" y="3513"/>
                  </a:lnTo>
                  <a:lnTo>
                    <a:pt x="644" y="3478"/>
                  </a:lnTo>
                  <a:lnTo>
                    <a:pt x="2239" y="418"/>
                  </a:lnTo>
                  <a:lnTo>
                    <a:pt x="1739" y="441"/>
                  </a:lnTo>
                  <a:lnTo>
                    <a:pt x="117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102"/>
            <p:cNvSpPr/>
            <p:nvPr/>
          </p:nvSpPr>
          <p:spPr>
            <a:xfrm>
              <a:off x="4116834" y="3533198"/>
              <a:ext cx="202971" cy="312116"/>
            </a:xfrm>
            <a:custGeom>
              <a:avLst/>
              <a:gdLst/>
              <a:ahLst/>
              <a:cxnLst/>
              <a:rect l="l" t="t" r="r" b="b"/>
              <a:pathLst>
                <a:path w="2014" h="3097" extrusionOk="0">
                  <a:moveTo>
                    <a:pt x="2013" y="1"/>
                  </a:moveTo>
                  <a:lnTo>
                    <a:pt x="1513" y="24"/>
                  </a:lnTo>
                  <a:lnTo>
                    <a:pt x="1" y="3096"/>
                  </a:lnTo>
                  <a:lnTo>
                    <a:pt x="418" y="3061"/>
                  </a:lnTo>
                  <a:lnTo>
                    <a:pt x="20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102"/>
            <p:cNvSpPr/>
            <p:nvPr/>
          </p:nvSpPr>
          <p:spPr>
            <a:xfrm>
              <a:off x="4212877" y="3489963"/>
              <a:ext cx="106928" cy="45754"/>
            </a:xfrm>
            <a:custGeom>
              <a:avLst/>
              <a:gdLst/>
              <a:ahLst/>
              <a:cxnLst/>
              <a:rect l="l" t="t" r="r" b="b"/>
              <a:pathLst>
                <a:path w="1061" h="454" extrusionOk="0">
                  <a:moveTo>
                    <a:pt x="524" y="1"/>
                  </a:moveTo>
                  <a:lnTo>
                    <a:pt x="0" y="13"/>
                  </a:lnTo>
                  <a:lnTo>
                    <a:pt x="560" y="453"/>
                  </a:lnTo>
                  <a:lnTo>
                    <a:pt x="1060" y="430"/>
                  </a:lnTo>
                  <a:lnTo>
                    <a:pt x="52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02"/>
            <p:cNvSpPr/>
            <p:nvPr/>
          </p:nvSpPr>
          <p:spPr>
            <a:xfrm>
              <a:off x="4146866" y="3557183"/>
              <a:ext cx="151271" cy="372080"/>
            </a:xfrm>
            <a:custGeom>
              <a:avLst/>
              <a:gdLst/>
              <a:ahLst/>
              <a:cxnLst/>
              <a:rect l="l" t="t" r="r" b="b"/>
              <a:pathLst>
                <a:path w="1501" h="3692" extrusionOk="0">
                  <a:moveTo>
                    <a:pt x="1096" y="1"/>
                  </a:moveTo>
                  <a:lnTo>
                    <a:pt x="715" y="286"/>
                  </a:lnTo>
                  <a:lnTo>
                    <a:pt x="1" y="239"/>
                  </a:lnTo>
                  <a:lnTo>
                    <a:pt x="739" y="3442"/>
                  </a:lnTo>
                  <a:lnTo>
                    <a:pt x="1179" y="3692"/>
                  </a:lnTo>
                  <a:lnTo>
                    <a:pt x="1501" y="3430"/>
                  </a:lnTo>
                  <a:lnTo>
                    <a:pt x="109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02"/>
            <p:cNvSpPr/>
            <p:nvPr/>
          </p:nvSpPr>
          <p:spPr>
            <a:xfrm>
              <a:off x="4218823" y="3557183"/>
              <a:ext cx="79314" cy="372080"/>
            </a:xfrm>
            <a:custGeom>
              <a:avLst/>
              <a:gdLst/>
              <a:ahLst/>
              <a:cxnLst/>
              <a:rect l="l" t="t" r="r" b="b"/>
              <a:pathLst>
                <a:path w="787" h="3692" extrusionOk="0">
                  <a:moveTo>
                    <a:pt x="382" y="1"/>
                  </a:moveTo>
                  <a:lnTo>
                    <a:pt x="1" y="286"/>
                  </a:lnTo>
                  <a:lnTo>
                    <a:pt x="465" y="3692"/>
                  </a:lnTo>
                  <a:lnTo>
                    <a:pt x="787" y="3430"/>
                  </a:lnTo>
                  <a:lnTo>
                    <a:pt x="38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102"/>
            <p:cNvSpPr/>
            <p:nvPr/>
          </p:nvSpPr>
          <p:spPr>
            <a:xfrm>
              <a:off x="4146866" y="3551237"/>
              <a:ext cx="110455" cy="34870"/>
            </a:xfrm>
            <a:custGeom>
              <a:avLst/>
              <a:gdLst/>
              <a:ahLst/>
              <a:cxnLst/>
              <a:rect l="l" t="t" r="r" b="b"/>
              <a:pathLst>
                <a:path w="1096" h="346" extrusionOk="0">
                  <a:moveTo>
                    <a:pt x="429" y="0"/>
                  </a:moveTo>
                  <a:lnTo>
                    <a:pt x="1" y="298"/>
                  </a:lnTo>
                  <a:lnTo>
                    <a:pt x="715" y="345"/>
                  </a:lnTo>
                  <a:lnTo>
                    <a:pt x="1096" y="60"/>
                  </a:lnTo>
                  <a:lnTo>
                    <a:pt x="42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102"/>
            <p:cNvSpPr/>
            <p:nvPr/>
          </p:nvSpPr>
          <p:spPr>
            <a:xfrm>
              <a:off x="4029256" y="3473234"/>
              <a:ext cx="152480" cy="372080"/>
            </a:xfrm>
            <a:custGeom>
              <a:avLst/>
              <a:gdLst/>
              <a:ahLst/>
              <a:cxnLst/>
              <a:rect l="l" t="t" r="r" b="b"/>
              <a:pathLst>
                <a:path w="1513" h="3692" extrusionOk="0">
                  <a:moveTo>
                    <a:pt x="1108" y="0"/>
                  </a:moveTo>
                  <a:lnTo>
                    <a:pt x="715" y="286"/>
                  </a:lnTo>
                  <a:lnTo>
                    <a:pt x="1" y="238"/>
                  </a:lnTo>
                  <a:lnTo>
                    <a:pt x="751" y="3441"/>
                  </a:lnTo>
                  <a:lnTo>
                    <a:pt x="1179" y="3691"/>
                  </a:lnTo>
                  <a:lnTo>
                    <a:pt x="1513" y="3429"/>
                  </a:lnTo>
                  <a:lnTo>
                    <a:pt x="110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02"/>
            <p:cNvSpPr/>
            <p:nvPr/>
          </p:nvSpPr>
          <p:spPr>
            <a:xfrm>
              <a:off x="4101314" y="3473234"/>
              <a:ext cx="80422" cy="372080"/>
            </a:xfrm>
            <a:custGeom>
              <a:avLst/>
              <a:gdLst/>
              <a:ahLst/>
              <a:cxnLst/>
              <a:rect l="l" t="t" r="r" b="b"/>
              <a:pathLst>
                <a:path w="798" h="3692" extrusionOk="0">
                  <a:moveTo>
                    <a:pt x="393" y="0"/>
                  </a:moveTo>
                  <a:lnTo>
                    <a:pt x="0" y="286"/>
                  </a:lnTo>
                  <a:lnTo>
                    <a:pt x="464" y="3691"/>
                  </a:lnTo>
                  <a:lnTo>
                    <a:pt x="798" y="3429"/>
                  </a:lnTo>
                  <a:lnTo>
                    <a:pt x="39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02"/>
            <p:cNvSpPr/>
            <p:nvPr/>
          </p:nvSpPr>
          <p:spPr>
            <a:xfrm>
              <a:off x="4029256" y="3467187"/>
              <a:ext cx="111765" cy="34971"/>
            </a:xfrm>
            <a:custGeom>
              <a:avLst/>
              <a:gdLst/>
              <a:ahLst/>
              <a:cxnLst/>
              <a:rect l="l" t="t" r="r" b="b"/>
              <a:pathLst>
                <a:path w="1109" h="347" extrusionOk="0">
                  <a:moveTo>
                    <a:pt x="417" y="1"/>
                  </a:moveTo>
                  <a:lnTo>
                    <a:pt x="1" y="298"/>
                  </a:lnTo>
                  <a:lnTo>
                    <a:pt x="715" y="346"/>
                  </a:lnTo>
                  <a:lnTo>
                    <a:pt x="1108" y="60"/>
                  </a:lnTo>
                  <a:lnTo>
                    <a:pt x="41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102"/>
            <p:cNvSpPr/>
            <p:nvPr/>
          </p:nvSpPr>
          <p:spPr>
            <a:xfrm>
              <a:off x="4271632" y="3487645"/>
              <a:ext cx="258098" cy="338419"/>
            </a:xfrm>
            <a:custGeom>
              <a:avLst/>
              <a:gdLst/>
              <a:ahLst/>
              <a:cxnLst/>
              <a:rect l="l" t="t" r="r" b="b"/>
              <a:pathLst>
                <a:path w="2561" h="3358" extrusionOk="0">
                  <a:moveTo>
                    <a:pt x="1572" y="0"/>
                  </a:moveTo>
                  <a:lnTo>
                    <a:pt x="1" y="2870"/>
                  </a:lnTo>
                  <a:lnTo>
                    <a:pt x="144" y="3346"/>
                  </a:lnTo>
                  <a:lnTo>
                    <a:pt x="572" y="3358"/>
                  </a:lnTo>
                  <a:lnTo>
                    <a:pt x="2561" y="548"/>
                  </a:lnTo>
                  <a:lnTo>
                    <a:pt x="2061" y="500"/>
                  </a:lnTo>
                  <a:lnTo>
                    <a:pt x="157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102"/>
            <p:cNvSpPr/>
            <p:nvPr/>
          </p:nvSpPr>
          <p:spPr>
            <a:xfrm>
              <a:off x="4286043" y="3538035"/>
              <a:ext cx="243686" cy="288029"/>
            </a:xfrm>
            <a:custGeom>
              <a:avLst/>
              <a:gdLst/>
              <a:ahLst/>
              <a:cxnLst/>
              <a:rect l="l" t="t" r="r" b="b"/>
              <a:pathLst>
                <a:path w="2418" h="2858" extrusionOk="0">
                  <a:moveTo>
                    <a:pt x="1918" y="0"/>
                  </a:moveTo>
                  <a:lnTo>
                    <a:pt x="1" y="2846"/>
                  </a:lnTo>
                  <a:lnTo>
                    <a:pt x="429" y="2858"/>
                  </a:lnTo>
                  <a:lnTo>
                    <a:pt x="2418" y="48"/>
                  </a:lnTo>
                  <a:lnTo>
                    <a:pt x="191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02"/>
            <p:cNvSpPr/>
            <p:nvPr/>
          </p:nvSpPr>
          <p:spPr>
            <a:xfrm>
              <a:off x="4430058" y="3487645"/>
              <a:ext cx="99671" cy="55227"/>
            </a:xfrm>
            <a:custGeom>
              <a:avLst/>
              <a:gdLst/>
              <a:ahLst/>
              <a:cxnLst/>
              <a:rect l="l" t="t" r="r" b="b"/>
              <a:pathLst>
                <a:path w="989" h="548" extrusionOk="0">
                  <a:moveTo>
                    <a:pt x="0" y="0"/>
                  </a:moveTo>
                  <a:lnTo>
                    <a:pt x="489" y="500"/>
                  </a:lnTo>
                  <a:lnTo>
                    <a:pt x="989" y="548"/>
                  </a:lnTo>
                  <a:lnTo>
                    <a:pt x="512" y="60"/>
                  </a:lnTo>
                  <a:lnTo>
                    <a:pt x="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02"/>
            <p:cNvSpPr/>
            <p:nvPr/>
          </p:nvSpPr>
          <p:spPr>
            <a:xfrm>
              <a:off x="4245228" y="3638815"/>
              <a:ext cx="284502" cy="1117247"/>
            </a:xfrm>
            <a:custGeom>
              <a:avLst/>
              <a:gdLst/>
              <a:ahLst/>
              <a:cxnLst/>
              <a:rect l="l" t="t" r="r" b="b"/>
              <a:pathLst>
                <a:path w="2823" h="11086" extrusionOk="0">
                  <a:moveTo>
                    <a:pt x="2823" y="0"/>
                  </a:moveTo>
                  <a:lnTo>
                    <a:pt x="1061" y="1334"/>
                  </a:lnTo>
                  <a:lnTo>
                    <a:pt x="1" y="11085"/>
                  </a:lnTo>
                  <a:lnTo>
                    <a:pt x="1" y="11085"/>
                  </a:lnTo>
                  <a:lnTo>
                    <a:pt x="1108" y="10121"/>
                  </a:lnTo>
                  <a:lnTo>
                    <a:pt x="2823" y="0"/>
                  </a:lnTo>
                  <a:close/>
                </a:path>
              </a:pathLst>
            </a:custGeom>
            <a:solidFill>
              <a:srgbClr val="F47C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102"/>
            <p:cNvSpPr/>
            <p:nvPr/>
          </p:nvSpPr>
          <p:spPr>
            <a:xfrm>
              <a:off x="4338852" y="3638815"/>
              <a:ext cx="190877" cy="258098"/>
            </a:xfrm>
            <a:custGeom>
              <a:avLst/>
              <a:gdLst/>
              <a:ahLst/>
              <a:cxnLst/>
              <a:rect l="l" t="t" r="r" b="b"/>
              <a:pathLst>
                <a:path w="1894" h="2561" extrusionOk="0">
                  <a:moveTo>
                    <a:pt x="1894" y="0"/>
                  </a:moveTo>
                  <a:lnTo>
                    <a:pt x="132" y="1334"/>
                  </a:lnTo>
                  <a:lnTo>
                    <a:pt x="1" y="2560"/>
                  </a:lnTo>
                  <a:lnTo>
                    <a:pt x="1656" y="1393"/>
                  </a:lnTo>
                  <a:lnTo>
                    <a:pt x="189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102"/>
            <p:cNvSpPr/>
            <p:nvPr/>
          </p:nvSpPr>
          <p:spPr>
            <a:xfrm>
              <a:off x="4313657" y="3905177"/>
              <a:ext cx="170520" cy="230484"/>
            </a:xfrm>
            <a:custGeom>
              <a:avLst/>
              <a:gdLst/>
              <a:ahLst/>
              <a:cxnLst/>
              <a:rect l="l" t="t" r="r" b="b"/>
              <a:pathLst>
                <a:path w="1692" h="2287" extrusionOk="0">
                  <a:moveTo>
                    <a:pt x="1691" y="1"/>
                  </a:moveTo>
                  <a:lnTo>
                    <a:pt x="120" y="1120"/>
                  </a:lnTo>
                  <a:lnTo>
                    <a:pt x="1" y="2287"/>
                  </a:lnTo>
                  <a:lnTo>
                    <a:pt x="1465" y="1334"/>
                  </a:lnTo>
                  <a:lnTo>
                    <a:pt x="1691" y="1"/>
                  </a:lnTo>
                  <a:close/>
                </a:path>
              </a:pathLst>
            </a:custGeom>
            <a:solidFill>
              <a:srgbClr val="F8A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02"/>
            <p:cNvSpPr/>
            <p:nvPr/>
          </p:nvSpPr>
          <p:spPr>
            <a:xfrm>
              <a:off x="4289672" y="4154809"/>
              <a:ext cx="152480" cy="193195"/>
            </a:xfrm>
            <a:custGeom>
              <a:avLst/>
              <a:gdLst/>
              <a:ahLst/>
              <a:cxnLst/>
              <a:rect l="l" t="t" r="r" b="b"/>
              <a:pathLst>
                <a:path w="1513" h="1917" extrusionOk="0">
                  <a:moveTo>
                    <a:pt x="1513" y="0"/>
                  </a:moveTo>
                  <a:lnTo>
                    <a:pt x="119" y="881"/>
                  </a:lnTo>
                  <a:lnTo>
                    <a:pt x="0" y="1917"/>
                  </a:lnTo>
                  <a:lnTo>
                    <a:pt x="0" y="1917"/>
                  </a:lnTo>
                  <a:lnTo>
                    <a:pt x="1334" y="1072"/>
                  </a:lnTo>
                  <a:lnTo>
                    <a:pt x="1513" y="0"/>
                  </a:lnTo>
                  <a:close/>
                </a:path>
              </a:pathLst>
            </a:custGeom>
            <a:solidFill>
              <a:srgbClr val="F8A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02"/>
            <p:cNvSpPr/>
            <p:nvPr/>
          </p:nvSpPr>
          <p:spPr>
            <a:xfrm>
              <a:off x="4278888" y="4262744"/>
              <a:ext cx="145224" cy="186141"/>
            </a:xfrm>
            <a:custGeom>
              <a:avLst/>
              <a:gdLst/>
              <a:ahLst/>
              <a:cxnLst/>
              <a:rect l="l" t="t" r="r" b="b"/>
              <a:pathLst>
                <a:path w="1441" h="1847" extrusionOk="0">
                  <a:moveTo>
                    <a:pt x="1441" y="1"/>
                  </a:moveTo>
                  <a:lnTo>
                    <a:pt x="107" y="846"/>
                  </a:lnTo>
                  <a:lnTo>
                    <a:pt x="0" y="1846"/>
                  </a:lnTo>
                  <a:lnTo>
                    <a:pt x="1250" y="1144"/>
                  </a:lnTo>
                  <a:lnTo>
                    <a:pt x="1441" y="1"/>
                  </a:lnTo>
                  <a:close/>
                </a:path>
              </a:pathLst>
            </a:custGeom>
            <a:solidFill>
              <a:srgbClr val="F8A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02"/>
            <p:cNvSpPr/>
            <p:nvPr/>
          </p:nvSpPr>
          <p:spPr>
            <a:xfrm>
              <a:off x="4245228" y="4580705"/>
              <a:ext cx="124967" cy="175357"/>
            </a:xfrm>
            <a:custGeom>
              <a:avLst/>
              <a:gdLst/>
              <a:ahLst/>
              <a:cxnLst/>
              <a:rect l="l" t="t" r="r" b="b"/>
              <a:pathLst>
                <a:path w="1240" h="1740" extrusionOk="0">
                  <a:moveTo>
                    <a:pt x="1239" y="1"/>
                  </a:moveTo>
                  <a:lnTo>
                    <a:pt x="108" y="727"/>
                  </a:lnTo>
                  <a:lnTo>
                    <a:pt x="1" y="1739"/>
                  </a:lnTo>
                  <a:lnTo>
                    <a:pt x="1108" y="775"/>
                  </a:lnTo>
                  <a:lnTo>
                    <a:pt x="1239" y="1"/>
                  </a:lnTo>
                  <a:close/>
                </a:path>
              </a:pathLst>
            </a:custGeom>
            <a:solidFill>
              <a:srgbClr val="F8A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02"/>
            <p:cNvSpPr/>
            <p:nvPr/>
          </p:nvSpPr>
          <p:spPr>
            <a:xfrm>
              <a:off x="4268105" y="4377936"/>
              <a:ext cx="136859" cy="171729"/>
            </a:xfrm>
            <a:custGeom>
              <a:avLst/>
              <a:gdLst/>
              <a:ahLst/>
              <a:cxnLst/>
              <a:rect l="l" t="t" r="r" b="b"/>
              <a:pathLst>
                <a:path w="1358" h="1704" extrusionOk="0">
                  <a:moveTo>
                    <a:pt x="1357" y="1"/>
                  </a:moveTo>
                  <a:lnTo>
                    <a:pt x="107" y="703"/>
                  </a:lnTo>
                  <a:lnTo>
                    <a:pt x="0" y="1703"/>
                  </a:lnTo>
                  <a:lnTo>
                    <a:pt x="1167" y="1084"/>
                  </a:lnTo>
                  <a:lnTo>
                    <a:pt x="1357" y="1"/>
                  </a:lnTo>
                  <a:close/>
                </a:path>
              </a:pathLst>
            </a:custGeom>
            <a:solidFill>
              <a:srgbClr val="F8A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02"/>
            <p:cNvSpPr/>
            <p:nvPr/>
          </p:nvSpPr>
          <p:spPr>
            <a:xfrm>
              <a:off x="3683681" y="3725184"/>
              <a:ext cx="668474" cy="1030879"/>
            </a:xfrm>
            <a:custGeom>
              <a:avLst/>
              <a:gdLst/>
              <a:ahLst/>
              <a:cxnLst/>
              <a:rect l="l" t="t" r="r" b="b"/>
              <a:pathLst>
                <a:path w="6633" h="10229" extrusionOk="0">
                  <a:moveTo>
                    <a:pt x="1" y="1"/>
                  </a:moveTo>
                  <a:lnTo>
                    <a:pt x="1525" y="9764"/>
                  </a:lnTo>
                  <a:lnTo>
                    <a:pt x="5573" y="10228"/>
                  </a:lnTo>
                  <a:lnTo>
                    <a:pt x="6633" y="477"/>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02"/>
            <p:cNvSpPr/>
            <p:nvPr/>
          </p:nvSpPr>
          <p:spPr>
            <a:xfrm>
              <a:off x="3683681" y="3725184"/>
              <a:ext cx="668474" cy="170520"/>
            </a:xfrm>
            <a:custGeom>
              <a:avLst/>
              <a:gdLst/>
              <a:ahLst/>
              <a:cxnLst/>
              <a:rect l="l" t="t" r="r" b="b"/>
              <a:pathLst>
                <a:path w="6633" h="1692" extrusionOk="0">
                  <a:moveTo>
                    <a:pt x="1" y="1"/>
                  </a:moveTo>
                  <a:lnTo>
                    <a:pt x="191" y="1275"/>
                  </a:lnTo>
                  <a:lnTo>
                    <a:pt x="6502" y="1691"/>
                  </a:lnTo>
                  <a:lnTo>
                    <a:pt x="6633" y="477"/>
                  </a:lnTo>
                  <a:lnTo>
                    <a:pt x="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02"/>
            <p:cNvSpPr/>
            <p:nvPr/>
          </p:nvSpPr>
          <p:spPr>
            <a:xfrm>
              <a:off x="3720869" y="3963932"/>
              <a:ext cx="604882" cy="168101"/>
            </a:xfrm>
            <a:custGeom>
              <a:avLst/>
              <a:gdLst/>
              <a:ahLst/>
              <a:cxnLst/>
              <a:rect l="l" t="t" r="r" b="b"/>
              <a:pathLst>
                <a:path w="6002" h="1668" extrusionOk="0">
                  <a:moveTo>
                    <a:pt x="1" y="1"/>
                  </a:moveTo>
                  <a:lnTo>
                    <a:pt x="168" y="1049"/>
                  </a:lnTo>
                  <a:lnTo>
                    <a:pt x="5883" y="1668"/>
                  </a:lnTo>
                  <a:lnTo>
                    <a:pt x="6002" y="489"/>
                  </a:lnTo>
                  <a:lnTo>
                    <a:pt x="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02"/>
            <p:cNvSpPr/>
            <p:nvPr/>
          </p:nvSpPr>
          <p:spPr>
            <a:xfrm>
              <a:off x="3752111" y="4169120"/>
              <a:ext cx="549654" cy="180094"/>
            </a:xfrm>
            <a:custGeom>
              <a:avLst/>
              <a:gdLst/>
              <a:ahLst/>
              <a:cxnLst/>
              <a:rect l="l" t="t" r="r" b="b"/>
              <a:pathLst>
                <a:path w="5454" h="1787" extrusionOk="0">
                  <a:moveTo>
                    <a:pt x="0" y="1"/>
                  </a:moveTo>
                  <a:lnTo>
                    <a:pt x="167" y="1001"/>
                  </a:lnTo>
                  <a:lnTo>
                    <a:pt x="5334" y="1787"/>
                  </a:lnTo>
                  <a:lnTo>
                    <a:pt x="5453" y="739"/>
                  </a:lnTo>
                  <a:lnTo>
                    <a:pt x="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02"/>
            <p:cNvSpPr/>
            <p:nvPr/>
          </p:nvSpPr>
          <p:spPr>
            <a:xfrm>
              <a:off x="3821649" y="4607109"/>
              <a:ext cx="434563" cy="148953"/>
            </a:xfrm>
            <a:custGeom>
              <a:avLst/>
              <a:gdLst/>
              <a:ahLst/>
              <a:cxnLst/>
              <a:rect l="l" t="t" r="r" b="b"/>
              <a:pathLst>
                <a:path w="4312" h="1478" extrusionOk="0">
                  <a:moveTo>
                    <a:pt x="1" y="1"/>
                  </a:moveTo>
                  <a:lnTo>
                    <a:pt x="156" y="1013"/>
                  </a:lnTo>
                  <a:lnTo>
                    <a:pt x="4204" y="1477"/>
                  </a:lnTo>
                  <a:lnTo>
                    <a:pt x="4311" y="513"/>
                  </a:lnTo>
                  <a:lnTo>
                    <a:pt x="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02"/>
            <p:cNvSpPr/>
            <p:nvPr/>
          </p:nvSpPr>
          <p:spPr>
            <a:xfrm>
              <a:off x="3786880" y="4387510"/>
              <a:ext cx="493318" cy="156108"/>
            </a:xfrm>
            <a:custGeom>
              <a:avLst/>
              <a:gdLst/>
              <a:ahLst/>
              <a:cxnLst/>
              <a:rect l="l" t="t" r="r" b="b"/>
              <a:pathLst>
                <a:path w="4895" h="1549" extrusionOk="0">
                  <a:moveTo>
                    <a:pt x="1" y="1"/>
                  </a:moveTo>
                  <a:lnTo>
                    <a:pt x="167" y="1013"/>
                  </a:lnTo>
                  <a:lnTo>
                    <a:pt x="4775" y="1549"/>
                  </a:lnTo>
                  <a:lnTo>
                    <a:pt x="4894" y="513"/>
                  </a:lnTo>
                  <a:lnTo>
                    <a:pt x="1"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02"/>
            <p:cNvSpPr/>
            <p:nvPr/>
          </p:nvSpPr>
          <p:spPr>
            <a:xfrm>
              <a:off x="4160068" y="4645104"/>
              <a:ext cx="1375244" cy="383166"/>
            </a:xfrm>
            <a:custGeom>
              <a:avLst/>
              <a:gdLst/>
              <a:ahLst/>
              <a:cxnLst/>
              <a:rect l="l" t="t" r="r" b="b"/>
              <a:pathLst>
                <a:path w="13646" h="3802" extrusionOk="0">
                  <a:moveTo>
                    <a:pt x="9884" y="0"/>
                  </a:moveTo>
                  <a:cubicBezTo>
                    <a:pt x="6481" y="0"/>
                    <a:pt x="1739" y="731"/>
                    <a:pt x="1739" y="731"/>
                  </a:cubicBezTo>
                  <a:cubicBezTo>
                    <a:pt x="1739" y="731"/>
                    <a:pt x="1" y="3410"/>
                    <a:pt x="4799" y="3708"/>
                  </a:cubicBezTo>
                  <a:cubicBezTo>
                    <a:pt x="5863" y="3774"/>
                    <a:pt x="6775" y="3802"/>
                    <a:pt x="7560" y="3802"/>
                  </a:cubicBezTo>
                  <a:cubicBezTo>
                    <a:pt x="10306" y="3802"/>
                    <a:pt x="11502" y="3460"/>
                    <a:pt x="12252" y="3219"/>
                  </a:cubicBezTo>
                  <a:cubicBezTo>
                    <a:pt x="13216" y="2886"/>
                    <a:pt x="13645" y="2243"/>
                    <a:pt x="13109" y="576"/>
                  </a:cubicBezTo>
                  <a:cubicBezTo>
                    <a:pt x="12674" y="148"/>
                    <a:pt x="11414" y="0"/>
                    <a:pt x="988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02"/>
            <p:cNvSpPr/>
            <p:nvPr/>
          </p:nvSpPr>
          <p:spPr>
            <a:xfrm>
              <a:off x="4160068" y="4587357"/>
              <a:ext cx="1375244" cy="383367"/>
            </a:xfrm>
            <a:custGeom>
              <a:avLst/>
              <a:gdLst/>
              <a:ahLst/>
              <a:cxnLst/>
              <a:rect l="l" t="t" r="r" b="b"/>
              <a:pathLst>
                <a:path w="13646" h="3804" extrusionOk="0">
                  <a:moveTo>
                    <a:pt x="9854" y="0"/>
                  </a:moveTo>
                  <a:cubicBezTo>
                    <a:pt x="6454" y="0"/>
                    <a:pt x="1739" y="732"/>
                    <a:pt x="1739" y="732"/>
                  </a:cubicBezTo>
                  <a:cubicBezTo>
                    <a:pt x="1739" y="732"/>
                    <a:pt x="1" y="3411"/>
                    <a:pt x="4799" y="3709"/>
                  </a:cubicBezTo>
                  <a:cubicBezTo>
                    <a:pt x="5863" y="3775"/>
                    <a:pt x="6775" y="3803"/>
                    <a:pt x="7560" y="3803"/>
                  </a:cubicBezTo>
                  <a:cubicBezTo>
                    <a:pt x="10306" y="3803"/>
                    <a:pt x="11502" y="3462"/>
                    <a:pt x="12252" y="3221"/>
                  </a:cubicBezTo>
                  <a:cubicBezTo>
                    <a:pt x="13216" y="2899"/>
                    <a:pt x="13645" y="2256"/>
                    <a:pt x="13109" y="590"/>
                  </a:cubicBezTo>
                  <a:cubicBezTo>
                    <a:pt x="12671" y="151"/>
                    <a:pt x="11398" y="0"/>
                    <a:pt x="985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02"/>
            <p:cNvSpPr/>
            <p:nvPr/>
          </p:nvSpPr>
          <p:spPr>
            <a:xfrm>
              <a:off x="4332906" y="4644801"/>
              <a:ext cx="1147179" cy="198738"/>
            </a:xfrm>
            <a:custGeom>
              <a:avLst/>
              <a:gdLst/>
              <a:ahLst/>
              <a:cxnLst/>
              <a:rect l="l" t="t" r="r" b="b"/>
              <a:pathLst>
                <a:path w="11383" h="1972" extrusionOk="0">
                  <a:moveTo>
                    <a:pt x="8186" y="0"/>
                  </a:moveTo>
                  <a:cubicBezTo>
                    <a:pt x="4780" y="0"/>
                    <a:pt x="24" y="734"/>
                    <a:pt x="24" y="734"/>
                  </a:cubicBezTo>
                  <a:cubicBezTo>
                    <a:pt x="24" y="734"/>
                    <a:pt x="12" y="746"/>
                    <a:pt x="0" y="794"/>
                  </a:cubicBezTo>
                  <a:cubicBezTo>
                    <a:pt x="441" y="1282"/>
                    <a:pt x="1369" y="1710"/>
                    <a:pt x="3239" y="1829"/>
                  </a:cubicBezTo>
                  <a:cubicBezTo>
                    <a:pt x="4846" y="1929"/>
                    <a:pt x="6064" y="1971"/>
                    <a:pt x="7008" y="1971"/>
                  </a:cubicBezTo>
                  <a:cubicBezTo>
                    <a:pt x="8882" y="1971"/>
                    <a:pt x="9682" y="1805"/>
                    <a:pt x="10323" y="1591"/>
                  </a:cubicBezTo>
                  <a:cubicBezTo>
                    <a:pt x="10894" y="1401"/>
                    <a:pt x="11275" y="1103"/>
                    <a:pt x="11382" y="555"/>
                  </a:cubicBezTo>
                  <a:cubicBezTo>
                    <a:pt x="10930" y="143"/>
                    <a:pt x="9690" y="0"/>
                    <a:pt x="818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02"/>
            <p:cNvSpPr/>
            <p:nvPr/>
          </p:nvSpPr>
          <p:spPr>
            <a:xfrm>
              <a:off x="4737236" y="4621521"/>
              <a:ext cx="808860" cy="297200"/>
            </a:xfrm>
            <a:custGeom>
              <a:avLst/>
              <a:gdLst/>
              <a:ahLst/>
              <a:cxnLst/>
              <a:rect l="l" t="t" r="r" b="b"/>
              <a:pathLst>
                <a:path w="8026" h="2949" extrusionOk="0">
                  <a:moveTo>
                    <a:pt x="7001" y="1"/>
                  </a:moveTo>
                  <a:lnTo>
                    <a:pt x="6454" y="239"/>
                  </a:lnTo>
                  <a:cubicBezTo>
                    <a:pt x="5239" y="393"/>
                    <a:pt x="4025" y="572"/>
                    <a:pt x="2822" y="739"/>
                  </a:cubicBezTo>
                  <a:cubicBezTo>
                    <a:pt x="2165" y="839"/>
                    <a:pt x="1518" y="918"/>
                    <a:pt x="871" y="918"/>
                  </a:cubicBezTo>
                  <a:cubicBezTo>
                    <a:pt x="827" y="918"/>
                    <a:pt x="783" y="918"/>
                    <a:pt x="739" y="917"/>
                  </a:cubicBezTo>
                  <a:cubicBezTo>
                    <a:pt x="703" y="917"/>
                    <a:pt x="667" y="917"/>
                    <a:pt x="632" y="917"/>
                  </a:cubicBezTo>
                  <a:cubicBezTo>
                    <a:pt x="525" y="917"/>
                    <a:pt x="420" y="923"/>
                    <a:pt x="322" y="977"/>
                  </a:cubicBezTo>
                  <a:cubicBezTo>
                    <a:pt x="120" y="1084"/>
                    <a:pt x="48" y="1322"/>
                    <a:pt x="36" y="1525"/>
                  </a:cubicBezTo>
                  <a:cubicBezTo>
                    <a:pt x="0" y="1917"/>
                    <a:pt x="143" y="2298"/>
                    <a:pt x="381" y="2596"/>
                  </a:cubicBezTo>
                  <a:cubicBezTo>
                    <a:pt x="405" y="2632"/>
                    <a:pt x="441" y="2679"/>
                    <a:pt x="465" y="2691"/>
                  </a:cubicBezTo>
                  <a:cubicBezTo>
                    <a:pt x="512" y="2703"/>
                    <a:pt x="560" y="2703"/>
                    <a:pt x="584" y="2703"/>
                  </a:cubicBezTo>
                  <a:cubicBezTo>
                    <a:pt x="715" y="2715"/>
                    <a:pt x="834" y="2810"/>
                    <a:pt x="953" y="2870"/>
                  </a:cubicBezTo>
                  <a:cubicBezTo>
                    <a:pt x="1068" y="2925"/>
                    <a:pt x="1189" y="2948"/>
                    <a:pt x="1311" y="2948"/>
                  </a:cubicBezTo>
                  <a:cubicBezTo>
                    <a:pt x="1480" y="2948"/>
                    <a:pt x="1651" y="2903"/>
                    <a:pt x="1810" y="2834"/>
                  </a:cubicBezTo>
                  <a:cubicBezTo>
                    <a:pt x="2072" y="2715"/>
                    <a:pt x="2310" y="2560"/>
                    <a:pt x="2560" y="2394"/>
                  </a:cubicBezTo>
                  <a:cubicBezTo>
                    <a:pt x="2660" y="2344"/>
                    <a:pt x="2766" y="2282"/>
                    <a:pt x="2869" y="2282"/>
                  </a:cubicBezTo>
                  <a:cubicBezTo>
                    <a:pt x="2914" y="2282"/>
                    <a:pt x="2958" y="2294"/>
                    <a:pt x="3001" y="2322"/>
                  </a:cubicBezTo>
                  <a:cubicBezTo>
                    <a:pt x="3096" y="2382"/>
                    <a:pt x="3132" y="2513"/>
                    <a:pt x="3215" y="2572"/>
                  </a:cubicBezTo>
                  <a:cubicBezTo>
                    <a:pt x="3269" y="2608"/>
                    <a:pt x="3328" y="2623"/>
                    <a:pt x="3389" y="2623"/>
                  </a:cubicBezTo>
                  <a:cubicBezTo>
                    <a:pt x="3450" y="2623"/>
                    <a:pt x="3513" y="2608"/>
                    <a:pt x="3572" y="2584"/>
                  </a:cubicBezTo>
                  <a:cubicBezTo>
                    <a:pt x="3691" y="2537"/>
                    <a:pt x="3799" y="2477"/>
                    <a:pt x="3930" y="2453"/>
                  </a:cubicBezTo>
                  <a:cubicBezTo>
                    <a:pt x="3979" y="2442"/>
                    <a:pt x="4027" y="2437"/>
                    <a:pt x="4075" y="2437"/>
                  </a:cubicBezTo>
                  <a:cubicBezTo>
                    <a:pt x="4281" y="2437"/>
                    <a:pt x="4474" y="2528"/>
                    <a:pt x="4668" y="2596"/>
                  </a:cubicBezTo>
                  <a:cubicBezTo>
                    <a:pt x="4770" y="2637"/>
                    <a:pt x="4884" y="2662"/>
                    <a:pt x="4994" y="2662"/>
                  </a:cubicBezTo>
                  <a:cubicBezTo>
                    <a:pt x="5140" y="2662"/>
                    <a:pt x="5276" y="2617"/>
                    <a:pt x="5358" y="2501"/>
                  </a:cubicBezTo>
                  <a:cubicBezTo>
                    <a:pt x="5465" y="2382"/>
                    <a:pt x="5477" y="2179"/>
                    <a:pt x="5584" y="2060"/>
                  </a:cubicBezTo>
                  <a:cubicBezTo>
                    <a:pt x="5677" y="1958"/>
                    <a:pt x="5814" y="1921"/>
                    <a:pt x="5948" y="1921"/>
                  </a:cubicBezTo>
                  <a:cubicBezTo>
                    <a:pt x="5986" y="1921"/>
                    <a:pt x="6024" y="1924"/>
                    <a:pt x="6061" y="1929"/>
                  </a:cubicBezTo>
                  <a:cubicBezTo>
                    <a:pt x="6223" y="1940"/>
                    <a:pt x="6376" y="1990"/>
                    <a:pt x="6528" y="1990"/>
                  </a:cubicBezTo>
                  <a:cubicBezTo>
                    <a:pt x="6543" y="1990"/>
                    <a:pt x="6558" y="1990"/>
                    <a:pt x="6573" y="1989"/>
                  </a:cubicBezTo>
                  <a:cubicBezTo>
                    <a:pt x="6751" y="1977"/>
                    <a:pt x="6930" y="1882"/>
                    <a:pt x="6966" y="1727"/>
                  </a:cubicBezTo>
                  <a:cubicBezTo>
                    <a:pt x="7001" y="1620"/>
                    <a:pt x="6966" y="1501"/>
                    <a:pt x="6954" y="1394"/>
                  </a:cubicBezTo>
                  <a:cubicBezTo>
                    <a:pt x="6942" y="1286"/>
                    <a:pt x="6954" y="1155"/>
                    <a:pt x="7049" y="1096"/>
                  </a:cubicBezTo>
                  <a:cubicBezTo>
                    <a:pt x="7085" y="1072"/>
                    <a:pt x="7144" y="1072"/>
                    <a:pt x="7204" y="1048"/>
                  </a:cubicBezTo>
                  <a:cubicBezTo>
                    <a:pt x="7359" y="1036"/>
                    <a:pt x="7501" y="1048"/>
                    <a:pt x="7644" y="1025"/>
                  </a:cubicBezTo>
                  <a:cubicBezTo>
                    <a:pt x="7787" y="989"/>
                    <a:pt x="7918" y="905"/>
                    <a:pt x="7966" y="751"/>
                  </a:cubicBezTo>
                  <a:cubicBezTo>
                    <a:pt x="8025" y="620"/>
                    <a:pt x="7954" y="453"/>
                    <a:pt x="7835" y="358"/>
                  </a:cubicBezTo>
                  <a:cubicBezTo>
                    <a:pt x="7716" y="251"/>
                    <a:pt x="7561" y="191"/>
                    <a:pt x="7418" y="143"/>
                  </a:cubicBezTo>
                  <a:cubicBezTo>
                    <a:pt x="7287" y="96"/>
                    <a:pt x="7132" y="36"/>
                    <a:pt x="70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02"/>
            <p:cNvSpPr/>
            <p:nvPr/>
          </p:nvSpPr>
          <p:spPr>
            <a:xfrm>
              <a:off x="4251274" y="4663546"/>
              <a:ext cx="681676" cy="229678"/>
            </a:xfrm>
            <a:custGeom>
              <a:avLst/>
              <a:gdLst/>
              <a:ahLst/>
              <a:cxnLst/>
              <a:rect l="l" t="t" r="r" b="b"/>
              <a:pathLst>
                <a:path w="6764" h="2279" extrusionOk="0">
                  <a:moveTo>
                    <a:pt x="1096" y="0"/>
                  </a:moveTo>
                  <a:cubicBezTo>
                    <a:pt x="1001" y="155"/>
                    <a:pt x="858" y="298"/>
                    <a:pt x="679" y="346"/>
                  </a:cubicBezTo>
                  <a:cubicBezTo>
                    <a:pt x="465" y="429"/>
                    <a:pt x="179" y="453"/>
                    <a:pt x="96" y="667"/>
                  </a:cubicBezTo>
                  <a:cubicBezTo>
                    <a:pt x="0" y="893"/>
                    <a:pt x="239" y="1108"/>
                    <a:pt x="465" y="1143"/>
                  </a:cubicBezTo>
                  <a:cubicBezTo>
                    <a:pt x="484" y="1145"/>
                    <a:pt x="504" y="1146"/>
                    <a:pt x="523" y="1146"/>
                  </a:cubicBezTo>
                  <a:cubicBezTo>
                    <a:pt x="599" y="1146"/>
                    <a:pt x="672" y="1135"/>
                    <a:pt x="750" y="1135"/>
                  </a:cubicBezTo>
                  <a:cubicBezTo>
                    <a:pt x="785" y="1135"/>
                    <a:pt x="820" y="1137"/>
                    <a:pt x="858" y="1143"/>
                  </a:cubicBezTo>
                  <a:cubicBezTo>
                    <a:pt x="989" y="1155"/>
                    <a:pt x="1120" y="1215"/>
                    <a:pt x="1167" y="1334"/>
                  </a:cubicBezTo>
                  <a:cubicBezTo>
                    <a:pt x="1215" y="1453"/>
                    <a:pt x="1155" y="1608"/>
                    <a:pt x="1215" y="1703"/>
                  </a:cubicBezTo>
                  <a:cubicBezTo>
                    <a:pt x="1249" y="1767"/>
                    <a:pt x="1311" y="1792"/>
                    <a:pt x="1380" y="1792"/>
                  </a:cubicBezTo>
                  <a:cubicBezTo>
                    <a:pt x="1477" y="1792"/>
                    <a:pt x="1591" y="1742"/>
                    <a:pt x="1667" y="1679"/>
                  </a:cubicBezTo>
                  <a:cubicBezTo>
                    <a:pt x="1782" y="1593"/>
                    <a:pt x="1919" y="1492"/>
                    <a:pt x="2043" y="1492"/>
                  </a:cubicBezTo>
                  <a:cubicBezTo>
                    <a:pt x="2074" y="1492"/>
                    <a:pt x="2103" y="1498"/>
                    <a:pt x="2132" y="1512"/>
                  </a:cubicBezTo>
                  <a:cubicBezTo>
                    <a:pt x="2239" y="1560"/>
                    <a:pt x="2286" y="1691"/>
                    <a:pt x="2346" y="1786"/>
                  </a:cubicBezTo>
                  <a:cubicBezTo>
                    <a:pt x="2465" y="1977"/>
                    <a:pt x="2679" y="2084"/>
                    <a:pt x="2906" y="2084"/>
                  </a:cubicBezTo>
                  <a:cubicBezTo>
                    <a:pt x="2953" y="2084"/>
                    <a:pt x="2977" y="2084"/>
                    <a:pt x="3025" y="2048"/>
                  </a:cubicBezTo>
                  <a:cubicBezTo>
                    <a:pt x="3084" y="2024"/>
                    <a:pt x="3120" y="1977"/>
                    <a:pt x="3156" y="1929"/>
                  </a:cubicBezTo>
                  <a:cubicBezTo>
                    <a:pt x="3276" y="1809"/>
                    <a:pt x="3448" y="1730"/>
                    <a:pt x="3620" y="1730"/>
                  </a:cubicBezTo>
                  <a:cubicBezTo>
                    <a:pt x="3652" y="1730"/>
                    <a:pt x="3684" y="1733"/>
                    <a:pt x="3715" y="1739"/>
                  </a:cubicBezTo>
                  <a:cubicBezTo>
                    <a:pt x="3751" y="1739"/>
                    <a:pt x="3799" y="1751"/>
                    <a:pt x="3834" y="1786"/>
                  </a:cubicBezTo>
                  <a:cubicBezTo>
                    <a:pt x="3894" y="1822"/>
                    <a:pt x="3918" y="1905"/>
                    <a:pt x="3953" y="1965"/>
                  </a:cubicBezTo>
                  <a:cubicBezTo>
                    <a:pt x="4037" y="2120"/>
                    <a:pt x="4191" y="2239"/>
                    <a:pt x="4358" y="2274"/>
                  </a:cubicBezTo>
                  <a:cubicBezTo>
                    <a:pt x="4381" y="2277"/>
                    <a:pt x="4404" y="2279"/>
                    <a:pt x="4427" y="2279"/>
                  </a:cubicBezTo>
                  <a:cubicBezTo>
                    <a:pt x="4587" y="2279"/>
                    <a:pt x="4753" y="2209"/>
                    <a:pt x="4846" y="2084"/>
                  </a:cubicBezTo>
                  <a:cubicBezTo>
                    <a:pt x="4870" y="2036"/>
                    <a:pt x="4906" y="1977"/>
                    <a:pt x="4942" y="1929"/>
                  </a:cubicBezTo>
                  <a:cubicBezTo>
                    <a:pt x="4995" y="1881"/>
                    <a:pt x="5061" y="1870"/>
                    <a:pt x="5128" y="1870"/>
                  </a:cubicBezTo>
                  <a:cubicBezTo>
                    <a:pt x="5195" y="1870"/>
                    <a:pt x="5263" y="1881"/>
                    <a:pt x="5323" y="1881"/>
                  </a:cubicBezTo>
                  <a:cubicBezTo>
                    <a:pt x="5352" y="1884"/>
                    <a:pt x="5382" y="1886"/>
                    <a:pt x="5411" y="1886"/>
                  </a:cubicBezTo>
                  <a:cubicBezTo>
                    <a:pt x="5848" y="1886"/>
                    <a:pt x="6214" y="1565"/>
                    <a:pt x="6549" y="1286"/>
                  </a:cubicBezTo>
                  <a:cubicBezTo>
                    <a:pt x="6632" y="1227"/>
                    <a:pt x="6704" y="1167"/>
                    <a:pt x="6763" y="1096"/>
                  </a:cubicBezTo>
                  <a:cubicBezTo>
                    <a:pt x="5930" y="846"/>
                    <a:pt x="4989" y="905"/>
                    <a:pt x="4108" y="738"/>
                  </a:cubicBezTo>
                  <a:cubicBezTo>
                    <a:pt x="3275" y="596"/>
                    <a:pt x="2501" y="250"/>
                    <a:pt x="1691" y="36"/>
                  </a:cubicBezTo>
                  <a:lnTo>
                    <a:pt x="10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02"/>
            <p:cNvSpPr/>
            <p:nvPr/>
          </p:nvSpPr>
          <p:spPr>
            <a:xfrm>
              <a:off x="4296827" y="4472064"/>
              <a:ext cx="1208453" cy="341846"/>
            </a:xfrm>
            <a:custGeom>
              <a:avLst/>
              <a:gdLst/>
              <a:ahLst/>
              <a:cxnLst/>
              <a:rect l="l" t="t" r="r" b="b"/>
              <a:pathLst>
                <a:path w="11991" h="3392" extrusionOk="0">
                  <a:moveTo>
                    <a:pt x="6768" y="1"/>
                  </a:moveTo>
                  <a:cubicBezTo>
                    <a:pt x="6208" y="1"/>
                    <a:pt x="5647" y="27"/>
                    <a:pt x="5121" y="91"/>
                  </a:cubicBezTo>
                  <a:cubicBezTo>
                    <a:pt x="2846" y="376"/>
                    <a:pt x="715" y="781"/>
                    <a:pt x="715" y="781"/>
                  </a:cubicBezTo>
                  <a:cubicBezTo>
                    <a:pt x="715" y="781"/>
                    <a:pt x="1" y="1007"/>
                    <a:pt x="358" y="1936"/>
                  </a:cubicBezTo>
                  <a:cubicBezTo>
                    <a:pt x="703" y="2877"/>
                    <a:pt x="894" y="2996"/>
                    <a:pt x="2668" y="3186"/>
                  </a:cubicBezTo>
                  <a:cubicBezTo>
                    <a:pt x="3814" y="3316"/>
                    <a:pt x="5092" y="3392"/>
                    <a:pt x="6251" y="3392"/>
                  </a:cubicBezTo>
                  <a:cubicBezTo>
                    <a:pt x="6899" y="3392"/>
                    <a:pt x="7509" y="3368"/>
                    <a:pt x="8038" y="3317"/>
                  </a:cubicBezTo>
                  <a:cubicBezTo>
                    <a:pt x="9514" y="3198"/>
                    <a:pt x="10645" y="3079"/>
                    <a:pt x="11181" y="2769"/>
                  </a:cubicBezTo>
                  <a:cubicBezTo>
                    <a:pt x="11693" y="2460"/>
                    <a:pt x="11848" y="2579"/>
                    <a:pt x="11848" y="2222"/>
                  </a:cubicBezTo>
                  <a:cubicBezTo>
                    <a:pt x="11848" y="1865"/>
                    <a:pt x="11990" y="1388"/>
                    <a:pt x="11609" y="1353"/>
                  </a:cubicBezTo>
                  <a:cubicBezTo>
                    <a:pt x="11217" y="1329"/>
                    <a:pt x="11990" y="733"/>
                    <a:pt x="11145" y="483"/>
                  </a:cubicBezTo>
                  <a:cubicBezTo>
                    <a:pt x="10495" y="291"/>
                    <a:pt x="8630" y="1"/>
                    <a:pt x="676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102"/>
            <p:cNvSpPr/>
            <p:nvPr/>
          </p:nvSpPr>
          <p:spPr>
            <a:xfrm>
              <a:off x="4234243" y="4441427"/>
              <a:ext cx="806643" cy="285812"/>
            </a:xfrm>
            <a:custGeom>
              <a:avLst/>
              <a:gdLst/>
              <a:ahLst/>
              <a:cxnLst/>
              <a:rect l="l" t="t" r="r" b="b"/>
              <a:pathLst>
                <a:path w="8004" h="2836" extrusionOk="0">
                  <a:moveTo>
                    <a:pt x="4628" y="0"/>
                  </a:moveTo>
                  <a:cubicBezTo>
                    <a:pt x="3042" y="0"/>
                    <a:pt x="1598" y="97"/>
                    <a:pt x="1598" y="97"/>
                  </a:cubicBezTo>
                  <a:cubicBezTo>
                    <a:pt x="1598" y="97"/>
                    <a:pt x="277" y="871"/>
                    <a:pt x="98" y="2038"/>
                  </a:cubicBezTo>
                  <a:cubicBezTo>
                    <a:pt x="1" y="2665"/>
                    <a:pt x="832" y="2836"/>
                    <a:pt x="1784" y="2836"/>
                  </a:cubicBezTo>
                  <a:cubicBezTo>
                    <a:pt x="2583" y="2836"/>
                    <a:pt x="3466" y="2715"/>
                    <a:pt x="3956" y="2645"/>
                  </a:cubicBezTo>
                  <a:cubicBezTo>
                    <a:pt x="5027" y="2502"/>
                    <a:pt x="7170" y="2085"/>
                    <a:pt x="8004" y="275"/>
                  </a:cubicBezTo>
                  <a:cubicBezTo>
                    <a:pt x="7216" y="60"/>
                    <a:pt x="5878" y="0"/>
                    <a:pt x="46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102"/>
            <p:cNvSpPr/>
            <p:nvPr/>
          </p:nvSpPr>
          <p:spPr>
            <a:xfrm>
              <a:off x="4277679" y="4441226"/>
              <a:ext cx="651643" cy="211336"/>
            </a:xfrm>
            <a:custGeom>
              <a:avLst/>
              <a:gdLst/>
              <a:ahLst/>
              <a:cxnLst/>
              <a:rect l="l" t="t" r="r" b="b"/>
              <a:pathLst>
                <a:path w="6466" h="2097" extrusionOk="0">
                  <a:moveTo>
                    <a:pt x="4249" y="0"/>
                  </a:moveTo>
                  <a:cubicBezTo>
                    <a:pt x="2645" y="0"/>
                    <a:pt x="1167" y="99"/>
                    <a:pt x="1167" y="99"/>
                  </a:cubicBezTo>
                  <a:cubicBezTo>
                    <a:pt x="1167" y="99"/>
                    <a:pt x="691" y="385"/>
                    <a:pt x="262" y="861"/>
                  </a:cubicBezTo>
                  <a:cubicBezTo>
                    <a:pt x="179" y="1016"/>
                    <a:pt x="119" y="1170"/>
                    <a:pt x="84" y="1349"/>
                  </a:cubicBezTo>
                  <a:cubicBezTo>
                    <a:pt x="0" y="1932"/>
                    <a:pt x="563" y="2096"/>
                    <a:pt x="1261" y="2096"/>
                  </a:cubicBezTo>
                  <a:cubicBezTo>
                    <a:pt x="1959" y="2096"/>
                    <a:pt x="2792" y="1932"/>
                    <a:pt x="3251" y="1861"/>
                  </a:cubicBezTo>
                  <a:cubicBezTo>
                    <a:pt x="4084" y="1730"/>
                    <a:pt x="5620" y="1397"/>
                    <a:pt x="6465" y="87"/>
                  </a:cubicBezTo>
                  <a:cubicBezTo>
                    <a:pt x="5793" y="22"/>
                    <a:pt x="5007" y="0"/>
                    <a:pt x="42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102"/>
            <p:cNvSpPr/>
            <p:nvPr/>
          </p:nvSpPr>
          <p:spPr>
            <a:xfrm>
              <a:off x="4719196" y="4393355"/>
              <a:ext cx="806643" cy="285913"/>
            </a:xfrm>
            <a:custGeom>
              <a:avLst/>
              <a:gdLst/>
              <a:ahLst/>
              <a:cxnLst/>
              <a:rect l="l" t="t" r="r" b="b"/>
              <a:pathLst>
                <a:path w="8004" h="2837" extrusionOk="0">
                  <a:moveTo>
                    <a:pt x="3377" y="1"/>
                  </a:moveTo>
                  <a:cubicBezTo>
                    <a:pt x="2126" y="1"/>
                    <a:pt x="788" y="61"/>
                    <a:pt x="1" y="276"/>
                  </a:cubicBezTo>
                  <a:cubicBezTo>
                    <a:pt x="834" y="2086"/>
                    <a:pt x="2977" y="2503"/>
                    <a:pt x="4049" y="2646"/>
                  </a:cubicBezTo>
                  <a:cubicBezTo>
                    <a:pt x="4538" y="2716"/>
                    <a:pt x="5422" y="2837"/>
                    <a:pt x="6221" y="2837"/>
                  </a:cubicBezTo>
                  <a:cubicBezTo>
                    <a:pt x="7172" y="2837"/>
                    <a:pt x="8004" y="2666"/>
                    <a:pt x="7907" y="2038"/>
                  </a:cubicBezTo>
                  <a:cubicBezTo>
                    <a:pt x="7728" y="872"/>
                    <a:pt x="6406" y="98"/>
                    <a:pt x="6406" y="98"/>
                  </a:cubicBezTo>
                  <a:cubicBezTo>
                    <a:pt x="6406" y="98"/>
                    <a:pt x="4962" y="1"/>
                    <a:pt x="33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02"/>
            <p:cNvSpPr/>
            <p:nvPr/>
          </p:nvSpPr>
          <p:spPr>
            <a:xfrm>
              <a:off x="4830860" y="4393154"/>
              <a:ext cx="651643" cy="211336"/>
            </a:xfrm>
            <a:custGeom>
              <a:avLst/>
              <a:gdLst/>
              <a:ahLst/>
              <a:cxnLst/>
              <a:rect l="l" t="t" r="r" b="b"/>
              <a:pathLst>
                <a:path w="6466" h="2097" extrusionOk="0">
                  <a:moveTo>
                    <a:pt x="2216" y="1"/>
                  </a:moveTo>
                  <a:cubicBezTo>
                    <a:pt x="1458" y="1"/>
                    <a:pt x="672" y="23"/>
                    <a:pt x="0" y="88"/>
                  </a:cubicBezTo>
                  <a:cubicBezTo>
                    <a:pt x="845" y="1397"/>
                    <a:pt x="2381" y="1743"/>
                    <a:pt x="3215" y="1862"/>
                  </a:cubicBezTo>
                  <a:cubicBezTo>
                    <a:pt x="3673" y="1933"/>
                    <a:pt x="4507" y="2097"/>
                    <a:pt x="5205" y="2097"/>
                  </a:cubicBezTo>
                  <a:cubicBezTo>
                    <a:pt x="5903" y="2097"/>
                    <a:pt x="6465" y="1933"/>
                    <a:pt x="6382" y="1350"/>
                  </a:cubicBezTo>
                  <a:cubicBezTo>
                    <a:pt x="6358" y="1171"/>
                    <a:pt x="6299" y="1016"/>
                    <a:pt x="6203" y="862"/>
                  </a:cubicBezTo>
                  <a:cubicBezTo>
                    <a:pt x="5775" y="385"/>
                    <a:pt x="5298" y="100"/>
                    <a:pt x="5298" y="100"/>
                  </a:cubicBezTo>
                  <a:cubicBezTo>
                    <a:pt x="5298" y="100"/>
                    <a:pt x="3821" y="1"/>
                    <a:pt x="22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102"/>
            <p:cNvSpPr/>
            <p:nvPr/>
          </p:nvSpPr>
          <p:spPr>
            <a:xfrm>
              <a:off x="4296827" y="4133343"/>
              <a:ext cx="1208453" cy="491101"/>
            </a:xfrm>
            <a:custGeom>
              <a:avLst/>
              <a:gdLst/>
              <a:ahLst/>
              <a:cxnLst/>
              <a:rect l="l" t="t" r="r" b="b"/>
              <a:pathLst>
                <a:path w="11991" h="4873" extrusionOk="0">
                  <a:moveTo>
                    <a:pt x="6770" y="1"/>
                  </a:moveTo>
                  <a:cubicBezTo>
                    <a:pt x="6209" y="1"/>
                    <a:pt x="5648" y="39"/>
                    <a:pt x="5121" y="130"/>
                  </a:cubicBezTo>
                  <a:cubicBezTo>
                    <a:pt x="2846" y="558"/>
                    <a:pt x="715" y="1106"/>
                    <a:pt x="715" y="1106"/>
                  </a:cubicBezTo>
                  <a:cubicBezTo>
                    <a:pt x="715" y="1106"/>
                    <a:pt x="1" y="1416"/>
                    <a:pt x="358" y="2773"/>
                  </a:cubicBezTo>
                  <a:cubicBezTo>
                    <a:pt x="703" y="4130"/>
                    <a:pt x="894" y="4285"/>
                    <a:pt x="2668" y="4571"/>
                  </a:cubicBezTo>
                  <a:cubicBezTo>
                    <a:pt x="3843" y="4761"/>
                    <a:pt x="5181" y="4872"/>
                    <a:pt x="6381" y="4872"/>
                  </a:cubicBezTo>
                  <a:cubicBezTo>
                    <a:pt x="6981" y="4872"/>
                    <a:pt x="7545" y="4845"/>
                    <a:pt x="8038" y="4785"/>
                  </a:cubicBezTo>
                  <a:cubicBezTo>
                    <a:pt x="9514" y="4606"/>
                    <a:pt x="10645" y="4440"/>
                    <a:pt x="11181" y="3987"/>
                  </a:cubicBezTo>
                  <a:cubicBezTo>
                    <a:pt x="11693" y="3547"/>
                    <a:pt x="11848" y="3713"/>
                    <a:pt x="11848" y="3202"/>
                  </a:cubicBezTo>
                  <a:cubicBezTo>
                    <a:pt x="11848" y="2701"/>
                    <a:pt x="11990" y="2011"/>
                    <a:pt x="11609" y="1963"/>
                  </a:cubicBezTo>
                  <a:cubicBezTo>
                    <a:pt x="11217" y="1916"/>
                    <a:pt x="11990" y="1070"/>
                    <a:pt x="11145" y="701"/>
                  </a:cubicBezTo>
                  <a:cubicBezTo>
                    <a:pt x="10496" y="418"/>
                    <a:pt x="8631" y="1"/>
                    <a:pt x="677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102"/>
            <p:cNvSpPr/>
            <p:nvPr/>
          </p:nvSpPr>
          <p:spPr>
            <a:xfrm>
              <a:off x="4191310" y="4243596"/>
              <a:ext cx="333683" cy="300022"/>
            </a:xfrm>
            <a:custGeom>
              <a:avLst/>
              <a:gdLst/>
              <a:ahLst/>
              <a:cxnLst/>
              <a:rect l="l" t="t" r="r" b="b"/>
              <a:pathLst>
                <a:path w="3311" h="2977" extrusionOk="0">
                  <a:moveTo>
                    <a:pt x="1774" y="0"/>
                  </a:moveTo>
                  <a:cubicBezTo>
                    <a:pt x="1774" y="0"/>
                    <a:pt x="0" y="1512"/>
                    <a:pt x="238" y="2977"/>
                  </a:cubicBezTo>
                  <a:cubicBezTo>
                    <a:pt x="893" y="2500"/>
                    <a:pt x="3310" y="1679"/>
                    <a:pt x="3310" y="1679"/>
                  </a:cubicBezTo>
                  <a:lnTo>
                    <a:pt x="177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102"/>
            <p:cNvSpPr/>
            <p:nvPr/>
          </p:nvSpPr>
          <p:spPr>
            <a:xfrm>
              <a:off x="4575282" y="4229184"/>
              <a:ext cx="766835" cy="374398"/>
            </a:xfrm>
            <a:custGeom>
              <a:avLst/>
              <a:gdLst/>
              <a:ahLst/>
              <a:cxnLst/>
              <a:rect l="l" t="t" r="r" b="b"/>
              <a:pathLst>
                <a:path w="7609" h="3715" extrusionOk="0">
                  <a:moveTo>
                    <a:pt x="3989" y="0"/>
                  </a:moveTo>
                  <a:lnTo>
                    <a:pt x="0" y="1608"/>
                  </a:lnTo>
                  <a:cubicBezTo>
                    <a:pt x="0" y="1608"/>
                    <a:pt x="3858" y="3036"/>
                    <a:pt x="4548" y="3715"/>
                  </a:cubicBezTo>
                  <a:cubicBezTo>
                    <a:pt x="6406" y="2108"/>
                    <a:pt x="7608" y="1155"/>
                    <a:pt x="7608" y="1155"/>
                  </a:cubicBezTo>
                  <a:lnTo>
                    <a:pt x="398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02"/>
            <p:cNvSpPr/>
            <p:nvPr/>
          </p:nvSpPr>
          <p:spPr>
            <a:xfrm>
              <a:off x="4270322" y="4107039"/>
              <a:ext cx="806542" cy="366839"/>
            </a:xfrm>
            <a:custGeom>
              <a:avLst/>
              <a:gdLst/>
              <a:ahLst/>
              <a:cxnLst/>
              <a:rect l="l" t="t" r="r" b="b"/>
              <a:pathLst>
                <a:path w="8003" h="3640" extrusionOk="0">
                  <a:moveTo>
                    <a:pt x="4651" y="1"/>
                  </a:moveTo>
                  <a:cubicBezTo>
                    <a:pt x="3056" y="1"/>
                    <a:pt x="1597" y="129"/>
                    <a:pt x="1597" y="129"/>
                  </a:cubicBezTo>
                  <a:cubicBezTo>
                    <a:pt x="1597" y="129"/>
                    <a:pt x="276" y="1129"/>
                    <a:pt x="97" y="2617"/>
                  </a:cubicBezTo>
                  <a:cubicBezTo>
                    <a:pt x="0" y="3423"/>
                    <a:pt x="826" y="3639"/>
                    <a:pt x="1774" y="3639"/>
                  </a:cubicBezTo>
                  <a:cubicBezTo>
                    <a:pt x="2575" y="3639"/>
                    <a:pt x="3464" y="3485"/>
                    <a:pt x="3955" y="3403"/>
                  </a:cubicBezTo>
                  <a:cubicBezTo>
                    <a:pt x="5026" y="3224"/>
                    <a:pt x="7169" y="2677"/>
                    <a:pt x="8003" y="355"/>
                  </a:cubicBezTo>
                  <a:cubicBezTo>
                    <a:pt x="7221" y="79"/>
                    <a:pt x="5895" y="1"/>
                    <a:pt x="46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02"/>
            <p:cNvSpPr/>
            <p:nvPr/>
          </p:nvSpPr>
          <p:spPr>
            <a:xfrm>
              <a:off x="4313657" y="4106838"/>
              <a:ext cx="651643" cy="271703"/>
            </a:xfrm>
            <a:custGeom>
              <a:avLst/>
              <a:gdLst/>
              <a:ahLst/>
              <a:cxnLst/>
              <a:rect l="l" t="t" r="r" b="b"/>
              <a:pathLst>
                <a:path w="6466" h="2696" extrusionOk="0">
                  <a:moveTo>
                    <a:pt x="4227" y="0"/>
                  </a:moveTo>
                  <a:cubicBezTo>
                    <a:pt x="2631" y="0"/>
                    <a:pt x="1167" y="131"/>
                    <a:pt x="1167" y="131"/>
                  </a:cubicBezTo>
                  <a:cubicBezTo>
                    <a:pt x="1167" y="131"/>
                    <a:pt x="691" y="500"/>
                    <a:pt x="262" y="1119"/>
                  </a:cubicBezTo>
                  <a:cubicBezTo>
                    <a:pt x="167" y="1309"/>
                    <a:pt x="120" y="1512"/>
                    <a:pt x="84" y="1738"/>
                  </a:cubicBezTo>
                  <a:cubicBezTo>
                    <a:pt x="0" y="2485"/>
                    <a:pt x="567" y="2695"/>
                    <a:pt x="1269" y="2695"/>
                  </a:cubicBezTo>
                  <a:cubicBezTo>
                    <a:pt x="1965" y="2695"/>
                    <a:pt x="2794" y="2488"/>
                    <a:pt x="3251" y="2393"/>
                  </a:cubicBezTo>
                  <a:cubicBezTo>
                    <a:pt x="4084" y="2226"/>
                    <a:pt x="5620" y="1798"/>
                    <a:pt x="6466" y="119"/>
                  </a:cubicBezTo>
                  <a:cubicBezTo>
                    <a:pt x="5787" y="30"/>
                    <a:pt x="4992" y="0"/>
                    <a:pt x="422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02"/>
            <p:cNvSpPr/>
            <p:nvPr/>
          </p:nvSpPr>
          <p:spPr>
            <a:xfrm>
              <a:off x="4755275" y="4045866"/>
              <a:ext cx="806542" cy="366738"/>
            </a:xfrm>
            <a:custGeom>
              <a:avLst/>
              <a:gdLst/>
              <a:ahLst/>
              <a:cxnLst/>
              <a:rect l="l" t="t" r="r" b="b"/>
              <a:pathLst>
                <a:path w="8003" h="3639" extrusionOk="0">
                  <a:moveTo>
                    <a:pt x="3351" y="1"/>
                  </a:moveTo>
                  <a:cubicBezTo>
                    <a:pt x="2108" y="1"/>
                    <a:pt x="782" y="78"/>
                    <a:pt x="0" y="355"/>
                  </a:cubicBezTo>
                  <a:cubicBezTo>
                    <a:pt x="833" y="2676"/>
                    <a:pt x="2977" y="3224"/>
                    <a:pt x="4048" y="3403"/>
                  </a:cubicBezTo>
                  <a:cubicBezTo>
                    <a:pt x="4539" y="3485"/>
                    <a:pt x="5428" y="3639"/>
                    <a:pt x="6229" y="3639"/>
                  </a:cubicBezTo>
                  <a:cubicBezTo>
                    <a:pt x="7177" y="3639"/>
                    <a:pt x="8003" y="3423"/>
                    <a:pt x="7906" y="2617"/>
                  </a:cubicBezTo>
                  <a:cubicBezTo>
                    <a:pt x="7727" y="1129"/>
                    <a:pt x="6406" y="129"/>
                    <a:pt x="6406" y="129"/>
                  </a:cubicBezTo>
                  <a:cubicBezTo>
                    <a:pt x="6406" y="129"/>
                    <a:pt x="4947" y="1"/>
                    <a:pt x="3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02"/>
            <p:cNvSpPr/>
            <p:nvPr/>
          </p:nvSpPr>
          <p:spPr>
            <a:xfrm>
              <a:off x="4866839" y="4045563"/>
              <a:ext cx="651643" cy="271703"/>
            </a:xfrm>
            <a:custGeom>
              <a:avLst/>
              <a:gdLst/>
              <a:ahLst/>
              <a:cxnLst/>
              <a:rect l="l" t="t" r="r" b="b"/>
              <a:pathLst>
                <a:path w="6466" h="2696" extrusionOk="0">
                  <a:moveTo>
                    <a:pt x="2239" y="1"/>
                  </a:moveTo>
                  <a:cubicBezTo>
                    <a:pt x="1474" y="1"/>
                    <a:pt x="679" y="31"/>
                    <a:pt x="0" y="120"/>
                  </a:cubicBezTo>
                  <a:cubicBezTo>
                    <a:pt x="846" y="1798"/>
                    <a:pt x="2382" y="2227"/>
                    <a:pt x="3215" y="2394"/>
                  </a:cubicBezTo>
                  <a:cubicBezTo>
                    <a:pt x="3672" y="2489"/>
                    <a:pt x="4501" y="2696"/>
                    <a:pt x="5197" y="2696"/>
                  </a:cubicBezTo>
                  <a:cubicBezTo>
                    <a:pt x="5899" y="2696"/>
                    <a:pt x="6466" y="2486"/>
                    <a:pt x="6382" y="1739"/>
                  </a:cubicBezTo>
                  <a:cubicBezTo>
                    <a:pt x="6358" y="1513"/>
                    <a:pt x="6299" y="1310"/>
                    <a:pt x="6203" y="1108"/>
                  </a:cubicBezTo>
                  <a:cubicBezTo>
                    <a:pt x="5775" y="501"/>
                    <a:pt x="5299" y="132"/>
                    <a:pt x="5299" y="132"/>
                  </a:cubicBezTo>
                  <a:cubicBezTo>
                    <a:pt x="5299" y="132"/>
                    <a:pt x="3835" y="1"/>
                    <a:pt x="22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02"/>
            <p:cNvSpPr/>
            <p:nvPr/>
          </p:nvSpPr>
          <p:spPr>
            <a:xfrm>
              <a:off x="4716878" y="4045563"/>
              <a:ext cx="808760" cy="297200"/>
            </a:xfrm>
            <a:custGeom>
              <a:avLst/>
              <a:gdLst/>
              <a:ahLst/>
              <a:cxnLst/>
              <a:rect l="l" t="t" r="r" b="b"/>
              <a:pathLst>
                <a:path w="8025" h="2949" extrusionOk="0">
                  <a:moveTo>
                    <a:pt x="6989" y="1"/>
                  </a:moveTo>
                  <a:lnTo>
                    <a:pt x="6441" y="239"/>
                  </a:lnTo>
                  <a:cubicBezTo>
                    <a:pt x="5239" y="393"/>
                    <a:pt x="4012" y="572"/>
                    <a:pt x="2810" y="739"/>
                  </a:cubicBezTo>
                  <a:cubicBezTo>
                    <a:pt x="2152" y="839"/>
                    <a:pt x="1516" y="918"/>
                    <a:pt x="861" y="918"/>
                  </a:cubicBezTo>
                  <a:cubicBezTo>
                    <a:pt x="816" y="918"/>
                    <a:pt x="771" y="918"/>
                    <a:pt x="726" y="917"/>
                  </a:cubicBezTo>
                  <a:cubicBezTo>
                    <a:pt x="694" y="917"/>
                    <a:pt x="659" y="917"/>
                    <a:pt x="624" y="917"/>
                  </a:cubicBezTo>
                  <a:cubicBezTo>
                    <a:pt x="519" y="917"/>
                    <a:pt x="408" y="923"/>
                    <a:pt x="310" y="977"/>
                  </a:cubicBezTo>
                  <a:cubicBezTo>
                    <a:pt x="119" y="1084"/>
                    <a:pt x="48" y="1322"/>
                    <a:pt x="24" y="1525"/>
                  </a:cubicBezTo>
                  <a:cubicBezTo>
                    <a:pt x="0" y="1917"/>
                    <a:pt x="131" y="2298"/>
                    <a:pt x="369" y="2596"/>
                  </a:cubicBezTo>
                  <a:cubicBezTo>
                    <a:pt x="405" y="2632"/>
                    <a:pt x="429" y="2679"/>
                    <a:pt x="464" y="2691"/>
                  </a:cubicBezTo>
                  <a:cubicBezTo>
                    <a:pt x="500" y="2703"/>
                    <a:pt x="548" y="2703"/>
                    <a:pt x="583" y="2703"/>
                  </a:cubicBezTo>
                  <a:cubicBezTo>
                    <a:pt x="714" y="2715"/>
                    <a:pt x="833" y="2810"/>
                    <a:pt x="953" y="2870"/>
                  </a:cubicBezTo>
                  <a:cubicBezTo>
                    <a:pt x="1062" y="2925"/>
                    <a:pt x="1183" y="2948"/>
                    <a:pt x="1305" y="2948"/>
                  </a:cubicBezTo>
                  <a:cubicBezTo>
                    <a:pt x="1474" y="2948"/>
                    <a:pt x="1646" y="2903"/>
                    <a:pt x="1798" y="2834"/>
                  </a:cubicBezTo>
                  <a:cubicBezTo>
                    <a:pt x="2072" y="2715"/>
                    <a:pt x="2310" y="2560"/>
                    <a:pt x="2560" y="2394"/>
                  </a:cubicBezTo>
                  <a:cubicBezTo>
                    <a:pt x="2651" y="2344"/>
                    <a:pt x="2760" y="2282"/>
                    <a:pt x="2863" y="2282"/>
                  </a:cubicBezTo>
                  <a:cubicBezTo>
                    <a:pt x="2906" y="2282"/>
                    <a:pt x="2949" y="2294"/>
                    <a:pt x="2989" y="2322"/>
                  </a:cubicBezTo>
                  <a:cubicBezTo>
                    <a:pt x="3096" y="2382"/>
                    <a:pt x="3119" y="2513"/>
                    <a:pt x="3215" y="2572"/>
                  </a:cubicBezTo>
                  <a:cubicBezTo>
                    <a:pt x="3268" y="2608"/>
                    <a:pt x="3328" y="2623"/>
                    <a:pt x="3389" y="2623"/>
                  </a:cubicBezTo>
                  <a:cubicBezTo>
                    <a:pt x="3450" y="2623"/>
                    <a:pt x="3512" y="2608"/>
                    <a:pt x="3572" y="2584"/>
                  </a:cubicBezTo>
                  <a:cubicBezTo>
                    <a:pt x="3691" y="2537"/>
                    <a:pt x="3798" y="2477"/>
                    <a:pt x="3929" y="2453"/>
                  </a:cubicBezTo>
                  <a:cubicBezTo>
                    <a:pt x="3976" y="2442"/>
                    <a:pt x="4023" y="2437"/>
                    <a:pt x="4069" y="2437"/>
                  </a:cubicBezTo>
                  <a:cubicBezTo>
                    <a:pt x="4269" y="2437"/>
                    <a:pt x="4462" y="2528"/>
                    <a:pt x="4655" y="2596"/>
                  </a:cubicBezTo>
                  <a:cubicBezTo>
                    <a:pt x="4759" y="2632"/>
                    <a:pt x="4876" y="2657"/>
                    <a:pt x="4988" y="2657"/>
                  </a:cubicBezTo>
                  <a:cubicBezTo>
                    <a:pt x="5134" y="2657"/>
                    <a:pt x="5270" y="2615"/>
                    <a:pt x="5358" y="2501"/>
                  </a:cubicBezTo>
                  <a:cubicBezTo>
                    <a:pt x="5465" y="2382"/>
                    <a:pt x="5477" y="2179"/>
                    <a:pt x="5584" y="2060"/>
                  </a:cubicBezTo>
                  <a:cubicBezTo>
                    <a:pt x="5677" y="1958"/>
                    <a:pt x="5813" y="1921"/>
                    <a:pt x="5948" y="1921"/>
                  </a:cubicBezTo>
                  <a:cubicBezTo>
                    <a:pt x="5986" y="1921"/>
                    <a:pt x="6024" y="1924"/>
                    <a:pt x="6060" y="1929"/>
                  </a:cubicBezTo>
                  <a:cubicBezTo>
                    <a:pt x="6223" y="1940"/>
                    <a:pt x="6366" y="1990"/>
                    <a:pt x="6516" y="1990"/>
                  </a:cubicBezTo>
                  <a:cubicBezTo>
                    <a:pt x="6530" y="1990"/>
                    <a:pt x="6545" y="1990"/>
                    <a:pt x="6560" y="1989"/>
                  </a:cubicBezTo>
                  <a:cubicBezTo>
                    <a:pt x="6739" y="1977"/>
                    <a:pt x="6918" y="1882"/>
                    <a:pt x="6965" y="1727"/>
                  </a:cubicBezTo>
                  <a:cubicBezTo>
                    <a:pt x="6989" y="1620"/>
                    <a:pt x="6965" y="1501"/>
                    <a:pt x="6953" y="1394"/>
                  </a:cubicBezTo>
                  <a:cubicBezTo>
                    <a:pt x="6929" y="1286"/>
                    <a:pt x="6953" y="1155"/>
                    <a:pt x="7037" y="1096"/>
                  </a:cubicBezTo>
                  <a:cubicBezTo>
                    <a:pt x="7084" y="1072"/>
                    <a:pt x="7144" y="1072"/>
                    <a:pt x="7203" y="1048"/>
                  </a:cubicBezTo>
                  <a:cubicBezTo>
                    <a:pt x="7346" y="1036"/>
                    <a:pt x="7501" y="1048"/>
                    <a:pt x="7632" y="1025"/>
                  </a:cubicBezTo>
                  <a:cubicBezTo>
                    <a:pt x="7787" y="989"/>
                    <a:pt x="7918" y="905"/>
                    <a:pt x="7965" y="751"/>
                  </a:cubicBezTo>
                  <a:cubicBezTo>
                    <a:pt x="8025" y="620"/>
                    <a:pt x="7930" y="453"/>
                    <a:pt x="7822" y="358"/>
                  </a:cubicBezTo>
                  <a:cubicBezTo>
                    <a:pt x="7703" y="251"/>
                    <a:pt x="7561" y="191"/>
                    <a:pt x="7406" y="143"/>
                  </a:cubicBezTo>
                  <a:cubicBezTo>
                    <a:pt x="7275" y="96"/>
                    <a:pt x="7132" y="36"/>
                    <a:pt x="69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02"/>
            <p:cNvSpPr/>
            <p:nvPr/>
          </p:nvSpPr>
          <p:spPr>
            <a:xfrm>
              <a:off x="4229707" y="4087589"/>
              <a:ext cx="680366" cy="229678"/>
            </a:xfrm>
            <a:custGeom>
              <a:avLst/>
              <a:gdLst/>
              <a:ahLst/>
              <a:cxnLst/>
              <a:rect l="l" t="t" r="r" b="b"/>
              <a:pathLst>
                <a:path w="6751" h="2279" extrusionOk="0">
                  <a:moveTo>
                    <a:pt x="1084" y="0"/>
                  </a:moveTo>
                  <a:cubicBezTo>
                    <a:pt x="988" y="155"/>
                    <a:pt x="845" y="298"/>
                    <a:pt x="667" y="357"/>
                  </a:cubicBezTo>
                  <a:cubicBezTo>
                    <a:pt x="453" y="429"/>
                    <a:pt x="179" y="453"/>
                    <a:pt x="83" y="667"/>
                  </a:cubicBezTo>
                  <a:cubicBezTo>
                    <a:pt x="0" y="893"/>
                    <a:pt x="238" y="1108"/>
                    <a:pt x="453" y="1143"/>
                  </a:cubicBezTo>
                  <a:cubicBezTo>
                    <a:pt x="483" y="1146"/>
                    <a:pt x="512" y="1147"/>
                    <a:pt x="540" y="1147"/>
                  </a:cubicBezTo>
                  <a:cubicBezTo>
                    <a:pt x="618" y="1147"/>
                    <a:pt x="690" y="1140"/>
                    <a:pt x="764" y="1140"/>
                  </a:cubicBezTo>
                  <a:cubicBezTo>
                    <a:pt x="791" y="1140"/>
                    <a:pt x="818" y="1141"/>
                    <a:pt x="845" y="1143"/>
                  </a:cubicBezTo>
                  <a:cubicBezTo>
                    <a:pt x="976" y="1155"/>
                    <a:pt x="1107" y="1215"/>
                    <a:pt x="1155" y="1334"/>
                  </a:cubicBezTo>
                  <a:cubicBezTo>
                    <a:pt x="1203" y="1453"/>
                    <a:pt x="1143" y="1608"/>
                    <a:pt x="1203" y="1703"/>
                  </a:cubicBezTo>
                  <a:cubicBezTo>
                    <a:pt x="1237" y="1767"/>
                    <a:pt x="1298" y="1792"/>
                    <a:pt x="1368" y="1792"/>
                  </a:cubicBezTo>
                  <a:cubicBezTo>
                    <a:pt x="1467" y="1792"/>
                    <a:pt x="1583" y="1742"/>
                    <a:pt x="1667" y="1679"/>
                  </a:cubicBezTo>
                  <a:cubicBezTo>
                    <a:pt x="1772" y="1593"/>
                    <a:pt x="1908" y="1492"/>
                    <a:pt x="2031" y="1492"/>
                  </a:cubicBezTo>
                  <a:cubicBezTo>
                    <a:pt x="2061" y="1492"/>
                    <a:pt x="2091" y="1498"/>
                    <a:pt x="2119" y="1512"/>
                  </a:cubicBezTo>
                  <a:cubicBezTo>
                    <a:pt x="2227" y="1560"/>
                    <a:pt x="2274" y="1691"/>
                    <a:pt x="2334" y="1786"/>
                  </a:cubicBezTo>
                  <a:cubicBezTo>
                    <a:pt x="2453" y="1977"/>
                    <a:pt x="2679" y="2084"/>
                    <a:pt x="2893" y="2084"/>
                  </a:cubicBezTo>
                  <a:cubicBezTo>
                    <a:pt x="2941" y="2084"/>
                    <a:pt x="2977" y="2084"/>
                    <a:pt x="3012" y="2048"/>
                  </a:cubicBezTo>
                  <a:cubicBezTo>
                    <a:pt x="3072" y="2024"/>
                    <a:pt x="3108" y="1977"/>
                    <a:pt x="3155" y="1929"/>
                  </a:cubicBezTo>
                  <a:cubicBezTo>
                    <a:pt x="3266" y="1809"/>
                    <a:pt x="3444" y="1730"/>
                    <a:pt x="3612" y="1730"/>
                  </a:cubicBezTo>
                  <a:cubicBezTo>
                    <a:pt x="3643" y="1730"/>
                    <a:pt x="3673" y="1733"/>
                    <a:pt x="3703" y="1739"/>
                  </a:cubicBezTo>
                  <a:cubicBezTo>
                    <a:pt x="3751" y="1739"/>
                    <a:pt x="3786" y="1751"/>
                    <a:pt x="3822" y="1786"/>
                  </a:cubicBezTo>
                  <a:cubicBezTo>
                    <a:pt x="3882" y="1822"/>
                    <a:pt x="3905" y="1905"/>
                    <a:pt x="3941" y="1965"/>
                  </a:cubicBezTo>
                  <a:cubicBezTo>
                    <a:pt x="4024" y="2120"/>
                    <a:pt x="4179" y="2239"/>
                    <a:pt x="4358" y="2274"/>
                  </a:cubicBezTo>
                  <a:cubicBezTo>
                    <a:pt x="4380" y="2277"/>
                    <a:pt x="4403" y="2279"/>
                    <a:pt x="4426" y="2279"/>
                  </a:cubicBezTo>
                  <a:cubicBezTo>
                    <a:pt x="4583" y="2279"/>
                    <a:pt x="4740" y="2209"/>
                    <a:pt x="4834" y="2084"/>
                  </a:cubicBezTo>
                  <a:cubicBezTo>
                    <a:pt x="4858" y="2036"/>
                    <a:pt x="4894" y="1977"/>
                    <a:pt x="4941" y="1929"/>
                  </a:cubicBezTo>
                  <a:cubicBezTo>
                    <a:pt x="4992" y="1884"/>
                    <a:pt x="5061" y="1874"/>
                    <a:pt x="5132" y="1874"/>
                  </a:cubicBezTo>
                  <a:cubicBezTo>
                    <a:pt x="5193" y="1874"/>
                    <a:pt x="5255" y="1881"/>
                    <a:pt x="5310" y="1881"/>
                  </a:cubicBezTo>
                  <a:cubicBezTo>
                    <a:pt x="5340" y="1884"/>
                    <a:pt x="5370" y="1886"/>
                    <a:pt x="5399" y="1886"/>
                  </a:cubicBezTo>
                  <a:cubicBezTo>
                    <a:pt x="5837" y="1886"/>
                    <a:pt x="6214" y="1565"/>
                    <a:pt x="6549" y="1286"/>
                  </a:cubicBezTo>
                  <a:cubicBezTo>
                    <a:pt x="6620" y="1227"/>
                    <a:pt x="6691" y="1167"/>
                    <a:pt x="6751" y="1096"/>
                  </a:cubicBezTo>
                  <a:cubicBezTo>
                    <a:pt x="5918" y="846"/>
                    <a:pt x="5001" y="905"/>
                    <a:pt x="4108" y="738"/>
                  </a:cubicBezTo>
                  <a:cubicBezTo>
                    <a:pt x="3274" y="596"/>
                    <a:pt x="2500" y="250"/>
                    <a:pt x="1679" y="36"/>
                  </a:cubicBezTo>
                  <a:lnTo>
                    <a:pt x="108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02"/>
            <p:cNvSpPr/>
            <p:nvPr/>
          </p:nvSpPr>
          <p:spPr>
            <a:xfrm>
              <a:off x="4305292" y="3743223"/>
              <a:ext cx="1149597" cy="486062"/>
            </a:xfrm>
            <a:custGeom>
              <a:avLst/>
              <a:gdLst/>
              <a:ahLst/>
              <a:cxnLst/>
              <a:rect l="l" t="t" r="r" b="b"/>
              <a:pathLst>
                <a:path w="11407" h="4823" extrusionOk="0">
                  <a:moveTo>
                    <a:pt x="5735" y="0"/>
                  </a:moveTo>
                  <a:cubicBezTo>
                    <a:pt x="5724" y="0"/>
                    <a:pt x="5714" y="0"/>
                    <a:pt x="5703" y="0"/>
                  </a:cubicBezTo>
                  <a:cubicBezTo>
                    <a:pt x="2560" y="0"/>
                    <a:pt x="0" y="1774"/>
                    <a:pt x="0" y="2941"/>
                  </a:cubicBezTo>
                  <a:cubicBezTo>
                    <a:pt x="0" y="4096"/>
                    <a:pt x="2548" y="4822"/>
                    <a:pt x="5703" y="4822"/>
                  </a:cubicBezTo>
                  <a:cubicBezTo>
                    <a:pt x="8847" y="4822"/>
                    <a:pt x="11406" y="4096"/>
                    <a:pt x="11406" y="2941"/>
                  </a:cubicBezTo>
                  <a:cubicBezTo>
                    <a:pt x="11406" y="1778"/>
                    <a:pt x="8863" y="0"/>
                    <a:pt x="573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02"/>
            <p:cNvSpPr/>
            <p:nvPr/>
          </p:nvSpPr>
          <p:spPr>
            <a:xfrm>
              <a:off x="4323231" y="3742014"/>
              <a:ext cx="1113619" cy="378026"/>
            </a:xfrm>
            <a:custGeom>
              <a:avLst/>
              <a:gdLst/>
              <a:ahLst/>
              <a:cxnLst/>
              <a:rect l="l" t="t" r="r" b="b"/>
              <a:pathLst>
                <a:path w="11050" h="3751" extrusionOk="0">
                  <a:moveTo>
                    <a:pt x="5525" y="0"/>
                  </a:moveTo>
                  <a:cubicBezTo>
                    <a:pt x="2858" y="0"/>
                    <a:pt x="632" y="1262"/>
                    <a:pt x="1" y="2370"/>
                  </a:cubicBezTo>
                  <a:cubicBezTo>
                    <a:pt x="632" y="3227"/>
                    <a:pt x="2858" y="3751"/>
                    <a:pt x="5525" y="3751"/>
                  </a:cubicBezTo>
                  <a:cubicBezTo>
                    <a:pt x="8192" y="3751"/>
                    <a:pt x="10419" y="3227"/>
                    <a:pt x="11050" y="2370"/>
                  </a:cubicBezTo>
                  <a:cubicBezTo>
                    <a:pt x="10419" y="1286"/>
                    <a:pt x="8192" y="0"/>
                    <a:pt x="552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02"/>
            <p:cNvSpPr/>
            <p:nvPr/>
          </p:nvSpPr>
          <p:spPr>
            <a:xfrm>
              <a:off x="4851218" y="3763581"/>
              <a:ext cx="621712" cy="303852"/>
            </a:xfrm>
            <a:custGeom>
              <a:avLst/>
              <a:gdLst/>
              <a:ahLst/>
              <a:cxnLst/>
              <a:rect l="l" t="t" r="r" b="b"/>
              <a:pathLst>
                <a:path w="6169" h="3015" extrusionOk="0">
                  <a:moveTo>
                    <a:pt x="774" y="1"/>
                  </a:moveTo>
                  <a:lnTo>
                    <a:pt x="774" y="1"/>
                  </a:lnTo>
                  <a:cubicBezTo>
                    <a:pt x="1298" y="417"/>
                    <a:pt x="1" y="2763"/>
                    <a:pt x="1453" y="2977"/>
                  </a:cubicBezTo>
                  <a:cubicBezTo>
                    <a:pt x="1622" y="3002"/>
                    <a:pt x="1818" y="3014"/>
                    <a:pt x="2031" y="3014"/>
                  </a:cubicBezTo>
                  <a:cubicBezTo>
                    <a:pt x="3636" y="3014"/>
                    <a:pt x="6168" y="2329"/>
                    <a:pt x="4644" y="1394"/>
                  </a:cubicBezTo>
                  <a:cubicBezTo>
                    <a:pt x="2918" y="334"/>
                    <a:pt x="775" y="1"/>
                    <a:pt x="7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102"/>
            <p:cNvSpPr/>
            <p:nvPr/>
          </p:nvSpPr>
          <p:spPr>
            <a:xfrm>
              <a:off x="4800828" y="3784039"/>
              <a:ext cx="24086" cy="69639"/>
            </a:xfrm>
            <a:custGeom>
              <a:avLst/>
              <a:gdLst/>
              <a:ahLst/>
              <a:cxnLst/>
              <a:rect l="l" t="t" r="r" b="b"/>
              <a:pathLst>
                <a:path w="239" h="691" extrusionOk="0">
                  <a:moveTo>
                    <a:pt x="120" y="0"/>
                  </a:moveTo>
                  <a:cubicBezTo>
                    <a:pt x="48" y="0"/>
                    <a:pt x="0" y="155"/>
                    <a:pt x="0" y="345"/>
                  </a:cubicBezTo>
                  <a:cubicBezTo>
                    <a:pt x="0" y="536"/>
                    <a:pt x="48" y="691"/>
                    <a:pt x="120" y="691"/>
                  </a:cubicBezTo>
                  <a:cubicBezTo>
                    <a:pt x="179" y="691"/>
                    <a:pt x="239" y="536"/>
                    <a:pt x="239" y="345"/>
                  </a:cubicBezTo>
                  <a:cubicBezTo>
                    <a:pt x="239" y="155"/>
                    <a:pt x="179" y="0"/>
                    <a:pt x="1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102"/>
            <p:cNvSpPr/>
            <p:nvPr/>
          </p:nvSpPr>
          <p:spPr>
            <a:xfrm>
              <a:off x="4646030" y="3811149"/>
              <a:ext cx="62484" cy="47770"/>
            </a:xfrm>
            <a:custGeom>
              <a:avLst/>
              <a:gdLst/>
              <a:ahLst/>
              <a:cxnLst/>
              <a:rect l="l" t="t" r="r" b="b"/>
              <a:pathLst>
                <a:path w="620" h="474" extrusionOk="0">
                  <a:moveTo>
                    <a:pt x="534" y="0"/>
                  </a:moveTo>
                  <a:cubicBezTo>
                    <a:pt x="464" y="0"/>
                    <a:pt x="348" y="57"/>
                    <a:pt x="239" y="148"/>
                  </a:cubicBezTo>
                  <a:cubicBezTo>
                    <a:pt x="96" y="267"/>
                    <a:pt x="1" y="398"/>
                    <a:pt x="48" y="457"/>
                  </a:cubicBezTo>
                  <a:cubicBezTo>
                    <a:pt x="57" y="468"/>
                    <a:pt x="71" y="474"/>
                    <a:pt x="91" y="474"/>
                  </a:cubicBezTo>
                  <a:cubicBezTo>
                    <a:pt x="156" y="474"/>
                    <a:pt x="275" y="417"/>
                    <a:pt x="393" y="326"/>
                  </a:cubicBezTo>
                  <a:cubicBezTo>
                    <a:pt x="536" y="207"/>
                    <a:pt x="620" y="76"/>
                    <a:pt x="584" y="17"/>
                  </a:cubicBezTo>
                  <a:cubicBezTo>
                    <a:pt x="573" y="6"/>
                    <a:pt x="556" y="0"/>
                    <a:pt x="5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02"/>
            <p:cNvSpPr/>
            <p:nvPr/>
          </p:nvSpPr>
          <p:spPr>
            <a:xfrm>
              <a:off x="4444470" y="3860834"/>
              <a:ext cx="62484" cy="47266"/>
            </a:xfrm>
            <a:custGeom>
              <a:avLst/>
              <a:gdLst/>
              <a:ahLst/>
              <a:cxnLst/>
              <a:rect l="l" t="t" r="r" b="b"/>
              <a:pathLst>
                <a:path w="620" h="469" extrusionOk="0">
                  <a:moveTo>
                    <a:pt x="520" y="0"/>
                  </a:moveTo>
                  <a:cubicBezTo>
                    <a:pt x="454" y="0"/>
                    <a:pt x="343" y="56"/>
                    <a:pt x="238" y="143"/>
                  </a:cubicBezTo>
                  <a:cubicBezTo>
                    <a:pt x="84" y="262"/>
                    <a:pt x="0" y="405"/>
                    <a:pt x="48" y="452"/>
                  </a:cubicBezTo>
                  <a:cubicBezTo>
                    <a:pt x="56" y="464"/>
                    <a:pt x="71" y="469"/>
                    <a:pt x="91" y="469"/>
                  </a:cubicBezTo>
                  <a:cubicBezTo>
                    <a:pt x="156" y="469"/>
                    <a:pt x="272" y="413"/>
                    <a:pt x="381" y="321"/>
                  </a:cubicBezTo>
                  <a:cubicBezTo>
                    <a:pt x="536" y="202"/>
                    <a:pt x="619" y="71"/>
                    <a:pt x="572" y="24"/>
                  </a:cubicBezTo>
                  <a:cubicBezTo>
                    <a:pt x="562" y="8"/>
                    <a:pt x="544" y="0"/>
                    <a:pt x="5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02"/>
            <p:cNvSpPr/>
            <p:nvPr/>
          </p:nvSpPr>
          <p:spPr>
            <a:xfrm>
              <a:off x="4472083" y="3977033"/>
              <a:ext cx="55227" cy="55631"/>
            </a:xfrm>
            <a:custGeom>
              <a:avLst/>
              <a:gdLst/>
              <a:ahLst/>
              <a:cxnLst/>
              <a:rect l="l" t="t" r="r" b="b"/>
              <a:pathLst>
                <a:path w="548" h="552" extrusionOk="0">
                  <a:moveTo>
                    <a:pt x="452" y="0"/>
                  </a:moveTo>
                  <a:cubicBezTo>
                    <a:pt x="387" y="0"/>
                    <a:pt x="275" y="79"/>
                    <a:pt x="179" y="204"/>
                  </a:cubicBezTo>
                  <a:cubicBezTo>
                    <a:pt x="60" y="347"/>
                    <a:pt x="0" y="502"/>
                    <a:pt x="60" y="538"/>
                  </a:cubicBezTo>
                  <a:cubicBezTo>
                    <a:pt x="69" y="547"/>
                    <a:pt x="81" y="551"/>
                    <a:pt x="96" y="551"/>
                  </a:cubicBezTo>
                  <a:cubicBezTo>
                    <a:pt x="161" y="551"/>
                    <a:pt x="273" y="473"/>
                    <a:pt x="369" y="347"/>
                  </a:cubicBezTo>
                  <a:cubicBezTo>
                    <a:pt x="488" y="204"/>
                    <a:pt x="548" y="50"/>
                    <a:pt x="488" y="14"/>
                  </a:cubicBezTo>
                  <a:cubicBezTo>
                    <a:pt x="479" y="5"/>
                    <a:pt x="467" y="0"/>
                    <a:pt x="4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02"/>
            <p:cNvSpPr/>
            <p:nvPr/>
          </p:nvSpPr>
          <p:spPr>
            <a:xfrm>
              <a:off x="4650867" y="3992654"/>
              <a:ext cx="32451" cy="67523"/>
            </a:xfrm>
            <a:custGeom>
              <a:avLst/>
              <a:gdLst/>
              <a:ahLst/>
              <a:cxnLst/>
              <a:rect l="l" t="t" r="r" b="b"/>
              <a:pathLst>
                <a:path w="322" h="670" extrusionOk="0">
                  <a:moveTo>
                    <a:pt x="241" y="1"/>
                  </a:moveTo>
                  <a:cubicBezTo>
                    <a:pt x="172" y="1"/>
                    <a:pt x="93" y="128"/>
                    <a:pt x="48" y="299"/>
                  </a:cubicBezTo>
                  <a:cubicBezTo>
                    <a:pt x="0" y="490"/>
                    <a:pt x="24" y="645"/>
                    <a:pt x="84" y="668"/>
                  </a:cubicBezTo>
                  <a:cubicBezTo>
                    <a:pt x="86" y="669"/>
                    <a:pt x="89" y="669"/>
                    <a:pt x="91" y="669"/>
                  </a:cubicBezTo>
                  <a:cubicBezTo>
                    <a:pt x="151" y="669"/>
                    <a:pt x="240" y="541"/>
                    <a:pt x="286" y="359"/>
                  </a:cubicBezTo>
                  <a:cubicBezTo>
                    <a:pt x="322" y="180"/>
                    <a:pt x="310" y="14"/>
                    <a:pt x="250" y="2"/>
                  </a:cubicBezTo>
                  <a:cubicBezTo>
                    <a:pt x="247" y="1"/>
                    <a:pt x="244" y="1"/>
                    <a:pt x="24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02"/>
            <p:cNvSpPr/>
            <p:nvPr/>
          </p:nvSpPr>
          <p:spPr>
            <a:xfrm>
              <a:off x="4730080" y="3880889"/>
              <a:ext cx="32451" cy="66616"/>
            </a:xfrm>
            <a:custGeom>
              <a:avLst/>
              <a:gdLst/>
              <a:ahLst/>
              <a:cxnLst/>
              <a:rect l="l" t="t" r="r" b="b"/>
              <a:pathLst>
                <a:path w="322" h="661" extrusionOk="0">
                  <a:moveTo>
                    <a:pt x="225" y="1"/>
                  </a:moveTo>
                  <a:cubicBezTo>
                    <a:pt x="167" y="1"/>
                    <a:pt x="92" y="136"/>
                    <a:pt x="48" y="301"/>
                  </a:cubicBezTo>
                  <a:cubicBezTo>
                    <a:pt x="0" y="492"/>
                    <a:pt x="12" y="646"/>
                    <a:pt x="83" y="658"/>
                  </a:cubicBezTo>
                  <a:cubicBezTo>
                    <a:pt x="88" y="660"/>
                    <a:pt x="92" y="661"/>
                    <a:pt x="97" y="661"/>
                  </a:cubicBezTo>
                  <a:cubicBezTo>
                    <a:pt x="157" y="661"/>
                    <a:pt x="241" y="526"/>
                    <a:pt x="274" y="361"/>
                  </a:cubicBezTo>
                  <a:cubicBezTo>
                    <a:pt x="321" y="182"/>
                    <a:pt x="310" y="15"/>
                    <a:pt x="238" y="3"/>
                  </a:cubicBezTo>
                  <a:cubicBezTo>
                    <a:pt x="234" y="2"/>
                    <a:pt x="229" y="1"/>
                    <a:pt x="22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02"/>
            <p:cNvSpPr/>
            <p:nvPr/>
          </p:nvSpPr>
          <p:spPr>
            <a:xfrm>
              <a:off x="4590802" y="3901952"/>
              <a:ext cx="54119" cy="55731"/>
            </a:xfrm>
            <a:custGeom>
              <a:avLst/>
              <a:gdLst/>
              <a:ahLst/>
              <a:cxnLst/>
              <a:rect l="l" t="t" r="r" b="b"/>
              <a:pathLst>
                <a:path w="537" h="553" extrusionOk="0">
                  <a:moveTo>
                    <a:pt x="460" y="0"/>
                  </a:moveTo>
                  <a:cubicBezTo>
                    <a:pt x="397" y="0"/>
                    <a:pt x="280" y="79"/>
                    <a:pt x="179" y="199"/>
                  </a:cubicBezTo>
                  <a:cubicBezTo>
                    <a:pt x="60" y="342"/>
                    <a:pt x="1" y="497"/>
                    <a:pt x="60" y="545"/>
                  </a:cubicBezTo>
                  <a:cubicBezTo>
                    <a:pt x="68" y="550"/>
                    <a:pt x="77" y="553"/>
                    <a:pt x="88" y="553"/>
                  </a:cubicBezTo>
                  <a:cubicBezTo>
                    <a:pt x="149" y="553"/>
                    <a:pt x="259" y="475"/>
                    <a:pt x="370" y="354"/>
                  </a:cubicBezTo>
                  <a:cubicBezTo>
                    <a:pt x="489" y="211"/>
                    <a:pt x="537" y="56"/>
                    <a:pt x="489" y="9"/>
                  </a:cubicBezTo>
                  <a:cubicBezTo>
                    <a:pt x="482" y="3"/>
                    <a:pt x="472" y="0"/>
                    <a:pt x="4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02"/>
            <p:cNvSpPr/>
            <p:nvPr/>
          </p:nvSpPr>
          <p:spPr>
            <a:xfrm>
              <a:off x="5015590" y="3810947"/>
              <a:ext cx="61274" cy="47467"/>
            </a:xfrm>
            <a:custGeom>
              <a:avLst/>
              <a:gdLst/>
              <a:ahLst/>
              <a:cxnLst/>
              <a:rect l="l" t="t" r="r" b="b"/>
              <a:pathLst>
                <a:path w="608" h="471" extrusionOk="0">
                  <a:moveTo>
                    <a:pt x="93" y="1"/>
                  </a:moveTo>
                  <a:cubicBezTo>
                    <a:pt x="68" y="1"/>
                    <a:pt x="49" y="6"/>
                    <a:pt x="36" y="19"/>
                  </a:cubicBezTo>
                  <a:cubicBezTo>
                    <a:pt x="1" y="66"/>
                    <a:pt x="84" y="209"/>
                    <a:pt x="227" y="328"/>
                  </a:cubicBezTo>
                  <a:cubicBezTo>
                    <a:pt x="340" y="415"/>
                    <a:pt x="447" y="471"/>
                    <a:pt x="515" y="471"/>
                  </a:cubicBezTo>
                  <a:cubicBezTo>
                    <a:pt x="540" y="471"/>
                    <a:pt x="559" y="463"/>
                    <a:pt x="572" y="447"/>
                  </a:cubicBezTo>
                  <a:cubicBezTo>
                    <a:pt x="608" y="400"/>
                    <a:pt x="525" y="269"/>
                    <a:pt x="382" y="138"/>
                  </a:cubicBezTo>
                  <a:cubicBezTo>
                    <a:pt x="276" y="50"/>
                    <a:pt x="163" y="1"/>
                    <a:pt x="9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02"/>
            <p:cNvSpPr/>
            <p:nvPr/>
          </p:nvSpPr>
          <p:spPr>
            <a:xfrm>
              <a:off x="5218359" y="3859624"/>
              <a:ext cx="62484" cy="47467"/>
            </a:xfrm>
            <a:custGeom>
              <a:avLst/>
              <a:gdLst/>
              <a:ahLst/>
              <a:cxnLst/>
              <a:rect l="l" t="t" r="r" b="b"/>
              <a:pathLst>
                <a:path w="620" h="471" extrusionOk="0">
                  <a:moveTo>
                    <a:pt x="100" y="1"/>
                  </a:moveTo>
                  <a:cubicBezTo>
                    <a:pt x="76" y="1"/>
                    <a:pt x="58" y="8"/>
                    <a:pt x="48" y="24"/>
                  </a:cubicBezTo>
                  <a:cubicBezTo>
                    <a:pt x="1" y="72"/>
                    <a:pt x="84" y="214"/>
                    <a:pt x="239" y="333"/>
                  </a:cubicBezTo>
                  <a:cubicBezTo>
                    <a:pt x="345" y="422"/>
                    <a:pt x="457" y="471"/>
                    <a:pt x="523" y="471"/>
                  </a:cubicBezTo>
                  <a:cubicBezTo>
                    <a:pt x="546" y="471"/>
                    <a:pt x="563" y="465"/>
                    <a:pt x="572" y="453"/>
                  </a:cubicBezTo>
                  <a:cubicBezTo>
                    <a:pt x="620" y="405"/>
                    <a:pt x="537" y="262"/>
                    <a:pt x="382" y="143"/>
                  </a:cubicBezTo>
                  <a:cubicBezTo>
                    <a:pt x="277" y="56"/>
                    <a:pt x="166" y="1"/>
                    <a:pt x="1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02"/>
            <p:cNvSpPr/>
            <p:nvPr/>
          </p:nvSpPr>
          <p:spPr>
            <a:xfrm>
              <a:off x="5198002" y="3975824"/>
              <a:ext cx="54119" cy="55127"/>
            </a:xfrm>
            <a:custGeom>
              <a:avLst/>
              <a:gdLst/>
              <a:ahLst/>
              <a:cxnLst/>
              <a:rect l="l" t="t" r="r" b="b"/>
              <a:pathLst>
                <a:path w="537" h="547" extrusionOk="0">
                  <a:moveTo>
                    <a:pt x="90" y="0"/>
                  </a:moveTo>
                  <a:cubicBezTo>
                    <a:pt x="74" y="0"/>
                    <a:pt x="59" y="5"/>
                    <a:pt x="48" y="14"/>
                  </a:cubicBezTo>
                  <a:cubicBezTo>
                    <a:pt x="0" y="50"/>
                    <a:pt x="60" y="204"/>
                    <a:pt x="179" y="347"/>
                  </a:cubicBezTo>
                  <a:cubicBezTo>
                    <a:pt x="280" y="468"/>
                    <a:pt x="397" y="546"/>
                    <a:pt x="460" y="546"/>
                  </a:cubicBezTo>
                  <a:cubicBezTo>
                    <a:pt x="471" y="546"/>
                    <a:pt x="481" y="543"/>
                    <a:pt x="489" y="538"/>
                  </a:cubicBezTo>
                  <a:cubicBezTo>
                    <a:pt x="536" y="490"/>
                    <a:pt x="477" y="347"/>
                    <a:pt x="358" y="193"/>
                  </a:cubicBezTo>
                  <a:cubicBezTo>
                    <a:pt x="261" y="77"/>
                    <a:pt x="157" y="0"/>
                    <a:pt x="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02"/>
            <p:cNvSpPr/>
            <p:nvPr/>
          </p:nvSpPr>
          <p:spPr>
            <a:xfrm>
              <a:off x="5039576" y="3991545"/>
              <a:ext cx="32552" cy="67623"/>
            </a:xfrm>
            <a:custGeom>
              <a:avLst/>
              <a:gdLst/>
              <a:ahLst/>
              <a:cxnLst/>
              <a:rect l="l" t="t" r="r" b="b"/>
              <a:pathLst>
                <a:path w="323" h="671" extrusionOk="0">
                  <a:moveTo>
                    <a:pt x="92" y="0"/>
                  </a:moveTo>
                  <a:cubicBezTo>
                    <a:pt x="89" y="0"/>
                    <a:pt x="87" y="0"/>
                    <a:pt x="84" y="1"/>
                  </a:cubicBezTo>
                  <a:cubicBezTo>
                    <a:pt x="13" y="25"/>
                    <a:pt x="1" y="179"/>
                    <a:pt x="48" y="370"/>
                  </a:cubicBezTo>
                  <a:cubicBezTo>
                    <a:pt x="82" y="535"/>
                    <a:pt x="166" y="670"/>
                    <a:pt x="225" y="670"/>
                  </a:cubicBezTo>
                  <a:cubicBezTo>
                    <a:pt x="230" y="670"/>
                    <a:pt x="235" y="669"/>
                    <a:pt x="239" y="668"/>
                  </a:cubicBezTo>
                  <a:cubicBezTo>
                    <a:pt x="310" y="656"/>
                    <a:pt x="322" y="489"/>
                    <a:pt x="275" y="310"/>
                  </a:cubicBezTo>
                  <a:cubicBezTo>
                    <a:pt x="229" y="128"/>
                    <a:pt x="151" y="0"/>
                    <a:pt x="9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02"/>
            <p:cNvSpPr/>
            <p:nvPr/>
          </p:nvSpPr>
          <p:spPr>
            <a:xfrm>
              <a:off x="4961572" y="3880889"/>
              <a:ext cx="32552" cy="67623"/>
            </a:xfrm>
            <a:custGeom>
              <a:avLst/>
              <a:gdLst/>
              <a:ahLst/>
              <a:cxnLst/>
              <a:rect l="l" t="t" r="r" b="b"/>
              <a:pathLst>
                <a:path w="323" h="671" extrusionOk="0">
                  <a:moveTo>
                    <a:pt x="98" y="1"/>
                  </a:moveTo>
                  <a:cubicBezTo>
                    <a:pt x="93" y="1"/>
                    <a:pt x="89" y="2"/>
                    <a:pt x="84" y="3"/>
                  </a:cubicBezTo>
                  <a:cubicBezTo>
                    <a:pt x="13" y="15"/>
                    <a:pt x="1" y="182"/>
                    <a:pt x="49" y="361"/>
                  </a:cubicBezTo>
                  <a:cubicBezTo>
                    <a:pt x="83" y="532"/>
                    <a:pt x="172" y="671"/>
                    <a:pt x="232" y="671"/>
                  </a:cubicBezTo>
                  <a:cubicBezTo>
                    <a:pt x="234" y="671"/>
                    <a:pt x="237" y="671"/>
                    <a:pt x="239" y="670"/>
                  </a:cubicBezTo>
                  <a:cubicBezTo>
                    <a:pt x="310" y="646"/>
                    <a:pt x="322" y="492"/>
                    <a:pt x="275" y="301"/>
                  </a:cubicBezTo>
                  <a:cubicBezTo>
                    <a:pt x="231" y="136"/>
                    <a:pt x="156" y="1"/>
                    <a:pt x="9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02"/>
            <p:cNvSpPr/>
            <p:nvPr/>
          </p:nvSpPr>
          <p:spPr>
            <a:xfrm>
              <a:off x="5079182" y="3900742"/>
              <a:ext cx="55328" cy="55127"/>
            </a:xfrm>
            <a:custGeom>
              <a:avLst/>
              <a:gdLst/>
              <a:ahLst/>
              <a:cxnLst/>
              <a:rect l="l" t="t" r="r" b="b"/>
              <a:pathLst>
                <a:path w="549" h="547" extrusionOk="0">
                  <a:moveTo>
                    <a:pt x="88" y="1"/>
                  </a:moveTo>
                  <a:cubicBezTo>
                    <a:pt x="77" y="1"/>
                    <a:pt x="68" y="3"/>
                    <a:pt x="60" y="9"/>
                  </a:cubicBezTo>
                  <a:cubicBezTo>
                    <a:pt x="1" y="56"/>
                    <a:pt x="60" y="199"/>
                    <a:pt x="179" y="354"/>
                  </a:cubicBezTo>
                  <a:cubicBezTo>
                    <a:pt x="276" y="470"/>
                    <a:pt x="387" y="546"/>
                    <a:pt x="452" y="546"/>
                  </a:cubicBezTo>
                  <a:cubicBezTo>
                    <a:pt x="467" y="546"/>
                    <a:pt x="480" y="542"/>
                    <a:pt x="489" y="533"/>
                  </a:cubicBezTo>
                  <a:cubicBezTo>
                    <a:pt x="548" y="497"/>
                    <a:pt x="489" y="342"/>
                    <a:pt x="370" y="199"/>
                  </a:cubicBezTo>
                  <a:cubicBezTo>
                    <a:pt x="259" y="79"/>
                    <a:pt x="149" y="1"/>
                    <a:pt x="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02"/>
            <p:cNvSpPr/>
            <p:nvPr/>
          </p:nvSpPr>
          <p:spPr>
            <a:xfrm>
              <a:off x="4799618" y="4007065"/>
              <a:ext cx="26505" cy="68631"/>
            </a:xfrm>
            <a:custGeom>
              <a:avLst/>
              <a:gdLst/>
              <a:ahLst/>
              <a:cxnLst/>
              <a:rect l="l" t="t" r="r" b="b"/>
              <a:pathLst>
                <a:path w="263" h="681" extrusionOk="0">
                  <a:moveTo>
                    <a:pt x="149" y="1"/>
                  </a:moveTo>
                  <a:cubicBezTo>
                    <a:pt x="91" y="1"/>
                    <a:pt x="24" y="151"/>
                    <a:pt x="12" y="323"/>
                  </a:cubicBezTo>
                  <a:cubicBezTo>
                    <a:pt x="1" y="514"/>
                    <a:pt x="36" y="668"/>
                    <a:pt x="108" y="680"/>
                  </a:cubicBezTo>
                  <a:cubicBezTo>
                    <a:pt x="167" y="680"/>
                    <a:pt x="239" y="537"/>
                    <a:pt x="251" y="347"/>
                  </a:cubicBezTo>
                  <a:cubicBezTo>
                    <a:pt x="263" y="156"/>
                    <a:pt x="227" y="2"/>
                    <a:pt x="155" y="2"/>
                  </a:cubicBezTo>
                  <a:cubicBezTo>
                    <a:pt x="153" y="1"/>
                    <a:pt x="151" y="1"/>
                    <a:pt x="1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02"/>
            <p:cNvSpPr/>
            <p:nvPr/>
          </p:nvSpPr>
          <p:spPr>
            <a:xfrm>
              <a:off x="4882460" y="3888347"/>
              <a:ext cx="25296" cy="69740"/>
            </a:xfrm>
            <a:custGeom>
              <a:avLst/>
              <a:gdLst/>
              <a:ahLst/>
              <a:cxnLst/>
              <a:rect l="l" t="t" r="r" b="b"/>
              <a:pathLst>
                <a:path w="251" h="692" extrusionOk="0">
                  <a:moveTo>
                    <a:pt x="107" y="1"/>
                  </a:moveTo>
                  <a:cubicBezTo>
                    <a:pt x="48" y="13"/>
                    <a:pt x="0" y="168"/>
                    <a:pt x="0" y="358"/>
                  </a:cubicBezTo>
                  <a:cubicBezTo>
                    <a:pt x="12" y="537"/>
                    <a:pt x="72" y="691"/>
                    <a:pt x="143" y="691"/>
                  </a:cubicBezTo>
                  <a:cubicBezTo>
                    <a:pt x="203" y="691"/>
                    <a:pt x="250" y="537"/>
                    <a:pt x="238" y="346"/>
                  </a:cubicBezTo>
                  <a:cubicBezTo>
                    <a:pt x="238" y="156"/>
                    <a:pt x="179" y="1"/>
                    <a:pt x="10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02"/>
            <p:cNvSpPr/>
            <p:nvPr/>
          </p:nvSpPr>
          <p:spPr>
            <a:xfrm>
              <a:off x="3506107" y="4689951"/>
              <a:ext cx="633705" cy="273618"/>
            </a:xfrm>
            <a:custGeom>
              <a:avLst/>
              <a:gdLst/>
              <a:ahLst/>
              <a:cxnLst/>
              <a:rect l="l" t="t" r="r" b="b"/>
              <a:pathLst>
                <a:path w="6288" h="2715" extrusionOk="0">
                  <a:moveTo>
                    <a:pt x="1" y="0"/>
                  </a:moveTo>
                  <a:lnTo>
                    <a:pt x="703" y="2036"/>
                  </a:lnTo>
                  <a:cubicBezTo>
                    <a:pt x="703" y="2417"/>
                    <a:pt x="1787" y="2715"/>
                    <a:pt x="3144" y="2715"/>
                  </a:cubicBezTo>
                  <a:cubicBezTo>
                    <a:pt x="4501" y="2715"/>
                    <a:pt x="5585" y="2417"/>
                    <a:pt x="5585" y="2036"/>
                  </a:cubicBezTo>
                  <a:lnTo>
                    <a:pt x="628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02"/>
            <p:cNvSpPr/>
            <p:nvPr/>
          </p:nvSpPr>
          <p:spPr>
            <a:xfrm>
              <a:off x="3506107" y="4603481"/>
              <a:ext cx="630077" cy="174148"/>
            </a:xfrm>
            <a:custGeom>
              <a:avLst/>
              <a:gdLst/>
              <a:ahLst/>
              <a:cxnLst/>
              <a:rect l="l" t="t" r="r" b="b"/>
              <a:pathLst>
                <a:path w="6252" h="1728" extrusionOk="0">
                  <a:moveTo>
                    <a:pt x="3120" y="1"/>
                  </a:moveTo>
                  <a:cubicBezTo>
                    <a:pt x="1406" y="1"/>
                    <a:pt x="1" y="382"/>
                    <a:pt x="1" y="858"/>
                  </a:cubicBezTo>
                  <a:cubicBezTo>
                    <a:pt x="1" y="1334"/>
                    <a:pt x="1406" y="1727"/>
                    <a:pt x="3120" y="1727"/>
                  </a:cubicBezTo>
                  <a:cubicBezTo>
                    <a:pt x="4846" y="1727"/>
                    <a:pt x="6251" y="1334"/>
                    <a:pt x="6251" y="858"/>
                  </a:cubicBezTo>
                  <a:cubicBezTo>
                    <a:pt x="6251" y="382"/>
                    <a:pt x="4846" y="1"/>
                    <a:pt x="3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02"/>
            <p:cNvSpPr/>
            <p:nvPr/>
          </p:nvSpPr>
          <p:spPr>
            <a:xfrm>
              <a:off x="3549342" y="4652763"/>
              <a:ext cx="543607" cy="124866"/>
            </a:xfrm>
            <a:custGeom>
              <a:avLst/>
              <a:gdLst/>
              <a:ahLst/>
              <a:cxnLst/>
              <a:rect l="l" t="t" r="r" b="b"/>
              <a:pathLst>
                <a:path w="5394" h="1239" extrusionOk="0">
                  <a:moveTo>
                    <a:pt x="2703" y="0"/>
                  </a:moveTo>
                  <a:cubicBezTo>
                    <a:pt x="1215" y="0"/>
                    <a:pt x="0" y="322"/>
                    <a:pt x="0" y="738"/>
                  </a:cubicBezTo>
                  <a:cubicBezTo>
                    <a:pt x="0" y="774"/>
                    <a:pt x="0" y="798"/>
                    <a:pt x="24" y="822"/>
                  </a:cubicBezTo>
                  <a:cubicBezTo>
                    <a:pt x="572" y="1072"/>
                    <a:pt x="1548" y="1238"/>
                    <a:pt x="2703" y="1238"/>
                  </a:cubicBezTo>
                  <a:cubicBezTo>
                    <a:pt x="3834" y="1238"/>
                    <a:pt x="4822" y="1072"/>
                    <a:pt x="5382" y="822"/>
                  </a:cubicBezTo>
                  <a:cubicBezTo>
                    <a:pt x="5394" y="786"/>
                    <a:pt x="5394" y="762"/>
                    <a:pt x="5394" y="738"/>
                  </a:cubicBezTo>
                  <a:cubicBezTo>
                    <a:pt x="5394" y="345"/>
                    <a:pt x="4191" y="0"/>
                    <a:pt x="270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60" name="Google Shape;3260;p102"/>
          <p:cNvSpPr/>
          <p:nvPr/>
        </p:nvSpPr>
        <p:spPr>
          <a:xfrm>
            <a:off x="3171894" y="2823649"/>
            <a:ext cx="299400" cy="298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02"/>
          <p:cNvSpPr/>
          <p:nvPr/>
        </p:nvSpPr>
        <p:spPr>
          <a:xfrm>
            <a:off x="5684898" y="2823649"/>
            <a:ext cx="299400" cy="298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02"/>
          <p:cNvSpPr/>
          <p:nvPr/>
        </p:nvSpPr>
        <p:spPr>
          <a:xfrm>
            <a:off x="4422300" y="2270298"/>
            <a:ext cx="299400" cy="298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02"/>
          <p:cNvSpPr txBox="1"/>
          <p:nvPr/>
        </p:nvSpPr>
        <p:spPr>
          <a:xfrm>
            <a:off x="681925" y="2403275"/>
            <a:ext cx="2252400" cy="4032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200" b="1">
                <a:solidFill>
                  <a:schemeClr val="accent1"/>
                </a:solidFill>
                <a:latin typeface="Advent Pro"/>
                <a:ea typeface="Advent Pro"/>
                <a:cs typeface="Advent Pro"/>
                <a:sym typeface="Advent Pro"/>
              </a:rPr>
              <a:t>Phase 1</a:t>
            </a:r>
            <a:endParaRPr sz="2200" b="1">
              <a:solidFill>
                <a:schemeClr val="accent1"/>
              </a:solidFill>
              <a:latin typeface="Advent Pro"/>
              <a:ea typeface="Advent Pro"/>
              <a:cs typeface="Advent Pro"/>
              <a:sym typeface="Advent Pro"/>
            </a:endParaRPr>
          </a:p>
        </p:txBody>
      </p:sp>
      <p:sp>
        <p:nvSpPr>
          <p:cNvPr id="3264" name="Google Shape;3264;p102"/>
          <p:cNvSpPr txBox="1"/>
          <p:nvPr/>
        </p:nvSpPr>
        <p:spPr>
          <a:xfrm>
            <a:off x="681975" y="2795150"/>
            <a:ext cx="2252400" cy="606300"/>
          </a:xfrm>
          <a:prstGeom prst="rect">
            <a:avLst/>
          </a:prstGeom>
          <a:noFill/>
          <a:ln>
            <a:noFill/>
          </a:ln>
        </p:spPr>
        <p:txBody>
          <a:bodyPr spcFirstLastPara="1" wrap="square" lIns="91425" tIns="91425" rIns="91425" bIns="91425" anchor="t" anchorCtr="0">
            <a:noAutofit/>
          </a:bodyPr>
          <a:lstStyle/>
          <a:p>
            <a:pPr marL="0" lvl="0" indent="0" algn="r" rtl="0">
              <a:lnSpc>
                <a:spcPct val="100000"/>
              </a:lnSpc>
              <a:spcBef>
                <a:spcPts val="0"/>
              </a:spcBef>
              <a:spcAft>
                <a:spcPts val="1600"/>
              </a:spcAft>
              <a:buNone/>
            </a:pPr>
            <a:r>
              <a:rPr lang="en">
                <a:solidFill>
                  <a:schemeClr val="dk1"/>
                </a:solidFill>
                <a:latin typeface="Roboto"/>
                <a:ea typeface="Roboto"/>
                <a:cs typeface="Roboto"/>
                <a:sym typeface="Roboto"/>
              </a:rPr>
              <a:t>Venus has a beautiful name, but it’s hot</a:t>
            </a:r>
            <a:endParaRPr>
              <a:solidFill>
                <a:schemeClr val="dk1"/>
              </a:solidFill>
              <a:latin typeface="Roboto"/>
              <a:ea typeface="Roboto"/>
              <a:cs typeface="Roboto"/>
              <a:sym typeface="Roboto"/>
            </a:endParaRPr>
          </a:p>
        </p:txBody>
      </p:sp>
      <p:sp>
        <p:nvSpPr>
          <p:cNvPr id="3265" name="Google Shape;3265;p102"/>
          <p:cNvSpPr txBox="1"/>
          <p:nvPr/>
        </p:nvSpPr>
        <p:spPr>
          <a:xfrm>
            <a:off x="3445825" y="1200463"/>
            <a:ext cx="2252400" cy="403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200" b="1">
                <a:solidFill>
                  <a:schemeClr val="accent1"/>
                </a:solidFill>
                <a:latin typeface="Advent Pro"/>
                <a:ea typeface="Advent Pro"/>
                <a:cs typeface="Advent Pro"/>
                <a:sym typeface="Advent Pro"/>
              </a:rPr>
              <a:t>Phase 2</a:t>
            </a:r>
            <a:endParaRPr sz="2200" b="1">
              <a:solidFill>
                <a:schemeClr val="accent1"/>
              </a:solidFill>
              <a:latin typeface="Advent Pro"/>
              <a:ea typeface="Advent Pro"/>
              <a:cs typeface="Advent Pro"/>
              <a:sym typeface="Advent Pro"/>
            </a:endParaRPr>
          </a:p>
        </p:txBody>
      </p:sp>
      <p:sp>
        <p:nvSpPr>
          <p:cNvPr id="3266" name="Google Shape;3266;p102"/>
          <p:cNvSpPr txBox="1"/>
          <p:nvPr/>
        </p:nvSpPr>
        <p:spPr>
          <a:xfrm>
            <a:off x="3445800" y="1587800"/>
            <a:ext cx="2252400" cy="606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a:solidFill>
                  <a:schemeClr val="dk1"/>
                </a:solidFill>
                <a:latin typeface="Roboto"/>
                <a:ea typeface="Roboto"/>
                <a:cs typeface="Roboto"/>
                <a:sym typeface="Roboto"/>
              </a:rPr>
              <a:t>Despite being red, Mars is a cold place</a:t>
            </a:r>
            <a:endParaRPr>
              <a:solidFill>
                <a:schemeClr val="dk1"/>
              </a:solidFill>
              <a:latin typeface="Roboto"/>
              <a:ea typeface="Roboto"/>
              <a:cs typeface="Roboto"/>
              <a:sym typeface="Roboto"/>
            </a:endParaRPr>
          </a:p>
        </p:txBody>
      </p:sp>
      <p:sp>
        <p:nvSpPr>
          <p:cNvPr id="3267" name="Google Shape;3267;p102"/>
          <p:cNvSpPr txBox="1"/>
          <p:nvPr/>
        </p:nvSpPr>
        <p:spPr>
          <a:xfrm>
            <a:off x="6209675" y="2406838"/>
            <a:ext cx="2252400" cy="40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b="1">
                <a:solidFill>
                  <a:schemeClr val="accent1"/>
                </a:solidFill>
                <a:latin typeface="Advent Pro"/>
                <a:ea typeface="Advent Pro"/>
                <a:cs typeface="Advent Pro"/>
                <a:sym typeface="Advent Pro"/>
              </a:rPr>
              <a:t>Phase 3</a:t>
            </a:r>
            <a:endParaRPr sz="2200" b="1">
              <a:solidFill>
                <a:schemeClr val="accent1"/>
              </a:solidFill>
              <a:latin typeface="Advent Pro"/>
              <a:ea typeface="Advent Pro"/>
              <a:cs typeface="Advent Pro"/>
              <a:sym typeface="Advent Pro"/>
            </a:endParaRPr>
          </a:p>
        </p:txBody>
      </p:sp>
      <p:sp>
        <p:nvSpPr>
          <p:cNvPr id="3268" name="Google Shape;3268;p102"/>
          <p:cNvSpPr txBox="1"/>
          <p:nvPr/>
        </p:nvSpPr>
        <p:spPr>
          <a:xfrm>
            <a:off x="6209625" y="2795159"/>
            <a:ext cx="2252400" cy="606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1600"/>
              </a:spcAft>
              <a:buNone/>
            </a:pPr>
            <a:r>
              <a:rPr lang="en">
                <a:solidFill>
                  <a:schemeClr val="dk1"/>
                </a:solidFill>
                <a:latin typeface="Roboto"/>
                <a:ea typeface="Roboto"/>
                <a:cs typeface="Roboto"/>
                <a:sym typeface="Roboto"/>
              </a:rPr>
              <a:t>Jupiter is a gas giant and the biggest planet</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3168"/>
                                        </p:tgtEl>
                                        <p:attrNameLst>
                                          <p:attrName>style.visibility</p:attrName>
                                        </p:attrNameLst>
                                      </p:cBhvr>
                                      <p:to>
                                        <p:strVal val="visible"/>
                                      </p:to>
                                    </p:set>
                                    <p:anim calcmode="lin" valueType="num">
                                      <p:cBhvr additive="base">
                                        <p:cTn id="7" dur="1000"/>
                                        <p:tgtEl>
                                          <p:spTgt spid="316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272"/>
        <p:cNvGrpSpPr/>
        <p:nvPr/>
      </p:nvGrpSpPr>
      <p:grpSpPr>
        <a:xfrm>
          <a:off x="0" y="0"/>
          <a:ext cx="0" cy="0"/>
          <a:chOff x="0" y="0"/>
          <a:chExt cx="0" cy="0"/>
        </a:xfrm>
      </p:grpSpPr>
      <p:sp>
        <p:nvSpPr>
          <p:cNvPr id="3273" name="Google Shape;3273;p103"/>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Predicted Growth</a:t>
            </a:r>
            <a:endParaRPr/>
          </a:p>
        </p:txBody>
      </p:sp>
      <p:sp>
        <p:nvSpPr>
          <p:cNvPr id="3274" name="Google Shape;3274;p103"/>
          <p:cNvSpPr txBox="1">
            <a:spLocks noGrp="1"/>
          </p:cNvSpPr>
          <p:nvPr>
            <p:ph type="subTitle" idx="1"/>
          </p:nvPr>
        </p:nvSpPr>
        <p:spPr>
          <a:xfrm>
            <a:off x="5429475" y="2012425"/>
            <a:ext cx="3001200" cy="50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New Users</a:t>
            </a:r>
            <a:endParaRPr/>
          </a:p>
        </p:txBody>
      </p:sp>
      <p:sp>
        <p:nvSpPr>
          <p:cNvPr id="3275" name="Google Shape;3275;p103"/>
          <p:cNvSpPr txBox="1">
            <a:spLocks noGrp="1"/>
          </p:cNvSpPr>
          <p:nvPr>
            <p:ph type="body" idx="2"/>
          </p:nvPr>
        </p:nvSpPr>
        <p:spPr>
          <a:xfrm>
            <a:off x="5429475" y="2649150"/>
            <a:ext cx="3001200" cy="1616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Venus has a beautiful name and is the second planet from the Sun. It’s terribly hot—even hotter than Mercury—and its atmosphere is extremely poisonous</a:t>
            </a:r>
            <a:endParaRPr/>
          </a:p>
        </p:txBody>
      </p:sp>
      <p:grpSp>
        <p:nvGrpSpPr>
          <p:cNvPr id="3276" name="Google Shape;3276;p103"/>
          <p:cNvGrpSpPr/>
          <p:nvPr/>
        </p:nvGrpSpPr>
        <p:grpSpPr>
          <a:xfrm>
            <a:off x="1104867" y="1871529"/>
            <a:ext cx="3765572" cy="2476140"/>
            <a:chOff x="235800" y="830650"/>
            <a:chExt cx="6978450" cy="4588844"/>
          </a:xfrm>
        </p:grpSpPr>
        <p:sp>
          <p:nvSpPr>
            <p:cNvPr id="3277" name="Google Shape;3277;p103"/>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103"/>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103"/>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103"/>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03"/>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03"/>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83" name="Google Shape;3283;p103"/>
          <p:cNvSpPr/>
          <p:nvPr/>
        </p:nvSpPr>
        <p:spPr>
          <a:xfrm>
            <a:off x="1572946" y="2147880"/>
            <a:ext cx="236700" cy="23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03"/>
          <p:cNvSpPr/>
          <p:nvPr/>
        </p:nvSpPr>
        <p:spPr>
          <a:xfrm>
            <a:off x="2220646" y="3386130"/>
            <a:ext cx="236700" cy="23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103"/>
          <p:cNvSpPr/>
          <p:nvPr/>
        </p:nvSpPr>
        <p:spPr>
          <a:xfrm>
            <a:off x="1658671" y="2833680"/>
            <a:ext cx="236700" cy="23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03"/>
          <p:cNvSpPr/>
          <p:nvPr/>
        </p:nvSpPr>
        <p:spPr>
          <a:xfrm>
            <a:off x="3706546" y="2719380"/>
            <a:ext cx="236700" cy="23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03"/>
          <p:cNvSpPr/>
          <p:nvPr/>
        </p:nvSpPr>
        <p:spPr>
          <a:xfrm>
            <a:off x="4453646" y="3671880"/>
            <a:ext cx="236700" cy="23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288" name="Google Shape;3288;p103"/>
          <p:cNvCxnSpPr>
            <a:stCxn id="3283" idx="0"/>
            <a:endCxn id="3286" idx="0"/>
          </p:cNvCxnSpPr>
          <p:nvPr/>
        </p:nvCxnSpPr>
        <p:spPr>
          <a:xfrm rot="-5400000" flipH="1">
            <a:off x="2472346" y="1366830"/>
            <a:ext cx="571500" cy="2133600"/>
          </a:xfrm>
          <a:prstGeom prst="curvedConnector3">
            <a:avLst>
              <a:gd name="adj1" fmla="val -41667"/>
            </a:avLst>
          </a:prstGeom>
          <a:noFill/>
          <a:ln w="28575" cap="flat" cmpd="sng">
            <a:solidFill>
              <a:schemeClr val="accent1"/>
            </a:solidFill>
            <a:prstDash val="solid"/>
            <a:round/>
            <a:headEnd type="none" w="med" len="med"/>
            <a:tailEnd type="none" w="med" len="med"/>
          </a:ln>
        </p:spPr>
      </p:cxnSp>
      <p:cxnSp>
        <p:nvCxnSpPr>
          <p:cNvPr id="3289" name="Google Shape;3289;p103"/>
          <p:cNvCxnSpPr>
            <a:stCxn id="3286" idx="7"/>
            <a:endCxn id="3287" idx="6"/>
          </p:cNvCxnSpPr>
          <p:nvPr/>
        </p:nvCxnSpPr>
        <p:spPr>
          <a:xfrm rot="-5400000" flipH="1">
            <a:off x="3781382" y="2881244"/>
            <a:ext cx="1036200" cy="781800"/>
          </a:xfrm>
          <a:prstGeom prst="curvedConnector4">
            <a:avLst>
              <a:gd name="adj1" fmla="val -26326"/>
              <a:gd name="adj2" fmla="val 130454"/>
            </a:avLst>
          </a:prstGeom>
          <a:noFill/>
          <a:ln w="28575" cap="flat" cmpd="sng">
            <a:solidFill>
              <a:schemeClr val="accent1"/>
            </a:solidFill>
            <a:prstDash val="solid"/>
            <a:round/>
            <a:headEnd type="none" w="med" len="med"/>
            <a:tailEnd type="none" w="med" len="med"/>
          </a:ln>
        </p:spPr>
      </p:cxnSp>
      <p:cxnSp>
        <p:nvCxnSpPr>
          <p:cNvPr id="3290" name="Google Shape;3290;p103"/>
          <p:cNvCxnSpPr>
            <a:stCxn id="3287" idx="4"/>
            <a:endCxn id="3284" idx="7"/>
          </p:cNvCxnSpPr>
          <p:nvPr/>
        </p:nvCxnSpPr>
        <p:spPr>
          <a:xfrm rot="5400000" flipH="1">
            <a:off x="3253496" y="2590080"/>
            <a:ext cx="487800" cy="2149200"/>
          </a:xfrm>
          <a:prstGeom prst="curvedConnector5">
            <a:avLst>
              <a:gd name="adj1" fmla="val -48816"/>
              <a:gd name="adj2" fmla="val 51950"/>
              <a:gd name="adj3" fmla="val 155919"/>
            </a:avLst>
          </a:prstGeom>
          <a:noFill/>
          <a:ln w="28575" cap="flat" cmpd="sng">
            <a:solidFill>
              <a:schemeClr val="accent1"/>
            </a:solidFill>
            <a:prstDash val="solid"/>
            <a:round/>
            <a:headEnd type="none" w="med" len="med"/>
            <a:tailEnd type="none" w="med" len="med"/>
          </a:ln>
        </p:spPr>
      </p:cxnSp>
      <p:cxnSp>
        <p:nvCxnSpPr>
          <p:cNvPr id="3291" name="Google Shape;3291;p103"/>
          <p:cNvCxnSpPr>
            <a:stCxn id="3284" idx="4"/>
            <a:endCxn id="3285" idx="2"/>
          </p:cNvCxnSpPr>
          <p:nvPr/>
        </p:nvCxnSpPr>
        <p:spPr>
          <a:xfrm rot="5400000" flipH="1">
            <a:off x="1663396" y="2947230"/>
            <a:ext cx="670800" cy="680400"/>
          </a:xfrm>
          <a:prstGeom prst="curvedConnector4">
            <a:avLst>
              <a:gd name="adj1" fmla="val -35499"/>
              <a:gd name="adj2" fmla="val 134987"/>
            </a:avLst>
          </a:prstGeom>
          <a:noFill/>
          <a:ln w="28575" cap="flat" cmpd="sng">
            <a:solidFill>
              <a:schemeClr val="accent1"/>
            </a:solidFill>
            <a:prstDash val="solid"/>
            <a:round/>
            <a:headEnd type="none" w="med" len="med"/>
            <a:tailEnd type="none" w="med" len="med"/>
          </a:ln>
        </p:spPr>
      </p:cxnSp>
      <p:cxnSp>
        <p:nvCxnSpPr>
          <p:cNvPr id="3292" name="Google Shape;3292;p103"/>
          <p:cNvCxnSpPr>
            <a:stCxn id="3285" idx="6"/>
            <a:endCxn id="3283" idx="6"/>
          </p:cNvCxnSpPr>
          <p:nvPr/>
        </p:nvCxnSpPr>
        <p:spPr>
          <a:xfrm rot="10800000">
            <a:off x="1809571" y="2266230"/>
            <a:ext cx="85800" cy="685800"/>
          </a:xfrm>
          <a:prstGeom prst="curvedConnector3">
            <a:avLst>
              <a:gd name="adj1" fmla="val -277535"/>
            </a:avLst>
          </a:prstGeom>
          <a:noFill/>
          <a:ln w="28575" cap="flat" cmpd="sng">
            <a:solidFill>
              <a:schemeClr val="accent1"/>
            </a:solidFill>
            <a:prstDash val="solid"/>
            <a:round/>
            <a:headEnd type="none" w="med" len="med"/>
            <a:tailEnd type="none" w="med" len="med"/>
          </a:ln>
        </p:spPr>
      </p:cxn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296"/>
        <p:cNvGrpSpPr/>
        <p:nvPr/>
      </p:nvGrpSpPr>
      <p:grpSpPr>
        <a:xfrm>
          <a:off x="0" y="0"/>
          <a:ext cx="0" cy="0"/>
          <a:chOff x="0" y="0"/>
          <a:chExt cx="0" cy="0"/>
        </a:xfrm>
      </p:grpSpPr>
      <p:sp>
        <p:nvSpPr>
          <p:cNvPr id="3297" name="Google Shape;3297;p104"/>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sp>
        <p:nvSpPr>
          <p:cNvPr id="3298" name="Google Shape;3298;p104"/>
          <p:cNvSpPr/>
          <p:nvPr/>
        </p:nvSpPr>
        <p:spPr>
          <a:xfrm>
            <a:off x="4358259" y="1668741"/>
            <a:ext cx="3858716" cy="2381517"/>
          </a:xfrm>
          <a:custGeom>
            <a:avLst/>
            <a:gdLst/>
            <a:ahLst/>
            <a:cxnLst/>
            <a:rect l="l" t="t" r="r" b="b"/>
            <a:pathLst>
              <a:path w="143247" h="88409" extrusionOk="0">
                <a:moveTo>
                  <a:pt x="12973" y="0"/>
                </a:moveTo>
                <a:lnTo>
                  <a:pt x="12573" y="1028"/>
                </a:lnTo>
                <a:lnTo>
                  <a:pt x="12973" y="1427"/>
                </a:lnTo>
                <a:lnTo>
                  <a:pt x="12782" y="1902"/>
                </a:lnTo>
                <a:lnTo>
                  <a:pt x="12288" y="2777"/>
                </a:lnTo>
                <a:lnTo>
                  <a:pt x="13011" y="3709"/>
                </a:lnTo>
                <a:lnTo>
                  <a:pt x="12649" y="4166"/>
                </a:lnTo>
                <a:lnTo>
                  <a:pt x="12649" y="5402"/>
                </a:lnTo>
                <a:lnTo>
                  <a:pt x="11774" y="6448"/>
                </a:lnTo>
                <a:lnTo>
                  <a:pt x="10481" y="6448"/>
                </a:lnTo>
                <a:lnTo>
                  <a:pt x="10310" y="5041"/>
                </a:lnTo>
                <a:lnTo>
                  <a:pt x="11204" y="4737"/>
                </a:lnTo>
                <a:lnTo>
                  <a:pt x="11869" y="3805"/>
                </a:lnTo>
                <a:lnTo>
                  <a:pt x="11869" y="2739"/>
                </a:lnTo>
                <a:lnTo>
                  <a:pt x="10310" y="2473"/>
                </a:lnTo>
                <a:lnTo>
                  <a:pt x="8864" y="1902"/>
                </a:lnTo>
                <a:lnTo>
                  <a:pt x="8465" y="856"/>
                </a:lnTo>
                <a:lnTo>
                  <a:pt x="7837" y="856"/>
                </a:lnTo>
                <a:lnTo>
                  <a:pt x="7400" y="2055"/>
                </a:lnTo>
                <a:lnTo>
                  <a:pt x="7400" y="2758"/>
                </a:lnTo>
                <a:lnTo>
                  <a:pt x="7837" y="2968"/>
                </a:lnTo>
                <a:lnTo>
                  <a:pt x="7799" y="4014"/>
                </a:lnTo>
                <a:lnTo>
                  <a:pt x="8503" y="4109"/>
                </a:lnTo>
                <a:lnTo>
                  <a:pt x="7761" y="4832"/>
                </a:lnTo>
                <a:lnTo>
                  <a:pt x="7723" y="6258"/>
                </a:lnTo>
                <a:lnTo>
                  <a:pt x="8198" y="7133"/>
                </a:lnTo>
                <a:lnTo>
                  <a:pt x="7419" y="8065"/>
                </a:lnTo>
                <a:lnTo>
                  <a:pt x="7419" y="8845"/>
                </a:lnTo>
                <a:lnTo>
                  <a:pt x="6525" y="11679"/>
                </a:lnTo>
                <a:lnTo>
                  <a:pt x="6125" y="12269"/>
                </a:lnTo>
                <a:lnTo>
                  <a:pt x="5650" y="12954"/>
                </a:lnTo>
                <a:lnTo>
                  <a:pt x="5650" y="14095"/>
                </a:lnTo>
                <a:lnTo>
                  <a:pt x="4489" y="16225"/>
                </a:lnTo>
                <a:lnTo>
                  <a:pt x="2816" y="19230"/>
                </a:lnTo>
                <a:lnTo>
                  <a:pt x="2663" y="22407"/>
                </a:lnTo>
                <a:lnTo>
                  <a:pt x="2207" y="23187"/>
                </a:lnTo>
                <a:lnTo>
                  <a:pt x="2378" y="24423"/>
                </a:lnTo>
                <a:lnTo>
                  <a:pt x="818" y="26934"/>
                </a:lnTo>
                <a:lnTo>
                  <a:pt x="0" y="28075"/>
                </a:lnTo>
                <a:lnTo>
                  <a:pt x="1484" y="29749"/>
                </a:lnTo>
                <a:lnTo>
                  <a:pt x="1180" y="31080"/>
                </a:lnTo>
                <a:lnTo>
                  <a:pt x="1085" y="33173"/>
                </a:lnTo>
                <a:lnTo>
                  <a:pt x="2112" y="34732"/>
                </a:lnTo>
                <a:lnTo>
                  <a:pt x="2017" y="36140"/>
                </a:lnTo>
                <a:lnTo>
                  <a:pt x="2949" y="37167"/>
                </a:lnTo>
                <a:lnTo>
                  <a:pt x="2854" y="39754"/>
                </a:lnTo>
                <a:lnTo>
                  <a:pt x="3862" y="40952"/>
                </a:lnTo>
                <a:lnTo>
                  <a:pt x="3862" y="41618"/>
                </a:lnTo>
                <a:lnTo>
                  <a:pt x="3253" y="42284"/>
                </a:lnTo>
                <a:lnTo>
                  <a:pt x="3253" y="42797"/>
                </a:lnTo>
                <a:lnTo>
                  <a:pt x="3652" y="43159"/>
                </a:lnTo>
                <a:lnTo>
                  <a:pt x="4489" y="45232"/>
                </a:lnTo>
                <a:lnTo>
                  <a:pt x="4699" y="45726"/>
                </a:lnTo>
                <a:lnTo>
                  <a:pt x="5079" y="46658"/>
                </a:lnTo>
                <a:lnTo>
                  <a:pt x="4775" y="47438"/>
                </a:lnTo>
                <a:lnTo>
                  <a:pt x="4984" y="48009"/>
                </a:lnTo>
                <a:lnTo>
                  <a:pt x="5250" y="48484"/>
                </a:lnTo>
                <a:lnTo>
                  <a:pt x="4908" y="49454"/>
                </a:lnTo>
                <a:lnTo>
                  <a:pt x="4813" y="49759"/>
                </a:lnTo>
                <a:lnTo>
                  <a:pt x="5593" y="50386"/>
                </a:lnTo>
                <a:lnTo>
                  <a:pt x="7799" y="50653"/>
                </a:lnTo>
                <a:lnTo>
                  <a:pt x="9492" y="52707"/>
                </a:lnTo>
                <a:lnTo>
                  <a:pt x="10386" y="52954"/>
                </a:lnTo>
                <a:lnTo>
                  <a:pt x="10557" y="53905"/>
                </a:lnTo>
                <a:lnTo>
                  <a:pt x="11603" y="53905"/>
                </a:lnTo>
                <a:lnTo>
                  <a:pt x="11603" y="55237"/>
                </a:lnTo>
                <a:lnTo>
                  <a:pt x="12744" y="55693"/>
                </a:lnTo>
                <a:lnTo>
                  <a:pt x="12839" y="56739"/>
                </a:lnTo>
                <a:lnTo>
                  <a:pt x="13049" y="59136"/>
                </a:lnTo>
                <a:lnTo>
                  <a:pt x="19744" y="59136"/>
                </a:lnTo>
                <a:lnTo>
                  <a:pt x="19744" y="60677"/>
                </a:lnTo>
                <a:lnTo>
                  <a:pt x="25241" y="64005"/>
                </a:lnTo>
                <a:lnTo>
                  <a:pt x="29312" y="66459"/>
                </a:lnTo>
                <a:lnTo>
                  <a:pt x="37662" y="67486"/>
                </a:lnTo>
                <a:lnTo>
                  <a:pt x="38061" y="65679"/>
                </a:lnTo>
                <a:lnTo>
                  <a:pt x="42740" y="66022"/>
                </a:lnTo>
                <a:lnTo>
                  <a:pt x="47077" y="71290"/>
                </a:lnTo>
                <a:lnTo>
                  <a:pt x="47762" y="72108"/>
                </a:lnTo>
                <a:lnTo>
                  <a:pt x="47686" y="73687"/>
                </a:lnTo>
                <a:cubicBezTo>
                  <a:pt x="47686" y="73687"/>
                  <a:pt x="49340" y="76540"/>
                  <a:pt x="51623" y="77111"/>
                </a:cubicBezTo>
                <a:lnTo>
                  <a:pt x="53164" y="75912"/>
                </a:lnTo>
                <a:lnTo>
                  <a:pt x="53164" y="74200"/>
                </a:lnTo>
                <a:lnTo>
                  <a:pt x="55636" y="74296"/>
                </a:lnTo>
                <a:lnTo>
                  <a:pt x="56093" y="74771"/>
                </a:lnTo>
                <a:lnTo>
                  <a:pt x="57538" y="74771"/>
                </a:lnTo>
                <a:cubicBezTo>
                  <a:pt x="57538" y="74771"/>
                  <a:pt x="59041" y="76045"/>
                  <a:pt x="60087" y="78556"/>
                </a:cubicBezTo>
                <a:cubicBezTo>
                  <a:pt x="60106" y="78575"/>
                  <a:pt x="60106" y="78613"/>
                  <a:pt x="60125" y="78651"/>
                </a:cubicBezTo>
                <a:cubicBezTo>
                  <a:pt x="60125" y="78651"/>
                  <a:pt x="61248" y="81752"/>
                  <a:pt x="62693" y="82570"/>
                </a:cubicBezTo>
                <a:cubicBezTo>
                  <a:pt x="62693" y="82570"/>
                  <a:pt x="62978" y="83026"/>
                  <a:pt x="63150" y="84224"/>
                </a:cubicBezTo>
                <a:cubicBezTo>
                  <a:pt x="63150" y="84224"/>
                  <a:pt x="63321" y="84985"/>
                  <a:pt x="63929" y="85803"/>
                </a:cubicBezTo>
                <a:cubicBezTo>
                  <a:pt x="64500" y="86564"/>
                  <a:pt x="65451" y="87382"/>
                  <a:pt x="66973" y="87686"/>
                </a:cubicBezTo>
                <a:lnTo>
                  <a:pt x="69350" y="88409"/>
                </a:lnTo>
                <a:lnTo>
                  <a:pt x="69921" y="87952"/>
                </a:lnTo>
                <a:cubicBezTo>
                  <a:pt x="69921" y="87952"/>
                  <a:pt x="69446" y="86887"/>
                  <a:pt x="69274" y="85784"/>
                </a:cubicBezTo>
                <a:cubicBezTo>
                  <a:pt x="69217" y="85290"/>
                  <a:pt x="69179" y="84795"/>
                  <a:pt x="69312" y="84358"/>
                </a:cubicBezTo>
                <a:lnTo>
                  <a:pt x="69255" y="81790"/>
                </a:lnTo>
                <a:lnTo>
                  <a:pt x="69921" y="81619"/>
                </a:lnTo>
                <a:lnTo>
                  <a:pt x="70454" y="80382"/>
                </a:lnTo>
                <a:lnTo>
                  <a:pt x="71424" y="80287"/>
                </a:lnTo>
                <a:lnTo>
                  <a:pt x="72127" y="79241"/>
                </a:lnTo>
                <a:lnTo>
                  <a:pt x="74087" y="78842"/>
                </a:lnTo>
                <a:lnTo>
                  <a:pt x="74562" y="78518"/>
                </a:lnTo>
                <a:lnTo>
                  <a:pt x="75837" y="77662"/>
                </a:lnTo>
                <a:lnTo>
                  <a:pt x="75837" y="76768"/>
                </a:lnTo>
                <a:lnTo>
                  <a:pt x="80211" y="74828"/>
                </a:lnTo>
                <a:lnTo>
                  <a:pt x="81581" y="74828"/>
                </a:lnTo>
                <a:lnTo>
                  <a:pt x="84814" y="75665"/>
                </a:lnTo>
                <a:lnTo>
                  <a:pt x="85290" y="75342"/>
                </a:lnTo>
                <a:lnTo>
                  <a:pt x="85290" y="74334"/>
                </a:lnTo>
                <a:lnTo>
                  <a:pt x="87610" y="74999"/>
                </a:lnTo>
                <a:lnTo>
                  <a:pt x="88181" y="76958"/>
                </a:lnTo>
                <a:lnTo>
                  <a:pt x="90197" y="76958"/>
                </a:lnTo>
                <a:lnTo>
                  <a:pt x="91396" y="75532"/>
                </a:lnTo>
                <a:lnTo>
                  <a:pt x="93659" y="76578"/>
                </a:lnTo>
                <a:lnTo>
                  <a:pt x="94572" y="76007"/>
                </a:lnTo>
                <a:lnTo>
                  <a:pt x="92917" y="74296"/>
                </a:lnTo>
                <a:lnTo>
                  <a:pt x="93526" y="73478"/>
                </a:lnTo>
                <a:lnTo>
                  <a:pt x="93526" y="72070"/>
                </a:lnTo>
                <a:lnTo>
                  <a:pt x="96816" y="72051"/>
                </a:lnTo>
                <a:lnTo>
                  <a:pt x="97596" y="71347"/>
                </a:lnTo>
                <a:lnTo>
                  <a:pt x="98205" y="72070"/>
                </a:lnTo>
                <a:lnTo>
                  <a:pt x="99346" y="71233"/>
                </a:lnTo>
                <a:lnTo>
                  <a:pt x="99403" y="71195"/>
                </a:lnTo>
                <a:lnTo>
                  <a:pt x="99955" y="71233"/>
                </a:lnTo>
                <a:lnTo>
                  <a:pt x="103588" y="71499"/>
                </a:lnTo>
                <a:lnTo>
                  <a:pt x="104938" y="73516"/>
                </a:lnTo>
                <a:lnTo>
                  <a:pt x="105813" y="73306"/>
                </a:lnTo>
                <a:lnTo>
                  <a:pt x="108077" y="71975"/>
                </a:lnTo>
                <a:lnTo>
                  <a:pt x="109979" y="72108"/>
                </a:lnTo>
                <a:lnTo>
                  <a:pt x="112242" y="74581"/>
                </a:lnTo>
                <a:lnTo>
                  <a:pt x="113003" y="74847"/>
                </a:lnTo>
                <a:lnTo>
                  <a:pt x="113212" y="77130"/>
                </a:lnTo>
                <a:lnTo>
                  <a:pt x="112908" y="78480"/>
                </a:lnTo>
                <a:lnTo>
                  <a:pt x="112870" y="78670"/>
                </a:lnTo>
                <a:lnTo>
                  <a:pt x="113212" y="79336"/>
                </a:lnTo>
                <a:lnTo>
                  <a:pt x="113935" y="79241"/>
                </a:lnTo>
                <a:lnTo>
                  <a:pt x="113935" y="79241"/>
                </a:lnTo>
                <a:lnTo>
                  <a:pt x="113764" y="80173"/>
                </a:lnTo>
                <a:lnTo>
                  <a:pt x="115172" y="81809"/>
                </a:lnTo>
                <a:lnTo>
                  <a:pt x="115875" y="81866"/>
                </a:lnTo>
                <a:lnTo>
                  <a:pt x="115875" y="82703"/>
                </a:lnTo>
                <a:lnTo>
                  <a:pt x="116237" y="83273"/>
                </a:lnTo>
                <a:lnTo>
                  <a:pt x="117074" y="83273"/>
                </a:lnTo>
                <a:lnTo>
                  <a:pt x="117074" y="84757"/>
                </a:lnTo>
                <a:lnTo>
                  <a:pt x="118310" y="84662"/>
                </a:lnTo>
                <a:cubicBezTo>
                  <a:pt x="118310" y="84662"/>
                  <a:pt x="119109" y="85347"/>
                  <a:pt x="119242" y="85689"/>
                </a:cubicBezTo>
                <a:lnTo>
                  <a:pt x="119242" y="85746"/>
                </a:lnTo>
                <a:lnTo>
                  <a:pt x="122495" y="85746"/>
                </a:lnTo>
                <a:lnTo>
                  <a:pt x="122495" y="81352"/>
                </a:lnTo>
                <a:lnTo>
                  <a:pt x="120954" y="78480"/>
                </a:lnTo>
                <a:lnTo>
                  <a:pt x="120155" y="77016"/>
                </a:lnTo>
                <a:lnTo>
                  <a:pt x="119946" y="74999"/>
                </a:lnTo>
                <a:lnTo>
                  <a:pt x="117835" y="73192"/>
                </a:lnTo>
                <a:lnTo>
                  <a:pt x="117835" y="71994"/>
                </a:lnTo>
                <a:lnTo>
                  <a:pt x="116960" y="71233"/>
                </a:lnTo>
                <a:lnTo>
                  <a:pt x="116902" y="71195"/>
                </a:lnTo>
                <a:lnTo>
                  <a:pt x="116541" y="69635"/>
                </a:lnTo>
                <a:lnTo>
                  <a:pt x="115723" y="68551"/>
                </a:lnTo>
                <a:lnTo>
                  <a:pt x="116009" y="63986"/>
                </a:lnTo>
                <a:lnTo>
                  <a:pt x="116028" y="63606"/>
                </a:lnTo>
                <a:lnTo>
                  <a:pt x="117169" y="62978"/>
                </a:lnTo>
                <a:lnTo>
                  <a:pt x="117873" y="61437"/>
                </a:lnTo>
                <a:lnTo>
                  <a:pt x="118767" y="61437"/>
                </a:lnTo>
                <a:lnTo>
                  <a:pt x="120878" y="59174"/>
                </a:lnTo>
                <a:lnTo>
                  <a:pt x="120821" y="58299"/>
                </a:lnTo>
                <a:lnTo>
                  <a:pt x="121772" y="56701"/>
                </a:lnTo>
                <a:lnTo>
                  <a:pt x="122038" y="56283"/>
                </a:lnTo>
                <a:lnTo>
                  <a:pt x="123674" y="55921"/>
                </a:lnTo>
                <a:lnTo>
                  <a:pt x="124701" y="53981"/>
                </a:lnTo>
                <a:lnTo>
                  <a:pt x="124701" y="52612"/>
                </a:lnTo>
                <a:lnTo>
                  <a:pt x="128201" y="52041"/>
                </a:lnTo>
                <a:lnTo>
                  <a:pt x="128657" y="50957"/>
                </a:lnTo>
                <a:lnTo>
                  <a:pt x="128030" y="49854"/>
                </a:lnTo>
                <a:lnTo>
                  <a:pt x="128676" y="49454"/>
                </a:lnTo>
                <a:lnTo>
                  <a:pt x="129057" y="49245"/>
                </a:lnTo>
                <a:lnTo>
                  <a:pt x="129057" y="47914"/>
                </a:lnTo>
                <a:lnTo>
                  <a:pt x="127725" y="46887"/>
                </a:lnTo>
                <a:lnTo>
                  <a:pt x="128486" y="46183"/>
                </a:lnTo>
                <a:lnTo>
                  <a:pt x="128524" y="45726"/>
                </a:lnTo>
                <a:lnTo>
                  <a:pt x="127763" y="45251"/>
                </a:lnTo>
                <a:lnTo>
                  <a:pt x="127992" y="44129"/>
                </a:lnTo>
                <a:lnTo>
                  <a:pt x="127098" y="43748"/>
                </a:lnTo>
                <a:lnTo>
                  <a:pt x="125956" y="43653"/>
                </a:lnTo>
                <a:lnTo>
                  <a:pt x="126280" y="42626"/>
                </a:lnTo>
                <a:lnTo>
                  <a:pt x="126185" y="42150"/>
                </a:lnTo>
                <a:lnTo>
                  <a:pt x="126013" y="41390"/>
                </a:lnTo>
                <a:lnTo>
                  <a:pt x="125253" y="40001"/>
                </a:lnTo>
                <a:lnTo>
                  <a:pt x="124530" y="39640"/>
                </a:lnTo>
                <a:lnTo>
                  <a:pt x="124435" y="37776"/>
                </a:lnTo>
                <a:lnTo>
                  <a:pt x="124035" y="36958"/>
                </a:lnTo>
                <a:lnTo>
                  <a:pt x="125139" y="35817"/>
                </a:lnTo>
                <a:lnTo>
                  <a:pt x="125614" y="36121"/>
                </a:lnTo>
                <a:lnTo>
                  <a:pt x="125291" y="37776"/>
                </a:lnTo>
                <a:lnTo>
                  <a:pt x="125386" y="39107"/>
                </a:lnTo>
                <a:lnTo>
                  <a:pt x="126394" y="39640"/>
                </a:lnTo>
                <a:lnTo>
                  <a:pt x="127060" y="40705"/>
                </a:lnTo>
                <a:lnTo>
                  <a:pt x="126945" y="42188"/>
                </a:lnTo>
                <a:lnTo>
                  <a:pt x="127725" y="42188"/>
                </a:lnTo>
                <a:lnTo>
                  <a:pt x="128505" y="40876"/>
                </a:lnTo>
                <a:lnTo>
                  <a:pt x="128981" y="38860"/>
                </a:lnTo>
                <a:lnTo>
                  <a:pt x="127839" y="37490"/>
                </a:lnTo>
                <a:lnTo>
                  <a:pt x="126869" y="35778"/>
                </a:lnTo>
                <a:lnTo>
                  <a:pt x="126869" y="35778"/>
                </a:lnTo>
                <a:lnTo>
                  <a:pt x="128296" y="35855"/>
                </a:lnTo>
                <a:lnTo>
                  <a:pt x="128429" y="36825"/>
                </a:lnTo>
                <a:lnTo>
                  <a:pt x="129000" y="36920"/>
                </a:lnTo>
                <a:lnTo>
                  <a:pt x="129856" y="34923"/>
                </a:lnTo>
                <a:lnTo>
                  <a:pt x="130502" y="33477"/>
                </a:lnTo>
                <a:lnTo>
                  <a:pt x="130103" y="30833"/>
                </a:lnTo>
                <a:lnTo>
                  <a:pt x="129742" y="30491"/>
                </a:lnTo>
                <a:lnTo>
                  <a:pt x="132024" y="28151"/>
                </a:lnTo>
                <a:lnTo>
                  <a:pt x="133470" y="28151"/>
                </a:lnTo>
                <a:lnTo>
                  <a:pt x="134345" y="27676"/>
                </a:lnTo>
                <a:lnTo>
                  <a:pt x="135676" y="26972"/>
                </a:lnTo>
                <a:lnTo>
                  <a:pt x="135676" y="25774"/>
                </a:lnTo>
                <a:lnTo>
                  <a:pt x="137540" y="25013"/>
                </a:lnTo>
                <a:lnTo>
                  <a:pt x="137749" y="24138"/>
                </a:lnTo>
                <a:lnTo>
                  <a:pt x="135999" y="22026"/>
                </a:lnTo>
                <a:lnTo>
                  <a:pt x="135999" y="19116"/>
                </a:lnTo>
                <a:lnTo>
                  <a:pt x="136399" y="17576"/>
                </a:lnTo>
                <a:lnTo>
                  <a:pt x="138662" y="16472"/>
                </a:lnTo>
                <a:lnTo>
                  <a:pt x="138662" y="15712"/>
                </a:lnTo>
                <a:lnTo>
                  <a:pt x="138396" y="14665"/>
                </a:lnTo>
                <a:lnTo>
                  <a:pt x="139366" y="14152"/>
                </a:lnTo>
                <a:lnTo>
                  <a:pt x="140660" y="14190"/>
                </a:lnTo>
                <a:lnTo>
                  <a:pt x="141782" y="13182"/>
                </a:lnTo>
                <a:lnTo>
                  <a:pt x="143246" y="11850"/>
                </a:lnTo>
                <a:lnTo>
                  <a:pt x="143246" y="10956"/>
                </a:lnTo>
                <a:lnTo>
                  <a:pt x="141325" y="10766"/>
                </a:lnTo>
                <a:lnTo>
                  <a:pt x="141211" y="9625"/>
                </a:lnTo>
                <a:lnTo>
                  <a:pt x="140165" y="9587"/>
                </a:lnTo>
                <a:lnTo>
                  <a:pt x="138986" y="5954"/>
                </a:lnTo>
                <a:lnTo>
                  <a:pt x="134135" y="5954"/>
                </a:lnTo>
                <a:lnTo>
                  <a:pt x="133413" y="9587"/>
                </a:lnTo>
                <a:lnTo>
                  <a:pt x="133926" y="10671"/>
                </a:lnTo>
                <a:lnTo>
                  <a:pt x="133983" y="11603"/>
                </a:lnTo>
                <a:lnTo>
                  <a:pt x="133356" y="11812"/>
                </a:lnTo>
                <a:lnTo>
                  <a:pt x="133317" y="12649"/>
                </a:lnTo>
                <a:lnTo>
                  <a:pt x="133051" y="13182"/>
                </a:lnTo>
                <a:lnTo>
                  <a:pt x="131948" y="13486"/>
                </a:lnTo>
                <a:lnTo>
                  <a:pt x="131510" y="14665"/>
                </a:lnTo>
                <a:lnTo>
                  <a:pt x="124435" y="16320"/>
                </a:lnTo>
                <a:lnTo>
                  <a:pt x="122590" y="17956"/>
                </a:lnTo>
                <a:lnTo>
                  <a:pt x="121924" y="19306"/>
                </a:lnTo>
                <a:lnTo>
                  <a:pt x="119204" y="20448"/>
                </a:lnTo>
                <a:lnTo>
                  <a:pt x="118976" y="20543"/>
                </a:lnTo>
                <a:lnTo>
                  <a:pt x="119242" y="21380"/>
                </a:lnTo>
                <a:lnTo>
                  <a:pt x="117378" y="21285"/>
                </a:lnTo>
                <a:lnTo>
                  <a:pt x="115000" y="22559"/>
                </a:lnTo>
                <a:lnTo>
                  <a:pt x="113593" y="23929"/>
                </a:lnTo>
                <a:lnTo>
                  <a:pt x="113821" y="24937"/>
                </a:lnTo>
                <a:lnTo>
                  <a:pt x="115210" y="24784"/>
                </a:lnTo>
                <a:lnTo>
                  <a:pt x="115533" y="25393"/>
                </a:lnTo>
                <a:lnTo>
                  <a:pt x="115172" y="26116"/>
                </a:lnTo>
                <a:lnTo>
                  <a:pt x="113840" y="26059"/>
                </a:lnTo>
                <a:lnTo>
                  <a:pt x="111938" y="27562"/>
                </a:lnTo>
                <a:lnTo>
                  <a:pt x="109770" y="27409"/>
                </a:lnTo>
                <a:lnTo>
                  <a:pt x="109541" y="27695"/>
                </a:lnTo>
                <a:lnTo>
                  <a:pt x="107449" y="30129"/>
                </a:lnTo>
                <a:lnTo>
                  <a:pt x="105794" y="30034"/>
                </a:lnTo>
                <a:lnTo>
                  <a:pt x="105794" y="29273"/>
                </a:lnTo>
                <a:lnTo>
                  <a:pt x="107259" y="28798"/>
                </a:lnTo>
                <a:lnTo>
                  <a:pt x="107316" y="27695"/>
                </a:lnTo>
                <a:lnTo>
                  <a:pt x="107392" y="26534"/>
                </a:lnTo>
                <a:lnTo>
                  <a:pt x="108800" y="25393"/>
                </a:lnTo>
                <a:lnTo>
                  <a:pt x="108172" y="22825"/>
                </a:lnTo>
                <a:lnTo>
                  <a:pt x="109104" y="21171"/>
                </a:lnTo>
                <a:lnTo>
                  <a:pt x="109009" y="20448"/>
                </a:lnTo>
                <a:lnTo>
                  <a:pt x="108895" y="19497"/>
                </a:lnTo>
                <a:lnTo>
                  <a:pt x="109199" y="19326"/>
                </a:lnTo>
                <a:lnTo>
                  <a:pt x="110207" y="20467"/>
                </a:lnTo>
                <a:lnTo>
                  <a:pt x="112014" y="20467"/>
                </a:lnTo>
                <a:lnTo>
                  <a:pt x="112528" y="19573"/>
                </a:lnTo>
                <a:lnTo>
                  <a:pt x="111120" y="17461"/>
                </a:lnTo>
                <a:lnTo>
                  <a:pt x="109351" y="15693"/>
                </a:lnTo>
                <a:lnTo>
                  <a:pt x="104824" y="15788"/>
                </a:lnTo>
                <a:lnTo>
                  <a:pt x="101838" y="15959"/>
                </a:lnTo>
                <a:lnTo>
                  <a:pt x="101477" y="15179"/>
                </a:lnTo>
                <a:lnTo>
                  <a:pt x="100640" y="14551"/>
                </a:lnTo>
                <a:lnTo>
                  <a:pt x="100640" y="13619"/>
                </a:lnTo>
                <a:lnTo>
                  <a:pt x="99879" y="13581"/>
                </a:lnTo>
                <a:lnTo>
                  <a:pt x="99879" y="13220"/>
                </a:lnTo>
                <a:lnTo>
                  <a:pt x="99860" y="12288"/>
                </a:lnTo>
                <a:lnTo>
                  <a:pt x="99137" y="11812"/>
                </a:lnTo>
                <a:lnTo>
                  <a:pt x="99042" y="10671"/>
                </a:lnTo>
                <a:lnTo>
                  <a:pt x="97958" y="10005"/>
                </a:lnTo>
                <a:lnTo>
                  <a:pt x="97691" y="10728"/>
                </a:lnTo>
                <a:lnTo>
                  <a:pt x="96417" y="10671"/>
                </a:lnTo>
                <a:lnTo>
                  <a:pt x="95124" y="8255"/>
                </a:lnTo>
                <a:lnTo>
                  <a:pt x="94515" y="7856"/>
                </a:lnTo>
                <a:lnTo>
                  <a:pt x="91148" y="7704"/>
                </a:lnTo>
                <a:lnTo>
                  <a:pt x="90806" y="8370"/>
                </a:lnTo>
                <a:lnTo>
                  <a:pt x="90901" y="8845"/>
                </a:lnTo>
                <a:lnTo>
                  <a:pt x="89665" y="10177"/>
                </a:lnTo>
                <a:lnTo>
                  <a:pt x="88733" y="10272"/>
                </a:lnTo>
                <a:lnTo>
                  <a:pt x="87972" y="11470"/>
                </a:lnTo>
                <a:lnTo>
                  <a:pt x="84871" y="10994"/>
                </a:lnTo>
                <a:lnTo>
                  <a:pt x="83483" y="11432"/>
                </a:lnTo>
                <a:lnTo>
                  <a:pt x="81676" y="10823"/>
                </a:lnTo>
                <a:lnTo>
                  <a:pt x="81143" y="9948"/>
                </a:lnTo>
                <a:lnTo>
                  <a:pt x="79298" y="9321"/>
                </a:lnTo>
                <a:lnTo>
                  <a:pt x="78576" y="10100"/>
                </a:lnTo>
                <a:lnTo>
                  <a:pt x="76103" y="9225"/>
                </a:lnTo>
                <a:lnTo>
                  <a:pt x="76103" y="7780"/>
                </a:lnTo>
                <a:lnTo>
                  <a:pt x="74924" y="7057"/>
                </a:lnTo>
                <a:lnTo>
                  <a:pt x="74924" y="8198"/>
                </a:lnTo>
                <a:lnTo>
                  <a:pt x="70663" y="8484"/>
                </a:lnTo>
                <a:lnTo>
                  <a:pt x="69084" y="8579"/>
                </a:lnTo>
                <a:lnTo>
                  <a:pt x="58946" y="8141"/>
                </a:lnTo>
                <a:lnTo>
                  <a:pt x="57957" y="8084"/>
                </a:lnTo>
                <a:lnTo>
                  <a:pt x="56664" y="8008"/>
                </a:lnTo>
                <a:lnTo>
                  <a:pt x="42360" y="6277"/>
                </a:lnTo>
                <a:lnTo>
                  <a:pt x="39564" y="5954"/>
                </a:lnTo>
                <a:lnTo>
                  <a:pt x="39297" y="5916"/>
                </a:lnTo>
                <a:lnTo>
                  <a:pt x="31290" y="4641"/>
                </a:lnTo>
                <a:lnTo>
                  <a:pt x="27790" y="4071"/>
                </a:lnTo>
                <a:lnTo>
                  <a:pt x="27505" y="3995"/>
                </a:lnTo>
                <a:lnTo>
                  <a:pt x="25203" y="3500"/>
                </a:lnTo>
                <a:lnTo>
                  <a:pt x="18451" y="1693"/>
                </a:lnTo>
                <a:lnTo>
                  <a:pt x="129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04"/>
          <p:cNvSpPr/>
          <p:nvPr/>
        </p:nvSpPr>
        <p:spPr>
          <a:xfrm flipH="1">
            <a:off x="7371854" y="2800355"/>
            <a:ext cx="236700" cy="2367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04"/>
          <p:cNvSpPr/>
          <p:nvPr/>
        </p:nvSpPr>
        <p:spPr>
          <a:xfrm flipH="1">
            <a:off x="4572004" y="2400305"/>
            <a:ext cx="236700" cy="2367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04"/>
          <p:cNvSpPr/>
          <p:nvPr/>
        </p:nvSpPr>
        <p:spPr>
          <a:xfrm flipH="1">
            <a:off x="5821517" y="3192355"/>
            <a:ext cx="236700" cy="2367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02" name="Google Shape;3302;p104"/>
          <p:cNvCxnSpPr/>
          <p:nvPr/>
        </p:nvCxnSpPr>
        <p:spPr>
          <a:xfrm rot="10800000">
            <a:off x="2602650" y="2562775"/>
            <a:ext cx="3036600" cy="723000"/>
          </a:xfrm>
          <a:prstGeom prst="bentConnector3">
            <a:avLst>
              <a:gd name="adj1" fmla="val 50000"/>
            </a:avLst>
          </a:prstGeom>
          <a:noFill/>
          <a:ln w="28575" cap="flat" cmpd="sng">
            <a:solidFill>
              <a:schemeClr val="accent3"/>
            </a:solidFill>
            <a:prstDash val="solid"/>
            <a:round/>
            <a:headEnd type="none" w="med" len="med"/>
            <a:tailEnd type="oval" w="med" len="med"/>
          </a:ln>
        </p:spPr>
      </p:cxnSp>
      <p:sp>
        <p:nvSpPr>
          <p:cNvPr id="3303" name="Google Shape;3303;p104"/>
          <p:cNvSpPr/>
          <p:nvPr/>
        </p:nvSpPr>
        <p:spPr>
          <a:xfrm flipH="1">
            <a:off x="5994154" y="2289955"/>
            <a:ext cx="236700" cy="2367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04"/>
          <p:cNvSpPr txBox="1">
            <a:spLocks noGrp="1"/>
          </p:cNvSpPr>
          <p:nvPr>
            <p:ph type="subTitle" idx="4294967295"/>
          </p:nvPr>
        </p:nvSpPr>
        <p:spPr>
          <a:xfrm>
            <a:off x="713225" y="2289950"/>
            <a:ext cx="2750700" cy="507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2200" b="1">
                <a:solidFill>
                  <a:schemeClr val="accent6"/>
                </a:solidFill>
                <a:latin typeface="Advent Pro"/>
                <a:ea typeface="Advent Pro"/>
                <a:cs typeface="Advent Pro"/>
                <a:sym typeface="Advent Pro"/>
              </a:rPr>
              <a:t>New Users</a:t>
            </a:r>
            <a:endParaRPr sz="2200" b="1">
              <a:solidFill>
                <a:schemeClr val="accent6"/>
              </a:solidFill>
              <a:latin typeface="Advent Pro"/>
              <a:ea typeface="Advent Pro"/>
              <a:cs typeface="Advent Pro"/>
              <a:sym typeface="Advent Pro"/>
            </a:endParaRPr>
          </a:p>
        </p:txBody>
      </p:sp>
      <p:sp>
        <p:nvSpPr>
          <p:cNvPr id="3305" name="Google Shape;3305;p104"/>
          <p:cNvSpPr txBox="1">
            <a:spLocks noGrp="1"/>
          </p:cNvSpPr>
          <p:nvPr>
            <p:ph type="body" idx="4294967295"/>
          </p:nvPr>
        </p:nvSpPr>
        <p:spPr>
          <a:xfrm>
            <a:off x="713225" y="2801550"/>
            <a:ext cx="2750700" cy="9246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Venus has a beautiful name and is the second planet from the Sun. It’s terribly hot</a:t>
            </a:r>
            <a:endParaRPr sz="1400"/>
          </a:p>
        </p:txBody>
      </p:sp>
      <p:grpSp>
        <p:nvGrpSpPr>
          <p:cNvPr id="3306" name="Google Shape;3306;p104"/>
          <p:cNvGrpSpPr/>
          <p:nvPr/>
        </p:nvGrpSpPr>
        <p:grpSpPr>
          <a:xfrm>
            <a:off x="832161" y="1731651"/>
            <a:ext cx="456488" cy="457202"/>
            <a:chOff x="1194700" y="238125"/>
            <a:chExt cx="5211050" cy="5219200"/>
          </a:xfrm>
        </p:grpSpPr>
        <p:sp>
          <p:nvSpPr>
            <p:cNvPr id="3307" name="Google Shape;3307;p104"/>
            <p:cNvSpPr/>
            <p:nvPr/>
          </p:nvSpPr>
          <p:spPr>
            <a:xfrm>
              <a:off x="2500300" y="238125"/>
              <a:ext cx="2590050" cy="2192075"/>
            </a:xfrm>
            <a:custGeom>
              <a:avLst/>
              <a:gdLst/>
              <a:ahLst/>
              <a:cxnLst/>
              <a:rect l="l" t="t" r="r" b="b"/>
              <a:pathLst>
                <a:path w="103602" h="87683" extrusionOk="0">
                  <a:moveTo>
                    <a:pt x="51801" y="0"/>
                  </a:moveTo>
                  <a:cubicBezTo>
                    <a:pt x="37970" y="0"/>
                    <a:pt x="24955" y="5480"/>
                    <a:pt x="15136" y="15397"/>
                  </a:cubicBezTo>
                  <a:cubicBezTo>
                    <a:pt x="5383" y="25280"/>
                    <a:pt x="1" y="38361"/>
                    <a:pt x="1" y="52224"/>
                  </a:cubicBezTo>
                  <a:lnTo>
                    <a:pt x="1" y="81582"/>
                  </a:lnTo>
                  <a:cubicBezTo>
                    <a:pt x="1" y="84975"/>
                    <a:pt x="2741" y="87682"/>
                    <a:pt x="6100" y="87682"/>
                  </a:cubicBezTo>
                  <a:lnTo>
                    <a:pt x="97469" y="87682"/>
                  </a:lnTo>
                  <a:cubicBezTo>
                    <a:pt x="100861" y="87682"/>
                    <a:pt x="103601" y="84975"/>
                    <a:pt x="103601" y="81582"/>
                  </a:cubicBezTo>
                  <a:lnTo>
                    <a:pt x="103601" y="52224"/>
                  </a:lnTo>
                  <a:cubicBezTo>
                    <a:pt x="103601" y="38361"/>
                    <a:pt x="98219" y="25280"/>
                    <a:pt x="88466" y="15397"/>
                  </a:cubicBezTo>
                  <a:cubicBezTo>
                    <a:pt x="78647" y="5480"/>
                    <a:pt x="65632" y="0"/>
                    <a:pt x="518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04"/>
            <p:cNvSpPr/>
            <p:nvPr/>
          </p:nvSpPr>
          <p:spPr>
            <a:xfrm>
              <a:off x="3795300" y="238125"/>
              <a:ext cx="1295050" cy="2192075"/>
            </a:xfrm>
            <a:custGeom>
              <a:avLst/>
              <a:gdLst/>
              <a:ahLst/>
              <a:cxnLst/>
              <a:rect l="l" t="t" r="r" b="b"/>
              <a:pathLst>
                <a:path w="51802" h="87683" extrusionOk="0">
                  <a:moveTo>
                    <a:pt x="1" y="0"/>
                  </a:moveTo>
                  <a:lnTo>
                    <a:pt x="1" y="87682"/>
                  </a:lnTo>
                  <a:lnTo>
                    <a:pt x="45669" y="87682"/>
                  </a:lnTo>
                  <a:cubicBezTo>
                    <a:pt x="49061" y="87682"/>
                    <a:pt x="51801" y="84975"/>
                    <a:pt x="51801" y="81582"/>
                  </a:cubicBezTo>
                  <a:lnTo>
                    <a:pt x="51801" y="52224"/>
                  </a:lnTo>
                  <a:cubicBezTo>
                    <a:pt x="51801" y="38361"/>
                    <a:pt x="46419" y="25280"/>
                    <a:pt x="36666" y="15397"/>
                  </a:cubicBezTo>
                  <a:cubicBezTo>
                    <a:pt x="26847" y="5480"/>
                    <a:pt x="13832"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04"/>
            <p:cNvSpPr/>
            <p:nvPr/>
          </p:nvSpPr>
          <p:spPr>
            <a:xfrm>
              <a:off x="3315800" y="249525"/>
              <a:ext cx="305825" cy="631225"/>
            </a:xfrm>
            <a:custGeom>
              <a:avLst/>
              <a:gdLst/>
              <a:ahLst/>
              <a:cxnLst/>
              <a:rect l="l" t="t" r="r" b="b"/>
              <a:pathLst>
                <a:path w="12233" h="25249" extrusionOk="0">
                  <a:moveTo>
                    <a:pt x="12233" y="1"/>
                  </a:moveTo>
                  <a:cubicBezTo>
                    <a:pt x="7960" y="588"/>
                    <a:pt x="3882" y="1697"/>
                    <a:pt x="0" y="3263"/>
                  </a:cubicBezTo>
                  <a:lnTo>
                    <a:pt x="0" y="19116"/>
                  </a:lnTo>
                  <a:cubicBezTo>
                    <a:pt x="0" y="22508"/>
                    <a:pt x="2740" y="25248"/>
                    <a:pt x="6133" y="25248"/>
                  </a:cubicBezTo>
                  <a:cubicBezTo>
                    <a:pt x="9493" y="25248"/>
                    <a:pt x="12233" y="22508"/>
                    <a:pt x="12233" y="19116"/>
                  </a:cubicBezTo>
                  <a:lnTo>
                    <a:pt x="122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04"/>
            <p:cNvSpPr/>
            <p:nvPr/>
          </p:nvSpPr>
          <p:spPr>
            <a:xfrm>
              <a:off x="3968200" y="249525"/>
              <a:ext cx="305825" cy="631225"/>
            </a:xfrm>
            <a:custGeom>
              <a:avLst/>
              <a:gdLst/>
              <a:ahLst/>
              <a:cxnLst/>
              <a:rect l="l" t="t" r="r" b="b"/>
              <a:pathLst>
                <a:path w="12233" h="25249" extrusionOk="0">
                  <a:moveTo>
                    <a:pt x="0" y="1"/>
                  </a:moveTo>
                  <a:lnTo>
                    <a:pt x="0" y="19116"/>
                  </a:lnTo>
                  <a:cubicBezTo>
                    <a:pt x="0" y="22508"/>
                    <a:pt x="2740" y="25248"/>
                    <a:pt x="6133" y="25248"/>
                  </a:cubicBezTo>
                  <a:cubicBezTo>
                    <a:pt x="9493" y="25248"/>
                    <a:pt x="12233" y="22508"/>
                    <a:pt x="12233" y="19116"/>
                  </a:cubicBezTo>
                  <a:lnTo>
                    <a:pt x="12233" y="3263"/>
                  </a:lnTo>
                  <a:cubicBezTo>
                    <a:pt x="8384" y="1697"/>
                    <a:pt x="4273" y="588"/>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04"/>
            <p:cNvSpPr/>
            <p:nvPr/>
          </p:nvSpPr>
          <p:spPr>
            <a:xfrm>
              <a:off x="2255650" y="1390400"/>
              <a:ext cx="3079350" cy="305850"/>
            </a:xfrm>
            <a:custGeom>
              <a:avLst/>
              <a:gdLst/>
              <a:ahLst/>
              <a:cxnLst/>
              <a:rect l="l" t="t" r="r" b="b"/>
              <a:pathLst>
                <a:path w="123174" h="12234" extrusionOk="0">
                  <a:moveTo>
                    <a:pt x="6100" y="1"/>
                  </a:moveTo>
                  <a:cubicBezTo>
                    <a:pt x="2741" y="1"/>
                    <a:pt x="1" y="2741"/>
                    <a:pt x="1" y="6133"/>
                  </a:cubicBezTo>
                  <a:cubicBezTo>
                    <a:pt x="1" y="9493"/>
                    <a:pt x="2741" y="12233"/>
                    <a:pt x="6100" y="12233"/>
                  </a:cubicBezTo>
                  <a:lnTo>
                    <a:pt x="117041" y="12233"/>
                  </a:lnTo>
                  <a:cubicBezTo>
                    <a:pt x="120433" y="12233"/>
                    <a:pt x="123173" y="9493"/>
                    <a:pt x="123173" y="6133"/>
                  </a:cubicBezTo>
                  <a:cubicBezTo>
                    <a:pt x="123173" y="2741"/>
                    <a:pt x="120433" y="1"/>
                    <a:pt x="1170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04"/>
            <p:cNvSpPr/>
            <p:nvPr/>
          </p:nvSpPr>
          <p:spPr>
            <a:xfrm>
              <a:off x="3795300" y="1390400"/>
              <a:ext cx="1539700" cy="305850"/>
            </a:xfrm>
            <a:custGeom>
              <a:avLst/>
              <a:gdLst/>
              <a:ahLst/>
              <a:cxnLst/>
              <a:rect l="l" t="t" r="r" b="b"/>
              <a:pathLst>
                <a:path w="61588" h="12234" extrusionOk="0">
                  <a:moveTo>
                    <a:pt x="1" y="1"/>
                  </a:moveTo>
                  <a:lnTo>
                    <a:pt x="1" y="12233"/>
                  </a:lnTo>
                  <a:lnTo>
                    <a:pt x="55455" y="12233"/>
                  </a:lnTo>
                  <a:cubicBezTo>
                    <a:pt x="58847" y="12233"/>
                    <a:pt x="61587" y="9493"/>
                    <a:pt x="61587" y="6133"/>
                  </a:cubicBezTo>
                  <a:cubicBezTo>
                    <a:pt x="61587" y="2741"/>
                    <a:pt x="58847" y="1"/>
                    <a:pt x="554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04"/>
            <p:cNvSpPr/>
            <p:nvPr/>
          </p:nvSpPr>
          <p:spPr>
            <a:xfrm>
              <a:off x="1602450" y="3257200"/>
              <a:ext cx="4803300" cy="2200125"/>
            </a:xfrm>
            <a:custGeom>
              <a:avLst/>
              <a:gdLst/>
              <a:ahLst/>
              <a:cxnLst/>
              <a:rect l="l" t="t" r="r" b="b"/>
              <a:pathLst>
                <a:path w="192132" h="88005" extrusionOk="0">
                  <a:moveTo>
                    <a:pt x="55836" y="1"/>
                  </a:moveTo>
                  <a:cubicBezTo>
                    <a:pt x="47408" y="1"/>
                    <a:pt x="39028" y="1962"/>
                    <a:pt x="31282" y="5835"/>
                  </a:cubicBezTo>
                  <a:lnTo>
                    <a:pt x="13472" y="14740"/>
                  </a:lnTo>
                  <a:lnTo>
                    <a:pt x="3393" y="19796"/>
                  </a:lnTo>
                  <a:cubicBezTo>
                    <a:pt x="1305" y="20840"/>
                    <a:pt x="0" y="22960"/>
                    <a:pt x="0" y="25276"/>
                  </a:cubicBezTo>
                  <a:lnTo>
                    <a:pt x="0" y="75021"/>
                  </a:lnTo>
                  <a:cubicBezTo>
                    <a:pt x="0" y="76881"/>
                    <a:pt x="848" y="78642"/>
                    <a:pt x="2283" y="79784"/>
                  </a:cubicBezTo>
                  <a:cubicBezTo>
                    <a:pt x="3381" y="80682"/>
                    <a:pt x="4747" y="81161"/>
                    <a:pt x="6131" y="81161"/>
                  </a:cubicBezTo>
                  <a:cubicBezTo>
                    <a:pt x="6556" y="81161"/>
                    <a:pt x="6983" y="81115"/>
                    <a:pt x="7405" y="81023"/>
                  </a:cubicBezTo>
                  <a:lnTo>
                    <a:pt x="40383" y="73945"/>
                  </a:lnTo>
                  <a:cubicBezTo>
                    <a:pt x="43323" y="73312"/>
                    <a:pt x="46315" y="72999"/>
                    <a:pt x="49305" y="72999"/>
                  </a:cubicBezTo>
                  <a:cubicBezTo>
                    <a:pt x="53715" y="72999"/>
                    <a:pt x="58118" y="73680"/>
                    <a:pt x="62337" y="75021"/>
                  </a:cubicBezTo>
                  <a:lnTo>
                    <a:pt x="95087" y="85427"/>
                  </a:lnTo>
                  <a:cubicBezTo>
                    <a:pt x="100534" y="87156"/>
                    <a:pt x="106145" y="88004"/>
                    <a:pt x="111690" y="88004"/>
                  </a:cubicBezTo>
                  <a:cubicBezTo>
                    <a:pt x="125097" y="88004"/>
                    <a:pt x="138308" y="83144"/>
                    <a:pt x="148518" y="74010"/>
                  </a:cubicBezTo>
                  <a:cubicBezTo>
                    <a:pt x="148584" y="73912"/>
                    <a:pt x="148681" y="73847"/>
                    <a:pt x="148747" y="73782"/>
                  </a:cubicBezTo>
                  <a:lnTo>
                    <a:pt x="186129" y="36628"/>
                  </a:lnTo>
                  <a:cubicBezTo>
                    <a:pt x="189946" y="33138"/>
                    <a:pt x="192131" y="28212"/>
                    <a:pt x="192131" y="23058"/>
                  </a:cubicBezTo>
                  <a:lnTo>
                    <a:pt x="192131" y="22373"/>
                  </a:lnTo>
                  <a:cubicBezTo>
                    <a:pt x="192131" y="16567"/>
                    <a:pt x="189391" y="11217"/>
                    <a:pt x="184596" y="7694"/>
                  </a:cubicBezTo>
                  <a:cubicBezTo>
                    <a:pt x="181301" y="5284"/>
                    <a:pt x="177361" y="4027"/>
                    <a:pt x="173407" y="4027"/>
                  </a:cubicBezTo>
                  <a:cubicBezTo>
                    <a:pt x="171528" y="4027"/>
                    <a:pt x="169647" y="4311"/>
                    <a:pt x="167829" y="4889"/>
                  </a:cubicBezTo>
                  <a:cubicBezTo>
                    <a:pt x="167601" y="4954"/>
                    <a:pt x="167373" y="5052"/>
                    <a:pt x="167144" y="5150"/>
                  </a:cubicBezTo>
                  <a:lnTo>
                    <a:pt x="126206" y="23808"/>
                  </a:lnTo>
                  <a:lnTo>
                    <a:pt x="126043" y="23873"/>
                  </a:lnTo>
                  <a:cubicBezTo>
                    <a:pt x="123597" y="20383"/>
                    <a:pt x="120009" y="17708"/>
                    <a:pt x="115703" y="16338"/>
                  </a:cubicBezTo>
                  <a:lnTo>
                    <a:pt x="72612" y="2638"/>
                  </a:lnTo>
                  <a:cubicBezTo>
                    <a:pt x="67114" y="875"/>
                    <a:pt x="61464" y="1"/>
                    <a:pt x="558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04"/>
            <p:cNvSpPr/>
            <p:nvPr/>
          </p:nvSpPr>
          <p:spPr>
            <a:xfrm>
              <a:off x="3795300" y="3357875"/>
              <a:ext cx="2610450" cy="2099450"/>
            </a:xfrm>
            <a:custGeom>
              <a:avLst/>
              <a:gdLst/>
              <a:ahLst/>
              <a:cxnLst/>
              <a:rect l="l" t="t" r="r" b="b"/>
              <a:pathLst>
                <a:path w="104418" h="83978" extrusionOk="0">
                  <a:moveTo>
                    <a:pt x="85693" y="0"/>
                  </a:moveTo>
                  <a:cubicBezTo>
                    <a:pt x="83814" y="0"/>
                    <a:pt x="81933" y="284"/>
                    <a:pt x="80115" y="862"/>
                  </a:cubicBezTo>
                  <a:cubicBezTo>
                    <a:pt x="79887" y="927"/>
                    <a:pt x="79659" y="1025"/>
                    <a:pt x="79430" y="1123"/>
                  </a:cubicBezTo>
                  <a:lnTo>
                    <a:pt x="38492" y="19781"/>
                  </a:lnTo>
                  <a:lnTo>
                    <a:pt x="38329" y="19846"/>
                  </a:lnTo>
                  <a:cubicBezTo>
                    <a:pt x="35883" y="16356"/>
                    <a:pt x="32295" y="13681"/>
                    <a:pt x="27989" y="12311"/>
                  </a:cubicBezTo>
                  <a:lnTo>
                    <a:pt x="1" y="3406"/>
                  </a:lnTo>
                  <a:lnTo>
                    <a:pt x="1" y="79052"/>
                  </a:lnTo>
                  <a:lnTo>
                    <a:pt x="7373" y="81400"/>
                  </a:lnTo>
                  <a:cubicBezTo>
                    <a:pt x="12820" y="83129"/>
                    <a:pt x="18431" y="83977"/>
                    <a:pt x="23976" y="83977"/>
                  </a:cubicBezTo>
                  <a:cubicBezTo>
                    <a:pt x="37383" y="83977"/>
                    <a:pt x="50594" y="79117"/>
                    <a:pt x="60804" y="69983"/>
                  </a:cubicBezTo>
                  <a:cubicBezTo>
                    <a:pt x="60870" y="69885"/>
                    <a:pt x="60967" y="69820"/>
                    <a:pt x="61033" y="69755"/>
                  </a:cubicBezTo>
                  <a:lnTo>
                    <a:pt x="98415" y="32601"/>
                  </a:lnTo>
                  <a:cubicBezTo>
                    <a:pt x="102232" y="29111"/>
                    <a:pt x="104417" y="24185"/>
                    <a:pt x="104417" y="19031"/>
                  </a:cubicBezTo>
                  <a:lnTo>
                    <a:pt x="104417" y="18346"/>
                  </a:lnTo>
                  <a:cubicBezTo>
                    <a:pt x="104417" y="12540"/>
                    <a:pt x="101677" y="7190"/>
                    <a:pt x="96882" y="3667"/>
                  </a:cubicBezTo>
                  <a:cubicBezTo>
                    <a:pt x="93587" y="1257"/>
                    <a:pt x="89647" y="0"/>
                    <a:pt x="856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04"/>
            <p:cNvSpPr/>
            <p:nvPr/>
          </p:nvSpPr>
          <p:spPr>
            <a:xfrm>
              <a:off x="1939250" y="3257200"/>
              <a:ext cx="2834675" cy="1226400"/>
            </a:xfrm>
            <a:custGeom>
              <a:avLst/>
              <a:gdLst/>
              <a:ahLst/>
              <a:cxnLst/>
              <a:rect l="l" t="t" r="r" b="b"/>
              <a:pathLst>
                <a:path w="113387" h="49056" extrusionOk="0">
                  <a:moveTo>
                    <a:pt x="42364" y="1"/>
                  </a:moveTo>
                  <a:cubicBezTo>
                    <a:pt x="33936" y="1"/>
                    <a:pt x="25556" y="1962"/>
                    <a:pt x="17810" y="5835"/>
                  </a:cubicBezTo>
                  <a:lnTo>
                    <a:pt x="0" y="14740"/>
                  </a:lnTo>
                  <a:lnTo>
                    <a:pt x="0" y="39107"/>
                  </a:lnTo>
                  <a:cubicBezTo>
                    <a:pt x="0" y="40966"/>
                    <a:pt x="848" y="42728"/>
                    <a:pt x="2316" y="43869"/>
                  </a:cubicBezTo>
                  <a:cubicBezTo>
                    <a:pt x="3403" y="44759"/>
                    <a:pt x="4772" y="45218"/>
                    <a:pt x="6151" y="45218"/>
                  </a:cubicBezTo>
                  <a:cubicBezTo>
                    <a:pt x="6593" y="45218"/>
                    <a:pt x="7035" y="45171"/>
                    <a:pt x="7470" y="45076"/>
                  </a:cubicBezTo>
                  <a:lnTo>
                    <a:pt x="36860" y="38324"/>
                  </a:lnTo>
                  <a:cubicBezTo>
                    <a:pt x="40004" y="37610"/>
                    <a:pt x="43205" y="37255"/>
                    <a:pt x="46403" y="37255"/>
                  </a:cubicBezTo>
                  <a:cubicBezTo>
                    <a:pt x="50805" y="37255"/>
                    <a:pt x="55201" y="37929"/>
                    <a:pt x="59433" y="39270"/>
                  </a:cubicBezTo>
                  <a:lnTo>
                    <a:pt x="87193" y="48110"/>
                  </a:lnTo>
                  <a:cubicBezTo>
                    <a:pt x="89183" y="48730"/>
                    <a:pt x="91238" y="49056"/>
                    <a:pt x="93293" y="49056"/>
                  </a:cubicBezTo>
                  <a:cubicBezTo>
                    <a:pt x="104384" y="49056"/>
                    <a:pt x="113387" y="40020"/>
                    <a:pt x="113387" y="28930"/>
                  </a:cubicBezTo>
                  <a:cubicBezTo>
                    <a:pt x="113387" y="27168"/>
                    <a:pt x="113158" y="25439"/>
                    <a:pt x="112734" y="23808"/>
                  </a:cubicBezTo>
                  <a:lnTo>
                    <a:pt x="112571" y="23873"/>
                  </a:lnTo>
                  <a:cubicBezTo>
                    <a:pt x="110125" y="20383"/>
                    <a:pt x="106537" y="17708"/>
                    <a:pt x="102231" y="16338"/>
                  </a:cubicBezTo>
                  <a:lnTo>
                    <a:pt x="59140" y="2638"/>
                  </a:lnTo>
                  <a:cubicBezTo>
                    <a:pt x="53642" y="875"/>
                    <a:pt x="47992" y="1"/>
                    <a:pt x="423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04"/>
            <p:cNvSpPr/>
            <p:nvPr/>
          </p:nvSpPr>
          <p:spPr>
            <a:xfrm>
              <a:off x="3795300" y="3443025"/>
              <a:ext cx="978625" cy="1040575"/>
            </a:xfrm>
            <a:custGeom>
              <a:avLst/>
              <a:gdLst/>
              <a:ahLst/>
              <a:cxnLst/>
              <a:rect l="l" t="t" r="r" b="b"/>
              <a:pathLst>
                <a:path w="39145" h="41623" extrusionOk="0">
                  <a:moveTo>
                    <a:pt x="1" y="0"/>
                  </a:moveTo>
                  <a:lnTo>
                    <a:pt x="1" y="36567"/>
                  </a:lnTo>
                  <a:lnTo>
                    <a:pt x="12951" y="40677"/>
                  </a:lnTo>
                  <a:cubicBezTo>
                    <a:pt x="14941" y="41297"/>
                    <a:pt x="16996" y="41623"/>
                    <a:pt x="19051" y="41623"/>
                  </a:cubicBezTo>
                  <a:cubicBezTo>
                    <a:pt x="30142" y="41623"/>
                    <a:pt x="39145" y="32587"/>
                    <a:pt x="39145" y="21497"/>
                  </a:cubicBezTo>
                  <a:cubicBezTo>
                    <a:pt x="39145" y="19735"/>
                    <a:pt x="38916" y="18006"/>
                    <a:pt x="38492" y="16375"/>
                  </a:cubicBezTo>
                  <a:lnTo>
                    <a:pt x="38329" y="16440"/>
                  </a:lnTo>
                  <a:cubicBezTo>
                    <a:pt x="35883" y="12950"/>
                    <a:pt x="32295" y="10275"/>
                    <a:pt x="27989" y="8905"/>
                  </a:cubicBez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04"/>
            <p:cNvSpPr/>
            <p:nvPr/>
          </p:nvSpPr>
          <p:spPr>
            <a:xfrm>
              <a:off x="1194700" y="3185325"/>
              <a:ext cx="1203700" cy="2263825"/>
            </a:xfrm>
            <a:custGeom>
              <a:avLst/>
              <a:gdLst/>
              <a:ahLst/>
              <a:cxnLst/>
              <a:rect l="l" t="t" r="r" b="b"/>
              <a:pathLst>
                <a:path w="48148" h="90553" extrusionOk="0">
                  <a:moveTo>
                    <a:pt x="6133" y="0"/>
                  </a:moveTo>
                  <a:cubicBezTo>
                    <a:pt x="2740" y="0"/>
                    <a:pt x="0" y="2740"/>
                    <a:pt x="0" y="6100"/>
                  </a:cubicBezTo>
                  <a:lnTo>
                    <a:pt x="0" y="84420"/>
                  </a:lnTo>
                  <a:cubicBezTo>
                    <a:pt x="0" y="87813"/>
                    <a:pt x="2740" y="90553"/>
                    <a:pt x="6133" y="90553"/>
                  </a:cubicBezTo>
                  <a:lnTo>
                    <a:pt x="42014" y="90553"/>
                  </a:lnTo>
                  <a:cubicBezTo>
                    <a:pt x="45407" y="90553"/>
                    <a:pt x="48147" y="87813"/>
                    <a:pt x="48147" y="84420"/>
                  </a:cubicBezTo>
                  <a:lnTo>
                    <a:pt x="48147" y="6100"/>
                  </a:lnTo>
                  <a:cubicBezTo>
                    <a:pt x="48147" y="2740"/>
                    <a:pt x="45407" y="0"/>
                    <a:pt x="42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298"/>
                                        </p:tgtEl>
                                        <p:attrNameLst>
                                          <p:attrName>style.visibility</p:attrName>
                                        </p:attrNameLst>
                                      </p:cBhvr>
                                      <p:to>
                                        <p:strVal val="visible"/>
                                      </p:to>
                                    </p:set>
                                    <p:anim calcmode="lin" valueType="num">
                                      <p:cBhvr additive="base">
                                        <p:cTn id="7" dur="1000"/>
                                        <p:tgtEl>
                                          <p:spTgt spid="3298"/>
                                        </p:tgtEl>
                                        <p:attrNameLst>
                                          <p:attrName>ppt_x</p:attrName>
                                        </p:attrNameLst>
                                      </p:cBhvr>
                                      <p:tavLst>
                                        <p:tav tm="0">
                                          <p:val>
                                            <p:strVal val="#ppt_x+1"/>
                                          </p:val>
                                        </p:tav>
                                        <p:tav tm="100000">
                                          <p:val>
                                            <p:strVal val="#ppt_x"/>
                                          </p:val>
                                        </p:tav>
                                      </p:tavLst>
                                    </p:anim>
                                  </p:childTnLst>
                                </p:cTn>
                              </p:par>
                              <p:par>
                                <p:cTn id="8" presetID="2" presetClass="entr" presetSubtype="2" fill="hold" nodeType="withEffect">
                                  <p:stCondLst>
                                    <p:cond delay="0"/>
                                  </p:stCondLst>
                                  <p:childTnLst>
                                    <p:set>
                                      <p:cBhvr>
                                        <p:cTn id="9" dur="1" fill="hold">
                                          <p:stCondLst>
                                            <p:cond delay="0"/>
                                          </p:stCondLst>
                                        </p:cTn>
                                        <p:tgtEl>
                                          <p:spTgt spid="3302"/>
                                        </p:tgtEl>
                                        <p:attrNameLst>
                                          <p:attrName>style.visibility</p:attrName>
                                        </p:attrNameLst>
                                      </p:cBhvr>
                                      <p:to>
                                        <p:strVal val="visible"/>
                                      </p:to>
                                    </p:set>
                                    <p:anim calcmode="lin" valueType="num">
                                      <p:cBhvr additive="base">
                                        <p:cTn id="10" dur="1000"/>
                                        <p:tgtEl>
                                          <p:spTgt spid="330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321"/>
        <p:cNvGrpSpPr/>
        <p:nvPr/>
      </p:nvGrpSpPr>
      <p:grpSpPr>
        <a:xfrm>
          <a:off x="0" y="0"/>
          <a:ext cx="0" cy="0"/>
          <a:chOff x="0" y="0"/>
          <a:chExt cx="0" cy="0"/>
        </a:xfrm>
      </p:grpSpPr>
      <p:sp>
        <p:nvSpPr>
          <p:cNvPr id="3322" name="Google Shape;3322;p105"/>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Investment</a:t>
            </a:r>
            <a:endParaRPr/>
          </a:p>
        </p:txBody>
      </p:sp>
      <p:pic>
        <p:nvPicPr>
          <p:cNvPr id="3323" name="Google Shape;3323;p105" title="Gráfico">
            <a:hlinkClick r:id="rId3"/>
          </p:cNvPr>
          <p:cNvPicPr preferRelativeResize="0"/>
          <p:nvPr/>
        </p:nvPicPr>
        <p:blipFill>
          <a:blip r:embed="rId4">
            <a:alphaModFix/>
          </a:blip>
          <a:stretch>
            <a:fillRect/>
          </a:stretch>
        </p:blipFill>
        <p:spPr>
          <a:xfrm>
            <a:off x="714375" y="2667874"/>
            <a:ext cx="7715250" cy="1938025"/>
          </a:xfrm>
          <a:prstGeom prst="rect">
            <a:avLst/>
          </a:prstGeom>
          <a:noFill/>
          <a:ln>
            <a:noFill/>
          </a:ln>
        </p:spPr>
      </p:pic>
      <p:sp>
        <p:nvSpPr>
          <p:cNvPr id="3324" name="Google Shape;3324;p105"/>
          <p:cNvSpPr/>
          <p:nvPr/>
        </p:nvSpPr>
        <p:spPr>
          <a:xfrm>
            <a:off x="885825" y="1400175"/>
            <a:ext cx="2333700" cy="1047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0" b="1">
                <a:solidFill>
                  <a:schemeClr val="lt1"/>
                </a:solidFill>
                <a:latin typeface="Advent Pro"/>
                <a:ea typeface="Advent Pro"/>
                <a:cs typeface="Advent Pro"/>
                <a:sym typeface="Advent Pro"/>
              </a:rPr>
              <a:t>58.8 %</a:t>
            </a:r>
            <a:endParaRPr>
              <a:solidFill>
                <a:schemeClr val="dk1"/>
              </a:solidFill>
            </a:endParaRPr>
          </a:p>
        </p:txBody>
      </p:sp>
      <p:sp>
        <p:nvSpPr>
          <p:cNvPr id="3325" name="Google Shape;3325;p105"/>
          <p:cNvSpPr/>
          <p:nvPr/>
        </p:nvSpPr>
        <p:spPr>
          <a:xfrm>
            <a:off x="3405150" y="1400175"/>
            <a:ext cx="2333700" cy="10479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6000" b="1">
                <a:solidFill>
                  <a:schemeClr val="lt1"/>
                </a:solidFill>
                <a:latin typeface="Advent Pro"/>
                <a:ea typeface="Advent Pro"/>
                <a:cs typeface="Advent Pro"/>
                <a:sym typeface="Advent Pro"/>
              </a:rPr>
              <a:t>$5M</a:t>
            </a:r>
            <a:endParaRPr>
              <a:solidFill>
                <a:schemeClr val="lt1"/>
              </a:solidFill>
            </a:endParaRPr>
          </a:p>
        </p:txBody>
      </p:sp>
      <p:sp>
        <p:nvSpPr>
          <p:cNvPr id="3326" name="Google Shape;3326;p105"/>
          <p:cNvSpPr/>
          <p:nvPr/>
        </p:nvSpPr>
        <p:spPr>
          <a:xfrm>
            <a:off x="5924475" y="1400175"/>
            <a:ext cx="2333700" cy="10479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434343"/>
                </a:solidFill>
                <a:latin typeface="Advent Pro"/>
                <a:ea typeface="Advent Pro"/>
                <a:cs typeface="Advent Pro"/>
                <a:sym typeface="Advent Pro"/>
              </a:rPr>
              <a:t>To modify this graph, click on it, follow the link, change the data and paste the resulting graph here</a:t>
            </a:r>
            <a:endParaRPr sz="1200" b="1">
              <a:solidFill>
                <a:srgbClr val="434343"/>
              </a:solidFill>
              <a:latin typeface="Advent Pro"/>
              <a:ea typeface="Advent Pro"/>
              <a:cs typeface="Advent Pro"/>
              <a:sym typeface="Advent Pr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330"/>
        <p:cNvGrpSpPr/>
        <p:nvPr/>
      </p:nvGrpSpPr>
      <p:grpSpPr>
        <a:xfrm>
          <a:off x="0" y="0"/>
          <a:ext cx="0" cy="0"/>
          <a:chOff x="0" y="0"/>
          <a:chExt cx="0" cy="0"/>
        </a:xfrm>
      </p:grpSpPr>
      <p:sp>
        <p:nvSpPr>
          <p:cNvPr id="3331" name="Google Shape;3331;p106"/>
          <p:cNvSpPr/>
          <p:nvPr/>
        </p:nvSpPr>
        <p:spPr>
          <a:xfrm rot="-883532" flipH="1">
            <a:off x="165250" y="1379288"/>
            <a:ext cx="4847718" cy="2845432"/>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06"/>
          <p:cNvSpPr txBox="1">
            <a:spLocks noGrp="1"/>
          </p:cNvSpPr>
          <p:nvPr>
            <p:ph type="subTitle" idx="1"/>
          </p:nvPr>
        </p:nvSpPr>
        <p:spPr>
          <a:xfrm>
            <a:off x="5520450" y="2435775"/>
            <a:ext cx="2737200" cy="12783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You can replace the image on the screen with your own work. Just delete this one, add yours and center it properly</a:t>
            </a:r>
            <a:endParaRPr/>
          </a:p>
        </p:txBody>
      </p:sp>
      <p:grpSp>
        <p:nvGrpSpPr>
          <p:cNvPr id="3333" name="Google Shape;3333;p106"/>
          <p:cNvGrpSpPr/>
          <p:nvPr/>
        </p:nvGrpSpPr>
        <p:grpSpPr>
          <a:xfrm flipH="1">
            <a:off x="713225" y="1475541"/>
            <a:ext cx="2737217" cy="2292038"/>
            <a:chOff x="4682075" y="1371800"/>
            <a:chExt cx="3265200" cy="2734150"/>
          </a:xfrm>
        </p:grpSpPr>
        <p:sp>
          <p:nvSpPr>
            <p:cNvPr id="3334" name="Google Shape;3334;p106"/>
            <p:cNvSpPr/>
            <p:nvPr/>
          </p:nvSpPr>
          <p:spPr>
            <a:xfrm>
              <a:off x="5831525" y="3974850"/>
              <a:ext cx="966300" cy="1311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06"/>
            <p:cNvSpPr/>
            <p:nvPr/>
          </p:nvSpPr>
          <p:spPr>
            <a:xfrm>
              <a:off x="4682075" y="1371800"/>
              <a:ext cx="3265200" cy="22002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06"/>
            <p:cNvSpPr/>
            <p:nvPr/>
          </p:nvSpPr>
          <p:spPr>
            <a:xfrm>
              <a:off x="5981675" y="3446100"/>
              <a:ext cx="666000" cy="5289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337" name="Google Shape;3337;p106"/>
          <p:cNvPicPr preferRelativeResize="0"/>
          <p:nvPr/>
        </p:nvPicPr>
        <p:blipFill rotWithShape="1">
          <a:blip r:embed="rId3">
            <a:alphaModFix/>
          </a:blip>
          <a:srcRect b="25239"/>
          <a:stretch/>
        </p:blipFill>
        <p:spPr>
          <a:xfrm>
            <a:off x="783927" y="1603748"/>
            <a:ext cx="2595906" cy="1397308"/>
          </a:xfrm>
          <a:prstGeom prst="rect">
            <a:avLst/>
          </a:prstGeom>
          <a:noFill/>
          <a:ln>
            <a:noFill/>
          </a:ln>
        </p:spPr>
      </p:pic>
      <p:sp>
        <p:nvSpPr>
          <p:cNvPr id="3338" name="Google Shape;3338;p106"/>
          <p:cNvSpPr/>
          <p:nvPr/>
        </p:nvSpPr>
        <p:spPr>
          <a:xfrm flipH="1">
            <a:off x="2468476" y="2761963"/>
            <a:ext cx="2073900" cy="12198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339" name="Google Shape;3339;p106"/>
          <p:cNvPicPr preferRelativeResize="0"/>
          <p:nvPr/>
        </p:nvPicPr>
        <p:blipFill rotWithShape="1">
          <a:blip r:embed="rId4">
            <a:alphaModFix/>
          </a:blip>
          <a:srcRect b="25239"/>
          <a:stretch/>
        </p:blipFill>
        <p:spPr>
          <a:xfrm>
            <a:off x="2553424" y="2854111"/>
            <a:ext cx="1904118" cy="1024941"/>
          </a:xfrm>
          <a:prstGeom prst="rect">
            <a:avLst/>
          </a:prstGeom>
          <a:noFill/>
          <a:ln>
            <a:noFill/>
          </a:ln>
        </p:spPr>
      </p:pic>
      <p:sp>
        <p:nvSpPr>
          <p:cNvPr id="3340" name="Google Shape;3340;p106"/>
          <p:cNvSpPr/>
          <p:nvPr/>
        </p:nvSpPr>
        <p:spPr>
          <a:xfrm flipH="1">
            <a:off x="2293015" y="4025871"/>
            <a:ext cx="2424900" cy="1275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06"/>
          <p:cNvSpPr txBox="1">
            <a:spLocks noGrp="1"/>
          </p:cNvSpPr>
          <p:nvPr>
            <p:ph type="title"/>
          </p:nvPr>
        </p:nvSpPr>
        <p:spPr>
          <a:xfrm>
            <a:off x="4846475" y="1698363"/>
            <a:ext cx="3411300" cy="755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Sneak Peek</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3333"/>
                                        </p:tgtEl>
                                        <p:attrNameLst>
                                          <p:attrName>style.visibility</p:attrName>
                                        </p:attrNameLst>
                                      </p:cBhvr>
                                      <p:to>
                                        <p:strVal val="visible"/>
                                      </p:to>
                                    </p:set>
                                    <p:anim calcmode="lin" valueType="num">
                                      <p:cBhvr additive="base">
                                        <p:cTn id="7" dur="1000"/>
                                        <p:tgtEl>
                                          <p:spTgt spid="3333"/>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3337"/>
                                        </p:tgtEl>
                                        <p:attrNameLst>
                                          <p:attrName>style.visibility</p:attrName>
                                        </p:attrNameLst>
                                      </p:cBhvr>
                                      <p:to>
                                        <p:strVal val="visible"/>
                                      </p:to>
                                    </p:set>
                                    <p:anim calcmode="lin" valueType="num">
                                      <p:cBhvr additive="base">
                                        <p:cTn id="10" dur="1000"/>
                                        <p:tgtEl>
                                          <p:spTgt spid="3337"/>
                                        </p:tgtEl>
                                        <p:attrNameLst>
                                          <p:attrName>ppt_x</p:attrName>
                                        </p:attrNameLst>
                                      </p:cBhvr>
                                      <p:tavLst>
                                        <p:tav tm="0">
                                          <p:val>
                                            <p:strVal val="#ppt_x-1"/>
                                          </p:val>
                                        </p:tav>
                                        <p:tav tm="100000">
                                          <p:val>
                                            <p:strVal val="#ppt_x"/>
                                          </p:val>
                                        </p:tav>
                                      </p:tavLst>
                                    </p:anim>
                                  </p:childTnLst>
                                </p:cTn>
                              </p:par>
                              <p:par>
                                <p:cTn id="11" presetID="2" presetClass="entr" presetSubtype="8" fill="hold" nodeType="withEffect">
                                  <p:stCondLst>
                                    <p:cond delay="0"/>
                                  </p:stCondLst>
                                  <p:childTnLst>
                                    <p:set>
                                      <p:cBhvr>
                                        <p:cTn id="12" dur="1" fill="hold">
                                          <p:stCondLst>
                                            <p:cond delay="0"/>
                                          </p:stCondLst>
                                        </p:cTn>
                                        <p:tgtEl>
                                          <p:spTgt spid="3338"/>
                                        </p:tgtEl>
                                        <p:attrNameLst>
                                          <p:attrName>style.visibility</p:attrName>
                                        </p:attrNameLst>
                                      </p:cBhvr>
                                      <p:to>
                                        <p:strVal val="visible"/>
                                      </p:to>
                                    </p:set>
                                    <p:anim calcmode="lin" valueType="num">
                                      <p:cBhvr additive="base">
                                        <p:cTn id="13" dur="1000"/>
                                        <p:tgtEl>
                                          <p:spTgt spid="3338"/>
                                        </p:tgtEl>
                                        <p:attrNameLst>
                                          <p:attrName>ppt_x</p:attrName>
                                        </p:attrNameLst>
                                      </p:cBhvr>
                                      <p:tavLst>
                                        <p:tav tm="0">
                                          <p:val>
                                            <p:strVal val="#ppt_x-1"/>
                                          </p:val>
                                        </p:tav>
                                        <p:tav tm="100000">
                                          <p:val>
                                            <p:strVal val="#ppt_x"/>
                                          </p:val>
                                        </p:tav>
                                      </p:tavLst>
                                    </p:anim>
                                  </p:childTnLst>
                                </p:cTn>
                              </p:par>
                              <p:par>
                                <p:cTn id="14" presetID="2" presetClass="entr" presetSubtype="8" fill="hold" nodeType="withEffect">
                                  <p:stCondLst>
                                    <p:cond delay="0"/>
                                  </p:stCondLst>
                                  <p:childTnLst>
                                    <p:set>
                                      <p:cBhvr>
                                        <p:cTn id="15" dur="1" fill="hold">
                                          <p:stCondLst>
                                            <p:cond delay="0"/>
                                          </p:stCondLst>
                                        </p:cTn>
                                        <p:tgtEl>
                                          <p:spTgt spid="3339"/>
                                        </p:tgtEl>
                                        <p:attrNameLst>
                                          <p:attrName>style.visibility</p:attrName>
                                        </p:attrNameLst>
                                      </p:cBhvr>
                                      <p:to>
                                        <p:strVal val="visible"/>
                                      </p:to>
                                    </p:set>
                                    <p:anim calcmode="lin" valueType="num">
                                      <p:cBhvr additive="base">
                                        <p:cTn id="16" dur="1000"/>
                                        <p:tgtEl>
                                          <p:spTgt spid="3339"/>
                                        </p:tgtEl>
                                        <p:attrNameLst>
                                          <p:attrName>ppt_x</p:attrName>
                                        </p:attrNameLst>
                                      </p:cBhvr>
                                      <p:tavLst>
                                        <p:tav tm="0">
                                          <p:val>
                                            <p:strVal val="#ppt_x-1"/>
                                          </p:val>
                                        </p:tav>
                                        <p:tav tm="100000">
                                          <p:val>
                                            <p:strVal val="#ppt_x"/>
                                          </p:val>
                                        </p:tav>
                                      </p:tavLst>
                                    </p:anim>
                                  </p:childTnLst>
                                </p:cTn>
                              </p:par>
                              <p:par>
                                <p:cTn id="17" presetID="2" presetClass="entr" presetSubtype="8" fill="hold" nodeType="withEffect">
                                  <p:stCondLst>
                                    <p:cond delay="0"/>
                                  </p:stCondLst>
                                  <p:childTnLst>
                                    <p:set>
                                      <p:cBhvr>
                                        <p:cTn id="18" dur="1" fill="hold">
                                          <p:stCondLst>
                                            <p:cond delay="0"/>
                                          </p:stCondLst>
                                        </p:cTn>
                                        <p:tgtEl>
                                          <p:spTgt spid="3340"/>
                                        </p:tgtEl>
                                        <p:attrNameLst>
                                          <p:attrName>style.visibility</p:attrName>
                                        </p:attrNameLst>
                                      </p:cBhvr>
                                      <p:to>
                                        <p:strVal val="visible"/>
                                      </p:to>
                                    </p:set>
                                    <p:anim calcmode="lin" valueType="num">
                                      <p:cBhvr additive="base">
                                        <p:cTn id="19" dur="1000"/>
                                        <p:tgtEl>
                                          <p:spTgt spid="3340"/>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438"/>
        <p:cNvGrpSpPr/>
        <p:nvPr/>
      </p:nvGrpSpPr>
      <p:grpSpPr>
        <a:xfrm>
          <a:off x="0" y="0"/>
          <a:ext cx="0" cy="0"/>
          <a:chOff x="0" y="0"/>
          <a:chExt cx="0" cy="0"/>
        </a:xfrm>
      </p:grpSpPr>
      <p:sp>
        <p:nvSpPr>
          <p:cNvPr id="3439" name="Google Shape;3439;p10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Alternative Icons</a:t>
            </a:r>
            <a:endParaRPr/>
          </a:p>
        </p:txBody>
      </p:sp>
      <p:grpSp>
        <p:nvGrpSpPr>
          <p:cNvPr id="3440" name="Google Shape;3440;p108"/>
          <p:cNvGrpSpPr/>
          <p:nvPr/>
        </p:nvGrpSpPr>
        <p:grpSpPr>
          <a:xfrm>
            <a:off x="2914634" y="2138344"/>
            <a:ext cx="235930" cy="455819"/>
            <a:chOff x="3976287" y="1289305"/>
            <a:chExt cx="317281" cy="612989"/>
          </a:xfrm>
        </p:grpSpPr>
        <p:sp>
          <p:nvSpPr>
            <p:cNvPr id="3441" name="Google Shape;3441;p108"/>
            <p:cNvSpPr/>
            <p:nvPr/>
          </p:nvSpPr>
          <p:spPr>
            <a:xfrm>
              <a:off x="3976287" y="1433862"/>
              <a:ext cx="317281" cy="468433"/>
            </a:xfrm>
            <a:custGeom>
              <a:avLst/>
              <a:gdLst/>
              <a:ahLst/>
              <a:cxnLst/>
              <a:rect l="l" t="t" r="r" b="b"/>
              <a:pathLst>
                <a:path w="15105" h="22301" extrusionOk="0">
                  <a:moveTo>
                    <a:pt x="6279" y="0"/>
                  </a:moveTo>
                  <a:cubicBezTo>
                    <a:pt x="3814" y="0"/>
                    <a:pt x="1918" y="1838"/>
                    <a:pt x="1209" y="4915"/>
                  </a:cubicBezTo>
                  <a:cubicBezTo>
                    <a:pt x="826" y="6573"/>
                    <a:pt x="0" y="10890"/>
                    <a:pt x="579" y="15154"/>
                  </a:cubicBezTo>
                  <a:cubicBezTo>
                    <a:pt x="850" y="17148"/>
                    <a:pt x="1631" y="18878"/>
                    <a:pt x="2838" y="20157"/>
                  </a:cubicBezTo>
                  <a:cubicBezTo>
                    <a:pt x="4135" y="21532"/>
                    <a:pt x="5828" y="22273"/>
                    <a:pt x="7730" y="22300"/>
                  </a:cubicBezTo>
                  <a:lnTo>
                    <a:pt x="7839" y="22300"/>
                  </a:lnTo>
                  <a:cubicBezTo>
                    <a:pt x="9760" y="22300"/>
                    <a:pt x="11568" y="21561"/>
                    <a:pt x="12937" y="20210"/>
                  </a:cubicBezTo>
                  <a:cubicBezTo>
                    <a:pt x="14335" y="18834"/>
                    <a:pt x="15104" y="16996"/>
                    <a:pt x="15104" y="15035"/>
                  </a:cubicBezTo>
                  <a:cubicBezTo>
                    <a:pt x="15104" y="12871"/>
                    <a:pt x="14017" y="10826"/>
                    <a:pt x="13069" y="9285"/>
                  </a:cubicBezTo>
                  <a:lnTo>
                    <a:pt x="13069" y="9287"/>
                  </a:lnTo>
                  <a:cubicBezTo>
                    <a:pt x="12104" y="7717"/>
                    <a:pt x="11778" y="6333"/>
                    <a:pt x="11489" y="5111"/>
                  </a:cubicBezTo>
                  <a:cubicBezTo>
                    <a:pt x="11336" y="4459"/>
                    <a:pt x="11191" y="3843"/>
                    <a:pt x="10963" y="3299"/>
                  </a:cubicBezTo>
                  <a:cubicBezTo>
                    <a:pt x="10550" y="2316"/>
                    <a:pt x="9966" y="1531"/>
                    <a:pt x="9227" y="966"/>
                  </a:cubicBezTo>
                  <a:cubicBezTo>
                    <a:pt x="8391" y="325"/>
                    <a:pt x="7399" y="0"/>
                    <a:pt x="627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08"/>
            <p:cNvSpPr/>
            <p:nvPr/>
          </p:nvSpPr>
          <p:spPr>
            <a:xfrm>
              <a:off x="4114101" y="1434051"/>
              <a:ext cx="179467" cy="468243"/>
            </a:xfrm>
            <a:custGeom>
              <a:avLst/>
              <a:gdLst/>
              <a:ahLst/>
              <a:cxnLst/>
              <a:rect l="l" t="t" r="r" b="b"/>
              <a:pathLst>
                <a:path w="8544" h="22292" extrusionOk="0">
                  <a:moveTo>
                    <a:pt x="1" y="0"/>
                  </a:moveTo>
                  <a:lnTo>
                    <a:pt x="1" y="22180"/>
                  </a:lnTo>
                  <a:cubicBezTo>
                    <a:pt x="386" y="22249"/>
                    <a:pt x="777" y="22287"/>
                    <a:pt x="1169" y="22291"/>
                  </a:cubicBezTo>
                  <a:lnTo>
                    <a:pt x="1278" y="22291"/>
                  </a:lnTo>
                  <a:cubicBezTo>
                    <a:pt x="3199" y="22291"/>
                    <a:pt x="5007" y="21552"/>
                    <a:pt x="6376" y="20201"/>
                  </a:cubicBezTo>
                  <a:cubicBezTo>
                    <a:pt x="7774" y="18825"/>
                    <a:pt x="8543" y="16987"/>
                    <a:pt x="8543" y="15026"/>
                  </a:cubicBezTo>
                  <a:cubicBezTo>
                    <a:pt x="8543" y="12862"/>
                    <a:pt x="7456" y="10817"/>
                    <a:pt x="6508" y="9276"/>
                  </a:cubicBezTo>
                  <a:lnTo>
                    <a:pt x="6508" y="9278"/>
                  </a:lnTo>
                  <a:cubicBezTo>
                    <a:pt x="5543" y="7708"/>
                    <a:pt x="5217" y="6324"/>
                    <a:pt x="4928" y="5102"/>
                  </a:cubicBezTo>
                  <a:cubicBezTo>
                    <a:pt x="4775" y="4450"/>
                    <a:pt x="4630" y="3834"/>
                    <a:pt x="4402" y="3290"/>
                  </a:cubicBezTo>
                  <a:cubicBezTo>
                    <a:pt x="3989" y="2307"/>
                    <a:pt x="3405" y="1522"/>
                    <a:pt x="2666" y="957"/>
                  </a:cubicBezTo>
                  <a:cubicBezTo>
                    <a:pt x="1901" y="371"/>
                    <a:pt x="1005" y="51"/>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08"/>
            <p:cNvSpPr/>
            <p:nvPr/>
          </p:nvSpPr>
          <p:spPr>
            <a:xfrm>
              <a:off x="3999875" y="1289305"/>
              <a:ext cx="228471" cy="251220"/>
            </a:xfrm>
            <a:custGeom>
              <a:avLst/>
              <a:gdLst/>
              <a:ahLst/>
              <a:cxnLst/>
              <a:rect l="l" t="t" r="r" b="b"/>
              <a:pathLst>
                <a:path w="10877" h="11960" extrusionOk="0">
                  <a:moveTo>
                    <a:pt x="2589" y="1"/>
                  </a:moveTo>
                  <a:lnTo>
                    <a:pt x="2589" y="1768"/>
                  </a:lnTo>
                  <a:lnTo>
                    <a:pt x="3720" y="3163"/>
                  </a:lnTo>
                  <a:lnTo>
                    <a:pt x="3720" y="4875"/>
                  </a:lnTo>
                  <a:cubicBezTo>
                    <a:pt x="2596" y="5133"/>
                    <a:pt x="1596" y="5813"/>
                    <a:pt x="967" y="6807"/>
                  </a:cubicBezTo>
                  <a:cubicBezTo>
                    <a:pt x="944" y="6843"/>
                    <a:pt x="921" y="6879"/>
                    <a:pt x="899" y="6917"/>
                  </a:cubicBezTo>
                  <a:cubicBezTo>
                    <a:pt x="1" y="8416"/>
                    <a:pt x="431" y="9887"/>
                    <a:pt x="431" y="9887"/>
                  </a:cubicBezTo>
                  <a:cubicBezTo>
                    <a:pt x="431" y="9887"/>
                    <a:pt x="1102" y="10092"/>
                    <a:pt x="1889" y="10092"/>
                  </a:cubicBezTo>
                  <a:cubicBezTo>
                    <a:pt x="2453" y="10092"/>
                    <a:pt x="3076" y="9987"/>
                    <a:pt x="3556" y="9626"/>
                  </a:cubicBezTo>
                  <a:cubicBezTo>
                    <a:pt x="4123" y="10938"/>
                    <a:pt x="5439" y="11960"/>
                    <a:pt x="5439" y="11960"/>
                  </a:cubicBezTo>
                  <a:cubicBezTo>
                    <a:pt x="5439" y="11960"/>
                    <a:pt x="6755" y="10938"/>
                    <a:pt x="7320" y="9626"/>
                  </a:cubicBezTo>
                  <a:cubicBezTo>
                    <a:pt x="7800" y="9987"/>
                    <a:pt x="8424" y="10092"/>
                    <a:pt x="8988" y="10092"/>
                  </a:cubicBezTo>
                  <a:cubicBezTo>
                    <a:pt x="9775" y="10092"/>
                    <a:pt x="10446" y="9887"/>
                    <a:pt x="10446" y="9887"/>
                  </a:cubicBezTo>
                  <a:cubicBezTo>
                    <a:pt x="10446" y="9887"/>
                    <a:pt x="10877" y="8417"/>
                    <a:pt x="9978" y="6917"/>
                  </a:cubicBezTo>
                  <a:cubicBezTo>
                    <a:pt x="9956" y="6879"/>
                    <a:pt x="9933" y="6843"/>
                    <a:pt x="9910" y="6807"/>
                  </a:cubicBezTo>
                  <a:cubicBezTo>
                    <a:pt x="9272" y="5798"/>
                    <a:pt x="8255" y="5114"/>
                    <a:pt x="7111" y="4865"/>
                  </a:cubicBezTo>
                  <a:lnTo>
                    <a:pt x="7111" y="2705"/>
                  </a:lnTo>
                  <a:lnTo>
                    <a:pt x="52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108"/>
            <p:cNvSpPr/>
            <p:nvPr/>
          </p:nvSpPr>
          <p:spPr>
            <a:xfrm>
              <a:off x="4114101" y="1295859"/>
              <a:ext cx="114246" cy="244666"/>
            </a:xfrm>
            <a:custGeom>
              <a:avLst/>
              <a:gdLst/>
              <a:ahLst/>
              <a:cxnLst/>
              <a:rect l="l" t="t" r="r" b="b"/>
              <a:pathLst>
                <a:path w="5439" h="11648" extrusionOk="0">
                  <a:moveTo>
                    <a:pt x="1" y="0"/>
                  </a:moveTo>
                  <a:lnTo>
                    <a:pt x="1" y="11648"/>
                  </a:lnTo>
                  <a:cubicBezTo>
                    <a:pt x="1" y="11648"/>
                    <a:pt x="1317" y="10626"/>
                    <a:pt x="1882" y="9314"/>
                  </a:cubicBezTo>
                  <a:cubicBezTo>
                    <a:pt x="2362" y="9675"/>
                    <a:pt x="2986" y="9780"/>
                    <a:pt x="3550" y="9780"/>
                  </a:cubicBezTo>
                  <a:cubicBezTo>
                    <a:pt x="4337" y="9780"/>
                    <a:pt x="5008" y="9575"/>
                    <a:pt x="5008" y="9575"/>
                  </a:cubicBezTo>
                  <a:cubicBezTo>
                    <a:pt x="5008" y="9575"/>
                    <a:pt x="5439" y="8105"/>
                    <a:pt x="4540" y="6605"/>
                  </a:cubicBezTo>
                  <a:cubicBezTo>
                    <a:pt x="4518" y="6567"/>
                    <a:pt x="4495" y="6531"/>
                    <a:pt x="4472" y="6495"/>
                  </a:cubicBezTo>
                  <a:cubicBezTo>
                    <a:pt x="3834" y="5486"/>
                    <a:pt x="2817" y="4802"/>
                    <a:pt x="1673" y="4553"/>
                  </a:cubicBezTo>
                  <a:lnTo>
                    <a:pt x="1673" y="2393"/>
                  </a:lnTo>
                  <a:lnTo>
                    <a:pt x="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5" name="Google Shape;3445;p108"/>
          <p:cNvGrpSpPr/>
          <p:nvPr/>
        </p:nvGrpSpPr>
        <p:grpSpPr>
          <a:xfrm>
            <a:off x="2162432" y="2153432"/>
            <a:ext cx="455850" cy="425642"/>
            <a:chOff x="3248569" y="1247232"/>
            <a:chExt cx="613031" cy="572407"/>
          </a:xfrm>
        </p:grpSpPr>
        <p:sp>
          <p:nvSpPr>
            <p:cNvPr id="3446" name="Google Shape;3446;p108"/>
            <p:cNvSpPr/>
            <p:nvPr/>
          </p:nvSpPr>
          <p:spPr>
            <a:xfrm>
              <a:off x="3248569" y="1503640"/>
              <a:ext cx="145124" cy="214230"/>
            </a:xfrm>
            <a:custGeom>
              <a:avLst/>
              <a:gdLst/>
              <a:ahLst/>
              <a:cxnLst/>
              <a:rect l="l" t="t" r="r" b="b"/>
              <a:pathLst>
                <a:path w="6909" h="10199" extrusionOk="0">
                  <a:moveTo>
                    <a:pt x="1" y="0"/>
                  </a:moveTo>
                  <a:lnTo>
                    <a:pt x="1" y="854"/>
                  </a:lnTo>
                  <a:cubicBezTo>
                    <a:pt x="1" y="5247"/>
                    <a:pt x="2914" y="8970"/>
                    <a:pt x="6909" y="10198"/>
                  </a:cubicBezTo>
                  <a:lnTo>
                    <a:pt x="6909" y="8391"/>
                  </a:lnTo>
                  <a:cubicBezTo>
                    <a:pt x="4129" y="7331"/>
                    <a:pt x="2079" y="4773"/>
                    <a:pt x="1756" y="1709"/>
                  </a:cubicBezTo>
                  <a:lnTo>
                    <a:pt x="6909" y="1709"/>
                  </a:lnTo>
                  <a:lnTo>
                    <a:pt x="69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08"/>
            <p:cNvSpPr/>
            <p:nvPr/>
          </p:nvSpPr>
          <p:spPr>
            <a:xfrm>
              <a:off x="3326665" y="1503640"/>
              <a:ext cx="534934" cy="315999"/>
            </a:xfrm>
            <a:custGeom>
              <a:avLst/>
              <a:gdLst/>
              <a:ahLst/>
              <a:cxnLst/>
              <a:rect l="l" t="t" r="r" b="b"/>
              <a:pathLst>
                <a:path w="25467" h="15044" extrusionOk="0">
                  <a:moveTo>
                    <a:pt x="1" y="0"/>
                  </a:moveTo>
                  <a:lnTo>
                    <a:pt x="1" y="2311"/>
                  </a:lnTo>
                  <a:cubicBezTo>
                    <a:pt x="1" y="5711"/>
                    <a:pt x="1325" y="8910"/>
                    <a:pt x="3730" y="11316"/>
                  </a:cubicBezTo>
                  <a:cubicBezTo>
                    <a:pt x="6134" y="13720"/>
                    <a:pt x="9332" y="15043"/>
                    <a:pt x="12733" y="15043"/>
                  </a:cubicBezTo>
                  <a:cubicBezTo>
                    <a:pt x="16134" y="15043"/>
                    <a:pt x="19331" y="13719"/>
                    <a:pt x="21737" y="11314"/>
                  </a:cubicBezTo>
                  <a:cubicBezTo>
                    <a:pt x="24143" y="8910"/>
                    <a:pt x="25466" y="5712"/>
                    <a:pt x="25466" y="2311"/>
                  </a:cubicBezTo>
                  <a:lnTo>
                    <a:pt x="2546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108"/>
            <p:cNvSpPr/>
            <p:nvPr/>
          </p:nvSpPr>
          <p:spPr>
            <a:xfrm>
              <a:off x="3513925" y="1247232"/>
              <a:ext cx="65326" cy="219502"/>
            </a:xfrm>
            <a:custGeom>
              <a:avLst/>
              <a:gdLst/>
              <a:ahLst/>
              <a:cxnLst/>
              <a:rect l="l" t="t" r="r" b="b"/>
              <a:pathLst>
                <a:path w="3110" h="10450" extrusionOk="0">
                  <a:moveTo>
                    <a:pt x="1399" y="1"/>
                  </a:moveTo>
                  <a:cubicBezTo>
                    <a:pt x="1399" y="570"/>
                    <a:pt x="1208" y="811"/>
                    <a:pt x="889" y="1207"/>
                  </a:cubicBezTo>
                  <a:cubicBezTo>
                    <a:pt x="514" y="1673"/>
                    <a:pt x="1" y="2312"/>
                    <a:pt x="1" y="3484"/>
                  </a:cubicBezTo>
                  <a:cubicBezTo>
                    <a:pt x="1" y="4656"/>
                    <a:pt x="514" y="5295"/>
                    <a:pt x="889" y="5761"/>
                  </a:cubicBezTo>
                  <a:cubicBezTo>
                    <a:pt x="1208" y="6158"/>
                    <a:pt x="1399" y="6397"/>
                    <a:pt x="1399" y="6966"/>
                  </a:cubicBezTo>
                  <a:cubicBezTo>
                    <a:pt x="1399" y="7536"/>
                    <a:pt x="1208" y="7777"/>
                    <a:pt x="889" y="8172"/>
                  </a:cubicBezTo>
                  <a:cubicBezTo>
                    <a:pt x="514" y="8639"/>
                    <a:pt x="1" y="9278"/>
                    <a:pt x="1" y="10449"/>
                  </a:cubicBezTo>
                  <a:lnTo>
                    <a:pt x="1711" y="10449"/>
                  </a:lnTo>
                  <a:cubicBezTo>
                    <a:pt x="1711" y="9880"/>
                    <a:pt x="1904" y="9641"/>
                    <a:pt x="2223" y="9243"/>
                  </a:cubicBezTo>
                  <a:cubicBezTo>
                    <a:pt x="2596" y="8777"/>
                    <a:pt x="3110" y="8139"/>
                    <a:pt x="3110" y="6966"/>
                  </a:cubicBezTo>
                  <a:cubicBezTo>
                    <a:pt x="3110" y="5795"/>
                    <a:pt x="2596" y="5156"/>
                    <a:pt x="2223" y="4689"/>
                  </a:cubicBezTo>
                  <a:cubicBezTo>
                    <a:pt x="1904" y="4294"/>
                    <a:pt x="1711" y="4055"/>
                    <a:pt x="1711" y="3484"/>
                  </a:cubicBezTo>
                  <a:cubicBezTo>
                    <a:pt x="1711" y="2914"/>
                    <a:pt x="1904" y="2675"/>
                    <a:pt x="2223" y="2278"/>
                  </a:cubicBezTo>
                  <a:cubicBezTo>
                    <a:pt x="2596" y="1811"/>
                    <a:pt x="3110" y="1173"/>
                    <a:pt x="311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108"/>
            <p:cNvSpPr/>
            <p:nvPr/>
          </p:nvSpPr>
          <p:spPr>
            <a:xfrm>
              <a:off x="3608972" y="1247232"/>
              <a:ext cx="65326" cy="219502"/>
            </a:xfrm>
            <a:custGeom>
              <a:avLst/>
              <a:gdLst/>
              <a:ahLst/>
              <a:cxnLst/>
              <a:rect l="l" t="t" r="r" b="b"/>
              <a:pathLst>
                <a:path w="3110" h="10450" extrusionOk="0">
                  <a:moveTo>
                    <a:pt x="1399" y="1"/>
                  </a:moveTo>
                  <a:cubicBezTo>
                    <a:pt x="1399" y="570"/>
                    <a:pt x="1206" y="811"/>
                    <a:pt x="888" y="1207"/>
                  </a:cubicBezTo>
                  <a:cubicBezTo>
                    <a:pt x="514" y="1673"/>
                    <a:pt x="1" y="2312"/>
                    <a:pt x="1" y="3484"/>
                  </a:cubicBezTo>
                  <a:cubicBezTo>
                    <a:pt x="1" y="4656"/>
                    <a:pt x="514" y="5295"/>
                    <a:pt x="888" y="5761"/>
                  </a:cubicBezTo>
                  <a:cubicBezTo>
                    <a:pt x="1206" y="6158"/>
                    <a:pt x="1399" y="6397"/>
                    <a:pt x="1399" y="6966"/>
                  </a:cubicBezTo>
                  <a:cubicBezTo>
                    <a:pt x="1399" y="7536"/>
                    <a:pt x="1206" y="7777"/>
                    <a:pt x="888" y="8172"/>
                  </a:cubicBezTo>
                  <a:cubicBezTo>
                    <a:pt x="514" y="8639"/>
                    <a:pt x="1" y="9278"/>
                    <a:pt x="1" y="10449"/>
                  </a:cubicBezTo>
                  <a:lnTo>
                    <a:pt x="1711" y="10449"/>
                  </a:lnTo>
                  <a:cubicBezTo>
                    <a:pt x="1711" y="9880"/>
                    <a:pt x="1902" y="9641"/>
                    <a:pt x="2221" y="9243"/>
                  </a:cubicBezTo>
                  <a:cubicBezTo>
                    <a:pt x="2596" y="8777"/>
                    <a:pt x="3109" y="8139"/>
                    <a:pt x="3109" y="6966"/>
                  </a:cubicBezTo>
                  <a:cubicBezTo>
                    <a:pt x="3109" y="5795"/>
                    <a:pt x="2596" y="5156"/>
                    <a:pt x="2221" y="4689"/>
                  </a:cubicBezTo>
                  <a:cubicBezTo>
                    <a:pt x="1902" y="4294"/>
                    <a:pt x="1711" y="4055"/>
                    <a:pt x="1711" y="3484"/>
                  </a:cubicBezTo>
                  <a:cubicBezTo>
                    <a:pt x="1711" y="2914"/>
                    <a:pt x="1902" y="2675"/>
                    <a:pt x="2221" y="2278"/>
                  </a:cubicBezTo>
                  <a:cubicBezTo>
                    <a:pt x="2596" y="1811"/>
                    <a:pt x="3109" y="1173"/>
                    <a:pt x="31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08"/>
            <p:cNvSpPr/>
            <p:nvPr/>
          </p:nvSpPr>
          <p:spPr>
            <a:xfrm>
              <a:off x="3593366" y="1503640"/>
              <a:ext cx="268234" cy="315999"/>
            </a:xfrm>
            <a:custGeom>
              <a:avLst/>
              <a:gdLst/>
              <a:ahLst/>
              <a:cxnLst/>
              <a:rect l="l" t="t" r="r" b="b"/>
              <a:pathLst>
                <a:path w="12770" h="15044" extrusionOk="0">
                  <a:moveTo>
                    <a:pt x="0" y="0"/>
                  </a:moveTo>
                  <a:lnTo>
                    <a:pt x="0" y="15043"/>
                  </a:lnTo>
                  <a:lnTo>
                    <a:pt x="36" y="15043"/>
                  </a:lnTo>
                  <a:cubicBezTo>
                    <a:pt x="3437" y="15043"/>
                    <a:pt x="6634" y="13719"/>
                    <a:pt x="9040" y="11314"/>
                  </a:cubicBezTo>
                  <a:cubicBezTo>
                    <a:pt x="11446" y="8910"/>
                    <a:pt x="12769" y="5712"/>
                    <a:pt x="12769" y="2311"/>
                  </a:cubicBezTo>
                  <a:lnTo>
                    <a:pt x="1276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108"/>
            <p:cNvSpPr/>
            <p:nvPr/>
          </p:nvSpPr>
          <p:spPr>
            <a:xfrm>
              <a:off x="3388021" y="1783700"/>
              <a:ext cx="412223" cy="35940"/>
            </a:xfrm>
            <a:custGeom>
              <a:avLst/>
              <a:gdLst/>
              <a:ahLst/>
              <a:cxnLst/>
              <a:rect l="l" t="t" r="r" b="b"/>
              <a:pathLst>
                <a:path w="19625" h="1711" extrusionOk="0">
                  <a:moveTo>
                    <a:pt x="0" y="0"/>
                  </a:moveTo>
                  <a:lnTo>
                    <a:pt x="0" y="1710"/>
                  </a:lnTo>
                  <a:lnTo>
                    <a:pt x="19625" y="1710"/>
                  </a:lnTo>
                  <a:lnTo>
                    <a:pt x="19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108"/>
            <p:cNvSpPr/>
            <p:nvPr/>
          </p:nvSpPr>
          <p:spPr>
            <a:xfrm>
              <a:off x="3593366" y="1783700"/>
              <a:ext cx="206857" cy="35940"/>
            </a:xfrm>
            <a:custGeom>
              <a:avLst/>
              <a:gdLst/>
              <a:ahLst/>
              <a:cxnLst/>
              <a:rect l="l" t="t" r="r" b="b"/>
              <a:pathLst>
                <a:path w="9848" h="1711" extrusionOk="0">
                  <a:moveTo>
                    <a:pt x="0" y="0"/>
                  </a:moveTo>
                  <a:lnTo>
                    <a:pt x="0" y="1710"/>
                  </a:lnTo>
                  <a:lnTo>
                    <a:pt x="9847" y="1710"/>
                  </a:lnTo>
                  <a:lnTo>
                    <a:pt x="984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08"/>
            <p:cNvSpPr/>
            <p:nvPr/>
          </p:nvSpPr>
          <p:spPr>
            <a:xfrm>
              <a:off x="3641362" y="1503598"/>
              <a:ext cx="35940" cy="86583"/>
            </a:xfrm>
            <a:custGeom>
              <a:avLst/>
              <a:gdLst/>
              <a:ahLst/>
              <a:cxnLst/>
              <a:rect l="l" t="t" r="r" b="b"/>
              <a:pathLst>
                <a:path w="1711" h="4122" extrusionOk="0">
                  <a:moveTo>
                    <a:pt x="1" y="1"/>
                  </a:moveTo>
                  <a:lnTo>
                    <a:pt x="1" y="4121"/>
                  </a:lnTo>
                  <a:lnTo>
                    <a:pt x="1711" y="4121"/>
                  </a:lnTo>
                  <a:lnTo>
                    <a:pt x="171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108"/>
            <p:cNvSpPr/>
            <p:nvPr/>
          </p:nvSpPr>
          <p:spPr>
            <a:xfrm>
              <a:off x="3593366" y="1569491"/>
              <a:ext cx="131953" cy="134663"/>
            </a:xfrm>
            <a:custGeom>
              <a:avLst/>
              <a:gdLst/>
              <a:ahLst/>
              <a:cxnLst/>
              <a:rect l="l" t="t" r="r" b="b"/>
              <a:pathLst>
                <a:path w="6282" h="6411" extrusionOk="0">
                  <a:moveTo>
                    <a:pt x="3238" y="0"/>
                  </a:moveTo>
                  <a:lnTo>
                    <a:pt x="0" y="1786"/>
                  </a:lnTo>
                  <a:lnTo>
                    <a:pt x="0" y="6411"/>
                  </a:lnTo>
                  <a:lnTo>
                    <a:pt x="6282" y="6411"/>
                  </a:lnTo>
                  <a:lnTo>
                    <a:pt x="6282" y="1803"/>
                  </a:lnTo>
                  <a:lnTo>
                    <a:pt x="323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108"/>
            <p:cNvSpPr/>
            <p:nvPr/>
          </p:nvSpPr>
          <p:spPr>
            <a:xfrm>
              <a:off x="3659321" y="1569491"/>
              <a:ext cx="65998" cy="134663"/>
            </a:xfrm>
            <a:custGeom>
              <a:avLst/>
              <a:gdLst/>
              <a:ahLst/>
              <a:cxnLst/>
              <a:rect l="l" t="t" r="r" b="b"/>
              <a:pathLst>
                <a:path w="3142" h="6411" extrusionOk="0">
                  <a:moveTo>
                    <a:pt x="98" y="0"/>
                  </a:moveTo>
                  <a:lnTo>
                    <a:pt x="1" y="54"/>
                  </a:lnTo>
                  <a:lnTo>
                    <a:pt x="1" y="6411"/>
                  </a:lnTo>
                  <a:lnTo>
                    <a:pt x="3142" y="6411"/>
                  </a:lnTo>
                  <a:lnTo>
                    <a:pt x="3142" y="1803"/>
                  </a:lnTo>
                  <a:lnTo>
                    <a:pt x="9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56" name="Google Shape;3456;p108"/>
          <p:cNvGrpSpPr/>
          <p:nvPr/>
        </p:nvGrpSpPr>
        <p:grpSpPr>
          <a:xfrm>
            <a:off x="1410261" y="2240955"/>
            <a:ext cx="455819" cy="250596"/>
            <a:chOff x="2438028" y="1433610"/>
            <a:chExt cx="612989" cy="337004"/>
          </a:xfrm>
        </p:grpSpPr>
        <p:sp>
          <p:nvSpPr>
            <p:cNvPr id="3457" name="Google Shape;3457;p108"/>
            <p:cNvSpPr/>
            <p:nvPr/>
          </p:nvSpPr>
          <p:spPr>
            <a:xfrm>
              <a:off x="2586260" y="1589194"/>
              <a:ext cx="464757" cy="181420"/>
            </a:xfrm>
            <a:custGeom>
              <a:avLst/>
              <a:gdLst/>
              <a:ahLst/>
              <a:cxnLst/>
              <a:rect l="l" t="t" r="r" b="b"/>
              <a:pathLst>
                <a:path w="22126" h="8637" extrusionOk="0">
                  <a:moveTo>
                    <a:pt x="1" y="0"/>
                  </a:moveTo>
                  <a:lnTo>
                    <a:pt x="1" y="3205"/>
                  </a:lnTo>
                  <a:cubicBezTo>
                    <a:pt x="1" y="6200"/>
                    <a:pt x="2437" y="8637"/>
                    <a:pt x="5433" y="8637"/>
                  </a:cubicBezTo>
                  <a:lnTo>
                    <a:pt x="16692" y="8637"/>
                  </a:lnTo>
                  <a:cubicBezTo>
                    <a:pt x="19688" y="8637"/>
                    <a:pt x="22125" y="6200"/>
                    <a:pt x="22125" y="3205"/>
                  </a:cubicBezTo>
                  <a:lnTo>
                    <a:pt x="2212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08"/>
            <p:cNvSpPr/>
            <p:nvPr/>
          </p:nvSpPr>
          <p:spPr>
            <a:xfrm>
              <a:off x="2813933" y="1589194"/>
              <a:ext cx="237083" cy="181420"/>
            </a:xfrm>
            <a:custGeom>
              <a:avLst/>
              <a:gdLst/>
              <a:ahLst/>
              <a:cxnLst/>
              <a:rect l="l" t="t" r="r" b="b"/>
              <a:pathLst>
                <a:path w="11287" h="8637" extrusionOk="0">
                  <a:moveTo>
                    <a:pt x="0" y="0"/>
                  </a:moveTo>
                  <a:lnTo>
                    <a:pt x="0" y="8637"/>
                  </a:lnTo>
                  <a:lnTo>
                    <a:pt x="5854" y="8637"/>
                  </a:lnTo>
                  <a:cubicBezTo>
                    <a:pt x="8850" y="8637"/>
                    <a:pt x="11286" y="6200"/>
                    <a:pt x="11286" y="3205"/>
                  </a:cubicBezTo>
                  <a:lnTo>
                    <a:pt x="1128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08"/>
            <p:cNvSpPr/>
            <p:nvPr/>
          </p:nvSpPr>
          <p:spPr>
            <a:xfrm>
              <a:off x="2454054" y="1433610"/>
              <a:ext cx="199569" cy="154492"/>
            </a:xfrm>
            <a:custGeom>
              <a:avLst/>
              <a:gdLst/>
              <a:ahLst/>
              <a:cxnLst/>
              <a:rect l="l" t="t" r="r" b="b"/>
              <a:pathLst>
                <a:path w="9501" h="7355" extrusionOk="0">
                  <a:moveTo>
                    <a:pt x="4249" y="0"/>
                  </a:moveTo>
                  <a:cubicBezTo>
                    <a:pt x="2390" y="0"/>
                    <a:pt x="664" y="809"/>
                    <a:pt x="562" y="857"/>
                  </a:cubicBezTo>
                  <a:lnTo>
                    <a:pt x="0" y="1126"/>
                  </a:lnTo>
                  <a:lnTo>
                    <a:pt x="83" y="1744"/>
                  </a:lnTo>
                  <a:cubicBezTo>
                    <a:pt x="103" y="1898"/>
                    <a:pt x="615" y="5532"/>
                    <a:pt x="3035" y="6840"/>
                  </a:cubicBezTo>
                  <a:cubicBezTo>
                    <a:pt x="3734" y="7219"/>
                    <a:pt x="4511" y="7355"/>
                    <a:pt x="5266" y="7355"/>
                  </a:cubicBezTo>
                  <a:cubicBezTo>
                    <a:pt x="7125" y="7355"/>
                    <a:pt x="8849" y="6530"/>
                    <a:pt x="8950" y="6482"/>
                  </a:cubicBezTo>
                  <a:lnTo>
                    <a:pt x="9501" y="6213"/>
                  </a:lnTo>
                  <a:lnTo>
                    <a:pt x="9424" y="5606"/>
                  </a:lnTo>
                  <a:cubicBezTo>
                    <a:pt x="9405" y="5452"/>
                    <a:pt x="8925" y="1830"/>
                    <a:pt x="6502" y="518"/>
                  </a:cubicBezTo>
                  <a:cubicBezTo>
                    <a:pt x="5797" y="137"/>
                    <a:pt x="5012" y="0"/>
                    <a:pt x="42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08"/>
            <p:cNvSpPr/>
            <p:nvPr/>
          </p:nvSpPr>
          <p:spPr>
            <a:xfrm>
              <a:off x="2438028" y="1460223"/>
              <a:ext cx="612989" cy="205786"/>
            </a:xfrm>
            <a:custGeom>
              <a:avLst/>
              <a:gdLst/>
              <a:ahLst/>
              <a:cxnLst/>
              <a:rect l="l" t="t" r="r" b="b"/>
              <a:pathLst>
                <a:path w="29183" h="9797" extrusionOk="0">
                  <a:moveTo>
                    <a:pt x="23336" y="1"/>
                  </a:moveTo>
                  <a:cubicBezTo>
                    <a:pt x="23332" y="1"/>
                    <a:pt x="23327" y="1"/>
                    <a:pt x="23323" y="1"/>
                  </a:cubicBezTo>
                  <a:lnTo>
                    <a:pt x="11910" y="1"/>
                  </a:lnTo>
                  <a:cubicBezTo>
                    <a:pt x="11909" y="1"/>
                    <a:pt x="11907" y="1"/>
                    <a:pt x="11906" y="1"/>
                  </a:cubicBezTo>
                  <a:cubicBezTo>
                    <a:pt x="10230" y="1"/>
                    <a:pt x="8653" y="792"/>
                    <a:pt x="7652" y="2137"/>
                  </a:cubicBezTo>
                  <a:cubicBezTo>
                    <a:pt x="6997" y="1964"/>
                    <a:pt x="6370" y="1877"/>
                    <a:pt x="5783" y="1877"/>
                  </a:cubicBezTo>
                  <a:cubicBezTo>
                    <a:pt x="5087" y="1877"/>
                    <a:pt x="4446" y="1999"/>
                    <a:pt x="3876" y="2243"/>
                  </a:cubicBezTo>
                  <a:cubicBezTo>
                    <a:pt x="1118" y="3424"/>
                    <a:pt x="179" y="7397"/>
                    <a:pt x="140" y="7565"/>
                  </a:cubicBezTo>
                  <a:lnTo>
                    <a:pt x="1" y="8172"/>
                  </a:lnTo>
                  <a:lnTo>
                    <a:pt x="537" y="8492"/>
                  </a:lnTo>
                  <a:cubicBezTo>
                    <a:pt x="650" y="8559"/>
                    <a:pt x="2760" y="9797"/>
                    <a:pt x="4989" y="9797"/>
                  </a:cubicBezTo>
                  <a:cubicBezTo>
                    <a:pt x="5633" y="9797"/>
                    <a:pt x="6287" y="9694"/>
                    <a:pt x="6904" y="9430"/>
                  </a:cubicBezTo>
                  <a:cubicBezTo>
                    <a:pt x="7633" y="9117"/>
                    <a:pt x="8294" y="8588"/>
                    <a:pt x="8872" y="7852"/>
                  </a:cubicBezTo>
                  <a:lnTo>
                    <a:pt x="29182" y="7852"/>
                  </a:lnTo>
                  <a:lnTo>
                    <a:pt x="29182" y="5860"/>
                  </a:lnTo>
                  <a:cubicBezTo>
                    <a:pt x="29181" y="3985"/>
                    <a:pt x="28284" y="2225"/>
                    <a:pt x="26769" y="1119"/>
                  </a:cubicBezTo>
                  <a:lnTo>
                    <a:pt x="26769" y="1121"/>
                  </a:lnTo>
                  <a:cubicBezTo>
                    <a:pt x="25773" y="393"/>
                    <a:pt x="24571" y="1"/>
                    <a:pt x="233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08"/>
            <p:cNvSpPr/>
            <p:nvPr/>
          </p:nvSpPr>
          <p:spPr>
            <a:xfrm>
              <a:off x="2813933" y="1460223"/>
              <a:ext cx="237083" cy="164973"/>
            </a:xfrm>
            <a:custGeom>
              <a:avLst/>
              <a:gdLst/>
              <a:ahLst/>
              <a:cxnLst/>
              <a:rect l="l" t="t" r="r" b="b"/>
              <a:pathLst>
                <a:path w="11287" h="7854" extrusionOk="0">
                  <a:moveTo>
                    <a:pt x="5440" y="1"/>
                  </a:moveTo>
                  <a:cubicBezTo>
                    <a:pt x="5436" y="1"/>
                    <a:pt x="5431" y="1"/>
                    <a:pt x="5427" y="1"/>
                  </a:cubicBezTo>
                  <a:lnTo>
                    <a:pt x="0" y="1"/>
                  </a:lnTo>
                  <a:lnTo>
                    <a:pt x="0" y="7853"/>
                  </a:lnTo>
                  <a:lnTo>
                    <a:pt x="11286" y="7853"/>
                  </a:lnTo>
                  <a:lnTo>
                    <a:pt x="11286" y="5860"/>
                  </a:lnTo>
                  <a:cubicBezTo>
                    <a:pt x="11284" y="3985"/>
                    <a:pt x="10388" y="2225"/>
                    <a:pt x="8873" y="1119"/>
                  </a:cubicBezTo>
                  <a:lnTo>
                    <a:pt x="8873" y="1121"/>
                  </a:lnTo>
                  <a:cubicBezTo>
                    <a:pt x="7877" y="393"/>
                    <a:pt x="6675" y="1"/>
                    <a:pt x="544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08"/>
            <p:cNvSpPr/>
            <p:nvPr/>
          </p:nvSpPr>
          <p:spPr>
            <a:xfrm>
              <a:off x="2687588" y="1460223"/>
              <a:ext cx="36003" cy="164973"/>
            </a:xfrm>
            <a:custGeom>
              <a:avLst/>
              <a:gdLst/>
              <a:ahLst/>
              <a:cxnLst/>
              <a:rect l="l" t="t" r="r" b="b"/>
              <a:pathLst>
                <a:path w="1714" h="7854" extrusionOk="0">
                  <a:moveTo>
                    <a:pt x="0" y="1"/>
                  </a:moveTo>
                  <a:lnTo>
                    <a:pt x="0" y="7853"/>
                  </a:lnTo>
                  <a:lnTo>
                    <a:pt x="1713" y="7853"/>
                  </a:lnTo>
                  <a:lnTo>
                    <a:pt x="171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08"/>
            <p:cNvSpPr/>
            <p:nvPr/>
          </p:nvSpPr>
          <p:spPr>
            <a:xfrm>
              <a:off x="2905074" y="1460223"/>
              <a:ext cx="36003" cy="164973"/>
            </a:xfrm>
            <a:custGeom>
              <a:avLst/>
              <a:gdLst/>
              <a:ahLst/>
              <a:cxnLst/>
              <a:rect l="l" t="t" r="r" b="b"/>
              <a:pathLst>
                <a:path w="1714" h="7854" extrusionOk="0">
                  <a:moveTo>
                    <a:pt x="1" y="1"/>
                  </a:moveTo>
                  <a:lnTo>
                    <a:pt x="1" y="7853"/>
                  </a:lnTo>
                  <a:lnTo>
                    <a:pt x="1714" y="7853"/>
                  </a:lnTo>
                  <a:lnTo>
                    <a:pt x="1714" y="34"/>
                  </a:lnTo>
                  <a:cubicBezTo>
                    <a:pt x="1507" y="11"/>
                    <a:pt x="1298" y="1"/>
                    <a:pt x="10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08"/>
            <p:cNvSpPr/>
            <p:nvPr/>
          </p:nvSpPr>
          <p:spPr>
            <a:xfrm>
              <a:off x="2796331" y="1460202"/>
              <a:ext cx="36003" cy="164952"/>
            </a:xfrm>
            <a:custGeom>
              <a:avLst/>
              <a:gdLst/>
              <a:ahLst/>
              <a:cxnLst/>
              <a:rect l="l" t="t" r="r" b="b"/>
              <a:pathLst>
                <a:path w="1714" h="7853" extrusionOk="0">
                  <a:moveTo>
                    <a:pt x="0" y="0"/>
                  </a:moveTo>
                  <a:lnTo>
                    <a:pt x="0" y="7853"/>
                  </a:lnTo>
                  <a:lnTo>
                    <a:pt x="1714" y="7853"/>
                  </a:lnTo>
                  <a:lnTo>
                    <a:pt x="171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108"/>
            <p:cNvSpPr/>
            <p:nvPr/>
          </p:nvSpPr>
          <p:spPr>
            <a:xfrm>
              <a:off x="2814332" y="1460202"/>
              <a:ext cx="18001" cy="164952"/>
            </a:xfrm>
            <a:custGeom>
              <a:avLst/>
              <a:gdLst/>
              <a:ahLst/>
              <a:cxnLst/>
              <a:rect l="l" t="t" r="r" b="b"/>
              <a:pathLst>
                <a:path w="857" h="7853" extrusionOk="0">
                  <a:moveTo>
                    <a:pt x="0" y="0"/>
                  </a:moveTo>
                  <a:lnTo>
                    <a:pt x="0" y="7853"/>
                  </a:lnTo>
                  <a:lnTo>
                    <a:pt x="857" y="7853"/>
                  </a:lnTo>
                  <a:lnTo>
                    <a:pt x="8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6" name="Google Shape;3466;p108"/>
          <p:cNvGrpSpPr/>
          <p:nvPr/>
        </p:nvGrpSpPr>
        <p:grpSpPr>
          <a:xfrm>
            <a:off x="4762575" y="2215206"/>
            <a:ext cx="455834" cy="302093"/>
            <a:chOff x="1534813" y="1450666"/>
            <a:chExt cx="613010" cy="406258"/>
          </a:xfrm>
        </p:grpSpPr>
        <p:sp>
          <p:nvSpPr>
            <p:cNvPr id="3467" name="Google Shape;3467;p108"/>
            <p:cNvSpPr/>
            <p:nvPr/>
          </p:nvSpPr>
          <p:spPr>
            <a:xfrm>
              <a:off x="1861692" y="1450666"/>
              <a:ext cx="189171" cy="189171"/>
            </a:xfrm>
            <a:custGeom>
              <a:avLst/>
              <a:gdLst/>
              <a:ahLst/>
              <a:cxnLst/>
              <a:rect l="l" t="t" r="r" b="b"/>
              <a:pathLst>
                <a:path w="9006" h="9006" extrusionOk="0">
                  <a:moveTo>
                    <a:pt x="4504" y="0"/>
                  </a:moveTo>
                  <a:cubicBezTo>
                    <a:pt x="2021" y="0"/>
                    <a:pt x="1" y="2021"/>
                    <a:pt x="1" y="4504"/>
                  </a:cubicBezTo>
                  <a:lnTo>
                    <a:pt x="1709" y="4504"/>
                  </a:lnTo>
                  <a:cubicBezTo>
                    <a:pt x="1709" y="2963"/>
                    <a:pt x="2963" y="1709"/>
                    <a:pt x="4502" y="1709"/>
                  </a:cubicBezTo>
                  <a:cubicBezTo>
                    <a:pt x="6043" y="1709"/>
                    <a:pt x="7295" y="2963"/>
                    <a:pt x="7295" y="4502"/>
                  </a:cubicBezTo>
                  <a:cubicBezTo>
                    <a:pt x="7295" y="6043"/>
                    <a:pt x="6043" y="7295"/>
                    <a:pt x="4502" y="7295"/>
                  </a:cubicBezTo>
                  <a:lnTo>
                    <a:pt x="4502" y="9005"/>
                  </a:lnTo>
                  <a:lnTo>
                    <a:pt x="4504" y="9005"/>
                  </a:lnTo>
                  <a:cubicBezTo>
                    <a:pt x="6987" y="9005"/>
                    <a:pt x="9006" y="6986"/>
                    <a:pt x="9006" y="4504"/>
                  </a:cubicBezTo>
                  <a:cubicBezTo>
                    <a:pt x="9006" y="2021"/>
                    <a:pt x="6987" y="0"/>
                    <a:pt x="45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08"/>
            <p:cNvSpPr/>
            <p:nvPr/>
          </p:nvSpPr>
          <p:spPr>
            <a:xfrm>
              <a:off x="1534813" y="1603897"/>
              <a:ext cx="613010" cy="253026"/>
            </a:xfrm>
            <a:custGeom>
              <a:avLst/>
              <a:gdLst/>
              <a:ahLst/>
              <a:cxnLst/>
              <a:rect l="l" t="t" r="r" b="b"/>
              <a:pathLst>
                <a:path w="29184" h="12046" extrusionOk="0">
                  <a:moveTo>
                    <a:pt x="1" y="0"/>
                  </a:moveTo>
                  <a:lnTo>
                    <a:pt x="1" y="12046"/>
                  </a:lnTo>
                  <a:lnTo>
                    <a:pt x="29184" y="12046"/>
                  </a:lnTo>
                  <a:lnTo>
                    <a:pt x="2918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08"/>
            <p:cNvSpPr/>
            <p:nvPr/>
          </p:nvSpPr>
          <p:spPr>
            <a:xfrm>
              <a:off x="1839658" y="1603897"/>
              <a:ext cx="308164" cy="253026"/>
            </a:xfrm>
            <a:custGeom>
              <a:avLst/>
              <a:gdLst/>
              <a:ahLst/>
              <a:cxnLst/>
              <a:rect l="l" t="t" r="r" b="b"/>
              <a:pathLst>
                <a:path w="14671" h="12046" extrusionOk="0">
                  <a:moveTo>
                    <a:pt x="0" y="0"/>
                  </a:moveTo>
                  <a:lnTo>
                    <a:pt x="0" y="12046"/>
                  </a:lnTo>
                  <a:lnTo>
                    <a:pt x="14671" y="12046"/>
                  </a:lnTo>
                  <a:lnTo>
                    <a:pt x="1467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108"/>
            <p:cNvSpPr/>
            <p:nvPr/>
          </p:nvSpPr>
          <p:spPr>
            <a:xfrm>
              <a:off x="1534855" y="1671596"/>
              <a:ext cx="107357" cy="117649"/>
            </a:xfrm>
            <a:custGeom>
              <a:avLst/>
              <a:gdLst/>
              <a:ahLst/>
              <a:cxnLst/>
              <a:rect l="l" t="t" r="r" b="b"/>
              <a:pathLst>
                <a:path w="5111" h="5601" extrusionOk="0">
                  <a:moveTo>
                    <a:pt x="0" y="1"/>
                  </a:moveTo>
                  <a:lnTo>
                    <a:pt x="0" y="5601"/>
                  </a:lnTo>
                  <a:lnTo>
                    <a:pt x="2310" y="5601"/>
                  </a:lnTo>
                  <a:cubicBezTo>
                    <a:pt x="3854" y="5601"/>
                    <a:pt x="5111" y="4344"/>
                    <a:pt x="5111" y="2801"/>
                  </a:cubicBezTo>
                  <a:cubicBezTo>
                    <a:pt x="5111" y="1256"/>
                    <a:pt x="3854" y="1"/>
                    <a:pt x="231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108"/>
            <p:cNvSpPr/>
            <p:nvPr/>
          </p:nvSpPr>
          <p:spPr>
            <a:xfrm>
              <a:off x="2040466" y="1671596"/>
              <a:ext cx="107357" cy="117649"/>
            </a:xfrm>
            <a:custGeom>
              <a:avLst/>
              <a:gdLst/>
              <a:ahLst/>
              <a:cxnLst/>
              <a:rect l="l" t="t" r="r" b="b"/>
              <a:pathLst>
                <a:path w="5111" h="5601" extrusionOk="0">
                  <a:moveTo>
                    <a:pt x="2801" y="1"/>
                  </a:moveTo>
                  <a:cubicBezTo>
                    <a:pt x="1257" y="1"/>
                    <a:pt x="0" y="1256"/>
                    <a:pt x="0" y="2801"/>
                  </a:cubicBezTo>
                  <a:cubicBezTo>
                    <a:pt x="0" y="4344"/>
                    <a:pt x="1257" y="5601"/>
                    <a:pt x="2801" y="5601"/>
                  </a:cubicBezTo>
                  <a:lnTo>
                    <a:pt x="5111" y="5601"/>
                  </a:lnTo>
                  <a:lnTo>
                    <a:pt x="511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08"/>
            <p:cNvSpPr/>
            <p:nvPr/>
          </p:nvSpPr>
          <p:spPr>
            <a:xfrm>
              <a:off x="1713250" y="1674159"/>
              <a:ext cx="264180" cy="112545"/>
            </a:xfrm>
            <a:custGeom>
              <a:avLst/>
              <a:gdLst/>
              <a:ahLst/>
              <a:cxnLst/>
              <a:rect l="l" t="t" r="r" b="b"/>
              <a:pathLst>
                <a:path w="12577" h="5358" extrusionOk="0">
                  <a:moveTo>
                    <a:pt x="5686" y="0"/>
                  </a:moveTo>
                  <a:lnTo>
                    <a:pt x="3209" y="1651"/>
                  </a:lnTo>
                  <a:lnTo>
                    <a:pt x="948" y="144"/>
                  </a:lnTo>
                  <a:lnTo>
                    <a:pt x="0" y="1566"/>
                  </a:lnTo>
                  <a:lnTo>
                    <a:pt x="1669" y="2679"/>
                  </a:lnTo>
                  <a:lnTo>
                    <a:pt x="0" y="3792"/>
                  </a:lnTo>
                  <a:lnTo>
                    <a:pt x="948" y="5214"/>
                  </a:lnTo>
                  <a:lnTo>
                    <a:pt x="3209" y="3706"/>
                  </a:lnTo>
                  <a:lnTo>
                    <a:pt x="5686" y="5357"/>
                  </a:lnTo>
                  <a:lnTo>
                    <a:pt x="9898" y="5357"/>
                  </a:lnTo>
                  <a:cubicBezTo>
                    <a:pt x="11375" y="5357"/>
                    <a:pt x="12577" y="4156"/>
                    <a:pt x="12577" y="2679"/>
                  </a:cubicBezTo>
                  <a:cubicBezTo>
                    <a:pt x="12577" y="1202"/>
                    <a:pt x="11375" y="0"/>
                    <a:pt x="98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08"/>
            <p:cNvSpPr/>
            <p:nvPr/>
          </p:nvSpPr>
          <p:spPr>
            <a:xfrm>
              <a:off x="1839658" y="1674117"/>
              <a:ext cx="137772" cy="112587"/>
            </a:xfrm>
            <a:custGeom>
              <a:avLst/>
              <a:gdLst/>
              <a:ahLst/>
              <a:cxnLst/>
              <a:rect l="l" t="t" r="r" b="b"/>
              <a:pathLst>
                <a:path w="6559" h="5360" extrusionOk="0">
                  <a:moveTo>
                    <a:pt x="0" y="1"/>
                  </a:moveTo>
                  <a:lnTo>
                    <a:pt x="0" y="5359"/>
                  </a:lnTo>
                  <a:lnTo>
                    <a:pt x="3880" y="5359"/>
                  </a:lnTo>
                  <a:cubicBezTo>
                    <a:pt x="5357" y="5359"/>
                    <a:pt x="6559" y="4158"/>
                    <a:pt x="6559" y="2681"/>
                  </a:cubicBezTo>
                  <a:cubicBezTo>
                    <a:pt x="6559" y="1204"/>
                    <a:pt x="5357" y="1"/>
                    <a:pt x="388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108"/>
            <p:cNvSpPr/>
            <p:nvPr/>
          </p:nvSpPr>
          <p:spPr>
            <a:xfrm>
              <a:off x="1781201" y="1674117"/>
              <a:ext cx="191755" cy="34364"/>
            </a:xfrm>
            <a:custGeom>
              <a:avLst/>
              <a:gdLst/>
              <a:ahLst/>
              <a:cxnLst/>
              <a:rect l="l" t="t" r="r" b="b"/>
              <a:pathLst>
                <a:path w="9129" h="1636" extrusionOk="0">
                  <a:moveTo>
                    <a:pt x="2451" y="1"/>
                  </a:moveTo>
                  <a:lnTo>
                    <a:pt x="0" y="1636"/>
                  </a:lnTo>
                  <a:lnTo>
                    <a:pt x="9129" y="1636"/>
                  </a:lnTo>
                  <a:cubicBezTo>
                    <a:pt x="8708" y="646"/>
                    <a:pt x="7739" y="2"/>
                    <a:pt x="6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108"/>
            <p:cNvSpPr/>
            <p:nvPr/>
          </p:nvSpPr>
          <p:spPr>
            <a:xfrm>
              <a:off x="1839658" y="1674117"/>
              <a:ext cx="133298" cy="34364"/>
            </a:xfrm>
            <a:custGeom>
              <a:avLst/>
              <a:gdLst/>
              <a:ahLst/>
              <a:cxnLst/>
              <a:rect l="l" t="t" r="r" b="b"/>
              <a:pathLst>
                <a:path w="6346" h="1636" extrusionOk="0">
                  <a:moveTo>
                    <a:pt x="0" y="1"/>
                  </a:moveTo>
                  <a:lnTo>
                    <a:pt x="0" y="1636"/>
                  </a:lnTo>
                  <a:lnTo>
                    <a:pt x="6346" y="1636"/>
                  </a:lnTo>
                  <a:cubicBezTo>
                    <a:pt x="5925" y="646"/>
                    <a:pt x="4956" y="2"/>
                    <a:pt x="388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6" name="Google Shape;3476;p108"/>
          <p:cNvGrpSpPr/>
          <p:nvPr/>
        </p:nvGrpSpPr>
        <p:grpSpPr>
          <a:xfrm>
            <a:off x="3446916" y="2138875"/>
            <a:ext cx="455397" cy="454756"/>
            <a:chOff x="4327658" y="1195203"/>
            <a:chExt cx="612422" cy="611561"/>
          </a:xfrm>
        </p:grpSpPr>
        <p:sp>
          <p:nvSpPr>
            <p:cNvPr id="3477" name="Google Shape;3477;p108"/>
            <p:cNvSpPr/>
            <p:nvPr/>
          </p:nvSpPr>
          <p:spPr>
            <a:xfrm>
              <a:off x="4440098" y="1195203"/>
              <a:ext cx="387584" cy="231622"/>
            </a:xfrm>
            <a:custGeom>
              <a:avLst/>
              <a:gdLst/>
              <a:ahLst/>
              <a:cxnLst/>
              <a:rect l="l" t="t" r="r" b="b"/>
              <a:pathLst>
                <a:path w="18452" h="11027" extrusionOk="0">
                  <a:moveTo>
                    <a:pt x="9221" y="1"/>
                  </a:moveTo>
                  <a:lnTo>
                    <a:pt x="8747" y="317"/>
                  </a:lnTo>
                  <a:cubicBezTo>
                    <a:pt x="8665" y="372"/>
                    <a:pt x="6902" y="1566"/>
                    <a:pt x="5692" y="3740"/>
                  </a:cubicBezTo>
                  <a:cubicBezTo>
                    <a:pt x="4916" y="3411"/>
                    <a:pt x="4066" y="3304"/>
                    <a:pt x="3289" y="3304"/>
                  </a:cubicBezTo>
                  <a:cubicBezTo>
                    <a:pt x="1888" y="3304"/>
                    <a:pt x="722" y="3652"/>
                    <a:pt x="638" y="3678"/>
                  </a:cubicBezTo>
                  <a:lnTo>
                    <a:pt x="43" y="3859"/>
                  </a:lnTo>
                  <a:lnTo>
                    <a:pt x="34" y="4481"/>
                  </a:lnTo>
                  <a:cubicBezTo>
                    <a:pt x="31" y="4642"/>
                    <a:pt x="1" y="8417"/>
                    <a:pt x="2225" y="10091"/>
                  </a:cubicBezTo>
                  <a:cubicBezTo>
                    <a:pt x="3050" y="10710"/>
                    <a:pt x="4136" y="11026"/>
                    <a:pt x="5453" y="11026"/>
                  </a:cubicBezTo>
                  <a:lnTo>
                    <a:pt x="12997" y="11026"/>
                  </a:lnTo>
                  <a:cubicBezTo>
                    <a:pt x="14315" y="11026"/>
                    <a:pt x="15400" y="10710"/>
                    <a:pt x="16225" y="10091"/>
                  </a:cubicBezTo>
                  <a:cubicBezTo>
                    <a:pt x="18451" y="8417"/>
                    <a:pt x="18419" y="4642"/>
                    <a:pt x="18418" y="4481"/>
                  </a:cubicBezTo>
                  <a:lnTo>
                    <a:pt x="18408" y="3859"/>
                  </a:lnTo>
                  <a:lnTo>
                    <a:pt x="17813" y="3678"/>
                  </a:lnTo>
                  <a:cubicBezTo>
                    <a:pt x="17729" y="3652"/>
                    <a:pt x="16561" y="3303"/>
                    <a:pt x="15161" y="3303"/>
                  </a:cubicBezTo>
                  <a:cubicBezTo>
                    <a:pt x="14383" y="3303"/>
                    <a:pt x="13534" y="3411"/>
                    <a:pt x="12758" y="3740"/>
                  </a:cubicBezTo>
                  <a:cubicBezTo>
                    <a:pt x="11546" y="1566"/>
                    <a:pt x="9779" y="372"/>
                    <a:pt x="9695" y="315"/>
                  </a:cubicBezTo>
                  <a:lnTo>
                    <a:pt x="92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108"/>
            <p:cNvSpPr/>
            <p:nvPr/>
          </p:nvSpPr>
          <p:spPr>
            <a:xfrm>
              <a:off x="4633848" y="1195245"/>
              <a:ext cx="193792" cy="231580"/>
            </a:xfrm>
            <a:custGeom>
              <a:avLst/>
              <a:gdLst/>
              <a:ahLst/>
              <a:cxnLst/>
              <a:rect l="l" t="t" r="r" b="b"/>
              <a:pathLst>
                <a:path w="9226" h="11025" extrusionOk="0">
                  <a:moveTo>
                    <a:pt x="0" y="0"/>
                  </a:moveTo>
                  <a:lnTo>
                    <a:pt x="0" y="11024"/>
                  </a:lnTo>
                  <a:lnTo>
                    <a:pt x="3773" y="11024"/>
                  </a:lnTo>
                  <a:cubicBezTo>
                    <a:pt x="5089" y="11024"/>
                    <a:pt x="6176" y="10708"/>
                    <a:pt x="7001" y="10088"/>
                  </a:cubicBezTo>
                  <a:cubicBezTo>
                    <a:pt x="9226" y="8415"/>
                    <a:pt x="9195" y="4640"/>
                    <a:pt x="9192" y="4479"/>
                  </a:cubicBezTo>
                  <a:lnTo>
                    <a:pt x="9194" y="4479"/>
                  </a:lnTo>
                  <a:lnTo>
                    <a:pt x="9184" y="3857"/>
                  </a:lnTo>
                  <a:lnTo>
                    <a:pt x="8589" y="3676"/>
                  </a:lnTo>
                  <a:cubicBezTo>
                    <a:pt x="8505" y="3650"/>
                    <a:pt x="7337" y="3301"/>
                    <a:pt x="5937" y="3301"/>
                  </a:cubicBezTo>
                  <a:cubicBezTo>
                    <a:pt x="5159" y="3301"/>
                    <a:pt x="4310" y="3409"/>
                    <a:pt x="3534" y="3738"/>
                  </a:cubicBezTo>
                  <a:cubicBezTo>
                    <a:pt x="2322" y="1564"/>
                    <a:pt x="555" y="370"/>
                    <a:pt x="471" y="313"/>
                  </a:cubicBezTo>
                  <a:lnTo>
                    <a:pt x="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108"/>
            <p:cNvSpPr/>
            <p:nvPr/>
          </p:nvSpPr>
          <p:spPr>
            <a:xfrm>
              <a:off x="4327658" y="1344170"/>
              <a:ext cx="612422" cy="462593"/>
            </a:xfrm>
            <a:custGeom>
              <a:avLst/>
              <a:gdLst/>
              <a:ahLst/>
              <a:cxnLst/>
              <a:rect l="l" t="t" r="r" b="b"/>
              <a:pathLst>
                <a:path w="29156" h="22023" extrusionOk="0">
                  <a:moveTo>
                    <a:pt x="9284" y="1"/>
                  </a:moveTo>
                  <a:cubicBezTo>
                    <a:pt x="4165" y="1"/>
                    <a:pt x="1" y="4218"/>
                    <a:pt x="1" y="9404"/>
                  </a:cubicBezTo>
                  <a:cubicBezTo>
                    <a:pt x="1" y="12774"/>
                    <a:pt x="1313" y="15944"/>
                    <a:pt x="3697" y="18326"/>
                  </a:cubicBezTo>
                  <a:cubicBezTo>
                    <a:pt x="6080" y="20709"/>
                    <a:pt x="9248" y="22022"/>
                    <a:pt x="12619" y="22022"/>
                  </a:cubicBezTo>
                  <a:lnTo>
                    <a:pt x="16537" y="22022"/>
                  </a:lnTo>
                  <a:cubicBezTo>
                    <a:pt x="19907" y="22022"/>
                    <a:pt x="23076" y="20711"/>
                    <a:pt x="25459" y="18326"/>
                  </a:cubicBezTo>
                  <a:cubicBezTo>
                    <a:pt x="27842" y="15944"/>
                    <a:pt x="29155" y="12774"/>
                    <a:pt x="29155" y="9404"/>
                  </a:cubicBezTo>
                  <a:cubicBezTo>
                    <a:pt x="29155" y="4218"/>
                    <a:pt x="24991" y="1"/>
                    <a:pt x="19872" y="1"/>
                  </a:cubicBezTo>
                  <a:cubicBezTo>
                    <a:pt x="17478" y="1"/>
                    <a:pt x="15390" y="727"/>
                    <a:pt x="14577" y="1051"/>
                  </a:cubicBezTo>
                  <a:cubicBezTo>
                    <a:pt x="13764" y="727"/>
                    <a:pt x="11679" y="1"/>
                    <a:pt x="92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08"/>
            <p:cNvSpPr/>
            <p:nvPr/>
          </p:nvSpPr>
          <p:spPr>
            <a:xfrm>
              <a:off x="4633848" y="1344149"/>
              <a:ext cx="306232" cy="462572"/>
            </a:xfrm>
            <a:custGeom>
              <a:avLst/>
              <a:gdLst/>
              <a:ahLst/>
              <a:cxnLst/>
              <a:rect l="l" t="t" r="r" b="b"/>
              <a:pathLst>
                <a:path w="14579" h="22022" extrusionOk="0">
                  <a:moveTo>
                    <a:pt x="5295" y="0"/>
                  </a:moveTo>
                  <a:lnTo>
                    <a:pt x="5295" y="2"/>
                  </a:lnTo>
                  <a:cubicBezTo>
                    <a:pt x="2901" y="2"/>
                    <a:pt x="813" y="728"/>
                    <a:pt x="0" y="1052"/>
                  </a:cubicBezTo>
                  <a:lnTo>
                    <a:pt x="0" y="22022"/>
                  </a:lnTo>
                  <a:lnTo>
                    <a:pt x="1960" y="22022"/>
                  </a:lnTo>
                  <a:cubicBezTo>
                    <a:pt x="5330" y="22022"/>
                    <a:pt x="8499" y="20710"/>
                    <a:pt x="10882" y="18326"/>
                  </a:cubicBezTo>
                  <a:cubicBezTo>
                    <a:pt x="13265" y="15943"/>
                    <a:pt x="14578" y="12775"/>
                    <a:pt x="14578" y="9404"/>
                  </a:cubicBezTo>
                  <a:cubicBezTo>
                    <a:pt x="14578" y="4219"/>
                    <a:pt x="10413" y="0"/>
                    <a:pt x="52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08"/>
            <p:cNvSpPr/>
            <p:nvPr/>
          </p:nvSpPr>
          <p:spPr>
            <a:xfrm>
              <a:off x="4633848" y="1344149"/>
              <a:ext cx="306232" cy="462572"/>
            </a:xfrm>
            <a:custGeom>
              <a:avLst/>
              <a:gdLst/>
              <a:ahLst/>
              <a:cxnLst/>
              <a:rect l="l" t="t" r="r" b="b"/>
              <a:pathLst>
                <a:path w="14579" h="22022" fill="none" extrusionOk="0">
                  <a:moveTo>
                    <a:pt x="5295" y="2"/>
                  </a:moveTo>
                  <a:cubicBezTo>
                    <a:pt x="2901" y="2"/>
                    <a:pt x="813" y="728"/>
                    <a:pt x="0" y="1052"/>
                  </a:cubicBezTo>
                  <a:lnTo>
                    <a:pt x="0" y="22022"/>
                  </a:lnTo>
                  <a:lnTo>
                    <a:pt x="1960" y="22022"/>
                  </a:lnTo>
                  <a:cubicBezTo>
                    <a:pt x="5330" y="22022"/>
                    <a:pt x="8499" y="20710"/>
                    <a:pt x="10882" y="18326"/>
                  </a:cubicBezTo>
                  <a:cubicBezTo>
                    <a:pt x="13265" y="15943"/>
                    <a:pt x="14578" y="12775"/>
                    <a:pt x="14578" y="9404"/>
                  </a:cubicBezTo>
                  <a:cubicBezTo>
                    <a:pt x="14578" y="4219"/>
                    <a:pt x="10413" y="0"/>
                    <a:pt x="5295" y="0"/>
                  </a:cubicBezTo>
                  <a:close/>
                </a:path>
              </a:pathLst>
            </a:custGeom>
            <a:noFill/>
            <a:ln w="350" cap="flat" cmpd="sng">
              <a:solidFill>
                <a:srgbClr val="FC334F"/>
              </a:solidFill>
              <a:prstDash val="solid"/>
              <a:miter lim="144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08"/>
            <p:cNvSpPr/>
            <p:nvPr/>
          </p:nvSpPr>
          <p:spPr>
            <a:xfrm>
              <a:off x="4399433" y="1415924"/>
              <a:ext cx="208349" cy="319318"/>
            </a:xfrm>
            <a:custGeom>
              <a:avLst/>
              <a:gdLst/>
              <a:ahLst/>
              <a:cxnLst/>
              <a:rect l="l" t="t" r="r" b="b"/>
              <a:pathLst>
                <a:path w="9919" h="15202" extrusionOk="0">
                  <a:moveTo>
                    <a:pt x="5879" y="1"/>
                  </a:moveTo>
                  <a:cubicBezTo>
                    <a:pt x="2638" y="15"/>
                    <a:pt x="0" y="2701"/>
                    <a:pt x="0" y="5988"/>
                  </a:cubicBezTo>
                  <a:cubicBezTo>
                    <a:pt x="0" y="8416"/>
                    <a:pt x="941" y="10707"/>
                    <a:pt x="2648" y="12441"/>
                  </a:cubicBezTo>
                  <a:cubicBezTo>
                    <a:pt x="4356" y="14176"/>
                    <a:pt x="6627" y="15148"/>
                    <a:pt x="9049" y="15187"/>
                  </a:cubicBezTo>
                  <a:lnTo>
                    <a:pt x="9918" y="15202"/>
                  </a:lnTo>
                  <a:lnTo>
                    <a:pt x="9918" y="1550"/>
                  </a:lnTo>
                  <a:lnTo>
                    <a:pt x="9569" y="1275"/>
                  </a:lnTo>
                  <a:cubicBezTo>
                    <a:pt x="8518" y="441"/>
                    <a:pt x="7250" y="1"/>
                    <a:pt x="59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08"/>
            <p:cNvSpPr/>
            <p:nvPr/>
          </p:nvSpPr>
          <p:spPr>
            <a:xfrm>
              <a:off x="4657080" y="1415924"/>
              <a:ext cx="211205" cy="319087"/>
            </a:xfrm>
            <a:custGeom>
              <a:avLst/>
              <a:gdLst/>
              <a:ahLst/>
              <a:cxnLst/>
              <a:rect l="l" t="t" r="r" b="b"/>
              <a:pathLst>
                <a:path w="10055" h="15191" extrusionOk="0">
                  <a:moveTo>
                    <a:pt x="4150" y="1"/>
                  </a:moveTo>
                  <a:cubicBezTo>
                    <a:pt x="2805" y="1"/>
                    <a:pt x="1538" y="441"/>
                    <a:pt x="486" y="1275"/>
                  </a:cubicBezTo>
                  <a:lnTo>
                    <a:pt x="0" y="1659"/>
                  </a:lnTo>
                  <a:lnTo>
                    <a:pt x="0" y="15190"/>
                  </a:lnTo>
                  <a:lnTo>
                    <a:pt x="854" y="15190"/>
                  </a:lnTo>
                  <a:cubicBezTo>
                    <a:pt x="5928" y="15190"/>
                    <a:pt x="10055" y="11062"/>
                    <a:pt x="10055" y="5988"/>
                  </a:cubicBezTo>
                  <a:cubicBezTo>
                    <a:pt x="10055" y="2701"/>
                    <a:pt x="7418" y="15"/>
                    <a:pt x="417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08"/>
            <p:cNvSpPr/>
            <p:nvPr/>
          </p:nvSpPr>
          <p:spPr>
            <a:xfrm>
              <a:off x="4725598" y="1502947"/>
              <a:ext cx="35919" cy="35898"/>
            </a:xfrm>
            <a:custGeom>
              <a:avLst/>
              <a:gdLst/>
              <a:ahLst/>
              <a:cxnLst/>
              <a:rect l="l" t="t" r="r" b="b"/>
              <a:pathLst>
                <a:path w="1710" h="1709" extrusionOk="0">
                  <a:moveTo>
                    <a:pt x="1" y="0"/>
                  </a:moveTo>
                  <a:lnTo>
                    <a:pt x="1" y="1709"/>
                  </a:lnTo>
                  <a:lnTo>
                    <a:pt x="1710" y="1709"/>
                  </a:lnTo>
                  <a:lnTo>
                    <a:pt x="17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08"/>
            <p:cNvSpPr/>
            <p:nvPr/>
          </p:nvSpPr>
          <p:spPr>
            <a:xfrm>
              <a:off x="4725598" y="1577095"/>
              <a:ext cx="35919" cy="35898"/>
            </a:xfrm>
            <a:custGeom>
              <a:avLst/>
              <a:gdLst/>
              <a:ahLst/>
              <a:cxnLst/>
              <a:rect l="l" t="t" r="r" b="b"/>
              <a:pathLst>
                <a:path w="1710" h="1709" extrusionOk="0">
                  <a:moveTo>
                    <a:pt x="1" y="1"/>
                  </a:moveTo>
                  <a:lnTo>
                    <a:pt x="1" y="1708"/>
                  </a:lnTo>
                  <a:lnTo>
                    <a:pt x="1710" y="1708"/>
                  </a:lnTo>
                  <a:lnTo>
                    <a:pt x="17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08"/>
            <p:cNvSpPr/>
            <p:nvPr/>
          </p:nvSpPr>
          <p:spPr>
            <a:xfrm>
              <a:off x="4506222" y="1502947"/>
              <a:ext cx="35919" cy="35898"/>
            </a:xfrm>
            <a:custGeom>
              <a:avLst/>
              <a:gdLst/>
              <a:ahLst/>
              <a:cxnLst/>
              <a:rect l="l" t="t" r="r" b="b"/>
              <a:pathLst>
                <a:path w="1710" h="1709" extrusionOk="0">
                  <a:moveTo>
                    <a:pt x="1" y="0"/>
                  </a:moveTo>
                  <a:lnTo>
                    <a:pt x="1" y="1709"/>
                  </a:lnTo>
                  <a:lnTo>
                    <a:pt x="1709" y="1709"/>
                  </a:lnTo>
                  <a:lnTo>
                    <a:pt x="17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08"/>
            <p:cNvSpPr/>
            <p:nvPr/>
          </p:nvSpPr>
          <p:spPr>
            <a:xfrm>
              <a:off x="4506222" y="1577095"/>
              <a:ext cx="35919" cy="35898"/>
            </a:xfrm>
            <a:custGeom>
              <a:avLst/>
              <a:gdLst/>
              <a:ahLst/>
              <a:cxnLst/>
              <a:rect l="l" t="t" r="r" b="b"/>
              <a:pathLst>
                <a:path w="1710" h="1709" extrusionOk="0">
                  <a:moveTo>
                    <a:pt x="1" y="1"/>
                  </a:moveTo>
                  <a:lnTo>
                    <a:pt x="1" y="1708"/>
                  </a:lnTo>
                  <a:lnTo>
                    <a:pt x="1709" y="1708"/>
                  </a:lnTo>
                  <a:lnTo>
                    <a:pt x="17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8" name="Google Shape;3488;p108"/>
          <p:cNvGrpSpPr/>
          <p:nvPr/>
        </p:nvGrpSpPr>
        <p:grpSpPr>
          <a:xfrm>
            <a:off x="2631411" y="1396242"/>
            <a:ext cx="292628" cy="455834"/>
            <a:chOff x="1571340" y="697994"/>
            <a:chExt cx="393529" cy="613010"/>
          </a:xfrm>
        </p:grpSpPr>
        <p:sp>
          <p:nvSpPr>
            <p:cNvPr id="3489" name="Google Shape;3489;p108"/>
            <p:cNvSpPr/>
            <p:nvPr/>
          </p:nvSpPr>
          <p:spPr>
            <a:xfrm>
              <a:off x="1571340" y="697994"/>
              <a:ext cx="393529" cy="613010"/>
            </a:xfrm>
            <a:custGeom>
              <a:avLst/>
              <a:gdLst/>
              <a:ahLst/>
              <a:cxnLst/>
              <a:rect l="l" t="t" r="r" b="b"/>
              <a:pathLst>
                <a:path w="18735" h="29184" extrusionOk="0">
                  <a:moveTo>
                    <a:pt x="1" y="1"/>
                  </a:moveTo>
                  <a:lnTo>
                    <a:pt x="1" y="29184"/>
                  </a:lnTo>
                  <a:lnTo>
                    <a:pt x="18734" y="29184"/>
                  </a:lnTo>
                  <a:lnTo>
                    <a:pt x="1873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108"/>
            <p:cNvSpPr/>
            <p:nvPr/>
          </p:nvSpPr>
          <p:spPr>
            <a:xfrm>
              <a:off x="1571340" y="697994"/>
              <a:ext cx="178837" cy="132121"/>
            </a:xfrm>
            <a:custGeom>
              <a:avLst/>
              <a:gdLst/>
              <a:ahLst/>
              <a:cxnLst/>
              <a:rect l="l" t="t" r="r" b="b"/>
              <a:pathLst>
                <a:path w="8514" h="6290" extrusionOk="0">
                  <a:moveTo>
                    <a:pt x="1" y="1"/>
                  </a:moveTo>
                  <a:lnTo>
                    <a:pt x="1" y="6289"/>
                  </a:lnTo>
                  <a:lnTo>
                    <a:pt x="8513" y="6289"/>
                  </a:lnTo>
                  <a:lnTo>
                    <a:pt x="851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108"/>
            <p:cNvSpPr/>
            <p:nvPr/>
          </p:nvSpPr>
          <p:spPr>
            <a:xfrm>
              <a:off x="1660738" y="697994"/>
              <a:ext cx="89439" cy="132121"/>
            </a:xfrm>
            <a:custGeom>
              <a:avLst/>
              <a:gdLst/>
              <a:ahLst/>
              <a:cxnLst/>
              <a:rect l="l" t="t" r="r" b="b"/>
              <a:pathLst>
                <a:path w="4258" h="6290" extrusionOk="0">
                  <a:moveTo>
                    <a:pt x="0" y="1"/>
                  </a:moveTo>
                  <a:lnTo>
                    <a:pt x="0" y="6289"/>
                  </a:lnTo>
                  <a:lnTo>
                    <a:pt x="4257" y="6289"/>
                  </a:lnTo>
                  <a:lnTo>
                    <a:pt x="425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08"/>
            <p:cNvSpPr/>
            <p:nvPr/>
          </p:nvSpPr>
          <p:spPr>
            <a:xfrm>
              <a:off x="1786032" y="697994"/>
              <a:ext cx="178837" cy="132121"/>
            </a:xfrm>
            <a:custGeom>
              <a:avLst/>
              <a:gdLst/>
              <a:ahLst/>
              <a:cxnLst/>
              <a:rect l="l" t="t" r="r" b="b"/>
              <a:pathLst>
                <a:path w="8514" h="6290" extrusionOk="0">
                  <a:moveTo>
                    <a:pt x="1" y="1"/>
                  </a:moveTo>
                  <a:lnTo>
                    <a:pt x="1" y="6289"/>
                  </a:lnTo>
                  <a:lnTo>
                    <a:pt x="8513" y="6289"/>
                  </a:lnTo>
                  <a:lnTo>
                    <a:pt x="851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108"/>
            <p:cNvSpPr/>
            <p:nvPr/>
          </p:nvSpPr>
          <p:spPr>
            <a:xfrm>
              <a:off x="1875451" y="697994"/>
              <a:ext cx="89418" cy="132121"/>
            </a:xfrm>
            <a:custGeom>
              <a:avLst/>
              <a:gdLst/>
              <a:ahLst/>
              <a:cxnLst/>
              <a:rect l="l" t="t" r="r" b="b"/>
              <a:pathLst>
                <a:path w="4257" h="6290" extrusionOk="0">
                  <a:moveTo>
                    <a:pt x="1" y="1"/>
                  </a:moveTo>
                  <a:lnTo>
                    <a:pt x="1" y="6289"/>
                  </a:lnTo>
                  <a:lnTo>
                    <a:pt x="4256" y="6289"/>
                  </a:lnTo>
                  <a:lnTo>
                    <a:pt x="42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108"/>
            <p:cNvSpPr/>
            <p:nvPr/>
          </p:nvSpPr>
          <p:spPr>
            <a:xfrm>
              <a:off x="1571340" y="865845"/>
              <a:ext cx="178837" cy="132079"/>
            </a:xfrm>
            <a:custGeom>
              <a:avLst/>
              <a:gdLst/>
              <a:ahLst/>
              <a:cxnLst/>
              <a:rect l="l" t="t" r="r" b="b"/>
              <a:pathLst>
                <a:path w="8514" h="6288" extrusionOk="0">
                  <a:moveTo>
                    <a:pt x="1" y="0"/>
                  </a:moveTo>
                  <a:lnTo>
                    <a:pt x="1" y="6287"/>
                  </a:lnTo>
                  <a:lnTo>
                    <a:pt x="8513" y="6287"/>
                  </a:lnTo>
                  <a:lnTo>
                    <a:pt x="851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08"/>
            <p:cNvSpPr/>
            <p:nvPr/>
          </p:nvSpPr>
          <p:spPr>
            <a:xfrm>
              <a:off x="1660738" y="865845"/>
              <a:ext cx="89439" cy="132079"/>
            </a:xfrm>
            <a:custGeom>
              <a:avLst/>
              <a:gdLst/>
              <a:ahLst/>
              <a:cxnLst/>
              <a:rect l="l" t="t" r="r" b="b"/>
              <a:pathLst>
                <a:path w="4258" h="6288" extrusionOk="0">
                  <a:moveTo>
                    <a:pt x="0" y="0"/>
                  </a:moveTo>
                  <a:lnTo>
                    <a:pt x="0" y="6287"/>
                  </a:lnTo>
                  <a:lnTo>
                    <a:pt x="4257" y="6287"/>
                  </a:lnTo>
                  <a:lnTo>
                    <a:pt x="42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08"/>
            <p:cNvSpPr/>
            <p:nvPr/>
          </p:nvSpPr>
          <p:spPr>
            <a:xfrm>
              <a:off x="1786032" y="865845"/>
              <a:ext cx="178837" cy="132079"/>
            </a:xfrm>
            <a:custGeom>
              <a:avLst/>
              <a:gdLst/>
              <a:ahLst/>
              <a:cxnLst/>
              <a:rect l="l" t="t" r="r" b="b"/>
              <a:pathLst>
                <a:path w="8514" h="6288" extrusionOk="0">
                  <a:moveTo>
                    <a:pt x="1" y="0"/>
                  </a:moveTo>
                  <a:lnTo>
                    <a:pt x="1" y="6287"/>
                  </a:lnTo>
                  <a:lnTo>
                    <a:pt x="8513" y="6287"/>
                  </a:lnTo>
                  <a:lnTo>
                    <a:pt x="851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08"/>
            <p:cNvSpPr/>
            <p:nvPr/>
          </p:nvSpPr>
          <p:spPr>
            <a:xfrm>
              <a:off x="1875451" y="865845"/>
              <a:ext cx="89418" cy="132079"/>
            </a:xfrm>
            <a:custGeom>
              <a:avLst/>
              <a:gdLst/>
              <a:ahLst/>
              <a:cxnLst/>
              <a:rect l="l" t="t" r="r" b="b"/>
              <a:pathLst>
                <a:path w="4257" h="6288" extrusionOk="0">
                  <a:moveTo>
                    <a:pt x="1" y="0"/>
                  </a:moveTo>
                  <a:lnTo>
                    <a:pt x="1" y="6287"/>
                  </a:lnTo>
                  <a:lnTo>
                    <a:pt x="4256" y="6287"/>
                  </a:lnTo>
                  <a:lnTo>
                    <a:pt x="42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08"/>
            <p:cNvSpPr/>
            <p:nvPr/>
          </p:nvSpPr>
          <p:spPr>
            <a:xfrm>
              <a:off x="1571340" y="1033612"/>
              <a:ext cx="178837" cy="132121"/>
            </a:xfrm>
            <a:custGeom>
              <a:avLst/>
              <a:gdLst/>
              <a:ahLst/>
              <a:cxnLst/>
              <a:rect l="l" t="t" r="r" b="b"/>
              <a:pathLst>
                <a:path w="8514" h="6290" extrusionOk="0">
                  <a:moveTo>
                    <a:pt x="1" y="1"/>
                  </a:moveTo>
                  <a:lnTo>
                    <a:pt x="1" y="6289"/>
                  </a:lnTo>
                  <a:lnTo>
                    <a:pt x="8513" y="6289"/>
                  </a:lnTo>
                  <a:lnTo>
                    <a:pt x="851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08"/>
            <p:cNvSpPr/>
            <p:nvPr/>
          </p:nvSpPr>
          <p:spPr>
            <a:xfrm>
              <a:off x="1660738" y="1033612"/>
              <a:ext cx="89439" cy="132121"/>
            </a:xfrm>
            <a:custGeom>
              <a:avLst/>
              <a:gdLst/>
              <a:ahLst/>
              <a:cxnLst/>
              <a:rect l="l" t="t" r="r" b="b"/>
              <a:pathLst>
                <a:path w="4258" h="6290" extrusionOk="0">
                  <a:moveTo>
                    <a:pt x="0" y="1"/>
                  </a:moveTo>
                  <a:lnTo>
                    <a:pt x="0" y="6289"/>
                  </a:lnTo>
                  <a:lnTo>
                    <a:pt x="4257" y="6289"/>
                  </a:lnTo>
                  <a:lnTo>
                    <a:pt x="425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08"/>
            <p:cNvSpPr/>
            <p:nvPr/>
          </p:nvSpPr>
          <p:spPr>
            <a:xfrm>
              <a:off x="1786032" y="1033612"/>
              <a:ext cx="178837" cy="132121"/>
            </a:xfrm>
            <a:custGeom>
              <a:avLst/>
              <a:gdLst/>
              <a:ahLst/>
              <a:cxnLst/>
              <a:rect l="l" t="t" r="r" b="b"/>
              <a:pathLst>
                <a:path w="8514" h="6290" extrusionOk="0">
                  <a:moveTo>
                    <a:pt x="1" y="1"/>
                  </a:moveTo>
                  <a:lnTo>
                    <a:pt x="1" y="6289"/>
                  </a:lnTo>
                  <a:lnTo>
                    <a:pt x="8513" y="6289"/>
                  </a:lnTo>
                  <a:lnTo>
                    <a:pt x="851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08"/>
            <p:cNvSpPr/>
            <p:nvPr/>
          </p:nvSpPr>
          <p:spPr>
            <a:xfrm>
              <a:off x="1875451" y="1033612"/>
              <a:ext cx="89418" cy="132121"/>
            </a:xfrm>
            <a:custGeom>
              <a:avLst/>
              <a:gdLst/>
              <a:ahLst/>
              <a:cxnLst/>
              <a:rect l="l" t="t" r="r" b="b"/>
              <a:pathLst>
                <a:path w="4257" h="6290" extrusionOk="0">
                  <a:moveTo>
                    <a:pt x="1" y="1"/>
                  </a:moveTo>
                  <a:lnTo>
                    <a:pt x="1" y="6289"/>
                  </a:lnTo>
                  <a:lnTo>
                    <a:pt x="4256" y="6289"/>
                  </a:lnTo>
                  <a:lnTo>
                    <a:pt x="42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08"/>
            <p:cNvSpPr/>
            <p:nvPr/>
          </p:nvSpPr>
          <p:spPr>
            <a:xfrm>
              <a:off x="1571340" y="1033612"/>
              <a:ext cx="393529" cy="105697"/>
            </a:xfrm>
            <a:custGeom>
              <a:avLst/>
              <a:gdLst/>
              <a:ahLst/>
              <a:cxnLst/>
              <a:rect l="l" t="t" r="r" b="b"/>
              <a:pathLst>
                <a:path w="18735" h="5032" extrusionOk="0">
                  <a:moveTo>
                    <a:pt x="1" y="1"/>
                  </a:moveTo>
                  <a:lnTo>
                    <a:pt x="1" y="5031"/>
                  </a:lnTo>
                  <a:lnTo>
                    <a:pt x="18734" y="5031"/>
                  </a:lnTo>
                  <a:lnTo>
                    <a:pt x="18734" y="3395"/>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08"/>
            <p:cNvSpPr/>
            <p:nvPr/>
          </p:nvSpPr>
          <p:spPr>
            <a:xfrm>
              <a:off x="1768115" y="1069257"/>
              <a:ext cx="196754" cy="70052"/>
            </a:xfrm>
            <a:custGeom>
              <a:avLst/>
              <a:gdLst/>
              <a:ahLst/>
              <a:cxnLst/>
              <a:rect l="l" t="t" r="r" b="b"/>
              <a:pathLst>
                <a:path w="9367" h="3335" extrusionOk="0">
                  <a:moveTo>
                    <a:pt x="0" y="1"/>
                  </a:moveTo>
                  <a:lnTo>
                    <a:pt x="0" y="3334"/>
                  </a:lnTo>
                  <a:lnTo>
                    <a:pt x="9366" y="3334"/>
                  </a:lnTo>
                  <a:lnTo>
                    <a:pt x="9366" y="1698"/>
                  </a:ln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08"/>
            <p:cNvSpPr/>
            <p:nvPr/>
          </p:nvSpPr>
          <p:spPr>
            <a:xfrm>
              <a:off x="1571340" y="1104903"/>
              <a:ext cx="393529" cy="206101"/>
            </a:xfrm>
            <a:custGeom>
              <a:avLst/>
              <a:gdLst/>
              <a:ahLst/>
              <a:cxnLst/>
              <a:rect l="l" t="t" r="r" b="b"/>
              <a:pathLst>
                <a:path w="18735" h="9812" extrusionOk="0">
                  <a:moveTo>
                    <a:pt x="18734" y="1"/>
                  </a:moveTo>
                  <a:lnTo>
                    <a:pt x="1" y="1300"/>
                  </a:lnTo>
                  <a:lnTo>
                    <a:pt x="1" y="9812"/>
                  </a:lnTo>
                  <a:lnTo>
                    <a:pt x="18734" y="9812"/>
                  </a:lnTo>
                  <a:lnTo>
                    <a:pt x="1873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108"/>
            <p:cNvSpPr/>
            <p:nvPr/>
          </p:nvSpPr>
          <p:spPr>
            <a:xfrm>
              <a:off x="1768115" y="1104903"/>
              <a:ext cx="196754" cy="206101"/>
            </a:xfrm>
            <a:custGeom>
              <a:avLst/>
              <a:gdLst/>
              <a:ahLst/>
              <a:cxnLst/>
              <a:rect l="l" t="t" r="r" b="b"/>
              <a:pathLst>
                <a:path w="9367" h="9812" extrusionOk="0">
                  <a:moveTo>
                    <a:pt x="9366" y="1"/>
                  </a:moveTo>
                  <a:lnTo>
                    <a:pt x="0" y="650"/>
                  </a:lnTo>
                  <a:lnTo>
                    <a:pt x="0" y="9812"/>
                  </a:lnTo>
                  <a:lnTo>
                    <a:pt x="9366" y="9812"/>
                  </a:lnTo>
                  <a:lnTo>
                    <a:pt x="936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06" name="Google Shape;3506;p108"/>
          <p:cNvGrpSpPr/>
          <p:nvPr/>
        </p:nvGrpSpPr>
        <p:grpSpPr>
          <a:xfrm>
            <a:off x="5423599" y="2845712"/>
            <a:ext cx="403994" cy="455834"/>
            <a:chOff x="6376675" y="1937520"/>
            <a:chExt cx="543294" cy="613010"/>
          </a:xfrm>
        </p:grpSpPr>
        <p:sp>
          <p:nvSpPr>
            <p:cNvPr id="3507" name="Google Shape;3507;p108"/>
            <p:cNvSpPr/>
            <p:nvPr/>
          </p:nvSpPr>
          <p:spPr>
            <a:xfrm>
              <a:off x="6376675" y="2067646"/>
              <a:ext cx="543294" cy="482884"/>
            </a:xfrm>
            <a:custGeom>
              <a:avLst/>
              <a:gdLst/>
              <a:ahLst/>
              <a:cxnLst/>
              <a:rect l="l" t="t" r="r" b="b"/>
              <a:pathLst>
                <a:path w="25865" h="22989" extrusionOk="0">
                  <a:moveTo>
                    <a:pt x="7756" y="0"/>
                  </a:moveTo>
                  <a:cubicBezTo>
                    <a:pt x="3479" y="0"/>
                    <a:pt x="1" y="3656"/>
                    <a:pt x="1" y="8150"/>
                  </a:cubicBezTo>
                  <a:cubicBezTo>
                    <a:pt x="1" y="11579"/>
                    <a:pt x="1141" y="15249"/>
                    <a:pt x="3131" y="18219"/>
                  </a:cubicBezTo>
                  <a:cubicBezTo>
                    <a:pt x="5163" y="21250"/>
                    <a:pt x="7687" y="22989"/>
                    <a:pt x="10056" y="22989"/>
                  </a:cubicBezTo>
                  <a:cubicBezTo>
                    <a:pt x="11175" y="22989"/>
                    <a:pt x="12141" y="22798"/>
                    <a:pt x="12932" y="22421"/>
                  </a:cubicBezTo>
                  <a:cubicBezTo>
                    <a:pt x="13725" y="22798"/>
                    <a:pt x="14690" y="22989"/>
                    <a:pt x="15808" y="22989"/>
                  </a:cubicBezTo>
                  <a:cubicBezTo>
                    <a:pt x="18177" y="22989"/>
                    <a:pt x="20702" y="21250"/>
                    <a:pt x="22734" y="18219"/>
                  </a:cubicBezTo>
                  <a:cubicBezTo>
                    <a:pt x="24724" y="15249"/>
                    <a:pt x="25865" y="11579"/>
                    <a:pt x="25865" y="8150"/>
                  </a:cubicBezTo>
                  <a:cubicBezTo>
                    <a:pt x="25865" y="3656"/>
                    <a:pt x="22386" y="0"/>
                    <a:pt x="18109" y="0"/>
                  </a:cubicBezTo>
                  <a:cubicBezTo>
                    <a:pt x="16189" y="0"/>
                    <a:pt x="14348" y="748"/>
                    <a:pt x="12932" y="2080"/>
                  </a:cubicBezTo>
                  <a:cubicBezTo>
                    <a:pt x="11517" y="748"/>
                    <a:pt x="9677" y="0"/>
                    <a:pt x="77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108"/>
            <p:cNvSpPr/>
            <p:nvPr/>
          </p:nvSpPr>
          <p:spPr>
            <a:xfrm>
              <a:off x="6648312" y="2067646"/>
              <a:ext cx="271658" cy="482884"/>
            </a:xfrm>
            <a:custGeom>
              <a:avLst/>
              <a:gdLst/>
              <a:ahLst/>
              <a:cxnLst/>
              <a:rect l="l" t="t" r="r" b="b"/>
              <a:pathLst>
                <a:path w="12933" h="22989" extrusionOk="0">
                  <a:moveTo>
                    <a:pt x="5176" y="0"/>
                  </a:moveTo>
                  <a:cubicBezTo>
                    <a:pt x="3255" y="0"/>
                    <a:pt x="1415" y="748"/>
                    <a:pt x="0" y="2080"/>
                  </a:cubicBezTo>
                  <a:lnTo>
                    <a:pt x="0" y="22421"/>
                  </a:lnTo>
                  <a:cubicBezTo>
                    <a:pt x="793" y="22798"/>
                    <a:pt x="1758" y="22989"/>
                    <a:pt x="2876" y="22989"/>
                  </a:cubicBezTo>
                  <a:cubicBezTo>
                    <a:pt x="5245" y="22989"/>
                    <a:pt x="7770" y="21250"/>
                    <a:pt x="9802" y="18219"/>
                  </a:cubicBezTo>
                  <a:cubicBezTo>
                    <a:pt x="11792" y="15249"/>
                    <a:pt x="12933" y="11581"/>
                    <a:pt x="12933" y="8150"/>
                  </a:cubicBezTo>
                  <a:cubicBezTo>
                    <a:pt x="12933" y="3656"/>
                    <a:pt x="9454" y="0"/>
                    <a:pt x="51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108"/>
            <p:cNvSpPr/>
            <p:nvPr/>
          </p:nvSpPr>
          <p:spPr>
            <a:xfrm>
              <a:off x="6602542" y="1937520"/>
              <a:ext cx="63309" cy="218683"/>
            </a:xfrm>
            <a:custGeom>
              <a:avLst/>
              <a:gdLst/>
              <a:ahLst/>
              <a:cxnLst/>
              <a:rect l="l" t="t" r="r" b="b"/>
              <a:pathLst>
                <a:path w="3014" h="10411" extrusionOk="0">
                  <a:moveTo>
                    <a:pt x="1535" y="1"/>
                  </a:moveTo>
                  <a:lnTo>
                    <a:pt x="1" y="756"/>
                  </a:lnTo>
                  <a:lnTo>
                    <a:pt x="1304" y="3408"/>
                  </a:lnTo>
                  <a:lnTo>
                    <a:pt x="1304" y="10410"/>
                  </a:lnTo>
                  <a:lnTo>
                    <a:pt x="3014" y="10410"/>
                  </a:lnTo>
                  <a:lnTo>
                    <a:pt x="3014" y="3010"/>
                  </a:lnTo>
                  <a:lnTo>
                    <a:pt x="153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108"/>
            <p:cNvSpPr/>
            <p:nvPr/>
          </p:nvSpPr>
          <p:spPr>
            <a:xfrm>
              <a:off x="6647598" y="1974278"/>
              <a:ext cx="222023" cy="196649"/>
            </a:xfrm>
            <a:custGeom>
              <a:avLst/>
              <a:gdLst/>
              <a:ahLst/>
              <a:cxnLst/>
              <a:rect l="l" t="t" r="r" b="b"/>
              <a:pathLst>
                <a:path w="10570" h="9362" extrusionOk="0">
                  <a:moveTo>
                    <a:pt x="6574" y="1"/>
                  </a:moveTo>
                  <a:cubicBezTo>
                    <a:pt x="4967" y="1"/>
                    <a:pt x="3646" y="383"/>
                    <a:pt x="2637" y="1141"/>
                  </a:cubicBezTo>
                  <a:cubicBezTo>
                    <a:pt x="1480" y="2012"/>
                    <a:pt x="686" y="3431"/>
                    <a:pt x="285" y="5353"/>
                  </a:cubicBezTo>
                  <a:cubicBezTo>
                    <a:pt x="1" y="6709"/>
                    <a:pt x="24" y="7837"/>
                    <a:pt x="24" y="7883"/>
                  </a:cubicBezTo>
                  <a:lnTo>
                    <a:pt x="43" y="8657"/>
                  </a:lnTo>
                  <a:lnTo>
                    <a:pt x="780" y="8889"/>
                  </a:lnTo>
                  <a:cubicBezTo>
                    <a:pt x="824" y="8902"/>
                    <a:pt x="1885" y="9233"/>
                    <a:pt x="3250" y="9331"/>
                  </a:cubicBezTo>
                  <a:cubicBezTo>
                    <a:pt x="3515" y="9351"/>
                    <a:pt x="3775" y="9360"/>
                    <a:pt x="4026" y="9362"/>
                  </a:cubicBezTo>
                  <a:cubicBezTo>
                    <a:pt x="5605" y="9362"/>
                    <a:pt x="6910" y="8982"/>
                    <a:pt x="7910" y="8230"/>
                  </a:cubicBezTo>
                  <a:cubicBezTo>
                    <a:pt x="9068" y="7359"/>
                    <a:pt x="9865" y="5940"/>
                    <a:pt x="10278" y="4011"/>
                  </a:cubicBezTo>
                  <a:cubicBezTo>
                    <a:pt x="10570" y="2651"/>
                    <a:pt x="10555" y="1519"/>
                    <a:pt x="10555" y="1471"/>
                  </a:cubicBezTo>
                  <a:lnTo>
                    <a:pt x="10543" y="686"/>
                  </a:lnTo>
                  <a:lnTo>
                    <a:pt x="9791" y="455"/>
                  </a:lnTo>
                  <a:cubicBezTo>
                    <a:pt x="9746" y="441"/>
                    <a:pt x="8678" y="119"/>
                    <a:pt x="7307" y="26"/>
                  </a:cubicBezTo>
                  <a:cubicBezTo>
                    <a:pt x="7056" y="9"/>
                    <a:pt x="6812" y="1"/>
                    <a:pt x="657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108"/>
            <p:cNvSpPr/>
            <p:nvPr/>
          </p:nvSpPr>
          <p:spPr>
            <a:xfrm>
              <a:off x="6648480" y="1988667"/>
              <a:ext cx="221141" cy="182260"/>
            </a:xfrm>
            <a:custGeom>
              <a:avLst/>
              <a:gdLst/>
              <a:ahLst/>
              <a:cxnLst/>
              <a:rect l="l" t="t" r="r" b="b"/>
              <a:pathLst>
                <a:path w="10528" h="8677" extrusionOk="0">
                  <a:moveTo>
                    <a:pt x="10501" y="1"/>
                  </a:moveTo>
                  <a:lnTo>
                    <a:pt x="1" y="7972"/>
                  </a:lnTo>
                  <a:lnTo>
                    <a:pt x="737" y="8204"/>
                  </a:lnTo>
                  <a:cubicBezTo>
                    <a:pt x="782" y="8219"/>
                    <a:pt x="1843" y="8548"/>
                    <a:pt x="3208" y="8648"/>
                  </a:cubicBezTo>
                  <a:cubicBezTo>
                    <a:pt x="3473" y="8666"/>
                    <a:pt x="3733" y="8675"/>
                    <a:pt x="3984" y="8677"/>
                  </a:cubicBezTo>
                  <a:cubicBezTo>
                    <a:pt x="5563" y="8677"/>
                    <a:pt x="6868" y="8297"/>
                    <a:pt x="7866" y="7545"/>
                  </a:cubicBezTo>
                  <a:cubicBezTo>
                    <a:pt x="9026" y="6674"/>
                    <a:pt x="9822" y="5255"/>
                    <a:pt x="10235" y="3326"/>
                  </a:cubicBezTo>
                  <a:cubicBezTo>
                    <a:pt x="10528" y="1966"/>
                    <a:pt x="10513" y="834"/>
                    <a:pt x="10513" y="786"/>
                  </a:cubicBezTo>
                  <a:lnTo>
                    <a:pt x="105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2" name="Google Shape;3512;p108"/>
          <p:cNvGrpSpPr/>
          <p:nvPr/>
        </p:nvGrpSpPr>
        <p:grpSpPr>
          <a:xfrm>
            <a:off x="4707211" y="2903503"/>
            <a:ext cx="455834" cy="340251"/>
            <a:chOff x="5572226" y="2058719"/>
            <a:chExt cx="613010" cy="457573"/>
          </a:xfrm>
        </p:grpSpPr>
        <p:sp>
          <p:nvSpPr>
            <p:cNvPr id="3513" name="Google Shape;3513;p108"/>
            <p:cNvSpPr/>
            <p:nvPr/>
          </p:nvSpPr>
          <p:spPr>
            <a:xfrm>
              <a:off x="5613669" y="2173658"/>
              <a:ext cx="346099" cy="265797"/>
            </a:xfrm>
            <a:custGeom>
              <a:avLst/>
              <a:gdLst/>
              <a:ahLst/>
              <a:cxnLst/>
              <a:rect l="l" t="t" r="r" b="b"/>
              <a:pathLst>
                <a:path w="16477" h="12654" extrusionOk="0">
                  <a:moveTo>
                    <a:pt x="3705" y="0"/>
                  </a:moveTo>
                  <a:cubicBezTo>
                    <a:pt x="1662" y="0"/>
                    <a:pt x="0" y="1663"/>
                    <a:pt x="0" y="3705"/>
                  </a:cubicBezTo>
                  <a:lnTo>
                    <a:pt x="0" y="12653"/>
                  </a:lnTo>
                  <a:lnTo>
                    <a:pt x="16477" y="12653"/>
                  </a:lnTo>
                  <a:lnTo>
                    <a:pt x="164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108"/>
            <p:cNvSpPr/>
            <p:nvPr/>
          </p:nvSpPr>
          <p:spPr>
            <a:xfrm>
              <a:off x="5879991" y="2173658"/>
              <a:ext cx="79777" cy="265797"/>
            </a:xfrm>
            <a:custGeom>
              <a:avLst/>
              <a:gdLst/>
              <a:ahLst/>
              <a:cxnLst/>
              <a:rect l="l" t="t" r="r" b="b"/>
              <a:pathLst>
                <a:path w="3798" h="12654" extrusionOk="0">
                  <a:moveTo>
                    <a:pt x="0" y="0"/>
                  </a:moveTo>
                  <a:lnTo>
                    <a:pt x="0" y="12653"/>
                  </a:lnTo>
                  <a:lnTo>
                    <a:pt x="3798" y="12653"/>
                  </a:lnTo>
                  <a:lnTo>
                    <a:pt x="379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108"/>
            <p:cNvSpPr/>
            <p:nvPr/>
          </p:nvSpPr>
          <p:spPr>
            <a:xfrm>
              <a:off x="5929815" y="2058719"/>
              <a:ext cx="213978" cy="380737"/>
            </a:xfrm>
            <a:custGeom>
              <a:avLst/>
              <a:gdLst/>
              <a:ahLst/>
              <a:cxnLst/>
              <a:rect l="l" t="t" r="r" b="b"/>
              <a:pathLst>
                <a:path w="10187" h="18126" extrusionOk="0">
                  <a:moveTo>
                    <a:pt x="3511" y="1"/>
                  </a:moveTo>
                  <a:cubicBezTo>
                    <a:pt x="1720" y="1"/>
                    <a:pt x="262" y="1459"/>
                    <a:pt x="262" y="3249"/>
                  </a:cubicBezTo>
                  <a:lnTo>
                    <a:pt x="1972" y="3249"/>
                  </a:lnTo>
                  <a:cubicBezTo>
                    <a:pt x="1973" y="2399"/>
                    <a:pt x="2662" y="1711"/>
                    <a:pt x="3511" y="1711"/>
                  </a:cubicBezTo>
                  <a:lnTo>
                    <a:pt x="3739" y="1711"/>
                  </a:lnTo>
                  <a:cubicBezTo>
                    <a:pt x="4778" y="1711"/>
                    <a:pt x="5620" y="2553"/>
                    <a:pt x="5620" y="3591"/>
                  </a:cubicBezTo>
                  <a:cubicBezTo>
                    <a:pt x="5620" y="4630"/>
                    <a:pt x="4778" y="5472"/>
                    <a:pt x="3739" y="5472"/>
                  </a:cubicBezTo>
                  <a:lnTo>
                    <a:pt x="1" y="5472"/>
                  </a:lnTo>
                  <a:lnTo>
                    <a:pt x="1" y="18125"/>
                  </a:lnTo>
                  <a:lnTo>
                    <a:pt x="10187" y="18125"/>
                  </a:lnTo>
                  <a:lnTo>
                    <a:pt x="10187" y="5472"/>
                  </a:lnTo>
                  <a:lnTo>
                    <a:pt x="6797" y="5472"/>
                  </a:lnTo>
                  <a:cubicBezTo>
                    <a:pt x="7146" y="4907"/>
                    <a:pt x="7330" y="4256"/>
                    <a:pt x="7330" y="3591"/>
                  </a:cubicBezTo>
                  <a:cubicBezTo>
                    <a:pt x="7330" y="1611"/>
                    <a:pt x="5719" y="1"/>
                    <a:pt x="37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108"/>
            <p:cNvSpPr/>
            <p:nvPr/>
          </p:nvSpPr>
          <p:spPr>
            <a:xfrm>
              <a:off x="5935297" y="2058719"/>
              <a:ext cx="148505" cy="114960"/>
            </a:xfrm>
            <a:custGeom>
              <a:avLst/>
              <a:gdLst/>
              <a:ahLst/>
              <a:cxnLst/>
              <a:rect l="l" t="t" r="r" b="b"/>
              <a:pathLst>
                <a:path w="7070" h="5473" extrusionOk="0">
                  <a:moveTo>
                    <a:pt x="3250" y="1"/>
                  </a:moveTo>
                  <a:cubicBezTo>
                    <a:pt x="1459" y="1"/>
                    <a:pt x="1" y="1459"/>
                    <a:pt x="1" y="3249"/>
                  </a:cubicBezTo>
                  <a:lnTo>
                    <a:pt x="1711" y="3249"/>
                  </a:lnTo>
                  <a:cubicBezTo>
                    <a:pt x="1712" y="2399"/>
                    <a:pt x="2401" y="1711"/>
                    <a:pt x="3250" y="1711"/>
                  </a:cubicBezTo>
                  <a:lnTo>
                    <a:pt x="3478" y="1711"/>
                  </a:lnTo>
                  <a:cubicBezTo>
                    <a:pt x="4517" y="1711"/>
                    <a:pt x="5359" y="2553"/>
                    <a:pt x="5359" y="3591"/>
                  </a:cubicBezTo>
                  <a:cubicBezTo>
                    <a:pt x="5359" y="4630"/>
                    <a:pt x="4517" y="5472"/>
                    <a:pt x="3478" y="5472"/>
                  </a:cubicBezTo>
                  <a:lnTo>
                    <a:pt x="6536" y="5472"/>
                  </a:lnTo>
                  <a:cubicBezTo>
                    <a:pt x="6885" y="4907"/>
                    <a:pt x="7069" y="4256"/>
                    <a:pt x="7069" y="3591"/>
                  </a:cubicBezTo>
                  <a:cubicBezTo>
                    <a:pt x="7069" y="1611"/>
                    <a:pt x="5458" y="1"/>
                    <a:pt x="3478" y="1"/>
                  </a:cubicBezTo>
                  <a:close/>
                </a:path>
              </a:pathLst>
            </a:custGeom>
            <a:solidFill>
              <a:srgbClr val="FFF1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108"/>
            <p:cNvSpPr/>
            <p:nvPr/>
          </p:nvSpPr>
          <p:spPr>
            <a:xfrm>
              <a:off x="5572226" y="2403159"/>
              <a:ext cx="613010" cy="113133"/>
            </a:xfrm>
            <a:custGeom>
              <a:avLst/>
              <a:gdLst/>
              <a:ahLst/>
              <a:cxnLst/>
              <a:rect l="l" t="t" r="r" b="b"/>
              <a:pathLst>
                <a:path w="29184" h="5386" extrusionOk="0">
                  <a:moveTo>
                    <a:pt x="0" y="1"/>
                  </a:moveTo>
                  <a:lnTo>
                    <a:pt x="1428" y="5385"/>
                  </a:lnTo>
                  <a:lnTo>
                    <a:pt x="27756" y="5385"/>
                  </a:lnTo>
                  <a:lnTo>
                    <a:pt x="2918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108"/>
            <p:cNvSpPr/>
            <p:nvPr/>
          </p:nvSpPr>
          <p:spPr>
            <a:xfrm>
              <a:off x="5878731" y="2403159"/>
              <a:ext cx="306505" cy="113133"/>
            </a:xfrm>
            <a:custGeom>
              <a:avLst/>
              <a:gdLst/>
              <a:ahLst/>
              <a:cxnLst/>
              <a:rect l="l" t="t" r="r" b="b"/>
              <a:pathLst>
                <a:path w="14592" h="5386" extrusionOk="0">
                  <a:moveTo>
                    <a:pt x="1" y="1"/>
                  </a:moveTo>
                  <a:lnTo>
                    <a:pt x="1" y="5385"/>
                  </a:lnTo>
                  <a:lnTo>
                    <a:pt x="13164" y="5385"/>
                  </a:lnTo>
                  <a:lnTo>
                    <a:pt x="1459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19" name="Google Shape;3519;p108"/>
          <p:cNvGrpSpPr/>
          <p:nvPr/>
        </p:nvGrpSpPr>
        <p:grpSpPr>
          <a:xfrm>
            <a:off x="4028809" y="2845712"/>
            <a:ext cx="417848" cy="455834"/>
            <a:chOff x="4862047" y="1795316"/>
            <a:chExt cx="561926" cy="613010"/>
          </a:xfrm>
        </p:grpSpPr>
        <p:sp>
          <p:nvSpPr>
            <p:cNvPr id="3520" name="Google Shape;3520;p108"/>
            <p:cNvSpPr/>
            <p:nvPr/>
          </p:nvSpPr>
          <p:spPr>
            <a:xfrm>
              <a:off x="4956590" y="1854571"/>
              <a:ext cx="56461" cy="119560"/>
            </a:xfrm>
            <a:custGeom>
              <a:avLst/>
              <a:gdLst/>
              <a:ahLst/>
              <a:cxnLst/>
              <a:rect l="l" t="t" r="r" b="b"/>
              <a:pathLst>
                <a:path w="2688" h="5692" extrusionOk="0">
                  <a:moveTo>
                    <a:pt x="0" y="0"/>
                  </a:moveTo>
                  <a:lnTo>
                    <a:pt x="977" y="2441"/>
                  </a:lnTo>
                  <a:lnTo>
                    <a:pt x="977" y="5692"/>
                  </a:lnTo>
                  <a:lnTo>
                    <a:pt x="2687" y="5692"/>
                  </a:lnTo>
                  <a:lnTo>
                    <a:pt x="2687" y="2112"/>
                  </a:lnTo>
                  <a:lnTo>
                    <a:pt x="184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108"/>
            <p:cNvSpPr/>
            <p:nvPr/>
          </p:nvSpPr>
          <p:spPr>
            <a:xfrm>
              <a:off x="4907901" y="1934789"/>
              <a:ext cx="174320" cy="455577"/>
            </a:xfrm>
            <a:custGeom>
              <a:avLst/>
              <a:gdLst/>
              <a:ahLst/>
              <a:cxnLst/>
              <a:rect l="l" t="t" r="r" b="b"/>
              <a:pathLst>
                <a:path w="8299" h="21689" extrusionOk="0">
                  <a:moveTo>
                    <a:pt x="2075" y="0"/>
                  </a:moveTo>
                  <a:lnTo>
                    <a:pt x="2075" y="4743"/>
                  </a:lnTo>
                  <a:lnTo>
                    <a:pt x="993" y="5669"/>
                  </a:lnTo>
                  <a:cubicBezTo>
                    <a:pt x="363" y="6209"/>
                    <a:pt x="1" y="6998"/>
                    <a:pt x="1" y="7827"/>
                  </a:cubicBezTo>
                  <a:lnTo>
                    <a:pt x="1" y="21689"/>
                  </a:lnTo>
                  <a:lnTo>
                    <a:pt x="8298" y="21689"/>
                  </a:lnTo>
                  <a:lnTo>
                    <a:pt x="8298" y="7827"/>
                  </a:lnTo>
                  <a:cubicBezTo>
                    <a:pt x="8298" y="6998"/>
                    <a:pt x="7936" y="6209"/>
                    <a:pt x="7305" y="5669"/>
                  </a:cubicBezTo>
                  <a:lnTo>
                    <a:pt x="6224" y="4743"/>
                  </a:lnTo>
                  <a:lnTo>
                    <a:pt x="622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108"/>
            <p:cNvSpPr/>
            <p:nvPr/>
          </p:nvSpPr>
          <p:spPr>
            <a:xfrm>
              <a:off x="4995071" y="1934789"/>
              <a:ext cx="87150" cy="455577"/>
            </a:xfrm>
            <a:custGeom>
              <a:avLst/>
              <a:gdLst/>
              <a:ahLst/>
              <a:cxnLst/>
              <a:rect l="l" t="t" r="r" b="b"/>
              <a:pathLst>
                <a:path w="4149" h="21689" extrusionOk="0">
                  <a:moveTo>
                    <a:pt x="0" y="0"/>
                  </a:moveTo>
                  <a:lnTo>
                    <a:pt x="0" y="21689"/>
                  </a:lnTo>
                  <a:lnTo>
                    <a:pt x="4148" y="21689"/>
                  </a:lnTo>
                  <a:lnTo>
                    <a:pt x="4148" y="7827"/>
                  </a:lnTo>
                  <a:cubicBezTo>
                    <a:pt x="4148" y="6998"/>
                    <a:pt x="3786" y="6209"/>
                    <a:pt x="3157" y="5669"/>
                  </a:cubicBezTo>
                  <a:lnTo>
                    <a:pt x="2074" y="4743"/>
                  </a:lnTo>
                  <a:lnTo>
                    <a:pt x="207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108"/>
            <p:cNvSpPr/>
            <p:nvPr/>
          </p:nvSpPr>
          <p:spPr>
            <a:xfrm>
              <a:off x="4907901" y="2126208"/>
              <a:ext cx="174320" cy="264159"/>
            </a:xfrm>
            <a:custGeom>
              <a:avLst/>
              <a:gdLst/>
              <a:ahLst/>
              <a:cxnLst/>
              <a:rect l="l" t="t" r="r" b="b"/>
              <a:pathLst>
                <a:path w="8299" h="12576" extrusionOk="0">
                  <a:moveTo>
                    <a:pt x="1" y="1"/>
                  </a:moveTo>
                  <a:lnTo>
                    <a:pt x="1" y="12576"/>
                  </a:lnTo>
                  <a:lnTo>
                    <a:pt x="8298" y="12576"/>
                  </a:lnTo>
                  <a:lnTo>
                    <a:pt x="8298" y="1"/>
                  </a:lnTo>
                  <a:close/>
                </a:path>
              </a:pathLst>
            </a:custGeom>
            <a:solidFill>
              <a:srgbClr val="FFC4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108"/>
            <p:cNvSpPr/>
            <p:nvPr/>
          </p:nvSpPr>
          <p:spPr>
            <a:xfrm>
              <a:off x="4907901" y="2126208"/>
              <a:ext cx="174320" cy="264159"/>
            </a:xfrm>
            <a:custGeom>
              <a:avLst/>
              <a:gdLst/>
              <a:ahLst/>
              <a:cxnLst/>
              <a:rect l="l" t="t" r="r" b="b"/>
              <a:pathLst>
                <a:path w="8299" h="12576" extrusionOk="0">
                  <a:moveTo>
                    <a:pt x="1" y="1"/>
                  </a:moveTo>
                  <a:lnTo>
                    <a:pt x="1" y="12576"/>
                  </a:lnTo>
                  <a:lnTo>
                    <a:pt x="8298" y="12576"/>
                  </a:lnTo>
                  <a:lnTo>
                    <a:pt x="82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108"/>
            <p:cNvSpPr/>
            <p:nvPr/>
          </p:nvSpPr>
          <p:spPr>
            <a:xfrm>
              <a:off x="4995071" y="2126208"/>
              <a:ext cx="87150" cy="264159"/>
            </a:xfrm>
            <a:custGeom>
              <a:avLst/>
              <a:gdLst/>
              <a:ahLst/>
              <a:cxnLst/>
              <a:rect l="l" t="t" r="r" b="b"/>
              <a:pathLst>
                <a:path w="4149" h="12576" extrusionOk="0">
                  <a:moveTo>
                    <a:pt x="0" y="1"/>
                  </a:moveTo>
                  <a:lnTo>
                    <a:pt x="0" y="12576"/>
                  </a:lnTo>
                  <a:lnTo>
                    <a:pt x="4148" y="12576"/>
                  </a:lnTo>
                  <a:lnTo>
                    <a:pt x="414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108"/>
            <p:cNvSpPr/>
            <p:nvPr/>
          </p:nvSpPr>
          <p:spPr>
            <a:xfrm>
              <a:off x="5252467" y="1854571"/>
              <a:ext cx="56461" cy="119560"/>
            </a:xfrm>
            <a:custGeom>
              <a:avLst/>
              <a:gdLst/>
              <a:ahLst/>
              <a:cxnLst/>
              <a:rect l="l" t="t" r="r" b="b"/>
              <a:pathLst>
                <a:path w="2688" h="5692" extrusionOk="0">
                  <a:moveTo>
                    <a:pt x="1" y="0"/>
                  </a:moveTo>
                  <a:lnTo>
                    <a:pt x="978" y="2441"/>
                  </a:lnTo>
                  <a:lnTo>
                    <a:pt x="978" y="5692"/>
                  </a:lnTo>
                  <a:lnTo>
                    <a:pt x="2688" y="5692"/>
                  </a:lnTo>
                  <a:lnTo>
                    <a:pt x="2688" y="2112"/>
                  </a:lnTo>
                  <a:lnTo>
                    <a:pt x="184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108"/>
            <p:cNvSpPr/>
            <p:nvPr/>
          </p:nvSpPr>
          <p:spPr>
            <a:xfrm>
              <a:off x="5203798" y="1934789"/>
              <a:ext cx="174299" cy="455577"/>
            </a:xfrm>
            <a:custGeom>
              <a:avLst/>
              <a:gdLst/>
              <a:ahLst/>
              <a:cxnLst/>
              <a:rect l="l" t="t" r="r" b="b"/>
              <a:pathLst>
                <a:path w="8298" h="21689" extrusionOk="0">
                  <a:moveTo>
                    <a:pt x="2074" y="0"/>
                  </a:moveTo>
                  <a:lnTo>
                    <a:pt x="2074" y="4743"/>
                  </a:lnTo>
                  <a:lnTo>
                    <a:pt x="993" y="5669"/>
                  </a:lnTo>
                  <a:cubicBezTo>
                    <a:pt x="362" y="6209"/>
                    <a:pt x="0" y="6998"/>
                    <a:pt x="0" y="7827"/>
                  </a:cubicBezTo>
                  <a:lnTo>
                    <a:pt x="0" y="21689"/>
                  </a:lnTo>
                  <a:lnTo>
                    <a:pt x="8298" y="21689"/>
                  </a:lnTo>
                  <a:lnTo>
                    <a:pt x="8298" y="7827"/>
                  </a:lnTo>
                  <a:cubicBezTo>
                    <a:pt x="8298" y="6998"/>
                    <a:pt x="7935" y="6209"/>
                    <a:pt x="7305" y="5669"/>
                  </a:cubicBezTo>
                  <a:lnTo>
                    <a:pt x="6224" y="4743"/>
                  </a:lnTo>
                  <a:lnTo>
                    <a:pt x="622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108"/>
            <p:cNvSpPr/>
            <p:nvPr/>
          </p:nvSpPr>
          <p:spPr>
            <a:xfrm>
              <a:off x="5290948" y="1934789"/>
              <a:ext cx="87150" cy="455577"/>
            </a:xfrm>
            <a:custGeom>
              <a:avLst/>
              <a:gdLst/>
              <a:ahLst/>
              <a:cxnLst/>
              <a:rect l="l" t="t" r="r" b="b"/>
              <a:pathLst>
                <a:path w="4149" h="21689" extrusionOk="0">
                  <a:moveTo>
                    <a:pt x="1" y="0"/>
                  </a:moveTo>
                  <a:lnTo>
                    <a:pt x="1" y="21689"/>
                  </a:lnTo>
                  <a:lnTo>
                    <a:pt x="4149" y="21689"/>
                  </a:lnTo>
                  <a:lnTo>
                    <a:pt x="4149" y="7827"/>
                  </a:lnTo>
                  <a:cubicBezTo>
                    <a:pt x="4149" y="6998"/>
                    <a:pt x="3786" y="6209"/>
                    <a:pt x="3156" y="5669"/>
                  </a:cubicBezTo>
                  <a:lnTo>
                    <a:pt x="2075" y="4743"/>
                  </a:lnTo>
                  <a:lnTo>
                    <a:pt x="20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108"/>
            <p:cNvSpPr/>
            <p:nvPr/>
          </p:nvSpPr>
          <p:spPr>
            <a:xfrm>
              <a:off x="5203798" y="2126208"/>
              <a:ext cx="174299" cy="264159"/>
            </a:xfrm>
            <a:custGeom>
              <a:avLst/>
              <a:gdLst/>
              <a:ahLst/>
              <a:cxnLst/>
              <a:rect l="l" t="t" r="r" b="b"/>
              <a:pathLst>
                <a:path w="8298" h="12576" extrusionOk="0">
                  <a:moveTo>
                    <a:pt x="0" y="1"/>
                  </a:moveTo>
                  <a:lnTo>
                    <a:pt x="0" y="12576"/>
                  </a:lnTo>
                  <a:lnTo>
                    <a:pt x="8298" y="12576"/>
                  </a:lnTo>
                  <a:lnTo>
                    <a:pt x="829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108"/>
            <p:cNvSpPr/>
            <p:nvPr/>
          </p:nvSpPr>
          <p:spPr>
            <a:xfrm>
              <a:off x="5290948" y="2126208"/>
              <a:ext cx="87150" cy="264159"/>
            </a:xfrm>
            <a:custGeom>
              <a:avLst/>
              <a:gdLst/>
              <a:ahLst/>
              <a:cxnLst/>
              <a:rect l="l" t="t" r="r" b="b"/>
              <a:pathLst>
                <a:path w="4149" h="12576" extrusionOk="0">
                  <a:moveTo>
                    <a:pt x="1" y="1"/>
                  </a:moveTo>
                  <a:lnTo>
                    <a:pt x="1" y="12576"/>
                  </a:lnTo>
                  <a:lnTo>
                    <a:pt x="4149" y="12576"/>
                  </a:lnTo>
                  <a:lnTo>
                    <a:pt x="4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108"/>
            <p:cNvSpPr/>
            <p:nvPr/>
          </p:nvSpPr>
          <p:spPr>
            <a:xfrm>
              <a:off x="4862047" y="1795316"/>
              <a:ext cx="561926" cy="612989"/>
            </a:xfrm>
            <a:custGeom>
              <a:avLst/>
              <a:gdLst/>
              <a:ahLst/>
              <a:cxnLst/>
              <a:rect l="l" t="t" r="r" b="b"/>
              <a:pathLst>
                <a:path w="26752" h="29183" extrusionOk="0">
                  <a:moveTo>
                    <a:pt x="12521" y="1"/>
                  </a:moveTo>
                  <a:lnTo>
                    <a:pt x="12521" y="21033"/>
                  </a:lnTo>
                  <a:lnTo>
                    <a:pt x="1" y="21033"/>
                  </a:lnTo>
                  <a:lnTo>
                    <a:pt x="1" y="22741"/>
                  </a:lnTo>
                  <a:lnTo>
                    <a:pt x="12521" y="22741"/>
                  </a:lnTo>
                  <a:lnTo>
                    <a:pt x="12521" y="27474"/>
                  </a:lnTo>
                  <a:lnTo>
                    <a:pt x="1" y="27474"/>
                  </a:lnTo>
                  <a:lnTo>
                    <a:pt x="1" y="29182"/>
                  </a:lnTo>
                  <a:lnTo>
                    <a:pt x="26752" y="29182"/>
                  </a:lnTo>
                  <a:lnTo>
                    <a:pt x="26752" y="27474"/>
                  </a:lnTo>
                  <a:lnTo>
                    <a:pt x="14231" y="27474"/>
                  </a:lnTo>
                  <a:lnTo>
                    <a:pt x="14231" y="22743"/>
                  </a:lnTo>
                  <a:lnTo>
                    <a:pt x="26752" y="22743"/>
                  </a:lnTo>
                  <a:lnTo>
                    <a:pt x="26752" y="21033"/>
                  </a:lnTo>
                  <a:lnTo>
                    <a:pt x="14231" y="21033"/>
                  </a:lnTo>
                  <a:lnTo>
                    <a:pt x="1423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108"/>
            <p:cNvSpPr/>
            <p:nvPr/>
          </p:nvSpPr>
          <p:spPr>
            <a:xfrm>
              <a:off x="5142694" y="1795316"/>
              <a:ext cx="281278" cy="613010"/>
            </a:xfrm>
            <a:custGeom>
              <a:avLst/>
              <a:gdLst/>
              <a:ahLst/>
              <a:cxnLst/>
              <a:rect l="l" t="t" r="r" b="b"/>
              <a:pathLst>
                <a:path w="13391" h="29184" extrusionOk="0">
                  <a:moveTo>
                    <a:pt x="0" y="1"/>
                  </a:moveTo>
                  <a:lnTo>
                    <a:pt x="0" y="29184"/>
                  </a:lnTo>
                  <a:lnTo>
                    <a:pt x="13391" y="29184"/>
                  </a:lnTo>
                  <a:lnTo>
                    <a:pt x="13391" y="27474"/>
                  </a:lnTo>
                  <a:lnTo>
                    <a:pt x="870" y="27474"/>
                  </a:lnTo>
                  <a:lnTo>
                    <a:pt x="870" y="22743"/>
                  </a:lnTo>
                  <a:lnTo>
                    <a:pt x="13391" y="22743"/>
                  </a:lnTo>
                  <a:lnTo>
                    <a:pt x="13391" y="21033"/>
                  </a:lnTo>
                  <a:lnTo>
                    <a:pt x="870" y="21033"/>
                  </a:lnTo>
                  <a:lnTo>
                    <a:pt x="87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3" name="Google Shape;3533;p108"/>
          <p:cNvGrpSpPr/>
          <p:nvPr/>
        </p:nvGrpSpPr>
        <p:grpSpPr>
          <a:xfrm>
            <a:off x="3500244" y="2845712"/>
            <a:ext cx="268012" cy="455834"/>
            <a:chOff x="4266471" y="1862049"/>
            <a:chExt cx="360425" cy="613010"/>
          </a:xfrm>
        </p:grpSpPr>
        <p:sp>
          <p:nvSpPr>
            <p:cNvPr id="3534" name="Google Shape;3534;p108"/>
            <p:cNvSpPr/>
            <p:nvPr/>
          </p:nvSpPr>
          <p:spPr>
            <a:xfrm>
              <a:off x="4266471" y="1862049"/>
              <a:ext cx="360425" cy="613010"/>
            </a:xfrm>
            <a:custGeom>
              <a:avLst/>
              <a:gdLst/>
              <a:ahLst/>
              <a:cxnLst/>
              <a:rect l="l" t="t" r="r" b="b"/>
              <a:pathLst>
                <a:path w="17159" h="29184" extrusionOk="0">
                  <a:moveTo>
                    <a:pt x="2705" y="1"/>
                  </a:moveTo>
                  <a:lnTo>
                    <a:pt x="2705" y="3501"/>
                  </a:lnTo>
                  <a:lnTo>
                    <a:pt x="1" y="8596"/>
                  </a:lnTo>
                  <a:lnTo>
                    <a:pt x="1" y="29184"/>
                  </a:lnTo>
                  <a:lnTo>
                    <a:pt x="17158" y="29184"/>
                  </a:lnTo>
                  <a:lnTo>
                    <a:pt x="17158" y="8611"/>
                  </a:lnTo>
                  <a:lnTo>
                    <a:pt x="14686" y="3517"/>
                  </a:lnTo>
                  <a:lnTo>
                    <a:pt x="1468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108"/>
            <p:cNvSpPr/>
            <p:nvPr/>
          </p:nvSpPr>
          <p:spPr>
            <a:xfrm>
              <a:off x="4266471" y="1935587"/>
              <a:ext cx="360425" cy="107357"/>
            </a:xfrm>
            <a:custGeom>
              <a:avLst/>
              <a:gdLst/>
              <a:ahLst/>
              <a:cxnLst/>
              <a:rect l="l" t="t" r="r" b="b"/>
              <a:pathLst>
                <a:path w="17159" h="5111" extrusionOk="0">
                  <a:moveTo>
                    <a:pt x="2705" y="0"/>
                  </a:moveTo>
                  <a:lnTo>
                    <a:pt x="1" y="5095"/>
                  </a:lnTo>
                  <a:lnTo>
                    <a:pt x="17158" y="5110"/>
                  </a:lnTo>
                  <a:lnTo>
                    <a:pt x="14686" y="16"/>
                  </a:lnTo>
                  <a:lnTo>
                    <a:pt x="27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108"/>
            <p:cNvSpPr/>
            <p:nvPr/>
          </p:nvSpPr>
          <p:spPr>
            <a:xfrm>
              <a:off x="4266471" y="1935587"/>
              <a:ext cx="108953" cy="214797"/>
            </a:xfrm>
            <a:custGeom>
              <a:avLst/>
              <a:gdLst/>
              <a:ahLst/>
              <a:cxnLst/>
              <a:rect l="l" t="t" r="r" b="b"/>
              <a:pathLst>
                <a:path w="5187" h="10226" extrusionOk="0">
                  <a:moveTo>
                    <a:pt x="2705" y="0"/>
                  </a:moveTo>
                  <a:lnTo>
                    <a:pt x="1" y="5095"/>
                  </a:lnTo>
                  <a:lnTo>
                    <a:pt x="1" y="10225"/>
                  </a:lnTo>
                  <a:lnTo>
                    <a:pt x="5187" y="10225"/>
                  </a:lnTo>
                  <a:lnTo>
                    <a:pt x="5187" y="5110"/>
                  </a:lnTo>
                  <a:lnTo>
                    <a:pt x="27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108"/>
            <p:cNvSpPr/>
            <p:nvPr/>
          </p:nvSpPr>
          <p:spPr>
            <a:xfrm>
              <a:off x="4266471" y="2370874"/>
              <a:ext cx="108953" cy="104185"/>
            </a:xfrm>
            <a:custGeom>
              <a:avLst/>
              <a:gdLst/>
              <a:ahLst/>
              <a:cxnLst/>
              <a:rect l="l" t="t" r="r" b="b"/>
              <a:pathLst>
                <a:path w="5187" h="4960" extrusionOk="0">
                  <a:moveTo>
                    <a:pt x="1" y="0"/>
                  </a:moveTo>
                  <a:lnTo>
                    <a:pt x="1" y="4960"/>
                  </a:lnTo>
                  <a:lnTo>
                    <a:pt x="5187" y="4960"/>
                  </a:lnTo>
                  <a:lnTo>
                    <a:pt x="518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108"/>
            <p:cNvSpPr/>
            <p:nvPr/>
          </p:nvSpPr>
          <p:spPr>
            <a:xfrm>
              <a:off x="4375403" y="2150363"/>
              <a:ext cx="251451" cy="220531"/>
            </a:xfrm>
            <a:custGeom>
              <a:avLst/>
              <a:gdLst/>
              <a:ahLst/>
              <a:cxnLst/>
              <a:rect l="l" t="t" r="r" b="b"/>
              <a:pathLst>
                <a:path w="11971" h="10499" extrusionOk="0">
                  <a:moveTo>
                    <a:pt x="1" y="0"/>
                  </a:moveTo>
                  <a:lnTo>
                    <a:pt x="1" y="10498"/>
                  </a:lnTo>
                  <a:lnTo>
                    <a:pt x="11971" y="10498"/>
                  </a:lnTo>
                  <a:lnTo>
                    <a:pt x="1197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108"/>
            <p:cNvSpPr/>
            <p:nvPr/>
          </p:nvSpPr>
          <p:spPr>
            <a:xfrm>
              <a:off x="4448248" y="2181199"/>
              <a:ext cx="112587" cy="142204"/>
            </a:xfrm>
            <a:custGeom>
              <a:avLst/>
              <a:gdLst/>
              <a:ahLst/>
              <a:cxnLst/>
              <a:rect l="l" t="t" r="r" b="b"/>
              <a:pathLst>
                <a:path w="5360" h="6770" extrusionOk="0">
                  <a:moveTo>
                    <a:pt x="2679" y="1"/>
                  </a:moveTo>
                  <a:lnTo>
                    <a:pt x="2069" y="624"/>
                  </a:lnTo>
                  <a:cubicBezTo>
                    <a:pt x="1724" y="983"/>
                    <a:pt x="1397" y="1361"/>
                    <a:pt x="1091" y="1756"/>
                  </a:cubicBezTo>
                  <a:cubicBezTo>
                    <a:pt x="349" y="2721"/>
                    <a:pt x="1" y="3463"/>
                    <a:pt x="1" y="4091"/>
                  </a:cubicBezTo>
                  <a:cubicBezTo>
                    <a:pt x="1" y="5568"/>
                    <a:pt x="1202" y="6769"/>
                    <a:pt x="2679" y="6769"/>
                  </a:cubicBezTo>
                  <a:cubicBezTo>
                    <a:pt x="4156" y="6769"/>
                    <a:pt x="5359" y="5568"/>
                    <a:pt x="5359" y="4091"/>
                  </a:cubicBezTo>
                  <a:cubicBezTo>
                    <a:pt x="5359" y="3463"/>
                    <a:pt x="5013" y="2721"/>
                    <a:pt x="4269" y="1756"/>
                  </a:cubicBezTo>
                  <a:cubicBezTo>
                    <a:pt x="3964" y="1361"/>
                    <a:pt x="3636" y="983"/>
                    <a:pt x="3291" y="624"/>
                  </a:cubicBezTo>
                  <a:lnTo>
                    <a:pt x="267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108"/>
            <p:cNvSpPr/>
            <p:nvPr/>
          </p:nvSpPr>
          <p:spPr>
            <a:xfrm>
              <a:off x="4504521" y="2181199"/>
              <a:ext cx="56314" cy="142204"/>
            </a:xfrm>
            <a:custGeom>
              <a:avLst/>
              <a:gdLst/>
              <a:ahLst/>
              <a:cxnLst/>
              <a:rect l="l" t="t" r="r" b="b"/>
              <a:pathLst>
                <a:path w="2681" h="6770" extrusionOk="0">
                  <a:moveTo>
                    <a:pt x="0" y="1"/>
                  </a:moveTo>
                  <a:lnTo>
                    <a:pt x="0" y="6769"/>
                  </a:lnTo>
                  <a:cubicBezTo>
                    <a:pt x="1479" y="6769"/>
                    <a:pt x="2680" y="5568"/>
                    <a:pt x="2680" y="4091"/>
                  </a:cubicBezTo>
                  <a:cubicBezTo>
                    <a:pt x="2680" y="3463"/>
                    <a:pt x="2334" y="2721"/>
                    <a:pt x="1590" y="1756"/>
                  </a:cubicBezTo>
                  <a:cubicBezTo>
                    <a:pt x="1285" y="1361"/>
                    <a:pt x="957" y="983"/>
                    <a:pt x="612" y="624"/>
                  </a:cubicBezTo>
                  <a:lnTo>
                    <a:pt x="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1" name="Google Shape;3541;p108"/>
          <p:cNvGrpSpPr/>
          <p:nvPr/>
        </p:nvGrpSpPr>
        <p:grpSpPr>
          <a:xfrm>
            <a:off x="2847879" y="2845704"/>
            <a:ext cx="391811" cy="455850"/>
            <a:chOff x="3563854" y="1935902"/>
            <a:chExt cx="526910" cy="613031"/>
          </a:xfrm>
        </p:grpSpPr>
        <p:sp>
          <p:nvSpPr>
            <p:cNvPr id="3542" name="Google Shape;3542;p108"/>
            <p:cNvSpPr/>
            <p:nvPr/>
          </p:nvSpPr>
          <p:spPr>
            <a:xfrm>
              <a:off x="3836478" y="2387468"/>
              <a:ext cx="55411" cy="161465"/>
            </a:xfrm>
            <a:custGeom>
              <a:avLst/>
              <a:gdLst/>
              <a:ahLst/>
              <a:cxnLst/>
              <a:rect l="l" t="t" r="r" b="b"/>
              <a:pathLst>
                <a:path w="2638" h="7687" extrusionOk="0">
                  <a:moveTo>
                    <a:pt x="1" y="0"/>
                  </a:moveTo>
                  <a:lnTo>
                    <a:pt x="1" y="5445"/>
                  </a:lnTo>
                  <a:lnTo>
                    <a:pt x="1101" y="7686"/>
                  </a:lnTo>
                  <a:lnTo>
                    <a:pt x="2637" y="6931"/>
                  </a:lnTo>
                  <a:lnTo>
                    <a:pt x="1712" y="5047"/>
                  </a:lnTo>
                  <a:lnTo>
                    <a:pt x="171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108"/>
            <p:cNvSpPr/>
            <p:nvPr/>
          </p:nvSpPr>
          <p:spPr>
            <a:xfrm>
              <a:off x="3762708" y="2387468"/>
              <a:ext cx="55432" cy="161465"/>
            </a:xfrm>
            <a:custGeom>
              <a:avLst/>
              <a:gdLst/>
              <a:ahLst/>
              <a:cxnLst/>
              <a:rect l="l" t="t" r="r" b="b"/>
              <a:pathLst>
                <a:path w="2639" h="7687" extrusionOk="0">
                  <a:moveTo>
                    <a:pt x="927" y="0"/>
                  </a:moveTo>
                  <a:lnTo>
                    <a:pt x="927" y="5047"/>
                  </a:lnTo>
                  <a:lnTo>
                    <a:pt x="1" y="6931"/>
                  </a:lnTo>
                  <a:lnTo>
                    <a:pt x="1537" y="7686"/>
                  </a:lnTo>
                  <a:lnTo>
                    <a:pt x="2639" y="5445"/>
                  </a:lnTo>
                  <a:lnTo>
                    <a:pt x="263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108"/>
            <p:cNvSpPr/>
            <p:nvPr/>
          </p:nvSpPr>
          <p:spPr>
            <a:xfrm>
              <a:off x="3563854" y="2032063"/>
              <a:ext cx="323855" cy="445075"/>
            </a:xfrm>
            <a:custGeom>
              <a:avLst/>
              <a:gdLst/>
              <a:ahLst/>
              <a:cxnLst/>
              <a:rect l="l" t="t" r="r" b="b"/>
              <a:pathLst>
                <a:path w="15418" h="21189" extrusionOk="0">
                  <a:moveTo>
                    <a:pt x="12542" y="0"/>
                  </a:moveTo>
                  <a:cubicBezTo>
                    <a:pt x="10643" y="0"/>
                    <a:pt x="7476" y="1593"/>
                    <a:pt x="5014" y="3787"/>
                  </a:cubicBezTo>
                  <a:cubicBezTo>
                    <a:pt x="3540" y="5100"/>
                    <a:pt x="2362" y="6557"/>
                    <a:pt x="1512" y="8115"/>
                  </a:cubicBezTo>
                  <a:cubicBezTo>
                    <a:pt x="509" y="9954"/>
                    <a:pt x="1" y="11881"/>
                    <a:pt x="1" y="13840"/>
                  </a:cubicBezTo>
                  <a:cubicBezTo>
                    <a:pt x="1" y="16730"/>
                    <a:pt x="1046" y="18807"/>
                    <a:pt x="3108" y="20013"/>
                  </a:cubicBezTo>
                  <a:cubicBezTo>
                    <a:pt x="4459" y="20804"/>
                    <a:pt x="6208" y="21188"/>
                    <a:pt x="8455" y="21188"/>
                  </a:cubicBezTo>
                  <a:cubicBezTo>
                    <a:pt x="10298" y="21188"/>
                    <a:pt x="11857" y="20367"/>
                    <a:pt x="12961" y="18811"/>
                  </a:cubicBezTo>
                  <a:cubicBezTo>
                    <a:pt x="14113" y="17191"/>
                    <a:pt x="14697" y="14872"/>
                    <a:pt x="14697" y="11924"/>
                  </a:cubicBezTo>
                  <a:cubicBezTo>
                    <a:pt x="14697" y="10259"/>
                    <a:pt x="14839" y="8614"/>
                    <a:pt x="14964" y="7161"/>
                  </a:cubicBezTo>
                  <a:cubicBezTo>
                    <a:pt x="15228" y="4110"/>
                    <a:pt x="15418" y="1907"/>
                    <a:pt x="14339" y="729"/>
                  </a:cubicBezTo>
                  <a:cubicBezTo>
                    <a:pt x="13894" y="245"/>
                    <a:pt x="13290" y="0"/>
                    <a:pt x="1254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108"/>
            <p:cNvSpPr/>
            <p:nvPr/>
          </p:nvSpPr>
          <p:spPr>
            <a:xfrm>
              <a:off x="3766888" y="2032063"/>
              <a:ext cx="323876" cy="445075"/>
            </a:xfrm>
            <a:custGeom>
              <a:avLst/>
              <a:gdLst/>
              <a:ahLst/>
              <a:cxnLst/>
              <a:rect l="l" t="t" r="r" b="b"/>
              <a:pathLst>
                <a:path w="15419" h="21189" extrusionOk="0">
                  <a:moveTo>
                    <a:pt x="2876" y="0"/>
                  </a:moveTo>
                  <a:cubicBezTo>
                    <a:pt x="2128" y="0"/>
                    <a:pt x="1524" y="245"/>
                    <a:pt x="1080" y="729"/>
                  </a:cubicBezTo>
                  <a:cubicBezTo>
                    <a:pt x="0" y="1906"/>
                    <a:pt x="190" y="4110"/>
                    <a:pt x="454" y="7161"/>
                  </a:cubicBezTo>
                  <a:cubicBezTo>
                    <a:pt x="580" y="8614"/>
                    <a:pt x="722" y="10259"/>
                    <a:pt x="722" y="11924"/>
                  </a:cubicBezTo>
                  <a:cubicBezTo>
                    <a:pt x="722" y="14873"/>
                    <a:pt x="1306" y="17191"/>
                    <a:pt x="2457" y="18813"/>
                  </a:cubicBezTo>
                  <a:cubicBezTo>
                    <a:pt x="3562" y="20367"/>
                    <a:pt x="5121" y="21188"/>
                    <a:pt x="6965" y="21188"/>
                  </a:cubicBezTo>
                  <a:cubicBezTo>
                    <a:pt x="9211" y="21188"/>
                    <a:pt x="10959" y="20804"/>
                    <a:pt x="12311" y="20014"/>
                  </a:cubicBezTo>
                  <a:cubicBezTo>
                    <a:pt x="14372" y="18809"/>
                    <a:pt x="15419" y="16730"/>
                    <a:pt x="15419" y="13840"/>
                  </a:cubicBezTo>
                  <a:cubicBezTo>
                    <a:pt x="15419" y="11881"/>
                    <a:pt x="14910" y="9954"/>
                    <a:pt x="13906" y="8115"/>
                  </a:cubicBezTo>
                  <a:lnTo>
                    <a:pt x="13907" y="8115"/>
                  </a:lnTo>
                  <a:cubicBezTo>
                    <a:pt x="13056" y="6557"/>
                    <a:pt x="11880" y="5100"/>
                    <a:pt x="10406" y="3787"/>
                  </a:cubicBezTo>
                  <a:cubicBezTo>
                    <a:pt x="7942" y="1593"/>
                    <a:pt x="4776" y="0"/>
                    <a:pt x="287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108"/>
            <p:cNvSpPr/>
            <p:nvPr/>
          </p:nvSpPr>
          <p:spPr>
            <a:xfrm>
              <a:off x="3672933" y="1935902"/>
              <a:ext cx="308731" cy="568521"/>
            </a:xfrm>
            <a:custGeom>
              <a:avLst/>
              <a:gdLst/>
              <a:ahLst/>
              <a:cxnLst/>
              <a:rect l="l" t="t" r="r" b="b"/>
              <a:pathLst>
                <a:path w="14698" h="27066" extrusionOk="0">
                  <a:moveTo>
                    <a:pt x="3284" y="1"/>
                  </a:moveTo>
                  <a:lnTo>
                    <a:pt x="4387" y="4000"/>
                  </a:lnTo>
                  <a:cubicBezTo>
                    <a:pt x="4334" y="5527"/>
                    <a:pt x="3217" y="7904"/>
                    <a:pt x="2470" y="9491"/>
                  </a:cubicBezTo>
                  <a:cubicBezTo>
                    <a:pt x="2265" y="9928"/>
                    <a:pt x="2070" y="10341"/>
                    <a:pt x="1918" y="10692"/>
                  </a:cubicBezTo>
                  <a:cubicBezTo>
                    <a:pt x="1341" y="12016"/>
                    <a:pt x="1" y="15421"/>
                    <a:pt x="1" y="18418"/>
                  </a:cubicBezTo>
                  <a:cubicBezTo>
                    <a:pt x="1" y="21508"/>
                    <a:pt x="809" y="23824"/>
                    <a:pt x="2405" y="25304"/>
                  </a:cubicBezTo>
                  <a:cubicBezTo>
                    <a:pt x="3647" y="26456"/>
                    <a:pt x="5358" y="27065"/>
                    <a:pt x="7349" y="27065"/>
                  </a:cubicBezTo>
                  <a:cubicBezTo>
                    <a:pt x="9341" y="27065"/>
                    <a:pt x="11051" y="26456"/>
                    <a:pt x="12293" y="25304"/>
                  </a:cubicBezTo>
                  <a:cubicBezTo>
                    <a:pt x="13889" y="23824"/>
                    <a:pt x="14697" y="21508"/>
                    <a:pt x="14697" y="18418"/>
                  </a:cubicBezTo>
                  <a:cubicBezTo>
                    <a:pt x="14697" y="16072"/>
                    <a:pt x="14216" y="13502"/>
                    <a:pt x="13344" y="11183"/>
                  </a:cubicBezTo>
                  <a:cubicBezTo>
                    <a:pt x="13012" y="10300"/>
                    <a:pt x="8956" y="916"/>
                    <a:pt x="8784" y="517"/>
                  </a:cubicBezTo>
                  <a:lnTo>
                    <a:pt x="856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108"/>
            <p:cNvSpPr/>
            <p:nvPr/>
          </p:nvSpPr>
          <p:spPr>
            <a:xfrm>
              <a:off x="3827298" y="1935902"/>
              <a:ext cx="154366" cy="568521"/>
            </a:xfrm>
            <a:custGeom>
              <a:avLst/>
              <a:gdLst/>
              <a:ahLst/>
              <a:cxnLst/>
              <a:rect l="l" t="t" r="r" b="b"/>
              <a:pathLst>
                <a:path w="7349" h="27066" extrusionOk="0">
                  <a:moveTo>
                    <a:pt x="0" y="1"/>
                  </a:moveTo>
                  <a:lnTo>
                    <a:pt x="0" y="27065"/>
                  </a:lnTo>
                  <a:cubicBezTo>
                    <a:pt x="1992" y="27065"/>
                    <a:pt x="3702" y="26456"/>
                    <a:pt x="4944" y="25304"/>
                  </a:cubicBezTo>
                  <a:cubicBezTo>
                    <a:pt x="6540" y="23824"/>
                    <a:pt x="7348" y="21508"/>
                    <a:pt x="7348" y="18418"/>
                  </a:cubicBezTo>
                  <a:cubicBezTo>
                    <a:pt x="7348" y="16072"/>
                    <a:pt x="6867" y="13502"/>
                    <a:pt x="5995" y="11183"/>
                  </a:cubicBezTo>
                  <a:cubicBezTo>
                    <a:pt x="5663" y="10300"/>
                    <a:pt x="1607" y="916"/>
                    <a:pt x="1435" y="517"/>
                  </a:cubicBezTo>
                  <a:lnTo>
                    <a:pt x="12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8" name="Google Shape;3548;p108"/>
          <p:cNvGrpSpPr/>
          <p:nvPr/>
        </p:nvGrpSpPr>
        <p:grpSpPr>
          <a:xfrm>
            <a:off x="2131491" y="2906206"/>
            <a:ext cx="455834" cy="334847"/>
            <a:chOff x="2729073" y="1980685"/>
            <a:chExt cx="613010" cy="450305"/>
          </a:xfrm>
        </p:grpSpPr>
        <p:sp>
          <p:nvSpPr>
            <p:cNvPr id="3549" name="Google Shape;3549;p108"/>
            <p:cNvSpPr/>
            <p:nvPr/>
          </p:nvSpPr>
          <p:spPr>
            <a:xfrm>
              <a:off x="2729073" y="1980685"/>
              <a:ext cx="154135" cy="147623"/>
            </a:xfrm>
            <a:custGeom>
              <a:avLst/>
              <a:gdLst/>
              <a:ahLst/>
              <a:cxnLst/>
              <a:rect l="l" t="t" r="r" b="b"/>
              <a:pathLst>
                <a:path w="7338" h="7028" extrusionOk="0">
                  <a:moveTo>
                    <a:pt x="3791" y="1"/>
                  </a:moveTo>
                  <a:lnTo>
                    <a:pt x="3239" y="133"/>
                  </a:lnTo>
                  <a:cubicBezTo>
                    <a:pt x="1441" y="565"/>
                    <a:pt x="143" y="2127"/>
                    <a:pt x="44" y="3972"/>
                  </a:cubicBezTo>
                  <a:lnTo>
                    <a:pt x="1" y="4762"/>
                  </a:lnTo>
                  <a:lnTo>
                    <a:pt x="5440" y="7028"/>
                  </a:lnTo>
                  <a:lnTo>
                    <a:pt x="7338" y="4813"/>
                  </a:lnTo>
                  <a:lnTo>
                    <a:pt x="379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108"/>
            <p:cNvSpPr/>
            <p:nvPr/>
          </p:nvSpPr>
          <p:spPr>
            <a:xfrm>
              <a:off x="3187969" y="1980685"/>
              <a:ext cx="154114" cy="147602"/>
            </a:xfrm>
            <a:custGeom>
              <a:avLst/>
              <a:gdLst/>
              <a:ahLst/>
              <a:cxnLst/>
              <a:rect l="l" t="t" r="r" b="b"/>
              <a:pathLst>
                <a:path w="7337" h="7027" extrusionOk="0">
                  <a:moveTo>
                    <a:pt x="3547" y="1"/>
                  </a:moveTo>
                  <a:lnTo>
                    <a:pt x="0" y="4811"/>
                  </a:lnTo>
                  <a:lnTo>
                    <a:pt x="1897" y="7026"/>
                  </a:lnTo>
                  <a:lnTo>
                    <a:pt x="7337" y="4762"/>
                  </a:lnTo>
                  <a:lnTo>
                    <a:pt x="7295" y="3972"/>
                  </a:lnTo>
                  <a:cubicBezTo>
                    <a:pt x="7196" y="2127"/>
                    <a:pt x="5896" y="565"/>
                    <a:pt x="4099" y="133"/>
                  </a:cubicBezTo>
                  <a:lnTo>
                    <a:pt x="35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108"/>
            <p:cNvSpPr/>
            <p:nvPr/>
          </p:nvSpPr>
          <p:spPr>
            <a:xfrm>
              <a:off x="2941160" y="2222852"/>
              <a:ext cx="188898" cy="208139"/>
            </a:xfrm>
            <a:custGeom>
              <a:avLst/>
              <a:gdLst/>
              <a:ahLst/>
              <a:cxnLst/>
              <a:rect l="l" t="t" r="r" b="b"/>
              <a:pathLst>
                <a:path w="8993" h="9909" extrusionOk="0">
                  <a:moveTo>
                    <a:pt x="0" y="0"/>
                  </a:moveTo>
                  <a:lnTo>
                    <a:pt x="0" y="3486"/>
                  </a:lnTo>
                  <a:lnTo>
                    <a:pt x="3639" y="6518"/>
                  </a:lnTo>
                  <a:lnTo>
                    <a:pt x="3639" y="9908"/>
                  </a:lnTo>
                  <a:lnTo>
                    <a:pt x="5353" y="9908"/>
                  </a:lnTo>
                  <a:lnTo>
                    <a:pt x="5353" y="6518"/>
                  </a:lnTo>
                  <a:lnTo>
                    <a:pt x="8992" y="3486"/>
                  </a:lnTo>
                  <a:lnTo>
                    <a:pt x="8992" y="0"/>
                  </a:lnTo>
                  <a:lnTo>
                    <a:pt x="7279" y="0"/>
                  </a:lnTo>
                  <a:lnTo>
                    <a:pt x="7279" y="2683"/>
                  </a:lnTo>
                  <a:lnTo>
                    <a:pt x="4496" y="5002"/>
                  </a:lnTo>
                  <a:lnTo>
                    <a:pt x="1713" y="2683"/>
                  </a:lnTo>
                  <a:lnTo>
                    <a:pt x="171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108"/>
            <p:cNvSpPr/>
            <p:nvPr/>
          </p:nvSpPr>
          <p:spPr>
            <a:xfrm>
              <a:off x="3035599" y="2222852"/>
              <a:ext cx="94459" cy="208097"/>
            </a:xfrm>
            <a:custGeom>
              <a:avLst/>
              <a:gdLst/>
              <a:ahLst/>
              <a:cxnLst/>
              <a:rect l="l" t="t" r="r" b="b"/>
              <a:pathLst>
                <a:path w="4497" h="9907" extrusionOk="0">
                  <a:moveTo>
                    <a:pt x="2783" y="0"/>
                  </a:moveTo>
                  <a:lnTo>
                    <a:pt x="2783" y="2683"/>
                  </a:lnTo>
                  <a:lnTo>
                    <a:pt x="0" y="5002"/>
                  </a:lnTo>
                  <a:lnTo>
                    <a:pt x="0" y="9907"/>
                  </a:lnTo>
                  <a:lnTo>
                    <a:pt x="857" y="9907"/>
                  </a:lnTo>
                  <a:lnTo>
                    <a:pt x="857" y="6518"/>
                  </a:lnTo>
                  <a:lnTo>
                    <a:pt x="4496" y="3486"/>
                  </a:lnTo>
                  <a:lnTo>
                    <a:pt x="449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108"/>
            <p:cNvSpPr/>
            <p:nvPr/>
          </p:nvSpPr>
          <p:spPr>
            <a:xfrm>
              <a:off x="2774297" y="2017297"/>
              <a:ext cx="522583" cy="227736"/>
            </a:xfrm>
            <a:custGeom>
              <a:avLst/>
              <a:gdLst/>
              <a:ahLst/>
              <a:cxnLst/>
              <a:rect l="l" t="t" r="r" b="b"/>
              <a:pathLst>
                <a:path w="24879" h="10842" extrusionOk="0">
                  <a:moveTo>
                    <a:pt x="4650" y="0"/>
                  </a:moveTo>
                  <a:cubicBezTo>
                    <a:pt x="4645" y="0"/>
                    <a:pt x="4641" y="0"/>
                    <a:pt x="4637" y="0"/>
                  </a:cubicBezTo>
                  <a:cubicBezTo>
                    <a:pt x="4635" y="0"/>
                    <a:pt x="4634" y="0"/>
                    <a:pt x="4632" y="0"/>
                  </a:cubicBezTo>
                  <a:cubicBezTo>
                    <a:pt x="3352" y="0"/>
                    <a:pt x="2146" y="598"/>
                    <a:pt x="1371" y="1616"/>
                  </a:cubicBezTo>
                  <a:cubicBezTo>
                    <a:pt x="0" y="3415"/>
                    <a:pt x="349" y="5995"/>
                    <a:pt x="2148" y="7366"/>
                  </a:cubicBezTo>
                  <a:cubicBezTo>
                    <a:pt x="5105" y="9620"/>
                    <a:pt x="8721" y="10841"/>
                    <a:pt x="12439" y="10841"/>
                  </a:cubicBezTo>
                  <a:cubicBezTo>
                    <a:pt x="16158" y="10841"/>
                    <a:pt x="19774" y="9620"/>
                    <a:pt x="22731" y="7366"/>
                  </a:cubicBezTo>
                  <a:cubicBezTo>
                    <a:pt x="24529" y="5995"/>
                    <a:pt x="24879" y="3416"/>
                    <a:pt x="23507" y="1616"/>
                  </a:cubicBezTo>
                  <a:cubicBezTo>
                    <a:pt x="22733" y="598"/>
                    <a:pt x="21526" y="0"/>
                    <a:pt x="20248" y="0"/>
                  </a:cubicBezTo>
                  <a:cubicBezTo>
                    <a:pt x="20247" y="0"/>
                    <a:pt x="20245" y="0"/>
                    <a:pt x="20244" y="0"/>
                  </a:cubicBezTo>
                  <a:cubicBezTo>
                    <a:pt x="20241" y="0"/>
                    <a:pt x="20239" y="0"/>
                    <a:pt x="20237" y="0"/>
                  </a:cubicBezTo>
                  <a:cubicBezTo>
                    <a:pt x="19341" y="0"/>
                    <a:pt x="18469" y="294"/>
                    <a:pt x="17759" y="839"/>
                  </a:cubicBezTo>
                  <a:cubicBezTo>
                    <a:pt x="16220" y="2012"/>
                    <a:pt x="14381" y="2632"/>
                    <a:pt x="12440" y="2632"/>
                  </a:cubicBezTo>
                  <a:cubicBezTo>
                    <a:pt x="10499" y="2632"/>
                    <a:pt x="8660" y="2012"/>
                    <a:pt x="7121" y="839"/>
                  </a:cubicBezTo>
                  <a:cubicBezTo>
                    <a:pt x="6411" y="296"/>
                    <a:pt x="5542" y="0"/>
                    <a:pt x="46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108"/>
            <p:cNvSpPr/>
            <p:nvPr/>
          </p:nvSpPr>
          <p:spPr>
            <a:xfrm>
              <a:off x="3035599" y="2017297"/>
              <a:ext cx="261281" cy="227652"/>
            </a:xfrm>
            <a:custGeom>
              <a:avLst/>
              <a:gdLst/>
              <a:ahLst/>
              <a:cxnLst/>
              <a:rect l="l" t="t" r="r" b="b"/>
              <a:pathLst>
                <a:path w="12439" h="10838" extrusionOk="0">
                  <a:moveTo>
                    <a:pt x="7797" y="0"/>
                  </a:moveTo>
                  <a:cubicBezTo>
                    <a:pt x="6901" y="0"/>
                    <a:pt x="6029" y="294"/>
                    <a:pt x="5319" y="839"/>
                  </a:cubicBezTo>
                  <a:cubicBezTo>
                    <a:pt x="3780" y="2012"/>
                    <a:pt x="1941" y="2632"/>
                    <a:pt x="0" y="2632"/>
                  </a:cubicBezTo>
                  <a:lnTo>
                    <a:pt x="0" y="10837"/>
                  </a:lnTo>
                  <a:cubicBezTo>
                    <a:pt x="4" y="10837"/>
                    <a:pt x="9" y="10837"/>
                    <a:pt x="13" y="10837"/>
                  </a:cubicBezTo>
                  <a:cubicBezTo>
                    <a:pt x="3726" y="10837"/>
                    <a:pt x="7337" y="9618"/>
                    <a:pt x="10291" y="7366"/>
                  </a:cubicBezTo>
                  <a:cubicBezTo>
                    <a:pt x="12089" y="5995"/>
                    <a:pt x="12439" y="3416"/>
                    <a:pt x="11067" y="1616"/>
                  </a:cubicBezTo>
                  <a:cubicBezTo>
                    <a:pt x="10293" y="598"/>
                    <a:pt x="9086" y="0"/>
                    <a:pt x="7808" y="0"/>
                  </a:cubicBezTo>
                  <a:cubicBezTo>
                    <a:pt x="7807" y="0"/>
                    <a:pt x="7805" y="0"/>
                    <a:pt x="7804" y="0"/>
                  </a:cubicBezTo>
                  <a:cubicBezTo>
                    <a:pt x="7801" y="0"/>
                    <a:pt x="7799" y="0"/>
                    <a:pt x="779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108"/>
            <p:cNvSpPr/>
            <p:nvPr/>
          </p:nvSpPr>
          <p:spPr>
            <a:xfrm>
              <a:off x="2882998" y="2036642"/>
              <a:ext cx="74253" cy="79189"/>
            </a:xfrm>
            <a:custGeom>
              <a:avLst/>
              <a:gdLst/>
              <a:ahLst/>
              <a:cxnLst/>
              <a:rect l="l" t="t" r="r" b="b"/>
              <a:pathLst>
                <a:path w="3535" h="3770" extrusionOk="0">
                  <a:moveTo>
                    <a:pt x="2056" y="1"/>
                  </a:moveTo>
                  <a:lnTo>
                    <a:pt x="1" y="2742"/>
                  </a:lnTo>
                  <a:lnTo>
                    <a:pt x="1370" y="3769"/>
                  </a:lnTo>
                  <a:lnTo>
                    <a:pt x="3534" y="884"/>
                  </a:lnTo>
                  <a:cubicBezTo>
                    <a:pt x="3014" y="639"/>
                    <a:pt x="2518" y="343"/>
                    <a:pt x="20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108"/>
            <p:cNvSpPr/>
            <p:nvPr/>
          </p:nvSpPr>
          <p:spPr>
            <a:xfrm>
              <a:off x="3113927" y="2036642"/>
              <a:ext cx="74274" cy="79189"/>
            </a:xfrm>
            <a:custGeom>
              <a:avLst/>
              <a:gdLst/>
              <a:ahLst/>
              <a:cxnLst/>
              <a:rect l="l" t="t" r="r" b="b"/>
              <a:pathLst>
                <a:path w="3536" h="3770" extrusionOk="0">
                  <a:moveTo>
                    <a:pt x="1480" y="1"/>
                  </a:moveTo>
                  <a:cubicBezTo>
                    <a:pt x="1016" y="343"/>
                    <a:pt x="521" y="639"/>
                    <a:pt x="0" y="884"/>
                  </a:cubicBezTo>
                  <a:lnTo>
                    <a:pt x="2164" y="3769"/>
                  </a:lnTo>
                  <a:lnTo>
                    <a:pt x="3535" y="2742"/>
                  </a:lnTo>
                  <a:lnTo>
                    <a:pt x="148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108"/>
            <p:cNvSpPr/>
            <p:nvPr/>
          </p:nvSpPr>
          <p:spPr>
            <a:xfrm>
              <a:off x="2991299" y="2068444"/>
              <a:ext cx="83432" cy="72866"/>
            </a:xfrm>
            <a:custGeom>
              <a:avLst/>
              <a:gdLst/>
              <a:ahLst/>
              <a:cxnLst/>
              <a:rect l="l" t="t" r="r" b="b"/>
              <a:pathLst>
                <a:path w="3972" h="3469" extrusionOk="0">
                  <a:moveTo>
                    <a:pt x="3972" y="0"/>
                  </a:moveTo>
                  <a:cubicBezTo>
                    <a:pt x="3360" y="132"/>
                    <a:pt x="2735" y="197"/>
                    <a:pt x="2109" y="197"/>
                  </a:cubicBezTo>
                  <a:cubicBezTo>
                    <a:pt x="1968" y="197"/>
                    <a:pt x="1829" y="193"/>
                    <a:pt x="1690" y="187"/>
                  </a:cubicBezTo>
                  <a:lnTo>
                    <a:pt x="0" y="2441"/>
                  </a:lnTo>
                  <a:lnTo>
                    <a:pt x="1371" y="3468"/>
                  </a:lnTo>
                  <a:lnTo>
                    <a:pt x="397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8" name="Google Shape;3558;p108"/>
          <p:cNvGrpSpPr/>
          <p:nvPr/>
        </p:nvGrpSpPr>
        <p:grpSpPr>
          <a:xfrm>
            <a:off x="3299808" y="1396234"/>
            <a:ext cx="237179" cy="455850"/>
            <a:chOff x="2335460" y="1980454"/>
            <a:chExt cx="318961" cy="613031"/>
          </a:xfrm>
        </p:grpSpPr>
        <p:sp>
          <p:nvSpPr>
            <p:cNvPr id="3559" name="Google Shape;3559;p108"/>
            <p:cNvSpPr/>
            <p:nvPr/>
          </p:nvSpPr>
          <p:spPr>
            <a:xfrm>
              <a:off x="2405554" y="2338043"/>
              <a:ext cx="178816" cy="255442"/>
            </a:xfrm>
            <a:custGeom>
              <a:avLst/>
              <a:gdLst/>
              <a:ahLst/>
              <a:cxnLst/>
              <a:rect l="l" t="t" r="r" b="b"/>
              <a:pathLst>
                <a:path w="8513" h="12161" extrusionOk="0">
                  <a:moveTo>
                    <a:pt x="3402" y="1"/>
                  </a:moveTo>
                  <a:lnTo>
                    <a:pt x="3402" y="10451"/>
                  </a:lnTo>
                  <a:lnTo>
                    <a:pt x="0" y="10451"/>
                  </a:lnTo>
                  <a:lnTo>
                    <a:pt x="0" y="12161"/>
                  </a:lnTo>
                  <a:lnTo>
                    <a:pt x="8512" y="12161"/>
                  </a:lnTo>
                  <a:lnTo>
                    <a:pt x="8512" y="10451"/>
                  </a:lnTo>
                  <a:lnTo>
                    <a:pt x="5111" y="10451"/>
                  </a:lnTo>
                  <a:lnTo>
                    <a:pt x="51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108"/>
            <p:cNvSpPr/>
            <p:nvPr/>
          </p:nvSpPr>
          <p:spPr>
            <a:xfrm>
              <a:off x="2494972" y="2338043"/>
              <a:ext cx="89397" cy="255442"/>
            </a:xfrm>
            <a:custGeom>
              <a:avLst/>
              <a:gdLst/>
              <a:ahLst/>
              <a:cxnLst/>
              <a:rect l="l" t="t" r="r" b="b"/>
              <a:pathLst>
                <a:path w="4256" h="12161" extrusionOk="0">
                  <a:moveTo>
                    <a:pt x="0" y="1"/>
                  </a:moveTo>
                  <a:lnTo>
                    <a:pt x="0" y="12161"/>
                  </a:lnTo>
                  <a:lnTo>
                    <a:pt x="4255" y="12161"/>
                  </a:lnTo>
                  <a:lnTo>
                    <a:pt x="4255" y="10451"/>
                  </a:lnTo>
                  <a:lnTo>
                    <a:pt x="854" y="10451"/>
                  </a:lnTo>
                  <a:lnTo>
                    <a:pt x="85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108"/>
            <p:cNvSpPr/>
            <p:nvPr/>
          </p:nvSpPr>
          <p:spPr>
            <a:xfrm>
              <a:off x="2335502" y="1980475"/>
              <a:ext cx="318919" cy="375527"/>
            </a:xfrm>
            <a:custGeom>
              <a:avLst/>
              <a:gdLst/>
              <a:ahLst/>
              <a:cxnLst/>
              <a:rect l="l" t="t" r="r" b="b"/>
              <a:pathLst>
                <a:path w="15183" h="17878" extrusionOk="0">
                  <a:moveTo>
                    <a:pt x="732" y="1"/>
                  </a:moveTo>
                  <a:lnTo>
                    <a:pt x="2" y="10226"/>
                  </a:lnTo>
                  <a:lnTo>
                    <a:pt x="0" y="10287"/>
                  </a:lnTo>
                  <a:cubicBezTo>
                    <a:pt x="0" y="14473"/>
                    <a:pt x="3406" y="17877"/>
                    <a:pt x="7591" y="17877"/>
                  </a:cubicBezTo>
                  <a:cubicBezTo>
                    <a:pt x="11776" y="17877"/>
                    <a:pt x="15182" y="14471"/>
                    <a:pt x="15182" y="10287"/>
                  </a:cubicBezTo>
                  <a:lnTo>
                    <a:pt x="144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108"/>
            <p:cNvSpPr/>
            <p:nvPr/>
          </p:nvSpPr>
          <p:spPr>
            <a:xfrm>
              <a:off x="2494972" y="1980475"/>
              <a:ext cx="159449" cy="375548"/>
            </a:xfrm>
            <a:custGeom>
              <a:avLst/>
              <a:gdLst/>
              <a:ahLst/>
              <a:cxnLst/>
              <a:rect l="l" t="t" r="r" b="b"/>
              <a:pathLst>
                <a:path w="7591" h="17879" extrusionOk="0">
                  <a:moveTo>
                    <a:pt x="0" y="1"/>
                  </a:moveTo>
                  <a:lnTo>
                    <a:pt x="0" y="17879"/>
                  </a:lnTo>
                  <a:cubicBezTo>
                    <a:pt x="4186" y="17879"/>
                    <a:pt x="7590" y="14473"/>
                    <a:pt x="7590" y="10287"/>
                  </a:cubicBezTo>
                  <a:lnTo>
                    <a:pt x="685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108"/>
            <p:cNvSpPr/>
            <p:nvPr/>
          </p:nvSpPr>
          <p:spPr>
            <a:xfrm>
              <a:off x="2335460" y="2118478"/>
              <a:ext cx="318919" cy="237525"/>
            </a:xfrm>
            <a:custGeom>
              <a:avLst/>
              <a:gdLst/>
              <a:ahLst/>
              <a:cxnLst/>
              <a:rect l="l" t="t" r="r" b="b"/>
              <a:pathLst>
                <a:path w="15183" h="11308" extrusionOk="0">
                  <a:moveTo>
                    <a:pt x="13452" y="0"/>
                  </a:moveTo>
                  <a:cubicBezTo>
                    <a:pt x="13255" y="0"/>
                    <a:pt x="13057" y="15"/>
                    <a:pt x="12857" y="44"/>
                  </a:cubicBezTo>
                  <a:cubicBezTo>
                    <a:pt x="11839" y="194"/>
                    <a:pt x="10928" y="699"/>
                    <a:pt x="10046" y="1189"/>
                  </a:cubicBezTo>
                  <a:cubicBezTo>
                    <a:pt x="9013" y="1762"/>
                    <a:pt x="8038" y="2302"/>
                    <a:pt x="6927" y="2302"/>
                  </a:cubicBezTo>
                  <a:lnTo>
                    <a:pt x="101" y="2302"/>
                  </a:lnTo>
                  <a:lnTo>
                    <a:pt x="4" y="3656"/>
                  </a:lnTo>
                  <a:lnTo>
                    <a:pt x="1" y="3717"/>
                  </a:lnTo>
                  <a:cubicBezTo>
                    <a:pt x="1" y="7903"/>
                    <a:pt x="3407" y="11307"/>
                    <a:pt x="7593" y="11307"/>
                  </a:cubicBezTo>
                  <a:cubicBezTo>
                    <a:pt x="11777" y="11307"/>
                    <a:pt x="15183" y="7901"/>
                    <a:pt x="15183" y="3717"/>
                  </a:cubicBezTo>
                  <a:lnTo>
                    <a:pt x="14940" y="292"/>
                  </a:lnTo>
                  <a:cubicBezTo>
                    <a:pt x="14451" y="97"/>
                    <a:pt x="13957" y="0"/>
                    <a:pt x="134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108"/>
            <p:cNvSpPr/>
            <p:nvPr/>
          </p:nvSpPr>
          <p:spPr>
            <a:xfrm>
              <a:off x="2494972" y="2118457"/>
              <a:ext cx="159449" cy="237567"/>
            </a:xfrm>
            <a:custGeom>
              <a:avLst/>
              <a:gdLst/>
              <a:ahLst/>
              <a:cxnLst/>
              <a:rect l="l" t="t" r="r" b="b"/>
              <a:pathLst>
                <a:path w="7591" h="11310" extrusionOk="0">
                  <a:moveTo>
                    <a:pt x="5861" y="1"/>
                  </a:moveTo>
                  <a:cubicBezTo>
                    <a:pt x="5664" y="1"/>
                    <a:pt x="5466" y="16"/>
                    <a:pt x="5266" y="45"/>
                  </a:cubicBezTo>
                  <a:cubicBezTo>
                    <a:pt x="4247" y="195"/>
                    <a:pt x="3335" y="700"/>
                    <a:pt x="2454" y="1190"/>
                  </a:cubicBezTo>
                  <a:cubicBezTo>
                    <a:pt x="1632" y="1645"/>
                    <a:pt x="847" y="2080"/>
                    <a:pt x="0" y="2241"/>
                  </a:cubicBezTo>
                  <a:lnTo>
                    <a:pt x="0" y="11310"/>
                  </a:lnTo>
                  <a:cubicBezTo>
                    <a:pt x="4186" y="11310"/>
                    <a:pt x="7590" y="7904"/>
                    <a:pt x="7590" y="3719"/>
                  </a:cubicBezTo>
                  <a:lnTo>
                    <a:pt x="7347" y="293"/>
                  </a:lnTo>
                  <a:cubicBezTo>
                    <a:pt x="6859" y="98"/>
                    <a:pt x="6365" y="1"/>
                    <a:pt x="58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108"/>
            <p:cNvSpPr/>
            <p:nvPr/>
          </p:nvSpPr>
          <p:spPr>
            <a:xfrm>
              <a:off x="2465460" y="2027694"/>
              <a:ext cx="51042" cy="51021"/>
            </a:xfrm>
            <a:custGeom>
              <a:avLst/>
              <a:gdLst/>
              <a:ahLst/>
              <a:cxnLst/>
              <a:rect l="l" t="t" r="r" b="b"/>
              <a:pathLst>
                <a:path w="2430" h="2429" extrusionOk="0">
                  <a:moveTo>
                    <a:pt x="1220" y="1"/>
                  </a:moveTo>
                  <a:lnTo>
                    <a:pt x="1" y="1220"/>
                  </a:lnTo>
                  <a:lnTo>
                    <a:pt x="1209" y="2428"/>
                  </a:lnTo>
                  <a:lnTo>
                    <a:pt x="2430" y="1210"/>
                  </a:lnTo>
                  <a:lnTo>
                    <a:pt x="122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108"/>
            <p:cNvSpPr/>
            <p:nvPr/>
          </p:nvSpPr>
          <p:spPr>
            <a:xfrm>
              <a:off x="2516481" y="1980454"/>
              <a:ext cx="72635" cy="47240"/>
            </a:xfrm>
            <a:custGeom>
              <a:avLst/>
              <a:gdLst/>
              <a:ahLst/>
              <a:cxnLst/>
              <a:rect l="l" t="t" r="r" b="b"/>
              <a:pathLst>
                <a:path w="3458" h="2249" extrusionOk="0">
                  <a:moveTo>
                    <a:pt x="3458" y="0"/>
                  </a:moveTo>
                  <a:lnTo>
                    <a:pt x="1040" y="2"/>
                  </a:lnTo>
                  <a:lnTo>
                    <a:pt x="1" y="1040"/>
                  </a:lnTo>
                  <a:lnTo>
                    <a:pt x="1210" y="2248"/>
                  </a:lnTo>
                  <a:lnTo>
                    <a:pt x="345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7" name="Google Shape;3567;p108"/>
          <p:cNvGrpSpPr/>
          <p:nvPr/>
        </p:nvGrpSpPr>
        <p:grpSpPr>
          <a:xfrm>
            <a:off x="1410261" y="2946792"/>
            <a:ext cx="460676" cy="253673"/>
            <a:chOff x="1494483" y="2121376"/>
            <a:chExt cx="619521" cy="341142"/>
          </a:xfrm>
        </p:grpSpPr>
        <p:sp>
          <p:nvSpPr>
            <p:cNvPr id="3568" name="Google Shape;3568;p108"/>
            <p:cNvSpPr/>
            <p:nvPr/>
          </p:nvSpPr>
          <p:spPr>
            <a:xfrm>
              <a:off x="1494483" y="2121376"/>
              <a:ext cx="530103" cy="341142"/>
            </a:xfrm>
            <a:custGeom>
              <a:avLst/>
              <a:gdLst/>
              <a:ahLst/>
              <a:cxnLst/>
              <a:rect l="l" t="t" r="r" b="b"/>
              <a:pathLst>
                <a:path w="25237" h="16241" extrusionOk="0">
                  <a:moveTo>
                    <a:pt x="21374" y="1"/>
                  </a:moveTo>
                  <a:cubicBezTo>
                    <a:pt x="17726" y="1"/>
                    <a:pt x="14952" y="395"/>
                    <a:pt x="12645" y="1241"/>
                  </a:cubicBezTo>
                  <a:cubicBezTo>
                    <a:pt x="10810" y="1914"/>
                    <a:pt x="9378" y="2834"/>
                    <a:pt x="8025" y="3830"/>
                  </a:cubicBezTo>
                  <a:cubicBezTo>
                    <a:pt x="7821" y="3518"/>
                    <a:pt x="7579" y="3234"/>
                    <a:pt x="7305" y="2983"/>
                  </a:cubicBezTo>
                  <a:cubicBezTo>
                    <a:pt x="6103" y="1896"/>
                    <a:pt x="4374" y="1645"/>
                    <a:pt x="3034" y="1645"/>
                  </a:cubicBezTo>
                  <a:cubicBezTo>
                    <a:pt x="1938" y="1645"/>
                    <a:pt x="1101" y="1813"/>
                    <a:pt x="1026" y="1828"/>
                  </a:cubicBezTo>
                  <a:lnTo>
                    <a:pt x="416" y="1956"/>
                  </a:lnTo>
                  <a:lnTo>
                    <a:pt x="350" y="2575"/>
                  </a:lnTo>
                  <a:cubicBezTo>
                    <a:pt x="334" y="2727"/>
                    <a:pt x="0" y="6047"/>
                    <a:pt x="1638" y="8120"/>
                  </a:cubicBezTo>
                  <a:cubicBezTo>
                    <a:pt x="0" y="10192"/>
                    <a:pt x="334" y="13514"/>
                    <a:pt x="350" y="13667"/>
                  </a:cubicBezTo>
                  <a:lnTo>
                    <a:pt x="416" y="14286"/>
                  </a:lnTo>
                  <a:lnTo>
                    <a:pt x="1025" y="14413"/>
                  </a:lnTo>
                  <a:cubicBezTo>
                    <a:pt x="1100" y="14428"/>
                    <a:pt x="1937" y="14596"/>
                    <a:pt x="3033" y="14596"/>
                  </a:cubicBezTo>
                  <a:cubicBezTo>
                    <a:pt x="4374" y="14596"/>
                    <a:pt x="6102" y="14345"/>
                    <a:pt x="7304" y="13258"/>
                  </a:cubicBezTo>
                  <a:cubicBezTo>
                    <a:pt x="7578" y="13009"/>
                    <a:pt x="7818" y="12726"/>
                    <a:pt x="8021" y="12417"/>
                  </a:cubicBezTo>
                  <a:cubicBezTo>
                    <a:pt x="11179" y="14749"/>
                    <a:pt x="14181" y="16241"/>
                    <a:pt x="21373" y="16241"/>
                  </a:cubicBezTo>
                  <a:cubicBezTo>
                    <a:pt x="23040" y="16241"/>
                    <a:pt x="23957" y="14701"/>
                    <a:pt x="24432" y="13412"/>
                  </a:cubicBezTo>
                  <a:cubicBezTo>
                    <a:pt x="24951" y="12001"/>
                    <a:pt x="25237" y="10121"/>
                    <a:pt x="25237" y="8121"/>
                  </a:cubicBezTo>
                  <a:cubicBezTo>
                    <a:pt x="25237" y="6120"/>
                    <a:pt x="24951" y="4240"/>
                    <a:pt x="24432" y="2831"/>
                  </a:cubicBezTo>
                  <a:lnTo>
                    <a:pt x="24432" y="2830"/>
                  </a:lnTo>
                  <a:cubicBezTo>
                    <a:pt x="23958" y="1540"/>
                    <a:pt x="23041" y="1"/>
                    <a:pt x="2137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108"/>
            <p:cNvSpPr/>
            <p:nvPr/>
          </p:nvSpPr>
          <p:spPr>
            <a:xfrm>
              <a:off x="1564871" y="2121376"/>
              <a:ext cx="459757" cy="341142"/>
            </a:xfrm>
            <a:custGeom>
              <a:avLst/>
              <a:gdLst/>
              <a:ahLst/>
              <a:cxnLst/>
              <a:rect l="l" t="t" r="r" b="b"/>
              <a:pathLst>
                <a:path w="21888" h="16241" extrusionOk="0">
                  <a:moveTo>
                    <a:pt x="18022" y="1"/>
                  </a:moveTo>
                  <a:cubicBezTo>
                    <a:pt x="14375" y="1"/>
                    <a:pt x="11601" y="395"/>
                    <a:pt x="9294" y="1241"/>
                  </a:cubicBezTo>
                  <a:cubicBezTo>
                    <a:pt x="7459" y="1914"/>
                    <a:pt x="6027" y="2834"/>
                    <a:pt x="4674" y="3830"/>
                  </a:cubicBezTo>
                  <a:lnTo>
                    <a:pt x="0" y="8121"/>
                  </a:lnTo>
                  <a:lnTo>
                    <a:pt x="4670" y="12417"/>
                  </a:lnTo>
                  <a:cubicBezTo>
                    <a:pt x="7828" y="14749"/>
                    <a:pt x="10830" y="16241"/>
                    <a:pt x="18022" y="16241"/>
                  </a:cubicBezTo>
                  <a:cubicBezTo>
                    <a:pt x="19689" y="16241"/>
                    <a:pt x="20606" y="14701"/>
                    <a:pt x="21081" y="13410"/>
                  </a:cubicBezTo>
                  <a:cubicBezTo>
                    <a:pt x="21600" y="12001"/>
                    <a:pt x="21887" y="10121"/>
                    <a:pt x="21887" y="8120"/>
                  </a:cubicBezTo>
                  <a:cubicBezTo>
                    <a:pt x="21887" y="6120"/>
                    <a:pt x="21600" y="4240"/>
                    <a:pt x="21081" y="2830"/>
                  </a:cubicBezTo>
                  <a:cubicBezTo>
                    <a:pt x="20606" y="1540"/>
                    <a:pt x="19690" y="1"/>
                    <a:pt x="180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108"/>
            <p:cNvSpPr/>
            <p:nvPr/>
          </p:nvSpPr>
          <p:spPr>
            <a:xfrm>
              <a:off x="1790822" y="2139336"/>
              <a:ext cx="305224" cy="305224"/>
            </a:xfrm>
            <a:custGeom>
              <a:avLst/>
              <a:gdLst/>
              <a:ahLst/>
              <a:cxnLst/>
              <a:rect l="l" t="t" r="r" b="b"/>
              <a:pathLst>
                <a:path w="14531" h="14531" extrusionOk="0">
                  <a:moveTo>
                    <a:pt x="7266" y="1"/>
                  </a:moveTo>
                  <a:cubicBezTo>
                    <a:pt x="3254" y="1"/>
                    <a:pt x="0" y="3253"/>
                    <a:pt x="0" y="7266"/>
                  </a:cubicBezTo>
                  <a:cubicBezTo>
                    <a:pt x="0" y="11278"/>
                    <a:pt x="3254" y="14531"/>
                    <a:pt x="7266" y="14531"/>
                  </a:cubicBezTo>
                  <a:cubicBezTo>
                    <a:pt x="11278" y="14531"/>
                    <a:pt x="14530" y="11278"/>
                    <a:pt x="14530" y="7266"/>
                  </a:cubicBezTo>
                  <a:cubicBezTo>
                    <a:pt x="14530" y="3253"/>
                    <a:pt x="11278" y="1"/>
                    <a:pt x="72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108"/>
            <p:cNvSpPr/>
            <p:nvPr/>
          </p:nvSpPr>
          <p:spPr>
            <a:xfrm>
              <a:off x="1943444" y="2139378"/>
              <a:ext cx="152601" cy="305224"/>
            </a:xfrm>
            <a:custGeom>
              <a:avLst/>
              <a:gdLst/>
              <a:ahLst/>
              <a:cxnLst/>
              <a:rect l="l" t="t" r="r" b="b"/>
              <a:pathLst>
                <a:path w="7265" h="14531" extrusionOk="0">
                  <a:moveTo>
                    <a:pt x="0" y="0"/>
                  </a:moveTo>
                  <a:lnTo>
                    <a:pt x="0" y="14530"/>
                  </a:lnTo>
                  <a:cubicBezTo>
                    <a:pt x="4012" y="14530"/>
                    <a:pt x="7264" y="11276"/>
                    <a:pt x="7264" y="7264"/>
                  </a:cubicBezTo>
                  <a:cubicBezTo>
                    <a:pt x="7264" y="3252"/>
                    <a:pt x="4012" y="0"/>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108"/>
            <p:cNvSpPr/>
            <p:nvPr/>
          </p:nvSpPr>
          <p:spPr>
            <a:xfrm>
              <a:off x="1772862" y="2121397"/>
              <a:ext cx="341142" cy="341121"/>
            </a:xfrm>
            <a:custGeom>
              <a:avLst/>
              <a:gdLst/>
              <a:ahLst/>
              <a:cxnLst/>
              <a:rect l="l" t="t" r="r" b="b"/>
              <a:pathLst>
                <a:path w="16241" h="16240" extrusionOk="0">
                  <a:moveTo>
                    <a:pt x="8121" y="1710"/>
                  </a:moveTo>
                  <a:cubicBezTo>
                    <a:pt x="11655" y="1710"/>
                    <a:pt x="14532" y="4585"/>
                    <a:pt x="14532" y="8120"/>
                  </a:cubicBezTo>
                  <a:cubicBezTo>
                    <a:pt x="14532" y="11654"/>
                    <a:pt x="11655" y="14531"/>
                    <a:pt x="8121" y="14531"/>
                  </a:cubicBezTo>
                  <a:cubicBezTo>
                    <a:pt x="4586" y="14531"/>
                    <a:pt x="1711" y="11655"/>
                    <a:pt x="1711" y="8120"/>
                  </a:cubicBezTo>
                  <a:cubicBezTo>
                    <a:pt x="1711" y="4585"/>
                    <a:pt x="4586" y="1710"/>
                    <a:pt x="8121" y="1710"/>
                  </a:cubicBezTo>
                  <a:close/>
                  <a:moveTo>
                    <a:pt x="8121" y="1"/>
                  </a:moveTo>
                  <a:cubicBezTo>
                    <a:pt x="3643" y="1"/>
                    <a:pt x="0" y="3642"/>
                    <a:pt x="0" y="8120"/>
                  </a:cubicBezTo>
                  <a:cubicBezTo>
                    <a:pt x="0" y="12597"/>
                    <a:pt x="3642" y="16239"/>
                    <a:pt x="8120" y="16240"/>
                  </a:cubicBezTo>
                  <a:lnTo>
                    <a:pt x="8120" y="16240"/>
                  </a:lnTo>
                  <a:cubicBezTo>
                    <a:pt x="12597" y="16239"/>
                    <a:pt x="16241" y="12597"/>
                    <a:pt x="16241" y="8120"/>
                  </a:cubicBezTo>
                  <a:cubicBezTo>
                    <a:pt x="16241" y="3642"/>
                    <a:pt x="12598" y="1"/>
                    <a:pt x="8121" y="1"/>
                  </a:cubicBezTo>
                  <a:close/>
                  <a:moveTo>
                    <a:pt x="8120" y="16240"/>
                  </a:moveTo>
                  <a:cubicBezTo>
                    <a:pt x="8120" y="16240"/>
                    <a:pt x="8120" y="16240"/>
                    <a:pt x="8120" y="16240"/>
                  </a:cubicBezTo>
                  <a:lnTo>
                    <a:pt x="8121" y="16240"/>
                  </a:lnTo>
                  <a:cubicBezTo>
                    <a:pt x="8121" y="16240"/>
                    <a:pt x="8121" y="16240"/>
                    <a:pt x="8120" y="1624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108"/>
            <p:cNvSpPr/>
            <p:nvPr/>
          </p:nvSpPr>
          <p:spPr>
            <a:xfrm>
              <a:off x="1892444" y="2244697"/>
              <a:ext cx="98261" cy="94522"/>
            </a:xfrm>
            <a:custGeom>
              <a:avLst/>
              <a:gdLst/>
              <a:ahLst/>
              <a:cxnLst/>
              <a:rect l="l" t="t" r="r" b="b"/>
              <a:pathLst>
                <a:path w="4678" h="4500" extrusionOk="0">
                  <a:moveTo>
                    <a:pt x="2429" y="1"/>
                  </a:moveTo>
                  <a:cubicBezTo>
                    <a:pt x="2429" y="1"/>
                    <a:pt x="2428" y="1"/>
                    <a:pt x="2427" y="1"/>
                  </a:cubicBezTo>
                  <a:cubicBezTo>
                    <a:pt x="1518" y="1"/>
                    <a:pt x="698" y="549"/>
                    <a:pt x="350" y="1389"/>
                  </a:cubicBezTo>
                  <a:cubicBezTo>
                    <a:pt x="1" y="2230"/>
                    <a:pt x="193" y="3198"/>
                    <a:pt x="837" y="3842"/>
                  </a:cubicBezTo>
                  <a:cubicBezTo>
                    <a:pt x="1267" y="4271"/>
                    <a:pt x="1843" y="4500"/>
                    <a:pt x="2429" y="4500"/>
                  </a:cubicBezTo>
                  <a:cubicBezTo>
                    <a:pt x="2719" y="4500"/>
                    <a:pt x="3011" y="4444"/>
                    <a:pt x="3289" y="4329"/>
                  </a:cubicBezTo>
                  <a:cubicBezTo>
                    <a:pt x="4130" y="3979"/>
                    <a:pt x="4678" y="3159"/>
                    <a:pt x="4678" y="2250"/>
                  </a:cubicBezTo>
                  <a:cubicBezTo>
                    <a:pt x="4678" y="1008"/>
                    <a:pt x="3672" y="1"/>
                    <a:pt x="24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108"/>
            <p:cNvSpPr/>
            <p:nvPr/>
          </p:nvSpPr>
          <p:spPr>
            <a:xfrm>
              <a:off x="1943444" y="2244676"/>
              <a:ext cx="47261" cy="94544"/>
            </a:xfrm>
            <a:custGeom>
              <a:avLst/>
              <a:gdLst/>
              <a:ahLst/>
              <a:cxnLst/>
              <a:rect l="l" t="t" r="r" b="b"/>
              <a:pathLst>
                <a:path w="2250" h="4501" extrusionOk="0">
                  <a:moveTo>
                    <a:pt x="0" y="0"/>
                  </a:moveTo>
                  <a:lnTo>
                    <a:pt x="0" y="4501"/>
                  </a:lnTo>
                  <a:cubicBezTo>
                    <a:pt x="1242" y="4501"/>
                    <a:pt x="2250" y="3493"/>
                    <a:pt x="2250" y="2251"/>
                  </a:cubicBezTo>
                  <a:cubicBezTo>
                    <a:pt x="2250" y="1008"/>
                    <a:pt x="1242" y="0"/>
                    <a:pt x="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5" name="Google Shape;3575;p108"/>
          <p:cNvGrpSpPr/>
          <p:nvPr/>
        </p:nvGrpSpPr>
        <p:grpSpPr>
          <a:xfrm>
            <a:off x="1410261" y="1396242"/>
            <a:ext cx="294893" cy="455834"/>
            <a:chOff x="1475242" y="2619720"/>
            <a:chExt cx="396574" cy="613010"/>
          </a:xfrm>
        </p:grpSpPr>
        <p:sp>
          <p:nvSpPr>
            <p:cNvPr id="3576" name="Google Shape;3576;p108"/>
            <p:cNvSpPr/>
            <p:nvPr/>
          </p:nvSpPr>
          <p:spPr>
            <a:xfrm>
              <a:off x="1485262" y="3134700"/>
              <a:ext cx="373343" cy="98030"/>
            </a:xfrm>
            <a:custGeom>
              <a:avLst/>
              <a:gdLst/>
              <a:ahLst/>
              <a:cxnLst/>
              <a:rect l="l" t="t" r="r" b="b"/>
              <a:pathLst>
                <a:path w="17774" h="4667" extrusionOk="0">
                  <a:moveTo>
                    <a:pt x="1174" y="1"/>
                  </a:moveTo>
                  <a:cubicBezTo>
                    <a:pt x="468" y="2"/>
                    <a:pt x="0" y="731"/>
                    <a:pt x="293" y="1373"/>
                  </a:cubicBezTo>
                  <a:lnTo>
                    <a:pt x="319" y="1430"/>
                  </a:lnTo>
                  <a:lnTo>
                    <a:pt x="2421" y="4666"/>
                  </a:lnTo>
                  <a:lnTo>
                    <a:pt x="15508" y="4666"/>
                  </a:lnTo>
                  <a:lnTo>
                    <a:pt x="17610" y="1430"/>
                  </a:lnTo>
                  <a:lnTo>
                    <a:pt x="17636" y="1373"/>
                  </a:lnTo>
                  <a:cubicBezTo>
                    <a:pt x="17774" y="1073"/>
                    <a:pt x="17749" y="724"/>
                    <a:pt x="17569" y="447"/>
                  </a:cubicBezTo>
                  <a:lnTo>
                    <a:pt x="17568" y="447"/>
                  </a:lnTo>
                  <a:cubicBezTo>
                    <a:pt x="17390" y="169"/>
                    <a:pt x="17082" y="1"/>
                    <a:pt x="167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108"/>
            <p:cNvSpPr/>
            <p:nvPr/>
          </p:nvSpPr>
          <p:spPr>
            <a:xfrm>
              <a:off x="1673488" y="3134700"/>
              <a:ext cx="185096" cy="98030"/>
            </a:xfrm>
            <a:custGeom>
              <a:avLst/>
              <a:gdLst/>
              <a:ahLst/>
              <a:cxnLst/>
              <a:rect l="l" t="t" r="r" b="b"/>
              <a:pathLst>
                <a:path w="8812" h="4667" extrusionOk="0">
                  <a:moveTo>
                    <a:pt x="1" y="1"/>
                  </a:moveTo>
                  <a:lnTo>
                    <a:pt x="1" y="4666"/>
                  </a:lnTo>
                  <a:lnTo>
                    <a:pt x="6545" y="4666"/>
                  </a:lnTo>
                  <a:lnTo>
                    <a:pt x="8646" y="1430"/>
                  </a:lnTo>
                  <a:lnTo>
                    <a:pt x="8672" y="1373"/>
                  </a:lnTo>
                  <a:cubicBezTo>
                    <a:pt x="8811" y="1073"/>
                    <a:pt x="8785" y="724"/>
                    <a:pt x="8607" y="447"/>
                  </a:cubicBezTo>
                  <a:cubicBezTo>
                    <a:pt x="8429" y="169"/>
                    <a:pt x="8121" y="1"/>
                    <a:pt x="77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108"/>
            <p:cNvSpPr/>
            <p:nvPr/>
          </p:nvSpPr>
          <p:spPr>
            <a:xfrm>
              <a:off x="1475242" y="2630622"/>
              <a:ext cx="396574" cy="551024"/>
            </a:xfrm>
            <a:custGeom>
              <a:avLst/>
              <a:gdLst/>
              <a:ahLst/>
              <a:cxnLst/>
              <a:rect l="l" t="t" r="r" b="b"/>
              <a:pathLst>
                <a:path w="18880" h="26233" extrusionOk="0">
                  <a:moveTo>
                    <a:pt x="3151" y="0"/>
                  </a:moveTo>
                  <a:lnTo>
                    <a:pt x="702" y="4141"/>
                  </a:lnTo>
                  <a:cubicBezTo>
                    <a:pt x="242" y="4918"/>
                    <a:pt x="0" y="5802"/>
                    <a:pt x="0" y="6705"/>
                  </a:cubicBezTo>
                  <a:lnTo>
                    <a:pt x="0" y="26232"/>
                  </a:lnTo>
                  <a:lnTo>
                    <a:pt x="18880" y="26232"/>
                  </a:lnTo>
                  <a:lnTo>
                    <a:pt x="18880" y="6705"/>
                  </a:lnTo>
                  <a:cubicBezTo>
                    <a:pt x="18880" y="5802"/>
                    <a:pt x="18638" y="4918"/>
                    <a:pt x="18178" y="4141"/>
                  </a:cubicBezTo>
                  <a:lnTo>
                    <a:pt x="1573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108"/>
            <p:cNvSpPr/>
            <p:nvPr/>
          </p:nvSpPr>
          <p:spPr>
            <a:xfrm>
              <a:off x="1673530" y="2630622"/>
              <a:ext cx="198287" cy="551024"/>
            </a:xfrm>
            <a:custGeom>
              <a:avLst/>
              <a:gdLst/>
              <a:ahLst/>
              <a:cxnLst/>
              <a:rect l="l" t="t" r="r" b="b"/>
              <a:pathLst>
                <a:path w="9440" h="26233" extrusionOk="0">
                  <a:moveTo>
                    <a:pt x="0" y="0"/>
                  </a:moveTo>
                  <a:lnTo>
                    <a:pt x="0" y="26232"/>
                  </a:lnTo>
                  <a:lnTo>
                    <a:pt x="9440" y="26232"/>
                  </a:lnTo>
                  <a:lnTo>
                    <a:pt x="9440" y="6705"/>
                  </a:lnTo>
                  <a:cubicBezTo>
                    <a:pt x="9440" y="5802"/>
                    <a:pt x="9198" y="4918"/>
                    <a:pt x="8738" y="4141"/>
                  </a:cubicBezTo>
                  <a:lnTo>
                    <a:pt x="629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108"/>
            <p:cNvSpPr/>
            <p:nvPr/>
          </p:nvSpPr>
          <p:spPr>
            <a:xfrm>
              <a:off x="1493160" y="2619720"/>
              <a:ext cx="360698" cy="35919"/>
            </a:xfrm>
            <a:custGeom>
              <a:avLst/>
              <a:gdLst/>
              <a:ahLst/>
              <a:cxnLst/>
              <a:rect l="l" t="t" r="r" b="b"/>
              <a:pathLst>
                <a:path w="17172" h="1710" extrusionOk="0">
                  <a:moveTo>
                    <a:pt x="1" y="0"/>
                  </a:moveTo>
                  <a:lnTo>
                    <a:pt x="1" y="1709"/>
                  </a:lnTo>
                  <a:lnTo>
                    <a:pt x="17172" y="1709"/>
                  </a:lnTo>
                  <a:lnTo>
                    <a:pt x="1717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108"/>
            <p:cNvSpPr/>
            <p:nvPr/>
          </p:nvSpPr>
          <p:spPr>
            <a:xfrm>
              <a:off x="1768115" y="2729471"/>
              <a:ext cx="103534" cy="35919"/>
            </a:xfrm>
            <a:custGeom>
              <a:avLst/>
              <a:gdLst/>
              <a:ahLst/>
              <a:cxnLst/>
              <a:rect l="l" t="t" r="r" b="b"/>
              <a:pathLst>
                <a:path w="4929" h="1710" extrusionOk="0">
                  <a:moveTo>
                    <a:pt x="0" y="0"/>
                  </a:moveTo>
                  <a:lnTo>
                    <a:pt x="0" y="1709"/>
                  </a:lnTo>
                  <a:lnTo>
                    <a:pt x="4928" y="1709"/>
                  </a:lnTo>
                  <a:cubicBezTo>
                    <a:pt x="4893" y="1121"/>
                    <a:pt x="4757" y="541"/>
                    <a:pt x="45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108"/>
            <p:cNvSpPr/>
            <p:nvPr/>
          </p:nvSpPr>
          <p:spPr>
            <a:xfrm>
              <a:off x="1673530" y="2619720"/>
              <a:ext cx="180328" cy="35919"/>
            </a:xfrm>
            <a:custGeom>
              <a:avLst/>
              <a:gdLst/>
              <a:ahLst/>
              <a:cxnLst/>
              <a:rect l="l" t="t" r="r" b="b"/>
              <a:pathLst>
                <a:path w="8585" h="1710" extrusionOk="0">
                  <a:moveTo>
                    <a:pt x="0" y="0"/>
                  </a:moveTo>
                  <a:lnTo>
                    <a:pt x="0" y="1709"/>
                  </a:lnTo>
                  <a:lnTo>
                    <a:pt x="8585" y="1709"/>
                  </a:lnTo>
                  <a:lnTo>
                    <a:pt x="858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108"/>
            <p:cNvSpPr/>
            <p:nvPr/>
          </p:nvSpPr>
          <p:spPr>
            <a:xfrm>
              <a:off x="1597996" y="2760181"/>
              <a:ext cx="151068" cy="421465"/>
            </a:xfrm>
            <a:custGeom>
              <a:avLst/>
              <a:gdLst/>
              <a:ahLst/>
              <a:cxnLst/>
              <a:rect l="l" t="t" r="r" b="b"/>
              <a:pathLst>
                <a:path w="7192" h="20065" extrusionOk="0">
                  <a:moveTo>
                    <a:pt x="4" y="1"/>
                  </a:moveTo>
                  <a:lnTo>
                    <a:pt x="4" y="1273"/>
                  </a:lnTo>
                  <a:cubicBezTo>
                    <a:pt x="0" y="4578"/>
                    <a:pt x="1009" y="7804"/>
                    <a:pt x="2893" y="10519"/>
                  </a:cubicBezTo>
                  <a:cubicBezTo>
                    <a:pt x="4579" y="12946"/>
                    <a:pt x="5482" y="15834"/>
                    <a:pt x="5477" y="18790"/>
                  </a:cubicBezTo>
                  <a:lnTo>
                    <a:pt x="5477" y="20064"/>
                  </a:lnTo>
                  <a:lnTo>
                    <a:pt x="7188" y="20064"/>
                  </a:lnTo>
                  <a:lnTo>
                    <a:pt x="7188" y="18790"/>
                  </a:lnTo>
                  <a:cubicBezTo>
                    <a:pt x="7192" y="15486"/>
                    <a:pt x="6183" y="12259"/>
                    <a:pt x="4299" y="9546"/>
                  </a:cubicBezTo>
                  <a:cubicBezTo>
                    <a:pt x="2613" y="7117"/>
                    <a:pt x="1710" y="4230"/>
                    <a:pt x="1715" y="1273"/>
                  </a:cubicBezTo>
                  <a:lnTo>
                    <a:pt x="171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108"/>
            <p:cNvSpPr/>
            <p:nvPr/>
          </p:nvSpPr>
          <p:spPr>
            <a:xfrm>
              <a:off x="1673530" y="2937127"/>
              <a:ext cx="75534" cy="244519"/>
            </a:xfrm>
            <a:custGeom>
              <a:avLst/>
              <a:gdLst/>
              <a:ahLst/>
              <a:cxnLst/>
              <a:rect l="l" t="t" r="r" b="b"/>
              <a:pathLst>
                <a:path w="3596" h="11641" extrusionOk="0">
                  <a:moveTo>
                    <a:pt x="0" y="0"/>
                  </a:moveTo>
                  <a:lnTo>
                    <a:pt x="0" y="3215"/>
                  </a:lnTo>
                  <a:cubicBezTo>
                    <a:pt x="1236" y="5395"/>
                    <a:pt x="1884" y="7860"/>
                    <a:pt x="1881" y="10366"/>
                  </a:cubicBezTo>
                  <a:lnTo>
                    <a:pt x="1881" y="11640"/>
                  </a:lnTo>
                  <a:lnTo>
                    <a:pt x="3590" y="11640"/>
                  </a:lnTo>
                  <a:lnTo>
                    <a:pt x="3590" y="10366"/>
                  </a:lnTo>
                  <a:cubicBezTo>
                    <a:pt x="3596" y="7062"/>
                    <a:pt x="2587" y="3835"/>
                    <a:pt x="703" y="1122"/>
                  </a:cubicBezTo>
                  <a:cubicBezTo>
                    <a:pt x="451" y="757"/>
                    <a:pt x="216" y="383"/>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108"/>
            <p:cNvSpPr/>
            <p:nvPr/>
          </p:nvSpPr>
          <p:spPr>
            <a:xfrm>
              <a:off x="1475411" y="2729471"/>
              <a:ext cx="256786" cy="35919"/>
            </a:xfrm>
            <a:custGeom>
              <a:avLst/>
              <a:gdLst/>
              <a:ahLst/>
              <a:cxnLst/>
              <a:rect l="l" t="t" r="r" b="b"/>
              <a:pathLst>
                <a:path w="12225" h="1710" extrusionOk="0">
                  <a:moveTo>
                    <a:pt x="407" y="0"/>
                  </a:moveTo>
                  <a:cubicBezTo>
                    <a:pt x="172" y="541"/>
                    <a:pt x="34" y="1121"/>
                    <a:pt x="1" y="1709"/>
                  </a:cubicBezTo>
                  <a:lnTo>
                    <a:pt x="12225" y="1709"/>
                  </a:lnTo>
                  <a:lnTo>
                    <a:pt x="1222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108"/>
            <p:cNvSpPr/>
            <p:nvPr/>
          </p:nvSpPr>
          <p:spPr>
            <a:xfrm>
              <a:off x="1673530" y="2729471"/>
              <a:ext cx="58667" cy="35919"/>
            </a:xfrm>
            <a:custGeom>
              <a:avLst/>
              <a:gdLst/>
              <a:ahLst/>
              <a:cxnLst/>
              <a:rect l="l" t="t" r="r" b="b"/>
              <a:pathLst>
                <a:path w="2793" h="1710" extrusionOk="0">
                  <a:moveTo>
                    <a:pt x="0" y="0"/>
                  </a:moveTo>
                  <a:lnTo>
                    <a:pt x="0" y="1709"/>
                  </a:lnTo>
                  <a:lnTo>
                    <a:pt x="2793" y="1709"/>
                  </a:lnTo>
                  <a:lnTo>
                    <a:pt x="279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7" name="Google Shape;3587;p108"/>
          <p:cNvGrpSpPr/>
          <p:nvPr/>
        </p:nvGrpSpPr>
        <p:grpSpPr>
          <a:xfrm>
            <a:off x="6088146" y="2925441"/>
            <a:ext cx="455834" cy="296377"/>
            <a:chOff x="2074221" y="2790596"/>
            <a:chExt cx="613010" cy="398570"/>
          </a:xfrm>
        </p:grpSpPr>
        <p:sp>
          <p:nvSpPr>
            <p:cNvPr id="3588" name="Google Shape;3588;p108"/>
            <p:cNvSpPr/>
            <p:nvPr/>
          </p:nvSpPr>
          <p:spPr>
            <a:xfrm>
              <a:off x="2176431" y="2831303"/>
              <a:ext cx="510800" cy="357862"/>
            </a:xfrm>
            <a:custGeom>
              <a:avLst/>
              <a:gdLst/>
              <a:ahLst/>
              <a:cxnLst/>
              <a:rect l="l" t="t" r="r" b="b"/>
              <a:pathLst>
                <a:path w="24318" h="17037" extrusionOk="0">
                  <a:moveTo>
                    <a:pt x="11820" y="0"/>
                  </a:moveTo>
                  <a:cubicBezTo>
                    <a:pt x="5302" y="0"/>
                    <a:pt x="0" y="5304"/>
                    <a:pt x="0" y="11820"/>
                  </a:cubicBezTo>
                  <a:lnTo>
                    <a:pt x="0" y="16588"/>
                  </a:lnTo>
                  <a:lnTo>
                    <a:pt x="19867" y="17036"/>
                  </a:lnTo>
                  <a:lnTo>
                    <a:pt x="19887" y="17036"/>
                  </a:lnTo>
                  <a:cubicBezTo>
                    <a:pt x="22329" y="17036"/>
                    <a:pt x="24318" y="15049"/>
                    <a:pt x="24318" y="12606"/>
                  </a:cubicBezTo>
                  <a:lnTo>
                    <a:pt x="24318" y="12159"/>
                  </a:lnTo>
                  <a:cubicBezTo>
                    <a:pt x="24318" y="8911"/>
                    <a:pt x="23053" y="5859"/>
                    <a:pt x="20755" y="3561"/>
                  </a:cubicBezTo>
                  <a:cubicBezTo>
                    <a:pt x="18461" y="1266"/>
                    <a:pt x="15406" y="0"/>
                    <a:pt x="121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108"/>
            <p:cNvSpPr/>
            <p:nvPr/>
          </p:nvSpPr>
          <p:spPr>
            <a:xfrm>
              <a:off x="2086068" y="2790596"/>
              <a:ext cx="539829" cy="368365"/>
            </a:xfrm>
            <a:custGeom>
              <a:avLst/>
              <a:gdLst/>
              <a:ahLst/>
              <a:cxnLst/>
              <a:rect l="l" t="t" r="r" b="b"/>
              <a:pathLst>
                <a:path w="25700" h="17537" extrusionOk="0">
                  <a:moveTo>
                    <a:pt x="12849" y="1"/>
                  </a:moveTo>
                  <a:cubicBezTo>
                    <a:pt x="11485" y="1"/>
                    <a:pt x="10277" y="563"/>
                    <a:pt x="9211" y="1060"/>
                  </a:cubicBezTo>
                  <a:cubicBezTo>
                    <a:pt x="8855" y="1225"/>
                    <a:pt x="8518" y="1382"/>
                    <a:pt x="8185" y="1517"/>
                  </a:cubicBezTo>
                  <a:cubicBezTo>
                    <a:pt x="7839" y="1656"/>
                    <a:pt x="7479" y="1779"/>
                    <a:pt x="7098" y="1911"/>
                  </a:cubicBezTo>
                  <a:cubicBezTo>
                    <a:pt x="5924" y="2317"/>
                    <a:pt x="4710" y="2737"/>
                    <a:pt x="3775" y="3643"/>
                  </a:cubicBezTo>
                  <a:cubicBezTo>
                    <a:pt x="2836" y="4553"/>
                    <a:pt x="2399" y="5734"/>
                    <a:pt x="1979" y="6876"/>
                  </a:cubicBezTo>
                  <a:cubicBezTo>
                    <a:pt x="1843" y="7245"/>
                    <a:pt x="1715" y="7591"/>
                    <a:pt x="1572" y="7927"/>
                  </a:cubicBezTo>
                  <a:cubicBezTo>
                    <a:pt x="1434" y="8247"/>
                    <a:pt x="1273" y="8572"/>
                    <a:pt x="1102" y="8917"/>
                  </a:cubicBezTo>
                  <a:cubicBezTo>
                    <a:pt x="586" y="9956"/>
                    <a:pt x="1" y="11133"/>
                    <a:pt x="1" y="12472"/>
                  </a:cubicBezTo>
                  <a:cubicBezTo>
                    <a:pt x="1" y="13812"/>
                    <a:pt x="586" y="14988"/>
                    <a:pt x="1102" y="16026"/>
                  </a:cubicBezTo>
                  <a:cubicBezTo>
                    <a:pt x="1273" y="16371"/>
                    <a:pt x="1434" y="16697"/>
                    <a:pt x="1572" y="17018"/>
                  </a:cubicBezTo>
                  <a:lnTo>
                    <a:pt x="1793" y="17536"/>
                  </a:lnTo>
                  <a:lnTo>
                    <a:pt x="23735" y="17536"/>
                  </a:lnTo>
                  <a:cubicBezTo>
                    <a:pt x="23735" y="17536"/>
                    <a:pt x="24427" y="16371"/>
                    <a:pt x="24598" y="16026"/>
                  </a:cubicBezTo>
                  <a:cubicBezTo>
                    <a:pt x="25114" y="14988"/>
                    <a:pt x="25699" y="13812"/>
                    <a:pt x="25699" y="12472"/>
                  </a:cubicBezTo>
                  <a:cubicBezTo>
                    <a:pt x="25699" y="11133"/>
                    <a:pt x="25114" y="9956"/>
                    <a:pt x="24598" y="8917"/>
                  </a:cubicBezTo>
                  <a:lnTo>
                    <a:pt x="24599" y="8917"/>
                  </a:lnTo>
                  <a:cubicBezTo>
                    <a:pt x="24427" y="8574"/>
                    <a:pt x="24266" y="8247"/>
                    <a:pt x="24128" y="7927"/>
                  </a:cubicBezTo>
                  <a:cubicBezTo>
                    <a:pt x="23985" y="7592"/>
                    <a:pt x="23856" y="7245"/>
                    <a:pt x="23721" y="6876"/>
                  </a:cubicBezTo>
                  <a:cubicBezTo>
                    <a:pt x="23299" y="5734"/>
                    <a:pt x="22864" y="4553"/>
                    <a:pt x="21925" y="3643"/>
                  </a:cubicBezTo>
                  <a:cubicBezTo>
                    <a:pt x="20990" y="2737"/>
                    <a:pt x="19776" y="2317"/>
                    <a:pt x="18602" y="1911"/>
                  </a:cubicBezTo>
                  <a:cubicBezTo>
                    <a:pt x="18221" y="1779"/>
                    <a:pt x="17861" y="1656"/>
                    <a:pt x="17515" y="1517"/>
                  </a:cubicBezTo>
                  <a:cubicBezTo>
                    <a:pt x="17181" y="1382"/>
                    <a:pt x="16845" y="1227"/>
                    <a:pt x="16489" y="1060"/>
                  </a:cubicBezTo>
                  <a:cubicBezTo>
                    <a:pt x="15423" y="563"/>
                    <a:pt x="14215" y="1"/>
                    <a:pt x="1284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108"/>
            <p:cNvSpPr/>
            <p:nvPr/>
          </p:nvSpPr>
          <p:spPr>
            <a:xfrm>
              <a:off x="2355961" y="2790596"/>
              <a:ext cx="269893" cy="368365"/>
            </a:xfrm>
            <a:custGeom>
              <a:avLst/>
              <a:gdLst/>
              <a:ahLst/>
              <a:cxnLst/>
              <a:rect l="l" t="t" r="r" b="b"/>
              <a:pathLst>
                <a:path w="12849" h="17537" extrusionOk="0">
                  <a:moveTo>
                    <a:pt x="0" y="1"/>
                  </a:moveTo>
                  <a:lnTo>
                    <a:pt x="0" y="17536"/>
                  </a:lnTo>
                  <a:lnTo>
                    <a:pt x="10886" y="17536"/>
                  </a:lnTo>
                  <a:cubicBezTo>
                    <a:pt x="10886" y="17536"/>
                    <a:pt x="11578" y="16371"/>
                    <a:pt x="11749" y="16026"/>
                  </a:cubicBezTo>
                  <a:cubicBezTo>
                    <a:pt x="12265" y="14987"/>
                    <a:pt x="12849" y="13810"/>
                    <a:pt x="12849" y="12472"/>
                  </a:cubicBezTo>
                  <a:cubicBezTo>
                    <a:pt x="12849" y="11133"/>
                    <a:pt x="12265" y="9956"/>
                    <a:pt x="11749" y="8917"/>
                  </a:cubicBezTo>
                  <a:lnTo>
                    <a:pt x="11750" y="8917"/>
                  </a:lnTo>
                  <a:cubicBezTo>
                    <a:pt x="11578" y="8574"/>
                    <a:pt x="11417" y="8247"/>
                    <a:pt x="11279" y="7927"/>
                  </a:cubicBezTo>
                  <a:cubicBezTo>
                    <a:pt x="11136" y="7592"/>
                    <a:pt x="11007" y="7245"/>
                    <a:pt x="10872" y="6876"/>
                  </a:cubicBezTo>
                  <a:cubicBezTo>
                    <a:pt x="10450" y="5734"/>
                    <a:pt x="10015" y="4553"/>
                    <a:pt x="9076" y="3643"/>
                  </a:cubicBezTo>
                  <a:cubicBezTo>
                    <a:pt x="8141" y="2737"/>
                    <a:pt x="6927" y="2317"/>
                    <a:pt x="5753" y="1911"/>
                  </a:cubicBezTo>
                  <a:cubicBezTo>
                    <a:pt x="5372" y="1779"/>
                    <a:pt x="5012" y="1656"/>
                    <a:pt x="4666" y="1517"/>
                  </a:cubicBezTo>
                  <a:cubicBezTo>
                    <a:pt x="4332" y="1382"/>
                    <a:pt x="3996" y="1227"/>
                    <a:pt x="3640" y="1060"/>
                  </a:cubicBezTo>
                  <a:cubicBezTo>
                    <a:pt x="2574" y="563"/>
                    <a:pt x="1366"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108"/>
            <p:cNvSpPr/>
            <p:nvPr/>
          </p:nvSpPr>
          <p:spPr>
            <a:xfrm>
              <a:off x="2074221" y="2868860"/>
              <a:ext cx="510779" cy="320305"/>
            </a:xfrm>
            <a:custGeom>
              <a:avLst/>
              <a:gdLst/>
              <a:ahLst/>
              <a:cxnLst/>
              <a:rect l="l" t="t" r="r" b="b"/>
              <a:pathLst>
                <a:path w="24317" h="15249" extrusionOk="0">
                  <a:moveTo>
                    <a:pt x="12158" y="1"/>
                  </a:moveTo>
                  <a:cubicBezTo>
                    <a:pt x="5455" y="1"/>
                    <a:pt x="1" y="5455"/>
                    <a:pt x="1" y="12158"/>
                  </a:cubicBezTo>
                  <a:lnTo>
                    <a:pt x="1" y="15248"/>
                  </a:lnTo>
                  <a:lnTo>
                    <a:pt x="24317" y="15248"/>
                  </a:lnTo>
                  <a:lnTo>
                    <a:pt x="24317" y="12158"/>
                  </a:lnTo>
                  <a:cubicBezTo>
                    <a:pt x="24317" y="5455"/>
                    <a:pt x="18863" y="1"/>
                    <a:pt x="1215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108"/>
            <p:cNvSpPr/>
            <p:nvPr/>
          </p:nvSpPr>
          <p:spPr>
            <a:xfrm>
              <a:off x="2329621" y="2868860"/>
              <a:ext cx="255379" cy="320305"/>
            </a:xfrm>
            <a:custGeom>
              <a:avLst/>
              <a:gdLst/>
              <a:ahLst/>
              <a:cxnLst/>
              <a:rect l="l" t="t" r="r" b="b"/>
              <a:pathLst>
                <a:path w="12158" h="15249" extrusionOk="0">
                  <a:moveTo>
                    <a:pt x="1" y="1"/>
                  </a:moveTo>
                  <a:lnTo>
                    <a:pt x="1" y="15248"/>
                  </a:lnTo>
                  <a:lnTo>
                    <a:pt x="12158" y="15248"/>
                  </a:lnTo>
                  <a:lnTo>
                    <a:pt x="12158" y="12158"/>
                  </a:lnTo>
                  <a:cubicBezTo>
                    <a:pt x="12158" y="5455"/>
                    <a:pt x="6704"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108"/>
            <p:cNvSpPr/>
            <p:nvPr/>
          </p:nvSpPr>
          <p:spPr>
            <a:xfrm>
              <a:off x="2214660" y="3042971"/>
              <a:ext cx="35940" cy="35919"/>
            </a:xfrm>
            <a:custGeom>
              <a:avLst/>
              <a:gdLst/>
              <a:ahLst/>
              <a:cxnLst/>
              <a:rect l="l" t="t" r="r" b="b"/>
              <a:pathLst>
                <a:path w="1711" h="1710" extrusionOk="0">
                  <a:moveTo>
                    <a:pt x="1" y="1"/>
                  </a:moveTo>
                  <a:lnTo>
                    <a:pt x="1" y="1710"/>
                  </a:lnTo>
                  <a:lnTo>
                    <a:pt x="1711" y="1710"/>
                  </a:lnTo>
                  <a:lnTo>
                    <a:pt x="171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108"/>
            <p:cNvSpPr/>
            <p:nvPr/>
          </p:nvSpPr>
          <p:spPr>
            <a:xfrm>
              <a:off x="2408621" y="3042971"/>
              <a:ext cx="35919" cy="35919"/>
            </a:xfrm>
            <a:custGeom>
              <a:avLst/>
              <a:gdLst/>
              <a:ahLst/>
              <a:cxnLst/>
              <a:rect l="l" t="t" r="r" b="b"/>
              <a:pathLst>
                <a:path w="1710" h="1710" extrusionOk="0">
                  <a:moveTo>
                    <a:pt x="1" y="1"/>
                  </a:moveTo>
                  <a:lnTo>
                    <a:pt x="1" y="1710"/>
                  </a:lnTo>
                  <a:lnTo>
                    <a:pt x="1709" y="1710"/>
                  </a:lnTo>
                  <a:lnTo>
                    <a:pt x="170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108"/>
            <p:cNvSpPr/>
            <p:nvPr/>
          </p:nvSpPr>
          <p:spPr>
            <a:xfrm>
              <a:off x="2311620" y="2979116"/>
              <a:ext cx="35961" cy="35940"/>
            </a:xfrm>
            <a:custGeom>
              <a:avLst/>
              <a:gdLst/>
              <a:ahLst/>
              <a:cxnLst/>
              <a:rect l="l" t="t" r="r" b="b"/>
              <a:pathLst>
                <a:path w="1712" h="1711" extrusionOk="0">
                  <a:moveTo>
                    <a:pt x="1" y="0"/>
                  </a:moveTo>
                  <a:lnTo>
                    <a:pt x="1" y="1710"/>
                  </a:lnTo>
                  <a:lnTo>
                    <a:pt x="1711" y="1710"/>
                  </a:lnTo>
                  <a:lnTo>
                    <a:pt x="171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108"/>
            <p:cNvSpPr/>
            <p:nvPr/>
          </p:nvSpPr>
          <p:spPr>
            <a:xfrm>
              <a:off x="2329600" y="2979116"/>
              <a:ext cx="17980" cy="35940"/>
            </a:xfrm>
            <a:custGeom>
              <a:avLst/>
              <a:gdLst/>
              <a:ahLst/>
              <a:cxnLst/>
              <a:rect l="l" t="t" r="r" b="b"/>
              <a:pathLst>
                <a:path w="856" h="1711" extrusionOk="0">
                  <a:moveTo>
                    <a:pt x="0" y="0"/>
                  </a:moveTo>
                  <a:lnTo>
                    <a:pt x="0" y="1710"/>
                  </a:lnTo>
                  <a:lnTo>
                    <a:pt x="855" y="1710"/>
                  </a:lnTo>
                  <a:lnTo>
                    <a:pt x="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7" name="Google Shape;3597;p108"/>
          <p:cNvGrpSpPr/>
          <p:nvPr/>
        </p:nvGrpSpPr>
        <p:grpSpPr>
          <a:xfrm>
            <a:off x="6804534" y="2899099"/>
            <a:ext cx="455881" cy="349061"/>
            <a:chOff x="2892954" y="2755959"/>
            <a:chExt cx="613073" cy="469420"/>
          </a:xfrm>
        </p:grpSpPr>
        <p:sp>
          <p:nvSpPr>
            <p:cNvPr id="3598" name="Google Shape;3598;p108"/>
            <p:cNvSpPr/>
            <p:nvPr/>
          </p:nvSpPr>
          <p:spPr>
            <a:xfrm>
              <a:off x="2892954" y="2933850"/>
              <a:ext cx="613010" cy="291528"/>
            </a:xfrm>
            <a:custGeom>
              <a:avLst/>
              <a:gdLst/>
              <a:ahLst/>
              <a:cxnLst/>
              <a:rect l="l" t="t" r="r" b="b"/>
              <a:pathLst>
                <a:path w="29184" h="13879" extrusionOk="0">
                  <a:moveTo>
                    <a:pt x="970" y="1"/>
                  </a:moveTo>
                  <a:cubicBezTo>
                    <a:pt x="439" y="1"/>
                    <a:pt x="1" y="431"/>
                    <a:pt x="2" y="969"/>
                  </a:cubicBezTo>
                  <a:lnTo>
                    <a:pt x="2" y="4573"/>
                  </a:lnTo>
                  <a:cubicBezTo>
                    <a:pt x="2" y="9703"/>
                    <a:pt x="4176" y="13879"/>
                    <a:pt x="9309" y="13879"/>
                  </a:cubicBezTo>
                  <a:lnTo>
                    <a:pt x="21673" y="13879"/>
                  </a:lnTo>
                  <a:cubicBezTo>
                    <a:pt x="25816" y="13879"/>
                    <a:pt x="29184" y="10509"/>
                    <a:pt x="29184" y="6368"/>
                  </a:cubicBezTo>
                  <a:lnTo>
                    <a:pt x="29184" y="2751"/>
                  </a:lnTo>
                  <a:cubicBezTo>
                    <a:pt x="29184" y="2241"/>
                    <a:pt x="28788" y="1819"/>
                    <a:pt x="28278" y="1784"/>
                  </a:cubicBezTo>
                  <a:lnTo>
                    <a:pt x="28279" y="1784"/>
                  </a:lnTo>
                  <a:lnTo>
                    <a:pt x="1034" y="3"/>
                  </a:lnTo>
                  <a:cubicBezTo>
                    <a:pt x="1013" y="1"/>
                    <a:pt x="991" y="1"/>
                    <a:pt x="97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108"/>
            <p:cNvSpPr/>
            <p:nvPr/>
          </p:nvSpPr>
          <p:spPr>
            <a:xfrm>
              <a:off x="3199165" y="2952523"/>
              <a:ext cx="306841" cy="272855"/>
            </a:xfrm>
            <a:custGeom>
              <a:avLst/>
              <a:gdLst/>
              <a:ahLst/>
              <a:cxnLst/>
              <a:rect l="l" t="t" r="r" b="b"/>
              <a:pathLst>
                <a:path w="14608" h="12990" extrusionOk="0">
                  <a:moveTo>
                    <a:pt x="1" y="1"/>
                  </a:moveTo>
                  <a:lnTo>
                    <a:pt x="1" y="12990"/>
                  </a:lnTo>
                  <a:lnTo>
                    <a:pt x="7097" y="12990"/>
                  </a:lnTo>
                  <a:cubicBezTo>
                    <a:pt x="11238" y="12990"/>
                    <a:pt x="14607" y="9620"/>
                    <a:pt x="14607" y="5479"/>
                  </a:cubicBezTo>
                  <a:lnTo>
                    <a:pt x="14607" y="1862"/>
                  </a:lnTo>
                  <a:cubicBezTo>
                    <a:pt x="14606" y="1352"/>
                    <a:pt x="14210" y="930"/>
                    <a:pt x="13701" y="895"/>
                  </a:cubicBezTo>
                  <a:lnTo>
                    <a:pt x="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108"/>
            <p:cNvSpPr/>
            <p:nvPr/>
          </p:nvSpPr>
          <p:spPr>
            <a:xfrm>
              <a:off x="2910955" y="2773939"/>
              <a:ext cx="577091" cy="355279"/>
            </a:xfrm>
            <a:custGeom>
              <a:avLst/>
              <a:gdLst/>
              <a:ahLst/>
              <a:cxnLst/>
              <a:rect l="l" t="t" r="r" b="b"/>
              <a:pathLst>
                <a:path w="27474" h="16914" extrusionOk="0">
                  <a:moveTo>
                    <a:pt x="10779" y="0"/>
                  </a:moveTo>
                  <a:cubicBezTo>
                    <a:pt x="10751" y="0"/>
                    <a:pt x="10723" y="0"/>
                    <a:pt x="10695" y="1"/>
                  </a:cubicBezTo>
                  <a:lnTo>
                    <a:pt x="8420" y="9"/>
                  </a:lnTo>
                  <a:cubicBezTo>
                    <a:pt x="3764" y="28"/>
                    <a:pt x="0" y="3807"/>
                    <a:pt x="0" y="8462"/>
                  </a:cubicBezTo>
                  <a:cubicBezTo>
                    <a:pt x="0" y="13129"/>
                    <a:pt x="3785" y="16913"/>
                    <a:pt x="8453" y="16913"/>
                  </a:cubicBezTo>
                  <a:lnTo>
                    <a:pt x="20818" y="16913"/>
                  </a:lnTo>
                  <a:cubicBezTo>
                    <a:pt x="24493" y="16913"/>
                    <a:pt x="27473" y="13934"/>
                    <a:pt x="27473" y="10258"/>
                  </a:cubicBezTo>
                  <a:lnTo>
                    <a:pt x="27473" y="10226"/>
                  </a:lnTo>
                  <a:cubicBezTo>
                    <a:pt x="27473" y="6550"/>
                    <a:pt x="24493" y="3571"/>
                    <a:pt x="20818" y="3571"/>
                  </a:cubicBezTo>
                  <a:lnTo>
                    <a:pt x="20818" y="3569"/>
                  </a:lnTo>
                  <a:lnTo>
                    <a:pt x="15732" y="3569"/>
                  </a:lnTo>
                  <a:cubicBezTo>
                    <a:pt x="15020" y="1435"/>
                    <a:pt x="13024" y="0"/>
                    <a:pt x="107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108"/>
            <p:cNvSpPr/>
            <p:nvPr/>
          </p:nvSpPr>
          <p:spPr>
            <a:xfrm>
              <a:off x="3199165" y="2793032"/>
              <a:ext cx="288882" cy="336185"/>
            </a:xfrm>
            <a:custGeom>
              <a:avLst/>
              <a:gdLst/>
              <a:ahLst/>
              <a:cxnLst/>
              <a:rect l="l" t="t" r="r" b="b"/>
              <a:pathLst>
                <a:path w="13753" h="16005" extrusionOk="0">
                  <a:moveTo>
                    <a:pt x="1" y="1"/>
                  </a:moveTo>
                  <a:lnTo>
                    <a:pt x="1" y="16004"/>
                  </a:lnTo>
                  <a:lnTo>
                    <a:pt x="7097" y="16004"/>
                  </a:lnTo>
                  <a:cubicBezTo>
                    <a:pt x="10772" y="16004"/>
                    <a:pt x="13752" y="13025"/>
                    <a:pt x="13752" y="9349"/>
                  </a:cubicBezTo>
                  <a:lnTo>
                    <a:pt x="13752" y="9317"/>
                  </a:lnTo>
                  <a:cubicBezTo>
                    <a:pt x="13752" y="5640"/>
                    <a:pt x="10772" y="2660"/>
                    <a:pt x="7097" y="2660"/>
                  </a:cubicBezTo>
                  <a:lnTo>
                    <a:pt x="2011" y="2660"/>
                  </a:lnTo>
                  <a:cubicBezTo>
                    <a:pt x="1650" y="1577"/>
                    <a:pt x="944" y="643"/>
                    <a:pt x="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108"/>
            <p:cNvSpPr/>
            <p:nvPr/>
          </p:nvSpPr>
          <p:spPr>
            <a:xfrm>
              <a:off x="2892996" y="2755959"/>
              <a:ext cx="613031" cy="391218"/>
            </a:xfrm>
            <a:custGeom>
              <a:avLst/>
              <a:gdLst/>
              <a:ahLst/>
              <a:cxnLst/>
              <a:rect l="l" t="t" r="r" b="b"/>
              <a:pathLst>
                <a:path w="29185" h="18625" extrusionOk="0">
                  <a:moveTo>
                    <a:pt x="11646" y="1710"/>
                  </a:moveTo>
                  <a:cubicBezTo>
                    <a:pt x="13522" y="1710"/>
                    <a:pt x="15188" y="2914"/>
                    <a:pt x="15777" y="4696"/>
                  </a:cubicBezTo>
                  <a:lnTo>
                    <a:pt x="15971" y="5280"/>
                  </a:lnTo>
                  <a:lnTo>
                    <a:pt x="21673" y="5280"/>
                  </a:lnTo>
                  <a:cubicBezTo>
                    <a:pt x="24871" y="5280"/>
                    <a:pt x="27473" y="7883"/>
                    <a:pt x="27473" y="11082"/>
                  </a:cubicBezTo>
                  <a:lnTo>
                    <a:pt x="27473" y="11114"/>
                  </a:lnTo>
                  <a:cubicBezTo>
                    <a:pt x="27473" y="14313"/>
                    <a:pt x="24871" y="16914"/>
                    <a:pt x="21673" y="16914"/>
                  </a:cubicBezTo>
                  <a:lnTo>
                    <a:pt x="9308" y="16914"/>
                  </a:lnTo>
                  <a:cubicBezTo>
                    <a:pt x="5118" y="16914"/>
                    <a:pt x="1710" y="13507"/>
                    <a:pt x="1710" y="9317"/>
                  </a:cubicBezTo>
                  <a:cubicBezTo>
                    <a:pt x="1710" y="7293"/>
                    <a:pt x="2497" y="5389"/>
                    <a:pt x="3925" y="3956"/>
                  </a:cubicBezTo>
                  <a:cubicBezTo>
                    <a:pt x="5353" y="2521"/>
                    <a:pt x="7254" y="1728"/>
                    <a:pt x="9278" y="1719"/>
                  </a:cubicBezTo>
                  <a:lnTo>
                    <a:pt x="11555" y="1710"/>
                  </a:lnTo>
                  <a:lnTo>
                    <a:pt x="11636" y="1710"/>
                  </a:lnTo>
                  <a:cubicBezTo>
                    <a:pt x="11639" y="1710"/>
                    <a:pt x="11643" y="1710"/>
                    <a:pt x="11646" y="1710"/>
                  </a:cubicBezTo>
                  <a:close/>
                  <a:moveTo>
                    <a:pt x="11635" y="1"/>
                  </a:moveTo>
                  <a:cubicBezTo>
                    <a:pt x="11605" y="1"/>
                    <a:pt x="11574" y="1"/>
                    <a:pt x="11543" y="2"/>
                  </a:cubicBezTo>
                  <a:lnTo>
                    <a:pt x="9272" y="10"/>
                  </a:lnTo>
                  <a:cubicBezTo>
                    <a:pt x="6792" y="20"/>
                    <a:pt x="4463" y="993"/>
                    <a:pt x="2713" y="2750"/>
                  </a:cubicBezTo>
                  <a:cubicBezTo>
                    <a:pt x="964" y="4505"/>
                    <a:pt x="0" y="6838"/>
                    <a:pt x="0" y="9317"/>
                  </a:cubicBezTo>
                  <a:cubicBezTo>
                    <a:pt x="0" y="14449"/>
                    <a:pt x="4176" y="18625"/>
                    <a:pt x="9308" y="18625"/>
                  </a:cubicBezTo>
                  <a:lnTo>
                    <a:pt x="21673" y="18625"/>
                  </a:lnTo>
                  <a:lnTo>
                    <a:pt x="21674" y="18623"/>
                  </a:lnTo>
                  <a:cubicBezTo>
                    <a:pt x="25815" y="18623"/>
                    <a:pt x="29185" y="15255"/>
                    <a:pt x="29185" y="11112"/>
                  </a:cubicBezTo>
                  <a:lnTo>
                    <a:pt x="29185" y="11081"/>
                  </a:lnTo>
                  <a:cubicBezTo>
                    <a:pt x="29185" y="6940"/>
                    <a:pt x="25815" y="3570"/>
                    <a:pt x="21674" y="3570"/>
                  </a:cubicBezTo>
                  <a:lnTo>
                    <a:pt x="17171" y="3570"/>
                  </a:lnTo>
                  <a:cubicBezTo>
                    <a:pt x="16193" y="1403"/>
                    <a:pt x="14049" y="1"/>
                    <a:pt x="1163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108"/>
            <p:cNvSpPr/>
            <p:nvPr/>
          </p:nvSpPr>
          <p:spPr>
            <a:xfrm>
              <a:off x="3015518" y="2870184"/>
              <a:ext cx="355195" cy="150900"/>
            </a:xfrm>
            <a:custGeom>
              <a:avLst/>
              <a:gdLst/>
              <a:ahLst/>
              <a:cxnLst/>
              <a:rect l="l" t="t" r="r" b="b"/>
              <a:pathLst>
                <a:path w="16910" h="7184" extrusionOk="0">
                  <a:moveTo>
                    <a:pt x="3592" y="1711"/>
                  </a:moveTo>
                  <a:cubicBezTo>
                    <a:pt x="4081" y="1711"/>
                    <a:pt x="4562" y="1902"/>
                    <a:pt x="4922" y="2261"/>
                  </a:cubicBezTo>
                  <a:cubicBezTo>
                    <a:pt x="5461" y="2799"/>
                    <a:pt x="5622" y="3609"/>
                    <a:pt x="5330" y="4312"/>
                  </a:cubicBezTo>
                  <a:cubicBezTo>
                    <a:pt x="5039" y="5015"/>
                    <a:pt x="4353" y="5473"/>
                    <a:pt x="3592" y="5473"/>
                  </a:cubicBezTo>
                  <a:cubicBezTo>
                    <a:pt x="2553" y="5472"/>
                    <a:pt x="1713" y="4630"/>
                    <a:pt x="1711" y="3592"/>
                  </a:cubicBezTo>
                  <a:cubicBezTo>
                    <a:pt x="1711" y="2831"/>
                    <a:pt x="2169" y="2145"/>
                    <a:pt x="2872" y="1854"/>
                  </a:cubicBezTo>
                  <a:cubicBezTo>
                    <a:pt x="3105" y="1757"/>
                    <a:pt x="3349" y="1711"/>
                    <a:pt x="3592" y="1711"/>
                  </a:cubicBezTo>
                  <a:close/>
                  <a:moveTo>
                    <a:pt x="3592" y="0"/>
                  </a:moveTo>
                  <a:cubicBezTo>
                    <a:pt x="1611" y="0"/>
                    <a:pt x="1" y="1612"/>
                    <a:pt x="1" y="3592"/>
                  </a:cubicBezTo>
                  <a:cubicBezTo>
                    <a:pt x="1" y="5572"/>
                    <a:pt x="1611" y="7183"/>
                    <a:pt x="3591" y="7183"/>
                  </a:cubicBezTo>
                  <a:lnTo>
                    <a:pt x="13622" y="7183"/>
                  </a:lnTo>
                  <a:cubicBezTo>
                    <a:pt x="15434" y="7183"/>
                    <a:pt x="16909" y="5708"/>
                    <a:pt x="16909" y="3896"/>
                  </a:cubicBezTo>
                  <a:lnTo>
                    <a:pt x="15201" y="3896"/>
                  </a:lnTo>
                  <a:cubicBezTo>
                    <a:pt x="15199" y="4766"/>
                    <a:pt x="14495" y="5470"/>
                    <a:pt x="13625" y="5472"/>
                  </a:cubicBezTo>
                  <a:lnTo>
                    <a:pt x="6649" y="5472"/>
                  </a:lnTo>
                  <a:cubicBezTo>
                    <a:pt x="6999" y="4906"/>
                    <a:pt x="7184" y="4256"/>
                    <a:pt x="7183" y="3592"/>
                  </a:cubicBezTo>
                  <a:cubicBezTo>
                    <a:pt x="7183" y="1612"/>
                    <a:pt x="5572" y="0"/>
                    <a:pt x="359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108"/>
            <p:cNvSpPr/>
            <p:nvPr/>
          </p:nvSpPr>
          <p:spPr>
            <a:xfrm>
              <a:off x="3199501" y="2951977"/>
              <a:ext cx="171212" cy="69064"/>
            </a:xfrm>
            <a:custGeom>
              <a:avLst/>
              <a:gdLst/>
              <a:ahLst/>
              <a:cxnLst/>
              <a:rect l="l" t="t" r="r" b="b"/>
              <a:pathLst>
                <a:path w="8151" h="3288" extrusionOk="0">
                  <a:moveTo>
                    <a:pt x="8150" y="1"/>
                  </a:moveTo>
                  <a:lnTo>
                    <a:pt x="6442" y="2"/>
                  </a:lnTo>
                  <a:cubicBezTo>
                    <a:pt x="6440" y="872"/>
                    <a:pt x="5736" y="1576"/>
                    <a:pt x="4866" y="1578"/>
                  </a:cubicBezTo>
                  <a:lnTo>
                    <a:pt x="1" y="1578"/>
                  </a:lnTo>
                  <a:lnTo>
                    <a:pt x="1" y="3288"/>
                  </a:lnTo>
                  <a:lnTo>
                    <a:pt x="4863" y="3288"/>
                  </a:lnTo>
                  <a:cubicBezTo>
                    <a:pt x="6675" y="3288"/>
                    <a:pt x="8150" y="1814"/>
                    <a:pt x="81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5" name="Google Shape;3605;p108"/>
          <p:cNvGrpSpPr/>
          <p:nvPr/>
        </p:nvGrpSpPr>
        <p:grpSpPr>
          <a:xfrm>
            <a:off x="7520969" y="2845712"/>
            <a:ext cx="318509" cy="455834"/>
            <a:chOff x="3664321" y="2635306"/>
            <a:chExt cx="428334" cy="613010"/>
          </a:xfrm>
        </p:grpSpPr>
        <p:sp>
          <p:nvSpPr>
            <p:cNvPr id="3606" name="Google Shape;3606;p108"/>
            <p:cNvSpPr/>
            <p:nvPr/>
          </p:nvSpPr>
          <p:spPr>
            <a:xfrm>
              <a:off x="3860906" y="2635306"/>
              <a:ext cx="35940" cy="66901"/>
            </a:xfrm>
            <a:custGeom>
              <a:avLst/>
              <a:gdLst/>
              <a:ahLst/>
              <a:cxnLst/>
              <a:rect l="l" t="t" r="r" b="b"/>
              <a:pathLst>
                <a:path w="1711" h="3185" extrusionOk="0">
                  <a:moveTo>
                    <a:pt x="0" y="0"/>
                  </a:moveTo>
                  <a:lnTo>
                    <a:pt x="0" y="3185"/>
                  </a:lnTo>
                  <a:lnTo>
                    <a:pt x="1710" y="3185"/>
                  </a:lnTo>
                  <a:lnTo>
                    <a:pt x="171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108"/>
            <p:cNvSpPr/>
            <p:nvPr/>
          </p:nvSpPr>
          <p:spPr>
            <a:xfrm>
              <a:off x="3681503" y="2694960"/>
              <a:ext cx="393172" cy="535396"/>
            </a:xfrm>
            <a:custGeom>
              <a:avLst/>
              <a:gdLst/>
              <a:ahLst/>
              <a:cxnLst/>
              <a:rect l="l" t="t" r="r" b="b"/>
              <a:pathLst>
                <a:path w="18718" h="25489" extrusionOk="0">
                  <a:moveTo>
                    <a:pt x="9395" y="0"/>
                  </a:moveTo>
                  <a:cubicBezTo>
                    <a:pt x="5811" y="0"/>
                    <a:pt x="2906" y="2927"/>
                    <a:pt x="2906" y="6539"/>
                  </a:cubicBezTo>
                  <a:cubicBezTo>
                    <a:pt x="2906" y="6593"/>
                    <a:pt x="2906" y="6648"/>
                    <a:pt x="2907" y="6702"/>
                  </a:cubicBezTo>
                  <a:cubicBezTo>
                    <a:pt x="2944" y="8178"/>
                    <a:pt x="2490" y="9625"/>
                    <a:pt x="1670" y="10850"/>
                  </a:cubicBezTo>
                  <a:cubicBezTo>
                    <a:pt x="655" y="12361"/>
                    <a:pt x="103" y="14134"/>
                    <a:pt x="78" y="15953"/>
                  </a:cubicBezTo>
                  <a:cubicBezTo>
                    <a:pt x="0" y="21147"/>
                    <a:pt x="4174" y="25452"/>
                    <a:pt x="9330" y="25488"/>
                  </a:cubicBezTo>
                  <a:cubicBezTo>
                    <a:pt x="9352" y="25488"/>
                    <a:pt x="9374" y="25488"/>
                    <a:pt x="9396" y="25488"/>
                  </a:cubicBezTo>
                  <a:cubicBezTo>
                    <a:pt x="14543" y="25488"/>
                    <a:pt x="18714" y="21285"/>
                    <a:pt x="18714" y="16099"/>
                  </a:cubicBezTo>
                  <a:cubicBezTo>
                    <a:pt x="18717" y="14225"/>
                    <a:pt x="18161" y="12393"/>
                    <a:pt x="17116" y="10839"/>
                  </a:cubicBezTo>
                  <a:cubicBezTo>
                    <a:pt x="16284" y="9605"/>
                    <a:pt x="15861" y="8139"/>
                    <a:pt x="15885" y="6648"/>
                  </a:cubicBezTo>
                  <a:lnTo>
                    <a:pt x="15885" y="6577"/>
                  </a:lnTo>
                  <a:cubicBezTo>
                    <a:pt x="15905" y="3003"/>
                    <a:pt x="13033" y="49"/>
                    <a:pt x="9485" y="1"/>
                  </a:cubicBezTo>
                  <a:cubicBezTo>
                    <a:pt x="9455" y="1"/>
                    <a:pt x="9425" y="0"/>
                    <a:pt x="93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108"/>
            <p:cNvSpPr/>
            <p:nvPr/>
          </p:nvSpPr>
          <p:spPr>
            <a:xfrm>
              <a:off x="3877458" y="2694939"/>
              <a:ext cx="197216" cy="535417"/>
            </a:xfrm>
            <a:custGeom>
              <a:avLst/>
              <a:gdLst/>
              <a:ahLst/>
              <a:cxnLst/>
              <a:rect l="l" t="t" r="r" b="b"/>
              <a:pathLst>
                <a:path w="9389" h="25490" extrusionOk="0">
                  <a:moveTo>
                    <a:pt x="156" y="1"/>
                  </a:moveTo>
                  <a:lnTo>
                    <a:pt x="1" y="25489"/>
                  </a:lnTo>
                  <a:cubicBezTo>
                    <a:pt x="23" y="25489"/>
                    <a:pt x="45" y="25489"/>
                    <a:pt x="67" y="25489"/>
                  </a:cubicBezTo>
                  <a:cubicBezTo>
                    <a:pt x="5214" y="25489"/>
                    <a:pt x="9385" y="21286"/>
                    <a:pt x="9385" y="16100"/>
                  </a:cubicBezTo>
                  <a:cubicBezTo>
                    <a:pt x="9388" y="14226"/>
                    <a:pt x="8832" y="12394"/>
                    <a:pt x="7787" y="10840"/>
                  </a:cubicBezTo>
                  <a:cubicBezTo>
                    <a:pt x="6956" y="9606"/>
                    <a:pt x="6532" y="8140"/>
                    <a:pt x="6556" y="6649"/>
                  </a:cubicBezTo>
                  <a:lnTo>
                    <a:pt x="6556" y="6578"/>
                  </a:lnTo>
                  <a:cubicBezTo>
                    <a:pt x="6576" y="3004"/>
                    <a:pt x="3704" y="48"/>
                    <a:pt x="1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108"/>
            <p:cNvSpPr/>
            <p:nvPr/>
          </p:nvSpPr>
          <p:spPr>
            <a:xfrm>
              <a:off x="3664321" y="2677001"/>
              <a:ext cx="428334" cy="571315"/>
            </a:xfrm>
            <a:custGeom>
              <a:avLst/>
              <a:gdLst/>
              <a:ahLst/>
              <a:cxnLst/>
              <a:rect l="l" t="t" r="r" b="b"/>
              <a:pathLst>
                <a:path w="20392" h="27199" extrusionOk="0">
                  <a:moveTo>
                    <a:pt x="10214" y="1710"/>
                  </a:moveTo>
                  <a:lnTo>
                    <a:pt x="10213" y="1711"/>
                  </a:lnTo>
                  <a:lnTo>
                    <a:pt x="10291" y="1711"/>
                  </a:lnTo>
                  <a:cubicBezTo>
                    <a:pt x="13372" y="1753"/>
                    <a:pt x="15867" y="4317"/>
                    <a:pt x="15848" y="7428"/>
                  </a:cubicBezTo>
                  <a:lnTo>
                    <a:pt x="15848" y="7490"/>
                  </a:lnTo>
                  <a:cubicBezTo>
                    <a:pt x="15820" y="9175"/>
                    <a:pt x="16296" y="10793"/>
                    <a:pt x="17223" y="12171"/>
                  </a:cubicBezTo>
                  <a:cubicBezTo>
                    <a:pt x="18174" y="13586"/>
                    <a:pt x="18680" y="15251"/>
                    <a:pt x="18677" y="16954"/>
                  </a:cubicBezTo>
                  <a:cubicBezTo>
                    <a:pt x="18677" y="19259"/>
                    <a:pt x="17780" y="21418"/>
                    <a:pt x="16152" y="23036"/>
                  </a:cubicBezTo>
                  <a:cubicBezTo>
                    <a:pt x="14557" y="24620"/>
                    <a:pt x="12448" y="25488"/>
                    <a:pt x="10209" y="25488"/>
                  </a:cubicBezTo>
                  <a:cubicBezTo>
                    <a:pt x="10190" y="25488"/>
                    <a:pt x="10172" y="25488"/>
                    <a:pt x="10153" y="25488"/>
                  </a:cubicBezTo>
                  <a:cubicBezTo>
                    <a:pt x="7904" y="25472"/>
                    <a:pt x="5789" y="24568"/>
                    <a:pt x="4198" y="22940"/>
                  </a:cubicBezTo>
                  <a:cubicBezTo>
                    <a:pt x="2585" y="21292"/>
                    <a:pt x="1717" y="19118"/>
                    <a:pt x="1751" y="16821"/>
                  </a:cubicBezTo>
                  <a:cubicBezTo>
                    <a:pt x="1775" y="15167"/>
                    <a:pt x="2278" y="13555"/>
                    <a:pt x="3198" y="12181"/>
                  </a:cubicBezTo>
                  <a:cubicBezTo>
                    <a:pt x="4141" y="10774"/>
                    <a:pt x="4620" y="9168"/>
                    <a:pt x="4581" y="7535"/>
                  </a:cubicBezTo>
                  <a:cubicBezTo>
                    <a:pt x="4579" y="7488"/>
                    <a:pt x="4579" y="7441"/>
                    <a:pt x="4579" y="7394"/>
                  </a:cubicBezTo>
                  <a:cubicBezTo>
                    <a:pt x="4579" y="5852"/>
                    <a:pt x="5181" y="4408"/>
                    <a:pt x="6275" y="3330"/>
                  </a:cubicBezTo>
                  <a:cubicBezTo>
                    <a:pt x="7336" y="2284"/>
                    <a:pt x="8732" y="1710"/>
                    <a:pt x="10214" y="1710"/>
                  </a:cubicBezTo>
                  <a:close/>
                  <a:moveTo>
                    <a:pt x="10211" y="0"/>
                  </a:moveTo>
                  <a:cubicBezTo>
                    <a:pt x="8277" y="0"/>
                    <a:pt x="6456" y="749"/>
                    <a:pt x="5073" y="2113"/>
                  </a:cubicBezTo>
                  <a:cubicBezTo>
                    <a:pt x="3652" y="3516"/>
                    <a:pt x="2869" y="5391"/>
                    <a:pt x="2869" y="7394"/>
                  </a:cubicBezTo>
                  <a:cubicBezTo>
                    <a:pt x="2869" y="7455"/>
                    <a:pt x="2869" y="7516"/>
                    <a:pt x="2870" y="7577"/>
                  </a:cubicBezTo>
                  <a:cubicBezTo>
                    <a:pt x="2901" y="8854"/>
                    <a:pt x="2524" y="10116"/>
                    <a:pt x="1777" y="11228"/>
                  </a:cubicBezTo>
                  <a:cubicBezTo>
                    <a:pt x="672" y="12877"/>
                    <a:pt x="69" y="14812"/>
                    <a:pt x="43" y="16796"/>
                  </a:cubicBezTo>
                  <a:cubicBezTo>
                    <a:pt x="1" y="19553"/>
                    <a:pt x="1041" y="22160"/>
                    <a:pt x="2975" y="24137"/>
                  </a:cubicBezTo>
                  <a:cubicBezTo>
                    <a:pt x="4888" y="26093"/>
                    <a:pt x="7433" y="27180"/>
                    <a:pt x="10142" y="27198"/>
                  </a:cubicBezTo>
                  <a:lnTo>
                    <a:pt x="10214" y="27198"/>
                  </a:lnTo>
                  <a:cubicBezTo>
                    <a:pt x="12906" y="27198"/>
                    <a:pt x="15441" y="26153"/>
                    <a:pt x="17357" y="24249"/>
                  </a:cubicBezTo>
                  <a:cubicBezTo>
                    <a:pt x="19312" y="22308"/>
                    <a:pt x="20387" y="19718"/>
                    <a:pt x="20387" y="16954"/>
                  </a:cubicBezTo>
                  <a:cubicBezTo>
                    <a:pt x="20392" y="14911"/>
                    <a:pt x="19783" y="12913"/>
                    <a:pt x="18642" y="11218"/>
                  </a:cubicBezTo>
                  <a:cubicBezTo>
                    <a:pt x="17912" y="10131"/>
                    <a:pt x="17537" y="8851"/>
                    <a:pt x="17558" y="7517"/>
                  </a:cubicBezTo>
                  <a:lnTo>
                    <a:pt x="17558" y="7438"/>
                  </a:lnTo>
                  <a:cubicBezTo>
                    <a:pt x="17581" y="3391"/>
                    <a:pt x="14332" y="55"/>
                    <a:pt x="10316" y="1"/>
                  </a:cubicBezTo>
                  <a:cubicBezTo>
                    <a:pt x="10281" y="0"/>
                    <a:pt x="10246" y="0"/>
                    <a:pt x="102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108"/>
            <p:cNvSpPr/>
            <p:nvPr/>
          </p:nvSpPr>
          <p:spPr>
            <a:xfrm>
              <a:off x="3745967" y="2898309"/>
              <a:ext cx="265797" cy="265818"/>
            </a:xfrm>
            <a:custGeom>
              <a:avLst/>
              <a:gdLst/>
              <a:ahLst/>
              <a:cxnLst/>
              <a:rect l="l" t="t" r="r" b="b"/>
              <a:pathLst>
                <a:path w="12654" h="12655" extrusionOk="0">
                  <a:moveTo>
                    <a:pt x="6327" y="0"/>
                  </a:moveTo>
                  <a:cubicBezTo>
                    <a:pt x="2839" y="0"/>
                    <a:pt x="1" y="2838"/>
                    <a:pt x="1" y="6327"/>
                  </a:cubicBezTo>
                  <a:cubicBezTo>
                    <a:pt x="1" y="9816"/>
                    <a:pt x="2839" y="12655"/>
                    <a:pt x="6327" y="12655"/>
                  </a:cubicBezTo>
                  <a:cubicBezTo>
                    <a:pt x="9816" y="12655"/>
                    <a:pt x="12654" y="9817"/>
                    <a:pt x="12654" y="6328"/>
                  </a:cubicBezTo>
                  <a:cubicBezTo>
                    <a:pt x="12654" y="2840"/>
                    <a:pt x="9816" y="0"/>
                    <a:pt x="63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108"/>
            <p:cNvSpPr/>
            <p:nvPr/>
          </p:nvSpPr>
          <p:spPr>
            <a:xfrm>
              <a:off x="3878866" y="2898309"/>
              <a:ext cx="132899" cy="265818"/>
            </a:xfrm>
            <a:custGeom>
              <a:avLst/>
              <a:gdLst/>
              <a:ahLst/>
              <a:cxnLst/>
              <a:rect l="l" t="t" r="r" b="b"/>
              <a:pathLst>
                <a:path w="6327" h="12655" extrusionOk="0">
                  <a:moveTo>
                    <a:pt x="0" y="0"/>
                  </a:moveTo>
                  <a:lnTo>
                    <a:pt x="0" y="12655"/>
                  </a:lnTo>
                  <a:cubicBezTo>
                    <a:pt x="3489" y="12655"/>
                    <a:pt x="6327" y="9817"/>
                    <a:pt x="6327" y="6328"/>
                  </a:cubicBezTo>
                  <a:cubicBezTo>
                    <a:pt x="6327" y="2840"/>
                    <a:pt x="3489"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108"/>
            <p:cNvSpPr/>
            <p:nvPr/>
          </p:nvSpPr>
          <p:spPr>
            <a:xfrm>
              <a:off x="3878866" y="2677001"/>
              <a:ext cx="213705" cy="571315"/>
            </a:xfrm>
            <a:custGeom>
              <a:avLst/>
              <a:gdLst/>
              <a:ahLst/>
              <a:cxnLst/>
              <a:rect l="l" t="t" r="r" b="b"/>
              <a:pathLst>
                <a:path w="10174" h="27199" extrusionOk="0">
                  <a:moveTo>
                    <a:pt x="0" y="1"/>
                  </a:moveTo>
                  <a:lnTo>
                    <a:pt x="0" y="1710"/>
                  </a:lnTo>
                  <a:lnTo>
                    <a:pt x="77" y="1710"/>
                  </a:lnTo>
                  <a:cubicBezTo>
                    <a:pt x="3160" y="1752"/>
                    <a:pt x="5653" y="4317"/>
                    <a:pt x="5634" y="7428"/>
                  </a:cubicBezTo>
                  <a:lnTo>
                    <a:pt x="5634" y="7490"/>
                  </a:lnTo>
                  <a:cubicBezTo>
                    <a:pt x="5606" y="9174"/>
                    <a:pt x="6083" y="10793"/>
                    <a:pt x="7009" y="12171"/>
                  </a:cubicBezTo>
                  <a:cubicBezTo>
                    <a:pt x="7960" y="13586"/>
                    <a:pt x="8468" y="15251"/>
                    <a:pt x="8463" y="16954"/>
                  </a:cubicBezTo>
                  <a:cubicBezTo>
                    <a:pt x="8463" y="19259"/>
                    <a:pt x="7567" y="21418"/>
                    <a:pt x="5938" y="23036"/>
                  </a:cubicBezTo>
                  <a:cubicBezTo>
                    <a:pt x="4344" y="24619"/>
                    <a:pt x="2238" y="25485"/>
                    <a:pt x="0" y="25488"/>
                  </a:cubicBezTo>
                  <a:lnTo>
                    <a:pt x="0" y="27198"/>
                  </a:lnTo>
                  <a:cubicBezTo>
                    <a:pt x="2692" y="27198"/>
                    <a:pt x="5225" y="26152"/>
                    <a:pt x="7143" y="24249"/>
                  </a:cubicBezTo>
                  <a:cubicBezTo>
                    <a:pt x="9097" y="22308"/>
                    <a:pt x="10173" y="19718"/>
                    <a:pt x="10173" y="16954"/>
                  </a:cubicBezTo>
                  <a:cubicBezTo>
                    <a:pt x="10173" y="14898"/>
                    <a:pt x="9569" y="12915"/>
                    <a:pt x="8428" y="11218"/>
                  </a:cubicBezTo>
                  <a:cubicBezTo>
                    <a:pt x="7698" y="10131"/>
                    <a:pt x="7323" y="8851"/>
                    <a:pt x="7344" y="7517"/>
                  </a:cubicBezTo>
                  <a:lnTo>
                    <a:pt x="7344" y="7516"/>
                  </a:lnTo>
                  <a:lnTo>
                    <a:pt x="7344" y="7438"/>
                  </a:lnTo>
                  <a:cubicBezTo>
                    <a:pt x="7367" y="3391"/>
                    <a:pt x="4118" y="56"/>
                    <a:pt x="1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3" name="Google Shape;3613;p108"/>
          <p:cNvGrpSpPr/>
          <p:nvPr/>
        </p:nvGrpSpPr>
        <p:grpSpPr>
          <a:xfrm>
            <a:off x="1410261" y="3495542"/>
            <a:ext cx="388671" cy="455834"/>
            <a:chOff x="5433635" y="2619678"/>
            <a:chExt cx="522688" cy="613010"/>
          </a:xfrm>
        </p:grpSpPr>
        <p:sp>
          <p:nvSpPr>
            <p:cNvPr id="3614" name="Google Shape;3614;p108"/>
            <p:cNvSpPr/>
            <p:nvPr/>
          </p:nvSpPr>
          <p:spPr>
            <a:xfrm>
              <a:off x="5433635" y="2619678"/>
              <a:ext cx="522688" cy="613010"/>
            </a:xfrm>
            <a:custGeom>
              <a:avLst/>
              <a:gdLst/>
              <a:ahLst/>
              <a:cxnLst/>
              <a:rect l="l" t="t" r="r" b="b"/>
              <a:pathLst>
                <a:path w="24884" h="29184" extrusionOk="0">
                  <a:moveTo>
                    <a:pt x="9287" y="1"/>
                  </a:moveTo>
                  <a:cubicBezTo>
                    <a:pt x="6951" y="1"/>
                    <a:pt x="4764" y="933"/>
                    <a:pt x="3132" y="2623"/>
                  </a:cubicBezTo>
                  <a:cubicBezTo>
                    <a:pt x="1575" y="4236"/>
                    <a:pt x="604" y="6436"/>
                    <a:pt x="395" y="8822"/>
                  </a:cubicBezTo>
                  <a:cubicBezTo>
                    <a:pt x="1" y="13323"/>
                    <a:pt x="518" y="15931"/>
                    <a:pt x="1547" y="18914"/>
                  </a:cubicBezTo>
                  <a:cubicBezTo>
                    <a:pt x="2479" y="21614"/>
                    <a:pt x="4014" y="24085"/>
                    <a:pt x="5868" y="25872"/>
                  </a:cubicBezTo>
                  <a:cubicBezTo>
                    <a:pt x="8114" y="28039"/>
                    <a:pt x="10803" y="29184"/>
                    <a:pt x="13642" y="29184"/>
                  </a:cubicBezTo>
                  <a:cubicBezTo>
                    <a:pt x="19841" y="29184"/>
                    <a:pt x="24884" y="24142"/>
                    <a:pt x="24884" y="17943"/>
                  </a:cubicBezTo>
                  <a:cubicBezTo>
                    <a:pt x="24884" y="15612"/>
                    <a:pt x="24176" y="13376"/>
                    <a:pt x="22836" y="11475"/>
                  </a:cubicBezTo>
                  <a:lnTo>
                    <a:pt x="22837" y="11475"/>
                  </a:lnTo>
                  <a:cubicBezTo>
                    <a:pt x="21643" y="9774"/>
                    <a:pt x="19999" y="8438"/>
                    <a:pt x="18091" y="7616"/>
                  </a:cubicBezTo>
                  <a:cubicBezTo>
                    <a:pt x="17454" y="3244"/>
                    <a:pt x="13706" y="1"/>
                    <a:pt x="928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108"/>
            <p:cNvSpPr/>
            <p:nvPr/>
          </p:nvSpPr>
          <p:spPr>
            <a:xfrm>
              <a:off x="5439033" y="2856762"/>
              <a:ext cx="79924" cy="35940"/>
            </a:xfrm>
            <a:custGeom>
              <a:avLst/>
              <a:gdLst/>
              <a:ahLst/>
              <a:cxnLst/>
              <a:rect l="l" t="t" r="r" b="b"/>
              <a:pathLst>
                <a:path w="3805" h="1711" extrusionOk="0">
                  <a:moveTo>
                    <a:pt x="9" y="0"/>
                  </a:moveTo>
                  <a:cubicBezTo>
                    <a:pt x="0" y="603"/>
                    <a:pt x="13" y="1170"/>
                    <a:pt x="45" y="1710"/>
                  </a:cubicBezTo>
                  <a:lnTo>
                    <a:pt x="3805" y="1710"/>
                  </a:lnTo>
                  <a:lnTo>
                    <a:pt x="380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108"/>
            <p:cNvSpPr/>
            <p:nvPr/>
          </p:nvSpPr>
          <p:spPr>
            <a:xfrm>
              <a:off x="5876504" y="2930972"/>
              <a:ext cx="77971" cy="35940"/>
            </a:xfrm>
            <a:custGeom>
              <a:avLst/>
              <a:gdLst/>
              <a:ahLst/>
              <a:cxnLst/>
              <a:rect l="l" t="t" r="r" b="b"/>
              <a:pathLst>
                <a:path w="3712" h="1711" extrusionOk="0">
                  <a:moveTo>
                    <a:pt x="1" y="1"/>
                  </a:moveTo>
                  <a:lnTo>
                    <a:pt x="1" y="1711"/>
                  </a:lnTo>
                  <a:lnTo>
                    <a:pt x="3711" y="1711"/>
                  </a:lnTo>
                  <a:cubicBezTo>
                    <a:pt x="3639" y="1133"/>
                    <a:pt x="3523" y="560"/>
                    <a:pt x="336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108"/>
            <p:cNvSpPr/>
            <p:nvPr/>
          </p:nvSpPr>
          <p:spPr>
            <a:xfrm>
              <a:off x="5484572" y="3061455"/>
              <a:ext cx="78685" cy="35940"/>
            </a:xfrm>
            <a:custGeom>
              <a:avLst/>
              <a:gdLst/>
              <a:ahLst/>
              <a:cxnLst/>
              <a:rect l="l" t="t" r="r" b="b"/>
              <a:pathLst>
                <a:path w="3746" h="1711" extrusionOk="0">
                  <a:moveTo>
                    <a:pt x="1" y="1"/>
                  </a:moveTo>
                  <a:cubicBezTo>
                    <a:pt x="285" y="588"/>
                    <a:pt x="599" y="1157"/>
                    <a:pt x="943" y="1711"/>
                  </a:cubicBezTo>
                  <a:lnTo>
                    <a:pt x="3746" y="1711"/>
                  </a:lnTo>
                  <a:lnTo>
                    <a:pt x="37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108"/>
            <p:cNvSpPr/>
            <p:nvPr/>
          </p:nvSpPr>
          <p:spPr>
            <a:xfrm>
              <a:off x="5589177" y="2749804"/>
              <a:ext cx="35940" cy="35940"/>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108"/>
            <p:cNvSpPr/>
            <p:nvPr/>
          </p:nvSpPr>
          <p:spPr>
            <a:xfrm>
              <a:off x="5748836" y="3043517"/>
              <a:ext cx="35919" cy="35919"/>
            </a:xfrm>
            <a:custGeom>
              <a:avLst/>
              <a:gdLst/>
              <a:ahLst/>
              <a:cxnLst/>
              <a:rect l="l" t="t" r="r" b="b"/>
              <a:pathLst>
                <a:path w="1710" h="1710" extrusionOk="0">
                  <a:moveTo>
                    <a:pt x="0" y="1"/>
                  </a:moveTo>
                  <a:lnTo>
                    <a:pt x="0" y="1710"/>
                  </a:lnTo>
                  <a:lnTo>
                    <a:pt x="1709" y="1710"/>
                  </a:lnTo>
                  <a:lnTo>
                    <a:pt x="170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108"/>
            <p:cNvSpPr/>
            <p:nvPr/>
          </p:nvSpPr>
          <p:spPr>
            <a:xfrm>
              <a:off x="5710502" y="2877493"/>
              <a:ext cx="35940" cy="35940"/>
            </a:xfrm>
            <a:custGeom>
              <a:avLst/>
              <a:gdLst/>
              <a:ahLst/>
              <a:cxnLst/>
              <a:rect l="l" t="t" r="r" b="b"/>
              <a:pathLst>
                <a:path w="1711" h="1711" extrusionOk="0">
                  <a:moveTo>
                    <a:pt x="0" y="0"/>
                  </a:moveTo>
                  <a:lnTo>
                    <a:pt x="0" y="1710"/>
                  </a:lnTo>
                  <a:lnTo>
                    <a:pt x="1711" y="1710"/>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1" name="Google Shape;3621;p108"/>
          <p:cNvGrpSpPr/>
          <p:nvPr/>
        </p:nvGrpSpPr>
        <p:grpSpPr>
          <a:xfrm>
            <a:off x="2099426" y="3495542"/>
            <a:ext cx="462675" cy="455834"/>
            <a:chOff x="6122431" y="2588486"/>
            <a:chExt cx="622210" cy="613010"/>
          </a:xfrm>
        </p:grpSpPr>
        <p:sp>
          <p:nvSpPr>
            <p:cNvPr id="3622" name="Google Shape;3622;p108"/>
            <p:cNvSpPr/>
            <p:nvPr/>
          </p:nvSpPr>
          <p:spPr>
            <a:xfrm>
              <a:off x="6451390" y="2591741"/>
              <a:ext cx="175875" cy="155773"/>
            </a:xfrm>
            <a:custGeom>
              <a:avLst/>
              <a:gdLst/>
              <a:ahLst/>
              <a:cxnLst/>
              <a:rect l="l" t="t" r="r" b="b"/>
              <a:pathLst>
                <a:path w="8373" h="7416" extrusionOk="0">
                  <a:moveTo>
                    <a:pt x="5203" y="0"/>
                  </a:moveTo>
                  <a:cubicBezTo>
                    <a:pt x="3933" y="0"/>
                    <a:pt x="2886" y="303"/>
                    <a:pt x="2089" y="903"/>
                  </a:cubicBezTo>
                  <a:cubicBezTo>
                    <a:pt x="1172" y="1593"/>
                    <a:pt x="543" y="2716"/>
                    <a:pt x="225" y="4240"/>
                  </a:cubicBezTo>
                  <a:cubicBezTo>
                    <a:pt x="0" y="5314"/>
                    <a:pt x="18" y="6208"/>
                    <a:pt x="19" y="6246"/>
                  </a:cubicBezTo>
                  <a:lnTo>
                    <a:pt x="32" y="6857"/>
                  </a:lnTo>
                  <a:lnTo>
                    <a:pt x="616" y="7041"/>
                  </a:lnTo>
                  <a:cubicBezTo>
                    <a:pt x="653" y="7051"/>
                    <a:pt x="1493" y="7312"/>
                    <a:pt x="2573" y="7392"/>
                  </a:cubicBezTo>
                  <a:cubicBezTo>
                    <a:pt x="2783" y="7408"/>
                    <a:pt x="2989" y="7415"/>
                    <a:pt x="3188" y="7415"/>
                  </a:cubicBezTo>
                  <a:cubicBezTo>
                    <a:pt x="4440" y="7415"/>
                    <a:pt x="5473" y="7115"/>
                    <a:pt x="6265" y="6518"/>
                  </a:cubicBezTo>
                  <a:cubicBezTo>
                    <a:pt x="7182" y="5828"/>
                    <a:pt x="7814" y="4705"/>
                    <a:pt x="8142" y="3177"/>
                  </a:cubicBezTo>
                  <a:cubicBezTo>
                    <a:pt x="8372" y="2099"/>
                    <a:pt x="8362" y="1202"/>
                    <a:pt x="8360" y="1164"/>
                  </a:cubicBezTo>
                  <a:lnTo>
                    <a:pt x="8352" y="541"/>
                  </a:lnTo>
                  <a:lnTo>
                    <a:pt x="7756" y="360"/>
                  </a:lnTo>
                  <a:cubicBezTo>
                    <a:pt x="7720" y="350"/>
                    <a:pt x="6875" y="93"/>
                    <a:pt x="5788" y="21"/>
                  </a:cubicBezTo>
                  <a:cubicBezTo>
                    <a:pt x="5588" y="7"/>
                    <a:pt x="5393" y="0"/>
                    <a:pt x="52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108"/>
            <p:cNvSpPr/>
            <p:nvPr/>
          </p:nvSpPr>
          <p:spPr>
            <a:xfrm>
              <a:off x="6452062" y="2603084"/>
              <a:ext cx="175203" cy="144388"/>
            </a:xfrm>
            <a:custGeom>
              <a:avLst/>
              <a:gdLst/>
              <a:ahLst/>
              <a:cxnLst/>
              <a:rect l="l" t="t" r="r" b="b"/>
              <a:pathLst>
                <a:path w="8341" h="6874" extrusionOk="0">
                  <a:moveTo>
                    <a:pt x="8320" y="1"/>
                  </a:moveTo>
                  <a:lnTo>
                    <a:pt x="0" y="6317"/>
                  </a:lnTo>
                  <a:lnTo>
                    <a:pt x="584" y="6500"/>
                  </a:lnTo>
                  <a:cubicBezTo>
                    <a:pt x="621" y="6511"/>
                    <a:pt x="1461" y="6772"/>
                    <a:pt x="2541" y="6851"/>
                  </a:cubicBezTo>
                  <a:cubicBezTo>
                    <a:pt x="2753" y="6867"/>
                    <a:pt x="2957" y="6874"/>
                    <a:pt x="3157" y="6874"/>
                  </a:cubicBezTo>
                  <a:cubicBezTo>
                    <a:pt x="4408" y="6874"/>
                    <a:pt x="5441" y="6574"/>
                    <a:pt x="6233" y="5978"/>
                  </a:cubicBezTo>
                  <a:cubicBezTo>
                    <a:pt x="7150" y="5288"/>
                    <a:pt x="7782" y="4163"/>
                    <a:pt x="8110" y="2636"/>
                  </a:cubicBezTo>
                  <a:cubicBezTo>
                    <a:pt x="8340" y="1559"/>
                    <a:pt x="8330" y="662"/>
                    <a:pt x="8328" y="624"/>
                  </a:cubicBezTo>
                  <a:lnTo>
                    <a:pt x="832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108"/>
            <p:cNvSpPr/>
            <p:nvPr/>
          </p:nvSpPr>
          <p:spPr>
            <a:xfrm>
              <a:off x="6122431" y="2937211"/>
              <a:ext cx="287790" cy="264285"/>
            </a:xfrm>
            <a:custGeom>
              <a:avLst/>
              <a:gdLst/>
              <a:ahLst/>
              <a:cxnLst/>
              <a:rect l="l" t="t" r="r" b="b"/>
              <a:pathLst>
                <a:path w="13701" h="12582" extrusionOk="0">
                  <a:moveTo>
                    <a:pt x="5409" y="1"/>
                  </a:moveTo>
                  <a:cubicBezTo>
                    <a:pt x="4654" y="1"/>
                    <a:pt x="3901" y="192"/>
                    <a:pt x="3198" y="572"/>
                  </a:cubicBezTo>
                  <a:cubicBezTo>
                    <a:pt x="2063" y="1185"/>
                    <a:pt x="1172" y="2220"/>
                    <a:pt x="689" y="3486"/>
                  </a:cubicBezTo>
                  <a:cubicBezTo>
                    <a:pt x="1" y="5295"/>
                    <a:pt x="73" y="7195"/>
                    <a:pt x="895" y="8840"/>
                  </a:cubicBezTo>
                  <a:cubicBezTo>
                    <a:pt x="1643" y="10335"/>
                    <a:pt x="2977" y="11536"/>
                    <a:pt x="4555" y="12138"/>
                  </a:cubicBezTo>
                  <a:cubicBezTo>
                    <a:pt x="5333" y="12432"/>
                    <a:pt x="6156" y="12581"/>
                    <a:pt x="6987" y="12581"/>
                  </a:cubicBezTo>
                  <a:cubicBezTo>
                    <a:pt x="6991" y="12581"/>
                    <a:pt x="6995" y="12581"/>
                    <a:pt x="6998" y="12581"/>
                  </a:cubicBezTo>
                  <a:cubicBezTo>
                    <a:pt x="7848" y="12581"/>
                    <a:pt x="8691" y="12422"/>
                    <a:pt x="9481" y="12109"/>
                  </a:cubicBezTo>
                  <a:cubicBezTo>
                    <a:pt x="11187" y="11428"/>
                    <a:pt x="12506" y="10056"/>
                    <a:pt x="13195" y="8248"/>
                  </a:cubicBezTo>
                  <a:cubicBezTo>
                    <a:pt x="13677" y="6981"/>
                    <a:pt x="13700" y="5616"/>
                    <a:pt x="13261" y="4404"/>
                  </a:cubicBezTo>
                  <a:cubicBezTo>
                    <a:pt x="12792" y="3110"/>
                    <a:pt x="11839" y="2134"/>
                    <a:pt x="10580" y="1654"/>
                  </a:cubicBezTo>
                  <a:lnTo>
                    <a:pt x="10578" y="1654"/>
                  </a:lnTo>
                  <a:cubicBezTo>
                    <a:pt x="9835" y="1371"/>
                    <a:pt x="9185" y="1306"/>
                    <a:pt x="8752" y="1306"/>
                  </a:cubicBezTo>
                  <a:cubicBezTo>
                    <a:pt x="8727" y="1306"/>
                    <a:pt x="8703" y="1306"/>
                    <a:pt x="8680" y="1307"/>
                  </a:cubicBezTo>
                  <a:cubicBezTo>
                    <a:pt x="8360" y="1014"/>
                    <a:pt x="7815" y="602"/>
                    <a:pt x="7029" y="302"/>
                  </a:cubicBezTo>
                  <a:cubicBezTo>
                    <a:pt x="6501" y="101"/>
                    <a:pt x="5954" y="1"/>
                    <a:pt x="54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108"/>
            <p:cNvSpPr/>
            <p:nvPr/>
          </p:nvSpPr>
          <p:spPr>
            <a:xfrm>
              <a:off x="6188176" y="2964643"/>
              <a:ext cx="222044" cy="236852"/>
            </a:xfrm>
            <a:custGeom>
              <a:avLst/>
              <a:gdLst/>
              <a:ahLst/>
              <a:cxnLst/>
              <a:rect l="l" t="t" r="r" b="b"/>
              <a:pathLst>
                <a:path w="10571" h="11276" extrusionOk="0">
                  <a:moveTo>
                    <a:pt x="5622" y="0"/>
                  </a:moveTo>
                  <a:cubicBezTo>
                    <a:pt x="5597" y="0"/>
                    <a:pt x="5573" y="0"/>
                    <a:pt x="5550" y="1"/>
                  </a:cubicBezTo>
                  <a:lnTo>
                    <a:pt x="0" y="10082"/>
                  </a:lnTo>
                  <a:cubicBezTo>
                    <a:pt x="1127" y="10860"/>
                    <a:pt x="2462" y="11275"/>
                    <a:pt x="3829" y="11275"/>
                  </a:cubicBezTo>
                  <a:cubicBezTo>
                    <a:pt x="3838" y="11275"/>
                    <a:pt x="3847" y="11275"/>
                    <a:pt x="3857" y="11275"/>
                  </a:cubicBezTo>
                  <a:cubicBezTo>
                    <a:pt x="3861" y="11275"/>
                    <a:pt x="3865" y="11275"/>
                    <a:pt x="3868" y="11275"/>
                  </a:cubicBezTo>
                  <a:cubicBezTo>
                    <a:pt x="4718" y="11275"/>
                    <a:pt x="5561" y="11116"/>
                    <a:pt x="6351" y="10803"/>
                  </a:cubicBezTo>
                  <a:cubicBezTo>
                    <a:pt x="8057" y="10122"/>
                    <a:pt x="9376" y="8750"/>
                    <a:pt x="10065" y="6942"/>
                  </a:cubicBezTo>
                  <a:cubicBezTo>
                    <a:pt x="10547" y="5675"/>
                    <a:pt x="10570" y="4310"/>
                    <a:pt x="10131" y="3098"/>
                  </a:cubicBezTo>
                  <a:cubicBezTo>
                    <a:pt x="9662" y="1804"/>
                    <a:pt x="8709" y="828"/>
                    <a:pt x="7450" y="348"/>
                  </a:cubicBezTo>
                  <a:cubicBezTo>
                    <a:pt x="6705" y="65"/>
                    <a:pt x="6055" y="0"/>
                    <a:pt x="56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108"/>
            <p:cNvSpPr/>
            <p:nvPr/>
          </p:nvSpPr>
          <p:spPr>
            <a:xfrm>
              <a:off x="6456872" y="2937211"/>
              <a:ext cx="287769" cy="264285"/>
            </a:xfrm>
            <a:custGeom>
              <a:avLst/>
              <a:gdLst/>
              <a:ahLst/>
              <a:cxnLst/>
              <a:rect l="l" t="t" r="r" b="b"/>
              <a:pathLst>
                <a:path w="13700" h="12582" extrusionOk="0">
                  <a:moveTo>
                    <a:pt x="8292" y="1"/>
                  </a:moveTo>
                  <a:cubicBezTo>
                    <a:pt x="7746" y="1"/>
                    <a:pt x="7200" y="101"/>
                    <a:pt x="6672" y="302"/>
                  </a:cubicBezTo>
                  <a:cubicBezTo>
                    <a:pt x="5886" y="602"/>
                    <a:pt x="5341" y="1014"/>
                    <a:pt x="5021" y="1307"/>
                  </a:cubicBezTo>
                  <a:cubicBezTo>
                    <a:pt x="4998" y="1306"/>
                    <a:pt x="4974" y="1306"/>
                    <a:pt x="4949" y="1306"/>
                  </a:cubicBezTo>
                  <a:cubicBezTo>
                    <a:pt x="4515" y="1306"/>
                    <a:pt x="3866" y="1371"/>
                    <a:pt x="3122" y="1654"/>
                  </a:cubicBezTo>
                  <a:cubicBezTo>
                    <a:pt x="1863" y="2134"/>
                    <a:pt x="911" y="3110"/>
                    <a:pt x="441" y="4404"/>
                  </a:cubicBezTo>
                  <a:cubicBezTo>
                    <a:pt x="0" y="5616"/>
                    <a:pt x="24" y="6981"/>
                    <a:pt x="506" y="8248"/>
                  </a:cubicBezTo>
                  <a:cubicBezTo>
                    <a:pt x="1195" y="10056"/>
                    <a:pt x="2514" y="11428"/>
                    <a:pt x="4219" y="12109"/>
                  </a:cubicBezTo>
                  <a:cubicBezTo>
                    <a:pt x="5010" y="12422"/>
                    <a:pt x="5853" y="12581"/>
                    <a:pt x="6702" y="12581"/>
                  </a:cubicBezTo>
                  <a:cubicBezTo>
                    <a:pt x="6706" y="12581"/>
                    <a:pt x="6710" y="12581"/>
                    <a:pt x="6714" y="12581"/>
                  </a:cubicBezTo>
                  <a:cubicBezTo>
                    <a:pt x="6718" y="12581"/>
                    <a:pt x="6722" y="12581"/>
                    <a:pt x="6726" y="12581"/>
                  </a:cubicBezTo>
                  <a:cubicBezTo>
                    <a:pt x="7552" y="12581"/>
                    <a:pt x="8371" y="12431"/>
                    <a:pt x="9146" y="12138"/>
                  </a:cubicBezTo>
                  <a:cubicBezTo>
                    <a:pt x="10724" y="11536"/>
                    <a:pt x="12058" y="10335"/>
                    <a:pt x="12806" y="8840"/>
                  </a:cubicBezTo>
                  <a:cubicBezTo>
                    <a:pt x="13626" y="7197"/>
                    <a:pt x="13700" y="5295"/>
                    <a:pt x="13011" y="3488"/>
                  </a:cubicBezTo>
                  <a:lnTo>
                    <a:pt x="13011" y="3486"/>
                  </a:lnTo>
                  <a:cubicBezTo>
                    <a:pt x="12529" y="2220"/>
                    <a:pt x="11637" y="1185"/>
                    <a:pt x="10503" y="572"/>
                  </a:cubicBezTo>
                  <a:cubicBezTo>
                    <a:pt x="9800" y="192"/>
                    <a:pt x="9047" y="1"/>
                    <a:pt x="82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108"/>
            <p:cNvSpPr/>
            <p:nvPr/>
          </p:nvSpPr>
          <p:spPr>
            <a:xfrm>
              <a:off x="6562317" y="2937211"/>
              <a:ext cx="182323" cy="238764"/>
            </a:xfrm>
            <a:custGeom>
              <a:avLst/>
              <a:gdLst/>
              <a:ahLst/>
              <a:cxnLst/>
              <a:rect l="l" t="t" r="r" b="b"/>
              <a:pathLst>
                <a:path w="8680" h="11367" extrusionOk="0">
                  <a:moveTo>
                    <a:pt x="3272" y="1"/>
                  </a:moveTo>
                  <a:cubicBezTo>
                    <a:pt x="2726" y="1"/>
                    <a:pt x="2180" y="101"/>
                    <a:pt x="1652" y="302"/>
                  </a:cubicBezTo>
                  <a:cubicBezTo>
                    <a:pt x="866" y="602"/>
                    <a:pt x="321" y="1014"/>
                    <a:pt x="1" y="1307"/>
                  </a:cubicBezTo>
                  <a:lnTo>
                    <a:pt x="5583" y="11367"/>
                  </a:lnTo>
                  <a:cubicBezTo>
                    <a:pt x="6513" y="10720"/>
                    <a:pt x="7283" y="9846"/>
                    <a:pt x="7784" y="8840"/>
                  </a:cubicBezTo>
                  <a:cubicBezTo>
                    <a:pt x="8606" y="7195"/>
                    <a:pt x="8680" y="5295"/>
                    <a:pt x="7991" y="3486"/>
                  </a:cubicBezTo>
                  <a:cubicBezTo>
                    <a:pt x="7509" y="2220"/>
                    <a:pt x="6617" y="1185"/>
                    <a:pt x="5483" y="572"/>
                  </a:cubicBezTo>
                  <a:cubicBezTo>
                    <a:pt x="4780" y="192"/>
                    <a:pt x="4027" y="1"/>
                    <a:pt x="32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108"/>
            <p:cNvSpPr/>
            <p:nvPr/>
          </p:nvSpPr>
          <p:spPr>
            <a:xfrm>
              <a:off x="6280598" y="2588486"/>
              <a:ext cx="305917" cy="403695"/>
            </a:xfrm>
            <a:custGeom>
              <a:avLst/>
              <a:gdLst/>
              <a:ahLst/>
              <a:cxnLst/>
              <a:rect l="l" t="t" r="r" b="b"/>
              <a:pathLst>
                <a:path w="14564" h="19219" extrusionOk="0">
                  <a:moveTo>
                    <a:pt x="6427" y="0"/>
                  </a:moveTo>
                  <a:lnTo>
                    <a:pt x="6427" y="6899"/>
                  </a:lnTo>
                  <a:lnTo>
                    <a:pt x="0" y="18384"/>
                  </a:lnTo>
                  <a:lnTo>
                    <a:pt x="1492" y="19219"/>
                  </a:lnTo>
                  <a:lnTo>
                    <a:pt x="7282" y="8873"/>
                  </a:lnTo>
                  <a:lnTo>
                    <a:pt x="13072" y="19219"/>
                  </a:lnTo>
                  <a:lnTo>
                    <a:pt x="14564" y="18384"/>
                  </a:lnTo>
                  <a:lnTo>
                    <a:pt x="8137" y="6899"/>
                  </a:lnTo>
                  <a:lnTo>
                    <a:pt x="813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108"/>
            <p:cNvSpPr/>
            <p:nvPr/>
          </p:nvSpPr>
          <p:spPr>
            <a:xfrm>
              <a:off x="6433557" y="2588486"/>
              <a:ext cx="153000" cy="403674"/>
            </a:xfrm>
            <a:custGeom>
              <a:avLst/>
              <a:gdLst/>
              <a:ahLst/>
              <a:cxnLst/>
              <a:rect l="l" t="t" r="r" b="b"/>
              <a:pathLst>
                <a:path w="7284" h="19218" extrusionOk="0">
                  <a:moveTo>
                    <a:pt x="0" y="0"/>
                  </a:moveTo>
                  <a:lnTo>
                    <a:pt x="0" y="8873"/>
                  </a:lnTo>
                  <a:lnTo>
                    <a:pt x="5790" y="19217"/>
                  </a:lnTo>
                  <a:lnTo>
                    <a:pt x="7283" y="18383"/>
                  </a:lnTo>
                  <a:lnTo>
                    <a:pt x="855" y="6899"/>
                  </a:lnTo>
                  <a:lnTo>
                    <a:pt x="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0" name="Google Shape;3630;p108"/>
          <p:cNvGrpSpPr/>
          <p:nvPr/>
        </p:nvGrpSpPr>
        <p:grpSpPr>
          <a:xfrm>
            <a:off x="4614345" y="1469145"/>
            <a:ext cx="460973" cy="310028"/>
            <a:chOff x="3295284" y="627333"/>
            <a:chExt cx="619921" cy="416928"/>
          </a:xfrm>
        </p:grpSpPr>
        <p:sp>
          <p:nvSpPr>
            <p:cNvPr id="3631" name="Google Shape;3631;p108"/>
            <p:cNvSpPr/>
            <p:nvPr/>
          </p:nvSpPr>
          <p:spPr>
            <a:xfrm>
              <a:off x="3395352" y="638171"/>
              <a:ext cx="519853" cy="406048"/>
            </a:xfrm>
            <a:custGeom>
              <a:avLst/>
              <a:gdLst/>
              <a:ahLst/>
              <a:cxnLst/>
              <a:rect l="l" t="t" r="r" b="b"/>
              <a:pathLst>
                <a:path w="24749" h="19331" extrusionOk="0">
                  <a:moveTo>
                    <a:pt x="13108" y="1"/>
                  </a:moveTo>
                  <a:cubicBezTo>
                    <a:pt x="10001" y="1"/>
                    <a:pt x="7023" y="1250"/>
                    <a:pt x="4844" y="3466"/>
                  </a:cubicBezTo>
                  <a:cubicBezTo>
                    <a:pt x="2902" y="3979"/>
                    <a:pt x="1338" y="5421"/>
                    <a:pt x="668" y="7317"/>
                  </a:cubicBezTo>
                  <a:cubicBezTo>
                    <a:pt x="0" y="9211"/>
                    <a:pt x="310" y="11314"/>
                    <a:pt x="1500" y="12935"/>
                  </a:cubicBezTo>
                  <a:lnTo>
                    <a:pt x="1500" y="14473"/>
                  </a:lnTo>
                  <a:cubicBezTo>
                    <a:pt x="1500" y="17151"/>
                    <a:pt x="3680" y="19331"/>
                    <a:pt x="6359" y="19331"/>
                  </a:cubicBezTo>
                  <a:lnTo>
                    <a:pt x="19892" y="19331"/>
                  </a:lnTo>
                  <a:cubicBezTo>
                    <a:pt x="22570" y="19331"/>
                    <a:pt x="24748" y="17151"/>
                    <a:pt x="24748" y="14473"/>
                  </a:cubicBezTo>
                  <a:lnTo>
                    <a:pt x="24748" y="11625"/>
                  </a:lnTo>
                  <a:cubicBezTo>
                    <a:pt x="24748" y="5215"/>
                    <a:pt x="19534" y="1"/>
                    <a:pt x="13124" y="1"/>
                  </a:cubicBezTo>
                  <a:cubicBezTo>
                    <a:pt x="13119" y="1"/>
                    <a:pt x="13114" y="1"/>
                    <a:pt x="1310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108"/>
            <p:cNvSpPr/>
            <p:nvPr/>
          </p:nvSpPr>
          <p:spPr>
            <a:xfrm>
              <a:off x="3672513" y="638213"/>
              <a:ext cx="242692" cy="406048"/>
            </a:xfrm>
            <a:custGeom>
              <a:avLst/>
              <a:gdLst/>
              <a:ahLst/>
              <a:cxnLst/>
              <a:rect l="l" t="t" r="r" b="b"/>
              <a:pathLst>
                <a:path w="11554" h="19331" extrusionOk="0">
                  <a:moveTo>
                    <a:pt x="0" y="0"/>
                  </a:moveTo>
                  <a:lnTo>
                    <a:pt x="0" y="19330"/>
                  </a:lnTo>
                  <a:lnTo>
                    <a:pt x="6697" y="19330"/>
                  </a:lnTo>
                  <a:cubicBezTo>
                    <a:pt x="9375" y="19330"/>
                    <a:pt x="11553" y="17151"/>
                    <a:pt x="11553" y="14472"/>
                  </a:cubicBezTo>
                  <a:lnTo>
                    <a:pt x="11553" y="11623"/>
                  </a:lnTo>
                  <a:cubicBezTo>
                    <a:pt x="11553" y="5237"/>
                    <a:pt x="6378" y="38"/>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108"/>
            <p:cNvSpPr/>
            <p:nvPr/>
          </p:nvSpPr>
          <p:spPr>
            <a:xfrm>
              <a:off x="3295284" y="627333"/>
              <a:ext cx="282391" cy="275565"/>
            </a:xfrm>
            <a:custGeom>
              <a:avLst/>
              <a:gdLst/>
              <a:ahLst/>
              <a:cxnLst/>
              <a:rect l="l" t="t" r="r" b="b"/>
              <a:pathLst>
                <a:path w="13444" h="13119" extrusionOk="0">
                  <a:moveTo>
                    <a:pt x="4093" y="1"/>
                  </a:moveTo>
                  <a:cubicBezTo>
                    <a:pt x="3127" y="1"/>
                    <a:pt x="2229" y="642"/>
                    <a:pt x="1963" y="1637"/>
                  </a:cubicBezTo>
                  <a:cubicBezTo>
                    <a:pt x="692" y="1978"/>
                    <a:pt x="0" y="3349"/>
                    <a:pt x="481" y="4572"/>
                  </a:cubicBezTo>
                  <a:cubicBezTo>
                    <a:pt x="826" y="5449"/>
                    <a:pt x="1662" y="5971"/>
                    <a:pt x="2535" y="5971"/>
                  </a:cubicBezTo>
                  <a:cubicBezTo>
                    <a:pt x="2882" y="5971"/>
                    <a:pt x="3234" y="5889"/>
                    <a:pt x="3564" y="5714"/>
                  </a:cubicBezTo>
                  <a:lnTo>
                    <a:pt x="10968" y="13119"/>
                  </a:lnTo>
                  <a:lnTo>
                    <a:pt x="13443" y="10642"/>
                  </a:lnTo>
                  <a:lnTo>
                    <a:pt x="6040" y="3239"/>
                  </a:lnTo>
                  <a:cubicBezTo>
                    <a:pt x="6657" y="2076"/>
                    <a:pt x="6124" y="636"/>
                    <a:pt x="4899" y="154"/>
                  </a:cubicBezTo>
                  <a:cubicBezTo>
                    <a:pt x="4633" y="50"/>
                    <a:pt x="4361" y="1"/>
                    <a:pt x="4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108"/>
            <p:cNvSpPr/>
            <p:nvPr/>
          </p:nvSpPr>
          <p:spPr>
            <a:xfrm>
              <a:off x="3383043" y="706711"/>
              <a:ext cx="256954" cy="256933"/>
            </a:xfrm>
            <a:custGeom>
              <a:avLst/>
              <a:gdLst/>
              <a:ahLst/>
              <a:cxnLst/>
              <a:rect l="l" t="t" r="r" b="b"/>
              <a:pathLst>
                <a:path w="12233" h="12232" extrusionOk="0">
                  <a:moveTo>
                    <a:pt x="6116" y="0"/>
                  </a:moveTo>
                  <a:cubicBezTo>
                    <a:pt x="2739" y="0"/>
                    <a:pt x="1" y="2738"/>
                    <a:pt x="1" y="6115"/>
                  </a:cubicBezTo>
                  <a:cubicBezTo>
                    <a:pt x="1" y="9494"/>
                    <a:pt x="2739" y="12231"/>
                    <a:pt x="6116" y="12231"/>
                  </a:cubicBezTo>
                  <a:cubicBezTo>
                    <a:pt x="9494" y="12231"/>
                    <a:pt x="12232" y="9494"/>
                    <a:pt x="12232" y="6115"/>
                  </a:cubicBezTo>
                  <a:cubicBezTo>
                    <a:pt x="12232" y="2738"/>
                    <a:pt x="9494" y="0"/>
                    <a:pt x="611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108"/>
            <p:cNvSpPr/>
            <p:nvPr/>
          </p:nvSpPr>
          <p:spPr>
            <a:xfrm>
              <a:off x="3511488" y="706711"/>
              <a:ext cx="128509" cy="256933"/>
            </a:xfrm>
            <a:custGeom>
              <a:avLst/>
              <a:gdLst/>
              <a:ahLst/>
              <a:cxnLst/>
              <a:rect l="l" t="t" r="r" b="b"/>
              <a:pathLst>
                <a:path w="6118" h="12232" extrusionOk="0">
                  <a:moveTo>
                    <a:pt x="1" y="0"/>
                  </a:moveTo>
                  <a:lnTo>
                    <a:pt x="1" y="12231"/>
                  </a:lnTo>
                  <a:cubicBezTo>
                    <a:pt x="3379" y="12231"/>
                    <a:pt x="6117" y="9494"/>
                    <a:pt x="6117" y="6117"/>
                  </a:cubicBezTo>
                  <a:cubicBezTo>
                    <a:pt x="6117" y="2738"/>
                    <a:pt x="3379"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6" name="Google Shape;3636;p108"/>
          <p:cNvGrpSpPr/>
          <p:nvPr/>
        </p:nvGrpSpPr>
        <p:grpSpPr>
          <a:xfrm>
            <a:off x="5514762" y="2147668"/>
            <a:ext cx="468580" cy="437169"/>
            <a:chOff x="5502111" y="1373788"/>
            <a:chExt cx="630150" cy="587909"/>
          </a:xfrm>
        </p:grpSpPr>
        <p:sp>
          <p:nvSpPr>
            <p:cNvPr id="3637" name="Google Shape;3637;p108"/>
            <p:cNvSpPr/>
            <p:nvPr/>
          </p:nvSpPr>
          <p:spPr>
            <a:xfrm>
              <a:off x="5502111" y="1373788"/>
              <a:ext cx="630150" cy="587909"/>
            </a:xfrm>
            <a:custGeom>
              <a:avLst/>
              <a:gdLst/>
              <a:ahLst/>
              <a:cxnLst/>
              <a:rect l="l" t="t" r="r" b="b"/>
              <a:pathLst>
                <a:path w="30000" h="27989" extrusionOk="0">
                  <a:moveTo>
                    <a:pt x="10269" y="1"/>
                  </a:moveTo>
                  <a:cubicBezTo>
                    <a:pt x="9572" y="1"/>
                    <a:pt x="8868" y="73"/>
                    <a:pt x="8163" y="220"/>
                  </a:cubicBezTo>
                  <a:cubicBezTo>
                    <a:pt x="6384" y="591"/>
                    <a:pt x="4744" y="1453"/>
                    <a:pt x="3431" y="2710"/>
                  </a:cubicBezTo>
                  <a:cubicBezTo>
                    <a:pt x="2115" y="3963"/>
                    <a:pt x="1185" y="5568"/>
                    <a:pt x="747" y="7332"/>
                  </a:cubicBezTo>
                  <a:cubicBezTo>
                    <a:pt x="1" y="10345"/>
                    <a:pt x="637" y="13445"/>
                    <a:pt x="2491" y="15839"/>
                  </a:cubicBezTo>
                  <a:cubicBezTo>
                    <a:pt x="3251" y="16822"/>
                    <a:pt x="3524" y="18125"/>
                    <a:pt x="3217" y="19325"/>
                  </a:cubicBezTo>
                  <a:cubicBezTo>
                    <a:pt x="3062" y="19934"/>
                    <a:pt x="2989" y="20562"/>
                    <a:pt x="3002" y="21191"/>
                  </a:cubicBezTo>
                  <a:cubicBezTo>
                    <a:pt x="3078" y="24853"/>
                    <a:pt x="6002" y="27837"/>
                    <a:pt x="9661" y="27984"/>
                  </a:cubicBezTo>
                  <a:cubicBezTo>
                    <a:pt x="9758" y="27987"/>
                    <a:pt x="9853" y="27988"/>
                    <a:pt x="9949" y="27988"/>
                  </a:cubicBezTo>
                  <a:cubicBezTo>
                    <a:pt x="9956" y="27988"/>
                    <a:pt x="9963" y="27988"/>
                    <a:pt x="9970" y="27988"/>
                  </a:cubicBezTo>
                  <a:cubicBezTo>
                    <a:pt x="11402" y="27988"/>
                    <a:pt x="12797" y="27541"/>
                    <a:pt x="13962" y="26708"/>
                  </a:cubicBezTo>
                  <a:cubicBezTo>
                    <a:pt x="15335" y="25734"/>
                    <a:pt x="16932" y="25224"/>
                    <a:pt x="18561" y="25224"/>
                  </a:cubicBezTo>
                  <a:cubicBezTo>
                    <a:pt x="18967" y="25224"/>
                    <a:pt x="19376" y="25256"/>
                    <a:pt x="19783" y="25320"/>
                  </a:cubicBezTo>
                  <a:cubicBezTo>
                    <a:pt x="20225" y="25391"/>
                    <a:pt x="20673" y="25426"/>
                    <a:pt x="21121" y="25426"/>
                  </a:cubicBezTo>
                  <a:cubicBezTo>
                    <a:pt x="23738" y="25426"/>
                    <a:pt x="26172" y="24246"/>
                    <a:pt x="27797" y="22191"/>
                  </a:cubicBezTo>
                  <a:cubicBezTo>
                    <a:pt x="29421" y="20135"/>
                    <a:pt x="30000" y="17458"/>
                    <a:pt x="29381" y="14850"/>
                  </a:cubicBezTo>
                  <a:lnTo>
                    <a:pt x="29382" y="14848"/>
                  </a:lnTo>
                  <a:cubicBezTo>
                    <a:pt x="28671" y="11849"/>
                    <a:pt x="26383" y="9499"/>
                    <a:pt x="23412" y="8714"/>
                  </a:cubicBezTo>
                  <a:lnTo>
                    <a:pt x="23328" y="8693"/>
                  </a:lnTo>
                  <a:cubicBezTo>
                    <a:pt x="21453" y="8213"/>
                    <a:pt x="19867" y="6964"/>
                    <a:pt x="18963" y="5250"/>
                  </a:cubicBezTo>
                  <a:cubicBezTo>
                    <a:pt x="17994" y="3413"/>
                    <a:pt x="16434" y="1899"/>
                    <a:pt x="14567" y="991"/>
                  </a:cubicBezTo>
                  <a:cubicBezTo>
                    <a:pt x="13219" y="334"/>
                    <a:pt x="11761" y="1"/>
                    <a:pt x="102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108"/>
            <p:cNvSpPr/>
            <p:nvPr/>
          </p:nvSpPr>
          <p:spPr>
            <a:xfrm>
              <a:off x="5798702" y="1390297"/>
              <a:ext cx="333559" cy="542202"/>
            </a:xfrm>
            <a:custGeom>
              <a:avLst/>
              <a:gdLst/>
              <a:ahLst/>
              <a:cxnLst/>
              <a:rect l="l" t="t" r="r" b="b"/>
              <a:pathLst>
                <a:path w="15880" h="25813" extrusionOk="0">
                  <a:moveTo>
                    <a:pt x="0" y="0"/>
                  </a:moveTo>
                  <a:lnTo>
                    <a:pt x="0" y="25812"/>
                  </a:lnTo>
                  <a:cubicBezTo>
                    <a:pt x="1336" y="24909"/>
                    <a:pt x="2873" y="24437"/>
                    <a:pt x="4438" y="24437"/>
                  </a:cubicBezTo>
                  <a:cubicBezTo>
                    <a:pt x="4846" y="24437"/>
                    <a:pt x="5255" y="24469"/>
                    <a:pt x="5663" y="24534"/>
                  </a:cubicBezTo>
                  <a:cubicBezTo>
                    <a:pt x="6105" y="24603"/>
                    <a:pt x="6553" y="24638"/>
                    <a:pt x="7001" y="24638"/>
                  </a:cubicBezTo>
                  <a:cubicBezTo>
                    <a:pt x="9618" y="24638"/>
                    <a:pt x="12052" y="23458"/>
                    <a:pt x="13677" y="21403"/>
                  </a:cubicBezTo>
                  <a:cubicBezTo>
                    <a:pt x="15301" y="19348"/>
                    <a:pt x="15880" y="16671"/>
                    <a:pt x="15262" y="14062"/>
                  </a:cubicBezTo>
                  <a:cubicBezTo>
                    <a:pt x="14551" y="11063"/>
                    <a:pt x="12263" y="8713"/>
                    <a:pt x="9292" y="7928"/>
                  </a:cubicBezTo>
                  <a:lnTo>
                    <a:pt x="9208" y="7907"/>
                  </a:lnTo>
                  <a:cubicBezTo>
                    <a:pt x="7333" y="7427"/>
                    <a:pt x="5747" y="6178"/>
                    <a:pt x="4843" y="4464"/>
                  </a:cubicBezTo>
                  <a:cubicBezTo>
                    <a:pt x="3874" y="2627"/>
                    <a:pt x="2314" y="1113"/>
                    <a:pt x="447" y="205"/>
                  </a:cubicBezTo>
                  <a:cubicBezTo>
                    <a:pt x="299" y="132"/>
                    <a:pt x="151" y="64"/>
                    <a:pt x="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108"/>
            <p:cNvSpPr/>
            <p:nvPr/>
          </p:nvSpPr>
          <p:spPr>
            <a:xfrm>
              <a:off x="5684918" y="1573104"/>
              <a:ext cx="227568" cy="227568"/>
            </a:xfrm>
            <a:custGeom>
              <a:avLst/>
              <a:gdLst/>
              <a:ahLst/>
              <a:cxnLst/>
              <a:rect l="l" t="t" r="r" b="b"/>
              <a:pathLst>
                <a:path w="10834" h="10834" extrusionOk="0">
                  <a:moveTo>
                    <a:pt x="5417" y="1"/>
                  </a:moveTo>
                  <a:cubicBezTo>
                    <a:pt x="2430" y="1"/>
                    <a:pt x="1" y="2431"/>
                    <a:pt x="1" y="5417"/>
                  </a:cubicBezTo>
                  <a:cubicBezTo>
                    <a:pt x="1" y="8403"/>
                    <a:pt x="2430" y="10833"/>
                    <a:pt x="5417" y="10833"/>
                  </a:cubicBezTo>
                  <a:cubicBezTo>
                    <a:pt x="8404" y="10833"/>
                    <a:pt x="10834" y="8404"/>
                    <a:pt x="10834" y="5417"/>
                  </a:cubicBezTo>
                  <a:cubicBezTo>
                    <a:pt x="10834" y="2430"/>
                    <a:pt x="8403" y="1"/>
                    <a:pt x="541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108"/>
            <p:cNvSpPr/>
            <p:nvPr/>
          </p:nvSpPr>
          <p:spPr>
            <a:xfrm>
              <a:off x="5798702" y="1573104"/>
              <a:ext cx="113784" cy="227568"/>
            </a:xfrm>
            <a:custGeom>
              <a:avLst/>
              <a:gdLst/>
              <a:ahLst/>
              <a:cxnLst/>
              <a:rect l="l" t="t" r="r" b="b"/>
              <a:pathLst>
                <a:path w="5417" h="10834" extrusionOk="0">
                  <a:moveTo>
                    <a:pt x="0" y="1"/>
                  </a:moveTo>
                  <a:lnTo>
                    <a:pt x="0" y="10833"/>
                  </a:lnTo>
                  <a:cubicBezTo>
                    <a:pt x="2986" y="10833"/>
                    <a:pt x="5417" y="8404"/>
                    <a:pt x="5417" y="5417"/>
                  </a:cubicBezTo>
                  <a:cubicBezTo>
                    <a:pt x="5417" y="2430"/>
                    <a:pt x="2986"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1" name="Google Shape;3641;p108"/>
          <p:cNvGrpSpPr/>
          <p:nvPr/>
        </p:nvGrpSpPr>
        <p:grpSpPr>
          <a:xfrm>
            <a:off x="3912757" y="1396226"/>
            <a:ext cx="325819" cy="455865"/>
            <a:chOff x="2721994" y="697994"/>
            <a:chExt cx="438164" cy="613052"/>
          </a:xfrm>
        </p:grpSpPr>
        <p:sp>
          <p:nvSpPr>
            <p:cNvPr id="3642" name="Google Shape;3642;p108"/>
            <p:cNvSpPr/>
            <p:nvPr/>
          </p:nvSpPr>
          <p:spPr>
            <a:xfrm>
              <a:off x="2767869" y="725405"/>
              <a:ext cx="343831" cy="238869"/>
            </a:xfrm>
            <a:custGeom>
              <a:avLst/>
              <a:gdLst/>
              <a:ahLst/>
              <a:cxnLst/>
              <a:rect l="l" t="t" r="r" b="b"/>
              <a:pathLst>
                <a:path w="16369" h="11372" extrusionOk="0">
                  <a:moveTo>
                    <a:pt x="7525" y="0"/>
                  </a:moveTo>
                  <a:lnTo>
                    <a:pt x="1740" y="4628"/>
                  </a:lnTo>
                  <a:cubicBezTo>
                    <a:pt x="484" y="5632"/>
                    <a:pt x="0" y="7321"/>
                    <a:pt x="532" y="8838"/>
                  </a:cubicBezTo>
                  <a:cubicBezTo>
                    <a:pt x="1064" y="10356"/>
                    <a:pt x="2498" y="11372"/>
                    <a:pt x="4105" y="11372"/>
                  </a:cubicBezTo>
                  <a:lnTo>
                    <a:pt x="12387" y="11372"/>
                  </a:lnTo>
                  <a:cubicBezTo>
                    <a:pt x="13629" y="11372"/>
                    <a:pt x="14791" y="10763"/>
                    <a:pt x="15498" y="9743"/>
                  </a:cubicBezTo>
                  <a:cubicBezTo>
                    <a:pt x="16206" y="8721"/>
                    <a:pt x="16368" y="7418"/>
                    <a:pt x="15932" y="6256"/>
                  </a:cubicBezTo>
                  <a:cubicBezTo>
                    <a:pt x="15691" y="5616"/>
                    <a:pt x="15284" y="5056"/>
                    <a:pt x="14752" y="4628"/>
                  </a:cubicBezTo>
                  <a:lnTo>
                    <a:pt x="89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108"/>
            <p:cNvSpPr/>
            <p:nvPr/>
          </p:nvSpPr>
          <p:spPr>
            <a:xfrm>
              <a:off x="2721994" y="697994"/>
              <a:ext cx="438164" cy="613052"/>
            </a:xfrm>
            <a:custGeom>
              <a:avLst/>
              <a:gdLst/>
              <a:ahLst/>
              <a:cxnLst/>
              <a:rect l="l" t="t" r="r" b="b"/>
              <a:pathLst>
                <a:path w="20860" h="29186" extrusionOk="0">
                  <a:moveTo>
                    <a:pt x="10430" y="1"/>
                  </a:moveTo>
                  <a:lnTo>
                    <a:pt x="9450" y="982"/>
                  </a:lnTo>
                  <a:cubicBezTo>
                    <a:pt x="5818" y="4613"/>
                    <a:pt x="4396" y="9906"/>
                    <a:pt x="5719" y="14868"/>
                  </a:cubicBezTo>
                  <a:lnTo>
                    <a:pt x="6038" y="16060"/>
                  </a:lnTo>
                  <a:lnTo>
                    <a:pt x="6038" y="20960"/>
                  </a:lnTo>
                  <a:cubicBezTo>
                    <a:pt x="6038" y="22276"/>
                    <a:pt x="4967" y="23347"/>
                    <a:pt x="3651" y="23347"/>
                  </a:cubicBezTo>
                  <a:cubicBezTo>
                    <a:pt x="3650" y="23347"/>
                    <a:pt x="3648" y="23347"/>
                    <a:pt x="3647" y="23347"/>
                  </a:cubicBezTo>
                  <a:cubicBezTo>
                    <a:pt x="2750" y="23347"/>
                    <a:pt x="1929" y="22843"/>
                    <a:pt x="1523" y="22044"/>
                  </a:cubicBezTo>
                  <a:lnTo>
                    <a:pt x="0" y="22822"/>
                  </a:lnTo>
                  <a:cubicBezTo>
                    <a:pt x="695" y="24193"/>
                    <a:pt x="2102" y="25057"/>
                    <a:pt x="3639" y="25057"/>
                  </a:cubicBezTo>
                  <a:cubicBezTo>
                    <a:pt x="3643" y="25057"/>
                    <a:pt x="3647" y="25057"/>
                    <a:pt x="3651" y="25057"/>
                  </a:cubicBezTo>
                  <a:cubicBezTo>
                    <a:pt x="5289" y="25057"/>
                    <a:pt x="6703" y="24091"/>
                    <a:pt x="7360" y="22699"/>
                  </a:cubicBezTo>
                  <a:lnTo>
                    <a:pt x="8101" y="22699"/>
                  </a:lnTo>
                  <a:lnTo>
                    <a:pt x="8101" y="25086"/>
                  </a:lnTo>
                  <a:cubicBezTo>
                    <a:pt x="8101" y="26402"/>
                    <a:pt x="7030" y="27473"/>
                    <a:pt x="5713" y="27473"/>
                  </a:cubicBezTo>
                  <a:cubicBezTo>
                    <a:pt x="5711" y="27473"/>
                    <a:pt x="5708" y="27473"/>
                    <a:pt x="5706" y="27473"/>
                  </a:cubicBezTo>
                  <a:cubicBezTo>
                    <a:pt x="4810" y="27473"/>
                    <a:pt x="3992" y="26970"/>
                    <a:pt x="3586" y="26170"/>
                  </a:cubicBezTo>
                  <a:lnTo>
                    <a:pt x="2064" y="26950"/>
                  </a:lnTo>
                  <a:cubicBezTo>
                    <a:pt x="2760" y="28322"/>
                    <a:pt x="4168" y="29185"/>
                    <a:pt x="5706" y="29185"/>
                  </a:cubicBezTo>
                  <a:cubicBezTo>
                    <a:pt x="5708" y="29185"/>
                    <a:pt x="5711" y="29185"/>
                    <a:pt x="5713" y="29185"/>
                  </a:cubicBezTo>
                  <a:cubicBezTo>
                    <a:pt x="7973" y="29185"/>
                    <a:pt x="9811" y="27346"/>
                    <a:pt x="9811" y="25086"/>
                  </a:cubicBezTo>
                  <a:lnTo>
                    <a:pt x="9811" y="22699"/>
                  </a:lnTo>
                  <a:lnTo>
                    <a:pt x="11049" y="22699"/>
                  </a:lnTo>
                  <a:lnTo>
                    <a:pt x="11049" y="25086"/>
                  </a:lnTo>
                  <a:cubicBezTo>
                    <a:pt x="11049" y="27346"/>
                    <a:pt x="12886" y="29184"/>
                    <a:pt x="15146" y="29184"/>
                  </a:cubicBezTo>
                  <a:cubicBezTo>
                    <a:pt x="15149" y="29184"/>
                    <a:pt x="15151" y="29184"/>
                    <a:pt x="15154" y="29184"/>
                  </a:cubicBezTo>
                  <a:cubicBezTo>
                    <a:pt x="16691" y="29184"/>
                    <a:pt x="18100" y="28321"/>
                    <a:pt x="18797" y="26949"/>
                  </a:cubicBezTo>
                  <a:lnTo>
                    <a:pt x="17274" y="26170"/>
                  </a:lnTo>
                  <a:cubicBezTo>
                    <a:pt x="16867" y="26969"/>
                    <a:pt x="16047" y="27473"/>
                    <a:pt x="15150" y="27473"/>
                  </a:cubicBezTo>
                  <a:cubicBezTo>
                    <a:pt x="15149" y="27473"/>
                    <a:pt x="15147" y="27473"/>
                    <a:pt x="15146" y="27473"/>
                  </a:cubicBezTo>
                  <a:cubicBezTo>
                    <a:pt x="13830" y="27473"/>
                    <a:pt x="12759" y="26402"/>
                    <a:pt x="12759" y="25086"/>
                  </a:cubicBezTo>
                  <a:lnTo>
                    <a:pt x="12759" y="22699"/>
                  </a:lnTo>
                  <a:lnTo>
                    <a:pt x="13501" y="22699"/>
                  </a:lnTo>
                  <a:cubicBezTo>
                    <a:pt x="14156" y="24091"/>
                    <a:pt x="15572" y="25057"/>
                    <a:pt x="17210" y="25057"/>
                  </a:cubicBezTo>
                  <a:cubicBezTo>
                    <a:pt x="17213" y="25057"/>
                    <a:pt x="17215" y="25057"/>
                    <a:pt x="17218" y="25057"/>
                  </a:cubicBezTo>
                  <a:cubicBezTo>
                    <a:pt x="18755" y="25057"/>
                    <a:pt x="20163" y="24194"/>
                    <a:pt x="20859" y="22822"/>
                  </a:cubicBezTo>
                  <a:lnTo>
                    <a:pt x="19338" y="22044"/>
                  </a:lnTo>
                  <a:cubicBezTo>
                    <a:pt x="18931" y="22843"/>
                    <a:pt x="18109" y="23347"/>
                    <a:pt x="17214" y="23347"/>
                  </a:cubicBezTo>
                  <a:cubicBezTo>
                    <a:pt x="17213" y="23347"/>
                    <a:pt x="17211" y="23347"/>
                    <a:pt x="17210" y="23347"/>
                  </a:cubicBezTo>
                  <a:cubicBezTo>
                    <a:pt x="15892" y="23347"/>
                    <a:pt x="14821" y="22276"/>
                    <a:pt x="14821" y="20959"/>
                  </a:cubicBezTo>
                  <a:lnTo>
                    <a:pt x="14821" y="16060"/>
                  </a:lnTo>
                  <a:lnTo>
                    <a:pt x="15140" y="14868"/>
                  </a:lnTo>
                  <a:cubicBezTo>
                    <a:pt x="16464" y="9906"/>
                    <a:pt x="15042" y="4613"/>
                    <a:pt x="11410" y="982"/>
                  </a:cubicBezTo>
                  <a:lnTo>
                    <a:pt x="1043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108"/>
            <p:cNvSpPr/>
            <p:nvPr/>
          </p:nvSpPr>
          <p:spPr>
            <a:xfrm>
              <a:off x="2826704" y="1008216"/>
              <a:ext cx="77235" cy="74316"/>
            </a:xfrm>
            <a:custGeom>
              <a:avLst/>
              <a:gdLst/>
              <a:ahLst/>
              <a:cxnLst/>
              <a:rect l="l" t="t" r="r" b="b"/>
              <a:pathLst>
                <a:path w="3677" h="3538" extrusionOk="0">
                  <a:moveTo>
                    <a:pt x="1908" y="1"/>
                  </a:moveTo>
                  <a:cubicBezTo>
                    <a:pt x="1192" y="1"/>
                    <a:pt x="547" y="431"/>
                    <a:pt x="273" y="1092"/>
                  </a:cubicBezTo>
                  <a:cubicBezTo>
                    <a:pt x="1" y="1753"/>
                    <a:pt x="152" y="2514"/>
                    <a:pt x="657" y="3020"/>
                  </a:cubicBezTo>
                  <a:cubicBezTo>
                    <a:pt x="996" y="3358"/>
                    <a:pt x="1448" y="3537"/>
                    <a:pt x="1908" y="3537"/>
                  </a:cubicBezTo>
                  <a:cubicBezTo>
                    <a:pt x="2136" y="3537"/>
                    <a:pt x="2366" y="3493"/>
                    <a:pt x="2585" y="3402"/>
                  </a:cubicBezTo>
                  <a:cubicBezTo>
                    <a:pt x="3246" y="3130"/>
                    <a:pt x="3677" y="2485"/>
                    <a:pt x="3677" y="1769"/>
                  </a:cubicBezTo>
                  <a:cubicBezTo>
                    <a:pt x="3677" y="792"/>
                    <a:pt x="2885" y="1"/>
                    <a:pt x="190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108"/>
            <p:cNvSpPr/>
            <p:nvPr/>
          </p:nvSpPr>
          <p:spPr>
            <a:xfrm>
              <a:off x="2811644" y="990257"/>
              <a:ext cx="110255" cy="110234"/>
            </a:xfrm>
            <a:custGeom>
              <a:avLst/>
              <a:gdLst/>
              <a:ahLst/>
              <a:cxnLst/>
              <a:rect l="l" t="t" r="r" b="b"/>
              <a:pathLst>
                <a:path w="5249" h="5248" extrusionOk="0">
                  <a:moveTo>
                    <a:pt x="2625" y="1711"/>
                  </a:moveTo>
                  <a:cubicBezTo>
                    <a:pt x="3130" y="1711"/>
                    <a:pt x="3538" y="2120"/>
                    <a:pt x="3538" y="2624"/>
                  </a:cubicBezTo>
                  <a:cubicBezTo>
                    <a:pt x="3538" y="2994"/>
                    <a:pt x="3315" y="3327"/>
                    <a:pt x="2975" y="3468"/>
                  </a:cubicBezTo>
                  <a:cubicBezTo>
                    <a:pt x="2861" y="3515"/>
                    <a:pt x="2742" y="3538"/>
                    <a:pt x="2624" y="3538"/>
                  </a:cubicBezTo>
                  <a:cubicBezTo>
                    <a:pt x="2386" y="3538"/>
                    <a:pt x="2153" y="3445"/>
                    <a:pt x="1979" y="3270"/>
                  </a:cubicBezTo>
                  <a:cubicBezTo>
                    <a:pt x="1718" y="3008"/>
                    <a:pt x="1640" y="2615"/>
                    <a:pt x="1780" y="2275"/>
                  </a:cubicBezTo>
                  <a:cubicBezTo>
                    <a:pt x="1922" y="1933"/>
                    <a:pt x="2256" y="1711"/>
                    <a:pt x="2625" y="1711"/>
                  </a:cubicBezTo>
                  <a:close/>
                  <a:moveTo>
                    <a:pt x="2625" y="1"/>
                  </a:moveTo>
                  <a:cubicBezTo>
                    <a:pt x="1179" y="1"/>
                    <a:pt x="0" y="1178"/>
                    <a:pt x="0" y="2624"/>
                  </a:cubicBezTo>
                  <a:cubicBezTo>
                    <a:pt x="0" y="4070"/>
                    <a:pt x="1177" y="5247"/>
                    <a:pt x="2625" y="5247"/>
                  </a:cubicBezTo>
                  <a:cubicBezTo>
                    <a:pt x="4070" y="5247"/>
                    <a:pt x="5249" y="4070"/>
                    <a:pt x="5249" y="2624"/>
                  </a:cubicBezTo>
                  <a:cubicBezTo>
                    <a:pt x="5249" y="1178"/>
                    <a:pt x="4070" y="1"/>
                    <a:pt x="262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108"/>
            <p:cNvSpPr/>
            <p:nvPr/>
          </p:nvSpPr>
          <p:spPr>
            <a:xfrm>
              <a:off x="2941055" y="697994"/>
              <a:ext cx="219103" cy="613010"/>
            </a:xfrm>
            <a:custGeom>
              <a:avLst/>
              <a:gdLst/>
              <a:ahLst/>
              <a:cxnLst/>
              <a:rect l="l" t="t" r="r" b="b"/>
              <a:pathLst>
                <a:path w="10431" h="29184" extrusionOk="0">
                  <a:moveTo>
                    <a:pt x="1" y="1"/>
                  </a:moveTo>
                  <a:lnTo>
                    <a:pt x="1" y="22699"/>
                  </a:lnTo>
                  <a:lnTo>
                    <a:pt x="620" y="22699"/>
                  </a:lnTo>
                  <a:lnTo>
                    <a:pt x="620" y="25086"/>
                  </a:lnTo>
                  <a:cubicBezTo>
                    <a:pt x="620" y="27346"/>
                    <a:pt x="2457" y="29184"/>
                    <a:pt x="4717" y="29184"/>
                  </a:cubicBezTo>
                  <a:cubicBezTo>
                    <a:pt x="4720" y="29184"/>
                    <a:pt x="4722" y="29184"/>
                    <a:pt x="4725" y="29184"/>
                  </a:cubicBezTo>
                  <a:cubicBezTo>
                    <a:pt x="6262" y="29184"/>
                    <a:pt x="7671" y="28321"/>
                    <a:pt x="8368" y="26949"/>
                  </a:cubicBezTo>
                  <a:lnTo>
                    <a:pt x="6845" y="26170"/>
                  </a:lnTo>
                  <a:cubicBezTo>
                    <a:pt x="6438" y="26969"/>
                    <a:pt x="5618" y="27473"/>
                    <a:pt x="4721" y="27473"/>
                  </a:cubicBezTo>
                  <a:cubicBezTo>
                    <a:pt x="4720" y="27473"/>
                    <a:pt x="4718" y="27473"/>
                    <a:pt x="4717" y="27473"/>
                  </a:cubicBezTo>
                  <a:cubicBezTo>
                    <a:pt x="3401" y="27473"/>
                    <a:pt x="2330" y="26402"/>
                    <a:pt x="2330" y="25086"/>
                  </a:cubicBezTo>
                  <a:lnTo>
                    <a:pt x="2330" y="22699"/>
                  </a:lnTo>
                  <a:lnTo>
                    <a:pt x="3072" y="22699"/>
                  </a:lnTo>
                  <a:cubicBezTo>
                    <a:pt x="3727" y="24091"/>
                    <a:pt x="5143" y="25057"/>
                    <a:pt x="6781" y="25057"/>
                  </a:cubicBezTo>
                  <a:cubicBezTo>
                    <a:pt x="6784" y="25057"/>
                    <a:pt x="6786" y="25057"/>
                    <a:pt x="6789" y="25057"/>
                  </a:cubicBezTo>
                  <a:cubicBezTo>
                    <a:pt x="8326" y="25057"/>
                    <a:pt x="9734" y="24194"/>
                    <a:pt x="10430" y="22822"/>
                  </a:cubicBezTo>
                  <a:lnTo>
                    <a:pt x="8909" y="22044"/>
                  </a:lnTo>
                  <a:cubicBezTo>
                    <a:pt x="8502" y="22843"/>
                    <a:pt x="7680" y="23347"/>
                    <a:pt x="6785" y="23347"/>
                  </a:cubicBezTo>
                  <a:cubicBezTo>
                    <a:pt x="6784" y="23347"/>
                    <a:pt x="6782" y="23347"/>
                    <a:pt x="6781" y="23347"/>
                  </a:cubicBezTo>
                  <a:cubicBezTo>
                    <a:pt x="5463" y="23347"/>
                    <a:pt x="4392" y="22276"/>
                    <a:pt x="4392" y="20959"/>
                  </a:cubicBezTo>
                  <a:lnTo>
                    <a:pt x="4392" y="16060"/>
                  </a:lnTo>
                  <a:lnTo>
                    <a:pt x="4711" y="14868"/>
                  </a:lnTo>
                  <a:cubicBezTo>
                    <a:pt x="6035" y="9906"/>
                    <a:pt x="4613" y="4613"/>
                    <a:pt x="981" y="982"/>
                  </a:cubicBez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108"/>
            <p:cNvSpPr/>
            <p:nvPr/>
          </p:nvSpPr>
          <p:spPr>
            <a:xfrm>
              <a:off x="2975273" y="1008216"/>
              <a:ext cx="77256" cy="74316"/>
            </a:xfrm>
            <a:custGeom>
              <a:avLst/>
              <a:gdLst/>
              <a:ahLst/>
              <a:cxnLst/>
              <a:rect l="l" t="t" r="r" b="b"/>
              <a:pathLst>
                <a:path w="3678" h="3538" extrusionOk="0">
                  <a:moveTo>
                    <a:pt x="1910" y="1"/>
                  </a:moveTo>
                  <a:cubicBezTo>
                    <a:pt x="1194" y="1"/>
                    <a:pt x="549" y="431"/>
                    <a:pt x="275" y="1092"/>
                  </a:cubicBezTo>
                  <a:cubicBezTo>
                    <a:pt x="1" y="1753"/>
                    <a:pt x="153" y="2514"/>
                    <a:pt x="659" y="3020"/>
                  </a:cubicBezTo>
                  <a:cubicBezTo>
                    <a:pt x="997" y="3358"/>
                    <a:pt x="1449" y="3537"/>
                    <a:pt x="1909" y="3537"/>
                  </a:cubicBezTo>
                  <a:cubicBezTo>
                    <a:pt x="2137" y="3537"/>
                    <a:pt x="2366" y="3493"/>
                    <a:pt x="2585" y="3402"/>
                  </a:cubicBezTo>
                  <a:cubicBezTo>
                    <a:pt x="3246" y="3128"/>
                    <a:pt x="3678" y="2484"/>
                    <a:pt x="3678" y="1769"/>
                  </a:cubicBezTo>
                  <a:cubicBezTo>
                    <a:pt x="3678" y="792"/>
                    <a:pt x="2885" y="1"/>
                    <a:pt x="191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108"/>
            <p:cNvSpPr/>
            <p:nvPr/>
          </p:nvSpPr>
          <p:spPr>
            <a:xfrm>
              <a:off x="2960233" y="990257"/>
              <a:ext cx="110276" cy="110234"/>
            </a:xfrm>
            <a:custGeom>
              <a:avLst/>
              <a:gdLst/>
              <a:ahLst/>
              <a:cxnLst/>
              <a:rect l="l" t="t" r="r" b="b"/>
              <a:pathLst>
                <a:path w="5250" h="5248" extrusionOk="0">
                  <a:moveTo>
                    <a:pt x="2626" y="1711"/>
                  </a:moveTo>
                  <a:cubicBezTo>
                    <a:pt x="3129" y="1711"/>
                    <a:pt x="3537" y="2120"/>
                    <a:pt x="3539" y="2624"/>
                  </a:cubicBezTo>
                  <a:cubicBezTo>
                    <a:pt x="3539" y="2994"/>
                    <a:pt x="3316" y="3327"/>
                    <a:pt x="2975" y="3468"/>
                  </a:cubicBezTo>
                  <a:cubicBezTo>
                    <a:pt x="2861" y="3515"/>
                    <a:pt x="2742" y="3538"/>
                    <a:pt x="2624" y="3538"/>
                  </a:cubicBezTo>
                  <a:cubicBezTo>
                    <a:pt x="2387" y="3538"/>
                    <a:pt x="2154" y="3445"/>
                    <a:pt x="1979" y="3270"/>
                  </a:cubicBezTo>
                  <a:cubicBezTo>
                    <a:pt x="1717" y="3008"/>
                    <a:pt x="1640" y="2615"/>
                    <a:pt x="1781" y="2275"/>
                  </a:cubicBezTo>
                  <a:cubicBezTo>
                    <a:pt x="1923" y="1933"/>
                    <a:pt x="2256" y="1711"/>
                    <a:pt x="2626" y="1711"/>
                  </a:cubicBezTo>
                  <a:close/>
                  <a:moveTo>
                    <a:pt x="2626" y="1"/>
                  </a:moveTo>
                  <a:cubicBezTo>
                    <a:pt x="1179" y="1"/>
                    <a:pt x="1" y="1178"/>
                    <a:pt x="1" y="2624"/>
                  </a:cubicBezTo>
                  <a:cubicBezTo>
                    <a:pt x="1" y="4070"/>
                    <a:pt x="1178" y="5247"/>
                    <a:pt x="2626" y="5247"/>
                  </a:cubicBezTo>
                  <a:cubicBezTo>
                    <a:pt x="4071" y="5247"/>
                    <a:pt x="5249" y="4070"/>
                    <a:pt x="5249" y="2624"/>
                  </a:cubicBezTo>
                  <a:cubicBezTo>
                    <a:pt x="5249" y="1178"/>
                    <a:pt x="4071" y="1"/>
                    <a:pt x="262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9" name="Google Shape;3649;p108"/>
          <p:cNvGrpSpPr/>
          <p:nvPr/>
        </p:nvGrpSpPr>
        <p:grpSpPr>
          <a:xfrm>
            <a:off x="4198664" y="2138336"/>
            <a:ext cx="266521" cy="455834"/>
            <a:chOff x="5058990" y="1107927"/>
            <a:chExt cx="358420" cy="613010"/>
          </a:xfrm>
        </p:grpSpPr>
        <p:sp>
          <p:nvSpPr>
            <p:cNvPr id="3650" name="Google Shape;3650;p108"/>
            <p:cNvSpPr/>
            <p:nvPr/>
          </p:nvSpPr>
          <p:spPr>
            <a:xfrm>
              <a:off x="5058990" y="1107927"/>
              <a:ext cx="201543" cy="229900"/>
            </a:xfrm>
            <a:custGeom>
              <a:avLst/>
              <a:gdLst/>
              <a:ahLst/>
              <a:cxnLst/>
              <a:rect l="l" t="t" r="r" b="b"/>
              <a:pathLst>
                <a:path w="9595" h="10945" extrusionOk="0">
                  <a:moveTo>
                    <a:pt x="3703" y="1"/>
                  </a:moveTo>
                  <a:cubicBezTo>
                    <a:pt x="3490" y="1"/>
                    <a:pt x="3271" y="8"/>
                    <a:pt x="3046" y="24"/>
                  </a:cubicBezTo>
                  <a:cubicBezTo>
                    <a:pt x="1824" y="106"/>
                    <a:pt x="870" y="395"/>
                    <a:pt x="830" y="406"/>
                  </a:cubicBezTo>
                  <a:lnTo>
                    <a:pt x="133" y="619"/>
                  </a:lnTo>
                  <a:lnTo>
                    <a:pt x="102" y="1348"/>
                  </a:lnTo>
                  <a:cubicBezTo>
                    <a:pt x="97" y="1473"/>
                    <a:pt x="1" y="4453"/>
                    <a:pt x="2297" y="7252"/>
                  </a:cubicBezTo>
                  <a:cubicBezTo>
                    <a:pt x="4616" y="10078"/>
                    <a:pt x="8235" y="10716"/>
                    <a:pt x="8387" y="10740"/>
                  </a:cubicBezTo>
                  <a:lnTo>
                    <a:pt x="9594" y="10945"/>
                  </a:lnTo>
                  <a:lnTo>
                    <a:pt x="9575" y="7040"/>
                  </a:lnTo>
                  <a:cubicBezTo>
                    <a:pt x="9577" y="6894"/>
                    <a:pt x="9581" y="5936"/>
                    <a:pt x="9344" y="4799"/>
                  </a:cubicBezTo>
                  <a:cubicBezTo>
                    <a:pt x="8984" y="3079"/>
                    <a:pt x="8274" y="1809"/>
                    <a:pt x="7232" y="1025"/>
                  </a:cubicBezTo>
                  <a:cubicBezTo>
                    <a:pt x="6326" y="345"/>
                    <a:pt x="5141" y="1"/>
                    <a:pt x="37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108"/>
            <p:cNvSpPr/>
            <p:nvPr/>
          </p:nvSpPr>
          <p:spPr>
            <a:xfrm>
              <a:off x="5060367" y="1107927"/>
              <a:ext cx="198770" cy="229900"/>
            </a:xfrm>
            <a:custGeom>
              <a:avLst/>
              <a:gdLst/>
              <a:ahLst/>
              <a:cxnLst/>
              <a:rect l="l" t="t" r="r" b="b"/>
              <a:pathLst>
                <a:path w="9463" h="10945" extrusionOk="0">
                  <a:moveTo>
                    <a:pt x="3571" y="1"/>
                  </a:moveTo>
                  <a:cubicBezTo>
                    <a:pt x="3358" y="1"/>
                    <a:pt x="3139" y="8"/>
                    <a:pt x="2914" y="24"/>
                  </a:cubicBezTo>
                  <a:cubicBezTo>
                    <a:pt x="1692" y="106"/>
                    <a:pt x="738" y="395"/>
                    <a:pt x="698" y="406"/>
                  </a:cubicBezTo>
                  <a:lnTo>
                    <a:pt x="1" y="619"/>
                  </a:lnTo>
                  <a:lnTo>
                    <a:pt x="9462" y="10945"/>
                  </a:lnTo>
                  <a:lnTo>
                    <a:pt x="9443" y="7040"/>
                  </a:lnTo>
                  <a:cubicBezTo>
                    <a:pt x="9445" y="6894"/>
                    <a:pt x="9449" y="5936"/>
                    <a:pt x="9212" y="4799"/>
                  </a:cubicBezTo>
                  <a:cubicBezTo>
                    <a:pt x="8852" y="3079"/>
                    <a:pt x="8142" y="1809"/>
                    <a:pt x="7100" y="1025"/>
                  </a:cubicBezTo>
                  <a:cubicBezTo>
                    <a:pt x="6194" y="345"/>
                    <a:pt x="5009" y="1"/>
                    <a:pt x="35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108"/>
            <p:cNvSpPr/>
            <p:nvPr/>
          </p:nvSpPr>
          <p:spPr>
            <a:xfrm>
              <a:off x="5215846" y="1107927"/>
              <a:ext cx="201564" cy="229900"/>
            </a:xfrm>
            <a:custGeom>
              <a:avLst/>
              <a:gdLst/>
              <a:ahLst/>
              <a:cxnLst/>
              <a:rect l="l" t="t" r="r" b="b"/>
              <a:pathLst>
                <a:path w="9596" h="10945" extrusionOk="0">
                  <a:moveTo>
                    <a:pt x="5892" y="1"/>
                  </a:moveTo>
                  <a:cubicBezTo>
                    <a:pt x="4455" y="1"/>
                    <a:pt x="3272" y="344"/>
                    <a:pt x="2365" y="1025"/>
                  </a:cubicBezTo>
                  <a:cubicBezTo>
                    <a:pt x="1323" y="1809"/>
                    <a:pt x="612" y="3079"/>
                    <a:pt x="253" y="4799"/>
                  </a:cubicBezTo>
                  <a:cubicBezTo>
                    <a:pt x="15" y="5936"/>
                    <a:pt x="20" y="6894"/>
                    <a:pt x="21" y="7040"/>
                  </a:cubicBezTo>
                  <a:lnTo>
                    <a:pt x="1" y="10945"/>
                  </a:lnTo>
                  <a:lnTo>
                    <a:pt x="1208" y="10740"/>
                  </a:lnTo>
                  <a:cubicBezTo>
                    <a:pt x="1362" y="10716"/>
                    <a:pt x="4979" y="10078"/>
                    <a:pt x="7298" y="7252"/>
                  </a:cubicBezTo>
                  <a:cubicBezTo>
                    <a:pt x="9596" y="4453"/>
                    <a:pt x="9498" y="1473"/>
                    <a:pt x="9493" y="1348"/>
                  </a:cubicBezTo>
                  <a:lnTo>
                    <a:pt x="9462" y="619"/>
                  </a:lnTo>
                  <a:lnTo>
                    <a:pt x="8765" y="406"/>
                  </a:lnTo>
                  <a:cubicBezTo>
                    <a:pt x="8726" y="395"/>
                    <a:pt x="7772" y="106"/>
                    <a:pt x="6550" y="24"/>
                  </a:cubicBezTo>
                  <a:cubicBezTo>
                    <a:pt x="6325" y="8"/>
                    <a:pt x="6106" y="1"/>
                    <a:pt x="58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108"/>
            <p:cNvSpPr/>
            <p:nvPr/>
          </p:nvSpPr>
          <p:spPr>
            <a:xfrm>
              <a:off x="5215846" y="1107927"/>
              <a:ext cx="198770" cy="229900"/>
            </a:xfrm>
            <a:custGeom>
              <a:avLst/>
              <a:gdLst/>
              <a:ahLst/>
              <a:cxnLst/>
              <a:rect l="l" t="t" r="r" b="b"/>
              <a:pathLst>
                <a:path w="9463" h="10945" extrusionOk="0">
                  <a:moveTo>
                    <a:pt x="5892" y="1"/>
                  </a:moveTo>
                  <a:cubicBezTo>
                    <a:pt x="4455" y="1"/>
                    <a:pt x="3272" y="344"/>
                    <a:pt x="2365" y="1025"/>
                  </a:cubicBezTo>
                  <a:cubicBezTo>
                    <a:pt x="1323" y="1809"/>
                    <a:pt x="612" y="3079"/>
                    <a:pt x="253" y="4799"/>
                  </a:cubicBezTo>
                  <a:cubicBezTo>
                    <a:pt x="15" y="5936"/>
                    <a:pt x="20" y="6894"/>
                    <a:pt x="21" y="7040"/>
                  </a:cubicBezTo>
                  <a:lnTo>
                    <a:pt x="1" y="10945"/>
                  </a:lnTo>
                  <a:lnTo>
                    <a:pt x="9462" y="619"/>
                  </a:lnTo>
                  <a:lnTo>
                    <a:pt x="8765" y="406"/>
                  </a:lnTo>
                  <a:cubicBezTo>
                    <a:pt x="8726" y="395"/>
                    <a:pt x="7772" y="106"/>
                    <a:pt x="6550" y="24"/>
                  </a:cubicBezTo>
                  <a:cubicBezTo>
                    <a:pt x="6325" y="8"/>
                    <a:pt x="6106" y="1"/>
                    <a:pt x="58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108"/>
            <p:cNvSpPr/>
            <p:nvPr/>
          </p:nvSpPr>
          <p:spPr>
            <a:xfrm>
              <a:off x="5217304" y="1290713"/>
              <a:ext cx="43165" cy="73854"/>
            </a:xfrm>
            <a:custGeom>
              <a:avLst/>
              <a:gdLst/>
              <a:ahLst/>
              <a:cxnLst/>
              <a:rect l="l" t="t" r="r" b="b"/>
              <a:pathLst>
                <a:path w="2055" h="3516" extrusionOk="0">
                  <a:moveTo>
                    <a:pt x="1" y="0"/>
                  </a:moveTo>
                  <a:lnTo>
                    <a:pt x="1" y="3515"/>
                  </a:lnTo>
                  <a:lnTo>
                    <a:pt x="2054" y="3515"/>
                  </a:lnTo>
                  <a:lnTo>
                    <a:pt x="205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108"/>
            <p:cNvSpPr/>
            <p:nvPr/>
          </p:nvSpPr>
          <p:spPr>
            <a:xfrm>
              <a:off x="5238897" y="1290713"/>
              <a:ext cx="21572" cy="73854"/>
            </a:xfrm>
            <a:custGeom>
              <a:avLst/>
              <a:gdLst/>
              <a:ahLst/>
              <a:cxnLst/>
              <a:rect l="l" t="t" r="r" b="b"/>
              <a:pathLst>
                <a:path w="1027" h="3516" extrusionOk="0">
                  <a:moveTo>
                    <a:pt x="0" y="0"/>
                  </a:moveTo>
                  <a:lnTo>
                    <a:pt x="0" y="3515"/>
                  </a:lnTo>
                  <a:lnTo>
                    <a:pt x="1026" y="3515"/>
                  </a:lnTo>
                  <a:lnTo>
                    <a:pt x="102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108"/>
            <p:cNvSpPr/>
            <p:nvPr/>
          </p:nvSpPr>
          <p:spPr>
            <a:xfrm>
              <a:off x="5100789" y="1348161"/>
              <a:ext cx="276216" cy="372776"/>
            </a:xfrm>
            <a:custGeom>
              <a:avLst/>
              <a:gdLst/>
              <a:ahLst/>
              <a:cxnLst/>
              <a:rect l="l" t="t" r="r" b="b"/>
              <a:pathLst>
                <a:path w="13150" h="17747" extrusionOk="0">
                  <a:moveTo>
                    <a:pt x="6575" y="0"/>
                  </a:moveTo>
                  <a:lnTo>
                    <a:pt x="6575" y="2"/>
                  </a:lnTo>
                  <a:cubicBezTo>
                    <a:pt x="2950" y="2"/>
                    <a:pt x="1" y="2950"/>
                    <a:pt x="1" y="6575"/>
                  </a:cubicBezTo>
                  <a:cubicBezTo>
                    <a:pt x="1" y="9068"/>
                    <a:pt x="1411" y="11348"/>
                    <a:pt x="3643" y="12459"/>
                  </a:cubicBezTo>
                  <a:lnTo>
                    <a:pt x="5720" y="13562"/>
                  </a:lnTo>
                  <a:lnTo>
                    <a:pt x="5720" y="14929"/>
                  </a:lnTo>
                  <a:lnTo>
                    <a:pt x="4707" y="16993"/>
                  </a:lnTo>
                  <a:lnTo>
                    <a:pt x="6240" y="17747"/>
                  </a:lnTo>
                  <a:lnTo>
                    <a:pt x="7430" y="15326"/>
                  </a:lnTo>
                  <a:lnTo>
                    <a:pt x="7430" y="13562"/>
                  </a:lnTo>
                  <a:lnTo>
                    <a:pt x="9507" y="12459"/>
                  </a:lnTo>
                  <a:cubicBezTo>
                    <a:pt x="11739" y="11346"/>
                    <a:pt x="13150" y="9068"/>
                    <a:pt x="13150" y="6575"/>
                  </a:cubicBezTo>
                  <a:cubicBezTo>
                    <a:pt x="13150" y="2950"/>
                    <a:pt x="10200" y="0"/>
                    <a:pt x="65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108"/>
            <p:cNvSpPr/>
            <p:nvPr/>
          </p:nvSpPr>
          <p:spPr>
            <a:xfrm>
              <a:off x="5238897" y="1348182"/>
              <a:ext cx="138108" cy="358513"/>
            </a:xfrm>
            <a:custGeom>
              <a:avLst/>
              <a:gdLst/>
              <a:ahLst/>
              <a:cxnLst/>
              <a:rect l="l" t="t" r="r" b="b"/>
              <a:pathLst>
                <a:path w="6575" h="17068" extrusionOk="0">
                  <a:moveTo>
                    <a:pt x="0" y="1"/>
                  </a:moveTo>
                  <a:lnTo>
                    <a:pt x="0" y="17067"/>
                  </a:lnTo>
                  <a:lnTo>
                    <a:pt x="855" y="15328"/>
                  </a:lnTo>
                  <a:lnTo>
                    <a:pt x="855" y="13563"/>
                  </a:lnTo>
                  <a:lnTo>
                    <a:pt x="2932" y="12460"/>
                  </a:lnTo>
                  <a:cubicBezTo>
                    <a:pt x="5164" y="11348"/>
                    <a:pt x="6575" y="9068"/>
                    <a:pt x="6575" y="6575"/>
                  </a:cubicBezTo>
                  <a:cubicBezTo>
                    <a:pt x="6575" y="2950"/>
                    <a:pt x="3625"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108"/>
            <p:cNvSpPr/>
            <p:nvPr/>
          </p:nvSpPr>
          <p:spPr>
            <a:xfrm>
              <a:off x="5101672" y="1434765"/>
              <a:ext cx="73370" cy="35961"/>
            </a:xfrm>
            <a:custGeom>
              <a:avLst/>
              <a:gdLst/>
              <a:ahLst/>
              <a:cxnLst/>
              <a:rect l="l" t="t" r="r" b="b"/>
              <a:pathLst>
                <a:path w="3493" h="1712" extrusionOk="0">
                  <a:moveTo>
                    <a:pt x="433" y="1"/>
                  </a:moveTo>
                  <a:cubicBezTo>
                    <a:pt x="212" y="549"/>
                    <a:pt x="68" y="1124"/>
                    <a:pt x="1" y="1711"/>
                  </a:cubicBezTo>
                  <a:lnTo>
                    <a:pt x="3492" y="1711"/>
                  </a:lnTo>
                  <a:lnTo>
                    <a:pt x="349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108"/>
            <p:cNvSpPr/>
            <p:nvPr/>
          </p:nvSpPr>
          <p:spPr>
            <a:xfrm>
              <a:off x="5302732" y="1498641"/>
              <a:ext cx="73707" cy="35919"/>
            </a:xfrm>
            <a:custGeom>
              <a:avLst/>
              <a:gdLst/>
              <a:ahLst/>
              <a:cxnLst/>
              <a:rect l="l" t="t" r="r" b="b"/>
              <a:pathLst>
                <a:path w="3509" h="1710" extrusionOk="0">
                  <a:moveTo>
                    <a:pt x="1" y="1"/>
                  </a:moveTo>
                  <a:lnTo>
                    <a:pt x="1" y="1709"/>
                  </a:lnTo>
                  <a:lnTo>
                    <a:pt x="3120" y="1709"/>
                  </a:lnTo>
                  <a:cubicBezTo>
                    <a:pt x="3325" y="1160"/>
                    <a:pt x="3456" y="585"/>
                    <a:pt x="350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0" name="Google Shape;3660;p108"/>
          <p:cNvGrpSpPr/>
          <p:nvPr/>
        </p:nvGrpSpPr>
        <p:grpSpPr>
          <a:xfrm>
            <a:off x="6197565" y="1396242"/>
            <a:ext cx="293456" cy="455834"/>
            <a:chOff x="5386605" y="496073"/>
            <a:chExt cx="394642" cy="613010"/>
          </a:xfrm>
        </p:grpSpPr>
        <p:sp>
          <p:nvSpPr>
            <p:cNvPr id="3661" name="Google Shape;3661;p108"/>
            <p:cNvSpPr/>
            <p:nvPr/>
          </p:nvSpPr>
          <p:spPr>
            <a:xfrm>
              <a:off x="5452266" y="1054427"/>
              <a:ext cx="46190" cy="54655"/>
            </a:xfrm>
            <a:custGeom>
              <a:avLst/>
              <a:gdLst/>
              <a:ahLst/>
              <a:cxnLst/>
              <a:rect l="l" t="t" r="r" b="b"/>
              <a:pathLst>
                <a:path w="2199" h="2602" extrusionOk="0">
                  <a:moveTo>
                    <a:pt x="521" y="1"/>
                  </a:moveTo>
                  <a:lnTo>
                    <a:pt x="1" y="2601"/>
                  </a:lnTo>
                  <a:lnTo>
                    <a:pt x="1744" y="2601"/>
                  </a:lnTo>
                  <a:lnTo>
                    <a:pt x="2198" y="337"/>
                  </a:lnTo>
                  <a:lnTo>
                    <a:pt x="52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108"/>
            <p:cNvSpPr/>
            <p:nvPr/>
          </p:nvSpPr>
          <p:spPr>
            <a:xfrm>
              <a:off x="5386605" y="707992"/>
              <a:ext cx="94607" cy="223535"/>
            </a:xfrm>
            <a:custGeom>
              <a:avLst/>
              <a:gdLst/>
              <a:ahLst/>
              <a:cxnLst/>
              <a:rect l="l" t="t" r="r" b="b"/>
              <a:pathLst>
                <a:path w="4504" h="10642" extrusionOk="0">
                  <a:moveTo>
                    <a:pt x="1" y="0"/>
                  </a:moveTo>
                  <a:lnTo>
                    <a:pt x="1" y="7953"/>
                  </a:lnTo>
                  <a:lnTo>
                    <a:pt x="3362" y="10641"/>
                  </a:lnTo>
                  <a:lnTo>
                    <a:pt x="4430" y="9306"/>
                  </a:lnTo>
                  <a:lnTo>
                    <a:pt x="1711" y="7131"/>
                  </a:lnTo>
                  <a:lnTo>
                    <a:pt x="1711" y="1710"/>
                  </a:lnTo>
                  <a:lnTo>
                    <a:pt x="4504" y="1710"/>
                  </a:lnTo>
                  <a:lnTo>
                    <a:pt x="45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108"/>
            <p:cNvSpPr/>
            <p:nvPr/>
          </p:nvSpPr>
          <p:spPr>
            <a:xfrm>
              <a:off x="5458148" y="572300"/>
              <a:ext cx="323099" cy="503658"/>
            </a:xfrm>
            <a:custGeom>
              <a:avLst/>
              <a:gdLst/>
              <a:ahLst/>
              <a:cxnLst/>
              <a:rect l="l" t="t" r="r" b="b"/>
              <a:pathLst>
                <a:path w="15382" h="23978" extrusionOk="0">
                  <a:moveTo>
                    <a:pt x="6617" y="0"/>
                  </a:moveTo>
                  <a:cubicBezTo>
                    <a:pt x="2969" y="0"/>
                    <a:pt x="1" y="2969"/>
                    <a:pt x="1" y="6617"/>
                  </a:cubicBezTo>
                  <a:lnTo>
                    <a:pt x="1" y="23977"/>
                  </a:lnTo>
                  <a:lnTo>
                    <a:pt x="13235" y="23977"/>
                  </a:lnTo>
                  <a:lnTo>
                    <a:pt x="13235" y="11701"/>
                  </a:lnTo>
                  <a:lnTo>
                    <a:pt x="15381" y="6460"/>
                  </a:lnTo>
                  <a:lnTo>
                    <a:pt x="13181" y="6460"/>
                  </a:lnTo>
                  <a:cubicBezTo>
                    <a:pt x="12999" y="4979"/>
                    <a:pt x="12349" y="3513"/>
                    <a:pt x="11341" y="2335"/>
                  </a:cubicBezTo>
                  <a:cubicBezTo>
                    <a:pt x="10051" y="829"/>
                    <a:pt x="8374" y="0"/>
                    <a:pt x="661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108"/>
            <p:cNvSpPr/>
            <p:nvPr/>
          </p:nvSpPr>
          <p:spPr>
            <a:xfrm>
              <a:off x="5554834" y="496073"/>
              <a:ext cx="79672" cy="76626"/>
            </a:xfrm>
            <a:custGeom>
              <a:avLst/>
              <a:gdLst/>
              <a:ahLst/>
              <a:cxnLst/>
              <a:rect l="l" t="t" r="r" b="b"/>
              <a:pathLst>
                <a:path w="3793" h="3648" extrusionOk="0">
                  <a:moveTo>
                    <a:pt x="1968" y="0"/>
                  </a:moveTo>
                  <a:cubicBezTo>
                    <a:pt x="1230" y="0"/>
                    <a:pt x="565" y="445"/>
                    <a:pt x="282" y="1126"/>
                  </a:cubicBezTo>
                  <a:cubicBezTo>
                    <a:pt x="1" y="1809"/>
                    <a:pt x="156" y="2593"/>
                    <a:pt x="678" y="3115"/>
                  </a:cubicBezTo>
                  <a:cubicBezTo>
                    <a:pt x="1027" y="3463"/>
                    <a:pt x="1494" y="3648"/>
                    <a:pt x="1968" y="3648"/>
                  </a:cubicBezTo>
                  <a:cubicBezTo>
                    <a:pt x="2204" y="3648"/>
                    <a:pt x="2441" y="3603"/>
                    <a:pt x="2666" y="3509"/>
                  </a:cubicBezTo>
                  <a:cubicBezTo>
                    <a:pt x="3347" y="3226"/>
                    <a:pt x="3791" y="2561"/>
                    <a:pt x="3792" y="1825"/>
                  </a:cubicBezTo>
                  <a:cubicBezTo>
                    <a:pt x="3792" y="816"/>
                    <a:pt x="2975" y="0"/>
                    <a:pt x="19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108"/>
            <p:cNvSpPr/>
            <p:nvPr/>
          </p:nvSpPr>
          <p:spPr>
            <a:xfrm>
              <a:off x="5596129" y="496073"/>
              <a:ext cx="38334" cy="76647"/>
            </a:xfrm>
            <a:custGeom>
              <a:avLst/>
              <a:gdLst/>
              <a:ahLst/>
              <a:cxnLst/>
              <a:rect l="l" t="t" r="r" b="b"/>
              <a:pathLst>
                <a:path w="1825" h="3649" extrusionOk="0">
                  <a:moveTo>
                    <a:pt x="0" y="0"/>
                  </a:moveTo>
                  <a:lnTo>
                    <a:pt x="0" y="3648"/>
                  </a:lnTo>
                  <a:cubicBezTo>
                    <a:pt x="1007" y="3648"/>
                    <a:pt x="1825" y="2831"/>
                    <a:pt x="1825" y="1823"/>
                  </a:cubicBezTo>
                  <a:cubicBezTo>
                    <a:pt x="1825" y="816"/>
                    <a:pt x="1007" y="0"/>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108"/>
            <p:cNvSpPr/>
            <p:nvPr/>
          </p:nvSpPr>
          <p:spPr>
            <a:xfrm>
              <a:off x="5696260" y="1054427"/>
              <a:ext cx="46169" cy="54655"/>
            </a:xfrm>
            <a:custGeom>
              <a:avLst/>
              <a:gdLst/>
              <a:ahLst/>
              <a:cxnLst/>
              <a:rect l="l" t="t" r="r" b="b"/>
              <a:pathLst>
                <a:path w="2198" h="2602" extrusionOk="0">
                  <a:moveTo>
                    <a:pt x="1677" y="1"/>
                  </a:moveTo>
                  <a:lnTo>
                    <a:pt x="0" y="337"/>
                  </a:lnTo>
                  <a:lnTo>
                    <a:pt x="452" y="2601"/>
                  </a:lnTo>
                  <a:lnTo>
                    <a:pt x="2197" y="2601"/>
                  </a:lnTo>
                  <a:lnTo>
                    <a:pt x="16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108"/>
            <p:cNvSpPr/>
            <p:nvPr/>
          </p:nvSpPr>
          <p:spPr>
            <a:xfrm>
              <a:off x="5596129" y="572300"/>
              <a:ext cx="185117" cy="503616"/>
            </a:xfrm>
            <a:custGeom>
              <a:avLst/>
              <a:gdLst/>
              <a:ahLst/>
              <a:cxnLst/>
              <a:rect l="l" t="t" r="r" b="b"/>
              <a:pathLst>
                <a:path w="8813" h="23976" extrusionOk="0">
                  <a:moveTo>
                    <a:pt x="0" y="0"/>
                  </a:moveTo>
                  <a:lnTo>
                    <a:pt x="0" y="23976"/>
                  </a:lnTo>
                  <a:lnTo>
                    <a:pt x="6666" y="23976"/>
                  </a:lnTo>
                  <a:lnTo>
                    <a:pt x="6666" y="11701"/>
                  </a:lnTo>
                  <a:lnTo>
                    <a:pt x="8812" y="6460"/>
                  </a:lnTo>
                  <a:lnTo>
                    <a:pt x="6612" y="6460"/>
                  </a:lnTo>
                  <a:cubicBezTo>
                    <a:pt x="6430" y="4979"/>
                    <a:pt x="5780" y="3513"/>
                    <a:pt x="4772" y="2335"/>
                  </a:cubicBezTo>
                  <a:cubicBezTo>
                    <a:pt x="3482" y="829"/>
                    <a:pt x="1805" y="0"/>
                    <a:pt x="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108"/>
            <p:cNvSpPr/>
            <p:nvPr/>
          </p:nvSpPr>
          <p:spPr>
            <a:xfrm>
              <a:off x="5458148" y="975764"/>
              <a:ext cx="277980" cy="100194"/>
            </a:xfrm>
            <a:custGeom>
              <a:avLst/>
              <a:gdLst/>
              <a:ahLst/>
              <a:cxnLst/>
              <a:rect l="l" t="t" r="r" b="b"/>
              <a:pathLst>
                <a:path w="13234" h="4770" extrusionOk="0">
                  <a:moveTo>
                    <a:pt x="1" y="1"/>
                  </a:moveTo>
                  <a:lnTo>
                    <a:pt x="1" y="4769"/>
                  </a:lnTo>
                  <a:lnTo>
                    <a:pt x="13233" y="4769"/>
                  </a:lnTo>
                  <a:lnTo>
                    <a:pt x="1323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108"/>
            <p:cNvSpPr/>
            <p:nvPr/>
          </p:nvSpPr>
          <p:spPr>
            <a:xfrm>
              <a:off x="5596150" y="975764"/>
              <a:ext cx="139977" cy="100194"/>
            </a:xfrm>
            <a:custGeom>
              <a:avLst/>
              <a:gdLst/>
              <a:ahLst/>
              <a:cxnLst/>
              <a:rect l="l" t="t" r="r" b="b"/>
              <a:pathLst>
                <a:path w="6664" h="4770" extrusionOk="0">
                  <a:moveTo>
                    <a:pt x="1" y="1"/>
                  </a:moveTo>
                  <a:lnTo>
                    <a:pt x="1" y="4769"/>
                  </a:lnTo>
                  <a:lnTo>
                    <a:pt x="6663" y="4769"/>
                  </a:lnTo>
                  <a:lnTo>
                    <a:pt x="666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108"/>
            <p:cNvSpPr/>
            <p:nvPr/>
          </p:nvSpPr>
          <p:spPr>
            <a:xfrm>
              <a:off x="5458064" y="697195"/>
              <a:ext cx="278589" cy="278379"/>
            </a:xfrm>
            <a:custGeom>
              <a:avLst/>
              <a:gdLst/>
              <a:ahLst/>
              <a:cxnLst/>
              <a:rect l="l" t="t" r="r" b="b"/>
              <a:pathLst>
                <a:path w="13263" h="13253" extrusionOk="0">
                  <a:moveTo>
                    <a:pt x="5719" y="1"/>
                  </a:moveTo>
                  <a:lnTo>
                    <a:pt x="5719" y="11542"/>
                  </a:lnTo>
                  <a:lnTo>
                    <a:pt x="0" y="11542"/>
                  </a:lnTo>
                  <a:lnTo>
                    <a:pt x="0" y="13253"/>
                  </a:lnTo>
                  <a:lnTo>
                    <a:pt x="13262" y="13253"/>
                  </a:lnTo>
                  <a:lnTo>
                    <a:pt x="13262" y="11542"/>
                  </a:lnTo>
                  <a:lnTo>
                    <a:pt x="7428" y="11542"/>
                  </a:lnTo>
                  <a:lnTo>
                    <a:pt x="742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108"/>
            <p:cNvSpPr/>
            <p:nvPr/>
          </p:nvSpPr>
          <p:spPr>
            <a:xfrm>
              <a:off x="5597348" y="697195"/>
              <a:ext cx="139305" cy="278379"/>
            </a:xfrm>
            <a:custGeom>
              <a:avLst/>
              <a:gdLst/>
              <a:ahLst/>
              <a:cxnLst/>
              <a:rect l="l" t="t" r="r" b="b"/>
              <a:pathLst>
                <a:path w="6632" h="13253" extrusionOk="0">
                  <a:moveTo>
                    <a:pt x="0" y="1"/>
                  </a:moveTo>
                  <a:lnTo>
                    <a:pt x="0" y="13253"/>
                  </a:lnTo>
                  <a:lnTo>
                    <a:pt x="6631" y="13253"/>
                  </a:lnTo>
                  <a:lnTo>
                    <a:pt x="6631" y="11542"/>
                  </a:lnTo>
                  <a:lnTo>
                    <a:pt x="797" y="11542"/>
                  </a:lnTo>
                  <a:lnTo>
                    <a:pt x="79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108"/>
            <p:cNvSpPr/>
            <p:nvPr/>
          </p:nvSpPr>
          <p:spPr>
            <a:xfrm>
              <a:off x="5458232" y="572300"/>
              <a:ext cx="276615" cy="134495"/>
            </a:xfrm>
            <a:custGeom>
              <a:avLst/>
              <a:gdLst/>
              <a:ahLst/>
              <a:cxnLst/>
              <a:rect l="l" t="t" r="r" b="b"/>
              <a:pathLst>
                <a:path w="13169" h="6403" extrusionOk="0">
                  <a:moveTo>
                    <a:pt x="6613" y="0"/>
                  </a:moveTo>
                  <a:cubicBezTo>
                    <a:pt x="3036" y="0"/>
                    <a:pt x="114" y="2853"/>
                    <a:pt x="1" y="6402"/>
                  </a:cubicBezTo>
                  <a:lnTo>
                    <a:pt x="13169" y="6402"/>
                  </a:lnTo>
                  <a:cubicBezTo>
                    <a:pt x="12976" y="4941"/>
                    <a:pt x="12332" y="3498"/>
                    <a:pt x="11337" y="2335"/>
                  </a:cubicBezTo>
                  <a:cubicBezTo>
                    <a:pt x="10047" y="829"/>
                    <a:pt x="8370" y="0"/>
                    <a:pt x="661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108"/>
            <p:cNvSpPr/>
            <p:nvPr/>
          </p:nvSpPr>
          <p:spPr>
            <a:xfrm>
              <a:off x="5596528" y="572300"/>
              <a:ext cx="138318" cy="134495"/>
            </a:xfrm>
            <a:custGeom>
              <a:avLst/>
              <a:gdLst/>
              <a:ahLst/>
              <a:cxnLst/>
              <a:rect l="l" t="t" r="r" b="b"/>
              <a:pathLst>
                <a:path w="6585" h="6403" extrusionOk="0">
                  <a:moveTo>
                    <a:pt x="0" y="0"/>
                  </a:moveTo>
                  <a:lnTo>
                    <a:pt x="0" y="6402"/>
                  </a:lnTo>
                  <a:lnTo>
                    <a:pt x="6585" y="6402"/>
                  </a:lnTo>
                  <a:cubicBezTo>
                    <a:pt x="6392" y="4941"/>
                    <a:pt x="5748" y="3498"/>
                    <a:pt x="4753" y="2335"/>
                  </a:cubicBezTo>
                  <a:cubicBezTo>
                    <a:pt x="3463" y="829"/>
                    <a:pt x="1786" y="0"/>
                    <a:pt x="2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4" name="Google Shape;3674;p108"/>
          <p:cNvGrpSpPr/>
          <p:nvPr/>
        </p:nvGrpSpPr>
        <p:grpSpPr>
          <a:xfrm>
            <a:off x="1410261" y="4245238"/>
            <a:ext cx="455850" cy="406305"/>
            <a:chOff x="6182316" y="3385205"/>
            <a:chExt cx="613031" cy="546403"/>
          </a:xfrm>
        </p:grpSpPr>
        <p:sp>
          <p:nvSpPr>
            <p:cNvPr id="3675" name="Google Shape;3675;p108"/>
            <p:cNvSpPr/>
            <p:nvPr/>
          </p:nvSpPr>
          <p:spPr>
            <a:xfrm>
              <a:off x="6182316" y="3461096"/>
              <a:ext cx="613031" cy="470512"/>
            </a:xfrm>
            <a:custGeom>
              <a:avLst/>
              <a:gdLst/>
              <a:ahLst/>
              <a:cxnLst/>
              <a:rect l="l" t="t" r="r" b="b"/>
              <a:pathLst>
                <a:path w="29185" h="22400" extrusionOk="0">
                  <a:moveTo>
                    <a:pt x="9164" y="0"/>
                  </a:moveTo>
                  <a:lnTo>
                    <a:pt x="8487" y="170"/>
                  </a:lnTo>
                  <a:cubicBezTo>
                    <a:pt x="5174" y="1003"/>
                    <a:pt x="2242" y="2938"/>
                    <a:pt x="175" y="5657"/>
                  </a:cubicBezTo>
                  <a:lnTo>
                    <a:pt x="1" y="5886"/>
                  </a:lnTo>
                  <a:lnTo>
                    <a:pt x="1" y="22399"/>
                  </a:lnTo>
                  <a:lnTo>
                    <a:pt x="29184" y="22399"/>
                  </a:lnTo>
                  <a:lnTo>
                    <a:pt x="29184" y="5908"/>
                  </a:lnTo>
                  <a:lnTo>
                    <a:pt x="916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108"/>
            <p:cNvSpPr/>
            <p:nvPr/>
          </p:nvSpPr>
          <p:spPr>
            <a:xfrm>
              <a:off x="6488800" y="3492541"/>
              <a:ext cx="306505" cy="439068"/>
            </a:xfrm>
            <a:custGeom>
              <a:avLst/>
              <a:gdLst/>
              <a:ahLst/>
              <a:cxnLst/>
              <a:rect l="l" t="t" r="r" b="b"/>
              <a:pathLst>
                <a:path w="14592" h="20903" extrusionOk="0">
                  <a:moveTo>
                    <a:pt x="1" y="1"/>
                  </a:moveTo>
                  <a:lnTo>
                    <a:pt x="1" y="20902"/>
                  </a:lnTo>
                  <a:lnTo>
                    <a:pt x="14592" y="20902"/>
                  </a:lnTo>
                  <a:lnTo>
                    <a:pt x="14592" y="4411"/>
                  </a:ln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108"/>
            <p:cNvSpPr/>
            <p:nvPr/>
          </p:nvSpPr>
          <p:spPr>
            <a:xfrm>
              <a:off x="6182316" y="3461117"/>
              <a:ext cx="613031" cy="222695"/>
            </a:xfrm>
            <a:custGeom>
              <a:avLst/>
              <a:gdLst/>
              <a:ahLst/>
              <a:cxnLst/>
              <a:rect l="l" t="t" r="r" b="b"/>
              <a:pathLst>
                <a:path w="29185" h="10602" extrusionOk="0">
                  <a:moveTo>
                    <a:pt x="9164" y="1"/>
                  </a:moveTo>
                  <a:lnTo>
                    <a:pt x="8487" y="169"/>
                  </a:lnTo>
                  <a:cubicBezTo>
                    <a:pt x="5174" y="1002"/>
                    <a:pt x="2242" y="2937"/>
                    <a:pt x="175" y="5656"/>
                  </a:cubicBezTo>
                  <a:lnTo>
                    <a:pt x="1" y="5887"/>
                  </a:lnTo>
                  <a:lnTo>
                    <a:pt x="1" y="10602"/>
                  </a:lnTo>
                  <a:lnTo>
                    <a:pt x="29184" y="10600"/>
                  </a:lnTo>
                  <a:lnTo>
                    <a:pt x="29184" y="5909"/>
                  </a:lnTo>
                  <a:lnTo>
                    <a:pt x="916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108"/>
            <p:cNvSpPr/>
            <p:nvPr/>
          </p:nvSpPr>
          <p:spPr>
            <a:xfrm>
              <a:off x="6182316" y="3791862"/>
              <a:ext cx="613031" cy="79924"/>
            </a:xfrm>
            <a:custGeom>
              <a:avLst/>
              <a:gdLst/>
              <a:ahLst/>
              <a:cxnLst/>
              <a:rect l="l" t="t" r="r" b="b"/>
              <a:pathLst>
                <a:path w="29185" h="3805" extrusionOk="0">
                  <a:moveTo>
                    <a:pt x="5675" y="1"/>
                  </a:moveTo>
                  <a:lnTo>
                    <a:pt x="1197" y="1940"/>
                  </a:lnTo>
                  <a:lnTo>
                    <a:pt x="1" y="1420"/>
                  </a:lnTo>
                  <a:lnTo>
                    <a:pt x="1" y="3285"/>
                  </a:lnTo>
                  <a:lnTo>
                    <a:pt x="1197" y="3804"/>
                  </a:lnTo>
                  <a:lnTo>
                    <a:pt x="5675" y="1866"/>
                  </a:lnTo>
                  <a:lnTo>
                    <a:pt x="10133" y="3804"/>
                  </a:lnTo>
                  <a:lnTo>
                    <a:pt x="14593" y="1866"/>
                  </a:lnTo>
                  <a:lnTo>
                    <a:pt x="19051" y="3804"/>
                  </a:lnTo>
                  <a:lnTo>
                    <a:pt x="23510" y="1866"/>
                  </a:lnTo>
                  <a:lnTo>
                    <a:pt x="27988" y="3804"/>
                  </a:lnTo>
                  <a:lnTo>
                    <a:pt x="29184" y="3285"/>
                  </a:lnTo>
                  <a:lnTo>
                    <a:pt x="29184" y="1421"/>
                  </a:lnTo>
                  <a:lnTo>
                    <a:pt x="27988" y="1940"/>
                  </a:lnTo>
                  <a:lnTo>
                    <a:pt x="23510" y="1"/>
                  </a:lnTo>
                  <a:lnTo>
                    <a:pt x="19051" y="1940"/>
                  </a:lnTo>
                  <a:lnTo>
                    <a:pt x="14593" y="1"/>
                  </a:lnTo>
                  <a:lnTo>
                    <a:pt x="10133" y="1940"/>
                  </a:lnTo>
                  <a:lnTo>
                    <a:pt x="567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108"/>
            <p:cNvSpPr/>
            <p:nvPr/>
          </p:nvSpPr>
          <p:spPr>
            <a:xfrm>
              <a:off x="6488842" y="3791904"/>
              <a:ext cx="306505" cy="79882"/>
            </a:xfrm>
            <a:custGeom>
              <a:avLst/>
              <a:gdLst/>
              <a:ahLst/>
              <a:cxnLst/>
              <a:rect l="l" t="t" r="r" b="b"/>
              <a:pathLst>
                <a:path w="14592" h="3803" extrusionOk="0">
                  <a:moveTo>
                    <a:pt x="0" y="0"/>
                  </a:moveTo>
                  <a:lnTo>
                    <a:pt x="0" y="1864"/>
                  </a:lnTo>
                  <a:lnTo>
                    <a:pt x="4458" y="3802"/>
                  </a:lnTo>
                  <a:lnTo>
                    <a:pt x="8917" y="1864"/>
                  </a:lnTo>
                  <a:lnTo>
                    <a:pt x="13395" y="3802"/>
                  </a:lnTo>
                  <a:lnTo>
                    <a:pt x="14591" y="3283"/>
                  </a:lnTo>
                  <a:lnTo>
                    <a:pt x="14591" y="1418"/>
                  </a:lnTo>
                  <a:lnTo>
                    <a:pt x="13395" y="1938"/>
                  </a:lnTo>
                  <a:lnTo>
                    <a:pt x="8917" y="0"/>
                  </a:lnTo>
                  <a:lnTo>
                    <a:pt x="4458" y="1938"/>
                  </a:lnTo>
                  <a:lnTo>
                    <a:pt x="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108"/>
            <p:cNvSpPr/>
            <p:nvPr/>
          </p:nvSpPr>
          <p:spPr>
            <a:xfrm>
              <a:off x="6359115" y="3659825"/>
              <a:ext cx="76647" cy="108176"/>
            </a:xfrm>
            <a:custGeom>
              <a:avLst/>
              <a:gdLst/>
              <a:ahLst/>
              <a:cxnLst/>
              <a:rect l="l" t="t" r="r" b="b"/>
              <a:pathLst>
                <a:path w="3649" h="5150" extrusionOk="0">
                  <a:moveTo>
                    <a:pt x="0" y="1"/>
                  </a:moveTo>
                  <a:lnTo>
                    <a:pt x="0" y="3326"/>
                  </a:lnTo>
                  <a:cubicBezTo>
                    <a:pt x="0" y="4333"/>
                    <a:pt x="816" y="5149"/>
                    <a:pt x="1824" y="5149"/>
                  </a:cubicBezTo>
                  <a:cubicBezTo>
                    <a:pt x="2831" y="5149"/>
                    <a:pt x="3648" y="4333"/>
                    <a:pt x="3648" y="3326"/>
                  </a:cubicBezTo>
                  <a:lnTo>
                    <a:pt x="364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108"/>
            <p:cNvSpPr/>
            <p:nvPr/>
          </p:nvSpPr>
          <p:spPr>
            <a:xfrm>
              <a:off x="6182316" y="3831057"/>
              <a:ext cx="612989" cy="100551"/>
            </a:xfrm>
            <a:custGeom>
              <a:avLst/>
              <a:gdLst/>
              <a:ahLst/>
              <a:cxnLst/>
              <a:rect l="l" t="t" r="r" b="b"/>
              <a:pathLst>
                <a:path w="29183" h="4787" extrusionOk="0">
                  <a:moveTo>
                    <a:pt x="5675" y="0"/>
                  </a:moveTo>
                  <a:lnTo>
                    <a:pt x="1197" y="1939"/>
                  </a:lnTo>
                  <a:lnTo>
                    <a:pt x="1" y="1419"/>
                  </a:lnTo>
                  <a:lnTo>
                    <a:pt x="1" y="4786"/>
                  </a:lnTo>
                  <a:lnTo>
                    <a:pt x="29183" y="4786"/>
                  </a:lnTo>
                  <a:lnTo>
                    <a:pt x="29183" y="1419"/>
                  </a:lnTo>
                  <a:lnTo>
                    <a:pt x="27987" y="1938"/>
                  </a:lnTo>
                  <a:lnTo>
                    <a:pt x="23510" y="0"/>
                  </a:lnTo>
                  <a:lnTo>
                    <a:pt x="19051" y="1939"/>
                  </a:lnTo>
                  <a:lnTo>
                    <a:pt x="14593" y="0"/>
                  </a:lnTo>
                  <a:lnTo>
                    <a:pt x="10133" y="1939"/>
                  </a:lnTo>
                  <a:lnTo>
                    <a:pt x="56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108"/>
            <p:cNvSpPr/>
            <p:nvPr/>
          </p:nvSpPr>
          <p:spPr>
            <a:xfrm>
              <a:off x="6488842" y="3831057"/>
              <a:ext cx="306505" cy="100551"/>
            </a:xfrm>
            <a:custGeom>
              <a:avLst/>
              <a:gdLst/>
              <a:ahLst/>
              <a:cxnLst/>
              <a:rect l="l" t="t" r="r" b="b"/>
              <a:pathLst>
                <a:path w="14592" h="4787" extrusionOk="0">
                  <a:moveTo>
                    <a:pt x="0" y="0"/>
                  </a:moveTo>
                  <a:lnTo>
                    <a:pt x="0" y="4786"/>
                  </a:lnTo>
                  <a:lnTo>
                    <a:pt x="14591" y="4786"/>
                  </a:lnTo>
                  <a:lnTo>
                    <a:pt x="14591" y="1419"/>
                  </a:lnTo>
                  <a:lnTo>
                    <a:pt x="13395" y="1938"/>
                  </a:lnTo>
                  <a:lnTo>
                    <a:pt x="8917" y="0"/>
                  </a:lnTo>
                  <a:lnTo>
                    <a:pt x="4458" y="1938"/>
                  </a:ln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108"/>
            <p:cNvSpPr/>
            <p:nvPr/>
          </p:nvSpPr>
          <p:spPr>
            <a:xfrm>
              <a:off x="6488800" y="3494746"/>
              <a:ext cx="306505" cy="189045"/>
            </a:xfrm>
            <a:custGeom>
              <a:avLst/>
              <a:gdLst/>
              <a:ahLst/>
              <a:cxnLst/>
              <a:rect l="l" t="t" r="r" b="b"/>
              <a:pathLst>
                <a:path w="14592" h="9000" extrusionOk="0">
                  <a:moveTo>
                    <a:pt x="1" y="0"/>
                  </a:moveTo>
                  <a:lnTo>
                    <a:pt x="1" y="8999"/>
                  </a:lnTo>
                  <a:lnTo>
                    <a:pt x="14592" y="8999"/>
                  </a:lnTo>
                  <a:lnTo>
                    <a:pt x="14592" y="4308"/>
                  </a:lnTo>
                  <a:lnTo>
                    <a:pt x="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108"/>
            <p:cNvSpPr/>
            <p:nvPr/>
          </p:nvSpPr>
          <p:spPr>
            <a:xfrm>
              <a:off x="6488800" y="3492541"/>
              <a:ext cx="306505" cy="92674"/>
            </a:xfrm>
            <a:custGeom>
              <a:avLst/>
              <a:gdLst/>
              <a:ahLst/>
              <a:cxnLst/>
              <a:rect l="l" t="t" r="r" b="b"/>
              <a:pathLst>
                <a:path w="14592" h="4412" extrusionOk="0">
                  <a:moveTo>
                    <a:pt x="1" y="1"/>
                  </a:moveTo>
                  <a:lnTo>
                    <a:pt x="1" y="4411"/>
                  </a:lnTo>
                  <a:lnTo>
                    <a:pt x="14592" y="4411"/>
                  </a:ln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108"/>
            <p:cNvSpPr/>
            <p:nvPr/>
          </p:nvSpPr>
          <p:spPr>
            <a:xfrm>
              <a:off x="6182316" y="3461096"/>
              <a:ext cx="306505" cy="124119"/>
            </a:xfrm>
            <a:custGeom>
              <a:avLst/>
              <a:gdLst/>
              <a:ahLst/>
              <a:cxnLst/>
              <a:rect l="l" t="t" r="r" b="b"/>
              <a:pathLst>
                <a:path w="14592" h="5909" extrusionOk="0">
                  <a:moveTo>
                    <a:pt x="9164" y="0"/>
                  </a:moveTo>
                  <a:lnTo>
                    <a:pt x="8487" y="170"/>
                  </a:lnTo>
                  <a:cubicBezTo>
                    <a:pt x="5174" y="1003"/>
                    <a:pt x="2242" y="2938"/>
                    <a:pt x="173" y="5657"/>
                  </a:cubicBezTo>
                  <a:lnTo>
                    <a:pt x="1" y="5886"/>
                  </a:lnTo>
                  <a:lnTo>
                    <a:pt x="1" y="5908"/>
                  </a:lnTo>
                  <a:lnTo>
                    <a:pt x="14592" y="5908"/>
                  </a:lnTo>
                  <a:lnTo>
                    <a:pt x="14592" y="1498"/>
                  </a:lnTo>
                  <a:lnTo>
                    <a:pt x="916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108"/>
            <p:cNvSpPr/>
            <p:nvPr/>
          </p:nvSpPr>
          <p:spPr>
            <a:xfrm>
              <a:off x="6342710" y="3385205"/>
              <a:ext cx="189549" cy="175518"/>
            </a:xfrm>
            <a:custGeom>
              <a:avLst/>
              <a:gdLst/>
              <a:ahLst/>
              <a:cxnLst/>
              <a:rect l="l" t="t" r="r" b="b"/>
              <a:pathLst>
                <a:path w="9024" h="8356" extrusionOk="0">
                  <a:moveTo>
                    <a:pt x="3626" y="1"/>
                  </a:moveTo>
                  <a:cubicBezTo>
                    <a:pt x="3197" y="1"/>
                    <a:pt x="2765" y="95"/>
                    <a:pt x="2351" y="283"/>
                  </a:cubicBezTo>
                  <a:cubicBezTo>
                    <a:pt x="1577" y="634"/>
                    <a:pt x="945" y="1274"/>
                    <a:pt x="571" y="2084"/>
                  </a:cubicBezTo>
                  <a:cubicBezTo>
                    <a:pt x="38" y="3241"/>
                    <a:pt x="0" y="4495"/>
                    <a:pt x="465" y="5612"/>
                  </a:cubicBezTo>
                  <a:cubicBezTo>
                    <a:pt x="887" y="6628"/>
                    <a:pt x="1710" y="7478"/>
                    <a:pt x="2721" y="7944"/>
                  </a:cubicBezTo>
                  <a:cubicBezTo>
                    <a:pt x="3218" y="8172"/>
                    <a:pt x="3753" y="8308"/>
                    <a:pt x="4298" y="8344"/>
                  </a:cubicBezTo>
                  <a:cubicBezTo>
                    <a:pt x="4404" y="8352"/>
                    <a:pt x="4510" y="8356"/>
                    <a:pt x="4617" y="8356"/>
                  </a:cubicBezTo>
                  <a:cubicBezTo>
                    <a:pt x="5071" y="8356"/>
                    <a:pt x="5524" y="8286"/>
                    <a:pt x="5957" y="8147"/>
                  </a:cubicBezTo>
                  <a:cubicBezTo>
                    <a:pt x="7111" y="7776"/>
                    <a:pt x="8038" y="6935"/>
                    <a:pt x="8573" y="5779"/>
                  </a:cubicBezTo>
                  <a:cubicBezTo>
                    <a:pt x="8947" y="4967"/>
                    <a:pt x="9024" y="4071"/>
                    <a:pt x="8791" y="3255"/>
                  </a:cubicBezTo>
                  <a:cubicBezTo>
                    <a:pt x="8540" y="2383"/>
                    <a:pt x="7959" y="1699"/>
                    <a:pt x="7151" y="1326"/>
                  </a:cubicBezTo>
                  <a:cubicBezTo>
                    <a:pt x="6292" y="1270"/>
                    <a:pt x="5482" y="896"/>
                    <a:pt x="4880" y="278"/>
                  </a:cubicBezTo>
                  <a:cubicBezTo>
                    <a:pt x="4478" y="94"/>
                    <a:pt x="4054" y="1"/>
                    <a:pt x="36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108"/>
            <p:cNvSpPr/>
            <p:nvPr/>
          </p:nvSpPr>
          <p:spPr>
            <a:xfrm>
              <a:off x="6380876" y="3406483"/>
              <a:ext cx="151383" cy="154240"/>
            </a:xfrm>
            <a:custGeom>
              <a:avLst/>
              <a:gdLst/>
              <a:ahLst/>
              <a:cxnLst/>
              <a:rect l="l" t="t" r="r" b="b"/>
              <a:pathLst>
                <a:path w="7207" h="7343" extrusionOk="0">
                  <a:moveTo>
                    <a:pt x="4104" y="0"/>
                  </a:moveTo>
                  <a:lnTo>
                    <a:pt x="1" y="6375"/>
                  </a:lnTo>
                  <a:cubicBezTo>
                    <a:pt x="805" y="7010"/>
                    <a:pt x="1790" y="7342"/>
                    <a:pt x="2788" y="7342"/>
                  </a:cubicBezTo>
                  <a:cubicBezTo>
                    <a:pt x="3242" y="7342"/>
                    <a:pt x="3698" y="7274"/>
                    <a:pt x="4142" y="7134"/>
                  </a:cubicBezTo>
                  <a:cubicBezTo>
                    <a:pt x="5294" y="6763"/>
                    <a:pt x="6221" y="5922"/>
                    <a:pt x="6756" y="4766"/>
                  </a:cubicBezTo>
                  <a:cubicBezTo>
                    <a:pt x="7130" y="3954"/>
                    <a:pt x="7207" y="3058"/>
                    <a:pt x="6974" y="2242"/>
                  </a:cubicBezTo>
                  <a:cubicBezTo>
                    <a:pt x="6723" y="1370"/>
                    <a:pt x="6142" y="686"/>
                    <a:pt x="5336" y="313"/>
                  </a:cubicBezTo>
                  <a:cubicBezTo>
                    <a:pt x="4947" y="132"/>
                    <a:pt x="4530" y="26"/>
                    <a:pt x="41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8" name="Google Shape;3688;p108"/>
          <p:cNvGrpSpPr/>
          <p:nvPr/>
        </p:nvGrpSpPr>
        <p:grpSpPr>
          <a:xfrm>
            <a:off x="7611530" y="3495542"/>
            <a:ext cx="227948" cy="455834"/>
            <a:chOff x="5740329" y="3447737"/>
            <a:chExt cx="306547" cy="613010"/>
          </a:xfrm>
        </p:grpSpPr>
        <p:sp>
          <p:nvSpPr>
            <p:cNvPr id="3689" name="Google Shape;3689;p108"/>
            <p:cNvSpPr/>
            <p:nvPr/>
          </p:nvSpPr>
          <p:spPr>
            <a:xfrm>
              <a:off x="5837330" y="3902285"/>
              <a:ext cx="112545" cy="158462"/>
            </a:xfrm>
            <a:custGeom>
              <a:avLst/>
              <a:gdLst/>
              <a:ahLst/>
              <a:cxnLst/>
              <a:rect l="l" t="t" r="r" b="b"/>
              <a:pathLst>
                <a:path w="5358" h="7544" extrusionOk="0">
                  <a:moveTo>
                    <a:pt x="1" y="1"/>
                  </a:moveTo>
                  <a:lnTo>
                    <a:pt x="1" y="7543"/>
                  </a:lnTo>
                  <a:lnTo>
                    <a:pt x="5357" y="7543"/>
                  </a:lnTo>
                  <a:lnTo>
                    <a:pt x="535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108"/>
            <p:cNvSpPr/>
            <p:nvPr/>
          </p:nvSpPr>
          <p:spPr>
            <a:xfrm>
              <a:off x="5893602" y="3902285"/>
              <a:ext cx="56272" cy="158462"/>
            </a:xfrm>
            <a:custGeom>
              <a:avLst/>
              <a:gdLst/>
              <a:ahLst/>
              <a:cxnLst/>
              <a:rect l="l" t="t" r="r" b="b"/>
              <a:pathLst>
                <a:path w="2679" h="7544" extrusionOk="0">
                  <a:moveTo>
                    <a:pt x="0" y="1"/>
                  </a:moveTo>
                  <a:lnTo>
                    <a:pt x="0" y="7543"/>
                  </a:lnTo>
                  <a:lnTo>
                    <a:pt x="2678" y="7543"/>
                  </a:lnTo>
                  <a:lnTo>
                    <a:pt x="2678"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108"/>
            <p:cNvSpPr/>
            <p:nvPr/>
          </p:nvSpPr>
          <p:spPr>
            <a:xfrm>
              <a:off x="5740329" y="3447737"/>
              <a:ext cx="306547" cy="477717"/>
            </a:xfrm>
            <a:custGeom>
              <a:avLst/>
              <a:gdLst/>
              <a:ahLst/>
              <a:cxnLst/>
              <a:rect l="l" t="t" r="r" b="b"/>
              <a:pathLst>
                <a:path w="14594" h="22743" extrusionOk="0">
                  <a:moveTo>
                    <a:pt x="7297" y="0"/>
                  </a:moveTo>
                  <a:cubicBezTo>
                    <a:pt x="3274" y="0"/>
                    <a:pt x="1" y="3274"/>
                    <a:pt x="1" y="7296"/>
                  </a:cubicBezTo>
                  <a:lnTo>
                    <a:pt x="1" y="22742"/>
                  </a:lnTo>
                  <a:lnTo>
                    <a:pt x="14593" y="22742"/>
                  </a:lnTo>
                  <a:lnTo>
                    <a:pt x="14593" y="7296"/>
                  </a:lnTo>
                  <a:cubicBezTo>
                    <a:pt x="14593" y="3274"/>
                    <a:pt x="11320" y="0"/>
                    <a:pt x="72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108"/>
            <p:cNvSpPr/>
            <p:nvPr/>
          </p:nvSpPr>
          <p:spPr>
            <a:xfrm>
              <a:off x="5893602" y="3447737"/>
              <a:ext cx="153273" cy="477717"/>
            </a:xfrm>
            <a:custGeom>
              <a:avLst/>
              <a:gdLst/>
              <a:ahLst/>
              <a:cxnLst/>
              <a:rect l="l" t="t" r="r" b="b"/>
              <a:pathLst>
                <a:path w="7297" h="22743" extrusionOk="0">
                  <a:moveTo>
                    <a:pt x="0" y="0"/>
                  </a:moveTo>
                  <a:lnTo>
                    <a:pt x="0" y="22742"/>
                  </a:lnTo>
                  <a:lnTo>
                    <a:pt x="7296" y="22742"/>
                  </a:lnTo>
                  <a:lnTo>
                    <a:pt x="7296" y="7296"/>
                  </a:lnTo>
                  <a:cubicBezTo>
                    <a:pt x="7296" y="3274"/>
                    <a:pt x="4023" y="0"/>
                    <a:pt x="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108"/>
            <p:cNvSpPr/>
            <p:nvPr/>
          </p:nvSpPr>
          <p:spPr>
            <a:xfrm>
              <a:off x="5740329" y="3447737"/>
              <a:ext cx="306547" cy="247859"/>
            </a:xfrm>
            <a:custGeom>
              <a:avLst/>
              <a:gdLst/>
              <a:ahLst/>
              <a:cxnLst/>
              <a:rect l="l" t="t" r="r" b="b"/>
              <a:pathLst>
                <a:path w="14594" h="11800" extrusionOk="0">
                  <a:moveTo>
                    <a:pt x="7297" y="0"/>
                  </a:moveTo>
                  <a:cubicBezTo>
                    <a:pt x="3274" y="0"/>
                    <a:pt x="1" y="3274"/>
                    <a:pt x="1" y="7296"/>
                  </a:cubicBezTo>
                  <a:lnTo>
                    <a:pt x="1" y="8888"/>
                  </a:lnTo>
                  <a:lnTo>
                    <a:pt x="7290" y="8888"/>
                  </a:lnTo>
                  <a:lnTo>
                    <a:pt x="7290" y="9121"/>
                  </a:lnTo>
                  <a:cubicBezTo>
                    <a:pt x="7290" y="10598"/>
                    <a:pt x="8491" y="11800"/>
                    <a:pt x="9968" y="11800"/>
                  </a:cubicBezTo>
                  <a:cubicBezTo>
                    <a:pt x="11445" y="11800"/>
                    <a:pt x="12647" y="10598"/>
                    <a:pt x="12647" y="9121"/>
                  </a:cubicBezTo>
                  <a:lnTo>
                    <a:pt x="12647" y="8888"/>
                  </a:lnTo>
                  <a:lnTo>
                    <a:pt x="14593" y="8888"/>
                  </a:lnTo>
                  <a:lnTo>
                    <a:pt x="14593" y="7296"/>
                  </a:lnTo>
                  <a:cubicBezTo>
                    <a:pt x="14593" y="3274"/>
                    <a:pt x="11320" y="0"/>
                    <a:pt x="729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108"/>
            <p:cNvSpPr/>
            <p:nvPr/>
          </p:nvSpPr>
          <p:spPr>
            <a:xfrm>
              <a:off x="5893434" y="3447737"/>
              <a:ext cx="153442" cy="247859"/>
            </a:xfrm>
            <a:custGeom>
              <a:avLst/>
              <a:gdLst/>
              <a:ahLst/>
              <a:cxnLst/>
              <a:rect l="l" t="t" r="r" b="b"/>
              <a:pathLst>
                <a:path w="7305" h="11800" extrusionOk="0">
                  <a:moveTo>
                    <a:pt x="8" y="0"/>
                  </a:moveTo>
                  <a:lnTo>
                    <a:pt x="1" y="8888"/>
                  </a:lnTo>
                  <a:lnTo>
                    <a:pt x="1" y="9121"/>
                  </a:lnTo>
                  <a:cubicBezTo>
                    <a:pt x="1" y="10598"/>
                    <a:pt x="1202" y="11800"/>
                    <a:pt x="2679" y="11800"/>
                  </a:cubicBezTo>
                  <a:cubicBezTo>
                    <a:pt x="4156" y="11800"/>
                    <a:pt x="5358" y="10598"/>
                    <a:pt x="5358" y="9121"/>
                  </a:cubicBezTo>
                  <a:lnTo>
                    <a:pt x="5358" y="8888"/>
                  </a:lnTo>
                  <a:lnTo>
                    <a:pt x="7304" y="8888"/>
                  </a:lnTo>
                  <a:lnTo>
                    <a:pt x="7304" y="7296"/>
                  </a:lnTo>
                  <a:cubicBezTo>
                    <a:pt x="7304" y="3274"/>
                    <a:pt x="4031" y="0"/>
                    <a:pt x="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108"/>
            <p:cNvSpPr/>
            <p:nvPr/>
          </p:nvSpPr>
          <p:spPr>
            <a:xfrm>
              <a:off x="5800193" y="3728700"/>
              <a:ext cx="35940" cy="35940"/>
            </a:xfrm>
            <a:custGeom>
              <a:avLst/>
              <a:gdLst/>
              <a:ahLst/>
              <a:cxnLst/>
              <a:rect l="l" t="t" r="r" b="b"/>
              <a:pathLst>
                <a:path w="1711" h="1711" extrusionOk="0">
                  <a:moveTo>
                    <a:pt x="0" y="0"/>
                  </a:moveTo>
                  <a:lnTo>
                    <a:pt x="0" y="1711"/>
                  </a:lnTo>
                  <a:lnTo>
                    <a:pt x="1711" y="1711"/>
                  </a:lnTo>
                  <a:lnTo>
                    <a:pt x="171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108"/>
            <p:cNvSpPr/>
            <p:nvPr/>
          </p:nvSpPr>
          <p:spPr>
            <a:xfrm>
              <a:off x="5951030" y="3802932"/>
              <a:ext cx="35961" cy="35940"/>
            </a:xfrm>
            <a:custGeom>
              <a:avLst/>
              <a:gdLst/>
              <a:ahLst/>
              <a:cxnLst/>
              <a:rect l="l" t="t" r="r" b="b"/>
              <a:pathLst>
                <a:path w="1712" h="1711" extrusionOk="0">
                  <a:moveTo>
                    <a:pt x="1" y="0"/>
                  </a:moveTo>
                  <a:lnTo>
                    <a:pt x="1" y="1710"/>
                  </a:lnTo>
                  <a:lnTo>
                    <a:pt x="1711" y="1710"/>
                  </a:lnTo>
                  <a:lnTo>
                    <a:pt x="171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7" name="Google Shape;3697;p108"/>
          <p:cNvGrpSpPr/>
          <p:nvPr/>
        </p:nvGrpSpPr>
        <p:grpSpPr>
          <a:xfrm>
            <a:off x="6969488" y="3495550"/>
            <a:ext cx="341548" cy="455819"/>
            <a:chOff x="5151937" y="3412659"/>
            <a:chExt cx="459316" cy="612989"/>
          </a:xfrm>
        </p:grpSpPr>
        <p:sp>
          <p:nvSpPr>
            <p:cNvPr id="3698" name="Google Shape;3698;p108"/>
            <p:cNvSpPr/>
            <p:nvPr/>
          </p:nvSpPr>
          <p:spPr>
            <a:xfrm>
              <a:off x="5389041" y="3873971"/>
              <a:ext cx="54025" cy="151677"/>
            </a:xfrm>
            <a:custGeom>
              <a:avLst/>
              <a:gdLst/>
              <a:ahLst/>
              <a:cxnLst/>
              <a:rect l="l" t="t" r="r" b="b"/>
              <a:pathLst>
                <a:path w="2572" h="7221" extrusionOk="0">
                  <a:moveTo>
                    <a:pt x="1" y="1"/>
                  </a:moveTo>
                  <a:lnTo>
                    <a:pt x="1" y="5111"/>
                  </a:lnTo>
                  <a:lnTo>
                    <a:pt x="1037" y="7220"/>
                  </a:lnTo>
                  <a:lnTo>
                    <a:pt x="2572" y="6466"/>
                  </a:lnTo>
                  <a:lnTo>
                    <a:pt x="1711" y="4714"/>
                  </a:lnTo>
                  <a:lnTo>
                    <a:pt x="171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108"/>
            <p:cNvSpPr/>
            <p:nvPr/>
          </p:nvSpPr>
          <p:spPr>
            <a:xfrm>
              <a:off x="5320124" y="3873971"/>
              <a:ext cx="54025" cy="151677"/>
            </a:xfrm>
            <a:custGeom>
              <a:avLst/>
              <a:gdLst/>
              <a:ahLst/>
              <a:cxnLst/>
              <a:rect l="l" t="t" r="r" b="b"/>
              <a:pathLst>
                <a:path w="2572" h="7221" extrusionOk="0">
                  <a:moveTo>
                    <a:pt x="861" y="1"/>
                  </a:moveTo>
                  <a:lnTo>
                    <a:pt x="861" y="4714"/>
                  </a:lnTo>
                  <a:lnTo>
                    <a:pt x="0" y="6466"/>
                  </a:lnTo>
                  <a:lnTo>
                    <a:pt x="1535" y="7220"/>
                  </a:lnTo>
                  <a:lnTo>
                    <a:pt x="2571" y="5111"/>
                  </a:lnTo>
                  <a:lnTo>
                    <a:pt x="257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108"/>
            <p:cNvSpPr/>
            <p:nvPr/>
          </p:nvSpPr>
          <p:spPr>
            <a:xfrm>
              <a:off x="5151937" y="3412659"/>
              <a:ext cx="459316" cy="538232"/>
            </a:xfrm>
            <a:custGeom>
              <a:avLst/>
              <a:gdLst/>
              <a:ahLst/>
              <a:cxnLst/>
              <a:rect l="l" t="t" r="r" b="b"/>
              <a:pathLst>
                <a:path w="21867" h="25624" extrusionOk="0">
                  <a:moveTo>
                    <a:pt x="9133" y="1"/>
                  </a:moveTo>
                  <a:lnTo>
                    <a:pt x="8880" y="379"/>
                  </a:lnTo>
                  <a:cubicBezTo>
                    <a:pt x="8867" y="399"/>
                    <a:pt x="7525" y="2386"/>
                    <a:pt x="4275" y="5718"/>
                  </a:cubicBezTo>
                  <a:cubicBezTo>
                    <a:pt x="2055" y="7995"/>
                    <a:pt x="1" y="10577"/>
                    <a:pt x="1" y="14019"/>
                  </a:cubicBezTo>
                  <a:cubicBezTo>
                    <a:pt x="1" y="18532"/>
                    <a:pt x="2789" y="22586"/>
                    <a:pt x="6975" y="24212"/>
                  </a:cubicBezTo>
                  <a:lnTo>
                    <a:pt x="7736" y="25624"/>
                  </a:lnTo>
                  <a:lnTo>
                    <a:pt x="14131" y="25624"/>
                  </a:lnTo>
                  <a:lnTo>
                    <a:pt x="14892" y="24212"/>
                  </a:lnTo>
                  <a:cubicBezTo>
                    <a:pt x="19077" y="22586"/>
                    <a:pt x="21866" y="18532"/>
                    <a:pt x="21866" y="14019"/>
                  </a:cubicBezTo>
                  <a:cubicBezTo>
                    <a:pt x="21866" y="12435"/>
                    <a:pt x="21441" y="10935"/>
                    <a:pt x="20566" y="9432"/>
                  </a:cubicBezTo>
                  <a:cubicBezTo>
                    <a:pt x="19718" y="7975"/>
                    <a:pt x="18531" y="6682"/>
                    <a:pt x="17592" y="5718"/>
                  </a:cubicBezTo>
                  <a:cubicBezTo>
                    <a:pt x="14344" y="2388"/>
                    <a:pt x="13000" y="399"/>
                    <a:pt x="12989" y="380"/>
                  </a:cubicBezTo>
                  <a:lnTo>
                    <a:pt x="1273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108"/>
            <p:cNvSpPr/>
            <p:nvPr/>
          </p:nvSpPr>
          <p:spPr>
            <a:xfrm>
              <a:off x="5383160" y="3412659"/>
              <a:ext cx="228093" cy="538232"/>
            </a:xfrm>
            <a:custGeom>
              <a:avLst/>
              <a:gdLst/>
              <a:ahLst/>
              <a:cxnLst/>
              <a:rect l="l" t="t" r="r" b="b"/>
              <a:pathLst>
                <a:path w="10859" h="25624" extrusionOk="0">
                  <a:moveTo>
                    <a:pt x="1" y="1"/>
                  </a:moveTo>
                  <a:lnTo>
                    <a:pt x="1" y="25624"/>
                  </a:lnTo>
                  <a:lnTo>
                    <a:pt x="3124" y="25624"/>
                  </a:lnTo>
                  <a:lnTo>
                    <a:pt x="3885" y="24212"/>
                  </a:lnTo>
                  <a:cubicBezTo>
                    <a:pt x="8069" y="22586"/>
                    <a:pt x="10858" y="18532"/>
                    <a:pt x="10858" y="14019"/>
                  </a:cubicBezTo>
                  <a:cubicBezTo>
                    <a:pt x="10858" y="12435"/>
                    <a:pt x="10433" y="10935"/>
                    <a:pt x="9559" y="9432"/>
                  </a:cubicBezTo>
                  <a:lnTo>
                    <a:pt x="9558" y="9432"/>
                  </a:lnTo>
                  <a:cubicBezTo>
                    <a:pt x="8710" y="7975"/>
                    <a:pt x="7523" y="6682"/>
                    <a:pt x="6584" y="5718"/>
                  </a:cubicBezTo>
                  <a:cubicBezTo>
                    <a:pt x="3336" y="2388"/>
                    <a:pt x="1992" y="399"/>
                    <a:pt x="1981" y="380"/>
                  </a:cubicBezTo>
                  <a:lnTo>
                    <a:pt x="172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108"/>
            <p:cNvSpPr/>
            <p:nvPr/>
          </p:nvSpPr>
          <p:spPr>
            <a:xfrm>
              <a:off x="5432668" y="3545852"/>
              <a:ext cx="77845" cy="306106"/>
            </a:xfrm>
            <a:custGeom>
              <a:avLst/>
              <a:gdLst/>
              <a:ahLst/>
              <a:cxnLst/>
              <a:rect l="l" t="t" r="r" b="b"/>
              <a:pathLst>
                <a:path w="3706" h="14573" extrusionOk="0">
                  <a:moveTo>
                    <a:pt x="1290" y="1"/>
                  </a:moveTo>
                  <a:lnTo>
                    <a:pt x="0" y="1122"/>
                  </a:lnTo>
                  <a:cubicBezTo>
                    <a:pt x="899" y="2157"/>
                    <a:pt x="1463" y="3607"/>
                    <a:pt x="1722" y="5555"/>
                  </a:cubicBezTo>
                  <a:cubicBezTo>
                    <a:pt x="1977" y="7482"/>
                    <a:pt x="1857" y="9374"/>
                    <a:pt x="1372" y="11026"/>
                  </a:cubicBezTo>
                  <a:cubicBezTo>
                    <a:pt x="1064" y="12074"/>
                    <a:pt x="677" y="12894"/>
                    <a:pt x="189" y="13536"/>
                  </a:cubicBezTo>
                  <a:lnTo>
                    <a:pt x="1548" y="14572"/>
                  </a:lnTo>
                  <a:cubicBezTo>
                    <a:pt x="2167" y="13761"/>
                    <a:pt x="2646" y="12759"/>
                    <a:pt x="3012" y="11507"/>
                  </a:cubicBezTo>
                  <a:cubicBezTo>
                    <a:pt x="3564" y="9629"/>
                    <a:pt x="3705" y="7492"/>
                    <a:pt x="3418" y="5330"/>
                  </a:cubicBezTo>
                  <a:cubicBezTo>
                    <a:pt x="3114" y="3038"/>
                    <a:pt x="2418" y="1295"/>
                    <a:pt x="12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108"/>
            <p:cNvSpPr/>
            <p:nvPr/>
          </p:nvSpPr>
          <p:spPr>
            <a:xfrm>
              <a:off x="5252677" y="3545852"/>
              <a:ext cx="77845" cy="306106"/>
            </a:xfrm>
            <a:custGeom>
              <a:avLst/>
              <a:gdLst/>
              <a:ahLst/>
              <a:cxnLst/>
              <a:rect l="l" t="t" r="r" b="b"/>
              <a:pathLst>
                <a:path w="3706" h="14573" extrusionOk="0">
                  <a:moveTo>
                    <a:pt x="2415" y="1"/>
                  </a:moveTo>
                  <a:cubicBezTo>
                    <a:pt x="1288" y="1295"/>
                    <a:pt x="592" y="3038"/>
                    <a:pt x="288" y="5330"/>
                  </a:cubicBezTo>
                  <a:cubicBezTo>
                    <a:pt x="1" y="7492"/>
                    <a:pt x="141" y="9629"/>
                    <a:pt x="694" y="11507"/>
                  </a:cubicBezTo>
                  <a:cubicBezTo>
                    <a:pt x="1060" y="12759"/>
                    <a:pt x="1540" y="13761"/>
                    <a:pt x="2157" y="14572"/>
                  </a:cubicBezTo>
                  <a:lnTo>
                    <a:pt x="3517" y="13536"/>
                  </a:lnTo>
                  <a:cubicBezTo>
                    <a:pt x="3029" y="12894"/>
                    <a:pt x="2642" y="12074"/>
                    <a:pt x="2334" y="11026"/>
                  </a:cubicBezTo>
                  <a:cubicBezTo>
                    <a:pt x="1849" y="9375"/>
                    <a:pt x="1728" y="7482"/>
                    <a:pt x="1984" y="5555"/>
                  </a:cubicBezTo>
                  <a:cubicBezTo>
                    <a:pt x="2243" y="3607"/>
                    <a:pt x="2805" y="2157"/>
                    <a:pt x="3705" y="1122"/>
                  </a:cubicBezTo>
                  <a:lnTo>
                    <a:pt x="241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4" name="Google Shape;3704;p108"/>
          <p:cNvGrpSpPr/>
          <p:nvPr/>
        </p:nvGrpSpPr>
        <p:grpSpPr>
          <a:xfrm>
            <a:off x="6300175" y="3495526"/>
            <a:ext cx="368819" cy="455865"/>
            <a:chOff x="4587847" y="3364704"/>
            <a:chExt cx="495991" cy="613052"/>
          </a:xfrm>
        </p:grpSpPr>
        <p:sp>
          <p:nvSpPr>
            <p:cNvPr id="3705" name="Google Shape;3705;p108"/>
            <p:cNvSpPr/>
            <p:nvPr/>
          </p:nvSpPr>
          <p:spPr>
            <a:xfrm>
              <a:off x="4848225" y="3416860"/>
              <a:ext cx="173228" cy="153421"/>
            </a:xfrm>
            <a:custGeom>
              <a:avLst/>
              <a:gdLst/>
              <a:ahLst/>
              <a:cxnLst/>
              <a:rect l="l" t="t" r="r" b="b"/>
              <a:pathLst>
                <a:path w="8247" h="7304" extrusionOk="0">
                  <a:moveTo>
                    <a:pt x="5124" y="1"/>
                  </a:moveTo>
                  <a:cubicBezTo>
                    <a:pt x="3873" y="1"/>
                    <a:pt x="2843" y="299"/>
                    <a:pt x="2058" y="890"/>
                  </a:cubicBezTo>
                  <a:cubicBezTo>
                    <a:pt x="1155" y="1569"/>
                    <a:pt x="536" y="2676"/>
                    <a:pt x="223" y="4176"/>
                  </a:cubicBezTo>
                  <a:cubicBezTo>
                    <a:pt x="1" y="5234"/>
                    <a:pt x="18" y="6114"/>
                    <a:pt x="20" y="6150"/>
                  </a:cubicBezTo>
                  <a:lnTo>
                    <a:pt x="33" y="6755"/>
                  </a:lnTo>
                  <a:lnTo>
                    <a:pt x="608" y="6936"/>
                  </a:lnTo>
                  <a:cubicBezTo>
                    <a:pt x="643" y="6946"/>
                    <a:pt x="1471" y="7204"/>
                    <a:pt x="2536" y="7281"/>
                  </a:cubicBezTo>
                  <a:cubicBezTo>
                    <a:pt x="2743" y="7297"/>
                    <a:pt x="2945" y="7304"/>
                    <a:pt x="3140" y="7304"/>
                  </a:cubicBezTo>
                  <a:cubicBezTo>
                    <a:pt x="4372" y="7304"/>
                    <a:pt x="5390" y="7008"/>
                    <a:pt x="6171" y="6421"/>
                  </a:cubicBezTo>
                  <a:cubicBezTo>
                    <a:pt x="7074" y="5742"/>
                    <a:pt x="7696" y="4634"/>
                    <a:pt x="8019" y="3130"/>
                  </a:cubicBezTo>
                  <a:cubicBezTo>
                    <a:pt x="8246" y="2069"/>
                    <a:pt x="8236" y="1185"/>
                    <a:pt x="8236" y="1148"/>
                  </a:cubicBezTo>
                  <a:lnTo>
                    <a:pt x="8235" y="1147"/>
                  </a:lnTo>
                  <a:lnTo>
                    <a:pt x="8226" y="534"/>
                  </a:lnTo>
                  <a:lnTo>
                    <a:pt x="7639" y="354"/>
                  </a:lnTo>
                  <a:cubicBezTo>
                    <a:pt x="7604" y="344"/>
                    <a:pt x="6771" y="92"/>
                    <a:pt x="5701" y="21"/>
                  </a:cubicBezTo>
                  <a:cubicBezTo>
                    <a:pt x="5504" y="7"/>
                    <a:pt x="5312" y="1"/>
                    <a:pt x="512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108"/>
            <p:cNvSpPr/>
            <p:nvPr/>
          </p:nvSpPr>
          <p:spPr>
            <a:xfrm>
              <a:off x="4848898" y="3428098"/>
              <a:ext cx="172556" cy="142183"/>
            </a:xfrm>
            <a:custGeom>
              <a:avLst/>
              <a:gdLst/>
              <a:ahLst/>
              <a:cxnLst/>
              <a:rect l="l" t="t" r="r" b="b"/>
              <a:pathLst>
                <a:path w="8215" h="6769" extrusionOk="0">
                  <a:moveTo>
                    <a:pt x="8195" y="0"/>
                  </a:moveTo>
                  <a:lnTo>
                    <a:pt x="1" y="6220"/>
                  </a:lnTo>
                  <a:lnTo>
                    <a:pt x="576" y="6401"/>
                  </a:lnTo>
                  <a:cubicBezTo>
                    <a:pt x="611" y="6412"/>
                    <a:pt x="1439" y="6669"/>
                    <a:pt x="2504" y="6747"/>
                  </a:cubicBezTo>
                  <a:cubicBezTo>
                    <a:pt x="2711" y="6762"/>
                    <a:pt x="2913" y="6769"/>
                    <a:pt x="3108" y="6769"/>
                  </a:cubicBezTo>
                  <a:cubicBezTo>
                    <a:pt x="4340" y="6769"/>
                    <a:pt x="5359" y="6473"/>
                    <a:pt x="6139" y="5886"/>
                  </a:cubicBezTo>
                  <a:cubicBezTo>
                    <a:pt x="7042" y="5207"/>
                    <a:pt x="7664" y="4099"/>
                    <a:pt x="7987" y="2595"/>
                  </a:cubicBezTo>
                  <a:cubicBezTo>
                    <a:pt x="8214" y="1534"/>
                    <a:pt x="8204" y="651"/>
                    <a:pt x="8204" y="613"/>
                  </a:cubicBezTo>
                  <a:lnTo>
                    <a:pt x="819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108"/>
            <p:cNvSpPr/>
            <p:nvPr/>
          </p:nvSpPr>
          <p:spPr>
            <a:xfrm>
              <a:off x="4778237" y="3364704"/>
              <a:ext cx="76143" cy="178543"/>
            </a:xfrm>
            <a:custGeom>
              <a:avLst/>
              <a:gdLst/>
              <a:ahLst/>
              <a:cxnLst/>
              <a:rect l="l" t="t" r="r" b="b"/>
              <a:pathLst>
                <a:path w="3625" h="8500" extrusionOk="0">
                  <a:moveTo>
                    <a:pt x="1533" y="1"/>
                  </a:moveTo>
                  <a:lnTo>
                    <a:pt x="1" y="762"/>
                  </a:lnTo>
                  <a:lnTo>
                    <a:pt x="1912" y="4614"/>
                  </a:lnTo>
                  <a:lnTo>
                    <a:pt x="1912" y="8500"/>
                  </a:lnTo>
                  <a:lnTo>
                    <a:pt x="3624" y="8500"/>
                  </a:lnTo>
                  <a:lnTo>
                    <a:pt x="3624" y="4213"/>
                  </a:lnTo>
                  <a:lnTo>
                    <a:pt x="153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108"/>
            <p:cNvSpPr/>
            <p:nvPr/>
          </p:nvSpPr>
          <p:spPr>
            <a:xfrm>
              <a:off x="4741184" y="3788438"/>
              <a:ext cx="189297" cy="189318"/>
            </a:xfrm>
            <a:custGeom>
              <a:avLst/>
              <a:gdLst/>
              <a:ahLst/>
              <a:cxnLst/>
              <a:rect l="l" t="t" r="r" b="b"/>
              <a:pathLst>
                <a:path w="9012" h="9013" extrusionOk="0">
                  <a:moveTo>
                    <a:pt x="4507" y="0"/>
                  </a:moveTo>
                  <a:cubicBezTo>
                    <a:pt x="2021" y="0"/>
                    <a:pt x="1" y="2021"/>
                    <a:pt x="1" y="4505"/>
                  </a:cubicBezTo>
                  <a:cubicBezTo>
                    <a:pt x="1" y="6990"/>
                    <a:pt x="2021" y="9012"/>
                    <a:pt x="4507" y="9012"/>
                  </a:cubicBezTo>
                  <a:cubicBezTo>
                    <a:pt x="6991" y="9012"/>
                    <a:pt x="9012" y="6990"/>
                    <a:pt x="9012" y="4506"/>
                  </a:cubicBezTo>
                  <a:cubicBezTo>
                    <a:pt x="9012" y="2022"/>
                    <a:pt x="6991" y="0"/>
                    <a:pt x="4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108"/>
            <p:cNvSpPr/>
            <p:nvPr/>
          </p:nvSpPr>
          <p:spPr>
            <a:xfrm>
              <a:off x="4835832" y="3788438"/>
              <a:ext cx="94649" cy="189318"/>
            </a:xfrm>
            <a:custGeom>
              <a:avLst/>
              <a:gdLst/>
              <a:ahLst/>
              <a:cxnLst/>
              <a:rect l="l" t="t" r="r" b="b"/>
              <a:pathLst>
                <a:path w="4506" h="9013" extrusionOk="0">
                  <a:moveTo>
                    <a:pt x="1" y="0"/>
                  </a:moveTo>
                  <a:lnTo>
                    <a:pt x="1" y="9012"/>
                  </a:lnTo>
                  <a:cubicBezTo>
                    <a:pt x="2485" y="9012"/>
                    <a:pt x="4506" y="6990"/>
                    <a:pt x="4506" y="4506"/>
                  </a:cubicBezTo>
                  <a:cubicBezTo>
                    <a:pt x="4506" y="2022"/>
                    <a:pt x="2485"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108"/>
            <p:cNvSpPr/>
            <p:nvPr/>
          </p:nvSpPr>
          <p:spPr>
            <a:xfrm>
              <a:off x="4664495" y="3656842"/>
              <a:ext cx="189339" cy="189339"/>
            </a:xfrm>
            <a:custGeom>
              <a:avLst/>
              <a:gdLst/>
              <a:ahLst/>
              <a:cxnLst/>
              <a:rect l="l" t="t" r="r" b="b"/>
              <a:pathLst>
                <a:path w="9014" h="9014" extrusionOk="0">
                  <a:moveTo>
                    <a:pt x="4507" y="1"/>
                  </a:moveTo>
                  <a:cubicBezTo>
                    <a:pt x="2023" y="1"/>
                    <a:pt x="1" y="2023"/>
                    <a:pt x="1" y="4507"/>
                  </a:cubicBezTo>
                  <a:cubicBezTo>
                    <a:pt x="1" y="6991"/>
                    <a:pt x="2023" y="9013"/>
                    <a:pt x="4507" y="9013"/>
                  </a:cubicBezTo>
                  <a:cubicBezTo>
                    <a:pt x="6991" y="9013"/>
                    <a:pt x="9013" y="6991"/>
                    <a:pt x="9013" y="4507"/>
                  </a:cubicBezTo>
                  <a:cubicBezTo>
                    <a:pt x="9013" y="2023"/>
                    <a:pt x="6991" y="1"/>
                    <a:pt x="45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108"/>
            <p:cNvSpPr/>
            <p:nvPr/>
          </p:nvSpPr>
          <p:spPr>
            <a:xfrm>
              <a:off x="4759143" y="3656842"/>
              <a:ext cx="94691" cy="189339"/>
            </a:xfrm>
            <a:custGeom>
              <a:avLst/>
              <a:gdLst/>
              <a:ahLst/>
              <a:cxnLst/>
              <a:rect l="l" t="t" r="r" b="b"/>
              <a:pathLst>
                <a:path w="4508" h="9014" extrusionOk="0">
                  <a:moveTo>
                    <a:pt x="1" y="1"/>
                  </a:moveTo>
                  <a:lnTo>
                    <a:pt x="1" y="9013"/>
                  </a:lnTo>
                  <a:cubicBezTo>
                    <a:pt x="2485" y="9013"/>
                    <a:pt x="4507" y="6991"/>
                    <a:pt x="4507" y="4507"/>
                  </a:cubicBezTo>
                  <a:cubicBezTo>
                    <a:pt x="4507" y="2023"/>
                    <a:pt x="2485"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108"/>
            <p:cNvSpPr/>
            <p:nvPr/>
          </p:nvSpPr>
          <p:spPr>
            <a:xfrm>
              <a:off x="4817852" y="3656842"/>
              <a:ext cx="189318" cy="189339"/>
            </a:xfrm>
            <a:custGeom>
              <a:avLst/>
              <a:gdLst/>
              <a:ahLst/>
              <a:cxnLst/>
              <a:rect l="l" t="t" r="r" b="b"/>
              <a:pathLst>
                <a:path w="9013" h="9014" extrusionOk="0">
                  <a:moveTo>
                    <a:pt x="4506" y="1"/>
                  </a:moveTo>
                  <a:cubicBezTo>
                    <a:pt x="2022" y="1"/>
                    <a:pt x="0" y="2023"/>
                    <a:pt x="0" y="4507"/>
                  </a:cubicBezTo>
                  <a:cubicBezTo>
                    <a:pt x="0" y="6991"/>
                    <a:pt x="2022" y="9013"/>
                    <a:pt x="4506" y="9013"/>
                  </a:cubicBezTo>
                  <a:cubicBezTo>
                    <a:pt x="6991" y="9013"/>
                    <a:pt x="9013" y="6991"/>
                    <a:pt x="9013" y="4507"/>
                  </a:cubicBezTo>
                  <a:cubicBezTo>
                    <a:pt x="9013" y="2023"/>
                    <a:pt x="6991" y="1"/>
                    <a:pt x="450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108"/>
            <p:cNvSpPr/>
            <p:nvPr/>
          </p:nvSpPr>
          <p:spPr>
            <a:xfrm>
              <a:off x="4912501" y="3656842"/>
              <a:ext cx="94670" cy="189339"/>
            </a:xfrm>
            <a:custGeom>
              <a:avLst/>
              <a:gdLst/>
              <a:ahLst/>
              <a:cxnLst/>
              <a:rect l="l" t="t" r="r" b="b"/>
              <a:pathLst>
                <a:path w="4507" h="9014" extrusionOk="0">
                  <a:moveTo>
                    <a:pt x="0" y="1"/>
                  </a:moveTo>
                  <a:lnTo>
                    <a:pt x="0" y="9013"/>
                  </a:lnTo>
                  <a:cubicBezTo>
                    <a:pt x="2485" y="9013"/>
                    <a:pt x="4507" y="6991"/>
                    <a:pt x="4507" y="4507"/>
                  </a:cubicBezTo>
                  <a:cubicBezTo>
                    <a:pt x="4507" y="2023"/>
                    <a:pt x="2485" y="1"/>
                    <a:pt x="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108"/>
            <p:cNvSpPr/>
            <p:nvPr/>
          </p:nvSpPr>
          <p:spPr>
            <a:xfrm>
              <a:off x="4587847" y="3524258"/>
              <a:ext cx="189297" cy="189339"/>
            </a:xfrm>
            <a:custGeom>
              <a:avLst/>
              <a:gdLst/>
              <a:ahLst/>
              <a:cxnLst/>
              <a:rect l="l" t="t" r="r" b="b"/>
              <a:pathLst>
                <a:path w="9012" h="9014" extrusionOk="0">
                  <a:moveTo>
                    <a:pt x="4506" y="1"/>
                  </a:moveTo>
                  <a:cubicBezTo>
                    <a:pt x="2021" y="1"/>
                    <a:pt x="0" y="2023"/>
                    <a:pt x="0" y="4507"/>
                  </a:cubicBezTo>
                  <a:cubicBezTo>
                    <a:pt x="0" y="6991"/>
                    <a:pt x="2021" y="9013"/>
                    <a:pt x="4506" y="9013"/>
                  </a:cubicBezTo>
                  <a:cubicBezTo>
                    <a:pt x="6991" y="9013"/>
                    <a:pt x="9011" y="6991"/>
                    <a:pt x="9011" y="4507"/>
                  </a:cubicBezTo>
                  <a:cubicBezTo>
                    <a:pt x="9011" y="2023"/>
                    <a:pt x="6991" y="1"/>
                    <a:pt x="450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108"/>
            <p:cNvSpPr/>
            <p:nvPr/>
          </p:nvSpPr>
          <p:spPr>
            <a:xfrm>
              <a:off x="4682496" y="3524258"/>
              <a:ext cx="94649" cy="189339"/>
            </a:xfrm>
            <a:custGeom>
              <a:avLst/>
              <a:gdLst/>
              <a:ahLst/>
              <a:cxnLst/>
              <a:rect l="l" t="t" r="r" b="b"/>
              <a:pathLst>
                <a:path w="4506" h="9014" extrusionOk="0">
                  <a:moveTo>
                    <a:pt x="0" y="1"/>
                  </a:moveTo>
                  <a:lnTo>
                    <a:pt x="0" y="9013"/>
                  </a:lnTo>
                  <a:cubicBezTo>
                    <a:pt x="2485" y="9013"/>
                    <a:pt x="4505" y="6991"/>
                    <a:pt x="4505" y="4507"/>
                  </a:cubicBezTo>
                  <a:cubicBezTo>
                    <a:pt x="4505" y="2023"/>
                    <a:pt x="2485" y="1"/>
                    <a:pt x="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108"/>
            <p:cNvSpPr/>
            <p:nvPr/>
          </p:nvSpPr>
          <p:spPr>
            <a:xfrm>
              <a:off x="4741184" y="3524258"/>
              <a:ext cx="189297" cy="189339"/>
            </a:xfrm>
            <a:custGeom>
              <a:avLst/>
              <a:gdLst/>
              <a:ahLst/>
              <a:cxnLst/>
              <a:rect l="l" t="t" r="r" b="b"/>
              <a:pathLst>
                <a:path w="9012" h="9014" extrusionOk="0">
                  <a:moveTo>
                    <a:pt x="4507" y="1"/>
                  </a:moveTo>
                  <a:cubicBezTo>
                    <a:pt x="2021" y="1"/>
                    <a:pt x="1" y="2023"/>
                    <a:pt x="1" y="4507"/>
                  </a:cubicBezTo>
                  <a:cubicBezTo>
                    <a:pt x="1" y="6991"/>
                    <a:pt x="2021" y="9013"/>
                    <a:pt x="4507" y="9013"/>
                  </a:cubicBezTo>
                  <a:cubicBezTo>
                    <a:pt x="6991" y="9013"/>
                    <a:pt x="9012" y="6991"/>
                    <a:pt x="9012" y="4507"/>
                  </a:cubicBezTo>
                  <a:cubicBezTo>
                    <a:pt x="9012" y="2023"/>
                    <a:pt x="6991" y="1"/>
                    <a:pt x="45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108"/>
            <p:cNvSpPr/>
            <p:nvPr/>
          </p:nvSpPr>
          <p:spPr>
            <a:xfrm>
              <a:off x="4835832" y="3524258"/>
              <a:ext cx="94649" cy="189339"/>
            </a:xfrm>
            <a:custGeom>
              <a:avLst/>
              <a:gdLst/>
              <a:ahLst/>
              <a:cxnLst/>
              <a:rect l="l" t="t" r="r" b="b"/>
              <a:pathLst>
                <a:path w="4506" h="9014" extrusionOk="0">
                  <a:moveTo>
                    <a:pt x="1" y="1"/>
                  </a:moveTo>
                  <a:lnTo>
                    <a:pt x="1" y="9013"/>
                  </a:lnTo>
                  <a:cubicBezTo>
                    <a:pt x="2485" y="9013"/>
                    <a:pt x="4506" y="6991"/>
                    <a:pt x="4506" y="4507"/>
                  </a:cubicBezTo>
                  <a:cubicBezTo>
                    <a:pt x="4506" y="2023"/>
                    <a:pt x="2485"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108"/>
            <p:cNvSpPr/>
            <p:nvPr/>
          </p:nvSpPr>
          <p:spPr>
            <a:xfrm>
              <a:off x="4894541" y="3524258"/>
              <a:ext cx="189297" cy="189339"/>
            </a:xfrm>
            <a:custGeom>
              <a:avLst/>
              <a:gdLst/>
              <a:ahLst/>
              <a:cxnLst/>
              <a:rect l="l" t="t" r="r" b="b"/>
              <a:pathLst>
                <a:path w="9012" h="9014" extrusionOk="0">
                  <a:moveTo>
                    <a:pt x="4505" y="1"/>
                  </a:moveTo>
                  <a:cubicBezTo>
                    <a:pt x="2021" y="1"/>
                    <a:pt x="0" y="2023"/>
                    <a:pt x="0" y="4507"/>
                  </a:cubicBezTo>
                  <a:cubicBezTo>
                    <a:pt x="0" y="6991"/>
                    <a:pt x="2021" y="9013"/>
                    <a:pt x="4505" y="9013"/>
                  </a:cubicBezTo>
                  <a:cubicBezTo>
                    <a:pt x="6991" y="9013"/>
                    <a:pt x="9011" y="6991"/>
                    <a:pt x="9011" y="4507"/>
                  </a:cubicBezTo>
                  <a:cubicBezTo>
                    <a:pt x="9011" y="2023"/>
                    <a:pt x="6991" y="1"/>
                    <a:pt x="450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108"/>
            <p:cNvSpPr/>
            <p:nvPr/>
          </p:nvSpPr>
          <p:spPr>
            <a:xfrm>
              <a:off x="4989148" y="3524258"/>
              <a:ext cx="94691" cy="189339"/>
            </a:xfrm>
            <a:custGeom>
              <a:avLst/>
              <a:gdLst/>
              <a:ahLst/>
              <a:cxnLst/>
              <a:rect l="l" t="t" r="r" b="b"/>
              <a:pathLst>
                <a:path w="4508" h="9014" extrusionOk="0">
                  <a:moveTo>
                    <a:pt x="1" y="1"/>
                  </a:moveTo>
                  <a:lnTo>
                    <a:pt x="1" y="9013"/>
                  </a:lnTo>
                  <a:cubicBezTo>
                    <a:pt x="2487" y="9013"/>
                    <a:pt x="4507" y="6991"/>
                    <a:pt x="4507" y="4507"/>
                  </a:cubicBezTo>
                  <a:cubicBezTo>
                    <a:pt x="4507" y="2023"/>
                    <a:pt x="2487"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0" name="Google Shape;3720;p108"/>
          <p:cNvGrpSpPr/>
          <p:nvPr/>
        </p:nvGrpSpPr>
        <p:grpSpPr>
          <a:xfrm>
            <a:off x="5543848" y="3506132"/>
            <a:ext cx="455834" cy="434623"/>
            <a:chOff x="3463240" y="3386172"/>
            <a:chExt cx="613010" cy="584485"/>
          </a:xfrm>
        </p:grpSpPr>
        <p:sp>
          <p:nvSpPr>
            <p:cNvPr id="3721" name="Google Shape;3721;p108"/>
            <p:cNvSpPr/>
            <p:nvPr/>
          </p:nvSpPr>
          <p:spPr>
            <a:xfrm>
              <a:off x="3572949" y="3577170"/>
              <a:ext cx="393613" cy="325662"/>
            </a:xfrm>
            <a:custGeom>
              <a:avLst/>
              <a:gdLst/>
              <a:ahLst/>
              <a:cxnLst/>
              <a:rect l="l" t="t" r="r" b="b"/>
              <a:pathLst>
                <a:path w="18739" h="15504" extrusionOk="0">
                  <a:moveTo>
                    <a:pt x="9370" y="1"/>
                  </a:moveTo>
                  <a:cubicBezTo>
                    <a:pt x="4204" y="1"/>
                    <a:pt x="2" y="4203"/>
                    <a:pt x="2" y="9367"/>
                  </a:cubicBezTo>
                  <a:cubicBezTo>
                    <a:pt x="1" y="11623"/>
                    <a:pt x="817" y="13803"/>
                    <a:pt x="2298" y="15503"/>
                  </a:cubicBezTo>
                  <a:lnTo>
                    <a:pt x="16440" y="15503"/>
                  </a:lnTo>
                  <a:cubicBezTo>
                    <a:pt x="17923" y="13803"/>
                    <a:pt x="18738" y="11623"/>
                    <a:pt x="18736" y="9367"/>
                  </a:cubicBezTo>
                  <a:cubicBezTo>
                    <a:pt x="18736" y="4203"/>
                    <a:pt x="14534" y="1"/>
                    <a:pt x="937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108"/>
            <p:cNvSpPr/>
            <p:nvPr/>
          </p:nvSpPr>
          <p:spPr>
            <a:xfrm>
              <a:off x="3769745" y="3577170"/>
              <a:ext cx="196817" cy="325662"/>
            </a:xfrm>
            <a:custGeom>
              <a:avLst/>
              <a:gdLst/>
              <a:ahLst/>
              <a:cxnLst/>
              <a:rect l="l" t="t" r="r" b="b"/>
              <a:pathLst>
                <a:path w="9370" h="15504" extrusionOk="0">
                  <a:moveTo>
                    <a:pt x="1" y="1"/>
                  </a:moveTo>
                  <a:lnTo>
                    <a:pt x="1" y="15503"/>
                  </a:lnTo>
                  <a:lnTo>
                    <a:pt x="7071" y="15503"/>
                  </a:lnTo>
                  <a:cubicBezTo>
                    <a:pt x="8554" y="13803"/>
                    <a:pt x="9369" y="11623"/>
                    <a:pt x="9367" y="9367"/>
                  </a:cubicBezTo>
                  <a:cubicBezTo>
                    <a:pt x="9367" y="4203"/>
                    <a:pt x="5165"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108"/>
            <p:cNvSpPr/>
            <p:nvPr/>
          </p:nvSpPr>
          <p:spPr>
            <a:xfrm>
              <a:off x="3644471" y="3648692"/>
              <a:ext cx="250548" cy="203875"/>
            </a:xfrm>
            <a:custGeom>
              <a:avLst/>
              <a:gdLst/>
              <a:ahLst/>
              <a:cxnLst/>
              <a:rect l="l" t="t" r="r" b="b"/>
              <a:pathLst>
                <a:path w="11928" h="9706" extrusionOk="0">
                  <a:moveTo>
                    <a:pt x="5965" y="1"/>
                  </a:moveTo>
                  <a:cubicBezTo>
                    <a:pt x="2678" y="1"/>
                    <a:pt x="2" y="2675"/>
                    <a:pt x="2" y="5962"/>
                  </a:cubicBezTo>
                  <a:cubicBezTo>
                    <a:pt x="1" y="7326"/>
                    <a:pt x="469" y="8647"/>
                    <a:pt x="1328" y="9705"/>
                  </a:cubicBezTo>
                  <a:lnTo>
                    <a:pt x="10601" y="9705"/>
                  </a:lnTo>
                  <a:cubicBezTo>
                    <a:pt x="11459" y="8647"/>
                    <a:pt x="11927" y="7326"/>
                    <a:pt x="11926" y="5962"/>
                  </a:cubicBezTo>
                  <a:cubicBezTo>
                    <a:pt x="11926" y="2675"/>
                    <a:pt x="9252" y="1"/>
                    <a:pt x="59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108"/>
            <p:cNvSpPr/>
            <p:nvPr/>
          </p:nvSpPr>
          <p:spPr>
            <a:xfrm>
              <a:off x="3769745" y="3648692"/>
              <a:ext cx="125274" cy="203875"/>
            </a:xfrm>
            <a:custGeom>
              <a:avLst/>
              <a:gdLst/>
              <a:ahLst/>
              <a:cxnLst/>
              <a:rect l="l" t="t" r="r" b="b"/>
              <a:pathLst>
                <a:path w="5964" h="9706" extrusionOk="0">
                  <a:moveTo>
                    <a:pt x="1" y="1"/>
                  </a:moveTo>
                  <a:lnTo>
                    <a:pt x="1" y="9705"/>
                  </a:lnTo>
                  <a:lnTo>
                    <a:pt x="4637" y="9705"/>
                  </a:lnTo>
                  <a:cubicBezTo>
                    <a:pt x="5495" y="8647"/>
                    <a:pt x="5963" y="7326"/>
                    <a:pt x="5962" y="5962"/>
                  </a:cubicBezTo>
                  <a:cubicBezTo>
                    <a:pt x="5962" y="2675"/>
                    <a:pt x="3288"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108"/>
            <p:cNvSpPr/>
            <p:nvPr/>
          </p:nvSpPr>
          <p:spPr>
            <a:xfrm>
              <a:off x="3930580" y="3505732"/>
              <a:ext cx="35919" cy="280984"/>
            </a:xfrm>
            <a:custGeom>
              <a:avLst/>
              <a:gdLst/>
              <a:ahLst/>
              <a:cxnLst/>
              <a:rect l="l" t="t" r="r" b="b"/>
              <a:pathLst>
                <a:path w="1710" h="13377" extrusionOk="0">
                  <a:moveTo>
                    <a:pt x="1" y="0"/>
                  </a:moveTo>
                  <a:lnTo>
                    <a:pt x="1" y="13376"/>
                  </a:lnTo>
                  <a:lnTo>
                    <a:pt x="1710" y="13376"/>
                  </a:lnTo>
                  <a:lnTo>
                    <a:pt x="171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108"/>
            <p:cNvSpPr/>
            <p:nvPr/>
          </p:nvSpPr>
          <p:spPr>
            <a:xfrm>
              <a:off x="3539866" y="3496196"/>
              <a:ext cx="447007" cy="35919"/>
            </a:xfrm>
            <a:custGeom>
              <a:avLst/>
              <a:gdLst/>
              <a:ahLst/>
              <a:cxnLst/>
              <a:rect l="l" t="t" r="r" b="b"/>
              <a:pathLst>
                <a:path w="21281" h="1710" extrusionOk="0">
                  <a:moveTo>
                    <a:pt x="1" y="1"/>
                  </a:moveTo>
                  <a:lnTo>
                    <a:pt x="1" y="1709"/>
                  </a:lnTo>
                  <a:lnTo>
                    <a:pt x="21280" y="1709"/>
                  </a:lnTo>
                  <a:lnTo>
                    <a:pt x="2128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108"/>
            <p:cNvSpPr/>
            <p:nvPr/>
          </p:nvSpPr>
          <p:spPr>
            <a:xfrm>
              <a:off x="3554107" y="3386172"/>
              <a:ext cx="441987" cy="145397"/>
            </a:xfrm>
            <a:custGeom>
              <a:avLst/>
              <a:gdLst/>
              <a:ahLst/>
              <a:cxnLst/>
              <a:rect l="l" t="t" r="r" b="b"/>
              <a:pathLst>
                <a:path w="21042" h="6922" extrusionOk="0">
                  <a:moveTo>
                    <a:pt x="424" y="1"/>
                  </a:moveTo>
                  <a:lnTo>
                    <a:pt x="212" y="830"/>
                  </a:lnTo>
                  <a:lnTo>
                    <a:pt x="1" y="1657"/>
                  </a:lnTo>
                  <a:lnTo>
                    <a:pt x="20618" y="6921"/>
                  </a:lnTo>
                  <a:lnTo>
                    <a:pt x="20830" y="6092"/>
                  </a:lnTo>
                  <a:lnTo>
                    <a:pt x="21041" y="5265"/>
                  </a:lnTo>
                  <a:lnTo>
                    <a:pt x="42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108"/>
            <p:cNvSpPr/>
            <p:nvPr/>
          </p:nvSpPr>
          <p:spPr>
            <a:xfrm>
              <a:off x="3509157" y="3783103"/>
              <a:ext cx="521218" cy="187554"/>
            </a:xfrm>
            <a:custGeom>
              <a:avLst/>
              <a:gdLst/>
              <a:ahLst/>
              <a:cxnLst/>
              <a:rect l="l" t="t" r="r" b="b"/>
              <a:pathLst>
                <a:path w="24814" h="8929" extrusionOk="0">
                  <a:moveTo>
                    <a:pt x="0" y="0"/>
                  </a:moveTo>
                  <a:lnTo>
                    <a:pt x="0" y="171"/>
                  </a:lnTo>
                  <a:cubicBezTo>
                    <a:pt x="0" y="5001"/>
                    <a:pt x="3929" y="8929"/>
                    <a:pt x="8759" y="8929"/>
                  </a:cubicBezTo>
                  <a:lnTo>
                    <a:pt x="16055" y="8929"/>
                  </a:lnTo>
                  <a:cubicBezTo>
                    <a:pt x="20884" y="8929"/>
                    <a:pt x="24813" y="5001"/>
                    <a:pt x="24813" y="170"/>
                  </a:cubicBezTo>
                  <a:lnTo>
                    <a:pt x="248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108"/>
            <p:cNvSpPr/>
            <p:nvPr/>
          </p:nvSpPr>
          <p:spPr>
            <a:xfrm>
              <a:off x="3463240" y="3768736"/>
              <a:ext cx="613010" cy="35940"/>
            </a:xfrm>
            <a:custGeom>
              <a:avLst/>
              <a:gdLst/>
              <a:ahLst/>
              <a:cxnLst/>
              <a:rect l="l" t="t" r="r" b="b"/>
              <a:pathLst>
                <a:path w="29184" h="1711" extrusionOk="0">
                  <a:moveTo>
                    <a:pt x="0" y="0"/>
                  </a:moveTo>
                  <a:lnTo>
                    <a:pt x="0" y="1711"/>
                  </a:lnTo>
                  <a:lnTo>
                    <a:pt x="29184" y="1711"/>
                  </a:lnTo>
                  <a:lnTo>
                    <a:pt x="291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108"/>
            <p:cNvSpPr/>
            <p:nvPr/>
          </p:nvSpPr>
          <p:spPr>
            <a:xfrm>
              <a:off x="3769745" y="3768736"/>
              <a:ext cx="306505" cy="35940"/>
            </a:xfrm>
            <a:custGeom>
              <a:avLst/>
              <a:gdLst/>
              <a:ahLst/>
              <a:cxnLst/>
              <a:rect l="l" t="t" r="r" b="b"/>
              <a:pathLst>
                <a:path w="14592" h="1711" extrusionOk="0">
                  <a:moveTo>
                    <a:pt x="1" y="0"/>
                  </a:moveTo>
                  <a:lnTo>
                    <a:pt x="1" y="1711"/>
                  </a:lnTo>
                  <a:lnTo>
                    <a:pt x="14592" y="1711"/>
                  </a:lnTo>
                  <a:lnTo>
                    <a:pt x="1459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31" name="Google Shape;3731;p108"/>
          <p:cNvGrpSpPr/>
          <p:nvPr/>
        </p:nvGrpSpPr>
        <p:grpSpPr>
          <a:xfrm>
            <a:off x="4899495" y="3495542"/>
            <a:ext cx="343859" cy="455834"/>
            <a:chOff x="2831745" y="3340570"/>
            <a:chExt cx="462425" cy="613010"/>
          </a:xfrm>
        </p:grpSpPr>
        <p:sp>
          <p:nvSpPr>
            <p:cNvPr id="3732" name="Google Shape;3732;p108"/>
            <p:cNvSpPr/>
            <p:nvPr/>
          </p:nvSpPr>
          <p:spPr>
            <a:xfrm>
              <a:off x="2831745" y="3411630"/>
              <a:ext cx="462425" cy="541950"/>
            </a:xfrm>
            <a:custGeom>
              <a:avLst/>
              <a:gdLst/>
              <a:ahLst/>
              <a:cxnLst/>
              <a:rect l="l" t="t" r="r" b="b"/>
              <a:pathLst>
                <a:path w="22015" h="25801" extrusionOk="0">
                  <a:moveTo>
                    <a:pt x="2707" y="0"/>
                  </a:moveTo>
                  <a:lnTo>
                    <a:pt x="2707" y="3660"/>
                  </a:lnTo>
                  <a:lnTo>
                    <a:pt x="0" y="4740"/>
                  </a:lnTo>
                  <a:lnTo>
                    <a:pt x="0" y="6953"/>
                  </a:lnTo>
                  <a:lnTo>
                    <a:pt x="1887" y="17288"/>
                  </a:lnTo>
                  <a:lnTo>
                    <a:pt x="0" y="23368"/>
                  </a:lnTo>
                  <a:lnTo>
                    <a:pt x="0" y="25800"/>
                  </a:lnTo>
                  <a:lnTo>
                    <a:pt x="22015" y="25800"/>
                  </a:lnTo>
                  <a:lnTo>
                    <a:pt x="22015" y="23976"/>
                  </a:lnTo>
                  <a:lnTo>
                    <a:pt x="20128" y="17288"/>
                  </a:lnTo>
                  <a:lnTo>
                    <a:pt x="22013" y="6953"/>
                  </a:lnTo>
                  <a:lnTo>
                    <a:pt x="22015" y="4740"/>
                  </a:lnTo>
                  <a:lnTo>
                    <a:pt x="19307" y="3660"/>
                  </a:lnTo>
                  <a:lnTo>
                    <a:pt x="1930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108"/>
            <p:cNvSpPr/>
            <p:nvPr/>
          </p:nvSpPr>
          <p:spPr>
            <a:xfrm>
              <a:off x="3054608" y="3411630"/>
              <a:ext cx="239562" cy="541929"/>
            </a:xfrm>
            <a:custGeom>
              <a:avLst/>
              <a:gdLst/>
              <a:ahLst/>
              <a:cxnLst/>
              <a:rect l="l" t="t" r="r" b="b"/>
              <a:pathLst>
                <a:path w="11405" h="25800" extrusionOk="0">
                  <a:moveTo>
                    <a:pt x="1" y="0"/>
                  </a:moveTo>
                  <a:lnTo>
                    <a:pt x="1" y="3660"/>
                  </a:lnTo>
                  <a:lnTo>
                    <a:pt x="397" y="3660"/>
                  </a:lnTo>
                  <a:lnTo>
                    <a:pt x="397" y="25799"/>
                  </a:lnTo>
                  <a:lnTo>
                    <a:pt x="11403" y="25799"/>
                  </a:lnTo>
                  <a:lnTo>
                    <a:pt x="11403" y="23368"/>
                  </a:lnTo>
                  <a:lnTo>
                    <a:pt x="9518" y="17288"/>
                  </a:lnTo>
                  <a:lnTo>
                    <a:pt x="11403" y="7562"/>
                  </a:lnTo>
                  <a:lnTo>
                    <a:pt x="11405" y="4740"/>
                  </a:lnTo>
                  <a:lnTo>
                    <a:pt x="8697" y="3660"/>
                  </a:lnTo>
                  <a:lnTo>
                    <a:pt x="869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108"/>
            <p:cNvSpPr/>
            <p:nvPr/>
          </p:nvSpPr>
          <p:spPr>
            <a:xfrm>
              <a:off x="2831745" y="3340570"/>
              <a:ext cx="462404" cy="106999"/>
            </a:xfrm>
            <a:custGeom>
              <a:avLst/>
              <a:gdLst/>
              <a:ahLst/>
              <a:cxnLst/>
              <a:rect l="l" t="t" r="r" b="b"/>
              <a:pathLst>
                <a:path w="22014" h="5094" extrusionOk="0">
                  <a:moveTo>
                    <a:pt x="0" y="0"/>
                  </a:moveTo>
                  <a:lnTo>
                    <a:pt x="0" y="5094"/>
                  </a:lnTo>
                  <a:lnTo>
                    <a:pt x="22013" y="5094"/>
                  </a:lnTo>
                  <a:lnTo>
                    <a:pt x="22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108"/>
            <p:cNvSpPr/>
            <p:nvPr/>
          </p:nvSpPr>
          <p:spPr>
            <a:xfrm>
              <a:off x="3061624" y="3340570"/>
              <a:ext cx="232525" cy="106999"/>
            </a:xfrm>
            <a:custGeom>
              <a:avLst/>
              <a:gdLst/>
              <a:ahLst/>
              <a:cxnLst/>
              <a:rect l="l" t="t" r="r" b="b"/>
              <a:pathLst>
                <a:path w="11070" h="5094" extrusionOk="0">
                  <a:moveTo>
                    <a:pt x="0" y="0"/>
                  </a:moveTo>
                  <a:lnTo>
                    <a:pt x="0" y="5094"/>
                  </a:lnTo>
                  <a:lnTo>
                    <a:pt x="11069" y="5094"/>
                  </a:lnTo>
                  <a:lnTo>
                    <a:pt x="1106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108"/>
            <p:cNvSpPr/>
            <p:nvPr/>
          </p:nvSpPr>
          <p:spPr>
            <a:xfrm>
              <a:off x="3006675" y="3340570"/>
              <a:ext cx="112566" cy="260630"/>
            </a:xfrm>
            <a:custGeom>
              <a:avLst/>
              <a:gdLst/>
              <a:ahLst/>
              <a:cxnLst/>
              <a:rect l="l" t="t" r="r" b="b"/>
              <a:pathLst>
                <a:path w="5359" h="12408" extrusionOk="0">
                  <a:moveTo>
                    <a:pt x="0" y="0"/>
                  </a:moveTo>
                  <a:lnTo>
                    <a:pt x="0" y="12407"/>
                  </a:lnTo>
                  <a:lnTo>
                    <a:pt x="5359" y="12407"/>
                  </a:lnTo>
                  <a:lnTo>
                    <a:pt x="535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108"/>
            <p:cNvSpPr/>
            <p:nvPr/>
          </p:nvSpPr>
          <p:spPr>
            <a:xfrm>
              <a:off x="3062968" y="3340570"/>
              <a:ext cx="56272" cy="260630"/>
            </a:xfrm>
            <a:custGeom>
              <a:avLst/>
              <a:gdLst/>
              <a:ahLst/>
              <a:cxnLst/>
              <a:rect l="l" t="t" r="r" b="b"/>
              <a:pathLst>
                <a:path w="2679" h="12408" extrusionOk="0">
                  <a:moveTo>
                    <a:pt x="0" y="0"/>
                  </a:moveTo>
                  <a:lnTo>
                    <a:pt x="0" y="12407"/>
                  </a:lnTo>
                  <a:lnTo>
                    <a:pt x="2679" y="12407"/>
                  </a:lnTo>
                  <a:lnTo>
                    <a:pt x="26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108"/>
            <p:cNvSpPr/>
            <p:nvPr/>
          </p:nvSpPr>
          <p:spPr>
            <a:xfrm>
              <a:off x="2831745" y="3557656"/>
              <a:ext cx="462404" cy="351078"/>
            </a:xfrm>
            <a:custGeom>
              <a:avLst/>
              <a:gdLst/>
              <a:ahLst/>
              <a:cxnLst/>
              <a:rect l="l" t="t" r="r" b="b"/>
              <a:pathLst>
                <a:path w="22014" h="16714" extrusionOk="0">
                  <a:moveTo>
                    <a:pt x="0" y="1"/>
                  </a:moveTo>
                  <a:lnTo>
                    <a:pt x="0" y="16714"/>
                  </a:lnTo>
                  <a:lnTo>
                    <a:pt x="22013" y="16714"/>
                  </a:lnTo>
                  <a:lnTo>
                    <a:pt x="2201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108"/>
            <p:cNvSpPr/>
            <p:nvPr/>
          </p:nvSpPr>
          <p:spPr>
            <a:xfrm>
              <a:off x="3062968" y="3557656"/>
              <a:ext cx="231202" cy="351078"/>
            </a:xfrm>
            <a:custGeom>
              <a:avLst/>
              <a:gdLst/>
              <a:ahLst/>
              <a:cxnLst/>
              <a:rect l="l" t="t" r="r" b="b"/>
              <a:pathLst>
                <a:path w="11007" h="16714" extrusionOk="0">
                  <a:moveTo>
                    <a:pt x="0" y="1"/>
                  </a:moveTo>
                  <a:lnTo>
                    <a:pt x="0" y="16714"/>
                  </a:lnTo>
                  <a:lnTo>
                    <a:pt x="11007" y="16714"/>
                  </a:lnTo>
                  <a:lnTo>
                    <a:pt x="1100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108"/>
            <p:cNvSpPr/>
            <p:nvPr/>
          </p:nvSpPr>
          <p:spPr>
            <a:xfrm>
              <a:off x="2906691" y="3718156"/>
              <a:ext cx="156319" cy="138948"/>
            </a:xfrm>
            <a:custGeom>
              <a:avLst/>
              <a:gdLst/>
              <a:ahLst/>
              <a:cxnLst/>
              <a:rect l="l" t="t" r="r" b="b"/>
              <a:pathLst>
                <a:path w="7442" h="6615" extrusionOk="0">
                  <a:moveTo>
                    <a:pt x="2925" y="1"/>
                  </a:moveTo>
                  <a:cubicBezTo>
                    <a:pt x="2509" y="1"/>
                    <a:pt x="2093" y="106"/>
                    <a:pt x="1705" y="315"/>
                  </a:cubicBezTo>
                  <a:cubicBezTo>
                    <a:pt x="1095" y="644"/>
                    <a:pt x="615" y="1200"/>
                    <a:pt x="358" y="1876"/>
                  </a:cubicBezTo>
                  <a:cubicBezTo>
                    <a:pt x="0" y="2816"/>
                    <a:pt x="40" y="3807"/>
                    <a:pt x="470" y="4668"/>
                  </a:cubicBezTo>
                  <a:cubicBezTo>
                    <a:pt x="858" y="5448"/>
                    <a:pt x="1553" y="6072"/>
                    <a:pt x="2373" y="6385"/>
                  </a:cubicBezTo>
                  <a:cubicBezTo>
                    <a:pt x="2777" y="6538"/>
                    <a:pt x="3206" y="6614"/>
                    <a:pt x="3638" y="6614"/>
                  </a:cubicBezTo>
                  <a:cubicBezTo>
                    <a:pt x="3642" y="6614"/>
                    <a:pt x="3646" y="6614"/>
                    <a:pt x="3650" y="6614"/>
                  </a:cubicBezTo>
                  <a:cubicBezTo>
                    <a:pt x="4089" y="6614"/>
                    <a:pt x="4526" y="6530"/>
                    <a:pt x="4937" y="6368"/>
                  </a:cubicBezTo>
                  <a:cubicBezTo>
                    <a:pt x="5830" y="6011"/>
                    <a:pt x="6520" y="5297"/>
                    <a:pt x="6878" y="4358"/>
                  </a:cubicBezTo>
                  <a:cubicBezTo>
                    <a:pt x="7442" y="2875"/>
                    <a:pt x="6805" y="1301"/>
                    <a:pt x="5425" y="776"/>
                  </a:cubicBezTo>
                  <a:lnTo>
                    <a:pt x="5425" y="778"/>
                  </a:lnTo>
                  <a:cubicBezTo>
                    <a:pt x="5154" y="673"/>
                    <a:pt x="4869" y="611"/>
                    <a:pt x="4578" y="594"/>
                  </a:cubicBezTo>
                  <a:cubicBezTo>
                    <a:pt x="4350" y="414"/>
                    <a:pt x="4095" y="271"/>
                    <a:pt x="3824" y="168"/>
                  </a:cubicBezTo>
                  <a:cubicBezTo>
                    <a:pt x="3530" y="56"/>
                    <a:pt x="3228" y="1"/>
                    <a:pt x="292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108"/>
            <p:cNvSpPr/>
            <p:nvPr/>
          </p:nvSpPr>
          <p:spPr>
            <a:xfrm>
              <a:off x="3062905" y="3718156"/>
              <a:ext cx="156319" cy="138906"/>
            </a:xfrm>
            <a:custGeom>
              <a:avLst/>
              <a:gdLst/>
              <a:ahLst/>
              <a:cxnLst/>
              <a:rect l="l" t="t" r="r" b="b"/>
              <a:pathLst>
                <a:path w="7442" h="6613" extrusionOk="0">
                  <a:moveTo>
                    <a:pt x="4517" y="1"/>
                  </a:moveTo>
                  <a:cubicBezTo>
                    <a:pt x="4214" y="1"/>
                    <a:pt x="3911" y="56"/>
                    <a:pt x="3618" y="168"/>
                  </a:cubicBezTo>
                  <a:cubicBezTo>
                    <a:pt x="3347" y="271"/>
                    <a:pt x="3092" y="414"/>
                    <a:pt x="2864" y="594"/>
                  </a:cubicBezTo>
                  <a:cubicBezTo>
                    <a:pt x="2573" y="611"/>
                    <a:pt x="2287" y="673"/>
                    <a:pt x="2016" y="778"/>
                  </a:cubicBezTo>
                  <a:cubicBezTo>
                    <a:pt x="638" y="1302"/>
                    <a:pt x="0" y="2875"/>
                    <a:pt x="564" y="4358"/>
                  </a:cubicBezTo>
                  <a:cubicBezTo>
                    <a:pt x="1151" y="5898"/>
                    <a:pt x="2497" y="6613"/>
                    <a:pt x="3812" y="6613"/>
                  </a:cubicBezTo>
                  <a:cubicBezTo>
                    <a:pt x="3816" y="6613"/>
                    <a:pt x="3820" y="6613"/>
                    <a:pt x="3824" y="6613"/>
                  </a:cubicBezTo>
                  <a:cubicBezTo>
                    <a:pt x="4249" y="6613"/>
                    <a:pt x="4671" y="6535"/>
                    <a:pt x="5069" y="6384"/>
                  </a:cubicBezTo>
                  <a:cubicBezTo>
                    <a:pt x="5889" y="6072"/>
                    <a:pt x="6583" y="5446"/>
                    <a:pt x="6972" y="4668"/>
                  </a:cubicBezTo>
                  <a:cubicBezTo>
                    <a:pt x="7402" y="3807"/>
                    <a:pt x="7441" y="2816"/>
                    <a:pt x="7083" y="1876"/>
                  </a:cubicBezTo>
                  <a:cubicBezTo>
                    <a:pt x="6827" y="1200"/>
                    <a:pt x="6348" y="644"/>
                    <a:pt x="5737" y="315"/>
                  </a:cubicBezTo>
                  <a:cubicBezTo>
                    <a:pt x="5349" y="106"/>
                    <a:pt x="4934" y="1"/>
                    <a:pt x="45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108"/>
            <p:cNvSpPr/>
            <p:nvPr/>
          </p:nvSpPr>
          <p:spPr>
            <a:xfrm>
              <a:off x="2979978" y="3609308"/>
              <a:ext cx="165961" cy="148946"/>
            </a:xfrm>
            <a:custGeom>
              <a:avLst/>
              <a:gdLst/>
              <a:ahLst/>
              <a:cxnLst/>
              <a:rect l="l" t="t" r="r" b="b"/>
              <a:pathLst>
                <a:path w="7901" h="7091" extrusionOk="0">
                  <a:moveTo>
                    <a:pt x="3096" y="0"/>
                  </a:moveTo>
                  <a:lnTo>
                    <a:pt x="3096" y="1135"/>
                  </a:lnTo>
                  <a:lnTo>
                    <a:pt x="0" y="6199"/>
                  </a:lnTo>
                  <a:lnTo>
                    <a:pt x="1460" y="7090"/>
                  </a:lnTo>
                  <a:lnTo>
                    <a:pt x="3950" y="3013"/>
                  </a:lnTo>
                  <a:lnTo>
                    <a:pt x="6441" y="7090"/>
                  </a:lnTo>
                  <a:lnTo>
                    <a:pt x="7901" y="6199"/>
                  </a:lnTo>
                  <a:lnTo>
                    <a:pt x="4805" y="1135"/>
                  </a:lnTo>
                  <a:lnTo>
                    <a:pt x="480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108"/>
            <p:cNvSpPr/>
            <p:nvPr/>
          </p:nvSpPr>
          <p:spPr>
            <a:xfrm>
              <a:off x="3062968" y="3609308"/>
              <a:ext cx="82970" cy="148946"/>
            </a:xfrm>
            <a:custGeom>
              <a:avLst/>
              <a:gdLst/>
              <a:ahLst/>
              <a:cxnLst/>
              <a:rect l="l" t="t" r="r" b="b"/>
              <a:pathLst>
                <a:path w="3950" h="7091" extrusionOk="0">
                  <a:moveTo>
                    <a:pt x="0" y="0"/>
                  </a:moveTo>
                  <a:lnTo>
                    <a:pt x="0" y="3013"/>
                  </a:lnTo>
                  <a:lnTo>
                    <a:pt x="2490" y="7090"/>
                  </a:lnTo>
                  <a:lnTo>
                    <a:pt x="3950" y="6199"/>
                  </a:lnTo>
                  <a:lnTo>
                    <a:pt x="854" y="1133"/>
                  </a:lnTo>
                  <a:lnTo>
                    <a:pt x="85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4" name="Google Shape;3744;p108"/>
          <p:cNvGrpSpPr/>
          <p:nvPr/>
        </p:nvGrpSpPr>
        <p:grpSpPr>
          <a:xfrm>
            <a:off x="4143167" y="3534426"/>
            <a:ext cx="455834" cy="378066"/>
            <a:chOff x="1968713" y="3475590"/>
            <a:chExt cx="613010" cy="508426"/>
          </a:xfrm>
        </p:grpSpPr>
        <p:sp>
          <p:nvSpPr>
            <p:cNvPr id="3745" name="Google Shape;3745;p108"/>
            <p:cNvSpPr/>
            <p:nvPr/>
          </p:nvSpPr>
          <p:spPr>
            <a:xfrm>
              <a:off x="2026393" y="3863069"/>
              <a:ext cx="497608" cy="120947"/>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108"/>
            <p:cNvSpPr/>
            <p:nvPr/>
          </p:nvSpPr>
          <p:spPr>
            <a:xfrm>
              <a:off x="2275197" y="3863069"/>
              <a:ext cx="248804" cy="120947"/>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108"/>
            <p:cNvSpPr/>
            <p:nvPr/>
          </p:nvSpPr>
          <p:spPr>
            <a:xfrm>
              <a:off x="2027380" y="3475590"/>
              <a:ext cx="495676" cy="342424"/>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108"/>
            <p:cNvSpPr/>
            <p:nvPr/>
          </p:nvSpPr>
          <p:spPr>
            <a:xfrm>
              <a:off x="2275197" y="3475590"/>
              <a:ext cx="247859" cy="342424"/>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108"/>
            <p:cNvSpPr/>
            <p:nvPr/>
          </p:nvSpPr>
          <p:spPr>
            <a:xfrm>
              <a:off x="1968713" y="3722126"/>
              <a:ext cx="613010" cy="165792"/>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108"/>
            <p:cNvSpPr/>
            <p:nvPr/>
          </p:nvSpPr>
          <p:spPr>
            <a:xfrm>
              <a:off x="2160258" y="3610883"/>
              <a:ext cx="35940" cy="35940"/>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108"/>
            <p:cNvSpPr/>
            <p:nvPr/>
          </p:nvSpPr>
          <p:spPr>
            <a:xfrm>
              <a:off x="2354218" y="3610883"/>
              <a:ext cx="35940" cy="35940"/>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108"/>
            <p:cNvSpPr/>
            <p:nvPr/>
          </p:nvSpPr>
          <p:spPr>
            <a:xfrm>
              <a:off x="2257217" y="3547007"/>
              <a:ext cx="35961" cy="35940"/>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108"/>
            <p:cNvSpPr/>
            <p:nvPr/>
          </p:nvSpPr>
          <p:spPr>
            <a:xfrm>
              <a:off x="2275197" y="3547007"/>
              <a:ext cx="17980" cy="35940"/>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108"/>
            <p:cNvSpPr/>
            <p:nvPr/>
          </p:nvSpPr>
          <p:spPr>
            <a:xfrm>
              <a:off x="2275197" y="3722126"/>
              <a:ext cx="306526" cy="165792"/>
            </a:xfrm>
            <a:custGeom>
              <a:avLst/>
              <a:gdLst/>
              <a:ahLst/>
              <a:cxnLst/>
              <a:rect l="l" t="t" r="r" b="b"/>
              <a:pathLst>
                <a:path w="14593" h="7893" extrusionOk="0">
                  <a:moveTo>
                    <a:pt x="0" y="0"/>
                  </a:moveTo>
                  <a:lnTo>
                    <a:pt x="0" y="7892"/>
                  </a:lnTo>
                  <a:lnTo>
                    <a:pt x="10646" y="7892"/>
                  </a:lnTo>
                  <a:cubicBezTo>
                    <a:pt x="12823" y="7892"/>
                    <a:pt x="14592" y="6123"/>
                    <a:pt x="14592" y="3947"/>
                  </a:cubicBezTo>
                  <a:cubicBezTo>
                    <a:pt x="14592" y="1770"/>
                    <a:pt x="12823" y="0"/>
                    <a:pt x="106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108"/>
            <p:cNvSpPr/>
            <p:nvPr/>
          </p:nvSpPr>
          <p:spPr>
            <a:xfrm>
              <a:off x="2377365" y="3721999"/>
              <a:ext cx="76647" cy="127731"/>
            </a:xfrm>
            <a:custGeom>
              <a:avLst/>
              <a:gdLst/>
              <a:ahLst/>
              <a:cxnLst/>
              <a:rect l="l" t="t" r="r" b="b"/>
              <a:pathLst>
                <a:path w="3649" h="6081" extrusionOk="0">
                  <a:moveTo>
                    <a:pt x="0" y="1"/>
                  </a:moveTo>
                  <a:lnTo>
                    <a:pt x="0" y="4256"/>
                  </a:lnTo>
                  <a:cubicBezTo>
                    <a:pt x="0" y="5263"/>
                    <a:pt x="816" y="6081"/>
                    <a:pt x="1825" y="6081"/>
                  </a:cubicBezTo>
                  <a:lnTo>
                    <a:pt x="1825" y="6079"/>
                  </a:lnTo>
                  <a:cubicBezTo>
                    <a:pt x="2832" y="6079"/>
                    <a:pt x="3648" y="5263"/>
                    <a:pt x="3648" y="4256"/>
                  </a:cubicBezTo>
                  <a:lnTo>
                    <a:pt x="364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108"/>
            <p:cNvSpPr/>
            <p:nvPr/>
          </p:nvSpPr>
          <p:spPr>
            <a:xfrm>
              <a:off x="2075145" y="3760292"/>
              <a:ext cx="106411" cy="89439"/>
            </a:xfrm>
            <a:custGeom>
              <a:avLst/>
              <a:gdLst/>
              <a:ahLst/>
              <a:cxnLst/>
              <a:rect l="l" t="t" r="r" b="b"/>
              <a:pathLst>
                <a:path w="5066" h="4258" extrusionOk="0">
                  <a:moveTo>
                    <a:pt x="2979" y="1"/>
                  </a:moveTo>
                  <a:lnTo>
                    <a:pt x="0" y="4258"/>
                  </a:lnTo>
                  <a:lnTo>
                    <a:pt x="2087" y="4258"/>
                  </a:lnTo>
                  <a:lnTo>
                    <a:pt x="506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108"/>
            <p:cNvSpPr/>
            <p:nvPr/>
          </p:nvSpPr>
          <p:spPr>
            <a:xfrm>
              <a:off x="2221991" y="3760292"/>
              <a:ext cx="106432" cy="89439"/>
            </a:xfrm>
            <a:custGeom>
              <a:avLst/>
              <a:gdLst/>
              <a:ahLst/>
              <a:cxnLst/>
              <a:rect l="l" t="t" r="r" b="b"/>
              <a:pathLst>
                <a:path w="5067" h="4258" extrusionOk="0">
                  <a:moveTo>
                    <a:pt x="2979" y="1"/>
                  </a:moveTo>
                  <a:lnTo>
                    <a:pt x="1" y="4258"/>
                  </a:lnTo>
                  <a:lnTo>
                    <a:pt x="2088" y="4258"/>
                  </a:lnTo>
                  <a:lnTo>
                    <a:pt x="506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108"/>
            <p:cNvSpPr/>
            <p:nvPr/>
          </p:nvSpPr>
          <p:spPr>
            <a:xfrm>
              <a:off x="2275197" y="3760292"/>
              <a:ext cx="53227" cy="76038"/>
            </a:xfrm>
            <a:custGeom>
              <a:avLst/>
              <a:gdLst/>
              <a:ahLst/>
              <a:cxnLst/>
              <a:rect l="l" t="t" r="r" b="b"/>
              <a:pathLst>
                <a:path w="2534" h="3620" extrusionOk="0">
                  <a:moveTo>
                    <a:pt x="446" y="1"/>
                  </a:moveTo>
                  <a:lnTo>
                    <a:pt x="0" y="639"/>
                  </a:lnTo>
                  <a:lnTo>
                    <a:pt x="0" y="3620"/>
                  </a:lnTo>
                  <a:lnTo>
                    <a:pt x="253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108"/>
            <p:cNvSpPr/>
            <p:nvPr/>
          </p:nvSpPr>
          <p:spPr>
            <a:xfrm>
              <a:off x="2415678" y="3721999"/>
              <a:ext cx="38334" cy="127710"/>
            </a:xfrm>
            <a:custGeom>
              <a:avLst/>
              <a:gdLst/>
              <a:ahLst/>
              <a:cxnLst/>
              <a:rect l="l" t="t" r="r" b="b"/>
              <a:pathLst>
                <a:path w="1825" h="6080" extrusionOk="0">
                  <a:moveTo>
                    <a:pt x="1" y="1"/>
                  </a:moveTo>
                  <a:lnTo>
                    <a:pt x="1" y="6079"/>
                  </a:lnTo>
                  <a:cubicBezTo>
                    <a:pt x="1008" y="6079"/>
                    <a:pt x="1824" y="5263"/>
                    <a:pt x="1824" y="4256"/>
                  </a:cubicBezTo>
                  <a:lnTo>
                    <a:pt x="182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0" name="Google Shape;3760;p108"/>
          <p:cNvGrpSpPr/>
          <p:nvPr/>
        </p:nvGrpSpPr>
        <p:grpSpPr>
          <a:xfrm>
            <a:off x="3386807" y="3572397"/>
            <a:ext cx="455865" cy="302124"/>
            <a:chOff x="1268280" y="3519364"/>
            <a:chExt cx="613052" cy="406300"/>
          </a:xfrm>
        </p:grpSpPr>
        <p:sp>
          <p:nvSpPr>
            <p:cNvPr id="3761" name="Google Shape;3761;p108"/>
            <p:cNvSpPr/>
            <p:nvPr/>
          </p:nvSpPr>
          <p:spPr>
            <a:xfrm>
              <a:off x="1268280" y="3519364"/>
              <a:ext cx="265734" cy="406300"/>
            </a:xfrm>
            <a:custGeom>
              <a:avLst/>
              <a:gdLst/>
              <a:ahLst/>
              <a:cxnLst/>
              <a:rect l="l" t="t" r="r" b="b"/>
              <a:pathLst>
                <a:path w="12651" h="19343" extrusionOk="0">
                  <a:moveTo>
                    <a:pt x="3289" y="1"/>
                  </a:moveTo>
                  <a:cubicBezTo>
                    <a:pt x="1477" y="1"/>
                    <a:pt x="2" y="1476"/>
                    <a:pt x="2" y="3288"/>
                  </a:cubicBezTo>
                  <a:cubicBezTo>
                    <a:pt x="0" y="4536"/>
                    <a:pt x="708" y="5678"/>
                    <a:pt x="1825" y="6233"/>
                  </a:cubicBezTo>
                  <a:lnTo>
                    <a:pt x="1825" y="19342"/>
                  </a:lnTo>
                  <a:lnTo>
                    <a:pt x="12651" y="19342"/>
                  </a:lnTo>
                  <a:lnTo>
                    <a:pt x="1265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108"/>
            <p:cNvSpPr/>
            <p:nvPr/>
          </p:nvSpPr>
          <p:spPr>
            <a:xfrm>
              <a:off x="1268280" y="3519364"/>
              <a:ext cx="265734" cy="131575"/>
            </a:xfrm>
            <a:custGeom>
              <a:avLst/>
              <a:gdLst/>
              <a:ahLst/>
              <a:cxnLst/>
              <a:rect l="l" t="t" r="r" b="b"/>
              <a:pathLst>
                <a:path w="12651" h="6264" extrusionOk="0">
                  <a:moveTo>
                    <a:pt x="3289" y="1"/>
                  </a:moveTo>
                  <a:cubicBezTo>
                    <a:pt x="1477" y="1"/>
                    <a:pt x="2" y="1476"/>
                    <a:pt x="2" y="3288"/>
                  </a:cubicBezTo>
                  <a:cubicBezTo>
                    <a:pt x="0" y="4536"/>
                    <a:pt x="708" y="5678"/>
                    <a:pt x="1825" y="6233"/>
                  </a:cubicBezTo>
                  <a:lnTo>
                    <a:pt x="12651" y="6263"/>
                  </a:lnTo>
                  <a:lnTo>
                    <a:pt x="1265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108"/>
            <p:cNvSpPr/>
            <p:nvPr/>
          </p:nvSpPr>
          <p:spPr>
            <a:xfrm>
              <a:off x="1449490" y="3519364"/>
              <a:ext cx="431842" cy="406300"/>
            </a:xfrm>
            <a:custGeom>
              <a:avLst/>
              <a:gdLst/>
              <a:ahLst/>
              <a:cxnLst/>
              <a:rect l="l" t="t" r="r" b="b"/>
              <a:pathLst>
                <a:path w="20559" h="19343" extrusionOk="0">
                  <a:moveTo>
                    <a:pt x="3287" y="1"/>
                  </a:moveTo>
                  <a:cubicBezTo>
                    <a:pt x="1476" y="1"/>
                    <a:pt x="0" y="1476"/>
                    <a:pt x="0" y="3288"/>
                  </a:cubicBezTo>
                  <a:cubicBezTo>
                    <a:pt x="0" y="4536"/>
                    <a:pt x="706" y="5678"/>
                    <a:pt x="1825" y="6233"/>
                  </a:cubicBezTo>
                  <a:lnTo>
                    <a:pt x="1825" y="19342"/>
                  </a:lnTo>
                  <a:lnTo>
                    <a:pt x="18733" y="19342"/>
                  </a:lnTo>
                  <a:lnTo>
                    <a:pt x="18733" y="6233"/>
                  </a:lnTo>
                  <a:cubicBezTo>
                    <a:pt x="19852" y="5678"/>
                    <a:pt x="20558" y="4536"/>
                    <a:pt x="20558" y="3288"/>
                  </a:cubicBezTo>
                  <a:cubicBezTo>
                    <a:pt x="20558" y="1476"/>
                    <a:pt x="19083" y="1"/>
                    <a:pt x="1727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108"/>
            <p:cNvSpPr/>
            <p:nvPr/>
          </p:nvSpPr>
          <p:spPr>
            <a:xfrm>
              <a:off x="1664203" y="3519364"/>
              <a:ext cx="217129" cy="406300"/>
            </a:xfrm>
            <a:custGeom>
              <a:avLst/>
              <a:gdLst/>
              <a:ahLst/>
              <a:cxnLst/>
              <a:rect l="l" t="t" r="r" b="b"/>
              <a:pathLst>
                <a:path w="10337" h="19343" extrusionOk="0">
                  <a:moveTo>
                    <a:pt x="1" y="1"/>
                  </a:moveTo>
                  <a:lnTo>
                    <a:pt x="1" y="19342"/>
                  </a:lnTo>
                  <a:lnTo>
                    <a:pt x="8513" y="19342"/>
                  </a:lnTo>
                  <a:lnTo>
                    <a:pt x="8513" y="6233"/>
                  </a:lnTo>
                  <a:cubicBezTo>
                    <a:pt x="9630" y="5676"/>
                    <a:pt x="10336" y="4536"/>
                    <a:pt x="10336" y="3288"/>
                  </a:cubicBezTo>
                  <a:cubicBezTo>
                    <a:pt x="10336" y="1476"/>
                    <a:pt x="8861" y="1"/>
                    <a:pt x="70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5" name="Google Shape;3765;p108"/>
          <p:cNvGrpSpPr/>
          <p:nvPr/>
        </p:nvGrpSpPr>
        <p:grpSpPr>
          <a:xfrm>
            <a:off x="2128836" y="4220473"/>
            <a:ext cx="370053" cy="455834"/>
            <a:chOff x="1254648" y="4094628"/>
            <a:chExt cx="497650" cy="613010"/>
          </a:xfrm>
        </p:grpSpPr>
        <p:sp>
          <p:nvSpPr>
            <p:cNvPr id="3766" name="Google Shape;3766;p108"/>
            <p:cNvSpPr/>
            <p:nvPr/>
          </p:nvSpPr>
          <p:spPr>
            <a:xfrm>
              <a:off x="1254648" y="4094628"/>
              <a:ext cx="497650" cy="613010"/>
            </a:xfrm>
            <a:custGeom>
              <a:avLst/>
              <a:gdLst/>
              <a:ahLst/>
              <a:cxnLst/>
              <a:rect l="l" t="t" r="r" b="b"/>
              <a:pathLst>
                <a:path w="23692" h="29184" extrusionOk="0">
                  <a:moveTo>
                    <a:pt x="6363" y="1"/>
                  </a:moveTo>
                  <a:cubicBezTo>
                    <a:pt x="4645" y="1"/>
                    <a:pt x="3206" y="1210"/>
                    <a:pt x="2850" y="2820"/>
                  </a:cubicBezTo>
                  <a:cubicBezTo>
                    <a:pt x="1226" y="3168"/>
                    <a:pt x="3" y="4613"/>
                    <a:pt x="3" y="6339"/>
                  </a:cubicBezTo>
                  <a:cubicBezTo>
                    <a:pt x="3" y="7396"/>
                    <a:pt x="468" y="8399"/>
                    <a:pt x="1276" y="9080"/>
                  </a:cubicBezTo>
                  <a:cubicBezTo>
                    <a:pt x="468" y="9762"/>
                    <a:pt x="3" y="10765"/>
                    <a:pt x="3" y="11822"/>
                  </a:cubicBezTo>
                  <a:cubicBezTo>
                    <a:pt x="3" y="12879"/>
                    <a:pt x="468" y="13881"/>
                    <a:pt x="1276" y="14563"/>
                  </a:cubicBezTo>
                  <a:cubicBezTo>
                    <a:pt x="467" y="15247"/>
                    <a:pt x="0" y="16254"/>
                    <a:pt x="3" y="17314"/>
                  </a:cubicBezTo>
                  <a:cubicBezTo>
                    <a:pt x="6" y="18373"/>
                    <a:pt x="475" y="19377"/>
                    <a:pt x="1289" y="20057"/>
                  </a:cubicBezTo>
                  <a:cubicBezTo>
                    <a:pt x="474" y="20740"/>
                    <a:pt x="3" y="21747"/>
                    <a:pt x="3" y="22810"/>
                  </a:cubicBezTo>
                  <a:cubicBezTo>
                    <a:pt x="3" y="24533"/>
                    <a:pt x="1222" y="25978"/>
                    <a:pt x="2842" y="26326"/>
                  </a:cubicBezTo>
                  <a:cubicBezTo>
                    <a:pt x="3184" y="27956"/>
                    <a:pt x="4632" y="29184"/>
                    <a:pt x="6363" y="29184"/>
                  </a:cubicBezTo>
                  <a:cubicBezTo>
                    <a:pt x="7419" y="29184"/>
                    <a:pt x="8422" y="28717"/>
                    <a:pt x="9104" y="27910"/>
                  </a:cubicBezTo>
                  <a:cubicBezTo>
                    <a:pt x="9786" y="28717"/>
                    <a:pt x="10789" y="29182"/>
                    <a:pt x="11846" y="29182"/>
                  </a:cubicBezTo>
                  <a:cubicBezTo>
                    <a:pt x="12902" y="29182"/>
                    <a:pt x="13905" y="28717"/>
                    <a:pt x="14587" y="27910"/>
                  </a:cubicBezTo>
                  <a:cubicBezTo>
                    <a:pt x="15269" y="28717"/>
                    <a:pt x="16272" y="29184"/>
                    <a:pt x="17329" y="29184"/>
                  </a:cubicBezTo>
                  <a:cubicBezTo>
                    <a:pt x="19059" y="29184"/>
                    <a:pt x="20507" y="27955"/>
                    <a:pt x="20849" y="26326"/>
                  </a:cubicBezTo>
                  <a:cubicBezTo>
                    <a:pt x="22470" y="25978"/>
                    <a:pt x="23689" y="24533"/>
                    <a:pt x="23689" y="22810"/>
                  </a:cubicBezTo>
                  <a:cubicBezTo>
                    <a:pt x="23689" y="21747"/>
                    <a:pt x="23218" y="20738"/>
                    <a:pt x="22405" y="20057"/>
                  </a:cubicBezTo>
                  <a:cubicBezTo>
                    <a:pt x="23216" y="19376"/>
                    <a:pt x="23686" y="18373"/>
                    <a:pt x="23689" y="17314"/>
                  </a:cubicBezTo>
                  <a:cubicBezTo>
                    <a:pt x="23692" y="16254"/>
                    <a:pt x="23225" y="15247"/>
                    <a:pt x="22416" y="14563"/>
                  </a:cubicBezTo>
                  <a:cubicBezTo>
                    <a:pt x="23223" y="13881"/>
                    <a:pt x="23689" y="12879"/>
                    <a:pt x="23689" y="11822"/>
                  </a:cubicBezTo>
                  <a:cubicBezTo>
                    <a:pt x="23689" y="10765"/>
                    <a:pt x="23223" y="9762"/>
                    <a:pt x="22416" y="9080"/>
                  </a:cubicBezTo>
                  <a:cubicBezTo>
                    <a:pt x="23223" y="8399"/>
                    <a:pt x="23689" y="7396"/>
                    <a:pt x="23689" y="6339"/>
                  </a:cubicBezTo>
                  <a:cubicBezTo>
                    <a:pt x="23689" y="4613"/>
                    <a:pt x="22467" y="3166"/>
                    <a:pt x="20841" y="2821"/>
                  </a:cubicBezTo>
                  <a:cubicBezTo>
                    <a:pt x="20486" y="1210"/>
                    <a:pt x="19046" y="1"/>
                    <a:pt x="17329" y="1"/>
                  </a:cubicBezTo>
                  <a:cubicBezTo>
                    <a:pt x="16272" y="1"/>
                    <a:pt x="15269" y="466"/>
                    <a:pt x="14588" y="1273"/>
                  </a:cubicBezTo>
                  <a:cubicBezTo>
                    <a:pt x="13905" y="466"/>
                    <a:pt x="12902" y="1"/>
                    <a:pt x="11846" y="1"/>
                  </a:cubicBezTo>
                  <a:cubicBezTo>
                    <a:pt x="10789" y="1"/>
                    <a:pt x="9786" y="466"/>
                    <a:pt x="9104" y="1273"/>
                  </a:cubicBezTo>
                  <a:cubicBezTo>
                    <a:pt x="8422" y="466"/>
                    <a:pt x="7419" y="1"/>
                    <a:pt x="636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108"/>
            <p:cNvSpPr/>
            <p:nvPr/>
          </p:nvSpPr>
          <p:spPr>
            <a:xfrm>
              <a:off x="1503452" y="4094628"/>
              <a:ext cx="248846" cy="613010"/>
            </a:xfrm>
            <a:custGeom>
              <a:avLst/>
              <a:gdLst/>
              <a:ahLst/>
              <a:cxnLst/>
              <a:rect l="l" t="t" r="r" b="b"/>
              <a:pathLst>
                <a:path w="11847" h="29184" extrusionOk="0">
                  <a:moveTo>
                    <a:pt x="1" y="1"/>
                  </a:moveTo>
                  <a:lnTo>
                    <a:pt x="1" y="29184"/>
                  </a:lnTo>
                  <a:cubicBezTo>
                    <a:pt x="1057" y="29182"/>
                    <a:pt x="2060" y="28717"/>
                    <a:pt x="2743" y="27911"/>
                  </a:cubicBezTo>
                  <a:cubicBezTo>
                    <a:pt x="3424" y="28717"/>
                    <a:pt x="4427" y="29184"/>
                    <a:pt x="5484" y="29184"/>
                  </a:cubicBezTo>
                  <a:cubicBezTo>
                    <a:pt x="7214" y="29184"/>
                    <a:pt x="8662" y="27955"/>
                    <a:pt x="9004" y="26326"/>
                  </a:cubicBezTo>
                  <a:cubicBezTo>
                    <a:pt x="10625" y="25978"/>
                    <a:pt x="11844" y="24533"/>
                    <a:pt x="11844" y="22810"/>
                  </a:cubicBezTo>
                  <a:cubicBezTo>
                    <a:pt x="11844" y="21747"/>
                    <a:pt x="11373" y="20738"/>
                    <a:pt x="10560" y="20057"/>
                  </a:cubicBezTo>
                  <a:cubicBezTo>
                    <a:pt x="11371" y="19376"/>
                    <a:pt x="11841" y="18373"/>
                    <a:pt x="11844" y="17314"/>
                  </a:cubicBezTo>
                  <a:cubicBezTo>
                    <a:pt x="11847" y="16254"/>
                    <a:pt x="11380" y="15247"/>
                    <a:pt x="10571" y="14563"/>
                  </a:cubicBezTo>
                  <a:cubicBezTo>
                    <a:pt x="11378" y="13881"/>
                    <a:pt x="11844" y="12879"/>
                    <a:pt x="11844" y="11822"/>
                  </a:cubicBezTo>
                  <a:cubicBezTo>
                    <a:pt x="11844" y="10765"/>
                    <a:pt x="11378" y="9762"/>
                    <a:pt x="10571" y="9080"/>
                  </a:cubicBezTo>
                  <a:cubicBezTo>
                    <a:pt x="11378" y="8399"/>
                    <a:pt x="11844" y="7396"/>
                    <a:pt x="11844" y="6339"/>
                  </a:cubicBezTo>
                  <a:cubicBezTo>
                    <a:pt x="11844" y="4613"/>
                    <a:pt x="10622" y="3166"/>
                    <a:pt x="8997" y="2821"/>
                  </a:cubicBezTo>
                  <a:cubicBezTo>
                    <a:pt x="8641" y="1210"/>
                    <a:pt x="7201" y="1"/>
                    <a:pt x="5484" y="1"/>
                  </a:cubicBezTo>
                  <a:cubicBezTo>
                    <a:pt x="4427" y="1"/>
                    <a:pt x="3424" y="466"/>
                    <a:pt x="2743" y="1273"/>
                  </a:cubicBezTo>
                  <a:cubicBezTo>
                    <a:pt x="2060" y="466"/>
                    <a:pt x="1057"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108"/>
            <p:cNvSpPr/>
            <p:nvPr/>
          </p:nvSpPr>
          <p:spPr>
            <a:xfrm>
              <a:off x="1350410" y="4189781"/>
              <a:ext cx="306274" cy="421906"/>
            </a:xfrm>
            <a:custGeom>
              <a:avLst/>
              <a:gdLst/>
              <a:ahLst/>
              <a:cxnLst/>
              <a:rect l="l" t="t" r="r" b="b"/>
              <a:pathLst>
                <a:path w="14581" h="20086" extrusionOk="0">
                  <a:moveTo>
                    <a:pt x="1" y="0"/>
                  </a:moveTo>
                  <a:lnTo>
                    <a:pt x="1" y="20086"/>
                  </a:lnTo>
                  <a:lnTo>
                    <a:pt x="14580" y="20086"/>
                  </a:lnTo>
                  <a:lnTo>
                    <a:pt x="145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108"/>
            <p:cNvSpPr/>
            <p:nvPr/>
          </p:nvSpPr>
          <p:spPr>
            <a:xfrm>
              <a:off x="1388534" y="4383153"/>
              <a:ext cx="35940" cy="35940"/>
            </a:xfrm>
            <a:custGeom>
              <a:avLst/>
              <a:gdLst/>
              <a:ahLst/>
              <a:cxnLst/>
              <a:rect l="l" t="t" r="r" b="b"/>
              <a:pathLst>
                <a:path w="1711" h="1711" extrusionOk="0">
                  <a:moveTo>
                    <a:pt x="0" y="1"/>
                  </a:moveTo>
                  <a:lnTo>
                    <a:pt x="0"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108"/>
            <p:cNvSpPr/>
            <p:nvPr/>
          </p:nvSpPr>
          <p:spPr>
            <a:xfrm>
              <a:off x="1582494" y="4383153"/>
              <a:ext cx="35919" cy="35940"/>
            </a:xfrm>
            <a:custGeom>
              <a:avLst/>
              <a:gdLst/>
              <a:ahLst/>
              <a:cxnLst/>
              <a:rect l="l" t="t" r="r" b="b"/>
              <a:pathLst>
                <a:path w="1710" h="1711" extrusionOk="0">
                  <a:moveTo>
                    <a:pt x="0" y="1"/>
                  </a:moveTo>
                  <a:lnTo>
                    <a:pt x="0" y="1711"/>
                  </a:lnTo>
                  <a:lnTo>
                    <a:pt x="1709" y="1711"/>
                  </a:lnTo>
                  <a:lnTo>
                    <a:pt x="170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108"/>
            <p:cNvSpPr/>
            <p:nvPr/>
          </p:nvSpPr>
          <p:spPr>
            <a:xfrm>
              <a:off x="1485493" y="4247860"/>
              <a:ext cx="35940" cy="35940"/>
            </a:xfrm>
            <a:custGeom>
              <a:avLst/>
              <a:gdLst/>
              <a:ahLst/>
              <a:cxnLst/>
              <a:rect l="l" t="t" r="r" b="b"/>
              <a:pathLst>
                <a:path w="1711"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108"/>
            <p:cNvSpPr/>
            <p:nvPr/>
          </p:nvSpPr>
          <p:spPr>
            <a:xfrm>
              <a:off x="1485493" y="4518446"/>
              <a:ext cx="35940" cy="35940"/>
            </a:xfrm>
            <a:custGeom>
              <a:avLst/>
              <a:gdLst/>
              <a:ahLst/>
              <a:cxnLst/>
              <a:rect l="l" t="t" r="r" b="b"/>
              <a:pathLst>
                <a:path w="1711"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108"/>
            <p:cNvSpPr/>
            <p:nvPr/>
          </p:nvSpPr>
          <p:spPr>
            <a:xfrm>
              <a:off x="1485493" y="4383153"/>
              <a:ext cx="35940" cy="35940"/>
            </a:xfrm>
            <a:custGeom>
              <a:avLst/>
              <a:gdLst/>
              <a:ahLst/>
              <a:cxnLst/>
              <a:rect l="l" t="t" r="r" b="b"/>
              <a:pathLst>
                <a:path w="1711"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74" name="Google Shape;3774;p108"/>
          <p:cNvGrpSpPr/>
          <p:nvPr/>
        </p:nvGrpSpPr>
        <p:grpSpPr>
          <a:xfrm>
            <a:off x="2761614" y="4248908"/>
            <a:ext cx="455834" cy="398964"/>
            <a:chOff x="1908786" y="4112692"/>
            <a:chExt cx="613010" cy="536531"/>
          </a:xfrm>
        </p:grpSpPr>
        <p:sp>
          <p:nvSpPr>
            <p:cNvPr id="3775" name="Google Shape;3775;p108"/>
            <p:cNvSpPr/>
            <p:nvPr/>
          </p:nvSpPr>
          <p:spPr>
            <a:xfrm>
              <a:off x="1908786" y="4112692"/>
              <a:ext cx="613010" cy="201522"/>
            </a:xfrm>
            <a:custGeom>
              <a:avLst/>
              <a:gdLst/>
              <a:ahLst/>
              <a:cxnLst/>
              <a:rect l="l" t="t" r="r" b="b"/>
              <a:pathLst>
                <a:path w="29184" h="9594" extrusionOk="0">
                  <a:moveTo>
                    <a:pt x="9164" y="0"/>
                  </a:moveTo>
                  <a:lnTo>
                    <a:pt x="8487" y="170"/>
                  </a:lnTo>
                  <a:cubicBezTo>
                    <a:pt x="5174" y="1002"/>
                    <a:pt x="2242" y="2937"/>
                    <a:pt x="175" y="5657"/>
                  </a:cubicBezTo>
                  <a:lnTo>
                    <a:pt x="1" y="5886"/>
                  </a:lnTo>
                  <a:lnTo>
                    <a:pt x="14592" y="9594"/>
                  </a:lnTo>
                  <a:lnTo>
                    <a:pt x="29184" y="5522"/>
                  </a:lnTo>
                  <a:lnTo>
                    <a:pt x="916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108"/>
            <p:cNvSpPr/>
            <p:nvPr/>
          </p:nvSpPr>
          <p:spPr>
            <a:xfrm>
              <a:off x="2189728" y="4137079"/>
              <a:ext cx="332068" cy="177135"/>
            </a:xfrm>
            <a:custGeom>
              <a:avLst/>
              <a:gdLst/>
              <a:ahLst/>
              <a:cxnLst/>
              <a:rect l="l" t="t" r="r" b="b"/>
              <a:pathLst>
                <a:path w="15809" h="8433" extrusionOk="0">
                  <a:moveTo>
                    <a:pt x="1" y="0"/>
                  </a:moveTo>
                  <a:lnTo>
                    <a:pt x="1" y="8124"/>
                  </a:lnTo>
                  <a:lnTo>
                    <a:pt x="1217" y="8433"/>
                  </a:lnTo>
                  <a:lnTo>
                    <a:pt x="15809" y="4361"/>
                  </a:lnTo>
                  <a:lnTo>
                    <a:pt x="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108"/>
            <p:cNvSpPr/>
            <p:nvPr/>
          </p:nvSpPr>
          <p:spPr>
            <a:xfrm>
              <a:off x="2189728" y="4158231"/>
              <a:ext cx="332068" cy="93388"/>
            </a:xfrm>
            <a:custGeom>
              <a:avLst/>
              <a:gdLst/>
              <a:ahLst/>
              <a:cxnLst/>
              <a:rect l="l" t="t" r="r" b="b"/>
              <a:pathLst>
                <a:path w="15809" h="4446" extrusionOk="0">
                  <a:moveTo>
                    <a:pt x="3649" y="1"/>
                  </a:moveTo>
                  <a:cubicBezTo>
                    <a:pt x="3649" y="1"/>
                    <a:pt x="1217" y="891"/>
                    <a:pt x="1" y="3552"/>
                  </a:cubicBezTo>
                  <a:lnTo>
                    <a:pt x="1217" y="4392"/>
                  </a:lnTo>
                  <a:lnTo>
                    <a:pt x="11900" y="4446"/>
                  </a:lnTo>
                  <a:lnTo>
                    <a:pt x="15809" y="3356"/>
                  </a:lnTo>
                  <a:lnTo>
                    <a:pt x="364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108"/>
            <p:cNvSpPr/>
            <p:nvPr/>
          </p:nvSpPr>
          <p:spPr>
            <a:xfrm>
              <a:off x="1908786" y="4228682"/>
              <a:ext cx="613010" cy="420541"/>
            </a:xfrm>
            <a:custGeom>
              <a:avLst/>
              <a:gdLst/>
              <a:ahLst/>
              <a:cxnLst/>
              <a:rect l="l" t="t" r="r" b="b"/>
              <a:pathLst>
                <a:path w="29184" h="20021" extrusionOk="0">
                  <a:moveTo>
                    <a:pt x="29184" y="0"/>
                  </a:moveTo>
                  <a:lnTo>
                    <a:pt x="1" y="364"/>
                  </a:lnTo>
                  <a:lnTo>
                    <a:pt x="1" y="20021"/>
                  </a:lnTo>
                  <a:lnTo>
                    <a:pt x="11212" y="20021"/>
                  </a:lnTo>
                  <a:lnTo>
                    <a:pt x="11193" y="19147"/>
                  </a:lnTo>
                  <a:lnTo>
                    <a:pt x="11191" y="19115"/>
                  </a:lnTo>
                  <a:cubicBezTo>
                    <a:pt x="11200" y="18418"/>
                    <a:pt x="11767" y="17857"/>
                    <a:pt x="12464" y="17857"/>
                  </a:cubicBezTo>
                  <a:cubicBezTo>
                    <a:pt x="13161" y="17857"/>
                    <a:pt x="13729" y="18418"/>
                    <a:pt x="13738" y="19115"/>
                  </a:cubicBezTo>
                  <a:lnTo>
                    <a:pt x="13719" y="20021"/>
                  </a:lnTo>
                  <a:lnTo>
                    <a:pt x="29184" y="20021"/>
                  </a:lnTo>
                  <a:lnTo>
                    <a:pt x="29184" y="8646"/>
                  </a:lnTo>
                  <a:lnTo>
                    <a:pt x="28307" y="8669"/>
                  </a:lnTo>
                  <a:lnTo>
                    <a:pt x="28272" y="8669"/>
                  </a:lnTo>
                  <a:cubicBezTo>
                    <a:pt x="27569" y="8669"/>
                    <a:pt x="26998" y="8100"/>
                    <a:pt x="26998" y="7397"/>
                  </a:cubicBezTo>
                  <a:cubicBezTo>
                    <a:pt x="26997" y="6694"/>
                    <a:pt x="27566" y="6124"/>
                    <a:pt x="28269" y="6123"/>
                  </a:cubicBezTo>
                  <a:lnTo>
                    <a:pt x="28269" y="6124"/>
                  </a:lnTo>
                  <a:lnTo>
                    <a:pt x="29184" y="6149"/>
                  </a:lnTo>
                  <a:lnTo>
                    <a:pt x="2918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108"/>
            <p:cNvSpPr/>
            <p:nvPr/>
          </p:nvSpPr>
          <p:spPr>
            <a:xfrm>
              <a:off x="1908786" y="4235383"/>
              <a:ext cx="51105" cy="413841"/>
            </a:xfrm>
            <a:custGeom>
              <a:avLst/>
              <a:gdLst/>
              <a:ahLst/>
              <a:cxnLst/>
              <a:rect l="l" t="t" r="r" b="b"/>
              <a:pathLst>
                <a:path w="2433" h="19702" extrusionOk="0">
                  <a:moveTo>
                    <a:pt x="2433" y="0"/>
                  </a:moveTo>
                  <a:lnTo>
                    <a:pt x="1" y="45"/>
                  </a:lnTo>
                  <a:lnTo>
                    <a:pt x="1" y="19702"/>
                  </a:lnTo>
                  <a:lnTo>
                    <a:pt x="2433" y="19702"/>
                  </a:lnTo>
                  <a:lnTo>
                    <a:pt x="24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108"/>
            <p:cNvSpPr/>
            <p:nvPr/>
          </p:nvSpPr>
          <p:spPr>
            <a:xfrm>
              <a:off x="2189728" y="4228682"/>
              <a:ext cx="332068" cy="420541"/>
            </a:xfrm>
            <a:custGeom>
              <a:avLst/>
              <a:gdLst/>
              <a:ahLst/>
              <a:cxnLst/>
              <a:rect l="l" t="t" r="r" b="b"/>
              <a:pathLst>
                <a:path w="15809" h="20021" extrusionOk="0">
                  <a:moveTo>
                    <a:pt x="15809" y="0"/>
                  </a:moveTo>
                  <a:lnTo>
                    <a:pt x="1" y="198"/>
                  </a:lnTo>
                  <a:lnTo>
                    <a:pt x="1" y="18232"/>
                  </a:lnTo>
                  <a:cubicBezTo>
                    <a:pt x="231" y="18468"/>
                    <a:pt x="362" y="18784"/>
                    <a:pt x="362" y="19115"/>
                  </a:cubicBezTo>
                  <a:lnTo>
                    <a:pt x="344" y="20021"/>
                  </a:lnTo>
                  <a:lnTo>
                    <a:pt x="15809" y="20021"/>
                  </a:lnTo>
                  <a:lnTo>
                    <a:pt x="15809" y="8646"/>
                  </a:lnTo>
                  <a:lnTo>
                    <a:pt x="14932" y="8669"/>
                  </a:lnTo>
                  <a:lnTo>
                    <a:pt x="14897" y="8669"/>
                  </a:lnTo>
                  <a:cubicBezTo>
                    <a:pt x="14194" y="8669"/>
                    <a:pt x="13623" y="8100"/>
                    <a:pt x="13623" y="7397"/>
                  </a:cubicBezTo>
                  <a:cubicBezTo>
                    <a:pt x="13622" y="6694"/>
                    <a:pt x="14191" y="6124"/>
                    <a:pt x="14894" y="6123"/>
                  </a:cubicBezTo>
                  <a:lnTo>
                    <a:pt x="14894" y="6124"/>
                  </a:lnTo>
                  <a:lnTo>
                    <a:pt x="15809" y="6149"/>
                  </a:lnTo>
                  <a:lnTo>
                    <a:pt x="158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108"/>
            <p:cNvSpPr/>
            <p:nvPr/>
          </p:nvSpPr>
          <p:spPr>
            <a:xfrm>
              <a:off x="2083547" y="4342970"/>
              <a:ext cx="106201" cy="102189"/>
            </a:xfrm>
            <a:custGeom>
              <a:avLst/>
              <a:gdLst/>
              <a:ahLst/>
              <a:cxnLst/>
              <a:rect l="l" t="t" r="r" b="b"/>
              <a:pathLst>
                <a:path w="5056" h="4865" extrusionOk="0">
                  <a:moveTo>
                    <a:pt x="2625" y="0"/>
                  </a:moveTo>
                  <a:cubicBezTo>
                    <a:pt x="1641" y="0"/>
                    <a:pt x="754" y="592"/>
                    <a:pt x="377" y="1500"/>
                  </a:cubicBezTo>
                  <a:cubicBezTo>
                    <a:pt x="0" y="2409"/>
                    <a:pt x="209" y="3456"/>
                    <a:pt x="905" y="4151"/>
                  </a:cubicBezTo>
                  <a:cubicBezTo>
                    <a:pt x="1370" y="4617"/>
                    <a:pt x="1992" y="4864"/>
                    <a:pt x="2626" y="4864"/>
                  </a:cubicBezTo>
                  <a:cubicBezTo>
                    <a:pt x="2939" y="4864"/>
                    <a:pt x="3255" y="4804"/>
                    <a:pt x="3556" y="4679"/>
                  </a:cubicBezTo>
                  <a:cubicBezTo>
                    <a:pt x="4464" y="4302"/>
                    <a:pt x="5056" y="3415"/>
                    <a:pt x="5056" y="2432"/>
                  </a:cubicBezTo>
                  <a:cubicBezTo>
                    <a:pt x="5056" y="1089"/>
                    <a:pt x="3967" y="0"/>
                    <a:pt x="262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108"/>
            <p:cNvSpPr/>
            <p:nvPr/>
          </p:nvSpPr>
          <p:spPr>
            <a:xfrm>
              <a:off x="2288892" y="4457868"/>
              <a:ext cx="79651" cy="76647"/>
            </a:xfrm>
            <a:custGeom>
              <a:avLst/>
              <a:gdLst/>
              <a:ahLst/>
              <a:cxnLst/>
              <a:rect l="l" t="t" r="r" b="b"/>
              <a:pathLst>
                <a:path w="3792" h="3649" extrusionOk="0">
                  <a:moveTo>
                    <a:pt x="1969" y="0"/>
                  </a:moveTo>
                  <a:cubicBezTo>
                    <a:pt x="1231" y="0"/>
                    <a:pt x="566" y="445"/>
                    <a:pt x="283" y="1126"/>
                  </a:cubicBezTo>
                  <a:cubicBezTo>
                    <a:pt x="0" y="1808"/>
                    <a:pt x="157" y="2592"/>
                    <a:pt x="679" y="3114"/>
                  </a:cubicBezTo>
                  <a:cubicBezTo>
                    <a:pt x="1028" y="3463"/>
                    <a:pt x="1494" y="3648"/>
                    <a:pt x="1969" y="3648"/>
                  </a:cubicBezTo>
                  <a:cubicBezTo>
                    <a:pt x="2203" y="3648"/>
                    <a:pt x="2440" y="3603"/>
                    <a:pt x="2666" y="3509"/>
                  </a:cubicBezTo>
                  <a:cubicBezTo>
                    <a:pt x="3347" y="3228"/>
                    <a:pt x="3792" y="2563"/>
                    <a:pt x="3792" y="1825"/>
                  </a:cubicBezTo>
                  <a:cubicBezTo>
                    <a:pt x="3792" y="818"/>
                    <a:pt x="2976" y="0"/>
                    <a:pt x="196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3" name="Google Shape;3783;p108"/>
          <p:cNvGrpSpPr/>
          <p:nvPr/>
        </p:nvGrpSpPr>
        <p:grpSpPr>
          <a:xfrm>
            <a:off x="3480173" y="4220481"/>
            <a:ext cx="222216" cy="455819"/>
            <a:chOff x="2671141" y="4060600"/>
            <a:chExt cx="298838" cy="612989"/>
          </a:xfrm>
        </p:grpSpPr>
        <p:sp>
          <p:nvSpPr>
            <p:cNvPr id="3784" name="Google Shape;3784;p108"/>
            <p:cNvSpPr/>
            <p:nvPr/>
          </p:nvSpPr>
          <p:spPr>
            <a:xfrm>
              <a:off x="2671141" y="4060600"/>
              <a:ext cx="167368" cy="190935"/>
            </a:xfrm>
            <a:custGeom>
              <a:avLst/>
              <a:gdLst/>
              <a:ahLst/>
              <a:cxnLst/>
              <a:rect l="l" t="t" r="r" b="b"/>
              <a:pathLst>
                <a:path w="7968" h="9090" extrusionOk="0">
                  <a:moveTo>
                    <a:pt x="3077" y="0"/>
                  </a:moveTo>
                  <a:cubicBezTo>
                    <a:pt x="2900" y="0"/>
                    <a:pt x="2718" y="7"/>
                    <a:pt x="2531" y="19"/>
                  </a:cubicBezTo>
                  <a:cubicBezTo>
                    <a:pt x="1517" y="87"/>
                    <a:pt x="724" y="327"/>
                    <a:pt x="691" y="337"/>
                  </a:cubicBezTo>
                  <a:lnTo>
                    <a:pt x="111" y="514"/>
                  </a:lnTo>
                  <a:lnTo>
                    <a:pt x="86" y="1119"/>
                  </a:lnTo>
                  <a:cubicBezTo>
                    <a:pt x="82" y="1222"/>
                    <a:pt x="1" y="3698"/>
                    <a:pt x="1908" y="6021"/>
                  </a:cubicBezTo>
                  <a:cubicBezTo>
                    <a:pt x="3834" y="8368"/>
                    <a:pt x="6839" y="8898"/>
                    <a:pt x="6966" y="8920"/>
                  </a:cubicBezTo>
                  <a:lnTo>
                    <a:pt x="7968" y="9089"/>
                  </a:lnTo>
                  <a:lnTo>
                    <a:pt x="7968" y="9089"/>
                  </a:lnTo>
                  <a:lnTo>
                    <a:pt x="7953" y="5846"/>
                  </a:lnTo>
                  <a:cubicBezTo>
                    <a:pt x="7952" y="5221"/>
                    <a:pt x="7887" y="4598"/>
                    <a:pt x="7761" y="3985"/>
                  </a:cubicBezTo>
                  <a:cubicBezTo>
                    <a:pt x="7462" y="2556"/>
                    <a:pt x="6872" y="1502"/>
                    <a:pt x="6007" y="851"/>
                  </a:cubicBezTo>
                  <a:cubicBezTo>
                    <a:pt x="5252" y="285"/>
                    <a:pt x="4270" y="0"/>
                    <a:pt x="3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108"/>
            <p:cNvSpPr/>
            <p:nvPr/>
          </p:nvSpPr>
          <p:spPr>
            <a:xfrm>
              <a:off x="2673452" y="4060600"/>
              <a:ext cx="165057" cy="190914"/>
            </a:xfrm>
            <a:custGeom>
              <a:avLst/>
              <a:gdLst/>
              <a:ahLst/>
              <a:cxnLst/>
              <a:rect l="l" t="t" r="r" b="b"/>
              <a:pathLst>
                <a:path w="7858" h="9089" extrusionOk="0">
                  <a:moveTo>
                    <a:pt x="2967" y="0"/>
                  </a:moveTo>
                  <a:cubicBezTo>
                    <a:pt x="2790" y="0"/>
                    <a:pt x="2608" y="7"/>
                    <a:pt x="2421" y="19"/>
                  </a:cubicBezTo>
                  <a:cubicBezTo>
                    <a:pt x="1407" y="87"/>
                    <a:pt x="614" y="327"/>
                    <a:pt x="581" y="337"/>
                  </a:cubicBezTo>
                  <a:lnTo>
                    <a:pt x="1" y="514"/>
                  </a:lnTo>
                  <a:lnTo>
                    <a:pt x="7858" y="9088"/>
                  </a:lnTo>
                  <a:lnTo>
                    <a:pt x="7858" y="9088"/>
                  </a:lnTo>
                  <a:lnTo>
                    <a:pt x="7843" y="5846"/>
                  </a:lnTo>
                  <a:cubicBezTo>
                    <a:pt x="7842" y="5221"/>
                    <a:pt x="7777" y="4598"/>
                    <a:pt x="7651" y="3985"/>
                  </a:cubicBezTo>
                  <a:cubicBezTo>
                    <a:pt x="7352" y="2556"/>
                    <a:pt x="6762" y="1502"/>
                    <a:pt x="5897" y="851"/>
                  </a:cubicBezTo>
                  <a:cubicBezTo>
                    <a:pt x="5142" y="285"/>
                    <a:pt x="4160" y="0"/>
                    <a:pt x="2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108"/>
            <p:cNvSpPr/>
            <p:nvPr/>
          </p:nvSpPr>
          <p:spPr>
            <a:xfrm>
              <a:off x="2802611" y="4060600"/>
              <a:ext cx="167368" cy="190935"/>
            </a:xfrm>
            <a:custGeom>
              <a:avLst/>
              <a:gdLst/>
              <a:ahLst/>
              <a:cxnLst/>
              <a:rect l="l" t="t" r="r" b="b"/>
              <a:pathLst>
                <a:path w="7968" h="9090" extrusionOk="0">
                  <a:moveTo>
                    <a:pt x="4892" y="0"/>
                  </a:moveTo>
                  <a:cubicBezTo>
                    <a:pt x="3698" y="0"/>
                    <a:pt x="2716" y="285"/>
                    <a:pt x="1962" y="851"/>
                  </a:cubicBezTo>
                  <a:cubicBezTo>
                    <a:pt x="1096" y="1502"/>
                    <a:pt x="507" y="2556"/>
                    <a:pt x="209" y="3985"/>
                  </a:cubicBezTo>
                  <a:cubicBezTo>
                    <a:pt x="12" y="4930"/>
                    <a:pt x="14" y="5725"/>
                    <a:pt x="16" y="5846"/>
                  </a:cubicBezTo>
                  <a:lnTo>
                    <a:pt x="0" y="9089"/>
                  </a:lnTo>
                  <a:lnTo>
                    <a:pt x="1003" y="8920"/>
                  </a:lnTo>
                  <a:cubicBezTo>
                    <a:pt x="1129" y="8898"/>
                    <a:pt x="4135" y="8368"/>
                    <a:pt x="6060" y="6021"/>
                  </a:cubicBezTo>
                  <a:cubicBezTo>
                    <a:pt x="7967" y="3698"/>
                    <a:pt x="7888" y="1222"/>
                    <a:pt x="7883" y="1119"/>
                  </a:cubicBezTo>
                  <a:lnTo>
                    <a:pt x="7857" y="514"/>
                  </a:lnTo>
                  <a:lnTo>
                    <a:pt x="7277" y="337"/>
                  </a:lnTo>
                  <a:cubicBezTo>
                    <a:pt x="7245" y="327"/>
                    <a:pt x="6453" y="87"/>
                    <a:pt x="5438" y="19"/>
                  </a:cubicBezTo>
                  <a:cubicBezTo>
                    <a:pt x="5251" y="7"/>
                    <a:pt x="5069" y="0"/>
                    <a:pt x="48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108"/>
            <p:cNvSpPr/>
            <p:nvPr/>
          </p:nvSpPr>
          <p:spPr>
            <a:xfrm>
              <a:off x="2802611" y="4060600"/>
              <a:ext cx="165057" cy="190914"/>
            </a:xfrm>
            <a:custGeom>
              <a:avLst/>
              <a:gdLst/>
              <a:ahLst/>
              <a:cxnLst/>
              <a:rect l="l" t="t" r="r" b="b"/>
              <a:pathLst>
                <a:path w="7858" h="9089" extrusionOk="0">
                  <a:moveTo>
                    <a:pt x="4892" y="0"/>
                  </a:moveTo>
                  <a:cubicBezTo>
                    <a:pt x="3698" y="0"/>
                    <a:pt x="2716" y="285"/>
                    <a:pt x="1962" y="851"/>
                  </a:cubicBezTo>
                  <a:cubicBezTo>
                    <a:pt x="1096" y="1502"/>
                    <a:pt x="507" y="2556"/>
                    <a:pt x="209" y="3985"/>
                  </a:cubicBezTo>
                  <a:cubicBezTo>
                    <a:pt x="12" y="4930"/>
                    <a:pt x="14" y="5725"/>
                    <a:pt x="16" y="5846"/>
                  </a:cubicBezTo>
                  <a:lnTo>
                    <a:pt x="0" y="9088"/>
                  </a:lnTo>
                  <a:lnTo>
                    <a:pt x="7857" y="514"/>
                  </a:lnTo>
                  <a:lnTo>
                    <a:pt x="7277" y="337"/>
                  </a:lnTo>
                  <a:cubicBezTo>
                    <a:pt x="7245" y="327"/>
                    <a:pt x="6453" y="87"/>
                    <a:pt x="5438" y="19"/>
                  </a:cubicBezTo>
                  <a:cubicBezTo>
                    <a:pt x="5251" y="7"/>
                    <a:pt x="5069" y="0"/>
                    <a:pt x="489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108"/>
            <p:cNvSpPr/>
            <p:nvPr/>
          </p:nvSpPr>
          <p:spPr>
            <a:xfrm>
              <a:off x="2710042" y="4212277"/>
              <a:ext cx="223031" cy="461312"/>
            </a:xfrm>
            <a:custGeom>
              <a:avLst/>
              <a:gdLst/>
              <a:ahLst/>
              <a:cxnLst/>
              <a:rect l="l" t="t" r="r" b="b"/>
              <a:pathLst>
                <a:path w="10618" h="21962" extrusionOk="0">
                  <a:moveTo>
                    <a:pt x="5310" y="0"/>
                  </a:moveTo>
                  <a:cubicBezTo>
                    <a:pt x="4227" y="0"/>
                    <a:pt x="2655" y="160"/>
                    <a:pt x="1505" y="1534"/>
                  </a:cubicBezTo>
                  <a:cubicBezTo>
                    <a:pt x="492" y="2742"/>
                    <a:pt x="1" y="4695"/>
                    <a:pt x="1" y="7502"/>
                  </a:cubicBezTo>
                  <a:cubicBezTo>
                    <a:pt x="1" y="13236"/>
                    <a:pt x="4368" y="21609"/>
                    <a:pt x="4552" y="21961"/>
                  </a:cubicBezTo>
                  <a:lnTo>
                    <a:pt x="6067" y="21961"/>
                  </a:lnTo>
                  <a:cubicBezTo>
                    <a:pt x="6113" y="21874"/>
                    <a:pt x="7214" y="19770"/>
                    <a:pt x="8330" y="16943"/>
                  </a:cubicBezTo>
                  <a:cubicBezTo>
                    <a:pt x="9848" y="13104"/>
                    <a:pt x="10618" y="9928"/>
                    <a:pt x="10618" y="7502"/>
                  </a:cubicBezTo>
                  <a:cubicBezTo>
                    <a:pt x="10618" y="4695"/>
                    <a:pt x="10126" y="2742"/>
                    <a:pt x="9115" y="1534"/>
                  </a:cubicBezTo>
                  <a:cubicBezTo>
                    <a:pt x="7964" y="160"/>
                    <a:pt x="6391" y="0"/>
                    <a:pt x="531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108"/>
            <p:cNvSpPr/>
            <p:nvPr/>
          </p:nvSpPr>
          <p:spPr>
            <a:xfrm>
              <a:off x="2820571" y="4212277"/>
              <a:ext cx="112503" cy="461312"/>
            </a:xfrm>
            <a:custGeom>
              <a:avLst/>
              <a:gdLst/>
              <a:ahLst/>
              <a:cxnLst/>
              <a:rect l="l" t="t" r="r" b="b"/>
              <a:pathLst>
                <a:path w="5356" h="21962" extrusionOk="0">
                  <a:moveTo>
                    <a:pt x="0" y="0"/>
                  </a:moveTo>
                  <a:lnTo>
                    <a:pt x="0" y="21961"/>
                  </a:lnTo>
                  <a:lnTo>
                    <a:pt x="805" y="21961"/>
                  </a:lnTo>
                  <a:cubicBezTo>
                    <a:pt x="851" y="21874"/>
                    <a:pt x="1951" y="19770"/>
                    <a:pt x="3068" y="16943"/>
                  </a:cubicBezTo>
                  <a:cubicBezTo>
                    <a:pt x="4586" y="13104"/>
                    <a:pt x="5356" y="9928"/>
                    <a:pt x="5356" y="7502"/>
                  </a:cubicBezTo>
                  <a:cubicBezTo>
                    <a:pt x="5356" y="4695"/>
                    <a:pt x="4864" y="2742"/>
                    <a:pt x="3853" y="1534"/>
                  </a:cubicBezTo>
                  <a:cubicBezTo>
                    <a:pt x="2702" y="160"/>
                    <a:pt x="1129" y="0"/>
                    <a:pt x="4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108"/>
            <p:cNvSpPr/>
            <p:nvPr/>
          </p:nvSpPr>
          <p:spPr>
            <a:xfrm>
              <a:off x="2710084" y="4342928"/>
              <a:ext cx="59423" cy="35961"/>
            </a:xfrm>
            <a:custGeom>
              <a:avLst/>
              <a:gdLst/>
              <a:ahLst/>
              <a:cxnLst/>
              <a:rect l="l" t="t" r="r" b="b"/>
              <a:pathLst>
                <a:path w="2829" h="1712" extrusionOk="0">
                  <a:moveTo>
                    <a:pt x="38" y="1"/>
                  </a:moveTo>
                  <a:cubicBezTo>
                    <a:pt x="12" y="407"/>
                    <a:pt x="0" y="833"/>
                    <a:pt x="0" y="1282"/>
                  </a:cubicBezTo>
                  <a:cubicBezTo>
                    <a:pt x="0" y="1423"/>
                    <a:pt x="3" y="1566"/>
                    <a:pt x="8" y="1711"/>
                  </a:cubicBezTo>
                  <a:lnTo>
                    <a:pt x="2828" y="1711"/>
                  </a:lnTo>
                  <a:lnTo>
                    <a:pt x="282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108"/>
            <p:cNvSpPr/>
            <p:nvPr/>
          </p:nvSpPr>
          <p:spPr>
            <a:xfrm>
              <a:off x="2858863" y="4464064"/>
              <a:ext cx="60599" cy="35961"/>
            </a:xfrm>
            <a:custGeom>
              <a:avLst/>
              <a:gdLst/>
              <a:ahLst/>
              <a:cxnLst/>
              <a:rect l="l" t="t" r="r" b="b"/>
              <a:pathLst>
                <a:path w="2885" h="1712" extrusionOk="0">
                  <a:moveTo>
                    <a:pt x="0" y="1"/>
                  </a:moveTo>
                  <a:lnTo>
                    <a:pt x="0" y="1711"/>
                  </a:lnTo>
                  <a:lnTo>
                    <a:pt x="2399" y="1711"/>
                  </a:lnTo>
                  <a:cubicBezTo>
                    <a:pt x="2583" y="1121"/>
                    <a:pt x="2746" y="550"/>
                    <a:pt x="28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2" name="Google Shape;3792;p108"/>
          <p:cNvGrpSpPr/>
          <p:nvPr/>
        </p:nvGrpSpPr>
        <p:grpSpPr>
          <a:xfrm>
            <a:off x="3965114" y="4220481"/>
            <a:ext cx="370022" cy="455819"/>
            <a:chOff x="3067884" y="4049215"/>
            <a:chExt cx="497608" cy="612989"/>
          </a:xfrm>
        </p:grpSpPr>
        <p:sp>
          <p:nvSpPr>
            <p:cNvPr id="3793" name="Google Shape;3793;p108"/>
            <p:cNvSpPr/>
            <p:nvPr/>
          </p:nvSpPr>
          <p:spPr>
            <a:xfrm>
              <a:off x="3298266" y="4049215"/>
              <a:ext cx="36213" cy="269410"/>
            </a:xfrm>
            <a:custGeom>
              <a:avLst/>
              <a:gdLst/>
              <a:ahLst/>
              <a:cxnLst/>
              <a:rect l="l" t="t" r="r" b="b"/>
              <a:pathLst>
                <a:path w="1724" h="12826" extrusionOk="0">
                  <a:moveTo>
                    <a:pt x="1711" y="0"/>
                  </a:moveTo>
                  <a:lnTo>
                    <a:pt x="0" y="3"/>
                  </a:lnTo>
                  <a:lnTo>
                    <a:pt x="13" y="12826"/>
                  </a:lnTo>
                  <a:lnTo>
                    <a:pt x="1724" y="12824"/>
                  </a:lnTo>
                  <a:lnTo>
                    <a:pt x="171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108"/>
            <p:cNvSpPr/>
            <p:nvPr/>
          </p:nvSpPr>
          <p:spPr>
            <a:xfrm>
              <a:off x="3316688" y="4049215"/>
              <a:ext cx="17791" cy="269389"/>
            </a:xfrm>
            <a:custGeom>
              <a:avLst/>
              <a:gdLst/>
              <a:ahLst/>
              <a:cxnLst/>
              <a:rect l="l" t="t" r="r" b="b"/>
              <a:pathLst>
                <a:path w="847" h="12825" extrusionOk="0">
                  <a:moveTo>
                    <a:pt x="0" y="0"/>
                  </a:moveTo>
                  <a:lnTo>
                    <a:pt x="0" y="12824"/>
                  </a:lnTo>
                  <a:lnTo>
                    <a:pt x="847" y="12824"/>
                  </a:lnTo>
                  <a:lnTo>
                    <a:pt x="834"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108"/>
            <p:cNvSpPr/>
            <p:nvPr/>
          </p:nvSpPr>
          <p:spPr>
            <a:xfrm>
              <a:off x="3181143" y="4054635"/>
              <a:ext cx="102504" cy="263970"/>
            </a:xfrm>
            <a:custGeom>
              <a:avLst/>
              <a:gdLst/>
              <a:ahLst/>
              <a:cxnLst/>
              <a:rect l="l" t="t" r="r" b="b"/>
              <a:pathLst>
                <a:path w="4880" h="12567" extrusionOk="0">
                  <a:moveTo>
                    <a:pt x="1657" y="0"/>
                  </a:moveTo>
                  <a:lnTo>
                    <a:pt x="1" y="425"/>
                  </a:lnTo>
                  <a:lnTo>
                    <a:pt x="3114" y="12566"/>
                  </a:lnTo>
                  <a:lnTo>
                    <a:pt x="4879" y="12566"/>
                  </a:lnTo>
                  <a:lnTo>
                    <a:pt x="165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108"/>
            <p:cNvSpPr/>
            <p:nvPr/>
          </p:nvSpPr>
          <p:spPr>
            <a:xfrm>
              <a:off x="3102899" y="4219965"/>
              <a:ext cx="427578" cy="200619"/>
            </a:xfrm>
            <a:custGeom>
              <a:avLst/>
              <a:gdLst/>
              <a:ahLst/>
              <a:cxnLst/>
              <a:rect l="l" t="t" r="r" b="b"/>
              <a:pathLst>
                <a:path w="20356" h="9551" extrusionOk="0">
                  <a:moveTo>
                    <a:pt x="8314" y="0"/>
                  </a:moveTo>
                  <a:cubicBezTo>
                    <a:pt x="8178" y="0"/>
                    <a:pt x="8040" y="14"/>
                    <a:pt x="7900" y="46"/>
                  </a:cubicBezTo>
                  <a:cubicBezTo>
                    <a:pt x="7281" y="186"/>
                    <a:pt x="6853" y="620"/>
                    <a:pt x="6508" y="966"/>
                  </a:cubicBezTo>
                  <a:cubicBezTo>
                    <a:pt x="6333" y="1144"/>
                    <a:pt x="6150" y="1329"/>
                    <a:pt x="6017" y="1392"/>
                  </a:cubicBezTo>
                  <a:cubicBezTo>
                    <a:pt x="5878" y="1460"/>
                    <a:pt x="5616" y="1489"/>
                    <a:pt x="5360" y="1517"/>
                  </a:cubicBezTo>
                  <a:cubicBezTo>
                    <a:pt x="4879" y="1571"/>
                    <a:pt x="4281" y="1637"/>
                    <a:pt x="3794" y="2026"/>
                  </a:cubicBezTo>
                  <a:cubicBezTo>
                    <a:pt x="3305" y="2416"/>
                    <a:pt x="3107" y="2987"/>
                    <a:pt x="2947" y="3446"/>
                  </a:cubicBezTo>
                  <a:cubicBezTo>
                    <a:pt x="2865" y="3687"/>
                    <a:pt x="2778" y="3935"/>
                    <a:pt x="2683" y="4053"/>
                  </a:cubicBezTo>
                  <a:cubicBezTo>
                    <a:pt x="2588" y="4172"/>
                    <a:pt x="2367" y="4310"/>
                    <a:pt x="2153" y="4443"/>
                  </a:cubicBezTo>
                  <a:cubicBezTo>
                    <a:pt x="1740" y="4700"/>
                    <a:pt x="1225" y="5020"/>
                    <a:pt x="951" y="5587"/>
                  </a:cubicBezTo>
                  <a:cubicBezTo>
                    <a:pt x="682" y="6146"/>
                    <a:pt x="750" y="6743"/>
                    <a:pt x="806" y="7223"/>
                  </a:cubicBezTo>
                  <a:cubicBezTo>
                    <a:pt x="835" y="7478"/>
                    <a:pt x="866" y="7743"/>
                    <a:pt x="831" y="7897"/>
                  </a:cubicBezTo>
                  <a:cubicBezTo>
                    <a:pt x="799" y="8036"/>
                    <a:pt x="663" y="8254"/>
                    <a:pt x="530" y="8464"/>
                  </a:cubicBezTo>
                  <a:lnTo>
                    <a:pt x="528" y="8464"/>
                  </a:lnTo>
                  <a:cubicBezTo>
                    <a:pt x="335" y="8768"/>
                    <a:pt x="108" y="9128"/>
                    <a:pt x="1" y="9551"/>
                  </a:cubicBezTo>
                  <a:lnTo>
                    <a:pt x="20356" y="9551"/>
                  </a:lnTo>
                  <a:cubicBezTo>
                    <a:pt x="20248" y="9128"/>
                    <a:pt x="20021" y="8768"/>
                    <a:pt x="19828" y="8464"/>
                  </a:cubicBezTo>
                  <a:cubicBezTo>
                    <a:pt x="19695" y="8254"/>
                    <a:pt x="19557" y="8036"/>
                    <a:pt x="19525" y="7897"/>
                  </a:cubicBezTo>
                  <a:cubicBezTo>
                    <a:pt x="19490" y="7743"/>
                    <a:pt x="19521" y="7478"/>
                    <a:pt x="19551" y="7223"/>
                  </a:cubicBezTo>
                  <a:cubicBezTo>
                    <a:pt x="19605" y="6743"/>
                    <a:pt x="19674" y="6146"/>
                    <a:pt x="19405" y="5587"/>
                  </a:cubicBezTo>
                  <a:cubicBezTo>
                    <a:pt x="19131" y="5020"/>
                    <a:pt x="18616" y="4698"/>
                    <a:pt x="18203" y="4443"/>
                  </a:cubicBezTo>
                  <a:cubicBezTo>
                    <a:pt x="17989" y="4310"/>
                    <a:pt x="17767" y="4171"/>
                    <a:pt x="17673" y="4053"/>
                  </a:cubicBezTo>
                  <a:cubicBezTo>
                    <a:pt x="17580" y="3936"/>
                    <a:pt x="17492" y="3687"/>
                    <a:pt x="17408" y="3446"/>
                  </a:cubicBezTo>
                  <a:cubicBezTo>
                    <a:pt x="17250" y="2987"/>
                    <a:pt x="17053" y="2417"/>
                    <a:pt x="16563" y="2026"/>
                  </a:cubicBezTo>
                  <a:cubicBezTo>
                    <a:pt x="16074" y="1636"/>
                    <a:pt x="15476" y="1571"/>
                    <a:pt x="14996" y="1517"/>
                  </a:cubicBezTo>
                  <a:cubicBezTo>
                    <a:pt x="14742" y="1489"/>
                    <a:pt x="14478" y="1460"/>
                    <a:pt x="14338" y="1392"/>
                  </a:cubicBezTo>
                  <a:cubicBezTo>
                    <a:pt x="14206" y="1329"/>
                    <a:pt x="14023" y="1144"/>
                    <a:pt x="13847" y="966"/>
                  </a:cubicBezTo>
                  <a:cubicBezTo>
                    <a:pt x="13503" y="620"/>
                    <a:pt x="13074" y="188"/>
                    <a:pt x="12457" y="46"/>
                  </a:cubicBezTo>
                  <a:cubicBezTo>
                    <a:pt x="12316" y="14"/>
                    <a:pt x="12178" y="1"/>
                    <a:pt x="12043" y="1"/>
                  </a:cubicBezTo>
                  <a:cubicBezTo>
                    <a:pt x="11599" y="1"/>
                    <a:pt x="11187" y="147"/>
                    <a:pt x="10841" y="269"/>
                  </a:cubicBezTo>
                  <a:cubicBezTo>
                    <a:pt x="10594" y="355"/>
                    <a:pt x="10340" y="444"/>
                    <a:pt x="10178" y="444"/>
                  </a:cubicBezTo>
                  <a:cubicBezTo>
                    <a:pt x="10016" y="444"/>
                    <a:pt x="9761" y="355"/>
                    <a:pt x="9516" y="269"/>
                  </a:cubicBezTo>
                  <a:cubicBezTo>
                    <a:pt x="9168" y="146"/>
                    <a:pt x="8757" y="0"/>
                    <a:pt x="831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108"/>
            <p:cNvSpPr/>
            <p:nvPr/>
          </p:nvSpPr>
          <p:spPr>
            <a:xfrm>
              <a:off x="3316688" y="4219986"/>
              <a:ext cx="213789" cy="200598"/>
            </a:xfrm>
            <a:custGeom>
              <a:avLst/>
              <a:gdLst/>
              <a:ahLst/>
              <a:cxnLst/>
              <a:rect l="l" t="t" r="r" b="b"/>
              <a:pathLst>
                <a:path w="10178" h="9550" extrusionOk="0">
                  <a:moveTo>
                    <a:pt x="1864" y="1"/>
                  </a:moveTo>
                  <a:cubicBezTo>
                    <a:pt x="1421" y="1"/>
                    <a:pt x="1009" y="146"/>
                    <a:pt x="663" y="268"/>
                  </a:cubicBezTo>
                  <a:cubicBezTo>
                    <a:pt x="416" y="355"/>
                    <a:pt x="162" y="445"/>
                    <a:pt x="0" y="445"/>
                  </a:cubicBezTo>
                  <a:lnTo>
                    <a:pt x="0" y="9550"/>
                  </a:lnTo>
                  <a:lnTo>
                    <a:pt x="10178" y="9550"/>
                  </a:lnTo>
                  <a:cubicBezTo>
                    <a:pt x="10070" y="9127"/>
                    <a:pt x="9843" y="8767"/>
                    <a:pt x="9650" y="8463"/>
                  </a:cubicBezTo>
                  <a:cubicBezTo>
                    <a:pt x="9517" y="8253"/>
                    <a:pt x="9379" y="8037"/>
                    <a:pt x="9347" y="7898"/>
                  </a:cubicBezTo>
                  <a:cubicBezTo>
                    <a:pt x="9311" y="7742"/>
                    <a:pt x="9343" y="7479"/>
                    <a:pt x="9373" y="7222"/>
                  </a:cubicBezTo>
                  <a:cubicBezTo>
                    <a:pt x="9428" y="6742"/>
                    <a:pt x="9496" y="6145"/>
                    <a:pt x="9227" y="5586"/>
                  </a:cubicBezTo>
                  <a:cubicBezTo>
                    <a:pt x="8953" y="5019"/>
                    <a:pt x="8438" y="4699"/>
                    <a:pt x="8025" y="4442"/>
                  </a:cubicBezTo>
                  <a:cubicBezTo>
                    <a:pt x="7811" y="4309"/>
                    <a:pt x="7589" y="4170"/>
                    <a:pt x="7495" y="4054"/>
                  </a:cubicBezTo>
                  <a:cubicBezTo>
                    <a:pt x="7402" y="3936"/>
                    <a:pt x="7314" y="3686"/>
                    <a:pt x="7231" y="3445"/>
                  </a:cubicBezTo>
                  <a:cubicBezTo>
                    <a:pt x="7072" y="2987"/>
                    <a:pt x="6875" y="2416"/>
                    <a:pt x="6385" y="2025"/>
                  </a:cubicBezTo>
                  <a:cubicBezTo>
                    <a:pt x="5895" y="1635"/>
                    <a:pt x="5298" y="1570"/>
                    <a:pt x="4816" y="1516"/>
                  </a:cubicBezTo>
                  <a:cubicBezTo>
                    <a:pt x="4563" y="1488"/>
                    <a:pt x="4300" y="1459"/>
                    <a:pt x="4160" y="1391"/>
                  </a:cubicBezTo>
                  <a:cubicBezTo>
                    <a:pt x="4028" y="1328"/>
                    <a:pt x="3845" y="1143"/>
                    <a:pt x="3669" y="965"/>
                  </a:cubicBezTo>
                  <a:cubicBezTo>
                    <a:pt x="3325" y="619"/>
                    <a:pt x="2897" y="187"/>
                    <a:pt x="2279" y="46"/>
                  </a:cubicBezTo>
                  <a:cubicBezTo>
                    <a:pt x="2138" y="14"/>
                    <a:pt x="2000" y="1"/>
                    <a:pt x="186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108"/>
            <p:cNvSpPr/>
            <p:nvPr/>
          </p:nvSpPr>
          <p:spPr>
            <a:xfrm>
              <a:off x="3229664" y="4307010"/>
              <a:ext cx="35961" cy="35940"/>
            </a:xfrm>
            <a:custGeom>
              <a:avLst/>
              <a:gdLst/>
              <a:ahLst/>
              <a:cxnLst/>
              <a:rect l="l" t="t" r="r" b="b"/>
              <a:pathLst>
                <a:path w="1712" h="1711" extrusionOk="0">
                  <a:moveTo>
                    <a:pt x="1" y="1"/>
                  </a:moveTo>
                  <a:lnTo>
                    <a:pt x="1" y="1711"/>
                  </a:lnTo>
                  <a:lnTo>
                    <a:pt x="1711" y="1711"/>
                  </a:lnTo>
                  <a:lnTo>
                    <a:pt x="17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108"/>
            <p:cNvSpPr/>
            <p:nvPr/>
          </p:nvSpPr>
          <p:spPr>
            <a:xfrm>
              <a:off x="3367772" y="4332552"/>
              <a:ext cx="35940" cy="35940"/>
            </a:xfrm>
            <a:custGeom>
              <a:avLst/>
              <a:gdLst/>
              <a:ahLst/>
              <a:cxnLst/>
              <a:rect l="l" t="t" r="r" b="b"/>
              <a:pathLst>
                <a:path w="1711" h="1711" extrusionOk="0">
                  <a:moveTo>
                    <a:pt x="0" y="1"/>
                  </a:moveTo>
                  <a:lnTo>
                    <a:pt x="0" y="1711"/>
                  </a:lnTo>
                  <a:lnTo>
                    <a:pt x="1710" y="1711"/>
                  </a:lnTo>
                  <a:lnTo>
                    <a:pt x="171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108"/>
            <p:cNvSpPr/>
            <p:nvPr/>
          </p:nvSpPr>
          <p:spPr>
            <a:xfrm>
              <a:off x="3108465" y="4433544"/>
              <a:ext cx="416466" cy="210722"/>
            </a:xfrm>
            <a:custGeom>
              <a:avLst/>
              <a:gdLst/>
              <a:ahLst/>
              <a:cxnLst/>
              <a:rect l="l" t="t" r="r" b="b"/>
              <a:pathLst>
                <a:path w="19827" h="10032" extrusionOk="0">
                  <a:moveTo>
                    <a:pt x="1" y="0"/>
                  </a:moveTo>
                  <a:lnTo>
                    <a:pt x="1" y="973"/>
                  </a:lnTo>
                  <a:cubicBezTo>
                    <a:pt x="1" y="5006"/>
                    <a:pt x="2423" y="8485"/>
                    <a:pt x="5888" y="10031"/>
                  </a:cubicBezTo>
                  <a:lnTo>
                    <a:pt x="13940" y="10031"/>
                  </a:lnTo>
                  <a:cubicBezTo>
                    <a:pt x="17405" y="8485"/>
                    <a:pt x="19827" y="5006"/>
                    <a:pt x="19827" y="973"/>
                  </a:cubicBezTo>
                  <a:lnTo>
                    <a:pt x="1982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108"/>
            <p:cNvSpPr/>
            <p:nvPr/>
          </p:nvSpPr>
          <p:spPr>
            <a:xfrm>
              <a:off x="3316688" y="4433544"/>
              <a:ext cx="208244" cy="210722"/>
            </a:xfrm>
            <a:custGeom>
              <a:avLst/>
              <a:gdLst/>
              <a:ahLst/>
              <a:cxnLst/>
              <a:rect l="l" t="t" r="r" b="b"/>
              <a:pathLst>
                <a:path w="9914" h="10032" extrusionOk="0">
                  <a:moveTo>
                    <a:pt x="0" y="0"/>
                  </a:moveTo>
                  <a:lnTo>
                    <a:pt x="0" y="10031"/>
                  </a:lnTo>
                  <a:lnTo>
                    <a:pt x="4025" y="10031"/>
                  </a:lnTo>
                  <a:cubicBezTo>
                    <a:pt x="7491" y="8485"/>
                    <a:pt x="9914" y="5006"/>
                    <a:pt x="9914" y="973"/>
                  </a:cubicBezTo>
                  <a:lnTo>
                    <a:pt x="991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108"/>
            <p:cNvSpPr/>
            <p:nvPr/>
          </p:nvSpPr>
          <p:spPr>
            <a:xfrm>
              <a:off x="3067884" y="4409367"/>
              <a:ext cx="497608" cy="35919"/>
            </a:xfrm>
            <a:custGeom>
              <a:avLst/>
              <a:gdLst/>
              <a:ahLst/>
              <a:cxnLst/>
              <a:rect l="l" t="t" r="r" b="b"/>
              <a:pathLst>
                <a:path w="23690" h="1710" extrusionOk="0">
                  <a:moveTo>
                    <a:pt x="1" y="0"/>
                  </a:moveTo>
                  <a:lnTo>
                    <a:pt x="1" y="1709"/>
                  </a:lnTo>
                  <a:lnTo>
                    <a:pt x="23689" y="1709"/>
                  </a:lnTo>
                  <a:lnTo>
                    <a:pt x="2368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108"/>
            <p:cNvSpPr/>
            <p:nvPr/>
          </p:nvSpPr>
          <p:spPr>
            <a:xfrm>
              <a:off x="3155684" y="4626286"/>
              <a:ext cx="322007" cy="35919"/>
            </a:xfrm>
            <a:custGeom>
              <a:avLst/>
              <a:gdLst/>
              <a:ahLst/>
              <a:cxnLst/>
              <a:rect l="l" t="t" r="r" b="b"/>
              <a:pathLst>
                <a:path w="15330" h="1710" extrusionOk="0">
                  <a:moveTo>
                    <a:pt x="1" y="0"/>
                  </a:moveTo>
                  <a:lnTo>
                    <a:pt x="1" y="1709"/>
                  </a:lnTo>
                  <a:lnTo>
                    <a:pt x="15329" y="1709"/>
                  </a:lnTo>
                  <a:lnTo>
                    <a:pt x="15329" y="0"/>
                  </a:lnTo>
                  <a:close/>
                </a:path>
              </a:pathLst>
            </a:custGeom>
            <a:solidFill>
              <a:srgbClr val="FFCE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108"/>
            <p:cNvSpPr/>
            <p:nvPr/>
          </p:nvSpPr>
          <p:spPr>
            <a:xfrm>
              <a:off x="3155684" y="4626286"/>
              <a:ext cx="322007" cy="35919"/>
            </a:xfrm>
            <a:custGeom>
              <a:avLst/>
              <a:gdLst/>
              <a:ahLst/>
              <a:cxnLst/>
              <a:rect l="l" t="t" r="r" b="b"/>
              <a:pathLst>
                <a:path w="15330" h="1710" extrusionOk="0">
                  <a:moveTo>
                    <a:pt x="1" y="0"/>
                  </a:moveTo>
                  <a:lnTo>
                    <a:pt x="1" y="1709"/>
                  </a:lnTo>
                  <a:lnTo>
                    <a:pt x="15329" y="1709"/>
                  </a:lnTo>
                  <a:lnTo>
                    <a:pt x="1532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108"/>
            <p:cNvSpPr/>
            <p:nvPr/>
          </p:nvSpPr>
          <p:spPr>
            <a:xfrm>
              <a:off x="3316688" y="4409367"/>
              <a:ext cx="248804" cy="35919"/>
            </a:xfrm>
            <a:custGeom>
              <a:avLst/>
              <a:gdLst/>
              <a:ahLst/>
              <a:cxnLst/>
              <a:rect l="l" t="t" r="r" b="b"/>
              <a:pathLst>
                <a:path w="11845" h="1710" extrusionOk="0">
                  <a:moveTo>
                    <a:pt x="0" y="0"/>
                  </a:moveTo>
                  <a:lnTo>
                    <a:pt x="0" y="1709"/>
                  </a:lnTo>
                  <a:lnTo>
                    <a:pt x="11844" y="1709"/>
                  </a:lnTo>
                  <a:lnTo>
                    <a:pt x="1184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108"/>
            <p:cNvSpPr/>
            <p:nvPr/>
          </p:nvSpPr>
          <p:spPr>
            <a:xfrm>
              <a:off x="3316688" y="4626286"/>
              <a:ext cx="161003" cy="35919"/>
            </a:xfrm>
            <a:custGeom>
              <a:avLst/>
              <a:gdLst/>
              <a:ahLst/>
              <a:cxnLst/>
              <a:rect l="l" t="t" r="r" b="b"/>
              <a:pathLst>
                <a:path w="7665" h="1710" extrusionOk="0">
                  <a:moveTo>
                    <a:pt x="0" y="0"/>
                  </a:moveTo>
                  <a:lnTo>
                    <a:pt x="0" y="1709"/>
                  </a:lnTo>
                  <a:lnTo>
                    <a:pt x="7664" y="1709"/>
                  </a:lnTo>
                  <a:lnTo>
                    <a:pt x="766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7" name="Google Shape;3807;p108"/>
          <p:cNvGrpSpPr/>
          <p:nvPr/>
        </p:nvGrpSpPr>
        <p:grpSpPr>
          <a:xfrm>
            <a:off x="4597860" y="4220473"/>
            <a:ext cx="322883" cy="455834"/>
            <a:chOff x="3680662" y="4091961"/>
            <a:chExt cx="434215" cy="613010"/>
          </a:xfrm>
        </p:grpSpPr>
        <p:sp>
          <p:nvSpPr>
            <p:cNvPr id="3808" name="Google Shape;3808;p108"/>
            <p:cNvSpPr/>
            <p:nvPr/>
          </p:nvSpPr>
          <p:spPr>
            <a:xfrm>
              <a:off x="3832319" y="4091961"/>
              <a:ext cx="102147" cy="176043"/>
            </a:xfrm>
            <a:custGeom>
              <a:avLst/>
              <a:gdLst/>
              <a:ahLst/>
              <a:cxnLst/>
              <a:rect l="l" t="t" r="r" b="b"/>
              <a:pathLst>
                <a:path w="4863" h="8381" extrusionOk="0">
                  <a:moveTo>
                    <a:pt x="0" y="0"/>
                  </a:moveTo>
                  <a:lnTo>
                    <a:pt x="0" y="1900"/>
                  </a:lnTo>
                  <a:lnTo>
                    <a:pt x="1216" y="3402"/>
                  </a:lnTo>
                  <a:lnTo>
                    <a:pt x="1216" y="8381"/>
                  </a:lnTo>
                  <a:lnTo>
                    <a:pt x="4863" y="8381"/>
                  </a:lnTo>
                  <a:lnTo>
                    <a:pt x="4863" y="2909"/>
                  </a:lnTo>
                  <a:lnTo>
                    <a:pt x="283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108"/>
            <p:cNvSpPr/>
            <p:nvPr/>
          </p:nvSpPr>
          <p:spPr>
            <a:xfrm>
              <a:off x="3680662" y="4219944"/>
              <a:ext cx="247838" cy="451881"/>
            </a:xfrm>
            <a:custGeom>
              <a:avLst/>
              <a:gdLst/>
              <a:ahLst/>
              <a:cxnLst/>
              <a:rect l="l" t="t" r="r" b="b"/>
              <a:pathLst>
                <a:path w="11799" h="21513" extrusionOk="0">
                  <a:moveTo>
                    <a:pt x="5900" y="0"/>
                  </a:moveTo>
                  <a:cubicBezTo>
                    <a:pt x="4194" y="0"/>
                    <a:pt x="2671" y="919"/>
                    <a:pt x="1611" y="2588"/>
                  </a:cubicBezTo>
                  <a:cubicBezTo>
                    <a:pt x="557" y="4247"/>
                    <a:pt x="1" y="6581"/>
                    <a:pt x="1" y="9337"/>
                  </a:cubicBezTo>
                  <a:cubicBezTo>
                    <a:pt x="1" y="12139"/>
                    <a:pt x="563" y="15071"/>
                    <a:pt x="1546" y="17381"/>
                  </a:cubicBezTo>
                  <a:cubicBezTo>
                    <a:pt x="2678" y="20045"/>
                    <a:pt x="4224" y="21512"/>
                    <a:pt x="5900" y="21512"/>
                  </a:cubicBezTo>
                  <a:cubicBezTo>
                    <a:pt x="7574" y="21512"/>
                    <a:pt x="9120" y="20044"/>
                    <a:pt x="10254" y="17381"/>
                  </a:cubicBezTo>
                  <a:cubicBezTo>
                    <a:pt x="11235" y="15071"/>
                    <a:pt x="11799" y="12139"/>
                    <a:pt x="11799" y="9337"/>
                  </a:cubicBezTo>
                  <a:cubicBezTo>
                    <a:pt x="11799" y="6581"/>
                    <a:pt x="11242" y="4247"/>
                    <a:pt x="10189" y="2588"/>
                  </a:cubicBezTo>
                  <a:cubicBezTo>
                    <a:pt x="9128" y="919"/>
                    <a:pt x="7604" y="0"/>
                    <a:pt x="59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108"/>
            <p:cNvSpPr/>
            <p:nvPr/>
          </p:nvSpPr>
          <p:spPr>
            <a:xfrm>
              <a:off x="3867019" y="4219944"/>
              <a:ext cx="247859" cy="451881"/>
            </a:xfrm>
            <a:custGeom>
              <a:avLst/>
              <a:gdLst/>
              <a:ahLst/>
              <a:cxnLst/>
              <a:rect l="l" t="t" r="r" b="b"/>
              <a:pathLst>
                <a:path w="11800" h="21513" extrusionOk="0">
                  <a:moveTo>
                    <a:pt x="5899" y="0"/>
                  </a:moveTo>
                  <a:cubicBezTo>
                    <a:pt x="4195" y="0"/>
                    <a:pt x="2672" y="919"/>
                    <a:pt x="1612" y="2588"/>
                  </a:cubicBezTo>
                  <a:cubicBezTo>
                    <a:pt x="559" y="4247"/>
                    <a:pt x="0" y="6581"/>
                    <a:pt x="0" y="9337"/>
                  </a:cubicBezTo>
                  <a:cubicBezTo>
                    <a:pt x="0" y="12139"/>
                    <a:pt x="564" y="15071"/>
                    <a:pt x="1547" y="17381"/>
                  </a:cubicBezTo>
                  <a:cubicBezTo>
                    <a:pt x="2679" y="20045"/>
                    <a:pt x="4225" y="21512"/>
                    <a:pt x="5899" y="21512"/>
                  </a:cubicBezTo>
                  <a:cubicBezTo>
                    <a:pt x="7575" y="21512"/>
                    <a:pt x="9121" y="20044"/>
                    <a:pt x="10253" y="17381"/>
                  </a:cubicBezTo>
                  <a:cubicBezTo>
                    <a:pt x="11236" y="15071"/>
                    <a:pt x="11800" y="12139"/>
                    <a:pt x="11800" y="9337"/>
                  </a:cubicBezTo>
                  <a:cubicBezTo>
                    <a:pt x="11800" y="6581"/>
                    <a:pt x="11242" y="4247"/>
                    <a:pt x="10188" y="2588"/>
                  </a:cubicBezTo>
                  <a:cubicBezTo>
                    <a:pt x="9129" y="919"/>
                    <a:pt x="7605" y="0"/>
                    <a:pt x="589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108"/>
            <p:cNvSpPr/>
            <p:nvPr/>
          </p:nvSpPr>
          <p:spPr>
            <a:xfrm>
              <a:off x="3773610" y="4219944"/>
              <a:ext cx="247838" cy="485026"/>
            </a:xfrm>
            <a:custGeom>
              <a:avLst/>
              <a:gdLst/>
              <a:ahLst/>
              <a:cxnLst/>
              <a:rect l="l" t="t" r="r" b="b"/>
              <a:pathLst>
                <a:path w="11799" h="23091" extrusionOk="0">
                  <a:moveTo>
                    <a:pt x="5900" y="0"/>
                  </a:moveTo>
                  <a:cubicBezTo>
                    <a:pt x="4182" y="0"/>
                    <a:pt x="2653" y="989"/>
                    <a:pt x="1597" y="2788"/>
                  </a:cubicBezTo>
                  <a:cubicBezTo>
                    <a:pt x="553" y="4562"/>
                    <a:pt x="1" y="7060"/>
                    <a:pt x="1" y="10013"/>
                  </a:cubicBezTo>
                  <a:cubicBezTo>
                    <a:pt x="1" y="13022"/>
                    <a:pt x="560" y="16170"/>
                    <a:pt x="1537" y="18650"/>
                  </a:cubicBezTo>
                  <a:cubicBezTo>
                    <a:pt x="2665" y="21513"/>
                    <a:pt x="4214" y="23090"/>
                    <a:pt x="5900" y="23090"/>
                  </a:cubicBezTo>
                  <a:cubicBezTo>
                    <a:pt x="7585" y="23090"/>
                    <a:pt x="9135" y="21513"/>
                    <a:pt x="10262" y="18650"/>
                  </a:cubicBezTo>
                  <a:cubicBezTo>
                    <a:pt x="11239" y="16170"/>
                    <a:pt x="11799" y="13022"/>
                    <a:pt x="11799" y="10013"/>
                  </a:cubicBezTo>
                  <a:cubicBezTo>
                    <a:pt x="11799" y="7060"/>
                    <a:pt x="11248" y="4562"/>
                    <a:pt x="10204" y="2788"/>
                  </a:cubicBezTo>
                  <a:cubicBezTo>
                    <a:pt x="9146" y="990"/>
                    <a:pt x="7617" y="0"/>
                    <a:pt x="590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108"/>
            <p:cNvSpPr/>
            <p:nvPr/>
          </p:nvSpPr>
          <p:spPr>
            <a:xfrm>
              <a:off x="3897518" y="4219944"/>
              <a:ext cx="123929" cy="485026"/>
            </a:xfrm>
            <a:custGeom>
              <a:avLst/>
              <a:gdLst/>
              <a:ahLst/>
              <a:cxnLst/>
              <a:rect l="l" t="t" r="r" b="b"/>
              <a:pathLst>
                <a:path w="5900" h="23091" extrusionOk="0">
                  <a:moveTo>
                    <a:pt x="1" y="0"/>
                  </a:moveTo>
                  <a:lnTo>
                    <a:pt x="1" y="23090"/>
                  </a:lnTo>
                  <a:cubicBezTo>
                    <a:pt x="1686" y="23090"/>
                    <a:pt x="3236" y="21513"/>
                    <a:pt x="4363" y="18650"/>
                  </a:cubicBezTo>
                  <a:cubicBezTo>
                    <a:pt x="5340" y="16170"/>
                    <a:pt x="5900" y="13022"/>
                    <a:pt x="5900" y="10013"/>
                  </a:cubicBezTo>
                  <a:cubicBezTo>
                    <a:pt x="5900" y="7060"/>
                    <a:pt x="5349" y="4562"/>
                    <a:pt x="4305" y="2788"/>
                  </a:cubicBezTo>
                  <a:cubicBezTo>
                    <a:pt x="3247" y="990"/>
                    <a:pt x="1718" y="0"/>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3" name="Google Shape;3813;p108"/>
          <p:cNvGrpSpPr/>
          <p:nvPr/>
        </p:nvGrpSpPr>
        <p:grpSpPr>
          <a:xfrm>
            <a:off x="5183467" y="4256617"/>
            <a:ext cx="479154" cy="383548"/>
            <a:chOff x="4227864" y="4186945"/>
            <a:chExt cx="644370" cy="515799"/>
          </a:xfrm>
        </p:grpSpPr>
        <p:sp>
          <p:nvSpPr>
            <p:cNvPr id="3814" name="Google Shape;3814;p108"/>
            <p:cNvSpPr/>
            <p:nvPr/>
          </p:nvSpPr>
          <p:spPr>
            <a:xfrm>
              <a:off x="4284598" y="4242188"/>
              <a:ext cx="224333" cy="277896"/>
            </a:xfrm>
            <a:custGeom>
              <a:avLst/>
              <a:gdLst/>
              <a:ahLst/>
              <a:cxnLst/>
              <a:rect l="l" t="t" r="r" b="b"/>
              <a:pathLst>
                <a:path w="10680" h="13230" extrusionOk="0">
                  <a:moveTo>
                    <a:pt x="6274" y="1"/>
                  </a:moveTo>
                  <a:cubicBezTo>
                    <a:pt x="4099" y="247"/>
                    <a:pt x="2184" y="1414"/>
                    <a:pt x="1020" y="3278"/>
                  </a:cubicBezTo>
                  <a:cubicBezTo>
                    <a:pt x="62" y="4810"/>
                    <a:pt x="0" y="6780"/>
                    <a:pt x="135" y="7193"/>
                  </a:cubicBezTo>
                  <a:lnTo>
                    <a:pt x="135" y="7578"/>
                  </a:lnTo>
                  <a:lnTo>
                    <a:pt x="5914" y="13229"/>
                  </a:lnTo>
                  <a:lnTo>
                    <a:pt x="8360" y="13229"/>
                  </a:lnTo>
                  <a:lnTo>
                    <a:pt x="9946" y="12163"/>
                  </a:lnTo>
                  <a:lnTo>
                    <a:pt x="10679" y="4771"/>
                  </a:lnTo>
                  <a:lnTo>
                    <a:pt x="62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108"/>
            <p:cNvSpPr/>
            <p:nvPr/>
          </p:nvSpPr>
          <p:spPr>
            <a:xfrm>
              <a:off x="4591229" y="4242188"/>
              <a:ext cx="224291" cy="277896"/>
            </a:xfrm>
            <a:custGeom>
              <a:avLst/>
              <a:gdLst/>
              <a:ahLst/>
              <a:cxnLst/>
              <a:rect l="l" t="t" r="r" b="b"/>
              <a:pathLst>
                <a:path w="10678" h="13230" extrusionOk="0">
                  <a:moveTo>
                    <a:pt x="4405" y="1"/>
                  </a:moveTo>
                  <a:lnTo>
                    <a:pt x="0" y="4771"/>
                  </a:lnTo>
                  <a:lnTo>
                    <a:pt x="734" y="12163"/>
                  </a:lnTo>
                  <a:lnTo>
                    <a:pt x="2319" y="13229"/>
                  </a:lnTo>
                  <a:lnTo>
                    <a:pt x="4764" y="13229"/>
                  </a:lnTo>
                  <a:lnTo>
                    <a:pt x="10544" y="7578"/>
                  </a:lnTo>
                  <a:lnTo>
                    <a:pt x="10544" y="7193"/>
                  </a:lnTo>
                  <a:cubicBezTo>
                    <a:pt x="10678" y="6780"/>
                    <a:pt x="10617" y="4810"/>
                    <a:pt x="9659" y="3278"/>
                  </a:cubicBezTo>
                  <a:cubicBezTo>
                    <a:pt x="8495" y="1414"/>
                    <a:pt x="6580" y="247"/>
                    <a:pt x="44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108"/>
            <p:cNvSpPr/>
            <p:nvPr/>
          </p:nvSpPr>
          <p:spPr>
            <a:xfrm>
              <a:off x="4416384" y="4186945"/>
              <a:ext cx="269536" cy="310727"/>
            </a:xfrm>
            <a:custGeom>
              <a:avLst/>
              <a:gdLst/>
              <a:ahLst/>
              <a:cxnLst/>
              <a:rect l="l" t="t" r="r" b="b"/>
              <a:pathLst>
                <a:path w="12832" h="14793" extrusionOk="0">
                  <a:moveTo>
                    <a:pt x="6368" y="0"/>
                  </a:moveTo>
                  <a:cubicBezTo>
                    <a:pt x="4188" y="3"/>
                    <a:pt x="2083" y="799"/>
                    <a:pt x="447" y="2238"/>
                  </a:cubicBezTo>
                  <a:lnTo>
                    <a:pt x="0" y="2631"/>
                  </a:lnTo>
                  <a:lnTo>
                    <a:pt x="3672" y="14793"/>
                  </a:lnTo>
                  <a:lnTo>
                    <a:pt x="9052" y="14793"/>
                  </a:lnTo>
                  <a:lnTo>
                    <a:pt x="12832" y="2695"/>
                  </a:lnTo>
                  <a:lnTo>
                    <a:pt x="12293" y="2224"/>
                  </a:lnTo>
                  <a:cubicBezTo>
                    <a:pt x="10656" y="790"/>
                    <a:pt x="8555" y="0"/>
                    <a:pt x="637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108"/>
            <p:cNvSpPr/>
            <p:nvPr/>
          </p:nvSpPr>
          <p:spPr>
            <a:xfrm>
              <a:off x="4227864" y="4401364"/>
              <a:ext cx="298418" cy="301380"/>
            </a:xfrm>
            <a:custGeom>
              <a:avLst/>
              <a:gdLst/>
              <a:ahLst/>
              <a:cxnLst/>
              <a:rect l="l" t="t" r="r" b="b"/>
              <a:pathLst>
                <a:path w="14207" h="14348" extrusionOk="0">
                  <a:moveTo>
                    <a:pt x="2834" y="0"/>
                  </a:moveTo>
                  <a:cubicBezTo>
                    <a:pt x="395" y="2848"/>
                    <a:pt x="1" y="6502"/>
                    <a:pt x="2150" y="9575"/>
                  </a:cubicBezTo>
                  <a:cubicBezTo>
                    <a:pt x="3252" y="11144"/>
                    <a:pt x="4868" y="12282"/>
                    <a:pt x="6719" y="12788"/>
                  </a:cubicBezTo>
                  <a:lnTo>
                    <a:pt x="13226" y="14348"/>
                  </a:lnTo>
                  <a:lnTo>
                    <a:pt x="14206" y="10428"/>
                  </a:lnTo>
                  <a:lnTo>
                    <a:pt x="11060" y="5651"/>
                  </a:lnTo>
                  <a:lnTo>
                    <a:pt x="28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108"/>
            <p:cNvSpPr/>
            <p:nvPr/>
          </p:nvSpPr>
          <p:spPr>
            <a:xfrm>
              <a:off x="4573837" y="4401364"/>
              <a:ext cx="298397" cy="301380"/>
            </a:xfrm>
            <a:custGeom>
              <a:avLst/>
              <a:gdLst/>
              <a:ahLst/>
              <a:cxnLst/>
              <a:rect l="l" t="t" r="r" b="b"/>
              <a:pathLst>
                <a:path w="14206" h="14348" extrusionOk="0">
                  <a:moveTo>
                    <a:pt x="11371" y="0"/>
                  </a:moveTo>
                  <a:cubicBezTo>
                    <a:pt x="11371" y="0"/>
                    <a:pt x="11371" y="1"/>
                    <a:pt x="11372" y="1"/>
                  </a:cubicBezTo>
                  <a:lnTo>
                    <a:pt x="11372" y="1"/>
                  </a:lnTo>
                  <a:lnTo>
                    <a:pt x="11372" y="0"/>
                  </a:lnTo>
                  <a:close/>
                  <a:moveTo>
                    <a:pt x="11372" y="1"/>
                  </a:moveTo>
                  <a:lnTo>
                    <a:pt x="3147" y="5651"/>
                  </a:lnTo>
                  <a:lnTo>
                    <a:pt x="1" y="10428"/>
                  </a:lnTo>
                  <a:lnTo>
                    <a:pt x="980" y="14348"/>
                  </a:lnTo>
                  <a:lnTo>
                    <a:pt x="7463" y="12794"/>
                  </a:lnTo>
                  <a:lnTo>
                    <a:pt x="7488" y="12788"/>
                  </a:lnTo>
                  <a:cubicBezTo>
                    <a:pt x="9339" y="12282"/>
                    <a:pt x="10955" y="11144"/>
                    <a:pt x="12055" y="9573"/>
                  </a:cubicBezTo>
                  <a:cubicBezTo>
                    <a:pt x="14206" y="6502"/>
                    <a:pt x="13813" y="2849"/>
                    <a:pt x="113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108"/>
            <p:cNvSpPr/>
            <p:nvPr/>
          </p:nvSpPr>
          <p:spPr>
            <a:xfrm>
              <a:off x="4550059" y="4186945"/>
              <a:ext cx="135860" cy="310727"/>
            </a:xfrm>
            <a:custGeom>
              <a:avLst/>
              <a:gdLst/>
              <a:ahLst/>
              <a:cxnLst/>
              <a:rect l="l" t="t" r="r" b="b"/>
              <a:pathLst>
                <a:path w="6468" h="14793" extrusionOk="0">
                  <a:moveTo>
                    <a:pt x="1" y="0"/>
                  </a:moveTo>
                  <a:lnTo>
                    <a:pt x="1" y="14793"/>
                  </a:lnTo>
                  <a:lnTo>
                    <a:pt x="2688" y="14793"/>
                  </a:lnTo>
                  <a:lnTo>
                    <a:pt x="6468" y="2695"/>
                  </a:lnTo>
                  <a:lnTo>
                    <a:pt x="5929" y="2224"/>
                  </a:lnTo>
                  <a:cubicBezTo>
                    <a:pt x="4292" y="790"/>
                    <a:pt x="2191" y="0"/>
                    <a:pt x="1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0" name="Google Shape;3820;p108"/>
          <p:cNvGrpSpPr/>
          <p:nvPr/>
        </p:nvGrpSpPr>
        <p:grpSpPr>
          <a:xfrm>
            <a:off x="5925346" y="4233672"/>
            <a:ext cx="477045" cy="429438"/>
            <a:chOff x="5002192" y="4124875"/>
            <a:chExt cx="641535" cy="577511"/>
          </a:xfrm>
        </p:grpSpPr>
        <p:sp>
          <p:nvSpPr>
            <p:cNvPr id="3821" name="Google Shape;3821;p108"/>
            <p:cNvSpPr/>
            <p:nvPr/>
          </p:nvSpPr>
          <p:spPr>
            <a:xfrm>
              <a:off x="5002192" y="4124875"/>
              <a:ext cx="350216" cy="431044"/>
            </a:xfrm>
            <a:custGeom>
              <a:avLst/>
              <a:gdLst/>
              <a:ahLst/>
              <a:cxnLst/>
              <a:rect l="l" t="t" r="r" b="b"/>
              <a:pathLst>
                <a:path w="16673" h="20521" extrusionOk="0">
                  <a:moveTo>
                    <a:pt x="10779" y="0"/>
                  </a:moveTo>
                  <a:lnTo>
                    <a:pt x="10200" y="336"/>
                  </a:lnTo>
                  <a:cubicBezTo>
                    <a:pt x="3393" y="4276"/>
                    <a:pt x="0" y="12230"/>
                    <a:pt x="1866" y="19868"/>
                  </a:cubicBezTo>
                  <a:lnTo>
                    <a:pt x="2024" y="20520"/>
                  </a:lnTo>
                  <a:lnTo>
                    <a:pt x="16672" y="20520"/>
                  </a:lnTo>
                  <a:lnTo>
                    <a:pt x="16672" y="6119"/>
                  </a:lnTo>
                  <a:lnTo>
                    <a:pt x="1077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108"/>
            <p:cNvSpPr/>
            <p:nvPr/>
          </p:nvSpPr>
          <p:spPr>
            <a:xfrm>
              <a:off x="5002192" y="4124896"/>
              <a:ext cx="286760" cy="431023"/>
            </a:xfrm>
            <a:custGeom>
              <a:avLst/>
              <a:gdLst/>
              <a:ahLst/>
              <a:cxnLst/>
              <a:rect l="l" t="t" r="r" b="b"/>
              <a:pathLst>
                <a:path w="13652" h="20520" extrusionOk="0">
                  <a:moveTo>
                    <a:pt x="10779" y="1"/>
                  </a:moveTo>
                  <a:lnTo>
                    <a:pt x="10200" y="335"/>
                  </a:lnTo>
                  <a:cubicBezTo>
                    <a:pt x="3393" y="4275"/>
                    <a:pt x="0" y="12229"/>
                    <a:pt x="1866" y="19867"/>
                  </a:cubicBezTo>
                  <a:lnTo>
                    <a:pt x="2025" y="20519"/>
                  </a:lnTo>
                  <a:lnTo>
                    <a:pt x="6288" y="20519"/>
                  </a:lnTo>
                  <a:cubicBezTo>
                    <a:pt x="5146" y="13742"/>
                    <a:pt x="8023" y="6904"/>
                    <a:pt x="13652" y="2982"/>
                  </a:cubicBezTo>
                  <a:lnTo>
                    <a:pt x="1077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108"/>
            <p:cNvSpPr/>
            <p:nvPr/>
          </p:nvSpPr>
          <p:spPr>
            <a:xfrm>
              <a:off x="5186343" y="4385505"/>
              <a:ext cx="112566" cy="112566"/>
            </a:xfrm>
            <a:custGeom>
              <a:avLst/>
              <a:gdLst/>
              <a:ahLst/>
              <a:cxnLst/>
              <a:rect l="l" t="t" r="r" b="b"/>
              <a:pathLst>
                <a:path w="5359" h="5359" extrusionOk="0">
                  <a:moveTo>
                    <a:pt x="2680" y="0"/>
                  </a:moveTo>
                  <a:cubicBezTo>
                    <a:pt x="1202" y="0"/>
                    <a:pt x="1" y="1203"/>
                    <a:pt x="1" y="2680"/>
                  </a:cubicBezTo>
                  <a:cubicBezTo>
                    <a:pt x="1" y="4157"/>
                    <a:pt x="1202" y="5358"/>
                    <a:pt x="2680" y="5358"/>
                  </a:cubicBezTo>
                  <a:cubicBezTo>
                    <a:pt x="4157" y="5358"/>
                    <a:pt x="5359" y="4157"/>
                    <a:pt x="5359" y="2680"/>
                  </a:cubicBezTo>
                  <a:cubicBezTo>
                    <a:pt x="5359" y="1203"/>
                    <a:pt x="4157" y="0"/>
                    <a:pt x="268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108"/>
            <p:cNvSpPr/>
            <p:nvPr/>
          </p:nvSpPr>
          <p:spPr>
            <a:xfrm>
              <a:off x="5242636" y="4385505"/>
              <a:ext cx="56272" cy="112566"/>
            </a:xfrm>
            <a:custGeom>
              <a:avLst/>
              <a:gdLst/>
              <a:ahLst/>
              <a:cxnLst/>
              <a:rect l="l" t="t" r="r" b="b"/>
              <a:pathLst>
                <a:path w="2679" h="5359" extrusionOk="0">
                  <a:moveTo>
                    <a:pt x="0" y="0"/>
                  </a:moveTo>
                  <a:lnTo>
                    <a:pt x="0" y="5358"/>
                  </a:lnTo>
                  <a:cubicBezTo>
                    <a:pt x="1477" y="5358"/>
                    <a:pt x="2679" y="4157"/>
                    <a:pt x="2679" y="2680"/>
                  </a:cubicBezTo>
                  <a:cubicBezTo>
                    <a:pt x="2679" y="1203"/>
                    <a:pt x="1477" y="0"/>
                    <a:pt x="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108"/>
            <p:cNvSpPr/>
            <p:nvPr/>
          </p:nvSpPr>
          <p:spPr>
            <a:xfrm>
              <a:off x="5337222" y="4237630"/>
              <a:ext cx="306505" cy="464757"/>
            </a:xfrm>
            <a:custGeom>
              <a:avLst/>
              <a:gdLst/>
              <a:ahLst/>
              <a:cxnLst/>
              <a:rect l="l" t="t" r="r" b="b"/>
              <a:pathLst>
                <a:path w="14592" h="22126" extrusionOk="0">
                  <a:moveTo>
                    <a:pt x="1" y="1"/>
                  </a:moveTo>
                  <a:lnTo>
                    <a:pt x="1" y="15152"/>
                  </a:lnTo>
                  <a:lnTo>
                    <a:pt x="2431" y="15152"/>
                  </a:lnTo>
                  <a:lnTo>
                    <a:pt x="2431" y="20302"/>
                  </a:lnTo>
                  <a:cubicBezTo>
                    <a:pt x="2431" y="21309"/>
                    <a:pt x="3249" y="22125"/>
                    <a:pt x="4256" y="22125"/>
                  </a:cubicBezTo>
                  <a:cubicBezTo>
                    <a:pt x="5263" y="22125"/>
                    <a:pt x="6079" y="21309"/>
                    <a:pt x="6079" y="20302"/>
                  </a:cubicBezTo>
                  <a:lnTo>
                    <a:pt x="6079" y="15152"/>
                  </a:lnTo>
                  <a:lnTo>
                    <a:pt x="14592" y="15152"/>
                  </a:lnTo>
                  <a:lnTo>
                    <a:pt x="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108"/>
            <p:cNvSpPr/>
            <p:nvPr/>
          </p:nvSpPr>
          <p:spPr>
            <a:xfrm>
              <a:off x="5366797" y="4307136"/>
              <a:ext cx="161339" cy="152622"/>
            </a:xfrm>
            <a:custGeom>
              <a:avLst/>
              <a:gdLst/>
              <a:ahLst/>
              <a:cxnLst/>
              <a:rect l="l" t="t" r="r" b="b"/>
              <a:pathLst>
                <a:path w="7681" h="7266" extrusionOk="0">
                  <a:moveTo>
                    <a:pt x="1662" y="0"/>
                  </a:moveTo>
                  <a:cubicBezTo>
                    <a:pt x="0" y="1663"/>
                    <a:pt x="0" y="4357"/>
                    <a:pt x="1662" y="6020"/>
                  </a:cubicBezTo>
                  <a:cubicBezTo>
                    <a:pt x="2494" y="6850"/>
                    <a:pt x="3583" y="7265"/>
                    <a:pt x="4672" y="7265"/>
                  </a:cubicBezTo>
                  <a:cubicBezTo>
                    <a:pt x="5761" y="7265"/>
                    <a:pt x="6850" y="6850"/>
                    <a:pt x="7680" y="6020"/>
                  </a:cubicBezTo>
                  <a:lnTo>
                    <a:pt x="166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7" name="Google Shape;3827;p108"/>
          <p:cNvGrpSpPr/>
          <p:nvPr/>
        </p:nvGrpSpPr>
        <p:grpSpPr>
          <a:xfrm>
            <a:off x="6665116" y="4238561"/>
            <a:ext cx="455819" cy="419660"/>
            <a:chOff x="5810044" y="4069002"/>
            <a:chExt cx="612989" cy="564362"/>
          </a:xfrm>
        </p:grpSpPr>
        <p:sp>
          <p:nvSpPr>
            <p:cNvPr id="3828" name="Google Shape;3828;p108"/>
            <p:cNvSpPr/>
            <p:nvPr/>
          </p:nvSpPr>
          <p:spPr>
            <a:xfrm>
              <a:off x="6037108" y="4069002"/>
              <a:ext cx="144073" cy="211961"/>
            </a:xfrm>
            <a:custGeom>
              <a:avLst/>
              <a:gdLst/>
              <a:ahLst/>
              <a:cxnLst/>
              <a:rect l="l" t="t" r="r" b="b"/>
              <a:pathLst>
                <a:path w="6859" h="10091" extrusionOk="0">
                  <a:moveTo>
                    <a:pt x="0" y="1"/>
                  </a:moveTo>
                  <a:lnTo>
                    <a:pt x="1069" y="3660"/>
                  </a:lnTo>
                  <a:lnTo>
                    <a:pt x="1069" y="10091"/>
                  </a:lnTo>
                  <a:lnTo>
                    <a:pt x="6859" y="10091"/>
                  </a:lnTo>
                  <a:lnTo>
                    <a:pt x="6859" y="3454"/>
                  </a:lnTo>
                  <a:lnTo>
                    <a:pt x="397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108"/>
            <p:cNvSpPr/>
            <p:nvPr/>
          </p:nvSpPr>
          <p:spPr>
            <a:xfrm>
              <a:off x="5810044" y="4228745"/>
              <a:ext cx="324443" cy="404598"/>
            </a:xfrm>
            <a:custGeom>
              <a:avLst/>
              <a:gdLst/>
              <a:ahLst/>
              <a:cxnLst/>
              <a:rect l="l" t="t" r="r" b="b"/>
              <a:pathLst>
                <a:path w="15446" h="19262" extrusionOk="0">
                  <a:moveTo>
                    <a:pt x="7723" y="0"/>
                  </a:moveTo>
                  <a:cubicBezTo>
                    <a:pt x="5607" y="0"/>
                    <a:pt x="3637" y="1109"/>
                    <a:pt x="2175" y="3121"/>
                  </a:cubicBezTo>
                  <a:cubicBezTo>
                    <a:pt x="772" y="5051"/>
                    <a:pt x="1" y="7602"/>
                    <a:pt x="1" y="10307"/>
                  </a:cubicBezTo>
                  <a:cubicBezTo>
                    <a:pt x="1" y="12998"/>
                    <a:pt x="773" y="15275"/>
                    <a:pt x="2233" y="16888"/>
                  </a:cubicBezTo>
                  <a:cubicBezTo>
                    <a:pt x="3620" y="18419"/>
                    <a:pt x="5569" y="19261"/>
                    <a:pt x="7723" y="19261"/>
                  </a:cubicBezTo>
                  <a:cubicBezTo>
                    <a:pt x="9877" y="19261"/>
                    <a:pt x="11828" y="18417"/>
                    <a:pt x="13212" y="16888"/>
                  </a:cubicBezTo>
                  <a:cubicBezTo>
                    <a:pt x="14673" y="15275"/>
                    <a:pt x="15445" y="12998"/>
                    <a:pt x="15445" y="10307"/>
                  </a:cubicBezTo>
                  <a:cubicBezTo>
                    <a:pt x="15445" y="7602"/>
                    <a:pt x="14673" y="5051"/>
                    <a:pt x="13271" y="3121"/>
                  </a:cubicBezTo>
                  <a:cubicBezTo>
                    <a:pt x="11809" y="1109"/>
                    <a:pt x="9839" y="0"/>
                    <a:pt x="77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108"/>
            <p:cNvSpPr/>
            <p:nvPr/>
          </p:nvSpPr>
          <p:spPr>
            <a:xfrm>
              <a:off x="6098569" y="4228745"/>
              <a:ext cx="324464" cy="404598"/>
            </a:xfrm>
            <a:custGeom>
              <a:avLst/>
              <a:gdLst/>
              <a:ahLst/>
              <a:cxnLst/>
              <a:rect l="l" t="t" r="r" b="b"/>
              <a:pathLst>
                <a:path w="15447" h="19262" extrusionOk="0">
                  <a:moveTo>
                    <a:pt x="7723" y="0"/>
                  </a:moveTo>
                  <a:cubicBezTo>
                    <a:pt x="5608" y="0"/>
                    <a:pt x="3637" y="1109"/>
                    <a:pt x="2175" y="3121"/>
                  </a:cubicBezTo>
                  <a:cubicBezTo>
                    <a:pt x="773" y="5051"/>
                    <a:pt x="1" y="7602"/>
                    <a:pt x="1" y="10307"/>
                  </a:cubicBezTo>
                  <a:cubicBezTo>
                    <a:pt x="1" y="12998"/>
                    <a:pt x="773" y="15275"/>
                    <a:pt x="2234" y="16888"/>
                  </a:cubicBezTo>
                  <a:cubicBezTo>
                    <a:pt x="3620" y="18419"/>
                    <a:pt x="5571" y="19261"/>
                    <a:pt x="7723" y="19261"/>
                  </a:cubicBezTo>
                  <a:cubicBezTo>
                    <a:pt x="9877" y="19261"/>
                    <a:pt x="11828" y="18417"/>
                    <a:pt x="13215" y="16888"/>
                  </a:cubicBezTo>
                  <a:cubicBezTo>
                    <a:pt x="14674" y="15275"/>
                    <a:pt x="15447" y="12998"/>
                    <a:pt x="15447" y="10307"/>
                  </a:cubicBezTo>
                  <a:cubicBezTo>
                    <a:pt x="15447" y="7602"/>
                    <a:pt x="14674" y="5051"/>
                    <a:pt x="13273" y="3121"/>
                  </a:cubicBezTo>
                  <a:lnTo>
                    <a:pt x="13271" y="3121"/>
                  </a:lnTo>
                  <a:cubicBezTo>
                    <a:pt x="11809" y="1109"/>
                    <a:pt x="9839" y="0"/>
                    <a:pt x="77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108"/>
            <p:cNvSpPr/>
            <p:nvPr/>
          </p:nvSpPr>
          <p:spPr>
            <a:xfrm>
              <a:off x="5954307" y="4180644"/>
              <a:ext cx="324464" cy="452721"/>
            </a:xfrm>
            <a:custGeom>
              <a:avLst/>
              <a:gdLst/>
              <a:ahLst/>
              <a:cxnLst/>
              <a:rect l="l" t="t" r="r" b="b"/>
              <a:pathLst>
                <a:path w="15447" h="21553" extrusionOk="0">
                  <a:moveTo>
                    <a:pt x="7724" y="0"/>
                  </a:moveTo>
                  <a:cubicBezTo>
                    <a:pt x="5587" y="0"/>
                    <a:pt x="3608" y="1251"/>
                    <a:pt x="2148" y="3522"/>
                  </a:cubicBezTo>
                  <a:cubicBezTo>
                    <a:pt x="762" y="5676"/>
                    <a:pt x="0" y="8524"/>
                    <a:pt x="0" y="11540"/>
                  </a:cubicBezTo>
                  <a:cubicBezTo>
                    <a:pt x="0" y="14536"/>
                    <a:pt x="761" y="17070"/>
                    <a:pt x="2199" y="18865"/>
                  </a:cubicBezTo>
                  <a:cubicBezTo>
                    <a:pt x="3587" y="20599"/>
                    <a:pt x="5548" y="21552"/>
                    <a:pt x="7724" y="21552"/>
                  </a:cubicBezTo>
                  <a:cubicBezTo>
                    <a:pt x="9898" y="21552"/>
                    <a:pt x="11859" y="20597"/>
                    <a:pt x="13247" y="18865"/>
                  </a:cubicBezTo>
                  <a:cubicBezTo>
                    <a:pt x="14685" y="17070"/>
                    <a:pt x="15446" y="14536"/>
                    <a:pt x="15446" y="11540"/>
                  </a:cubicBezTo>
                  <a:cubicBezTo>
                    <a:pt x="15446" y="8524"/>
                    <a:pt x="14684" y="5676"/>
                    <a:pt x="13300" y="3522"/>
                  </a:cubicBezTo>
                  <a:cubicBezTo>
                    <a:pt x="11839" y="1251"/>
                    <a:pt x="9859" y="0"/>
                    <a:pt x="77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108"/>
            <p:cNvSpPr/>
            <p:nvPr/>
          </p:nvSpPr>
          <p:spPr>
            <a:xfrm>
              <a:off x="6116528" y="4180644"/>
              <a:ext cx="162243" cy="452721"/>
            </a:xfrm>
            <a:custGeom>
              <a:avLst/>
              <a:gdLst/>
              <a:ahLst/>
              <a:cxnLst/>
              <a:rect l="l" t="t" r="r" b="b"/>
              <a:pathLst>
                <a:path w="7724" h="21553" extrusionOk="0">
                  <a:moveTo>
                    <a:pt x="1" y="0"/>
                  </a:moveTo>
                  <a:lnTo>
                    <a:pt x="1" y="21552"/>
                  </a:lnTo>
                  <a:cubicBezTo>
                    <a:pt x="2175" y="21552"/>
                    <a:pt x="4136" y="20597"/>
                    <a:pt x="5524" y="18865"/>
                  </a:cubicBezTo>
                  <a:cubicBezTo>
                    <a:pt x="6964" y="17070"/>
                    <a:pt x="7723" y="14536"/>
                    <a:pt x="7723" y="11540"/>
                  </a:cubicBezTo>
                  <a:cubicBezTo>
                    <a:pt x="7723" y="8524"/>
                    <a:pt x="6961" y="5676"/>
                    <a:pt x="5575" y="3522"/>
                  </a:cubicBezTo>
                  <a:cubicBezTo>
                    <a:pt x="4116" y="1251"/>
                    <a:pt x="213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3" name="Google Shape;3833;p108"/>
          <p:cNvGrpSpPr/>
          <p:nvPr/>
        </p:nvGrpSpPr>
        <p:grpSpPr>
          <a:xfrm>
            <a:off x="7383659" y="4223457"/>
            <a:ext cx="455819" cy="449868"/>
            <a:chOff x="6643523" y="4002689"/>
            <a:chExt cx="612989" cy="604986"/>
          </a:xfrm>
        </p:grpSpPr>
        <p:sp>
          <p:nvSpPr>
            <p:cNvPr id="3834" name="Google Shape;3834;p108"/>
            <p:cNvSpPr/>
            <p:nvPr/>
          </p:nvSpPr>
          <p:spPr>
            <a:xfrm>
              <a:off x="6694943" y="4002689"/>
              <a:ext cx="510106" cy="604986"/>
            </a:xfrm>
            <a:custGeom>
              <a:avLst/>
              <a:gdLst/>
              <a:ahLst/>
              <a:cxnLst/>
              <a:rect l="l" t="t" r="r" b="b"/>
              <a:pathLst>
                <a:path w="24285" h="28802" extrusionOk="0">
                  <a:moveTo>
                    <a:pt x="12143" y="1"/>
                  </a:moveTo>
                  <a:cubicBezTo>
                    <a:pt x="5447" y="1"/>
                    <a:pt x="0" y="5448"/>
                    <a:pt x="0" y="12144"/>
                  </a:cubicBezTo>
                  <a:cubicBezTo>
                    <a:pt x="0" y="17869"/>
                    <a:pt x="3983" y="22679"/>
                    <a:pt x="9323" y="23955"/>
                  </a:cubicBezTo>
                  <a:lnTo>
                    <a:pt x="6999" y="27223"/>
                  </a:lnTo>
                  <a:lnTo>
                    <a:pt x="7724" y="28801"/>
                  </a:lnTo>
                  <a:lnTo>
                    <a:pt x="16561" y="28801"/>
                  </a:lnTo>
                  <a:lnTo>
                    <a:pt x="17286" y="27223"/>
                  </a:lnTo>
                  <a:lnTo>
                    <a:pt x="14962" y="23955"/>
                  </a:lnTo>
                  <a:cubicBezTo>
                    <a:pt x="20302" y="22679"/>
                    <a:pt x="24285" y="17867"/>
                    <a:pt x="24285" y="12144"/>
                  </a:cubicBezTo>
                  <a:cubicBezTo>
                    <a:pt x="24285" y="5448"/>
                    <a:pt x="18838" y="1"/>
                    <a:pt x="121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108"/>
            <p:cNvSpPr/>
            <p:nvPr/>
          </p:nvSpPr>
          <p:spPr>
            <a:xfrm>
              <a:off x="6950007" y="4002689"/>
              <a:ext cx="255043" cy="604986"/>
            </a:xfrm>
            <a:custGeom>
              <a:avLst/>
              <a:gdLst/>
              <a:ahLst/>
              <a:cxnLst/>
              <a:rect l="l" t="t" r="r" b="b"/>
              <a:pathLst>
                <a:path w="12142" h="28802" extrusionOk="0">
                  <a:moveTo>
                    <a:pt x="0" y="1"/>
                  </a:moveTo>
                  <a:lnTo>
                    <a:pt x="0" y="28801"/>
                  </a:lnTo>
                  <a:lnTo>
                    <a:pt x="4418" y="28801"/>
                  </a:lnTo>
                  <a:lnTo>
                    <a:pt x="5143" y="27223"/>
                  </a:lnTo>
                  <a:lnTo>
                    <a:pt x="2821" y="23955"/>
                  </a:lnTo>
                  <a:cubicBezTo>
                    <a:pt x="8160" y="22679"/>
                    <a:pt x="12142" y="17867"/>
                    <a:pt x="12142" y="12144"/>
                  </a:cubicBezTo>
                  <a:cubicBezTo>
                    <a:pt x="12142" y="5448"/>
                    <a:pt x="6695"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108"/>
            <p:cNvSpPr/>
            <p:nvPr/>
          </p:nvSpPr>
          <p:spPr>
            <a:xfrm>
              <a:off x="6643523" y="4032138"/>
              <a:ext cx="367840" cy="545122"/>
            </a:xfrm>
            <a:custGeom>
              <a:avLst/>
              <a:gdLst/>
              <a:ahLst/>
              <a:cxnLst/>
              <a:rect l="l" t="t" r="r" b="b"/>
              <a:pathLst>
                <a:path w="17512" h="25952" extrusionOk="0">
                  <a:moveTo>
                    <a:pt x="6665" y="0"/>
                  </a:moveTo>
                  <a:lnTo>
                    <a:pt x="5721" y="576"/>
                  </a:lnTo>
                  <a:lnTo>
                    <a:pt x="5685" y="605"/>
                  </a:lnTo>
                  <a:cubicBezTo>
                    <a:pt x="3949" y="1947"/>
                    <a:pt x="2534" y="3660"/>
                    <a:pt x="1547" y="5620"/>
                  </a:cubicBezTo>
                  <a:cubicBezTo>
                    <a:pt x="521" y="7660"/>
                    <a:pt x="0" y="9862"/>
                    <a:pt x="0" y="12162"/>
                  </a:cubicBezTo>
                  <a:cubicBezTo>
                    <a:pt x="0" y="15142"/>
                    <a:pt x="893" y="18009"/>
                    <a:pt x="2582" y="20452"/>
                  </a:cubicBezTo>
                  <a:cubicBezTo>
                    <a:pt x="4233" y="22837"/>
                    <a:pt x="6524" y="24661"/>
                    <a:pt x="9210" y="25728"/>
                  </a:cubicBezTo>
                  <a:lnTo>
                    <a:pt x="9791" y="25951"/>
                  </a:lnTo>
                  <a:lnTo>
                    <a:pt x="10119" y="25802"/>
                  </a:lnTo>
                  <a:cubicBezTo>
                    <a:pt x="10330" y="25705"/>
                    <a:pt x="10540" y="25615"/>
                    <a:pt x="10742" y="25530"/>
                  </a:cubicBezTo>
                  <a:cubicBezTo>
                    <a:pt x="11523" y="25198"/>
                    <a:pt x="12262" y="24882"/>
                    <a:pt x="13026" y="24202"/>
                  </a:cubicBezTo>
                  <a:cubicBezTo>
                    <a:pt x="13732" y="23573"/>
                    <a:pt x="14057" y="22692"/>
                    <a:pt x="14343" y="21913"/>
                  </a:cubicBezTo>
                  <a:cubicBezTo>
                    <a:pt x="14512" y="21457"/>
                    <a:pt x="14670" y="21025"/>
                    <a:pt x="14884" y="20687"/>
                  </a:cubicBezTo>
                  <a:cubicBezTo>
                    <a:pt x="15090" y="20360"/>
                    <a:pt x="15407" y="20035"/>
                    <a:pt x="15744" y="19693"/>
                  </a:cubicBezTo>
                  <a:cubicBezTo>
                    <a:pt x="16328" y="19096"/>
                    <a:pt x="16990" y="18419"/>
                    <a:pt x="17257" y="17496"/>
                  </a:cubicBezTo>
                  <a:cubicBezTo>
                    <a:pt x="17512" y="16609"/>
                    <a:pt x="17319" y="15700"/>
                    <a:pt x="17149" y="14897"/>
                  </a:cubicBezTo>
                  <a:lnTo>
                    <a:pt x="17148" y="14895"/>
                  </a:lnTo>
                  <a:cubicBezTo>
                    <a:pt x="17045" y="14408"/>
                    <a:pt x="16948" y="13949"/>
                    <a:pt x="16948" y="13532"/>
                  </a:cubicBezTo>
                  <a:cubicBezTo>
                    <a:pt x="16948" y="13049"/>
                    <a:pt x="17018" y="12543"/>
                    <a:pt x="17090" y="12007"/>
                  </a:cubicBezTo>
                  <a:cubicBezTo>
                    <a:pt x="17234" y="10952"/>
                    <a:pt x="17383" y="9862"/>
                    <a:pt x="17012" y="8804"/>
                  </a:cubicBezTo>
                  <a:cubicBezTo>
                    <a:pt x="16626" y="7704"/>
                    <a:pt x="15777" y="6905"/>
                    <a:pt x="15029" y="6199"/>
                  </a:cubicBezTo>
                  <a:cubicBezTo>
                    <a:pt x="14648" y="5841"/>
                    <a:pt x="14291" y="5504"/>
                    <a:pt x="14009" y="5151"/>
                  </a:cubicBezTo>
                  <a:cubicBezTo>
                    <a:pt x="13722" y="4793"/>
                    <a:pt x="13468" y="4366"/>
                    <a:pt x="13198" y="3914"/>
                  </a:cubicBezTo>
                  <a:cubicBezTo>
                    <a:pt x="12649" y="2989"/>
                    <a:pt x="12081" y="2034"/>
                    <a:pt x="11104" y="1421"/>
                  </a:cubicBezTo>
                  <a:cubicBezTo>
                    <a:pt x="9952" y="700"/>
                    <a:pt x="8850" y="468"/>
                    <a:pt x="7682" y="222"/>
                  </a:cubicBezTo>
                  <a:cubicBezTo>
                    <a:pt x="7462" y="176"/>
                    <a:pt x="7234" y="128"/>
                    <a:pt x="7001" y="76"/>
                  </a:cubicBezTo>
                  <a:lnTo>
                    <a:pt x="66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108"/>
            <p:cNvSpPr/>
            <p:nvPr/>
          </p:nvSpPr>
          <p:spPr>
            <a:xfrm>
              <a:off x="6643523" y="4091645"/>
              <a:ext cx="203622" cy="434068"/>
            </a:xfrm>
            <a:custGeom>
              <a:avLst/>
              <a:gdLst/>
              <a:ahLst/>
              <a:cxnLst/>
              <a:rect l="l" t="t" r="r" b="b"/>
              <a:pathLst>
                <a:path w="9694" h="20665" extrusionOk="0">
                  <a:moveTo>
                    <a:pt x="3376" y="1"/>
                  </a:moveTo>
                  <a:cubicBezTo>
                    <a:pt x="2663" y="856"/>
                    <a:pt x="2048" y="1791"/>
                    <a:pt x="1547" y="2787"/>
                  </a:cubicBezTo>
                  <a:cubicBezTo>
                    <a:pt x="521" y="4829"/>
                    <a:pt x="0" y="7030"/>
                    <a:pt x="0" y="9330"/>
                  </a:cubicBezTo>
                  <a:cubicBezTo>
                    <a:pt x="0" y="12310"/>
                    <a:pt x="893" y="15177"/>
                    <a:pt x="2583" y="17619"/>
                  </a:cubicBezTo>
                  <a:cubicBezTo>
                    <a:pt x="3373" y="18763"/>
                    <a:pt x="4321" y="19788"/>
                    <a:pt x="5399" y="20664"/>
                  </a:cubicBezTo>
                  <a:cubicBezTo>
                    <a:pt x="5505" y="20573"/>
                    <a:pt x="5625" y="20469"/>
                    <a:pt x="5762" y="20346"/>
                  </a:cubicBezTo>
                  <a:cubicBezTo>
                    <a:pt x="6395" y="19783"/>
                    <a:pt x="6682" y="19004"/>
                    <a:pt x="6934" y="18317"/>
                  </a:cubicBezTo>
                  <a:cubicBezTo>
                    <a:pt x="7078" y="17925"/>
                    <a:pt x="7214" y="17556"/>
                    <a:pt x="7392" y="17273"/>
                  </a:cubicBezTo>
                  <a:cubicBezTo>
                    <a:pt x="7565" y="16999"/>
                    <a:pt x="7836" y="16724"/>
                    <a:pt x="8123" y="16431"/>
                  </a:cubicBezTo>
                  <a:cubicBezTo>
                    <a:pt x="8640" y="15903"/>
                    <a:pt x="9224" y="15305"/>
                    <a:pt x="9463" y="14477"/>
                  </a:cubicBezTo>
                  <a:cubicBezTo>
                    <a:pt x="9694" y="13681"/>
                    <a:pt x="9523" y="12877"/>
                    <a:pt x="9374" y="12168"/>
                  </a:cubicBezTo>
                  <a:cubicBezTo>
                    <a:pt x="9285" y="11752"/>
                    <a:pt x="9201" y="11358"/>
                    <a:pt x="9201" y="11009"/>
                  </a:cubicBezTo>
                  <a:cubicBezTo>
                    <a:pt x="9201" y="10597"/>
                    <a:pt x="9261" y="10162"/>
                    <a:pt x="9324" y="9701"/>
                  </a:cubicBezTo>
                  <a:cubicBezTo>
                    <a:pt x="9450" y="8774"/>
                    <a:pt x="9581" y="7814"/>
                    <a:pt x="9252" y="6871"/>
                  </a:cubicBezTo>
                  <a:cubicBezTo>
                    <a:pt x="8907" y="5891"/>
                    <a:pt x="8160" y="5188"/>
                    <a:pt x="7502" y="4568"/>
                  </a:cubicBezTo>
                  <a:cubicBezTo>
                    <a:pt x="7176" y="4259"/>
                    <a:pt x="6869" y="3969"/>
                    <a:pt x="6628" y="3671"/>
                  </a:cubicBezTo>
                  <a:cubicBezTo>
                    <a:pt x="6391" y="3374"/>
                    <a:pt x="6181" y="3005"/>
                    <a:pt x="5956" y="2615"/>
                  </a:cubicBezTo>
                  <a:cubicBezTo>
                    <a:pt x="5495" y="1811"/>
                    <a:pt x="4972" y="899"/>
                    <a:pt x="4040" y="388"/>
                  </a:cubicBezTo>
                  <a:cubicBezTo>
                    <a:pt x="3786" y="247"/>
                    <a:pt x="3559" y="112"/>
                    <a:pt x="33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108"/>
            <p:cNvSpPr/>
            <p:nvPr/>
          </p:nvSpPr>
          <p:spPr>
            <a:xfrm>
              <a:off x="6888630" y="4032138"/>
              <a:ext cx="367882" cy="545122"/>
            </a:xfrm>
            <a:custGeom>
              <a:avLst/>
              <a:gdLst/>
              <a:ahLst/>
              <a:cxnLst/>
              <a:rect l="l" t="t" r="r" b="b"/>
              <a:pathLst>
                <a:path w="17514" h="25952" extrusionOk="0">
                  <a:moveTo>
                    <a:pt x="10849" y="0"/>
                  </a:moveTo>
                  <a:lnTo>
                    <a:pt x="10511" y="76"/>
                  </a:lnTo>
                  <a:cubicBezTo>
                    <a:pt x="10279" y="128"/>
                    <a:pt x="10050" y="176"/>
                    <a:pt x="9830" y="222"/>
                  </a:cubicBezTo>
                  <a:cubicBezTo>
                    <a:pt x="8662" y="468"/>
                    <a:pt x="7560" y="700"/>
                    <a:pt x="6408" y="1421"/>
                  </a:cubicBezTo>
                  <a:cubicBezTo>
                    <a:pt x="5431" y="2034"/>
                    <a:pt x="4863" y="2989"/>
                    <a:pt x="4314" y="3914"/>
                  </a:cubicBezTo>
                  <a:cubicBezTo>
                    <a:pt x="4046" y="4366"/>
                    <a:pt x="3790" y="4793"/>
                    <a:pt x="3504" y="5151"/>
                  </a:cubicBezTo>
                  <a:cubicBezTo>
                    <a:pt x="3221" y="5504"/>
                    <a:pt x="2863" y="5841"/>
                    <a:pt x="2483" y="6199"/>
                  </a:cubicBezTo>
                  <a:cubicBezTo>
                    <a:pt x="1735" y="6905"/>
                    <a:pt x="886" y="7704"/>
                    <a:pt x="500" y="8804"/>
                  </a:cubicBezTo>
                  <a:cubicBezTo>
                    <a:pt x="129" y="9862"/>
                    <a:pt x="277" y="10952"/>
                    <a:pt x="422" y="12007"/>
                  </a:cubicBezTo>
                  <a:cubicBezTo>
                    <a:pt x="496" y="12543"/>
                    <a:pt x="564" y="13049"/>
                    <a:pt x="564" y="13532"/>
                  </a:cubicBezTo>
                  <a:cubicBezTo>
                    <a:pt x="564" y="13949"/>
                    <a:pt x="467" y="14408"/>
                    <a:pt x="364" y="14895"/>
                  </a:cubicBezTo>
                  <a:cubicBezTo>
                    <a:pt x="193" y="15698"/>
                    <a:pt x="0" y="16607"/>
                    <a:pt x="257" y="17496"/>
                  </a:cubicBezTo>
                  <a:cubicBezTo>
                    <a:pt x="522" y="18417"/>
                    <a:pt x="1185" y="19094"/>
                    <a:pt x="1770" y="19691"/>
                  </a:cubicBezTo>
                  <a:cubicBezTo>
                    <a:pt x="2105" y="20034"/>
                    <a:pt x="2422" y="20358"/>
                    <a:pt x="2630" y="20686"/>
                  </a:cubicBezTo>
                  <a:cubicBezTo>
                    <a:pt x="2843" y="21023"/>
                    <a:pt x="3002" y="21455"/>
                    <a:pt x="3170" y="21912"/>
                  </a:cubicBezTo>
                  <a:cubicBezTo>
                    <a:pt x="3457" y="22690"/>
                    <a:pt x="3782" y="23573"/>
                    <a:pt x="4486" y="24200"/>
                  </a:cubicBezTo>
                  <a:cubicBezTo>
                    <a:pt x="5251" y="24882"/>
                    <a:pt x="5989" y="25196"/>
                    <a:pt x="6770" y="25530"/>
                  </a:cubicBezTo>
                  <a:cubicBezTo>
                    <a:pt x="6973" y="25615"/>
                    <a:pt x="7182" y="25705"/>
                    <a:pt x="7395" y="25802"/>
                  </a:cubicBezTo>
                  <a:lnTo>
                    <a:pt x="7723" y="25951"/>
                  </a:lnTo>
                  <a:lnTo>
                    <a:pt x="8304" y="25728"/>
                  </a:lnTo>
                  <a:cubicBezTo>
                    <a:pt x="10990" y="24661"/>
                    <a:pt x="13281" y="22837"/>
                    <a:pt x="14930" y="20452"/>
                  </a:cubicBezTo>
                  <a:cubicBezTo>
                    <a:pt x="16620" y="18009"/>
                    <a:pt x="17513" y="15143"/>
                    <a:pt x="17513" y="12162"/>
                  </a:cubicBezTo>
                  <a:cubicBezTo>
                    <a:pt x="17513" y="9862"/>
                    <a:pt x="16993" y="7660"/>
                    <a:pt x="15967" y="5620"/>
                  </a:cubicBezTo>
                  <a:cubicBezTo>
                    <a:pt x="14978" y="3660"/>
                    <a:pt x="13565" y="1947"/>
                    <a:pt x="11829" y="605"/>
                  </a:cubicBezTo>
                  <a:lnTo>
                    <a:pt x="11792" y="576"/>
                  </a:lnTo>
                  <a:lnTo>
                    <a:pt x="108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108"/>
            <p:cNvSpPr/>
            <p:nvPr/>
          </p:nvSpPr>
          <p:spPr>
            <a:xfrm>
              <a:off x="7052868" y="4091645"/>
              <a:ext cx="203601" cy="434068"/>
            </a:xfrm>
            <a:custGeom>
              <a:avLst/>
              <a:gdLst/>
              <a:ahLst/>
              <a:cxnLst/>
              <a:rect l="l" t="t" r="r" b="b"/>
              <a:pathLst>
                <a:path w="9693" h="20665" extrusionOk="0">
                  <a:moveTo>
                    <a:pt x="6317" y="1"/>
                  </a:moveTo>
                  <a:cubicBezTo>
                    <a:pt x="6136" y="112"/>
                    <a:pt x="5908" y="247"/>
                    <a:pt x="5655" y="388"/>
                  </a:cubicBezTo>
                  <a:cubicBezTo>
                    <a:pt x="4721" y="899"/>
                    <a:pt x="4198" y="1811"/>
                    <a:pt x="3737" y="2615"/>
                  </a:cubicBezTo>
                  <a:cubicBezTo>
                    <a:pt x="3514" y="3005"/>
                    <a:pt x="3302" y="3374"/>
                    <a:pt x="3065" y="3671"/>
                  </a:cubicBezTo>
                  <a:cubicBezTo>
                    <a:pt x="2826" y="3969"/>
                    <a:pt x="2517" y="4259"/>
                    <a:pt x="2191" y="4568"/>
                  </a:cubicBezTo>
                  <a:cubicBezTo>
                    <a:pt x="1533" y="5188"/>
                    <a:pt x="786" y="5891"/>
                    <a:pt x="441" y="6871"/>
                  </a:cubicBezTo>
                  <a:cubicBezTo>
                    <a:pt x="112" y="7814"/>
                    <a:pt x="243" y="8774"/>
                    <a:pt x="369" y="9701"/>
                  </a:cubicBezTo>
                  <a:cubicBezTo>
                    <a:pt x="433" y="10162"/>
                    <a:pt x="492" y="10597"/>
                    <a:pt x="492" y="11009"/>
                  </a:cubicBezTo>
                  <a:cubicBezTo>
                    <a:pt x="492" y="11358"/>
                    <a:pt x="408" y="11752"/>
                    <a:pt x="321" y="12168"/>
                  </a:cubicBezTo>
                  <a:cubicBezTo>
                    <a:pt x="170" y="12877"/>
                    <a:pt x="1" y="13681"/>
                    <a:pt x="230" y="14477"/>
                  </a:cubicBezTo>
                  <a:cubicBezTo>
                    <a:pt x="469" y="15305"/>
                    <a:pt x="1054" y="15903"/>
                    <a:pt x="1570" y="16431"/>
                  </a:cubicBezTo>
                  <a:cubicBezTo>
                    <a:pt x="1857" y="16724"/>
                    <a:pt x="2128" y="16999"/>
                    <a:pt x="2301" y="17273"/>
                  </a:cubicBezTo>
                  <a:cubicBezTo>
                    <a:pt x="2479" y="17556"/>
                    <a:pt x="2615" y="17925"/>
                    <a:pt x="2759" y="18317"/>
                  </a:cubicBezTo>
                  <a:cubicBezTo>
                    <a:pt x="3013" y="19004"/>
                    <a:pt x="3300" y="19783"/>
                    <a:pt x="3931" y="20346"/>
                  </a:cubicBezTo>
                  <a:cubicBezTo>
                    <a:pt x="4068" y="20469"/>
                    <a:pt x="4188" y="20573"/>
                    <a:pt x="4294" y="20664"/>
                  </a:cubicBezTo>
                  <a:cubicBezTo>
                    <a:pt x="5372" y="19788"/>
                    <a:pt x="6321" y="18763"/>
                    <a:pt x="7111" y="17619"/>
                  </a:cubicBezTo>
                  <a:cubicBezTo>
                    <a:pt x="8800" y="15177"/>
                    <a:pt x="9693" y="12310"/>
                    <a:pt x="9693" y="9330"/>
                  </a:cubicBezTo>
                  <a:cubicBezTo>
                    <a:pt x="9693" y="7030"/>
                    <a:pt x="9172" y="4829"/>
                    <a:pt x="8146" y="2787"/>
                  </a:cubicBezTo>
                  <a:cubicBezTo>
                    <a:pt x="7645" y="1791"/>
                    <a:pt x="7032" y="856"/>
                    <a:pt x="63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0" name="Google Shape;3840;p108"/>
          <p:cNvGrpSpPr/>
          <p:nvPr/>
        </p:nvGrpSpPr>
        <p:grpSpPr>
          <a:xfrm>
            <a:off x="6866790" y="1396242"/>
            <a:ext cx="286068" cy="455834"/>
            <a:chOff x="5854512" y="719671"/>
            <a:chExt cx="384707" cy="613010"/>
          </a:xfrm>
        </p:grpSpPr>
        <p:sp>
          <p:nvSpPr>
            <p:cNvPr id="3841" name="Google Shape;3841;p108"/>
            <p:cNvSpPr/>
            <p:nvPr/>
          </p:nvSpPr>
          <p:spPr>
            <a:xfrm>
              <a:off x="5877239" y="719671"/>
              <a:ext cx="339210" cy="337739"/>
            </a:xfrm>
            <a:custGeom>
              <a:avLst/>
              <a:gdLst/>
              <a:ahLst/>
              <a:cxnLst/>
              <a:rect l="l" t="t" r="r" b="b"/>
              <a:pathLst>
                <a:path w="16149" h="16079" extrusionOk="0">
                  <a:moveTo>
                    <a:pt x="8075" y="1"/>
                  </a:moveTo>
                  <a:cubicBezTo>
                    <a:pt x="5914" y="1"/>
                    <a:pt x="3850" y="1292"/>
                    <a:pt x="2263" y="3636"/>
                  </a:cubicBezTo>
                  <a:cubicBezTo>
                    <a:pt x="825" y="5758"/>
                    <a:pt x="1" y="8427"/>
                    <a:pt x="1" y="10962"/>
                  </a:cubicBezTo>
                  <a:cubicBezTo>
                    <a:pt x="1" y="12865"/>
                    <a:pt x="491" y="14633"/>
                    <a:pt x="1396" y="16078"/>
                  </a:cubicBezTo>
                  <a:lnTo>
                    <a:pt x="14752" y="16078"/>
                  </a:lnTo>
                  <a:cubicBezTo>
                    <a:pt x="15660" y="14633"/>
                    <a:pt x="16148" y="12865"/>
                    <a:pt x="16148" y="10962"/>
                  </a:cubicBezTo>
                  <a:cubicBezTo>
                    <a:pt x="16148" y="8427"/>
                    <a:pt x="15323" y="5758"/>
                    <a:pt x="13886" y="3636"/>
                  </a:cubicBezTo>
                  <a:cubicBezTo>
                    <a:pt x="12299" y="1292"/>
                    <a:pt x="10235" y="1"/>
                    <a:pt x="80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108"/>
            <p:cNvSpPr/>
            <p:nvPr/>
          </p:nvSpPr>
          <p:spPr>
            <a:xfrm>
              <a:off x="6046855" y="719671"/>
              <a:ext cx="169594" cy="337739"/>
            </a:xfrm>
            <a:custGeom>
              <a:avLst/>
              <a:gdLst/>
              <a:ahLst/>
              <a:cxnLst/>
              <a:rect l="l" t="t" r="r" b="b"/>
              <a:pathLst>
                <a:path w="8074" h="16079" extrusionOk="0">
                  <a:moveTo>
                    <a:pt x="0" y="1"/>
                  </a:moveTo>
                  <a:lnTo>
                    <a:pt x="0" y="16078"/>
                  </a:lnTo>
                  <a:lnTo>
                    <a:pt x="6677" y="16078"/>
                  </a:lnTo>
                  <a:cubicBezTo>
                    <a:pt x="7585" y="14633"/>
                    <a:pt x="8073" y="12865"/>
                    <a:pt x="8073" y="10962"/>
                  </a:cubicBezTo>
                  <a:cubicBezTo>
                    <a:pt x="8073" y="8427"/>
                    <a:pt x="7248" y="5758"/>
                    <a:pt x="5811" y="3636"/>
                  </a:cubicBezTo>
                  <a:cubicBezTo>
                    <a:pt x="4224" y="1292"/>
                    <a:pt x="2160" y="1"/>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108"/>
            <p:cNvSpPr/>
            <p:nvPr/>
          </p:nvSpPr>
          <p:spPr>
            <a:xfrm>
              <a:off x="5854512" y="986455"/>
              <a:ext cx="384707" cy="345658"/>
            </a:xfrm>
            <a:custGeom>
              <a:avLst/>
              <a:gdLst/>
              <a:ahLst/>
              <a:cxnLst/>
              <a:rect l="l" t="t" r="r" b="b"/>
              <a:pathLst>
                <a:path w="18315" h="16456" extrusionOk="0">
                  <a:moveTo>
                    <a:pt x="1" y="0"/>
                  </a:moveTo>
                  <a:lnTo>
                    <a:pt x="1" y="856"/>
                  </a:lnTo>
                  <a:cubicBezTo>
                    <a:pt x="0" y="3964"/>
                    <a:pt x="1577" y="6862"/>
                    <a:pt x="4190" y="8547"/>
                  </a:cubicBezTo>
                  <a:lnTo>
                    <a:pt x="5186" y="11511"/>
                  </a:lnTo>
                  <a:cubicBezTo>
                    <a:pt x="3697" y="11990"/>
                    <a:pt x="2618" y="13387"/>
                    <a:pt x="2618" y="15032"/>
                  </a:cubicBezTo>
                  <a:lnTo>
                    <a:pt x="2618" y="16455"/>
                  </a:lnTo>
                  <a:lnTo>
                    <a:pt x="15698" y="16455"/>
                  </a:lnTo>
                  <a:lnTo>
                    <a:pt x="15698" y="15032"/>
                  </a:lnTo>
                  <a:cubicBezTo>
                    <a:pt x="15698" y="13387"/>
                    <a:pt x="14618" y="11990"/>
                    <a:pt x="13130" y="11511"/>
                  </a:cubicBezTo>
                  <a:lnTo>
                    <a:pt x="14127" y="8547"/>
                  </a:lnTo>
                  <a:cubicBezTo>
                    <a:pt x="16737" y="6860"/>
                    <a:pt x="18314" y="3963"/>
                    <a:pt x="18313" y="856"/>
                  </a:cubicBezTo>
                  <a:lnTo>
                    <a:pt x="1831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108"/>
            <p:cNvSpPr/>
            <p:nvPr/>
          </p:nvSpPr>
          <p:spPr>
            <a:xfrm>
              <a:off x="6046855" y="986455"/>
              <a:ext cx="192364" cy="218305"/>
            </a:xfrm>
            <a:custGeom>
              <a:avLst/>
              <a:gdLst/>
              <a:ahLst/>
              <a:cxnLst/>
              <a:rect l="l" t="t" r="r" b="b"/>
              <a:pathLst>
                <a:path w="9158" h="10393" extrusionOk="0">
                  <a:moveTo>
                    <a:pt x="0" y="0"/>
                  </a:moveTo>
                  <a:lnTo>
                    <a:pt x="0" y="10392"/>
                  </a:lnTo>
                  <a:lnTo>
                    <a:pt x="4347" y="10392"/>
                  </a:lnTo>
                  <a:lnTo>
                    <a:pt x="4967" y="8547"/>
                  </a:lnTo>
                  <a:cubicBezTo>
                    <a:pt x="7580" y="6862"/>
                    <a:pt x="9157" y="3964"/>
                    <a:pt x="9156" y="856"/>
                  </a:cubicBezTo>
                  <a:lnTo>
                    <a:pt x="91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108"/>
            <p:cNvSpPr/>
            <p:nvPr/>
          </p:nvSpPr>
          <p:spPr>
            <a:xfrm>
              <a:off x="5930025" y="1168149"/>
              <a:ext cx="233618" cy="81457"/>
            </a:xfrm>
            <a:custGeom>
              <a:avLst/>
              <a:gdLst/>
              <a:ahLst/>
              <a:cxnLst/>
              <a:rect l="l" t="t" r="r" b="b"/>
              <a:pathLst>
                <a:path w="11122" h="3878" extrusionOk="0">
                  <a:moveTo>
                    <a:pt x="628" y="0"/>
                  </a:moveTo>
                  <a:lnTo>
                    <a:pt x="1589" y="2861"/>
                  </a:lnTo>
                  <a:cubicBezTo>
                    <a:pt x="981" y="3057"/>
                    <a:pt x="434" y="3408"/>
                    <a:pt x="1" y="3877"/>
                  </a:cubicBezTo>
                  <a:lnTo>
                    <a:pt x="11122" y="3877"/>
                  </a:lnTo>
                  <a:cubicBezTo>
                    <a:pt x="10689" y="3408"/>
                    <a:pt x="10142" y="3057"/>
                    <a:pt x="9533" y="2861"/>
                  </a:cubicBezTo>
                  <a:lnTo>
                    <a:pt x="10494" y="0"/>
                  </a:lnTo>
                  <a:lnTo>
                    <a:pt x="10494" y="0"/>
                  </a:lnTo>
                  <a:cubicBezTo>
                    <a:pt x="8981" y="926"/>
                    <a:pt x="7271" y="1390"/>
                    <a:pt x="5561" y="1390"/>
                  </a:cubicBezTo>
                  <a:cubicBezTo>
                    <a:pt x="3852" y="1390"/>
                    <a:pt x="2142" y="926"/>
                    <a:pt x="6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108"/>
            <p:cNvSpPr/>
            <p:nvPr/>
          </p:nvSpPr>
          <p:spPr>
            <a:xfrm>
              <a:off x="5909419" y="1227866"/>
              <a:ext cx="275018" cy="104815"/>
            </a:xfrm>
            <a:custGeom>
              <a:avLst/>
              <a:gdLst/>
              <a:ahLst/>
              <a:cxnLst/>
              <a:rect l="l" t="t" r="r" b="b"/>
              <a:pathLst>
                <a:path w="13093" h="4990" extrusionOk="0">
                  <a:moveTo>
                    <a:pt x="10504" y="1"/>
                  </a:moveTo>
                  <a:lnTo>
                    <a:pt x="2560" y="34"/>
                  </a:lnTo>
                  <a:cubicBezTo>
                    <a:pt x="1075" y="518"/>
                    <a:pt x="1" y="1921"/>
                    <a:pt x="8" y="3566"/>
                  </a:cubicBezTo>
                  <a:lnTo>
                    <a:pt x="14" y="4990"/>
                  </a:lnTo>
                  <a:lnTo>
                    <a:pt x="13093" y="4933"/>
                  </a:lnTo>
                  <a:lnTo>
                    <a:pt x="13087" y="3510"/>
                  </a:lnTo>
                  <a:cubicBezTo>
                    <a:pt x="13080" y="1865"/>
                    <a:pt x="11994" y="472"/>
                    <a:pt x="105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108"/>
            <p:cNvSpPr/>
            <p:nvPr/>
          </p:nvSpPr>
          <p:spPr>
            <a:xfrm>
              <a:off x="6047002" y="1227866"/>
              <a:ext cx="137436" cy="104248"/>
            </a:xfrm>
            <a:custGeom>
              <a:avLst/>
              <a:gdLst/>
              <a:ahLst/>
              <a:cxnLst/>
              <a:rect l="l" t="t" r="r" b="b"/>
              <a:pathLst>
                <a:path w="6543" h="4963" extrusionOk="0">
                  <a:moveTo>
                    <a:pt x="3954" y="1"/>
                  </a:moveTo>
                  <a:lnTo>
                    <a:pt x="0" y="20"/>
                  </a:lnTo>
                  <a:lnTo>
                    <a:pt x="0" y="4962"/>
                  </a:lnTo>
                  <a:lnTo>
                    <a:pt x="6543" y="4933"/>
                  </a:lnTo>
                  <a:lnTo>
                    <a:pt x="6537" y="3511"/>
                  </a:lnTo>
                  <a:cubicBezTo>
                    <a:pt x="6530" y="1866"/>
                    <a:pt x="5444" y="473"/>
                    <a:pt x="39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8" name="Google Shape;3848;p108"/>
          <p:cNvGrpSpPr/>
          <p:nvPr/>
        </p:nvGrpSpPr>
        <p:grpSpPr>
          <a:xfrm>
            <a:off x="5451087" y="1396242"/>
            <a:ext cx="370709" cy="455834"/>
            <a:chOff x="4491918" y="496073"/>
            <a:chExt cx="498533" cy="613010"/>
          </a:xfrm>
        </p:grpSpPr>
        <p:sp>
          <p:nvSpPr>
            <p:cNvPr id="3849" name="Google Shape;3849;p108"/>
            <p:cNvSpPr/>
            <p:nvPr/>
          </p:nvSpPr>
          <p:spPr>
            <a:xfrm>
              <a:off x="4491918" y="610508"/>
              <a:ext cx="498533" cy="498533"/>
            </a:xfrm>
            <a:custGeom>
              <a:avLst/>
              <a:gdLst/>
              <a:ahLst/>
              <a:cxnLst/>
              <a:rect l="l" t="t" r="r" b="b"/>
              <a:pathLst>
                <a:path w="23734" h="23734" extrusionOk="0">
                  <a:moveTo>
                    <a:pt x="11868" y="0"/>
                  </a:moveTo>
                  <a:cubicBezTo>
                    <a:pt x="5324" y="0"/>
                    <a:pt x="0" y="5324"/>
                    <a:pt x="0" y="11868"/>
                  </a:cubicBezTo>
                  <a:cubicBezTo>
                    <a:pt x="0" y="18410"/>
                    <a:pt x="5325" y="23734"/>
                    <a:pt x="11868" y="23734"/>
                  </a:cubicBezTo>
                  <a:cubicBezTo>
                    <a:pt x="18410" y="23734"/>
                    <a:pt x="23734" y="18410"/>
                    <a:pt x="23734" y="11868"/>
                  </a:cubicBezTo>
                  <a:cubicBezTo>
                    <a:pt x="23734" y="5324"/>
                    <a:pt x="18410" y="0"/>
                    <a:pt x="1186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108"/>
            <p:cNvSpPr/>
            <p:nvPr/>
          </p:nvSpPr>
          <p:spPr>
            <a:xfrm>
              <a:off x="4741184" y="610529"/>
              <a:ext cx="249266" cy="498554"/>
            </a:xfrm>
            <a:custGeom>
              <a:avLst/>
              <a:gdLst/>
              <a:ahLst/>
              <a:cxnLst/>
              <a:rect l="l" t="t" r="r" b="b"/>
              <a:pathLst>
                <a:path w="11867" h="23735" extrusionOk="0">
                  <a:moveTo>
                    <a:pt x="1" y="1"/>
                  </a:moveTo>
                  <a:lnTo>
                    <a:pt x="1" y="23734"/>
                  </a:lnTo>
                  <a:cubicBezTo>
                    <a:pt x="6545" y="23734"/>
                    <a:pt x="11867" y="18411"/>
                    <a:pt x="11867" y="11867"/>
                  </a:cubicBezTo>
                  <a:cubicBezTo>
                    <a:pt x="11867" y="5324"/>
                    <a:pt x="6543"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108"/>
            <p:cNvSpPr/>
            <p:nvPr/>
          </p:nvSpPr>
          <p:spPr>
            <a:xfrm>
              <a:off x="4669032" y="496073"/>
              <a:ext cx="89901" cy="190767"/>
            </a:xfrm>
            <a:custGeom>
              <a:avLst/>
              <a:gdLst/>
              <a:ahLst/>
              <a:cxnLst/>
              <a:rect l="l" t="t" r="r" b="b"/>
              <a:pathLst>
                <a:path w="4280" h="9082" extrusionOk="0">
                  <a:moveTo>
                    <a:pt x="1550" y="0"/>
                  </a:moveTo>
                  <a:lnTo>
                    <a:pt x="1" y="723"/>
                  </a:lnTo>
                  <a:lnTo>
                    <a:pt x="2571" y="6232"/>
                  </a:lnTo>
                  <a:lnTo>
                    <a:pt x="2571" y="9082"/>
                  </a:lnTo>
                  <a:lnTo>
                    <a:pt x="4279" y="9082"/>
                  </a:lnTo>
                  <a:lnTo>
                    <a:pt x="4279" y="5853"/>
                  </a:lnTo>
                  <a:lnTo>
                    <a:pt x="155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108"/>
            <p:cNvSpPr/>
            <p:nvPr/>
          </p:nvSpPr>
          <p:spPr>
            <a:xfrm>
              <a:off x="4740554" y="534617"/>
              <a:ext cx="185915" cy="164658"/>
            </a:xfrm>
            <a:custGeom>
              <a:avLst/>
              <a:gdLst/>
              <a:ahLst/>
              <a:cxnLst/>
              <a:rect l="l" t="t" r="r" b="b"/>
              <a:pathLst>
                <a:path w="8851" h="7839" extrusionOk="0">
                  <a:moveTo>
                    <a:pt x="5505" y="1"/>
                  </a:moveTo>
                  <a:cubicBezTo>
                    <a:pt x="4160" y="1"/>
                    <a:pt x="3052" y="320"/>
                    <a:pt x="2208" y="955"/>
                  </a:cubicBezTo>
                  <a:cubicBezTo>
                    <a:pt x="1238" y="1684"/>
                    <a:pt x="573" y="2873"/>
                    <a:pt x="237" y="4483"/>
                  </a:cubicBezTo>
                  <a:cubicBezTo>
                    <a:pt x="0" y="5618"/>
                    <a:pt x="19" y="6563"/>
                    <a:pt x="19" y="6602"/>
                  </a:cubicBezTo>
                  <a:lnTo>
                    <a:pt x="35" y="7250"/>
                  </a:lnTo>
                  <a:lnTo>
                    <a:pt x="653" y="7442"/>
                  </a:lnTo>
                  <a:cubicBezTo>
                    <a:pt x="689" y="7455"/>
                    <a:pt x="1579" y="7731"/>
                    <a:pt x="2721" y="7815"/>
                  </a:cubicBezTo>
                  <a:cubicBezTo>
                    <a:pt x="2943" y="7831"/>
                    <a:pt x="3160" y="7838"/>
                    <a:pt x="3370" y="7838"/>
                  </a:cubicBezTo>
                  <a:cubicBezTo>
                    <a:pt x="4693" y="7838"/>
                    <a:pt x="5785" y="7521"/>
                    <a:pt x="6623" y="6892"/>
                  </a:cubicBezTo>
                  <a:cubicBezTo>
                    <a:pt x="7592" y="6161"/>
                    <a:pt x="8260" y="4973"/>
                    <a:pt x="8605" y="3358"/>
                  </a:cubicBezTo>
                  <a:cubicBezTo>
                    <a:pt x="8850" y="2219"/>
                    <a:pt x="8839" y="1271"/>
                    <a:pt x="8839" y="1232"/>
                  </a:cubicBezTo>
                  <a:lnTo>
                    <a:pt x="8837" y="1232"/>
                  </a:lnTo>
                  <a:lnTo>
                    <a:pt x="8827" y="574"/>
                  </a:lnTo>
                  <a:lnTo>
                    <a:pt x="8198" y="381"/>
                  </a:lnTo>
                  <a:cubicBezTo>
                    <a:pt x="8160" y="369"/>
                    <a:pt x="7266" y="98"/>
                    <a:pt x="6118" y="22"/>
                  </a:cubicBezTo>
                  <a:cubicBezTo>
                    <a:pt x="5909" y="8"/>
                    <a:pt x="5704" y="1"/>
                    <a:pt x="55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108"/>
            <p:cNvSpPr/>
            <p:nvPr/>
          </p:nvSpPr>
          <p:spPr>
            <a:xfrm>
              <a:off x="4741247" y="546632"/>
              <a:ext cx="185222" cy="152643"/>
            </a:xfrm>
            <a:custGeom>
              <a:avLst/>
              <a:gdLst/>
              <a:ahLst/>
              <a:cxnLst/>
              <a:rect l="l" t="t" r="r" b="b"/>
              <a:pathLst>
                <a:path w="8818" h="7267" extrusionOk="0">
                  <a:moveTo>
                    <a:pt x="8796" y="0"/>
                  </a:moveTo>
                  <a:lnTo>
                    <a:pt x="1" y="6676"/>
                  </a:lnTo>
                  <a:lnTo>
                    <a:pt x="620" y="6870"/>
                  </a:lnTo>
                  <a:cubicBezTo>
                    <a:pt x="656" y="6883"/>
                    <a:pt x="1546" y="7159"/>
                    <a:pt x="2688" y="7243"/>
                  </a:cubicBezTo>
                  <a:cubicBezTo>
                    <a:pt x="2910" y="7259"/>
                    <a:pt x="3127" y="7266"/>
                    <a:pt x="3337" y="7266"/>
                  </a:cubicBezTo>
                  <a:cubicBezTo>
                    <a:pt x="4660" y="7266"/>
                    <a:pt x="5752" y="6949"/>
                    <a:pt x="6590" y="6320"/>
                  </a:cubicBezTo>
                  <a:cubicBezTo>
                    <a:pt x="7559" y="5589"/>
                    <a:pt x="8227" y="4401"/>
                    <a:pt x="8572" y="2786"/>
                  </a:cubicBezTo>
                  <a:cubicBezTo>
                    <a:pt x="8817" y="1647"/>
                    <a:pt x="8806" y="699"/>
                    <a:pt x="8806" y="660"/>
                  </a:cubicBezTo>
                  <a:lnTo>
                    <a:pt x="879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4" name="Google Shape;3854;p108"/>
          <p:cNvGrpSpPr/>
          <p:nvPr/>
        </p:nvGrpSpPr>
        <p:grpSpPr>
          <a:xfrm>
            <a:off x="2080924" y="1396242"/>
            <a:ext cx="174718" cy="455834"/>
            <a:chOff x="4077258" y="496073"/>
            <a:chExt cx="234962" cy="613010"/>
          </a:xfrm>
        </p:grpSpPr>
        <p:sp>
          <p:nvSpPr>
            <p:cNvPr id="3855" name="Google Shape;3855;p108"/>
            <p:cNvSpPr/>
            <p:nvPr/>
          </p:nvSpPr>
          <p:spPr>
            <a:xfrm>
              <a:off x="4077258" y="496073"/>
              <a:ext cx="234941" cy="613010"/>
            </a:xfrm>
            <a:custGeom>
              <a:avLst/>
              <a:gdLst/>
              <a:ahLst/>
              <a:cxnLst/>
              <a:rect l="l" t="t" r="r" b="b"/>
              <a:pathLst>
                <a:path w="11185" h="29184" extrusionOk="0">
                  <a:moveTo>
                    <a:pt x="2863" y="0"/>
                  </a:moveTo>
                  <a:lnTo>
                    <a:pt x="1973" y="10011"/>
                  </a:lnTo>
                  <a:cubicBezTo>
                    <a:pt x="1417" y="10744"/>
                    <a:pt x="1" y="12749"/>
                    <a:pt x="1" y="14194"/>
                  </a:cubicBezTo>
                  <a:lnTo>
                    <a:pt x="1" y="29183"/>
                  </a:lnTo>
                  <a:lnTo>
                    <a:pt x="11184" y="29183"/>
                  </a:lnTo>
                  <a:lnTo>
                    <a:pt x="11184" y="14194"/>
                  </a:lnTo>
                  <a:cubicBezTo>
                    <a:pt x="11184" y="12749"/>
                    <a:pt x="9768" y="10743"/>
                    <a:pt x="9212" y="10011"/>
                  </a:cubicBezTo>
                  <a:lnTo>
                    <a:pt x="9213" y="10011"/>
                  </a:lnTo>
                  <a:lnTo>
                    <a:pt x="83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108"/>
            <p:cNvSpPr/>
            <p:nvPr/>
          </p:nvSpPr>
          <p:spPr>
            <a:xfrm>
              <a:off x="4194760" y="496073"/>
              <a:ext cx="117460" cy="613010"/>
            </a:xfrm>
            <a:custGeom>
              <a:avLst/>
              <a:gdLst/>
              <a:ahLst/>
              <a:cxnLst/>
              <a:rect l="l" t="t" r="r" b="b"/>
              <a:pathLst>
                <a:path w="5592" h="29184" extrusionOk="0">
                  <a:moveTo>
                    <a:pt x="0" y="0"/>
                  </a:moveTo>
                  <a:lnTo>
                    <a:pt x="0" y="29183"/>
                  </a:lnTo>
                  <a:lnTo>
                    <a:pt x="5592" y="29183"/>
                  </a:lnTo>
                  <a:lnTo>
                    <a:pt x="5592" y="14194"/>
                  </a:lnTo>
                  <a:cubicBezTo>
                    <a:pt x="5592" y="12749"/>
                    <a:pt x="4176" y="10743"/>
                    <a:pt x="3619" y="10011"/>
                  </a:cubicBezTo>
                  <a:lnTo>
                    <a:pt x="272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108"/>
            <p:cNvSpPr/>
            <p:nvPr/>
          </p:nvSpPr>
          <p:spPr>
            <a:xfrm>
              <a:off x="4077258" y="808018"/>
              <a:ext cx="234962" cy="204064"/>
            </a:xfrm>
            <a:custGeom>
              <a:avLst/>
              <a:gdLst/>
              <a:ahLst/>
              <a:cxnLst/>
              <a:rect l="l" t="t" r="r" b="b"/>
              <a:pathLst>
                <a:path w="11186" h="9715" extrusionOk="0">
                  <a:moveTo>
                    <a:pt x="1" y="1"/>
                  </a:moveTo>
                  <a:lnTo>
                    <a:pt x="1" y="9714"/>
                  </a:lnTo>
                  <a:lnTo>
                    <a:pt x="11186" y="9714"/>
                  </a:lnTo>
                  <a:lnTo>
                    <a:pt x="111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108"/>
            <p:cNvSpPr/>
            <p:nvPr/>
          </p:nvSpPr>
          <p:spPr>
            <a:xfrm>
              <a:off x="4194760" y="808018"/>
              <a:ext cx="117460" cy="204064"/>
            </a:xfrm>
            <a:custGeom>
              <a:avLst/>
              <a:gdLst/>
              <a:ahLst/>
              <a:cxnLst/>
              <a:rect l="l" t="t" r="r" b="b"/>
              <a:pathLst>
                <a:path w="5592" h="9715" extrusionOk="0">
                  <a:moveTo>
                    <a:pt x="0" y="1"/>
                  </a:moveTo>
                  <a:lnTo>
                    <a:pt x="0" y="9714"/>
                  </a:lnTo>
                  <a:lnTo>
                    <a:pt x="5592" y="9714"/>
                  </a:lnTo>
                  <a:lnTo>
                    <a:pt x="559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108"/>
            <p:cNvSpPr/>
            <p:nvPr/>
          </p:nvSpPr>
          <p:spPr>
            <a:xfrm>
              <a:off x="4137395" y="892080"/>
              <a:ext cx="114708" cy="35940"/>
            </a:xfrm>
            <a:custGeom>
              <a:avLst/>
              <a:gdLst/>
              <a:ahLst/>
              <a:cxnLst/>
              <a:rect l="l" t="t" r="r" b="b"/>
              <a:pathLst>
                <a:path w="5461" h="1711" extrusionOk="0">
                  <a:moveTo>
                    <a:pt x="0" y="0"/>
                  </a:moveTo>
                  <a:lnTo>
                    <a:pt x="0" y="1711"/>
                  </a:lnTo>
                  <a:lnTo>
                    <a:pt x="5460" y="1711"/>
                  </a:lnTo>
                  <a:lnTo>
                    <a:pt x="5460"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108"/>
            <p:cNvSpPr/>
            <p:nvPr/>
          </p:nvSpPr>
          <p:spPr>
            <a:xfrm>
              <a:off x="4194760" y="892080"/>
              <a:ext cx="57344" cy="35940"/>
            </a:xfrm>
            <a:custGeom>
              <a:avLst/>
              <a:gdLst/>
              <a:ahLst/>
              <a:cxnLst/>
              <a:rect l="l" t="t" r="r" b="b"/>
              <a:pathLst>
                <a:path w="2730" h="1711" extrusionOk="0">
                  <a:moveTo>
                    <a:pt x="0" y="0"/>
                  </a:moveTo>
                  <a:lnTo>
                    <a:pt x="0" y="1711"/>
                  </a:lnTo>
                  <a:lnTo>
                    <a:pt x="2729" y="1711"/>
                  </a:lnTo>
                  <a:lnTo>
                    <a:pt x="272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108"/>
            <p:cNvSpPr/>
            <p:nvPr/>
          </p:nvSpPr>
          <p:spPr>
            <a:xfrm>
              <a:off x="4120486" y="496073"/>
              <a:ext cx="148505" cy="63876"/>
            </a:xfrm>
            <a:custGeom>
              <a:avLst/>
              <a:gdLst/>
              <a:ahLst/>
              <a:cxnLst/>
              <a:rect l="l" t="t" r="r" b="b"/>
              <a:pathLst>
                <a:path w="7070" h="3041" extrusionOk="0">
                  <a:moveTo>
                    <a:pt x="495" y="0"/>
                  </a:moveTo>
                  <a:lnTo>
                    <a:pt x="1" y="3041"/>
                  </a:lnTo>
                  <a:lnTo>
                    <a:pt x="7070" y="3041"/>
                  </a:lnTo>
                  <a:lnTo>
                    <a:pt x="657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108"/>
            <p:cNvSpPr/>
            <p:nvPr/>
          </p:nvSpPr>
          <p:spPr>
            <a:xfrm>
              <a:off x="4194760" y="496073"/>
              <a:ext cx="74211" cy="63876"/>
            </a:xfrm>
            <a:custGeom>
              <a:avLst/>
              <a:gdLst/>
              <a:ahLst/>
              <a:cxnLst/>
              <a:rect l="l" t="t" r="r" b="b"/>
              <a:pathLst>
                <a:path w="3533" h="3041" extrusionOk="0">
                  <a:moveTo>
                    <a:pt x="0" y="0"/>
                  </a:moveTo>
                  <a:lnTo>
                    <a:pt x="0" y="3041"/>
                  </a:lnTo>
                  <a:lnTo>
                    <a:pt x="3532" y="3041"/>
                  </a:lnTo>
                  <a:lnTo>
                    <a:pt x="303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3" name="Google Shape;3863;p108"/>
          <p:cNvGrpSpPr/>
          <p:nvPr/>
        </p:nvGrpSpPr>
        <p:grpSpPr>
          <a:xfrm>
            <a:off x="6279693" y="2138328"/>
            <a:ext cx="272932" cy="455850"/>
            <a:chOff x="6304775" y="1213876"/>
            <a:chExt cx="367041" cy="613031"/>
          </a:xfrm>
        </p:grpSpPr>
        <p:sp>
          <p:nvSpPr>
            <p:cNvPr id="3864" name="Google Shape;3864;p108"/>
            <p:cNvSpPr/>
            <p:nvPr/>
          </p:nvSpPr>
          <p:spPr>
            <a:xfrm>
              <a:off x="6304775" y="1339255"/>
              <a:ext cx="367041" cy="487652"/>
            </a:xfrm>
            <a:custGeom>
              <a:avLst/>
              <a:gdLst/>
              <a:ahLst/>
              <a:cxnLst/>
              <a:rect l="l" t="t" r="r" b="b"/>
              <a:pathLst>
                <a:path w="17474" h="23216" extrusionOk="0">
                  <a:moveTo>
                    <a:pt x="8752" y="1"/>
                  </a:moveTo>
                  <a:cubicBezTo>
                    <a:pt x="7084" y="1"/>
                    <a:pt x="5514" y="645"/>
                    <a:pt x="4322" y="1822"/>
                  </a:cubicBezTo>
                  <a:cubicBezTo>
                    <a:pt x="3098" y="3030"/>
                    <a:pt x="2422" y="4646"/>
                    <a:pt x="2422" y="6373"/>
                  </a:cubicBezTo>
                  <a:cubicBezTo>
                    <a:pt x="2422" y="6426"/>
                    <a:pt x="2424" y="6478"/>
                    <a:pt x="2425" y="6531"/>
                  </a:cubicBezTo>
                  <a:cubicBezTo>
                    <a:pt x="2450" y="7581"/>
                    <a:pt x="2138" y="8619"/>
                    <a:pt x="1525" y="9534"/>
                  </a:cubicBezTo>
                  <a:cubicBezTo>
                    <a:pt x="577" y="10945"/>
                    <a:pt x="61" y="12602"/>
                    <a:pt x="37" y="14304"/>
                  </a:cubicBezTo>
                  <a:cubicBezTo>
                    <a:pt x="0" y="16665"/>
                    <a:pt x="893" y="18898"/>
                    <a:pt x="2550" y="20591"/>
                  </a:cubicBezTo>
                  <a:cubicBezTo>
                    <a:pt x="4189" y="22266"/>
                    <a:pt x="6370" y="23200"/>
                    <a:pt x="8691" y="23216"/>
                  </a:cubicBezTo>
                  <a:lnTo>
                    <a:pt x="8754" y="23216"/>
                  </a:lnTo>
                  <a:cubicBezTo>
                    <a:pt x="11059" y="23216"/>
                    <a:pt x="13232" y="22319"/>
                    <a:pt x="14874" y="20688"/>
                  </a:cubicBezTo>
                  <a:cubicBezTo>
                    <a:pt x="16548" y="19026"/>
                    <a:pt x="17470" y="16807"/>
                    <a:pt x="17470" y="14440"/>
                  </a:cubicBezTo>
                  <a:cubicBezTo>
                    <a:pt x="17474" y="12689"/>
                    <a:pt x="16952" y="10976"/>
                    <a:pt x="15975" y="9524"/>
                  </a:cubicBezTo>
                  <a:lnTo>
                    <a:pt x="15975" y="9524"/>
                  </a:lnTo>
                  <a:lnTo>
                    <a:pt x="15977" y="9525"/>
                  </a:lnTo>
                  <a:cubicBezTo>
                    <a:pt x="15375" y="8629"/>
                    <a:pt x="15067" y="7577"/>
                    <a:pt x="15084" y="6480"/>
                  </a:cubicBezTo>
                  <a:lnTo>
                    <a:pt x="15084" y="6410"/>
                  </a:lnTo>
                  <a:cubicBezTo>
                    <a:pt x="15103" y="2923"/>
                    <a:pt x="12303" y="49"/>
                    <a:pt x="8840" y="1"/>
                  </a:cubicBezTo>
                  <a:cubicBezTo>
                    <a:pt x="8811" y="1"/>
                    <a:pt x="8781" y="1"/>
                    <a:pt x="87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108"/>
            <p:cNvSpPr/>
            <p:nvPr/>
          </p:nvSpPr>
          <p:spPr>
            <a:xfrm>
              <a:off x="6487351" y="1339276"/>
              <a:ext cx="184466" cy="487631"/>
            </a:xfrm>
            <a:custGeom>
              <a:avLst/>
              <a:gdLst/>
              <a:ahLst/>
              <a:cxnLst/>
              <a:rect l="l" t="t" r="r" b="b"/>
              <a:pathLst>
                <a:path w="8782" h="23215" extrusionOk="0">
                  <a:moveTo>
                    <a:pt x="148" y="0"/>
                  </a:moveTo>
                  <a:cubicBezTo>
                    <a:pt x="148" y="0"/>
                    <a:pt x="149" y="0"/>
                    <a:pt x="149" y="0"/>
                  </a:cubicBezTo>
                  <a:lnTo>
                    <a:pt x="149" y="0"/>
                  </a:lnTo>
                  <a:lnTo>
                    <a:pt x="149" y="0"/>
                  </a:lnTo>
                  <a:close/>
                  <a:moveTo>
                    <a:pt x="149" y="0"/>
                  </a:moveTo>
                  <a:lnTo>
                    <a:pt x="0" y="23215"/>
                  </a:lnTo>
                  <a:lnTo>
                    <a:pt x="62" y="23215"/>
                  </a:lnTo>
                  <a:cubicBezTo>
                    <a:pt x="2368" y="23215"/>
                    <a:pt x="4540" y="22318"/>
                    <a:pt x="6183" y="20687"/>
                  </a:cubicBezTo>
                  <a:cubicBezTo>
                    <a:pt x="7857" y="19025"/>
                    <a:pt x="8779" y="16806"/>
                    <a:pt x="8779" y="14439"/>
                  </a:cubicBezTo>
                  <a:cubicBezTo>
                    <a:pt x="8782" y="12688"/>
                    <a:pt x="8262" y="10975"/>
                    <a:pt x="7285" y="9523"/>
                  </a:cubicBezTo>
                  <a:cubicBezTo>
                    <a:pt x="6682" y="8628"/>
                    <a:pt x="6373" y="7576"/>
                    <a:pt x="6392" y="6477"/>
                  </a:cubicBezTo>
                  <a:lnTo>
                    <a:pt x="6392" y="6409"/>
                  </a:lnTo>
                  <a:cubicBezTo>
                    <a:pt x="6411" y="2923"/>
                    <a:pt x="3611" y="49"/>
                    <a:pt x="1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108"/>
            <p:cNvSpPr/>
            <p:nvPr/>
          </p:nvSpPr>
          <p:spPr>
            <a:xfrm>
              <a:off x="6432359" y="1213876"/>
              <a:ext cx="76080" cy="149072"/>
            </a:xfrm>
            <a:custGeom>
              <a:avLst/>
              <a:gdLst/>
              <a:ahLst/>
              <a:cxnLst/>
              <a:rect l="l" t="t" r="r" b="b"/>
              <a:pathLst>
                <a:path w="3622" h="7097" extrusionOk="0">
                  <a:moveTo>
                    <a:pt x="1533" y="0"/>
                  </a:moveTo>
                  <a:lnTo>
                    <a:pt x="1" y="761"/>
                  </a:lnTo>
                  <a:lnTo>
                    <a:pt x="1911" y="4611"/>
                  </a:lnTo>
                  <a:lnTo>
                    <a:pt x="1911" y="7096"/>
                  </a:lnTo>
                  <a:lnTo>
                    <a:pt x="3621" y="7096"/>
                  </a:lnTo>
                  <a:lnTo>
                    <a:pt x="3621" y="4209"/>
                  </a:lnTo>
                  <a:lnTo>
                    <a:pt x="153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108"/>
            <p:cNvSpPr/>
            <p:nvPr/>
          </p:nvSpPr>
          <p:spPr>
            <a:xfrm>
              <a:off x="6489955" y="1237066"/>
              <a:ext cx="153778" cy="136175"/>
            </a:xfrm>
            <a:custGeom>
              <a:avLst/>
              <a:gdLst/>
              <a:ahLst/>
              <a:cxnLst/>
              <a:rect l="l" t="t" r="r" b="b"/>
              <a:pathLst>
                <a:path w="7321" h="6483" extrusionOk="0">
                  <a:moveTo>
                    <a:pt x="4550" y="0"/>
                  </a:moveTo>
                  <a:cubicBezTo>
                    <a:pt x="3439" y="0"/>
                    <a:pt x="2524" y="265"/>
                    <a:pt x="1827" y="791"/>
                  </a:cubicBezTo>
                  <a:cubicBezTo>
                    <a:pt x="1026" y="1394"/>
                    <a:pt x="476" y="2376"/>
                    <a:pt x="196" y="3707"/>
                  </a:cubicBezTo>
                  <a:cubicBezTo>
                    <a:pt x="1" y="4646"/>
                    <a:pt x="15" y="5427"/>
                    <a:pt x="17" y="5460"/>
                  </a:cubicBezTo>
                  <a:lnTo>
                    <a:pt x="30" y="5995"/>
                  </a:lnTo>
                  <a:lnTo>
                    <a:pt x="540" y="6156"/>
                  </a:lnTo>
                  <a:cubicBezTo>
                    <a:pt x="570" y="6166"/>
                    <a:pt x="1305" y="6394"/>
                    <a:pt x="2250" y="6463"/>
                  </a:cubicBezTo>
                  <a:cubicBezTo>
                    <a:pt x="2434" y="6476"/>
                    <a:pt x="2614" y="6482"/>
                    <a:pt x="2788" y="6482"/>
                  </a:cubicBezTo>
                  <a:cubicBezTo>
                    <a:pt x="3882" y="6482"/>
                    <a:pt x="4785" y="6220"/>
                    <a:pt x="5478" y="5700"/>
                  </a:cubicBezTo>
                  <a:cubicBezTo>
                    <a:pt x="6281" y="5095"/>
                    <a:pt x="6833" y="4113"/>
                    <a:pt x="7119" y="2778"/>
                  </a:cubicBezTo>
                  <a:cubicBezTo>
                    <a:pt x="7320" y="1836"/>
                    <a:pt x="7311" y="1050"/>
                    <a:pt x="7311" y="1018"/>
                  </a:cubicBezTo>
                  <a:lnTo>
                    <a:pt x="7304" y="473"/>
                  </a:lnTo>
                  <a:lnTo>
                    <a:pt x="6784" y="315"/>
                  </a:lnTo>
                  <a:cubicBezTo>
                    <a:pt x="6752" y="305"/>
                    <a:pt x="6013" y="82"/>
                    <a:pt x="5062" y="18"/>
                  </a:cubicBezTo>
                  <a:cubicBezTo>
                    <a:pt x="4887" y="6"/>
                    <a:pt x="4716" y="0"/>
                    <a:pt x="45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108"/>
            <p:cNvSpPr/>
            <p:nvPr/>
          </p:nvSpPr>
          <p:spPr>
            <a:xfrm>
              <a:off x="6490564" y="1247001"/>
              <a:ext cx="152979" cy="126261"/>
            </a:xfrm>
            <a:custGeom>
              <a:avLst/>
              <a:gdLst/>
              <a:ahLst/>
              <a:cxnLst/>
              <a:rect l="l" t="t" r="r" b="b"/>
              <a:pathLst>
                <a:path w="7283" h="6011" extrusionOk="0">
                  <a:moveTo>
                    <a:pt x="7275" y="0"/>
                  </a:moveTo>
                  <a:lnTo>
                    <a:pt x="1" y="5522"/>
                  </a:lnTo>
                  <a:lnTo>
                    <a:pt x="512" y="5683"/>
                  </a:lnTo>
                  <a:cubicBezTo>
                    <a:pt x="543" y="5693"/>
                    <a:pt x="1278" y="5922"/>
                    <a:pt x="2223" y="5990"/>
                  </a:cubicBezTo>
                  <a:cubicBezTo>
                    <a:pt x="2407" y="6003"/>
                    <a:pt x="2586" y="6011"/>
                    <a:pt x="2760" y="6011"/>
                  </a:cubicBezTo>
                  <a:cubicBezTo>
                    <a:pt x="3855" y="6011"/>
                    <a:pt x="4758" y="5748"/>
                    <a:pt x="5450" y="5227"/>
                  </a:cubicBezTo>
                  <a:cubicBezTo>
                    <a:pt x="6252" y="4624"/>
                    <a:pt x="6804" y="3640"/>
                    <a:pt x="7091" y="2305"/>
                  </a:cubicBezTo>
                  <a:cubicBezTo>
                    <a:pt x="7214" y="1726"/>
                    <a:pt x="7280" y="1136"/>
                    <a:pt x="7282" y="545"/>
                  </a:cubicBezTo>
                  <a:lnTo>
                    <a:pt x="727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69" name="Google Shape;3869;p108"/>
          <p:cNvGrpSpPr/>
          <p:nvPr/>
        </p:nvGrpSpPr>
        <p:grpSpPr>
          <a:xfrm>
            <a:off x="6848977" y="2138642"/>
            <a:ext cx="365653" cy="455221"/>
            <a:chOff x="4202847" y="2562502"/>
            <a:chExt cx="492462" cy="613010"/>
          </a:xfrm>
        </p:grpSpPr>
        <p:sp>
          <p:nvSpPr>
            <p:cNvPr id="3870" name="Google Shape;3870;p108"/>
            <p:cNvSpPr/>
            <p:nvPr/>
          </p:nvSpPr>
          <p:spPr>
            <a:xfrm>
              <a:off x="4430352" y="2562502"/>
              <a:ext cx="36402" cy="470764"/>
            </a:xfrm>
            <a:custGeom>
              <a:avLst/>
              <a:gdLst/>
              <a:ahLst/>
              <a:cxnLst/>
              <a:rect l="l" t="t" r="r" b="b"/>
              <a:pathLst>
                <a:path w="1733" h="22412" extrusionOk="0">
                  <a:moveTo>
                    <a:pt x="1711" y="1"/>
                  </a:moveTo>
                  <a:lnTo>
                    <a:pt x="1" y="2"/>
                  </a:lnTo>
                  <a:lnTo>
                    <a:pt x="22" y="22411"/>
                  </a:lnTo>
                  <a:lnTo>
                    <a:pt x="1733" y="22410"/>
                  </a:lnTo>
                  <a:lnTo>
                    <a:pt x="171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108"/>
            <p:cNvSpPr/>
            <p:nvPr/>
          </p:nvSpPr>
          <p:spPr>
            <a:xfrm>
              <a:off x="4449193" y="2562502"/>
              <a:ext cx="17560" cy="470722"/>
            </a:xfrm>
            <a:custGeom>
              <a:avLst/>
              <a:gdLst/>
              <a:ahLst/>
              <a:cxnLst/>
              <a:rect l="l" t="t" r="r" b="b"/>
              <a:pathLst>
                <a:path w="836" h="22410" extrusionOk="0">
                  <a:moveTo>
                    <a:pt x="1" y="1"/>
                  </a:moveTo>
                  <a:lnTo>
                    <a:pt x="1" y="22410"/>
                  </a:lnTo>
                  <a:lnTo>
                    <a:pt x="836" y="22410"/>
                  </a:lnTo>
                  <a:lnTo>
                    <a:pt x="81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108"/>
            <p:cNvSpPr/>
            <p:nvPr/>
          </p:nvSpPr>
          <p:spPr>
            <a:xfrm>
              <a:off x="4313228" y="2567901"/>
              <a:ext cx="151698" cy="464925"/>
            </a:xfrm>
            <a:custGeom>
              <a:avLst/>
              <a:gdLst/>
              <a:ahLst/>
              <a:cxnLst/>
              <a:rect l="l" t="t" r="r" b="b"/>
              <a:pathLst>
                <a:path w="7222" h="22134" extrusionOk="0">
                  <a:moveTo>
                    <a:pt x="1658" y="0"/>
                  </a:moveTo>
                  <a:lnTo>
                    <a:pt x="1" y="425"/>
                  </a:lnTo>
                  <a:lnTo>
                    <a:pt x="5565" y="22134"/>
                  </a:lnTo>
                  <a:lnTo>
                    <a:pt x="7222" y="21709"/>
                  </a:lnTo>
                  <a:lnTo>
                    <a:pt x="165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108"/>
            <p:cNvSpPr/>
            <p:nvPr/>
          </p:nvSpPr>
          <p:spPr>
            <a:xfrm>
              <a:off x="4261031" y="2721762"/>
              <a:ext cx="375485" cy="164028"/>
            </a:xfrm>
            <a:custGeom>
              <a:avLst/>
              <a:gdLst/>
              <a:ahLst/>
              <a:cxnLst/>
              <a:rect l="l" t="t" r="r" b="b"/>
              <a:pathLst>
                <a:path w="17876" h="7809" extrusionOk="0">
                  <a:moveTo>
                    <a:pt x="7195" y="0"/>
                  </a:moveTo>
                  <a:cubicBezTo>
                    <a:pt x="7064" y="0"/>
                    <a:pt x="6931" y="13"/>
                    <a:pt x="6795" y="44"/>
                  </a:cubicBezTo>
                  <a:cubicBezTo>
                    <a:pt x="6201" y="179"/>
                    <a:pt x="5795" y="590"/>
                    <a:pt x="5467" y="919"/>
                  </a:cubicBezTo>
                  <a:cubicBezTo>
                    <a:pt x="5314" y="1075"/>
                    <a:pt x="5138" y="1251"/>
                    <a:pt x="5024" y="1308"/>
                  </a:cubicBezTo>
                  <a:cubicBezTo>
                    <a:pt x="4901" y="1366"/>
                    <a:pt x="4660" y="1393"/>
                    <a:pt x="4427" y="1418"/>
                  </a:cubicBezTo>
                  <a:cubicBezTo>
                    <a:pt x="3970" y="1469"/>
                    <a:pt x="3401" y="1533"/>
                    <a:pt x="2932" y="1906"/>
                  </a:cubicBezTo>
                  <a:cubicBezTo>
                    <a:pt x="2463" y="2280"/>
                    <a:pt x="2274" y="2824"/>
                    <a:pt x="2124" y="3259"/>
                  </a:cubicBezTo>
                  <a:cubicBezTo>
                    <a:pt x="2047" y="3479"/>
                    <a:pt x="1969" y="3708"/>
                    <a:pt x="1886" y="3811"/>
                  </a:cubicBezTo>
                  <a:cubicBezTo>
                    <a:pt x="1802" y="3915"/>
                    <a:pt x="1592" y="4046"/>
                    <a:pt x="1403" y="4163"/>
                  </a:cubicBezTo>
                  <a:cubicBezTo>
                    <a:pt x="1011" y="4407"/>
                    <a:pt x="522" y="4711"/>
                    <a:pt x="260" y="5256"/>
                  </a:cubicBezTo>
                  <a:cubicBezTo>
                    <a:pt x="0" y="5794"/>
                    <a:pt x="66" y="6360"/>
                    <a:pt x="118" y="6815"/>
                  </a:cubicBezTo>
                  <a:cubicBezTo>
                    <a:pt x="145" y="7052"/>
                    <a:pt x="171" y="7294"/>
                    <a:pt x="142" y="7429"/>
                  </a:cubicBezTo>
                  <a:lnTo>
                    <a:pt x="1809" y="7808"/>
                  </a:lnTo>
                  <a:lnTo>
                    <a:pt x="16065" y="7808"/>
                  </a:lnTo>
                  <a:lnTo>
                    <a:pt x="17732" y="7429"/>
                  </a:lnTo>
                  <a:cubicBezTo>
                    <a:pt x="17702" y="7294"/>
                    <a:pt x="17730" y="7052"/>
                    <a:pt x="17757" y="6817"/>
                  </a:cubicBezTo>
                  <a:cubicBezTo>
                    <a:pt x="17810" y="6360"/>
                    <a:pt x="17875" y="5794"/>
                    <a:pt x="17616" y="5256"/>
                  </a:cubicBezTo>
                  <a:lnTo>
                    <a:pt x="17617" y="5256"/>
                  </a:lnTo>
                  <a:cubicBezTo>
                    <a:pt x="17354" y="4711"/>
                    <a:pt x="16865" y="4407"/>
                    <a:pt x="16472" y="4163"/>
                  </a:cubicBezTo>
                  <a:cubicBezTo>
                    <a:pt x="16285" y="4046"/>
                    <a:pt x="16072" y="3914"/>
                    <a:pt x="15990" y="3811"/>
                  </a:cubicBezTo>
                  <a:cubicBezTo>
                    <a:pt x="15909" y="3709"/>
                    <a:pt x="15829" y="3479"/>
                    <a:pt x="15752" y="3259"/>
                  </a:cubicBezTo>
                  <a:cubicBezTo>
                    <a:pt x="15601" y="2824"/>
                    <a:pt x="15414" y="2282"/>
                    <a:pt x="14943" y="1906"/>
                  </a:cubicBezTo>
                  <a:cubicBezTo>
                    <a:pt x="14474" y="1531"/>
                    <a:pt x="13906" y="1469"/>
                    <a:pt x="13449" y="1418"/>
                  </a:cubicBezTo>
                  <a:cubicBezTo>
                    <a:pt x="13216" y="1393"/>
                    <a:pt x="12975" y="1366"/>
                    <a:pt x="12853" y="1308"/>
                  </a:cubicBezTo>
                  <a:cubicBezTo>
                    <a:pt x="12737" y="1251"/>
                    <a:pt x="12563" y="1075"/>
                    <a:pt x="12408" y="919"/>
                  </a:cubicBezTo>
                  <a:cubicBezTo>
                    <a:pt x="12082" y="590"/>
                    <a:pt x="11675" y="179"/>
                    <a:pt x="11081" y="44"/>
                  </a:cubicBezTo>
                  <a:cubicBezTo>
                    <a:pt x="10945" y="13"/>
                    <a:pt x="10812" y="0"/>
                    <a:pt x="10681" y="0"/>
                  </a:cubicBezTo>
                  <a:cubicBezTo>
                    <a:pt x="10258" y="0"/>
                    <a:pt x="9868" y="138"/>
                    <a:pt x="9539" y="254"/>
                  </a:cubicBezTo>
                  <a:cubicBezTo>
                    <a:pt x="9314" y="334"/>
                    <a:pt x="9081" y="415"/>
                    <a:pt x="8937" y="415"/>
                  </a:cubicBezTo>
                  <a:cubicBezTo>
                    <a:pt x="8795" y="415"/>
                    <a:pt x="8562" y="334"/>
                    <a:pt x="8337" y="254"/>
                  </a:cubicBezTo>
                  <a:cubicBezTo>
                    <a:pt x="8008" y="138"/>
                    <a:pt x="7618" y="0"/>
                    <a:pt x="71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108"/>
            <p:cNvSpPr/>
            <p:nvPr/>
          </p:nvSpPr>
          <p:spPr>
            <a:xfrm>
              <a:off x="4449193" y="2721762"/>
              <a:ext cx="187344" cy="163986"/>
            </a:xfrm>
            <a:custGeom>
              <a:avLst/>
              <a:gdLst/>
              <a:ahLst/>
              <a:cxnLst/>
              <a:rect l="l" t="t" r="r" b="b"/>
              <a:pathLst>
                <a:path w="8919" h="7807" extrusionOk="0">
                  <a:moveTo>
                    <a:pt x="1723" y="0"/>
                  </a:moveTo>
                  <a:cubicBezTo>
                    <a:pt x="1300" y="0"/>
                    <a:pt x="910" y="138"/>
                    <a:pt x="581" y="254"/>
                  </a:cubicBezTo>
                  <a:cubicBezTo>
                    <a:pt x="366" y="330"/>
                    <a:pt x="144" y="408"/>
                    <a:pt x="1" y="414"/>
                  </a:cubicBezTo>
                  <a:lnTo>
                    <a:pt x="1" y="7807"/>
                  </a:lnTo>
                  <a:lnTo>
                    <a:pt x="7110" y="7807"/>
                  </a:lnTo>
                  <a:lnTo>
                    <a:pt x="8777" y="7429"/>
                  </a:lnTo>
                  <a:cubicBezTo>
                    <a:pt x="8745" y="7294"/>
                    <a:pt x="8774" y="7050"/>
                    <a:pt x="8800" y="6815"/>
                  </a:cubicBezTo>
                  <a:cubicBezTo>
                    <a:pt x="8854" y="6360"/>
                    <a:pt x="8919" y="5794"/>
                    <a:pt x="8659" y="5256"/>
                  </a:cubicBezTo>
                  <a:cubicBezTo>
                    <a:pt x="8396" y="4711"/>
                    <a:pt x="7907" y="4407"/>
                    <a:pt x="7514" y="4163"/>
                  </a:cubicBezTo>
                  <a:cubicBezTo>
                    <a:pt x="7327" y="4046"/>
                    <a:pt x="7114" y="3914"/>
                    <a:pt x="7032" y="3811"/>
                  </a:cubicBezTo>
                  <a:cubicBezTo>
                    <a:pt x="6951" y="3709"/>
                    <a:pt x="6871" y="3479"/>
                    <a:pt x="6794" y="3259"/>
                  </a:cubicBezTo>
                  <a:cubicBezTo>
                    <a:pt x="6643" y="2824"/>
                    <a:pt x="6456" y="2282"/>
                    <a:pt x="5985" y="1906"/>
                  </a:cubicBezTo>
                  <a:cubicBezTo>
                    <a:pt x="5516" y="1531"/>
                    <a:pt x="4948" y="1469"/>
                    <a:pt x="4491" y="1418"/>
                  </a:cubicBezTo>
                  <a:cubicBezTo>
                    <a:pt x="4258" y="1393"/>
                    <a:pt x="4017" y="1366"/>
                    <a:pt x="3895" y="1308"/>
                  </a:cubicBezTo>
                  <a:cubicBezTo>
                    <a:pt x="3779" y="1251"/>
                    <a:pt x="3605" y="1075"/>
                    <a:pt x="3450" y="919"/>
                  </a:cubicBezTo>
                  <a:cubicBezTo>
                    <a:pt x="3124" y="590"/>
                    <a:pt x="2717" y="179"/>
                    <a:pt x="2123" y="44"/>
                  </a:cubicBezTo>
                  <a:cubicBezTo>
                    <a:pt x="1987" y="13"/>
                    <a:pt x="1854" y="0"/>
                    <a:pt x="17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108"/>
            <p:cNvSpPr/>
            <p:nvPr/>
          </p:nvSpPr>
          <p:spPr>
            <a:xfrm>
              <a:off x="4202847" y="2876569"/>
              <a:ext cx="492462" cy="298943"/>
            </a:xfrm>
            <a:custGeom>
              <a:avLst/>
              <a:gdLst/>
              <a:ahLst/>
              <a:cxnLst/>
              <a:rect l="l" t="t" r="r" b="b"/>
              <a:pathLst>
                <a:path w="23445" h="14232" extrusionOk="0">
                  <a:moveTo>
                    <a:pt x="2911" y="1"/>
                  </a:moveTo>
                  <a:lnTo>
                    <a:pt x="1" y="6843"/>
                  </a:lnTo>
                  <a:lnTo>
                    <a:pt x="1569" y="7523"/>
                  </a:lnTo>
                  <a:lnTo>
                    <a:pt x="3483" y="3095"/>
                  </a:lnTo>
                  <a:lnTo>
                    <a:pt x="5544" y="14232"/>
                  </a:lnTo>
                  <a:lnTo>
                    <a:pt x="17910" y="14232"/>
                  </a:lnTo>
                  <a:lnTo>
                    <a:pt x="19996" y="2965"/>
                  </a:lnTo>
                  <a:lnTo>
                    <a:pt x="21899" y="6945"/>
                  </a:lnTo>
                  <a:lnTo>
                    <a:pt x="23444" y="6205"/>
                  </a:lnTo>
                  <a:lnTo>
                    <a:pt x="204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108"/>
            <p:cNvSpPr/>
            <p:nvPr/>
          </p:nvSpPr>
          <p:spPr>
            <a:xfrm>
              <a:off x="4449193" y="2876569"/>
              <a:ext cx="246074" cy="298943"/>
            </a:xfrm>
            <a:custGeom>
              <a:avLst/>
              <a:gdLst/>
              <a:ahLst/>
              <a:cxnLst/>
              <a:rect l="l" t="t" r="r" b="b"/>
              <a:pathLst>
                <a:path w="11715" h="14232" extrusionOk="0">
                  <a:moveTo>
                    <a:pt x="1" y="1"/>
                  </a:moveTo>
                  <a:lnTo>
                    <a:pt x="1" y="14232"/>
                  </a:lnTo>
                  <a:lnTo>
                    <a:pt x="6182" y="14232"/>
                  </a:lnTo>
                  <a:lnTo>
                    <a:pt x="8268" y="2965"/>
                  </a:lnTo>
                  <a:lnTo>
                    <a:pt x="10173" y="6945"/>
                  </a:lnTo>
                  <a:lnTo>
                    <a:pt x="11715" y="6205"/>
                  </a:lnTo>
                  <a:lnTo>
                    <a:pt x="87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108"/>
            <p:cNvSpPr/>
            <p:nvPr/>
          </p:nvSpPr>
          <p:spPr>
            <a:xfrm>
              <a:off x="4394076" y="2971155"/>
              <a:ext cx="106201" cy="102189"/>
            </a:xfrm>
            <a:custGeom>
              <a:avLst/>
              <a:gdLst/>
              <a:ahLst/>
              <a:cxnLst/>
              <a:rect l="l" t="t" r="r" b="b"/>
              <a:pathLst>
                <a:path w="5056" h="4865" extrusionOk="0">
                  <a:moveTo>
                    <a:pt x="2623" y="1"/>
                  </a:moveTo>
                  <a:cubicBezTo>
                    <a:pt x="1641" y="1"/>
                    <a:pt x="754" y="594"/>
                    <a:pt x="377" y="1502"/>
                  </a:cubicBezTo>
                  <a:cubicBezTo>
                    <a:pt x="0" y="2411"/>
                    <a:pt x="209" y="3456"/>
                    <a:pt x="904" y="4152"/>
                  </a:cubicBezTo>
                  <a:cubicBezTo>
                    <a:pt x="1370" y="4617"/>
                    <a:pt x="1992" y="4865"/>
                    <a:pt x="2625" y="4865"/>
                  </a:cubicBezTo>
                  <a:cubicBezTo>
                    <a:pt x="2939" y="4865"/>
                    <a:pt x="3255" y="4804"/>
                    <a:pt x="3555" y="4679"/>
                  </a:cubicBezTo>
                  <a:cubicBezTo>
                    <a:pt x="4463" y="4303"/>
                    <a:pt x="5055" y="3415"/>
                    <a:pt x="5055" y="2433"/>
                  </a:cubicBezTo>
                  <a:cubicBezTo>
                    <a:pt x="5055" y="1089"/>
                    <a:pt x="3967" y="1"/>
                    <a:pt x="2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108"/>
            <p:cNvSpPr/>
            <p:nvPr/>
          </p:nvSpPr>
          <p:spPr>
            <a:xfrm>
              <a:off x="4449193" y="2971155"/>
              <a:ext cx="51084" cy="102189"/>
            </a:xfrm>
            <a:custGeom>
              <a:avLst/>
              <a:gdLst/>
              <a:ahLst/>
              <a:cxnLst/>
              <a:rect l="l" t="t" r="r" b="b"/>
              <a:pathLst>
                <a:path w="2432" h="4865" extrusionOk="0">
                  <a:moveTo>
                    <a:pt x="1" y="1"/>
                  </a:moveTo>
                  <a:lnTo>
                    <a:pt x="1" y="4865"/>
                  </a:lnTo>
                  <a:cubicBezTo>
                    <a:pt x="1343" y="4865"/>
                    <a:pt x="2431" y="3776"/>
                    <a:pt x="2431" y="2433"/>
                  </a:cubicBezTo>
                  <a:cubicBezTo>
                    <a:pt x="2431" y="1089"/>
                    <a:pt x="1343"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108"/>
            <p:cNvSpPr/>
            <p:nvPr/>
          </p:nvSpPr>
          <p:spPr>
            <a:xfrm>
              <a:off x="4380150" y="2953195"/>
              <a:ext cx="138087" cy="138108"/>
            </a:xfrm>
            <a:custGeom>
              <a:avLst/>
              <a:gdLst/>
              <a:ahLst/>
              <a:cxnLst/>
              <a:rect l="l" t="t" r="r" b="b"/>
              <a:pathLst>
                <a:path w="6574" h="6575" extrusionOk="0">
                  <a:moveTo>
                    <a:pt x="3288" y="1711"/>
                  </a:moveTo>
                  <a:cubicBezTo>
                    <a:pt x="4158" y="1712"/>
                    <a:pt x="4862" y="2417"/>
                    <a:pt x="4863" y="3286"/>
                  </a:cubicBezTo>
                  <a:cubicBezTo>
                    <a:pt x="4863" y="3924"/>
                    <a:pt x="4479" y="4499"/>
                    <a:pt x="3891" y="4743"/>
                  </a:cubicBezTo>
                  <a:cubicBezTo>
                    <a:pt x="3696" y="4824"/>
                    <a:pt x="3491" y="4863"/>
                    <a:pt x="3288" y="4863"/>
                  </a:cubicBezTo>
                  <a:cubicBezTo>
                    <a:pt x="2878" y="4863"/>
                    <a:pt x="2475" y="4703"/>
                    <a:pt x="2173" y="4401"/>
                  </a:cubicBezTo>
                  <a:cubicBezTo>
                    <a:pt x="1723" y="3950"/>
                    <a:pt x="1586" y="3273"/>
                    <a:pt x="1831" y="2683"/>
                  </a:cubicBezTo>
                  <a:cubicBezTo>
                    <a:pt x="2075" y="2095"/>
                    <a:pt x="2650" y="1711"/>
                    <a:pt x="3288" y="1711"/>
                  </a:cubicBezTo>
                  <a:close/>
                  <a:moveTo>
                    <a:pt x="3288" y="1"/>
                  </a:moveTo>
                  <a:cubicBezTo>
                    <a:pt x="1475" y="1"/>
                    <a:pt x="1" y="1475"/>
                    <a:pt x="1" y="3288"/>
                  </a:cubicBezTo>
                  <a:cubicBezTo>
                    <a:pt x="1" y="5100"/>
                    <a:pt x="1476" y="6575"/>
                    <a:pt x="3288" y="6575"/>
                  </a:cubicBezTo>
                  <a:cubicBezTo>
                    <a:pt x="5100" y="6575"/>
                    <a:pt x="6574" y="5100"/>
                    <a:pt x="6574" y="3288"/>
                  </a:cubicBezTo>
                  <a:cubicBezTo>
                    <a:pt x="6574" y="1476"/>
                    <a:pt x="5100" y="1"/>
                    <a:pt x="328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108"/>
            <p:cNvSpPr/>
            <p:nvPr/>
          </p:nvSpPr>
          <p:spPr>
            <a:xfrm>
              <a:off x="4449193" y="2953195"/>
              <a:ext cx="69043" cy="138108"/>
            </a:xfrm>
            <a:custGeom>
              <a:avLst/>
              <a:gdLst/>
              <a:ahLst/>
              <a:cxnLst/>
              <a:rect l="l" t="t" r="r" b="b"/>
              <a:pathLst>
                <a:path w="3287" h="6575" extrusionOk="0">
                  <a:moveTo>
                    <a:pt x="1" y="1"/>
                  </a:moveTo>
                  <a:lnTo>
                    <a:pt x="1" y="1711"/>
                  </a:lnTo>
                  <a:cubicBezTo>
                    <a:pt x="871" y="1711"/>
                    <a:pt x="1576" y="2417"/>
                    <a:pt x="1576" y="3288"/>
                  </a:cubicBezTo>
                  <a:cubicBezTo>
                    <a:pt x="1576" y="4159"/>
                    <a:pt x="871" y="4865"/>
                    <a:pt x="1" y="4865"/>
                  </a:cubicBezTo>
                  <a:lnTo>
                    <a:pt x="1" y="6575"/>
                  </a:lnTo>
                  <a:cubicBezTo>
                    <a:pt x="1813" y="6575"/>
                    <a:pt x="3287" y="5100"/>
                    <a:pt x="3287" y="3288"/>
                  </a:cubicBezTo>
                  <a:cubicBezTo>
                    <a:pt x="3287" y="1475"/>
                    <a:pt x="1813"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108"/>
            <p:cNvSpPr/>
            <p:nvPr/>
          </p:nvSpPr>
          <p:spPr>
            <a:xfrm>
              <a:off x="4373764" y="2784420"/>
              <a:ext cx="35919" cy="35919"/>
            </a:xfrm>
            <a:custGeom>
              <a:avLst/>
              <a:gdLst/>
              <a:ahLst/>
              <a:cxnLst/>
              <a:rect l="l" t="t" r="r" b="b"/>
              <a:pathLst>
                <a:path w="1710" h="1710" extrusionOk="0">
                  <a:moveTo>
                    <a:pt x="0" y="0"/>
                  </a:moveTo>
                  <a:lnTo>
                    <a:pt x="0" y="1709"/>
                  </a:lnTo>
                  <a:lnTo>
                    <a:pt x="1709" y="1709"/>
                  </a:lnTo>
                  <a:lnTo>
                    <a:pt x="170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08"/>
            <p:cNvSpPr/>
            <p:nvPr/>
          </p:nvSpPr>
          <p:spPr>
            <a:xfrm>
              <a:off x="4488683" y="2807547"/>
              <a:ext cx="35940" cy="35919"/>
            </a:xfrm>
            <a:custGeom>
              <a:avLst/>
              <a:gdLst/>
              <a:ahLst/>
              <a:cxnLst/>
              <a:rect l="l" t="t" r="r" b="b"/>
              <a:pathLst>
                <a:path w="1711" h="1710" extrusionOk="0">
                  <a:moveTo>
                    <a:pt x="1" y="1"/>
                  </a:moveTo>
                  <a:lnTo>
                    <a:pt x="1" y="1710"/>
                  </a:lnTo>
                  <a:lnTo>
                    <a:pt x="1711" y="1710"/>
                  </a:lnTo>
                  <a:lnTo>
                    <a:pt x="171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3" name="Google Shape;3883;p108"/>
          <p:cNvGrpSpPr/>
          <p:nvPr/>
        </p:nvGrpSpPr>
        <p:grpSpPr>
          <a:xfrm>
            <a:off x="7510982" y="2166803"/>
            <a:ext cx="328496" cy="398899"/>
            <a:chOff x="4794873" y="2567901"/>
            <a:chExt cx="504834" cy="613031"/>
          </a:xfrm>
        </p:grpSpPr>
        <p:sp>
          <p:nvSpPr>
            <p:cNvPr id="3884" name="Google Shape;3884;p108"/>
            <p:cNvSpPr/>
            <p:nvPr/>
          </p:nvSpPr>
          <p:spPr>
            <a:xfrm>
              <a:off x="4926868" y="2567901"/>
              <a:ext cx="152433" cy="418840"/>
            </a:xfrm>
            <a:custGeom>
              <a:avLst/>
              <a:gdLst/>
              <a:ahLst/>
              <a:cxnLst/>
              <a:rect l="l" t="t" r="r" b="b"/>
              <a:pathLst>
                <a:path w="7257" h="19940" extrusionOk="0">
                  <a:moveTo>
                    <a:pt x="5863" y="0"/>
                  </a:moveTo>
                  <a:lnTo>
                    <a:pt x="1" y="419"/>
                  </a:lnTo>
                  <a:lnTo>
                    <a:pt x="1393" y="19939"/>
                  </a:lnTo>
                  <a:lnTo>
                    <a:pt x="7256" y="19521"/>
                  </a:lnTo>
                  <a:lnTo>
                    <a:pt x="586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08"/>
            <p:cNvSpPr/>
            <p:nvPr/>
          </p:nvSpPr>
          <p:spPr>
            <a:xfrm>
              <a:off x="4986942" y="2567922"/>
              <a:ext cx="92359" cy="414471"/>
            </a:xfrm>
            <a:custGeom>
              <a:avLst/>
              <a:gdLst/>
              <a:ahLst/>
              <a:cxnLst/>
              <a:rect l="l" t="t" r="r" b="b"/>
              <a:pathLst>
                <a:path w="4397" h="19732" extrusionOk="0">
                  <a:moveTo>
                    <a:pt x="3002" y="1"/>
                  </a:moveTo>
                  <a:lnTo>
                    <a:pt x="0" y="214"/>
                  </a:lnTo>
                  <a:lnTo>
                    <a:pt x="1412" y="19731"/>
                  </a:lnTo>
                  <a:lnTo>
                    <a:pt x="4396" y="19518"/>
                  </a:lnTo>
                  <a:lnTo>
                    <a:pt x="300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08"/>
            <p:cNvSpPr/>
            <p:nvPr/>
          </p:nvSpPr>
          <p:spPr>
            <a:xfrm>
              <a:off x="4985346" y="2642574"/>
              <a:ext cx="165582" cy="421696"/>
            </a:xfrm>
            <a:custGeom>
              <a:avLst/>
              <a:gdLst/>
              <a:ahLst/>
              <a:cxnLst/>
              <a:rect l="l" t="t" r="r" b="b"/>
              <a:pathLst>
                <a:path w="7883" h="20076" extrusionOk="0">
                  <a:moveTo>
                    <a:pt x="2037" y="1"/>
                  </a:moveTo>
                  <a:lnTo>
                    <a:pt x="1" y="19464"/>
                  </a:lnTo>
                  <a:lnTo>
                    <a:pt x="5846" y="20076"/>
                  </a:lnTo>
                  <a:lnTo>
                    <a:pt x="7883" y="612"/>
                  </a:lnTo>
                  <a:lnTo>
                    <a:pt x="203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08"/>
            <p:cNvSpPr/>
            <p:nvPr/>
          </p:nvSpPr>
          <p:spPr>
            <a:xfrm>
              <a:off x="5044475" y="2649022"/>
              <a:ext cx="106432" cy="415227"/>
            </a:xfrm>
            <a:custGeom>
              <a:avLst/>
              <a:gdLst/>
              <a:ahLst/>
              <a:cxnLst/>
              <a:rect l="l" t="t" r="r" b="b"/>
              <a:pathLst>
                <a:path w="5067" h="19768" extrusionOk="0">
                  <a:moveTo>
                    <a:pt x="2147" y="1"/>
                  </a:moveTo>
                  <a:lnTo>
                    <a:pt x="1" y="19452"/>
                  </a:lnTo>
                  <a:lnTo>
                    <a:pt x="3030" y="19767"/>
                  </a:lnTo>
                  <a:lnTo>
                    <a:pt x="5066" y="307"/>
                  </a:lnTo>
                  <a:lnTo>
                    <a:pt x="21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108"/>
            <p:cNvSpPr/>
            <p:nvPr/>
          </p:nvSpPr>
          <p:spPr>
            <a:xfrm>
              <a:off x="4794873" y="2636419"/>
              <a:ext cx="236747" cy="429174"/>
            </a:xfrm>
            <a:custGeom>
              <a:avLst/>
              <a:gdLst/>
              <a:ahLst/>
              <a:cxnLst/>
              <a:rect l="l" t="t" r="r" b="b"/>
              <a:pathLst>
                <a:path w="11271" h="20432" extrusionOk="0">
                  <a:moveTo>
                    <a:pt x="5628" y="1"/>
                  </a:moveTo>
                  <a:lnTo>
                    <a:pt x="0" y="1695"/>
                  </a:lnTo>
                  <a:lnTo>
                    <a:pt x="5644" y="20431"/>
                  </a:lnTo>
                  <a:lnTo>
                    <a:pt x="11270" y="18737"/>
                  </a:lnTo>
                  <a:lnTo>
                    <a:pt x="562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08"/>
            <p:cNvSpPr/>
            <p:nvPr/>
          </p:nvSpPr>
          <p:spPr>
            <a:xfrm>
              <a:off x="4855346" y="2636419"/>
              <a:ext cx="176274" cy="410417"/>
            </a:xfrm>
            <a:custGeom>
              <a:avLst/>
              <a:gdLst/>
              <a:ahLst/>
              <a:cxnLst/>
              <a:rect l="l" t="t" r="r" b="b"/>
              <a:pathLst>
                <a:path w="8392" h="19539" extrusionOk="0">
                  <a:moveTo>
                    <a:pt x="2749" y="1"/>
                  </a:moveTo>
                  <a:lnTo>
                    <a:pt x="1" y="829"/>
                  </a:lnTo>
                  <a:lnTo>
                    <a:pt x="5733" y="19538"/>
                  </a:lnTo>
                  <a:lnTo>
                    <a:pt x="8391" y="18738"/>
                  </a:lnTo>
                  <a:lnTo>
                    <a:pt x="274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08"/>
            <p:cNvSpPr/>
            <p:nvPr/>
          </p:nvSpPr>
          <p:spPr>
            <a:xfrm>
              <a:off x="5062959" y="2636419"/>
              <a:ext cx="236747" cy="429174"/>
            </a:xfrm>
            <a:custGeom>
              <a:avLst/>
              <a:gdLst/>
              <a:ahLst/>
              <a:cxnLst/>
              <a:rect l="l" t="t" r="r" b="b"/>
              <a:pathLst>
                <a:path w="11271" h="20432" extrusionOk="0">
                  <a:moveTo>
                    <a:pt x="5644" y="1"/>
                  </a:moveTo>
                  <a:lnTo>
                    <a:pt x="0" y="18737"/>
                  </a:lnTo>
                  <a:lnTo>
                    <a:pt x="5627" y="20431"/>
                  </a:lnTo>
                  <a:lnTo>
                    <a:pt x="11271" y="1695"/>
                  </a:lnTo>
                  <a:lnTo>
                    <a:pt x="56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08"/>
            <p:cNvSpPr/>
            <p:nvPr/>
          </p:nvSpPr>
          <p:spPr>
            <a:xfrm>
              <a:off x="5062959" y="2636419"/>
              <a:ext cx="176253" cy="410417"/>
            </a:xfrm>
            <a:custGeom>
              <a:avLst/>
              <a:gdLst/>
              <a:ahLst/>
              <a:cxnLst/>
              <a:rect l="l" t="t" r="r" b="b"/>
              <a:pathLst>
                <a:path w="8391" h="19539" extrusionOk="0">
                  <a:moveTo>
                    <a:pt x="5643" y="1"/>
                  </a:moveTo>
                  <a:lnTo>
                    <a:pt x="0" y="18738"/>
                  </a:lnTo>
                  <a:lnTo>
                    <a:pt x="2658" y="19538"/>
                  </a:lnTo>
                  <a:lnTo>
                    <a:pt x="8391" y="829"/>
                  </a:lnTo>
                  <a:lnTo>
                    <a:pt x="564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08"/>
            <p:cNvSpPr/>
            <p:nvPr/>
          </p:nvSpPr>
          <p:spPr>
            <a:xfrm>
              <a:off x="4837009" y="2813155"/>
              <a:ext cx="420541" cy="367756"/>
            </a:xfrm>
            <a:custGeom>
              <a:avLst/>
              <a:gdLst/>
              <a:ahLst/>
              <a:cxnLst/>
              <a:rect l="l" t="t" r="r" b="b"/>
              <a:pathLst>
                <a:path w="20021" h="17508" extrusionOk="0">
                  <a:moveTo>
                    <a:pt x="0" y="1"/>
                  </a:moveTo>
                  <a:lnTo>
                    <a:pt x="2597" y="17507"/>
                  </a:lnTo>
                  <a:lnTo>
                    <a:pt x="18165" y="17507"/>
                  </a:lnTo>
                  <a:lnTo>
                    <a:pt x="20020" y="1"/>
                  </a:lnTo>
                  <a:lnTo>
                    <a:pt x="13885" y="1"/>
                  </a:lnTo>
                  <a:lnTo>
                    <a:pt x="13704" y="611"/>
                  </a:lnTo>
                  <a:cubicBezTo>
                    <a:pt x="13224" y="2224"/>
                    <a:pt x="11714" y="3349"/>
                    <a:pt x="10033" y="3349"/>
                  </a:cubicBezTo>
                  <a:cubicBezTo>
                    <a:pt x="8350" y="3349"/>
                    <a:pt x="6840" y="2222"/>
                    <a:pt x="6360" y="611"/>
                  </a:cubicBezTo>
                  <a:lnTo>
                    <a:pt x="61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108"/>
            <p:cNvSpPr/>
            <p:nvPr/>
          </p:nvSpPr>
          <p:spPr>
            <a:xfrm>
              <a:off x="5047269" y="2813155"/>
              <a:ext cx="210302" cy="367777"/>
            </a:xfrm>
            <a:custGeom>
              <a:avLst/>
              <a:gdLst/>
              <a:ahLst/>
              <a:cxnLst/>
              <a:rect l="l" t="t" r="r" b="b"/>
              <a:pathLst>
                <a:path w="10012" h="17509" extrusionOk="0">
                  <a:moveTo>
                    <a:pt x="3875" y="1"/>
                  </a:moveTo>
                  <a:lnTo>
                    <a:pt x="3694" y="611"/>
                  </a:lnTo>
                  <a:cubicBezTo>
                    <a:pt x="3214" y="2224"/>
                    <a:pt x="1704" y="3349"/>
                    <a:pt x="23" y="3349"/>
                  </a:cubicBezTo>
                  <a:lnTo>
                    <a:pt x="1" y="3349"/>
                  </a:lnTo>
                  <a:lnTo>
                    <a:pt x="1" y="17509"/>
                  </a:lnTo>
                  <a:lnTo>
                    <a:pt x="8156" y="17509"/>
                  </a:lnTo>
                  <a:lnTo>
                    <a:pt x="100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108"/>
            <p:cNvSpPr/>
            <p:nvPr/>
          </p:nvSpPr>
          <p:spPr>
            <a:xfrm>
              <a:off x="4983981" y="2971743"/>
              <a:ext cx="126618" cy="98471"/>
            </a:xfrm>
            <a:custGeom>
              <a:avLst/>
              <a:gdLst/>
              <a:ahLst/>
              <a:cxnLst/>
              <a:rect l="l" t="t" r="r" b="b"/>
              <a:pathLst>
                <a:path w="6028" h="4688" extrusionOk="0">
                  <a:moveTo>
                    <a:pt x="3014" y="0"/>
                  </a:moveTo>
                  <a:cubicBezTo>
                    <a:pt x="1350" y="0"/>
                    <a:pt x="1" y="1050"/>
                    <a:pt x="1" y="2344"/>
                  </a:cubicBezTo>
                  <a:cubicBezTo>
                    <a:pt x="1" y="3638"/>
                    <a:pt x="1349" y="4688"/>
                    <a:pt x="3014" y="4688"/>
                  </a:cubicBezTo>
                  <a:cubicBezTo>
                    <a:pt x="4678" y="4688"/>
                    <a:pt x="6027" y="3638"/>
                    <a:pt x="6027" y="2344"/>
                  </a:cubicBezTo>
                  <a:cubicBezTo>
                    <a:pt x="6027" y="1050"/>
                    <a:pt x="4678" y="0"/>
                    <a:pt x="301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108"/>
            <p:cNvSpPr/>
            <p:nvPr/>
          </p:nvSpPr>
          <p:spPr>
            <a:xfrm>
              <a:off x="5047269" y="2971743"/>
              <a:ext cx="63330" cy="98471"/>
            </a:xfrm>
            <a:custGeom>
              <a:avLst/>
              <a:gdLst/>
              <a:ahLst/>
              <a:cxnLst/>
              <a:rect l="l" t="t" r="r" b="b"/>
              <a:pathLst>
                <a:path w="3015" h="4688" extrusionOk="0">
                  <a:moveTo>
                    <a:pt x="1" y="0"/>
                  </a:moveTo>
                  <a:lnTo>
                    <a:pt x="1" y="4688"/>
                  </a:lnTo>
                  <a:cubicBezTo>
                    <a:pt x="1665" y="4688"/>
                    <a:pt x="3014" y="3638"/>
                    <a:pt x="3014" y="2344"/>
                  </a:cubicBezTo>
                  <a:cubicBezTo>
                    <a:pt x="3014" y="1050"/>
                    <a:pt x="1665"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108"/>
            <p:cNvSpPr/>
            <p:nvPr/>
          </p:nvSpPr>
          <p:spPr>
            <a:xfrm>
              <a:off x="4966021" y="2953784"/>
              <a:ext cx="162537" cy="134390"/>
            </a:xfrm>
            <a:custGeom>
              <a:avLst/>
              <a:gdLst/>
              <a:ahLst/>
              <a:cxnLst/>
              <a:rect l="l" t="t" r="r" b="b"/>
              <a:pathLst>
                <a:path w="7738" h="6398" extrusionOk="0">
                  <a:moveTo>
                    <a:pt x="3869" y="1710"/>
                  </a:moveTo>
                  <a:cubicBezTo>
                    <a:pt x="5038" y="1710"/>
                    <a:pt x="6027" y="2392"/>
                    <a:pt x="6027" y="3199"/>
                  </a:cubicBezTo>
                  <a:cubicBezTo>
                    <a:pt x="6027" y="4006"/>
                    <a:pt x="5038" y="4687"/>
                    <a:pt x="3869" y="4687"/>
                  </a:cubicBezTo>
                  <a:cubicBezTo>
                    <a:pt x="2699" y="4687"/>
                    <a:pt x="1711" y="4006"/>
                    <a:pt x="1711" y="3199"/>
                  </a:cubicBezTo>
                  <a:cubicBezTo>
                    <a:pt x="1711" y="2393"/>
                    <a:pt x="2699" y="1710"/>
                    <a:pt x="3869" y="1710"/>
                  </a:cubicBezTo>
                  <a:close/>
                  <a:moveTo>
                    <a:pt x="3869" y="0"/>
                  </a:moveTo>
                  <a:cubicBezTo>
                    <a:pt x="2875" y="0"/>
                    <a:pt x="1932" y="309"/>
                    <a:pt x="1214" y="867"/>
                  </a:cubicBezTo>
                  <a:cubicBezTo>
                    <a:pt x="443" y="1467"/>
                    <a:pt x="0" y="2316"/>
                    <a:pt x="0" y="3199"/>
                  </a:cubicBezTo>
                  <a:cubicBezTo>
                    <a:pt x="0" y="4082"/>
                    <a:pt x="443" y="4932"/>
                    <a:pt x="1214" y="5531"/>
                  </a:cubicBezTo>
                  <a:cubicBezTo>
                    <a:pt x="1932" y="6090"/>
                    <a:pt x="2875" y="6398"/>
                    <a:pt x="3869" y="6398"/>
                  </a:cubicBezTo>
                  <a:cubicBezTo>
                    <a:pt x="4863" y="6398"/>
                    <a:pt x="5807" y="6090"/>
                    <a:pt x="6524" y="5531"/>
                  </a:cubicBezTo>
                  <a:cubicBezTo>
                    <a:pt x="7295" y="4932"/>
                    <a:pt x="7737" y="4082"/>
                    <a:pt x="7737" y="3199"/>
                  </a:cubicBezTo>
                  <a:cubicBezTo>
                    <a:pt x="7737" y="2316"/>
                    <a:pt x="7295" y="1467"/>
                    <a:pt x="6524" y="867"/>
                  </a:cubicBezTo>
                  <a:cubicBezTo>
                    <a:pt x="5807" y="309"/>
                    <a:pt x="4863" y="0"/>
                    <a:pt x="386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108"/>
            <p:cNvSpPr/>
            <p:nvPr/>
          </p:nvSpPr>
          <p:spPr>
            <a:xfrm>
              <a:off x="5047269" y="2953784"/>
              <a:ext cx="81289" cy="134390"/>
            </a:xfrm>
            <a:custGeom>
              <a:avLst/>
              <a:gdLst/>
              <a:ahLst/>
              <a:cxnLst/>
              <a:rect l="l" t="t" r="r" b="b"/>
              <a:pathLst>
                <a:path w="3870" h="6398" extrusionOk="0">
                  <a:moveTo>
                    <a:pt x="1" y="0"/>
                  </a:moveTo>
                  <a:lnTo>
                    <a:pt x="1" y="1710"/>
                  </a:lnTo>
                  <a:cubicBezTo>
                    <a:pt x="1170" y="1710"/>
                    <a:pt x="2159" y="2393"/>
                    <a:pt x="2159" y="3199"/>
                  </a:cubicBezTo>
                  <a:cubicBezTo>
                    <a:pt x="2159" y="4006"/>
                    <a:pt x="1170" y="4687"/>
                    <a:pt x="1" y="4687"/>
                  </a:cubicBezTo>
                  <a:lnTo>
                    <a:pt x="1" y="6398"/>
                  </a:lnTo>
                  <a:cubicBezTo>
                    <a:pt x="995" y="6398"/>
                    <a:pt x="1937" y="6090"/>
                    <a:pt x="2656" y="5531"/>
                  </a:cubicBezTo>
                  <a:cubicBezTo>
                    <a:pt x="3427" y="4932"/>
                    <a:pt x="3869" y="4082"/>
                    <a:pt x="3869" y="3199"/>
                  </a:cubicBezTo>
                  <a:cubicBezTo>
                    <a:pt x="3869" y="2316"/>
                    <a:pt x="3427" y="1467"/>
                    <a:pt x="2656" y="867"/>
                  </a:cubicBezTo>
                  <a:cubicBezTo>
                    <a:pt x="1937" y="309"/>
                    <a:pt x="995"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8" name="Google Shape;3898;p108"/>
          <p:cNvGrpSpPr/>
          <p:nvPr/>
        </p:nvGrpSpPr>
        <p:grpSpPr>
          <a:xfrm>
            <a:off x="7528628" y="1424716"/>
            <a:ext cx="310850" cy="398886"/>
            <a:chOff x="2072793" y="691419"/>
            <a:chExt cx="477717" cy="613010"/>
          </a:xfrm>
        </p:grpSpPr>
        <p:sp>
          <p:nvSpPr>
            <p:cNvPr id="3899" name="Google Shape;3899;p108"/>
            <p:cNvSpPr/>
            <p:nvPr/>
          </p:nvSpPr>
          <p:spPr>
            <a:xfrm>
              <a:off x="2072793" y="691419"/>
              <a:ext cx="176820" cy="144850"/>
            </a:xfrm>
            <a:custGeom>
              <a:avLst/>
              <a:gdLst/>
              <a:ahLst/>
              <a:cxnLst/>
              <a:rect l="l" t="t" r="r" b="b"/>
              <a:pathLst>
                <a:path w="8418" h="6896" extrusionOk="0">
                  <a:moveTo>
                    <a:pt x="1" y="1"/>
                  </a:moveTo>
                  <a:lnTo>
                    <a:pt x="1" y="1709"/>
                  </a:lnTo>
                  <a:lnTo>
                    <a:pt x="5947" y="1709"/>
                  </a:lnTo>
                  <a:lnTo>
                    <a:pt x="6691" y="6895"/>
                  </a:lnTo>
                  <a:lnTo>
                    <a:pt x="8417" y="6895"/>
                  </a:lnTo>
                  <a:lnTo>
                    <a:pt x="743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108"/>
            <p:cNvSpPr/>
            <p:nvPr/>
          </p:nvSpPr>
          <p:spPr>
            <a:xfrm>
              <a:off x="2310254" y="711752"/>
              <a:ext cx="240255" cy="240297"/>
            </a:xfrm>
            <a:custGeom>
              <a:avLst/>
              <a:gdLst/>
              <a:ahLst/>
              <a:cxnLst/>
              <a:rect l="l" t="t" r="r" b="b"/>
              <a:pathLst>
                <a:path w="11438" h="11440" extrusionOk="0">
                  <a:moveTo>
                    <a:pt x="5719" y="1"/>
                  </a:moveTo>
                  <a:cubicBezTo>
                    <a:pt x="2566" y="1"/>
                    <a:pt x="1" y="2566"/>
                    <a:pt x="1" y="5720"/>
                  </a:cubicBezTo>
                  <a:cubicBezTo>
                    <a:pt x="1" y="8874"/>
                    <a:pt x="2566" y="11439"/>
                    <a:pt x="5719" y="11439"/>
                  </a:cubicBezTo>
                  <a:cubicBezTo>
                    <a:pt x="8872" y="11439"/>
                    <a:pt x="11438" y="8874"/>
                    <a:pt x="11438" y="5720"/>
                  </a:cubicBezTo>
                  <a:cubicBezTo>
                    <a:pt x="11438" y="2566"/>
                    <a:pt x="8872" y="1"/>
                    <a:pt x="571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108"/>
            <p:cNvSpPr/>
            <p:nvPr/>
          </p:nvSpPr>
          <p:spPr>
            <a:xfrm>
              <a:off x="2430361" y="711752"/>
              <a:ext cx="120149" cy="240297"/>
            </a:xfrm>
            <a:custGeom>
              <a:avLst/>
              <a:gdLst/>
              <a:ahLst/>
              <a:cxnLst/>
              <a:rect l="l" t="t" r="r" b="b"/>
              <a:pathLst>
                <a:path w="5720" h="11440" extrusionOk="0">
                  <a:moveTo>
                    <a:pt x="1" y="1"/>
                  </a:moveTo>
                  <a:lnTo>
                    <a:pt x="1" y="11439"/>
                  </a:lnTo>
                  <a:cubicBezTo>
                    <a:pt x="3154" y="11439"/>
                    <a:pt x="5720" y="8874"/>
                    <a:pt x="5720" y="5720"/>
                  </a:cubicBezTo>
                  <a:cubicBezTo>
                    <a:pt x="5720" y="2568"/>
                    <a:pt x="3154"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108"/>
            <p:cNvSpPr/>
            <p:nvPr/>
          </p:nvSpPr>
          <p:spPr>
            <a:xfrm>
              <a:off x="2131817" y="821503"/>
              <a:ext cx="316125" cy="482926"/>
            </a:xfrm>
            <a:custGeom>
              <a:avLst/>
              <a:gdLst/>
              <a:ahLst/>
              <a:cxnLst/>
              <a:rect l="l" t="t" r="r" b="b"/>
              <a:pathLst>
                <a:path w="15050" h="22991" extrusionOk="0">
                  <a:moveTo>
                    <a:pt x="1" y="1"/>
                  </a:moveTo>
                  <a:lnTo>
                    <a:pt x="2978" y="18519"/>
                  </a:lnTo>
                  <a:cubicBezTo>
                    <a:pt x="2642" y="19019"/>
                    <a:pt x="2087" y="20028"/>
                    <a:pt x="2087" y="21215"/>
                  </a:cubicBezTo>
                  <a:lnTo>
                    <a:pt x="2087" y="22991"/>
                  </a:lnTo>
                  <a:lnTo>
                    <a:pt x="12966" y="22991"/>
                  </a:lnTo>
                  <a:lnTo>
                    <a:pt x="12966" y="21215"/>
                  </a:lnTo>
                  <a:cubicBezTo>
                    <a:pt x="12966" y="20028"/>
                    <a:pt x="12409" y="19019"/>
                    <a:pt x="12074" y="18519"/>
                  </a:cubicBezTo>
                  <a:lnTo>
                    <a:pt x="1505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108"/>
            <p:cNvSpPr/>
            <p:nvPr/>
          </p:nvSpPr>
          <p:spPr>
            <a:xfrm>
              <a:off x="2409209" y="802536"/>
              <a:ext cx="54697" cy="54697"/>
            </a:xfrm>
            <a:custGeom>
              <a:avLst/>
              <a:gdLst/>
              <a:ahLst/>
              <a:cxnLst/>
              <a:rect l="l" t="t" r="r" b="b"/>
              <a:pathLst>
                <a:path w="2604" h="2604" extrusionOk="0">
                  <a:moveTo>
                    <a:pt x="0" y="1"/>
                  </a:moveTo>
                  <a:lnTo>
                    <a:pt x="0" y="2604"/>
                  </a:lnTo>
                  <a:lnTo>
                    <a:pt x="2603" y="2604"/>
                  </a:lnTo>
                  <a:lnTo>
                    <a:pt x="2603" y="895"/>
                  </a:lnTo>
                  <a:lnTo>
                    <a:pt x="1710" y="895"/>
                  </a:lnTo>
                  <a:lnTo>
                    <a:pt x="171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108"/>
            <p:cNvSpPr/>
            <p:nvPr/>
          </p:nvSpPr>
          <p:spPr>
            <a:xfrm>
              <a:off x="2289900" y="821503"/>
              <a:ext cx="158042" cy="482926"/>
            </a:xfrm>
            <a:custGeom>
              <a:avLst/>
              <a:gdLst/>
              <a:ahLst/>
              <a:cxnLst/>
              <a:rect l="l" t="t" r="r" b="b"/>
              <a:pathLst>
                <a:path w="7524" h="22991" extrusionOk="0">
                  <a:moveTo>
                    <a:pt x="0" y="1"/>
                  </a:moveTo>
                  <a:lnTo>
                    <a:pt x="0" y="22991"/>
                  </a:lnTo>
                  <a:lnTo>
                    <a:pt x="5440" y="22991"/>
                  </a:lnTo>
                  <a:lnTo>
                    <a:pt x="5440" y="21215"/>
                  </a:lnTo>
                  <a:cubicBezTo>
                    <a:pt x="5440" y="20028"/>
                    <a:pt x="4883" y="19019"/>
                    <a:pt x="4548" y="18519"/>
                  </a:cubicBezTo>
                  <a:lnTo>
                    <a:pt x="752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108"/>
            <p:cNvSpPr/>
            <p:nvPr/>
          </p:nvSpPr>
          <p:spPr>
            <a:xfrm>
              <a:off x="2152864" y="952427"/>
              <a:ext cx="274073" cy="313668"/>
            </a:xfrm>
            <a:custGeom>
              <a:avLst/>
              <a:gdLst/>
              <a:ahLst/>
              <a:cxnLst/>
              <a:rect l="l" t="t" r="r" b="b"/>
              <a:pathLst>
                <a:path w="13048" h="14933" extrusionOk="0">
                  <a:moveTo>
                    <a:pt x="0" y="0"/>
                  </a:moveTo>
                  <a:lnTo>
                    <a:pt x="1976" y="12286"/>
                  </a:lnTo>
                  <a:cubicBezTo>
                    <a:pt x="1645" y="12779"/>
                    <a:pt x="1101" y="13768"/>
                    <a:pt x="1086" y="14933"/>
                  </a:cubicBezTo>
                  <a:lnTo>
                    <a:pt x="11962" y="14933"/>
                  </a:lnTo>
                  <a:cubicBezTo>
                    <a:pt x="11948" y="13768"/>
                    <a:pt x="11403" y="12779"/>
                    <a:pt x="11072" y="12286"/>
                  </a:cubicBezTo>
                  <a:lnTo>
                    <a:pt x="1304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108"/>
            <p:cNvSpPr/>
            <p:nvPr/>
          </p:nvSpPr>
          <p:spPr>
            <a:xfrm>
              <a:off x="2289900" y="952427"/>
              <a:ext cx="137016" cy="313668"/>
            </a:xfrm>
            <a:custGeom>
              <a:avLst/>
              <a:gdLst/>
              <a:ahLst/>
              <a:cxnLst/>
              <a:rect l="l" t="t" r="r" b="b"/>
              <a:pathLst>
                <a:path w="6523" h="14933" extrusionOk="0">
                  <a:moveTo>
                    <a:pt x="0" y="0"/>
                  </a:moveTo>
                  <a:lnTo>
                    <a:pt x="0" y="14933"/>
                  </a:lnTo>
                  <a:lnTo>
                    <a:pt x="5440" y="14933"/>
                  </a:lnTo>
                  <a:cubicBezTo>
                    <a:pt x="5425" y="13768"/>
                    <a:pt x="4880" y="12779"/>
                    <a:pt x="4550" y="12286"/>
                  </a:cubicBezTo>
                  <a:lnTo>
                    <a:pt x="65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07" name="Google Shape;3907;p108"/>
          <p:cNvGrpSpPr/>
          <p:nvPr/>
        </p:nvGrpSpPr>
        <p:grpSpPr>
          <a:xfrm>
            <a:off x="2862595" y="3507066"/>
            <a:ext cx="223718" cy="432785"/>
            <a:chOff x="4135484" y="3435344"/>
            <a:chExt cx="316881" cy="613010"/>
          </a:xfrm>
        </p:grpSpPr>
        <p:sp>
          <p:nvSpPr>
            <p:cNvPr id="3908" name="Google Shape;3908;p108"/>
            <p:cNvSpPr/>
            <p:nvPr/>
          </p:nvSpPr>
          <p:spPr>
            <a:xfrm>
              <a:off x="4135484" y="3513147"/>
              <a:ext cx="118531" cy="457384"/>
            </a:xfrm>
            <a:custGeom>
              <a:avLst/>
              <a:gdLst/>
              <a:ahLst/>
              <a:cxnLst/>
              <a:rect l="l" t="t" r="r" b="b"/>
              <a:pathLst>
                <a:path w="5643" h="21775" extrusionOk="0">
                  <a:moveTo>
                    <a:pt x="4787" y="1"/>
                  </a:moveTo>
                  <a:cubicBezTo>
                    <a:pt x="2148" y="1"/>
                    <a:pt x="0" y="2149"/>
                    <a:pt x="0" y="4790"/>
                  </a:cubicBezTo>
                  <a:lnTo>
                    <a:pt x="0" y="16986"/>
                  </a:lnTo>
                  <a:cubicBezTo>
                    <a:pt x="0" y="19627"/>
                    <a:pt x="2148" y="21775"/>
                    <a:pt x="4787" y="21775"/>
                  </a:cubicBezTo>
                  <a:lnTo>
                    <a:pt x="5642" y="21775"/>
                  </a:lnTo>
                  <a:lnTo>
                    <a:pt x="564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108"/>
            <p:cNvSpPr/>
            <p:nvPr/>
          </p:nvSpPr>
          <p:spPr>
            <a:xfrm>
              <a:off x="4333813" y="3513147"/>
              <a:ext cx="118552" cy="457384"/>
            </a:xfrm>
            <a:custGeom>
              <a:avLst/>
              <a:gdLst/>
              <a:ahLst/>
              <a:cxnLst/>
              <a:rect l="l" t="t" r="r" b="b"/>
              <a:pathLst>
                <a:path w="5644" h="21775" extrusionOk="0">
                  <a:moveTo>
                    <a:pt x="1" y="1"/>
                  </a:moveTo>
                  <a:lnTo>
                    <a:pt x="1" y="21775"/>
                  </a:lnTo>
                  <a:lnTo>
                    <a:pt x="856" y="21775"/>
                  </a:lnTo>
                  <a:cubicBezTo>
                    <a:pt x="3495" y="21775"/>
                    <a:pt x="5643" y="19627"/>
                    <a:pt x="5643" y="16986"/>
                  </a:cubicBezTo>
                  <a:lnTo>
                    <a:pt x="5643" y="4790"/>
                  </a:lnTo>
                  <a:cubicBezTo>
                    <a:pt x="5643" y="2149"/>
                    <a:pt x="3495" y="1"/>
                    <a:pt x="8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108"/>
            <p:cNvSpPr/>
            <p:nvPr/>
          </p:nvSpPr>
          <p:spPr>
            <a:xfrm>
              <a:off x="4218348" y="3435344"/>
              <a:ext cx="151131" cy="613010"/>
            </a:xfrm>
            <a:custGeom>
              <a:avLst/>
              <a:gdLst/>
              <a:ahLst/>
              <a:cxnLst/>
              <a:rect l="l" t="t" r="r" b="b"/>
              <a:pathLst>
                <a:path w="7195" h="29184" extrusionOk="0">
                  <a:moveTo>
                    <a:pt x="3598" y="0"/>
                  </a:moveTo>
                  <a:cubicBezTo>
                    <a:pt x="1615" y="0"/>
                    <a:pt x="0" y="1615"/>
                    <a:pt x="0" y="3598"/>
                  </a:cubicBezTo>
                  <a:lnTo>
                    <a:pt x="0" y="25586"/>
                  </a:lnTo>
                  <a:cubicBezTo>
                    <a:pt x="0" y="27570"/>
                    <a:pt x="1613" y="29183"/>
                    <a:pt x="3598" y="29183"/>
                  </a:cubicBezTo>
                  <a:cubicBezTo>
                    <a:pt x="5582" y="29183"/>
                    <a:pt x="7195" y="27570"/>
                    <a:pt x="7195" y="25586"/>
                  </a:cubicBezTo>
                  <a:lnTo>
                    <a:pt x="7195" y="3598"/>
                  </a:lnTo>
                  <a:cubicBezTo>
                    <a:pt x="7195" y="1615"/>
                    <a:pt x="5582" y="0"/>
                    <a:pt x="35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108"/>
            <p:cNvSpPr/>
            <p:nvPr/>
          </p:nvSpPr>
          <p:spPr>
            <a:xfrm>
              <a:off x="4293903" y="3435344"/>
              <a:ext cx="75576" cy="613010"/>
            </a:xfrm>
            <a:custGeom>
              <a:avLst/>
              <a:gdLst/>
              <a:ahLst/>
              <a:cxnLst/>
              <a:rect l="l" t="t" r="r" b="b"/>
              <a:pathLst>
                <a:path w="3598" h="29184" extrusionOk="0">
                  <a:moveTo>
                    <a:pt x="1" y="0"/>
                  </a:moveTo>
                  <a:lnTo>
                    <a:pt x="1" y="29183"/>
                  </a:lnTo>
                  <a:cubicBezTo>
                    <a:pt x="1983" y="29183"/>
                    <a:pt x="3598" y="27570"/>
                    <a:pt x="3598" y="25586"/>
                  </a:cubicBezTo>
                  <a:lnTo>
                    <a:pt x="3598" y="3598"/>
                  </a:lnTo>
                  <a:cubicBezTo>
                    <a:pt x="3598" y="1615"/>
                    <a:pt x="1985"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108"/>
            <p:cNvSpPr/>
            <p:nvPr/>
          </p:nvSpPr>
          <p:spPr>
            <a:xfrm>
              <a:off x="4255611" y="3554464"/>
              <a:ext cx="76647" cy="81037"/>
            </a:xfrm>
            <a:custGeom>
              <a:avLst/>
              <a:gdLst/>
              <a:ahLst/>
              <a:cxnLst/>
              <a:rect l="l" t="t" r="r" b="b"/>
              <a:pathLst>
                <a:path w="3649" h="3858" extrusionOk="0">
                  <a:moveTo>
                    <a:pt x="3648" y="1"/>
                  </a:moveTo>
                  <a:lnTo>
                    <a:pt x="0" y="1925"/>
                  </a:lnTo>
                  <a:lnTo>
                    <a:pt x="0" y="3857"/>
                  </a:lnTo>
                  <a:lnTo>
                    <a:pt x="3648" y="1934"/>
                  </a:lnTo>
                  <a:lnTo>
                    <a:pt x="3648" y="1"/>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108"/>
            <p:cNvSpPr/>
            <p:nvPr/>
          </p:nvSpPr>
          <p:spPr>
            <a:xfrm>
              <a:off x="4255611" y="3701331"/>
              <a:ext cx="76647" cy="81037"/>
            </a:xfrm>
            <a:custGeom>
              <a:avLst/>
              <a:gdLst/>
              <a:ahLst/>
              <a:cxnLst/>
              <a:rect l="l" t="t" r="r" b="b"/>
              <a:pathLst>
                <a:path w="3649" h="3858" extrusionOk="0">
                  <a:moveTo>
                    <a:pt x="3648" y="0"/>
                  </a:moveTo>
                  <a:lnTo>
                    <a:pt x="0" y="1924"/>
                  </a:lnTo>
                  <a:lnTo>
                    <a:pt x="0" y="3857"/>
                  </a:lnTo>
                  <a:lnTo>
                    <a:pt x="3648" y="1934"/>
                  </a:lnTo>
                  <a:lnTo>
                    <a:pt x="3648" y="0"/>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108"/>
            <p:cNvSpPr/>
            <p:nvPr/>
          </p:nvSpPr>
          <p:spPr>
            <a:xfrm>
              <a:off x="4255611" y="3848198"/>
              <a:ext cx="76647" cy="81016"/>
            </a:xfrm>
            <a:custGeom>
              <a:avLst/>
              <a:gdLst/>
              <a:ahLst/>
              <a:cxnLst/>
              <a:rect l="l" t="t" r="r" b="b"/>
              <a:pathLst>
                <a:path w="3649" h="3857" extrusionOk="0">
                  <a:moveTo>
                    <a:pt x="3648" y="0"/>
                  </a:moveTo>
                  <a:lnTo>
                    <a:pt x="0" y="1924"/>
                  </a:lnTo>
                  <a:lnTo>
                    <a:pt x="0" y="3857"/>
                  </a:lnTo>
                  <a:lnTo>
                    <a:pt x="3648" y="1934"/>
                  </a:lnTo>
                  <a:lnTo>
                    <a:pt x="3648" y="0"/>
                  </a:lnTo>
                  <a:close/>
                </a:path>
              </a:pathLst>
            </a:custGeom>
            <a:solidFill>
              <a:srgbClr val="CC00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108"/>
            <p:cNvSpPr/>
            <p:nvPr/>
          </p:nvSpPr>
          <p:spPr>
            <a:xfrm>
              <a:off x="4293903" y="3554464"/>
              <a:ext cx="38355" cy="60851"/>
            </a:xfrm>
            <a:custGeom>
              <a:avLst/>
              <a:gdLst/>
              <a:ahLst/>
              <a:cxnLst/>
              <a:rect l="l" t="t" r="r" b="b"/>
              <a:pathLst>
                <a:path w="1826" h="2897" extrusionOk="0">
                  <a:moveTo>
                    <a:pt x="1825" y="1"/>
                  </a:moveTo>
                  <a:lnTo>
                    <a:pt x="1" y="963"/>
                  </a:lnTo>
                  <a:lnTo>
                    <a:pt x="1" y="2897"/>
                  </a:lnTo>
                  <a:lnTo>
                    <a:pt x="1825" y="1934"/>
                  </a:lnTo>
                  <a:lnTo>
                    <a:pt x="18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108"/>
            <p:cNvSpPr/>
            <p:nvPr/>
          </p:nvSpPr>
          <p:spPr>
            <a:xfrm>
              <a:off x="4293903" y="3701331"/>
              <a:ext cx="38355" cy="60809"/>
            </a:xfrm>
            <a:custGeom>
              <a:avLst/>
              <a:gdLst/>
              <a:ahLst/>
              <a:cxnLst/>
              <a:rect l="l" t="t" r="r" b="b"/>
              <a:pathLst>
                <a:path w="1826" h="2895" extrusionOk="0">
                  <a:moveTo>
                    <a:pt x="1825" y="0"/>
                  </a:moveTo>
                  <a:lnTo>
                    <a:pt x="1" y="963"/>
                  </a:lnTo>
                  <a:lnTo>
                    <a:pt x="1" y="2895"/>
                  </a:lnTo>
                  <a:lnTo>
                    <a:pt x="1825" y="1934"/>
                  </a:lnTo>
                  <a:lnTo>
                    <a:pt x="182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108"/>
            <p:cNvSpPr/>
            <p:nvPr/>
          </p:nvSpPr>
          <p:spPr>
            <a:xfrm>
              <a:off x="4293903" y="3848198"/>
              <a:ext cx="38355" cy="60809"/>
            </a:xfrm>
            <a:custGeom>
              <a:avLst/>
              <a:gdLst/>
              <a:ahLst/>
              <a:cxnLst/>
              <a:rect l="l" t="t" r="r" b="b"/>
              <a:pathLst>
                <a:path w="1826" h="2895" extrusionOk="0">
                  <a:moveTo>
                    <a:pt x="1825" y="0"/>
                  </a:moveTo>
                  <a:lnTo>
                    <a:pt x="1" y="963"/>
                  </a:lnTo>
                  <a:lnTo>
                    <a:pt x="1" y="2895"/>
                  </a:lnTo>
                  <a:lnTo>
                    <a:pt x="1825" y="1934"/>
                  </a:lnTo>
                  <a:lnTo>
                    <a:pt x="182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108"/>
            <p:cNvSpPr/>
            <p:nvPr/>
          </p:nvSpPr>
          <p:spPr>
            <a:xfrm>
              <a:off x="4255611" y="3574691"/>
              <a:ext cx="38313" cy="60809"/>
            </a:xfrm>
            <a:custGeom>
              <a:avLst/>
              <a:gdLst/>
              <a:ahLst/>
              <a:cxnLst/>
              <a:rect l="l" t="t" r="r" b="b"/>
              <a:pathLst>
                <a:path w="1824" h="2895" extrusionOk="0">
                  <a:moveTo>
                    <a:pt x="1824" y="0"/>
                  </a:moveTo>
                  <a:lnTo>
                    <a:pt x="0" y="962"/>
                  </a:lnTo>
                  <a:lnTo>
                    <a:pt x="0" y="2894"/>
                  </a:lnTo>
                  <a:lnTo>
                    <a:pt x="1824" y="1932"/>
                  </a:lnTo>
                  <a:lnTo>
                    <a:pt x="182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108"/>
            <p:cNvSpPr/>
            <p:nvPr/>
          </p:nvSpPr>
          <p:spPr>
            <a:xfrm>
              <a:off x="4255611" y="3721537"/>
              <a:ext cx="38313" cy="60830"/>
            </a:xfrm>
            <a:custGeom>
              <a:avLst/>
              <a:gdLst/>
              <a:ahLst/>
              <a:cxnLst/>
              <a:rect l="l" t="t" r="r" b="b"/>
              <a:pathLst>
                <a:path w="1824" h="2896" extrusionOk="0">
                  <a:moveTo>
                    <a:pt x="1824" y="1"/>
                  </a:moveTo>
                  <a:lnTo>
                    <a:pt x="0" y="962"/>
                  </a:lnTo>
                  <a:lnTo>
                    <a:pt x="0" y="2895"/>
                  </a:lnTo>
                  <a:lnTo>
                    <a:pt x="1824" y="1934"/>
                  </a:lnTo>
                  <a:lnTo>
                    <a:pt x="18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108"/>
            <p:cNvSpPr/>
            <p:nvPr/>
          </p:nvSpPr>
          <p:spPr>
            <a:xfrm>
              <a:off x="4255611" y="3868404"/>
              <a:ext cx="38313" cy="60809"/>
            </a:xfrm>
            <a:custGeom>
              <a:avLst/>
              <a:gdLst/>
              <a:ahLst/>
              <a:cxnLst/>
              <a:rect l="l" t="t" r="r" b="b"/>
              <a:pathLst>
                <a:path w="1824" h="2895" extrusionOk="0">
                  <a:moveTo>
                    <a:pt x="1824" y="1"/>
                  </a:moveTo>
                  <a:lnTo>
                    <a:pt x="0" y="962"/>
                  </a:lnTo>
                  <a:lnTo>
                    <a:pt x="0" y="2895"/>
                  </a:lnTo>
                  <a:lnTo>
                    <a:pt x="1824" y="1933"/>
                  </a:lnTo>
                  <a:lnTo>
                    <a:pt x="18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24"/>
        <p:cNvGrpSpPr/>
        <p:nvPr/>
      </p:nvGrpSpPr>
      <p:grpSpPr>
        <a:xfrm>
          <a:off x="0" y="0"/>
          <a:ext cx="0" cy="0"/>
          <a:chOff x="0" y="0"/>
          <a:chExt cx="0" cy="0"/>
        </a:xfrm>
      </p:grpSpPr>
      <p:sp>
        <p:nvSpPr>
          <p:cNvPr id="3925" name="Google Shape;3925;p109"/>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Premium Icons</a:t>
            </a:r>
            <a:endParaRPr/>
          </a:p>
        </p:txBody>
      </p:sp>
      <p:grpSp>
        <p:nvGrpSpPr>
          <p:cNvPr id="3926" name="Google Shape;3926;p109"/>
          <p:cNvGrpSpPr/>
          <p:nvPr/>
        </p:nvGrpSpPr>
        <p:grpSpPr>
          <a:xfrm>
            <a:off x="1440864" y="1548625"/>
            <a:ext cx="370114" cy="457202"/>
            <a:chOff x="1690500" y="238125"/>
            <a:chExt cx="4220225" cy="5219200"/>
          </a:xfrm>
        </p:grpSpPr>
        <p:sp>
          <p:nvSpPr>
            <p:cNvPr id="3927" name="Google Shape;3927;p109"/>
            <p:cNvSpPr/>
            <p:nvPr/>
          </p:nvSpPr>
          <p:spPr>
            <a:xfrm>
              <a:off x="1690500" y="238125"/>
              <a:ext cx="4220225" cy="5219200"/>
            </a:xfrm>
            <a:custGeom>
              <a:avLst/>
              <a:gdLst/>
              <a:ahLst/>
              <a:cxnLst/>
              <a:rect l="l" t="t" r="r" b="b"/>
              <a:pathLst>
                <a:path w="168809" h="208768" extrusionOk="0">
                  <a:moveTo>
                    <a:pt x="6101" y="0"/>
                  </a:moveTo>
                  <a:cubicBezTo>
                    <a:pt x="2708" y="0"/>
                    <a:pt x="1" y="2740"/>
                    <a:pt x="1" y="6133"/>
                  </a:cubicBezTo>
                  <a:lnTo>
                    <a:pt x="1" y="202667"/>
                  </a:lnTo>
                  <a:cubicBezTo>
                    <a:pt x="1" y="206027"/>
                    <a:pt x="2708" y="208767"/>
                    <a:pt x="6101" y="208767"/>
                  </a:cubicBezTo>
                  <a:lnTo>
                    <a:pt x="162676" y="208767"/>
                  </a:lnTo>
                  <a:cubicBezTo>
                    <a:pt x="166069" y="208767"/>
                    <a:pt x="168809" y="206027"/>
                    <a:pt x="168809" y="202667"/>
                  </a:cubicBezTo>
                  <a:lnTo>
                    <a:pt x="168809" y="6133"/>
                  </a:lnTo>
                  <a:cubicBezTo>
                    <a:pt x="168809" y="2740"/>
                    <a:pt x="166069" y="0"/>
                    <a:pt x="1626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109"/>
            <p:cNvSpPr/>
            <p:nvPr/>
          </p:nvSpPr>
          <p:spPr>
            <a:xfrm>
              <a:off x="3800200" y="238125"/>
              <a:ext cx="2110525" cy="5219200"/>
            </a:xfrm>
            <a:custGeom>
              <a:avLst/>
              <a:gdLst/>
              <a:ahLst/>
              <a:cxnLst/>
              <a:rect l="l" t="t" r="r" b="b"/>
              <a:pathLst>
                <a:path w="84421" h="208768" extrusionOk="0">
                  <a:moveTo>
                    <a:pt x="1" y="0"/>
                  </a:moveTo>
                  <a:lnTo>
                    <a:pt x="1" y="208767"/>
                  </a:lnTo>
                  <a:lnTo>
                    <a:pt x="78288" y="208767"/>
                  </a:lnTo>
                  <a:cubicBezTo>
                    <a:pt x="81681" y="208767"/>
                    <a:pt x="84421" y="206027"/>
                    <a:pt x="84421" y="202667"/>
                  </a:cubicBezTo>
                  <a:lnTo>
                    <a:pt x="84421" y="6133"/>
                  </a:lnTo>
                  <a:cubicBezTo>
                    <a:pt x="84421" y="2740"/>
                    <a:pt x="81681" y="0"/>
                    <a:pt x="7828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109"/>
            <p:cNvSpPr/>
            <p:nvPr/>
          </p:nvSpPr>
          <p:spPr>
            <a:xfrm>
              <a:off x="1690500" y="238125"/>
              <a:ext cx="4220225" cy="2028975"/>
            </a:xfrm>
            <a:custGeom>
              <a:avLst/>
              <a:gdLst/>
              <a:ahLst/>
              <a:cxnLst/>
              <a:rect l="l" t="t" r="r" b="b"/>
              <a:pathLst>
                <a:path w="168809" h="81159" extrusionOk="0">
                  <a:moveTo>
                    <a:pt x="6101" y="0"/>
                  </a:moveTo>
                  <a:cubicBezTo>
                    <a:pt x="2708" y="0"/>
                    <a:pt x="1" y="2740"/>
                    <a:pt x="1" y="6133"/>
                  </a:cubicBezTo>
                  <a:lnTo>
                    <a:pt x="1" y="55454"/>
                  </a:lnTo>
                  <a:cubicBezTo>
                    <a:pt x="1" y="69611"/>
                    <a:pt x="11516" y="81158"/>
                    <a:pt x="25673" y="81158"/>
                  </a:cubicBezTo>
                  <a:cubicBezTo>
                    <a:pt x="33502" y="81158"/>
                    <a:pt x="40515" y="77635"/>
                    <a:pt x="45245" y="72090"/>
                  </a:cubicBezTo>
                  <a:cubicBezTo>
                    <a:pt x="49975" y="77635"/>
                    <a:pt x="56988" y="81158"/>
                    <a:pt x="64817" y="81158"/>
                  </a:cubicBezTo>
                  <a:cubicBezTo>
                    <a:pt x="72645" y="81158"/>
                    <a:pt x="79659" y="77635"/>
                    <a:pt x="84389" y="72090"/>
                  </a:cubicBezTo>
                  <a:cubicBezTo>
                    <a:pt x="89118" y="77635"/>
                    <a:pt x="96132" y="81158"/>
                    <a:pt x="103960" y="81158"/>
                  </a:cubicBezTo>
                  <a:cubicBezTo>
                    <a:pt x="111789" y="81158"/>
                    <a:pt x="118803" y="77635"/>
                    <a:pt x="123532" y="72090"/>
                  </a:cubicBezTo>
                  <a:cubicBezTo>
                    <a:pt x="128262" y="77635"/>
                    <a:pt x="135276" y="81158"/>
                    <a:pt x="143104" y="81158"/>
                  </a:cubicBezTo>
                  <a:cubicBezTo>
                    <a:pt x="157261" y="81158"/>
                    <a:pt x="168809" y="69611"/>
                    <a:pt x="168809" y="55454"/>
                  </a:cubicBezTo>
                  <a:lnTo>
                    <a:pt x="168809" y="6133"/>
                  </a:lnTo>
                  <a:cubicBezTo>
                    <a:pt x="168809" y="2740"/>
                    <a:pt x="166069" y="0"/>
                    <a:pt x="1626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109"/>
            <p:cNvSpPr/>
            <p:nvPr/>
          </p:nvSpPr>
          <p:spPr>
            <a:xfrm>
              <a:off x="1690500" y="238125"/>
              <a:ext cx="1131125" cy="897050"/>
            </a:xfrm>
            <a:custGeom>
              <a:avLst/>
              <a:gdLst/>
              <a:ahLst/>
              <a:cxnLst/>
              <a:rect l="l" t="t" r="r" b="b"/>
              <a:pathLst>
                <a:path w="45245" h="35882" extrusionOk="0">
                  <a:moveTo>
                    <a:pt x="6101" y="0"/>
                  </a:moveTo>
                  <a:cubicBezTo>
                    <a:pt x="2708" y="0"/>
                    <a:pt x="1" y="2740"/>
                    <a:pt x="1" y="6133"/>
                  </a:cubicBezTo>
                  <a:lnTo>
                    <a:pt x="1" y="35882"/>
                  </a:lnTo>
                  <a:lnTo>
                    <a:pt x="45245" y="35882"/>
                  </a:lnTo>
                  <a:lnTo>
                    <a:pt x="4524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109"/>
            <p:cNvSpPr/>
            <p:nvPr/>
          </p:nvSpPr>
          <p:spPr>
            <a:xfrm>
              <a:off x="2821600" y="238125"/>
              <a:ext cx="978625" cy="2028975"/>
            </a:xfrm>
            <a:custGeom>
              <a:avLst/>
              <a:gdLst/>
              <a:ahLst/>
              <a:cxnLst/>
              <a:rect l="l" t="t" r="r" b="b"/>
              <a:pathLst>
                <a:path w="39145" h="81159" extrusionOk="0">
                  <a:moveTo>
                    <a:pt x="1" y="0"/>
                  </a:moveTo>
                  <a:lnTo>
                    <a:pt x="1" y="72057"/>
                  </a:lnTo>
                  <a:cubicBezTo>
                    <a:pt x="4731" y="77603"/>
                    <a:pt x="11744" y="81158"/>
                    <a:pt x="19573" y="81158"/>
                  </a:cubicBezTo>
                  <a:cubicBezTo>
                    <a:pt x="27401" y="81158"/>
                    <a:pt x="34415" y="77603"/>
                    <a:pt x="39145" y="72057"/>
                  </a:cubicBezTo>
                  <a:lnTo>
                    <a:pt x="3914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109"/>
            <p:cNvSpPr/>
            <p:nvPr/>
          </p:nvSpPr>
          <p:spPr>
            <a:xfrm>
              <a:off x="2821600" y="238125"/>
              <a:ext cx="978625" cy="897050"/>
            </a:xfrm>
            <a:custGeom>
              <a:avLst/>
              <a:gdLst/>
              <a:ahLst/>
              <a:cxnLst/>
              <a:rect l="l" t="t" r="r" b="b"/>
              <a:pathLst>
                <a:path w="39145" h="35882" extrusionOk="0">
                  <a:moveTo>
                    <a:pt x="1" y="0"/>
                  </a:moveTo>
                  <a:lnTo>
                    <a:pt x="1" y="35882"/>
                  </a:lnTo>
                  <a:lnTo>
                    <a:pt x="39145" y="35882"/>
                  </a:lnTo>
                  <a:lnTo>
                    <a:pt x="3914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109"/>
            <p:cNvSpPr/>
            <p:nvPr/>
          </p:nvSpPr>
          <p:spPr>
            <a:xfrm>
              <a:off x="3800200" y="238125"/>
              <a:ext cx="978625" cy="2028975"/>
            </a:xfrm>
            <a:custGeom>
              <a:avLst/>
              <a:gdLst/>
              <a:ahLst/>
              <a:cxnLst/>
              <a:rect l="l" t="t" r="r" b="b"/>
              <a:pathLst>
                <a:path w="39145" h="81159" extrusionOk="0">
                  <a:moveTo>
                    <a:pt x="1" y="0"/>
                  </a:moveTo>
                  <a:lnTo>
                    <a:pt x="1" y="72057"/>
                  </a:lnTo>
                  <a:cubicBezTo>
                    <a:pt x="4730" y="77603"/>
                    <a:pt x="11744" y="81158"/>
                    <a:pt x="19572" y="81158"/>
                  </a:cubicBezTo>
                  <a:cubicBezTo>
                    <a:pt x="27401" y="81158"/>
                    <a:pt x="34415" y="77603"/>
                    <a:pt x="39144" y="72057"/>
                  </a:cubicBezTo>
                  <a:lnTo>
                    <a:pt x="391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109"/>
            <p:cNvSpPr/>
            <p:nvPr/>
          </p:nvSpPr>
          <p:spPr>
            <a:xfrm>
              <a:off x="3800200" y="238125"/>
              <a:ext cx="978625" cy="897050"/>
            </a:xfrm>
            <a:custGeom>
              <a:avLst/>
              <a:gdLst/>
              <a:ahLst/>
              <a:cxnLst/>
              <a:rect l="l" t="t" r="r" b="b"/>
              <a:pathLst>
                <a:path w="39145" h="35882" extrusionOk="0">
                  <a:moveTo>
                    <a:pt x="1" y="0"/>
                  </a:moveTo>
                  <a:lnTo>
                    <a:pt x="1" y="35882"/>
                  </a:lnTo>
                  <a:lnTo>
                    <a:pt x="39144" y="35882"/>
                  </a:lnTo>
                  <a:lnTo>
                    <a:pt x="391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109"/>
            <p:cNvSpPr/>
            <p:nvPr/>
          </p:nvSpPr>
          <p:spPr>
            <a:xfrm>
              <a:off x="4778800" y="238125"/>
              <a:ext cx="1131925" cy="2028975"/>
            </a:xfrm>
            <a:custGeom>
              <a:avLst/>
              <a:gdLst/>
              <a:ahLst/>
              <a:cxnLst/>
              <a:rect l="l" t="t" r="r" b="b"/>
              <a:pathLst>
                <a:path w="45277" h="81159" extrusionOk="0">
                  <a:moveTo>
                    <a:pt x="0" y="0"/>
                  </a:moveTo>
                  <a:lnTo>
                    <a:pt x="0" y="72057"/>
                  </a:lnTo>
                  <a:cubicBezTo>
                    <a:pt x="4730" y="77603"/>
                    <a:pt x="11744" y="81158"/>
                    <a:pt x="19572" y="81158"/>
                  </a:cubicBezTo>
                  <a:cubicBezTo>
                    <a:pt x="33729" y="81158"/>
                    <a:pt x="45277" y="69611"/>
                    <a:pt x="45277" y="55454"/>
                  </a:cubicBezTo>
                  <a:lnTo>
                    <a:pt x="45277" y="6133"/>
                  </a:lnTo>
                  <a:cubicBezTo>
                    <a:pt x="45277" y="2740"/>
                    <a:pt x="42537" y="0"/>
                    <a:pt x="391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109"/>
            <p:cNvSpPr/>
            <p:nvPr/>
          </p:nvSpPr>
          <p:spPr>
            <a:xfrm>
              <a:off x="4778800" y="238125"/>
              <a:ext cx="1131925" cy="897050"/>
            </a:xfrm>
            <a:custGeom>
              <a:avLst/>
              <a:gdLst/>
              <a:ahLst/>
              <a:cxnLst/>
              <a:rect l="l" t="t" r="r" b="b"/>
              <a:pathLst>
                <a:path w="45277" h="35882" extrusionOk="0">
                  <a:moveTo>
                    <a:pt x="0" y="0"/>
                  </a:moveTo>
                  <a:lnTo>
                    <a:pt x="0" y="35882"/>
                  </a:lnTo>
                  <a:lnTo>
                    <a:pt x="45277" y="35882"/>
                  </a:lnTo>
                  <a:lnTo>
                    <a:pt x="45277" y="6133"/>
                  </a:lnTo>
                  <a:cubicBezTo>
                    <a:pt x="45277" y="2740"/>
                    <a:pt x="42537" y="0"/>
                    <a:pt x="391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109"/>
            <p:cNvSpPr/>
            <p:nvPr/>
          </p:nvSpPr>
          <p:spPr>
            <a:xfrm>
              <a:off x="2647900" y="2612850"/>
              <a:ext cx="2305450" cy="632850"/>
            </a:xfrm>
            <a:custGeom>
              <a:avLst/>
              <a:gdLst/>
              <a:ahLst/>
              <a:cxnLst/>
              <a:rect l="l" t="t" r="r" b="b"/>
              <a:pathLst>
                <a:path w="92218" h="25314" extrusionOk="0">
                  <a:moveTo>
                    <a:pt x="46093" y="0"/>
                  </a:moveTo>
                  <a:cubicBezTo>
                    <a:pt x="24922" y="0"/>
                    <a:pt x="4404" y="13505"/>
                    <a:pt x="3556" y="14092"/>
                  </a:cubicBezTo>
                  <a:cubicBezTo>
                    <a:pt x="751" y="15951"/>
                    <a:pt x="1" y="19768"/>
                    <a:pt x="1860" y="22573"/>
                  </a:cubicBezTo>
                  <a:cubicBezTo>
                    <a:pt x="3030" y="24338"/>
                    <a:pt x="4974" y="25289"/>
                    <a:pt x="6954" y="25289"/>
                  </a:cubicBezTo>
                  <a:cubicBezTo>
                    <a:pt x="8121" y="25289"/>
                    <a:pt x="9301" y="24959"/>
                    <a:pt x="10341" y="24269"/>
                  </a:cubicBezTo>
                  <a:cubicBezTo>
                    <a:pt x="10504" y="24171"/>
                    <a:pt x="28674" y="12265"/>
                    <a:pt x="46093" y="12265"/>
                  </a:cubicBezTo>
                  <a:cubicBezTo>
                    <a:pt x="63446" y="12265"/>
                    <a:pt x="81550" y="24074"/>
                    <a:pt x="81844" y="24269"/>
                  </a:cubicBezTo>
                  <a:cubicBezTo>
                    <a:pt x="82888" y="24954"/>
                    <a:pt x="84062" y="25313"/>
                    <a:pt x="85236" y="25313"/>
                  </a:cubicBezTo>
                  <a:cubicBezTo>
                    <a:pt x="87194" y="25313"/>
                    <a:pt x="89151" y="24334"/>
                    <a:pt x="90325" y="22573"/>
                  </a:cubicBezTo>
                  <a:cubicBezTo>
                    <a:pt x="92217" y="19768"/>
                    <a:pt x="91434" y="15951"/>
                    <a:pt x="88629" y="14092"/>
                  </a:cubicBezTo>
                  <a:cubicBezTo>
                    <a:pt x="87781" y="13505"/>
                    <a:pt x="67263" y="0"/>
                    <a:pt x="460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109"/>
            <p:cNvSpPr/>
            <p:nvPr/>
          </p:nvSpPr>
          <p:spPr>
            <a:xfrm>
              <a:off x="3800200" y="2613650"/>
              <a:ext cx="1153150" cy="632050"/>
            </a:xfrm>
            <a:custGeom>
              <a:avLst/>
              <a:gdLst/>
              <a:ahLst/>
              <a:cxnLst/>
              <a:rect l="l" t="t" r="r" b="b"/>
              <a:pathLst>
                <a:path w="46126" h="25282" extrusionOk="0">
                  <a:moveTo>
                    <a:pt x="1" y="1"/>
                  </a:moveTo>
                  <a:lnTo>
                    <a:pt x="1" y="12233"/>
                  </a:lnTo>
                  <a:cubicBezTo>
                    <a:pt x="17354" y="12233"/>
                    <a:pt x="35458" y="24042"/>
                    <a:pt x="35752" y="24237"/>
                  </a:cubicBezTo>
                  <a:cubicBezTo>
                    <a:pt x="36796" y="24922"/>
                    <a:pt x="37970" y="25281"/>
                    <a:pt x="39144" y="25281"/>
                  </a:cubicBezTo>
                  <a:cubicBezTo>
                    <a:pt x="41102" y="25281"/>
                    <a:pt x="43059" y="24302"/>
                    <a:pt x="44233" y="22541"/>
                  </a:cubicBezTo>
                  <a:cubicBezTo>
                    <a:pt x="46125" y="19736"/>
                    <a:pt x="45342" y="15919"/>
                    <a:pt x="42537" y="14060"/>
                  </a:cubicBezTo>
                  <a:cubicBezTo>
                    <a:pt x="41689" y="13473"/>
                    <a:pt x="21171"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109"/>
            <p:cNvSpPr/>
            <p:nvPr/>
          </p:nvSpPr>
          <p:spPr>
            <a:xfrm>
              <a:off x="3137200" y="3266050"/>
              <a:ext cx="1326850" cy="468925"/>
            </a:xfrm>
            <a:custGeom>
              <a:avLst/>
              <a:gdLst/>
              <a:ahLst/>
              <a:cxnLst/>
              <a:rect l="l" t="t" r="r" b="b"/>
              <a:pathLst>
                <a:path w="53074" h="18757" extrusionOk="0">
                  <a:moveTo>
                    <a:pt x="26521" y="1"/>
                  </a:moveTo>
                  <a:cubicBezTo>
                    <a:pt x="15006" y="1"/>
                    <a:pt x="4013" y="7242"/>
                    <a:pt x="3556" y="7536"/>
                  </a:cubicBezTo>
                  <a:cubicBezTo>
                    <a:pt x="751" y="9395"/>
                    <a:pt x="1" y="13212"/>
                    <a:pt x="1860" y="16017"/>
                  </a:cubicBezTo>
                  <a:cubicBezTo>
                    <a:pt x="3051" y="17783"/>
                    <a:pt x="4992" y="18748"/>
                    <a:pt x="6967" y="18748"/>
                  </a:cubicBezTo>
                  <a:cubicBezTo>
                    <a:pt x="8129" y="18748"/>
                    <a:pt x="9302" y="18414"/>
                    <a:pt x="10341" y="17713"/>
                  </a:cubicBezTo>
                  <a:cubicBezTo>
                    <a:pt x="10439" y="17648"/>
                    <a:pt x="18790" y="12233"/>
                    <a:pt x="26521" y="12233"/>
                  </a:cubicBezTo>
                  <a:cubicBezTo>
                    <a:pt x="34251" y="12233"/>
                    <a:pt x="42537" y="17615"/>
                    <a:pt x="42700" y="17713"/>
                  </a:cubicBezTo>
                  <a:cubicBezTo>
                    <a:pt x="43744" y="18398"/>
                    <a:pt x="44918" y="18757"/>
                    <a:pt x="46092" y="18757"/>
                  </a:cubicBezTo>
                  <a:cubicBezTo>
                    <a:pt x="48050" y="18757"/>
                    <a:pt x="50007" y="17778"/>
                    <a:pt x="51181" y="16017"/>
                  </a:cubicBezTo>
                  <a:cubicBezTo>
                    <a:pt x="53073" y="13212"/>
                    <a:pt x="52290" y="9395"/>
                    <a:pt x="49485" y="7536"/>
                  </a:cubicBezTo>
                  <a:cubicBezTo>
                    <a:pt x="49028" y="7242"/>
                    <a:pt x="38035" y="1"/>
                    <a:pt x="265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109"/>
            <p:cNvSpPr/>
            <p:nvPr/>
          </p:nvSpPr>
          <p:spPr>
            <a:xfrm>
              <a:off x="3800200" y="3266050"/>
              <a:ext cx="663850" cy="468925"/>
            </a:xfrm>
            <a:custGeom>
              <a:avLst/>
              <a:gdLst/>
              <a:ahLst/>
              <a:cxnLst/>
              <a:rect l="l" t="t" r="r" b="b"/>
              <a:pathLst>
                <a:path w="26554" h="18757" extrusionOk="0">
                  <a:moveTo>
                    <a:pt x="1" y="1"/>
                  </a:moveTo>
                  <a:lnTo>
                    <a:pt x="1" y="12233"/>
                  </a:lnTo>
                  <a:cubicBezTo>
                    <a:pt x="7731" y="12233"/>
                    <a:pt x="16017" y="17615"/>
                    <a:pt x="16180" y="17713"/>
                  </a:cubicBezTo>
                  <a:cubicBezTo>
                    <a:pt x="17224" y="18398"/>
                    <a:pt x="18398" y="18757"/>
                    <a:pt x="19572" y="18757"/>
                  </a:cubicBezTo>
                  <a:cubicBezTo>
                    <a:pt x="21530" y="18757"/>
                    <a:pt x="23487" y="17778"/>
                    <a:pt x="24661" y="16017"/>
                  </a:cubicBezTo>
                  <a:cubicBezTo>
                    <a:pt x="26553" y="13212"/>
                    <a:pt x="25770" y="9395"/>
                    <a:pt x="22965" y="7536"/>
                  </a:cubicBezTo>
                  <a:cubicBezTo>
                    <a:pt x="22508" y="7242"/>
                    <a:pt x="11515" y="1"/>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109"/>
            <p:cNvSpPr/>
            <p:nvPr/>
          </p:nvSpPr>
          <p:spPr>
            <a:xfrm>
              <a:off x="1690500" y="4326200"/>
              <a:ext cx="4220225" cy="1131125"/>
            </a:xfrm>
            <a:custGeom>
              <a:avLst/>
              <a:gdLst/>
              <a:ahLst/>
              <a:cxnLst/>
              <a:rect l="l" t="t" r="r" b="b"/>
              <a:pathLst>
                <a:path w="168809" h="45245" extrusionOk="0">
                  <a:moveTo>
                    <a:pt x="1" y="0"/>
                  </a:moveTo>
                  <a:lnTo>
                    <a:pt x="1" y="39144"/>
                  </a:lnTo>
                  <a:cubicBezTo>
                    <a:pt x="1" y="42504"/>
                    <a:pt x="2741" y="45244"/>
                    <a:pt x="6101" y="45244"/>
                  </a:cubicBezTo>
                  <a:lnTo>
                    <a:pt x="162676" y="45244"/>
                  </a:lnTo>
                  <a:cubicBezTo>
                    <a:pt x="166069" y="45244"/>
                    <a:pt x="168809" y="42504"/>
                    <a:pt x="168809" y="39144"/>
                  </a:cubicBezTo>
                  <a:lnTo>
                    <a:pt x="1688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109"/>
            <p:cNvSpPr/>
            <p:nvPr/>
          </p:nvSpPr>
          <p:spPr>
            <a:xfrm>
              <a:off x="3800200" y="4326200"/>
              <a:ext cx="2110525" cy="1131125"/>
            </a:xfrm>
            <a:custGeom>
              <a:avLst/>
              <a:gdLst/>
              <a:ahLst/>
              <a:cxnLst/>
              <a:rect l="l" t="t" r="r" b="b"/>
              <a:pathLst>
                <a:path w="84421" h="45245" extrusionOk="0">
                  <a:moveTo>
                    <a:pt x="1" y="0"/>
                  </a:moveTo>
                  <a:lnTo>
                    <a:pt x="1" y="45244"/>
                  </a:lnTo>
                  <a:lnTo>
                    <a:pt x="78288" y="45244"/>
                  </a:lnTo>
                  <a:cubicBezTo>
                    <a:pt x="81681" y="45244"/>
                    <a:pt x="84421" y="42504"/>
                    <a:pt x="84421" y="39144"/>
                  </a:cubicBezTo>
                  <a:lnTo>
                    <a:pt x="8442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3" name="Google Shape;3943;p109"/>
          <p:cNvGrpSpPr/>
          <p:nvPr/>
        </p:nvGrpSpPr>
        <p:grpSpPr>
          <a:xfrm>
            <a:off x="2102141" y="1548625"/>
            <a:ext cx="355404" cy="457202"/>
            <a:chOff x="1772050" y="238125"/>
            <a:chExt cx="4057125" cy="5219200"/>
          </a:xfrm>
        </p:grpSpPr>
        <p:sp>
          <p:nvSpPr>
            <p:cNvPr id="3944" name="Google Shape;3944;p109"/>
            <p:cNvSpPr/>
            <p:nvPr/>
          </p:nvSpPr>
          <p:spPr>
            <a:xfrm>
              <a:off x="2013450" y="1390400"/>
              <a:ext cx="3573525" cy="4066925"/>
            </a:xfrm>
            <a:custGeom>
              <a:avLst/>
              <a:gdLst/>
              <a:ahLst/>
              <a:cxnLst/>
              <a:rect l="l" t="t" r="r" b="b"/>
              <a:pathLst>
                <a:path w="142941" h="162677" extrusionOk="0">
                  <a:moveTo>
                    <a:pt x="6231" y="1"/>
                  </a:moveTo>
                  <a:cubicBezTo>
                    <a:pt x="4535" y="1"/>
                    <a:pt x="2904" y="686"/>
                    <a:pt x="1729" y="1958"/>
                  </a:cubicBezTo>
                  <a:cubicBezTo>
                    <a:pt x="588" y="3198"/>
                    <a:pt x="0" y="4894"/>
                    <a:pt x="131" y="6590"/>
                  </a:cubicBezTo>
                  <a:lnTo>
                    <a:pt x="12363" y="157066"/>
                  </a:lnTo>
                  <a:cubicBezTo>
                    <a:pt x="12624" y="160230"/>
                    <a:pt x="15267" y="162676"/>
                    <a:pt x="18463" y="162676"/>
                  </a:cubicBezTo>
                  <a:lnTo>
                    <a:pt x="124478" y="162676"/>
                  </a:lnTo>
                  <a:cubicBezTo>
                    <a:pt x="127675" y="162676"/>
                    <a:pt x="130317" y="160230"/>
                    <a:pt x="130578" y="157066"/>
                  </a:cubicBezTo>
                  <a:lnTo>
                    <a:pt x="142810" y="6590"/>
                  </a:lnTo>
                  <a:cubicBezTo>
                    <a:pt x="142941" y="4894"/>
                    <a:pt x="142354" y="3198"/>
                    <a:pt x="141212" y="1958"/>
                  </a:cubicBezTo>
                  <a:cubicBezTo>
                    <a:pt x="140038" y="686"/>
                    <a:pt x="138407" y="1"/>
                    <a:pt x="1367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109"/>
            <p:cNvSpPr/>
            <p:nvPr/>
          </p:nvSpPr>
          <p:spPr>
            <a:xfrm>
              <a:off x="3800200" y="1390400"/>
              <a:ext cx="1786775" cy="4066925"/>
            </a:xfrm>
            <a:custGeom>
              <a:avLst/>
              <a:gdLst/>
              <a:ahLst/>
              <a:cxnLst/>
              <a:rect l="l" t="t" r="r" b="b"/>
              <a:pathLst>
                <a:path w="71471" h="162677" extrusionOk="0">
                  <a:moveTo>
                    <a:pt x="1" y="1"/>
                  </a:moveTo>
                  <a:lnTo>
                    <a:pt x="1" y="162676"/>
                  </a:lnTo>
                  <a:lnTo>
                    <a:pt x="53008" y="162676"/>
                  </a:lnTo>
                  <a:cubicBezTo>
                    <a:pt x="56205" y="162676"/>
                    <a:pt x="58847" y="160230"/>
                    <a:pt x="59108" y="157066"/>
                  </a:cubicBezTo>
                  <a:lnTo>
                    <a:pt x="71340" y="6590"/>
                  </a:lnTo>
                  <a:cubicBezTo>
                    <a:pt x="71471" y="4894"/>
                    <a:pt x="70884" y="3198"/>
                    <a:pt x="69742" y="1958"/>
                  </a:cubicBezTo>
                  <a:cubicBezTo>
                    <a:pt x="68568" y="686"/>
                    <a:pt x="66937" y="1"/>
                    <a:pt x="652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109"/>
            <p:cNvSpPr/>
            <p:nvPr/>
          </p:nvSpPr>
          <p:spPr>
            <a:xfrm>
              <a:off x="2016700" y="238125"/>
              <a:ext cx="3567025" cy="1304800"/>
            </a:xfrm>
            <a:custGeom>
              <a:avLst/>
              <a:gdLst/>
              <a:ahLst/>
              <a:cxnLst/>
              <a:rect l="l" t="t" r="r" b="b"/>
              <a:pathLst>
                <a:path w="142681" h="52192" extrusionOk="0">
                  <a:moveTo>
                    <a:pt x="31022" y="0"/>
                  </a:moveTo>
                  <a:cubicBezTo>
                    <a:pt x="23292" y="0"/>
                    <a:pt x="16343" y="4893"/>
                    <a:pt x="13734" y="12200"/>
                  </a:cubicBezTo>
                  <a:lnTo>
                    <a:pt x="327" y="50169"/>
                  </a:lnTo>
                  <a:cubicBezTo>
                    <a:pt x="99" y="50822"/>
                    <a:pt x="1" y="51507"/>
                    <a:pt x="1" y="52192"/>
                  </a:cubicBezTo>
                  <a:lnTo>
                    <a:pt x="142680" y="52192"/>
                  </a:lnTo>
                  <a:cubicBezTo>
                    <a:pt x="142680" y="51637"/>
                    <a:pt x="142615" y="51083"/>
                    <a:pt x="142452" y="50528"/>
                  </a:cubicBezTo>
                  <a:lnTo>
                    <a:pt x="131948" y="13309"/>
                  </a:lnTo>
                  <a:cubicBezTo>
                    <a:pt x="129698" y="5480"/>
                    <a:pt x="122456" y="0"/>
                    <a:pt x="1143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109"/>
            <p:cNvSpPr/>
            <p:nvPr/>
          </p:nvSpPr>
          <p:spPr>
            <a:xfrm>
              <a:off x="3800200" y="238125"/>
              <a:ext cx="1783525" cy="1304800"/>
            </a:xfrm>
            <a:custGeom>
              <a:avLst/>
              <a:gdLst/>
              <a:ahLst/>
              <a:cxnLst/>
              <a:rect l="l" t="t" r="r" b="b"/>
              <a:pathLst>
                <a:path w="71341" h="52192" extrusionOk="0">
                  <a:moveTo>
                    <a:pt x="1" y="0"/>
                  </a:moveTo>
                  <a:lnTo>
                    <a:pt x="1" y="52192"/>
                  </a:lnTo>
                  <a:lnTo>
                    <a:pt x="71340" y="52192"/>
                  </a:lnTo>
                  <a:cubicBezTo>
                    <a:pt x="71340" y="51637"/>
                    <a:pt x="71275" y="51083"/>
                    <a:pt x="71112" y="50528"/>
                  </a:cubicBezTo>
                  <a:lnTo>
                    <a:pt x="60608" y="13309"/>
                  </a:lnTo>
                  <a:cubicBezTo>
                    <a:pt x="58358" y="5480"/>
                    <a:pt x="51116" y="0"/>
                    <a:pt x="4296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109"/>
            <p:cNvSpPr/>
            <p:nvPr/>
          </p:nvSpPr>
          <p:spPr>
            <a:xfrm>
              <a:off x="1772050" y="1390400"/>
              <a:ext cx="4057125" cy="305850"/>
            </a:xfrm>
            <a:custGeom>
              <a:avLst/>
              <a:gdLst/>
              <a:ahLst/>
              <a:cxnLst/>
              <a:rect l="l" t="t" r="r" b="b"/>
              <a:pathLst>
                <a:path w="162285" h="12234" extrusionOk="0">
                  <a:moveTo>
                    <a:pt x="6101" y="1"/>
                  </a:moveTo>
                  <a:cubicBezTo>
                    <a:pt x="2708" y="1"/>
                    <a:pt x="1" y="2708"/>
                    <a:pt x="1" y="6101"/>
                  </a:cubicBezTo>
                  <a:cubicBezTo>
                    <a:pt x="1" y="9493"/>
                    <a:pt x="2708" y="12233"/>
                    <a:pt x="6101" y="12233"/>
                  </a:cubicBezTo>
                  <a:lnTo>
                    <a:pt x="156152" y="12233"/>
                  </a:lnTo>
                  <a:cubicBezTo>
                    <a:pt x="159545" y="12233"/>
                    <a:pt x="162285" y="9493"/>
                    <a:pt x="162285" y="6101"/>
                  </a:cubicBezTo>
                  <a:cubicBezTo>
                    <a:pt x="162285" y="2708"/>
                    <a:pt x="159545" y="1"/>
                    <a:pt x="15615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109"/>
            <p:cNvSpPr/>
            <p:nvPr/>
          </p:nvSpPr>
          <p:spPr>
            <a:xfrm>
              <a:off x="3800200" y="1390400"/>
              <a:ext cx="2028975" cy="305850"/>
            </a:xfrm>
            <a:custGeom>
              <a:avLst/>
              <a:gdLst/>
              <a:ahLst/>
              <a:cxnLst/>
              <a:rect l="l" t="t" r="r" b="b"/>
              <a:pathLst>
                <a:path w="81159" h="12234" extrusionOk="0">
                  <a:moveTo>
                    <a:pt x="1" y="1"/>
                  </a:moveTo>
                  <a:lnTo>
                    <a:pt x="1" y="12233"/>
                  </a:lnTo>
                  <a:lnTo>
                    <a:pt x="75026" y="12233"/>
                  </a:lnTo>
                  <a:cubicBezTo>
                    <a:pt x="78419" y="12233"/>
                    <a:pt x="81159" y="9493"/>
                    <a:pt x="81159" y="6101"/>
                  </a:cubicBezTo>
                  <a:cubicBezTo>
                    <a:pt x="81159" y="2708"/>
                    <a:pt x="78419" y="1"/>
                    <a:pt x="750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109"/>
            <p:cNvSpPr/>
            <p:nvPr/>
          </p:nvSpPr>
          <p:spPr>
            <a:xfrm>
              <a:off x="2156150" y="3266050"/>
              <a:ext cx="1075675" cy="305825"/>
            </a:xfrm>
            <a:custGeom>
              <a:avLst/>
              <a:gdLst/>
              <a:ahLst/>
              <a:cxnLst/>
              <a:rect l="l" t="t" r="r" b="b"/>
              <a:pathLst>
                <a:path w="43027" h="12233" extrusionOk="0">
                  <a:moveTo>
                    <a:pt x="1" y="1"/>
                  </a:moveTo>
                  <a:lnTo>
                    <a:pt x="980" y="12233"/>
                  </a:lnTo>
                  <a:lnTo>
                    <a:pt x="36894" y="12233"/>
                  </a:lnTo>
                  <a:cubicBezTo>
                    <a:pt x="40286" y="12233"/>
                    <a:pt x="43027" y="9460"/>
                    <a:pt x="43027" y="6100"/>
                  </a:cubicBezTo>
                  <a:cubicBezTo>
                    <a:pt x="43027" y="2741"/>
                    <a:pt x="40286" y="1"/>
                    <a:pt x="368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109"/>
            <p:cNvSpPr/>
            <p:nvPr/>
          </p:nvSpPr>
          <p:spPr>
            <a:xfrm>
              <a:off x="4366975" y="3266050"/>
              <a:ext cx="1077300" cy="305825"/>
            </a:xfrm>
            <a:custGeom>
              <a:avLst/>
              <a:gdLst/>
              <a:ahLst/>
              <a:cxnLst/>
              <a:rect l="l" t="t" r="r" b="b"/>
              <a:pathLst>
                <a:path w="43092" h="12233" extrusionOk="0">
                  <a:moveTo>
                    <a:pt x="6100" y="1"/>
                  </a:moveTo>
                  <a:cubicBezTo>
                    <a:pt x="2740" y="1"/>
                    <a:pt x="0" y="2741"/>
                    <a:pt x="0" y="6100"/>
                  </a:cubicBezTo>
                  <a:cubicBezTo>
                    <a:pt x="0" y="9460"/>
                    <a:pt x="2740" y="12233"/>
                    <a:pt x="6100" y="12233"/>
                  </a:cubicBezTo>
                  <a:lnTo>
                    <a:pt x="42113" y="12233"/>
                  </a:lnTo>
                  <a:lnTo>
                    <a:pt x="4309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109"/>
            <p:cNvSpPr/>
            <p:nvPr/>
          </p:nvSpPr>
          <p:spPr>
            <a:xfrm>
              <a:off x="2886850" y="2522475"/>
              <a:ext cx="1825925" cy="1783350"/>
            </a:xfrm>
            <a:custGeom>
              <a:avLst/>
              <a:gdLst/>
              <a:ahLst/>
              <a:cxnLst/>
              <a:rect l="l" t="t" r="r" b="b"/>
              <a:pathLst>
                <a:path w="73037" h="71334" extrusionOk="0">
                  <a:moveTo>
                    <a:pt x="43071" y="1"/>
                  </a:moveTo>
                  <a:cubicBezTo>
                    <a:pt x="41771" y="1"/>
                    <a:pt x="40450" y="74"/>
                    <a:pt x="39112" y="223"/>
                  </a:cubicBezTo>
                  <a:cubicBezTo>
                    <a:pt x="31903" y="1038"/>
                    <a:pt x="24824" y="3941"/>
                    <a:pt x="18659" y="8606"/>
                  </a:cubicBezTo>
                  <a:cubicBezTo>
                    <a:pt x="18659" y="8606"/>
                    <a:pt x="21073" y="13695"/>
                    <a:pt x="18659" y="16337"/>
                  </a:cubicBezTo>
                  <a:cubicBezTo>
                    <a:pt x="17232" y="17899"/>
                    <a:pt x="14220" y="18218"/>
                    <a:pt x="11995" y="18218"/>
                  </a:cubicBezTo>
                  <a:cubicBezTo>
                    <a:pt x="10458" y="18218"/>
                    <a:pt x="9297" y="18066"/>
                    <a:pt x="9297" y="18066"/>
                  </a:cubicBezTo>
                  <a:cubicBezTo>
                    <a:pt x="4730" y="24166"/>
                    <a:pt x="1892" y="31146"/>
                    <a:pt x="1109" y="38257"/>
                  </a:cubicBezTo>
                  <a:cubicBezTo>
                    <a:pt x="0" y="47978"/>
                    <a:pt x="2871" y="56785"/>
                    <a:pt x="9134" y="63048"/>
                  </a:cubicBezTo>
                  <a:cubicBezTo>
                    <a:pt x="14549" y="68463"/>
                    <a:pt x="21823" y="71334"/>
                    <a:pt x="29978" y="71334"/>
                  </a:cubicBezTo>
                  <a:cubicBezTo>
                    <a:pt x="31283" y="71334"/>
                    <a:pt x="32588" y="71236"/>
                    <a:pt x="33958" y="71106"/>
                  </a:cubicBezTo>
                  <a:cubicBezTo>
                    <a:pt x="41232" y="70290"/>
                    <a:pt x="48376" y="67322"/>
                    <a:pt x="54573" y="62592"/>
                  </a:cubicBezTo>
                  <a:cubicBezTo>
                    <a:pt x="54573" y="62592"/>
                    <a:pt x="51246" y="59362"/>
                    <a:pt x="53464" y="55742"/>
                  </a:cubicBezTo>
                  <a:cubicBezTo>
                    <a:pt x="55049" y="53179"/>
                    <a:pt x="59795" y="52812"/>
                    <a:pt x="62378" y="52812"/>
                  </a:cubicBezTo>
                  <a:cubicBezTo>
                    <a:pt x="63411" y="52812"/>
                    <a:pt x="64098" y="52871"/>
                    <a:pt x="64098" y="52871"/>
                  </a:cubicBezTo>
                  <a:cubicBezTo>
                    <a:pt x="68437" y="46869"/>
                    <a:pt x="71209" y="40019"/>
                    <a:pt x="71960" y="33071"/>
                  </a:cubicBezTo>
                  <a:cubicBezTo>
                    <a:pt x="73036" y="23350"/>
                    <a:pt x="70198" y="14543"/>
                    <a:pt x="63935" y="8280"/>
                  </a:cubicBezTo>
                  <a:cubicBezTo>
                    <a:pt x="58507" y="2879"/>
                    <a:pt x="51210" y="1"/>
                    <a:pt x="430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109"/>
            <p:cNvSpPr/>
            <p:nvPr/>
          </p:nvSpPr>
          <p:spPr>
            <a:xfrm>
              <a:off x="3800200" y="2522475"/>
              <a:ext cx="913375" cy="1767875"/>
            </a:xfrm>
            <a:custGeom>
              <a:avLst/>
              <a:gdLst/>
              <a:ahLst/>
              <a:cxnLst/>
              <a:rect l="l" t="t" r="r" b="b"/>
              <a:pathLst>
                <a:path w="36535" h="70715" extrusionOk="0">
                  <a:moveTo>
                    <a:pt x="6539" y="1"/>
                  </a:moveTo>
                  <a:cubicBezTo>
                    <a:pt x="5238" y="1"/>
                    <a:pt x="3916" y="74"/>
                    <a:pt x="2578" y="223"/>
                  </a:cubicBezTo>
                  <a:cubicBezTo>
                    <a:pt x="1729" y="320"/>
                    <a:pt x="849" y="451"/>
                    <a:pt x="1" y="614"/>
                  </a:cubicBezTo>
                  <a:lnTo>
                    <a:pt x="1" y="70714"/>
                  </a:lnTo>
                  <a:cubicBezTo>
                    <a:pt x="6394" y="69572"/>
                    <a:pt x="12592" y="66767"/>
                    <a:pt x="18039" y="62592"/>
                  </a:cubicBezTo>
                  <a:cubicBezTo>
                    <a:pt x="18039" y="62592"/>
                    <a:pt x="14712" y="59362"/>
                    <a:pt x="16930" y="55742"/>
                  </a:cubicBezTo>
                  <a:cubicBezTo>
                    <a:pt x="18515" y="53179"/>
                    <a:pt x="23261" y="52812"/>
                    <a:pt x="25844" y="52812"/>
                  </a:cubicBezTo>
                  <a:cubicBezTo>
                    <a:pt x="26877" y="52812"/>
                    <a:pt x="27564" y="52871"/>
                    <a:pt x="27564" y="52871"/>
                  </a:cubicBezTo>
                  <a:cubicBezTo>
                    <a:pt x="31903" y="46869"/>
                    <a:pt x="34675" y="40019"/>
                    <a:pt x="35426" y="33071"/>
                  </a:cubicBezTo>
                  <a:cubicBezTo>
                    <a:pt x="36535" y="23350"/>
                    <a:pt x="33664" y="14543"/>
                    <a:pt x="27401" y="8280"/>
                  </a:cubicBezTo>
                  <a:cubicBezTo>
                    <a:pt x="22001" y="2879"/>
                    <a:pt x="14684" y="1"/>
                    <a:pt x="6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109"/>
            <p:cNvSpPr/>
            <p:nvPr/>
          </p:nvSpPr>
          <p:spPr>
            <a:xfrm>
              <a:off x="3119250" y="2737600"/>
              <a:ext cx="1370075" cy="1349675"/>
            </a:xfrm>
            <a:custGeom>
              <a:avLst/>
              <a:gdLst/>
              <a:ahLst/>
              <a:cxnLst/>
              <a:rect l="l" t="t" r="r" b="b"/>
              <a:pathLst>
                <a:path w="54803" h="53987" extrusionOk="0">
                  <a:moveTo>
                    <a:pt x="9363" y="1"/>
                  </a:moveTo>
                  <a:cubicBezTo>
                    <a:pt x="7667" y="1306"/>
                    <a:pt x="6003" y="2741"/>
                    <a:pt x="4470" y="4274"/>
                  </a:cubicBezTo>
                  <a:cubicBezTo>
                    <a:pt x="2839" y="5905"/>
                    <a:pt x="1338" y="7634"/>
                    <a:pt x="1" y="9461"/>
                  </a:cubicBezTo>
                  <a:cubicBezTo>
                    <a:pt x="14582" y="15202"/>
                    <a:pt x="21204" y="19834"/>
                    <a:pt x="21139" y="27173"/>
                  </a:cubicBezTo>
                  <a:cubicBezTo>
                    <a:pt x="20910" y="44429"/>
                    <a:pt x="29522" y="48604"/>
                    <a:pt x="45277" y="53987"/>
                  </a:cubicBezTo>
                  <a:cubicBezTo>
                    <a:pt x="46941" y="52715"/>
                    <a:pt x="48507" y="51345"/>
                    <a:pt x="50007" y="49844"/>
                  </a:cubicBezTo>
                  <a:cubicBezTo>
                    <a:pt x="51769" y="48083"/>
                    <a:pt x="53367" y="46223"/>
                    <a:pt x="54802" y="44266"/>
                  </a:cubicBezTo>
                  <a:cubicBezTo>
                    <a:pt x="54215" y="44070"/>
                    <a:pt x="53661" y="43875"/>
                    <a:pt x="53106" y="43712"/>
                  </a:cubicBezTo>
                  <a:cubicBezTo>
                    <a:pt x="34350" y="37416"/>
                    <a:pt x="33241" y="36503"/>
                    <a:pt x="33371" y="27304"/>
                  </a:cubicBezTo>
                  <a:cubicBezTo>
                    <a:pt x="33534" y="13375"/>
                    <a:pt x="22802" y="5775"/>
                    <a:pt x="93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109"/>
            <p:cNvSpPr/>
            <p:nvPr/>
          </p:nvSpPr>
          <p:spPr>
            <a:xfrm>
              <a:off x="3800200" y="3023025"/>
              <a:ext cx="688300" cy="1064250"/>
            </a:xfrm>
            <a:custGeom>
              <a:avLst/>
              <a:gdLst/>
              <a:ahLst/>
              <a:cxnLst/>
              <a:rect l="l" t="t" r="r" b="b"/>
              <a:pathLst>
                <a:path w="27532" h="42570" extrusionOk="0">
                  <a:moveTo>
                    <a:pt x="1" y="1"/>
                  </a:moveTo>
                  <a:lnTo>
                    <a:pt x="1" y="33632"/>
                  </a:lnTo>
                  <a:cubicBezTo>
                    <a:pt x="4111" y="37481"/>
                    <a:pt x="10178" y="39862"/>
                    <a:pt x="18039" y="42570"/>
                  </a:cubicBezTo>
                  <a:cubicBezTo>
                    <a:pt x="19703" y="41298"/>
                    <a:pt x="21269" y="39928"/>
                    <a:pt x="22769" y="38427"/>
                  </a:cubicBezTo>
                  <a:cubicBezTo>
                    <a:pt x="24531" y="36666"/>
                    <a:pt x="26129" y="34806"/>
                    <a:pt x="27532" y="32849"/>
                  </a:cubicBezTo>
                  <a:cubicBezTo>
                    <a:pt x="26977" y="32653"/>
                    <a:pt x="26390" y="32458"/>
                    <a:pt x="25868" y="32295"/>
                  </a:cubicBezTo>
                  <a:cubicBezTo>
                    <a:pt x="7112" y="25999"/>
                    <a:pt x="6003" y="25086"/>
                    <a:pt x="6133" y="15887"/>
                  </a:cubicBezTo>
                  <a:cubicBezTo>
                    <a:pt x="6198" y="9363"/>
                    <a:pt x="3882" y="4209"/>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6" name="Google Shape;3956;p109"/>
          <p:cNvGrpSpPr/>
          <p:nvPr/>
        </p:nvGrpSpPr>
        <p:grpSpPr>
          <a:xfrm>
            <a:off x="2748675" y="1548526"/>
            <a:ext cx="533924" cy="457394"/>
            <a:chOff x="1190625" y="609975"/>
            <a:chExt cx="5219200" cy="4475475"/>
          </a:xfrm>
        </p:grpSpPr>
        <p:sp>
          <p:nvSpPr>
            <p:cNvPr id="3957" name="Google Shape;3957;p109"/>
            <p:cNvSpPr/>
            <p:nvPr/>
          </p:nvSpPr>
          <p:spPr>
            <a:xfrm>
              <a:off x="1851975" y="3790425"/>
              <a:ext cx="1123775" cy="1131925"/>
            </a:xfrm>
            <a:custGeom>
              <a:avLst/>
              <a:gdLst/>
              <a:ahLst/>
              <a:cxnLst/>
              <a:rect l="l" t="t" r="r" b="b"/>
              <a:pathLst>
                <a:path w="44951" h="45277" extrusionOk="0">
                  <a:moveTo>
                    <a:pt x="22476" y="0"/>
                  </a:moveTo>
                  <a:cubicBezTo>
                    <a:pt x="10080" y="0"/>
                    <a:pt x="1" y="10080"/>
                    <a:pt x="1" y="22475"/>
                  </a:cubicBezTo>
                  <a:cubicBezTo>
                    <a:pt x="1" y="28477"/>
                    <a:pt x="2317" y="34153"/>
                    <a:pt x="6557" y="38492"/>
                  </a:cubicBezTo>
                  <a:cubicBezTo>
                    <a:pt x="10798" y="42863"/>
                    <a:pt x="16474" y="45277"/>
                    <a:pt x="22476" y="45277"/>
                  </a:cubicBezTo>
                  <a:cubicBezTo>
                    <a:pt x="28478" y="45277"/>
                    <a:pt x="34154" y="42863"/>
                    <a:pt x="38394" y="38492"/>
                  </a:cubicBezTo>
                  <a:cubicBezTo>
                    <a:pt x="42635" y="34153"/>
                    <a:pt x="44951" y="28477"/>
                    <a:pt x="44951" y="22475"/>
                  </a:cubicBezTo>
                  <a:cubicBezTo>
                    <a:pt x="44951" y="10080"/>
                    <a:pt x="34871" y="0"/>
                    <a:pt x="224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109"/>
            <p:cNvSpPr/>
            <p:nvPr/>
          </p:nvSpPr>
          <p:spPr>
            <a:xfrm>
              <a:off x="1690500" y="3627325"/>
              <a:ext cx="1447550" cy="1458125"/>
            </a:xfrm>
            <a:custGeom>
              <a:avLst/>
              <a:gdLst/>
              <a:ahLst/>
              <a:cxnLst/>
              <a:rect l="l" t="t" r="r" b="b"/>
              <a:pathLst>
                <a:path w="57902" h="58325" extrusionOk="0">
                  <a:moveTo>
                    <a:pt x="28935" y="12233"/>
                  </a:moveTo>
                  <a:cubicBezTo>
                    <a:pt x="38166" y="12233"/>
                    <a:pt x="45669" y="19735"/>
                    <a:pt x="45669" y="28967"/>
                  </a:cubicBezTo>
                  <a:cubicBezTo>
                    <a:pt x="45669" y="38231"/>
                    <a:pt x="38003" y="46092"/>
                    <a:pt x="28935" y="46092"/>
                  </a:cubicBezTo>
                  <a:cubicBezTo>
                    <a:pt x="19866" y="46092"/>
                    <a:pt x="12233" y="38231"/>
                    <a:pt x="12233" y="28967"/>
                  </a:cubicBezTo>
                  <a:cubicBezTo>
                    <a:pt x="12233" y="19735"/>
                    <a:pt x="19703" y="12233"/>
                    <a:pt x="28935" y="12233"/>
                  </a:cubicBezTo>
                  <a:close/>
                  <a:moveTo>
                    <a:pt x="28935" y="0"/>
                  </a:moveTo>
                  <a:cubicBezTo>
                    <a:pt x="12984" y="0"/>
                    <a:pt x="1" y="12983"/>
                    <a:pt x="1" y="28967"/>
                  </a:cubicBezTo>
                  <a:cubicBezTo>
                    <a:pt x="1" y="36698"/>
                    <a:pt x="2969" y="44004"/>
                    <a:pt x="8417" y="49582"/>
                  </a:cubicBezTo>
                  <a:cubicBezTo>
                    <a:pt x="13897" y="55226"/>
                    <a:pt x="21204" y="58324"/>
                    <a:pt x="28935" y="58324"/>
                  </a:cubicBezTo>
                  <a:cubicBezTo>
                    <a:pt x="36666" y="58324"/>
                    <a:pt x="43973" y="55226"/>
                    <a:pt x="49453" y="49582"/>
                  </a:cubicBezTo>
                  <a:cubicBezTo>
                    <a:pt x="54900" y="44004"/>
                    <a:pt x="57901" y="36698"/>
                    <a:pt x="57901" y="28967"/>
                  </a:cubicBezTo>
                  <a:cubicBezTo>
                    <a:pt x="57901" y="12983"/>
                    <a:pt x="44886" y="0"/>
                    <a:pt x="2893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109"/>
            <p:cNvSpPr/>
            <p:nvPr/>
          </p:nvSpPr>
          <p:spPr>
            <a:xfrm>
              <a:off x="4787775" y="3790425"/>
              <a:ext cx="1123775" cy="1131925"/>
            </a:xfrm>
            <a:custGeom>
              <a:avLst/>
              <a:gdLst/>
              <a:ahLst/>
              <a:cxnLst/>
              <a:rect l="l" t="t" r="r" b="b"/>
              <a:pathLst>
                <a:path w="44951" h="45277" extrusionOk="0">
                  <a:moveTo>
                    <a:pt x="22475" y="0"/>
                  </a:moveTo>
                  <a:cubicBezTo>
                    <a:pt x="10080" y="0"/>
                    <a:pt x="0" y="10080"/>
                    <a:pt x="0" y="22475"/>
                  </a:cubicBezTo>
                  <a:cubicBezTo>
                    <a:pt x="0" y="28477"/>
                    <a:pt x="2316" y="34153"/>
                    <a:pt x="6557" y="38492"/>
                  </a:cubicBezTo>
                  <a:cubicBezTo>
                    <a:pt x="10797" y="42863"/>
                    <a:pt x="16473" y="45277"/>
                    <a:pt x="22475" y="45277"/>
                  </a:cubicBezTo>
                  <a:cubicBezTo>
                    <a:pt x="28477" y="45277"/>
                    <a:pt x="34153" y="42863"/>
                    <a:pt x="38394" y="38492"/>
                  </a:cubicBezTo>
                  <a:cubicBezTo>
                    <a:pt x="42634" y="34153"/>
                    <a:pt x="44950" y="28477"/>
                    <a:pt x="44950" y="22475"/>
                  </a:cubicBezTo>
                  <a:cubicBezTo>
                    <a:pt x="44950" y="10080"/>
                    <a:pt x="34871" y="0"/>
                    <a:pt x="2247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109"/>
            <p:cNvSpPr/>
            <p:nvPr/>
          </p:nvSpPr>
          <p:spPr>
            <a:xfrm>
              <a:off x="4626300" y="3627325"/>
              <a:ext cx="1447525" cy="1458125"/>
            </a:xfrm>
            <a:custGeom>
              <a:avLst/>
              <a:gdLst/>
              <a:ahLst/>
              <a:cxnLst/>
              <a:rect l="l" t="t" r="r" b="b"/>
              <a:pathLst>
                <a:path w="57901" h="58325" extrusionOk="0">
                  <a:moveTo>
                    <a:pt x="28934" y="12233"/>
                  </a:moveTo>
                  <a:cubicBezTo>
                    <a:pt x="38166" y="12233"/>
                    <a:pt x="45668" y="19735"/>
                    <a:pt x="45668" y="28967"/>
                  </a:cubicBezTo>
                  <a:cubicBezTo>
                    <a:pt x="45668" y="38231"/>
                    <a:pt x="38003" y="46092"/>
                    <a:pt x="28934" y="46092"/>
                  </a:cubicBezTo>
                  <a:cubicBezTo>
                    <a:pt x="19866" y="46092"/>
                    <a:pt x="12233" y="38231"/>
                    <a:pt x="12233" y="28967"/>
                  </a:cubicBezTo>
                  <a:cubicBezTo>
                    <a:pt x="12233" y="19735"/>
                    <a:pt x="19703" y="12233"/>
                    <a:pt x="28934" y="12233"/>
                  </a:cubicBezTo>
                  <a:close/>
                  <a:moveTo>
                    <a:pt x="28934" y="0"/>
                  </a:moveTo>
                  <a:cubicBezTo>
                    <a:pt x="12983" y="0"/>
                    <a:pt x="0" y="12983"/>
                    <a:pt x="0" y="28967"/>
                  </a:cubicBezTo>
                  <a:cubicBezTo>
                    <a:pt x="0" y="36698"/>
                    <a:pt x="2969" y="44004"/>
                    <a:pt x="8416" y="49582"/>
                  </a:cubicBezTo>
                  <a:cubicBezTo>
                    <a:pt x="13897" y="55226"/>
                    <a:pt x="21203" y="58324"/>
                    <a:pt x="28934" y="58324"/>
                  </a:cubicBezTo>
                  <a:cubicBezTo>
                    <a:pt x="36665" y="58324"/>
                    <a:pt x="43972" y="55226"/>
                    <a:pt x="49452" y="49582"/>
                  </a:cubicBezTo>
                  <a:cubicBezTo>
                    <a:pt x="54900" y="44004"/>
                    <a:pt x="57901" y="36698"/>
                    <a:pt x="57901" y="28967"/>
                  </a:cubicBezTo>
                  <a:cubicBezTo>
                    <a:pt x="57901" y="12983"/>
                    <a:pt x="44885" y="0"/>
                    <a:pt x="289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109"/>
            <p:cNvSpPr/>
            <p:nvPr/>
          </p:nvSpPr>
          <p:spPr>
            <a:xfrm>
              <a:off x="4300100" y="1017725"/>
              <a:ext cx="2109725" cy="1855275"/>
            </a:xfrm>
            <a:custGeom>
              <a:avLst/>
              <a:gdLst/>
              <a:ahLst/>
              <a:cxnLst/>
              <a:rect l="l" t="t" r="r" b="b"/>
              <a:pathLst>
                <a:path w="84389" h="74211" extrusionOk="0">
                  <a:moveTo>
                    <a:pt x="6100" y="1"/>
                  </a:moveTo>
                  <a:cubicBezTo>
                    <a:pt x="2741" y="1"/>
                    <a:pt x="1" y="2741"/>
                    <a:pt x="1" y="6133"/>
                  </a:cubicBezTo>
                  <a:lnTo>
                    <a:pt x="1" y="68111"/>
                  </a:lnTo>
                  <a:cubicBezTo>
                    <a:pt x="1" y="71471"/>
                    <a:pt x="2741" y="74211"/>
                    <a:pt x="6100" y="74211"/>
                  </a:cubicBezTo>
                  <a:lnTo>
                    <a:pt x="78288" y="74211"/>
                  </a:lnTo>
                  <a:cubicBezTo>
                    <a:pt x="80245" y="74211"/>
                    <a:pt x="82105" y="73265"/>
                    <a:pt x="83246" y="71634"/>
                  </a:cubicBezTo>
                  <a:cubicBezTo>
                    <a:pt x="83997" y="70590"/>
                    <a:pt x="84388" y="69350"/>
                    <a:pt x="84388" y="68111"/>
                  </a:cubicBezTo>
                  <a:cubicBezTo>
                    <a:pt x="84388" y="67426"/>
                    <a:pt x="84290" y="66741"/>
                    <a:pt x="84062" y="66088"/>
                  </a:cubicBezTo>
                  <a:lnTo>
                    <a:pt x="82627" y="61978"/>
                  </a:lnTo>
                  <a:lnTo>
                    <a:pt x="79821" y="53954"/>
                  </a:lnTo>
                  <a:cubicBezTo>
                    <a:pt x="74831" y="38231"/>
                    <a:pt x="65142" y="24726"/>
                    <a:pt x="51801" y="14973"/>
                  </a:cubicBezTo>
                  <a:cubicBezTo>
                    <a:pt x="38459" y="5187"/>
                    <a:pt x="22671"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109"/>
            <p:cNvSpPr/>
            <p:nvPr/>
          </p:nvSpPr>
          <p:spPr>
            <a:xfrm>
              <a:off x="4300100" y="2567175"/>
              <a:ext cx="2109725" cy="1773725"/>
            </a:xfrm>
            <a:custGeom>
              <a:avLst/>
              <a:gdLst/>
              <a:ahLst/>
              <a:cxnLst/>
              <a:rect l="l" t="t" r="r" b="b"/>
              <a:pathLst>
                <a:path w="84389" h="70949" extrusionOk="0">
                  <a:moveTo>
                    <a:pt x="6100" y="0"/>
                  </a:moveTo>
                  <a:cubicBezTo>
                    <a:pt x="2741" y="0"/>
                    <a:pt x="1" y="2740"/>
                    <a:pt x="1" y="6133"/>
                  </a:cubicBezTo>
                  <a:lnTo>
                    <a:pt x="1" y="64849"/>
                  </a:lnTo>
                  <a:cubicBezTo>
                    <a:pt x="1" y="68208"/>
                    <a:pt x="2741" y="70949"/>
                    <a:pt x="6100" y="70949"/>
                  </a:cubicBezTo>
                  <a:lnTo>
                    <a:pt x="78288" y="70949"/>
                  </a:lnTo>
                  <a:cubicBezTo>
                    <a:pt x="81648" y="70949"/>
                    <a:pt x="84388" y="68208"/>
                    <a:pt x="84388" y="64849"/>
                  </a:cubicBezTo>
                  <a:lnTo>
                    <a:pt x="84388" y="6133"/>
                  </a:lnTo>
                  <a:cubicBezTo>
                    <a:pt x="84388" y="5448"/>
                    <a:pt x="84290" y="4763"/>
                    <a:pt x="84062" y="4110"/>
                  </a:cubicBezTo>
                  <a:lnTo>
                    <a:pt x="8262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109"/>
            <p:cNvSpPr/>
            <p:nvPr/>
          </p:nvSpPr>
          <p:spPr>
            <a:xfrm>
              <a:off x="1190625" y="609975"/>
              <a:ext cx="3415300" cy="3730925"/>
            </a:xfrm>
            <a:custGeom>
              <a:avLst/>
              <a:gdLst/>
              <a:ahLst/>
              <a:cxnLst/>
              <a:rect l="l" t="t" r="r" b="b"/>
              <a:pathLst>
                <a:path w="136612" h="149237" extrusionOk="0">
                  <a:moveTo>
                    <a:pt x="6133" y="1"/>
                  </a:moveTo>
                  <a:cubicBezTo>
                    <a:pt x="2740" y="1"/>
                    <a:pt x="0" y="2741"/>
                    <a:pt x="0" y="6133"/>
                  </a:cubicBezTo>
                  <a:lnTo>
                    <a:pt x="0" y="143137"/>
                  </a:lnTo>
                  <a:cubicBezTo>
                    <a:pt x="0" y="146496"/>
                    <a:pt x="2740" y="149237"/>
                    <a:pt x="6133" y="149237"/>
                  </a:cubicBezTo>
                  <a:lnTo>
                    <a:pt x="136612" y="149237"/>
                  </a:lnTo>
                  <a:lnTo>
                    <a:pt x="136612" y="6133"/>
                  </a:lnTo>
                  <a:cubicBezTo>
                    <a:pt x="136612" y="2741"/>
                    <a:pt x="133872" y="1"/>
                    <a:pt x="13047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109"/>
            <p:cNvSpPr/>
            <p:nvPr/>
          </p:nvSpPr>
          <p:spPr>
            <a:xfrm>
              <a:off x="2903150" y="609975"/>
              <a:ext cx="1702775" cy="3730925"/>
            </a:xfrm>
            <a:custGeom>
              <a:avLst/>
              <a:gdLst/>
              <a:ahLst/>
              <a:cxnLst/>
              <a:rect l="l" t="t" r="r" b="b"/>
              <a:pathLst>
                <a:path w="68111" h="149237" extrusionOk="0">
                  <a:moveTo>
                    <a:pt x="1" y="1"/>
                  </a:moveTo>
                  <a:lnTo>
                    <a:pt x="1" y="149237"/>
                  </a:lnTo>
                  <a:lnTo>
                    <a:pt x="68111" y="149237"/>
                  </a:lnTo>
                  <a:lnTo>
                    <a:pt x="68111" y="6133"/>
                  </a:lnTo>
                  <a:cubicBezTo>
                    <a:pt x="68111" y="2741"/>
                    <a:pt x="65371" y="1"/>
                    <a:pt x="6197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109"/>
            <p:cNvSpPr/>
            <p:nvPr/>
          </p:nvSpPr>
          <p:spPr>
            <a:xfrm>
              <a:off x="4952500" y="3219575"/>
              <a:ext cx="550475" cy="305825"/>
            </a:xfrm>
            <a:custGeom>
              <a:avLst/>
              <a:gdLst/>
              <a:ahLst/>
              <a:cxnLst/>
              <a:rect l="l" t="t" r="r" b="b"/>
              <a:pathLst>
                <a:path w="22019" h="12233" extrusionOk="0">
                  <a:moveTo>
                    <a:pt x="6100" y="0"/>
                  </a:moveTo>
                  <a:cubicBezTo>
                    <a:pt x="2708" y="0"/>
                    <a:pt x="0" y="2740"/>
                    <a:pt x="0" y="6133"/>
                  </a:cubicBezTo>
                  <a:cubicBezTo>
                    <a:pt x="0" y="9493"/>
                    <a:pt x="2708" y="12233"/>
                    <a:pt x="6100" y="12233"/>
                  </a:cubicBezTo>
                  <a:lnTo>
                    <a:pt x="15886" y="12233"/>
                  </a:lnTo>
                  <a:cubicBezTo>
                    <a:pt x="19279" y="12233"/>
                    <a:pt x="22019" y="9493"/>
                    <a:pt x="22019" y="6133"/>
                  </a:cubicBezTo>
                  <a:cubicBezTo>
                    <a:pt x="22019" y="2740"/>
                    <a:pt x="19279" y="0"/>
                    <a:pt x="1588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109"/>
            <p:cNvSpPr/>
            <p:nvPr/>
          </p:nvSpPr>
          <p:spPr>
            <a:xfrm>
              <a:off x="1935150" y="1833225"/>
              <a:ext cx="1936850" cy="1284425"/>
            </a:xfrm>
            <a:custGeom>
              <a:avLst/>
              <a:gdLst/>
              <a:ahLst/>
              <a:cxnLst/>
              <a:rect l="l" t="t" r="r" b="b"/>
              <a:pathLst>
                <a:path w="77474" h="51377" extrusionOk="0">
                  <a:moveTo>
                    <a:pt x="38721" y="22019"/>
                  </a:moveTo>
                  <a:cubicBezTo>
                    <a:pt x="48768" y="22019"/>
                    <a:pt x="57118" y="29489"/>
                    <a:pt x="58488" y="39144"/>
                  </a:cubicBezTo>
                  <a:lnTo>
                    <a:pt x="18953" y="39144"/>
                  </a:lnTo>
                  <a:cubicBezTo>
                    <a:pt x="20323" y="29489"/>
                    <a:pt x="28674" y="22019"/>
                    <a:pt x="38721" y="22019"/>
                  </a:cubicBezTo>
                  <a:close/>
                  <a:moveTo>
                    <a:pt x="38721" y="0"/>
                  </a:moveTo>
                  <a:cubicBezTo>
                    <a:pt x="35328" y="0"/>
                    <a:pt x="32621" y="2741"/>
                    <a:pt x="32621" y="6133"/>
                  </a:cubicBezTo>
                  <a:lnTo>
                    <a:pt x="32621" y="10374"/>
                  </a:lnTo>
                  <a:cubicBezTo>
                    <a:pt x="18660" y="13081"/>
                    <a:pt x="7928" y="24759"/>
                    <a:pt x="6655" y="39144"/>
                  </a:cubicBezTo>
                  <a:lnTo>
                    <a:pt x="6101" y="39144"/>
                  </a:lnTo>
                  <a:cubicBezTo>
                    <a:pt x="2708" y="39144"/>
                    <a:pt x="1" y="41884"/>
                    <a:pt x="1" y="45277"/>
                  </a:cubicBezTo>
                  <a:cubicBezTo>
                    <a:pt x="1" y="48637"/>
                    <a:pt x="2708" y="51377"/>
                    <a:pt x="6101" y="51377"/>
                  </a:cubicBezTo>
                  <a:lnTo>
                    <a:pt x="71341" y="51377"/>
                  </a:lnTo>
                  <a:cubicBezTo>
                    <a:pt x="74733" y="51377"/>
                    <a:pt x="77473" y="48637"/>
                    <a:pt x="77473" y="45277"/>
                  </a:cubicBezTo>
                  <a:cubicBezTo>
                    <a:pt x="77473" y="41884"/>
                    <a:pt x="74733" y="39144"/>
                    <a:pt x="71341" y="39144"/>
                  </a:cubicBezTo>
                  <a:lnTo>
                    <a:pt x="70786" y="39144"/>
                  </a:lnTo>
                  <a:cubicBezTo>
                    <a:pt x="69514" y="24759"/>
                    <a:pt x="58782" y="13081"/>
                    <a:pt x="44853" y="10374"/>
                  </a:cubicBezTo>
                  <a:lnTo>
                    <a:pt x="44853" y="6133"/>
                  </a:lnTo>
                  <a:cubicBezTo>
                    <a:pt x="44853" y="2741"/>
                    <a:pt x="42113" y="0"/>
                    <a:pt x="387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109"/>
            <p:cNvSpPr/>
            <p:nvPr/>
          </p:nvSpPr>
          <p:spPr>
            <a:xfrm>
              <a:off x="2903150" y="1833225"/>
              <a:ext cx="968850" cy="1284425"/>
            </a:xfrm>
            <a:custGeom>
              <a:avLst/>
              <a:gdLst/>
              <a:ahLst/>
              <a:cxnLst/>
              <a:rect l="l" t="t" r="r" b="b"/>
              <a:pathLst>
                <a:path w="38754" h="51377" extrusionOk="0">
                  <a:moveTo>
                    <a:pt x="1" y="0"/>
                  </a:moveTo>
                  <a:lnTo>
                    <a:pt x="1" y="22019"/>
                  </a:lnTo>
                  <a:cubicBezTo>
                    <a:pt x="10048" y="22019"/>
                    <a:pt x="18398" y="29489"/>
                    <a:pt x="19768" y="39144"/>
                  </a:cubicBezTo>
                  <a:lnTo>
                    <a:pt x="1" y="39144"/>
                  </a:lnTo>
                  <a:lnTo>
                    <a:pt x="1" y="51377"/>
                  </a:lnTo>
                  <a:lnTo>
                    <a:pt x="32621" y="51377"/>
                  </a:lnTo>
                  <a:cubicBezTo>
                    <a:pt x="36013" y="51377"/>
                    <a:pt x="38753" y="48637"/>
                    <a:pt x="38753" y="45277"/>
                  </a:cubicBezTo>
                  <a:cubicBezTo>
                    <a:pt x="38753" y="41884"/>
                    <a:pt x="36013" y="39144"/>
                    <a:pt x="32621" y="39144"/>
                  </a:cubicBezTo>
                  <a:lnTo>
                    <a:pt x="32066" y="39144"/>
                  </a:lnTo>
                  <a:cubicBezTo>
                    <a:pt x="30794" y="24759"/>
                    <a:pt x="20062" y="13081"/>
                    <a:pt x="6133" y="10374"/>
                  </a:cubicBezTo>
                  <a:lnTo>
                    <a:pt x="6133" y="6133"/>
                  </a:lnTo>
                  <a:cubicBezTo>
                    <a:pt x="6133" y="2741"/>
                    <a:pt x="3393" y="0"/>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8" name="Google Shape;3968;p109"/>
          <p:cNvGrpSpPr/>
          <p:nvPr/>
        </p:nvGrpSpPr>
        <p:grpSpPr>
          <a:xfrm>
            <a:off x="3573744" y="1548531"/>
            <a:ext cx="505740" cy="457380"/>
            <a:chOff x="1190625" y="487650"/>
            <a:chExt cx="5219200" cy="4720125"/>
          </a:xfrm>
        </p:grpSpPr>
        <p:sp>
          <p:nvSpPr>
            <p:cNvPr id="3969" name="Google Shape;3969;p109"/>
            <p:cNvSpPr/>
            <p:nvPr/>
          </p:nvSpPr>
          <p:spPr>
            <a:xfrm>
              <a:off x="4300100" y="3097250"/>
              <a:ext cx="2109725" cy="2110525"/>
            </a:xfrm>
            <a:custGeom>
              <a:avLst/>
              <a:gdLst/>
              <a:ahLst/>
              <a:cxnLst/>
              <a:rect l="l" t="t" r="r" b="b"/>
              <a:pathLst>
                <a:path w="84389" h="84421" extrusionOk="0">
                  <a:moveTo>
                    <a:pt x="41982" y="12233"/>
                  </a:moveTo>
                  <a:cubicBezTo>
                    <a:pt x="58618" y="12233"/>
                    <a:pt x="72156" y="25607"/>
                    <a:pt x="72156" y="42015"/>
                  </a:cubicBezTo>
                  <a:cubicBezTo>
                    <a:pt x="72156" y="58357"/>
                    <a:pt x="58325" y="72188"/>
                    <a:pt x="41982" y="72188"/>
                  </a:cubicBezTo>
                  <a:cubicBezTo>
                    <a:pt x="25575" y="72188"/>
                    <a:pt x="12233" y="58651"/>
                    <a:pt x="12233" y="42015"/>
                  </a:cubicBezTo>
                  <a:cubicBezTo>
                    <a:pt x="12233" y="25607"/>
                    <a:pt x="25575" y="12233"/>
                    <a:pt x="41982" y="12233"/>
                  </a:cubicBezTo>
                  <a:close/>
                  <a:moveTo>
                    <a:pt x="41982" y="0"/>
                  </a:moveTo>
                  <a:cubicBezTo>
                    <a:pt x="18822" y="0"/>
                    <a:pt x="1" y="18855"/>
                    <a:pt x="1" y="42015"/>
                  </a:cubicBezTo>
                  <a:cubicBezTo>
                    <a:pt x="1" y="65403"/>
                    <a:pt x="18822" y="84420"/>
                    <a:pt x="41982" y="84420"/>
                  </a:cubicBezTo>
                  <a:cubicBezTo>
                    <a:pt x="53204" y="84420"/>
                    <a:pt x="63805" y="79984"/>
                    <a:pt x="71895" y="71894"/>
                  </a:cubicBezTo>
                  <a:cubicBezTo>
                    <a:pt x="79952" y="63837"/>
                    <a:pt x="84388" y="53236"/>
                    <a:pt x="84388" y="42015"/>
                  </a:cubicBezTo>
                  <a:cubicBezTo>
                    <a:pt x="84388" y="18855"/>
                    <a:pt x="65371" y="0"/>
                    <a:pt x="419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109"/>
            <p:cNvSpPr/>
            <p:nvPr/>
          </p:nvSpPr>
          <p:spPr>
            <a:xfrm>
              <a:off x="1190625" y="3097250"/>
              <a:ext cx="2110525" cy="2110525"/>
            </a:xfrm>
            <a:custGeom>
              <a:avLst/>
              <a:gdLst/>
              <a:ahLst/>
              <a:cxnLst/>
              <a:rect l="l" t="t" r="r" b="b"/>
              <a:pathLst>
                <a:path w="84421" h="84421" extrusionOk="0">
                  <a:moveTo>
                    <a:pt x="42406" y="12233"/>
                  </a:moveTo>
                  <a:cubicBezTo>
                    <a:pt x="58814" y="12233"/>
                    <a:pt x="72188" y="25607"/>
                    <a:pt x="72188" y="42015"/>
                  </a:cubicBezTo>
                  <a:cubicBezTo>
                    <a:pt x="72188" y="58651"/>
                    <a:pt x="58814" y="72188"/>
                    <a:pt x="42406" y="72188"/>
                  </a:cubicBezTo>
                  <a:cubicBezTo>
                    <a:pt x="26063" y="72188"/>
                    <a:pt x="12232" y="58357"/>
                    <a:pt x="12232" y="42015"/>
                  </a:cubicBezTo>
                  <a:cubicBezTo>
                    <a:pt x="12232" y="25607"/>
                    <a:pt x="25770" y="12233"/>
                    <a:pt x="42406" y="12233"/>
                  </a:cubicBezTo>
                  <a:close/>
                  <a:moveTo>
                    <a:pt x="42406" y="0"/>
                  </a:moveTo>
                  <a:cubicBezTo>
                    <a:pt x="19017" y="0"/>
                    <a:pt x="0" y="18855"/>
                    <a:pt x="0" y="42015"/>
                  </a:cubicBezTo>
                  <a:cubicBezTo>
                    <a:pt x="0" y="53236"/>
                    <a:pt x="4436" y="63837"/>
                    <a:pt x="12493" y="71894"/>
                  </a:cubicBezTo>
                  <a:cubicBezTo>
                    <a:pt x="20583" y="79984"/>
                    <a:pt x="31185" y="84420"/>
                    <a:pt x="42406" y="84420"/>
                  </a:cubicBezTo>
                  <a:cubicBezTo>
                    <a:pt x="65566" y="84420"/>
                    <a:pt x="84420" y="65403"/>
                    <a:pt x="84420" y="42015"/>
                  </a:cubicBezTo>
                  <a:cubicBezTo>
                    <a:pt x="84420" y="18855"/>
                    <a:pt x="65566" y="0"/>
                    <a:pt x="424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109"/>
            <p:cNvSpPr/>
            <p:nvPr/>
          </p:nvSpPr>
          <p:spPr>
            <a:xfrm>
              <a:off x="2342900" y="1547800"/>
              <a:ext cx="1121350" cy="958225"/>
            </a:xfrm>
            <a:custGeom>
              <a:avLst/>
              <a:gdLst/>
              <a:ahLst/>
              <a:cxnLst/>
              <a:rect l="l" t="t" r="r" b="b"/>
              <a:pathLst>
                <a:path w="44854" h="38329" extrusionOk="0">
                  <a:moveTo>
                    <a:pt x="6101" y="1"/>
                  </a:moveTo>
                  <a:cubicBezTo>
                    <a:pt x="2708" y="1"/>
                    <a:pt x="1" y="2741"/>
                    <a:pt x="1" y="6133"/>
                  </a:cubicBezTo>
                  <a:lnTo>
                    <a:pt x="1" y="32229"/>
                  </a:lnTo>
                  <a:cubicBezTo>
                    <a:pt x="1" y="35589"/>
                    <a:pt x="2708" y="38329"/>
                    <a:pt x="6101" y="38329"/>
                  </a:cubicBezTo>
                  <a:lnTo>
                    <a:pt x="38721" y="38329"/>
                  </a:lnTo>
                  <a:cubicBezTo>
                    <a:pt x="42113" y="38329"/>
                    <a:pt x="44853" y="35589"/>
                    <a:pt x="44853" y="32229"/>
                  </a:cubicBezTo>
                  <a:lnTo>
                    <a:pt x="44853" y="18365"/>
                  </a:lnTo>
                  <a:cubicBezTo>
                    <a:pt x="44853" y="8253"/>
                    <a:pt x="36600" y="1"/>
                    <a:pt x="2648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109"/>
            <p:cNvSpPr/>
            <p:nvPr/>
          </p:nvSpPr>
          <p:spPr>
            <a:xfrm>
              <a:off x="1190625" y="1140050"/>
              <a:ext cx="1621225" cy="1365975"/>
            </a:xfrm>
            <a:custGeom>
              <a:avLst/>
              <a:gdLst/>
              <a:ahLst/>
              <a:cxnLst/>
              <a:rect l="l" t="t" r="r" b="b"/>
              <a:pathLst>
                <a:path w="64849" h="54639" extrusionOk="0">
                  <a:moveTo>
                    <a:pt x="6133" y="1"/>
                  </a:moveTo>
                  <a:cubicBezTo>
                    <a:pt x="2740" y="1"/>
                    <a:pt x="0" y="2741"/>
                    <a:pt x="0" y="6133"/>
                  </a:cubicBezTo>
                  <a:lnTo>
                    <a:pt x="0" y="48539"/>
                  </a:lnTo>
                  <a:cubicBezTo>
                    <a:pt x="0" y="51899"/>
                    <a:pt x="2740" y="54639"/>
                    <a:pt x="6133" y="54639"/>
                  </a:cubicBezTo>
                  <a:lnTo>
                    <a:pt x="58716" y="54639"/>
                  </a:lnTo>
                  <a:cubicBezTo>
                    <a:pt x="62108" y="54639"/>
                    <a:pt x="64848" y="51899"/>
                    <a:pt x="64848" y="48539"/>
                  </a:cubicBezTo>
                  <a:lnTo>
                    <a:pt x="64848" y="6133"/>
                  </a:lnTo>
                  <a:cubicBezTo>
                    <a:pt x="64848" y="2741"/>
                    <a:pt x="62108" y="1"/>
                    <a:pt x="5871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109"/>
            <p:cNvSpPr/>
            <p:nvPr/>
          </p:nvSpPr>
          <p:spPr>
            <a:xfrm>
              <a:off x="1190625" y="487650"/>
              <a:ext cx="1621225" cy="958250"/>
            </a:xfrm>
            <a:custGeom>
              <a:avLst/>
              <a:gdLst/>
              <a:ahLst/>
              <a:cxnLst/>
              <a:rect l="l" t="t" r="r" b="b"/>
              <a:pathLst>
                <a:path w="64849" h="38330" extrusionOk="0">
                  <a:moveTo>
                    <a:pt x="6133" y="1"/>
                  </a:moveTo>
                  <a:cubicBezTo>
                    <a:pt x="2740" y="1"/>
                    <a:pt x="0" y="2741"/>
                    <a:pt x="0" y="6133"/>
                  </a:cubicBezTo>
                  <a:lnTo>
                    <a:pt x="0" y="38329"/>
                  </a:lnTo>
                  <a:lnTo>
                    <a:pt x="64848" y="38329"/>
                  </a:lnTo>
                  <a:lnTo>
                    <a:pt x="64848" y="6133"/>
                  </a:lnTo>
                  <a:cubicBezTo>
                    <a:pt x="64848" y="2741"/>
                    <a:pt x="62108" y="1"/>
                    <a:pt x="5871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109"/>
            <p:cNvSpPr/>
            <p:nvPr/>
          </p:nvSpPr>
          <p:spPr>
            <a:xfrm>
              <a:off x="3566150" y="4075850"/>
              <a:ext cx="550500" cy="713575"/>
            </a:xfrm>
            <a:custGeom>
              <a:avLst/>
              <a:gdLst/>
              <a:ahLst/>
              <a:cxnLst/>
              <a:rect l="l" t="t" r="r" b="b"/>
              <a:pathLst>
                <a:path w="22020" h="28543" extrusionOk="0">
                  <a:moveTo>
                    <a:pt x="6101" y="0"/>
                  </a:moveTo>
                  <a:cubicBezTo>
                    <a:pt x="2708" y="0"/>
                    <a:pt x="1" y="2740"/>
                    <a:pt x="1" y="6133"/>
                  </a:cubicBezTo>
                  <a:lnTo>
                    <a:pt x="1" y="22443"/>
                  </a:lnTo>
                  <a:cubicBezTo>
                    <a:pt x="1" y="25802"/>
                    <a:pt x="2708" y="28542"/>
                    <a:pt x="6101" y="28542"/>
                  </a:cubicBezTo>
                  <a:lnTo>
                    <a:pt x="15887" y="28542"/>
                  </a:lnTo>
                  <a:cubicBezTo>
                    <a:pt x="19279" y="28542"/>
                    <a:pt x="22019" y="25802"/>
                    <a:pt x="22019" y="22443"/>
                  </a:cubicBezTo>
                  <a:cubicBezTo>
                    <a:pt x="22019" y="19050"/>
                    <a:pt x="19279" y="16310"/>
                    <a:pt x="15887" y="16310"/>
                  </a:cubicBezTo>
                  <a:lnTo>
                    <a:pt x="12233" y="16310"/>
                  </a:lnTo>
                  <a:lnTo>
                    <a:pt x="12233" y="6133"/>
                  </a:lnTo>
                  <a:cubicBezTo>
                    <a:pt x="12233" y="2740"/>
                    <a:pt x="9493" y="0"/>
                    <a:pt x="610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109"/>
            <p:cNvSpPr/>
            <p:nvPr/>
          </p:nvSpPr>
          <p:spPr>
            <a:xfrm>
              <a:off x="3800200" y="4099500"/>
              <a:ext cx="316450" cy="689925"/>
            </a:xfrm>
            <a:custGeom>
              <a:avLst/>
              <a:gdLst/>
              <a:ahLst/>
              <a:cxnLst/>
              <a:rect l="l" t="t" r="r" b="b"/>
              <a:pathLst>
                <a:path w="12658" h="27597" extrusionOk="0">
                  <a:moveTo>
                    <a:pt x="1" y="0"/>
                  </a:moveTo>
                  <a:lnTo>
                    <a:pt x="1" y="27596"/>
                  </a:lnTo>
                  <a:lnTo>
                    <a:pt x="6525" y="27596"/>
                  </a:lnTo>
                  <a:cubicBezTo>
                    <a:pt x="9917" y="27596"/>
                    <a:pt x="12657" y="24856"/>
                    <a:pt x="12657" y="21497"/>
                  </a:cubicBezTo>
                  <a:cubicBezTo>
                    <a:pt x="12657" y="18104"/>
                    <a:pt x="9917" y="15364"/>
                    <a:pt x="6525" y="15364"/>
                  </a:cubicBezTo>
                  <a:lnTo>
                    <a:pt x="2871" y="15364"/>
                  </a:lnTo>
                  <a:lnTo>
                    <a:pt x="2871" y="5187"/>
                  </a:lnTo>
                  <a:cubicBezTo>
                    <a:pt x="2871" y="3001"/>
                    <a:pt x="1729" y="1109"/>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109"/>
            <p:cNvSpPr/>
            <p:nvPr/>
          </p:nvSpPr>
          <p:spPr>
            <a:xfrm>
              <a:off x="1190625" y="1286025"/>
              <a:ext cx="4331125" cy="3014100"/>
            </a:xfrm>
            <a:custGeom>
              <a:avLst/>
              <a:gdLst/>
              <a:ahLst/>
              <a:cxnLst/>
              <a:rect l="l" t="t" r="r" b="b"/>
              <a:pathLst>
                <a:path w="173245" h="120564" extrusionOk="0">
                  <a:moveTo>
                    <a:pt x="131491" y="48800"/>
                  </a:moveTo>
                  <a:lnTo>
                    <a:pt x="99262" y="108331"/>
                  </a:lnTo>
                  <a:lnTo>
                    <a:pt x="53138" y="108331"/>
                  </a:lnTo>
                  <a:lnTo>
                    <a:pt x="88302" y="48800"/>
                  </a:lnTo>
                  <a:close/>
                  <a:moveTo>
                    <a:pt x="128653" y="1"/>
                  </a:moveTo>
                  <a:cubicBezTo>
                    <a:pt x="124510" y="1"/>
                    <a:pt x="122846" y="6394"/>
                    <a:pt x="122846" y="6394"/>
                  </a:cubicBezTo>
                  <a:lnTo>
                    <a:pt x="133187" y="36567"/>
                  </a:lnTo>
                  <a:lnTo>
                    <a:pt x="0" y="36567"/>
                  </a:lnTo>
                  <a:lnTo>
                    <a:pt x="0" y="42700"/>
                  </a:lnTo>
                  <a:cubicBezTo>
                    <a:pt x="0" y="46060"/>
                    <a:pt x="2740" y="48800"/>
                    <a:pt x="6133" y="48800"/>
                  </a:cubicBezTo>
                  <a:lnTo>
                    <a:pt x="74080" y="48800"/>
                  </a:lnTo>
                  <a:lnTo>
                    <a:pt x="37154" y="111332"/>
                  </a:lnTo>
                  <a:cubicBezTo>
                    <a:pt x="36012" y="113224"/>
                    <a:pt x="36012" y="115573"/>
                    <a:pt x="37089" y="117497"/>
                  </a:cubicBezTo>
                  <a:cubicBezTo>
                    <a:pt x="38198" y="119389"/>
                    <a:pt x="40220" y="120564"/>
                    <a:pt x="42406" y="120564"/>
                  </a:cubicBezTo>
                  <a:lnTo>
                    <a:pt x="102883" y="120564"/>
                  </a:lnTo>
                  <a:cubicBezTo>
                    <a:pt x="105134" y="120564"/>
                    <a:pt x="107189" y="119357"/>
                    <a:pt x="108265" y="117367"/>
                  </a:cubicBezTo>
                  <a:lnTo>
                    <a:pt x="140494" y="57868"/>
                  </a:lnTo>
                  <a:lnTo>
                    <a:pt x="160588" y="116453"/>
                  </a:lnTo>
                  <a:cubicBezTo>
                    <a:pt x="161436" y="118965"/>
                    <a:pt x="163817" y="120564"/>
                    <a:pt x="166361" y="120564"/>
                  </a:cubicBezTo>
                  <a:cubicBezTo>
                    <a:pt x="167014" y="120564"/>
                    <a:pt x="167699" y="120466"/>
                    <a:pt x="168351" y="120237"/>
                  </a:cubicBezTo>
                  <a:cubicBezTo>
                    <a:pt x="171548" y="119161"/>
                    <a:pt x="173244" y="115671"/>
                    <a:pt x="172135" y="112474"/>
                  </a:cubicBezTo>
                  <a:lnTo>
                    <a:pt x="135796" y="6394"/>
                  </a:lnTo>
                  <a:cubicBezTo>
                    <a:pt x="135796" y="6394"/>
                    <a:pt x="132828" y="1"/>
                    <a:pt x="1286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109"/>
            <p:cNvSpPr/>
            <p:nvPr/>
          </p:nvSpPr>
          <p:spPr>
            <a:xfrm>
              <a:off x="3800200" y="1286025"/>
              <a:ext cx="1721550" cy="3014100"/>
            </a:xfrm>
            <a:custGeom>
              <a:avLst/>
              <a:gdLst/>
              <a:ahLst/>
              <a:cxnLst/>
              <a:rect l="l" t="t" r="r" b="b"/>
              <a:pathLst>
                <a:path w="68862" h="120564" extrusionOk="0">
                  <a:moveTo>
                    <a:pt x="24270" y="1"/>
                  </a:moveTo>
                  <a:cubicBezTo>
                    <a:pt x="20127" y="1"/>
                    <a:pt x="18463" y="6394"/>
                    <a:pt x="18463" y="6394"/>
                  </a:cubicBezTo>
                  <a:lnTo>
                    <a:pt x="28804" y="36567"/>
                  </a:lnTo>
                  <a:lnTo>
                    <a:pt x="1" y="36567"/>
                  </a:lnTo>
                  <a:lnTo>
                    <a:pt x="1" y="48800"/>
                  </a:lnTo>
                  <a:lnTo>
                    <a:pt x="27108" y="48800"/>
                  </a:lnTo>
                  <a:lnTo>
                    <a:pt x="1" y="98839"/>
                  </a:lnTo>
                  <a:lnTo>
                    <a:pt x="1" y="120368"/>
                  </a:lnTo>
                  <a:cubicBezTo>
                    <a:pt x="1632" y="119976"/>
                    <a:pt x="3067" y="118900"/>
                    <a:pt x="3882" y="117367"/>
                  </a:cubicBezTo>
                  <a:lnTo>
                    <a:pt x="36111" y="57868"/>
                  </a:lnTo>
                  <a:lnTo>
                    <a:pt x="56205" y="116421"/>
                  </a:lnTo>
                  <a:cubicBezTo>
                    <a:pt x="57053" y="118965"/>
                    <a:pt x="59434" y="120564"/>
                    <a:pt x="61978" y="120564"/>
                  </a:cubicBezTo>
                  <a:cubicBezTo>
                    <a:pt x="62631" y="120564"/>
                    <a:pt x="63316" y="120466"/>
                    <a:pt x="63968" y="120237"/>
                  </a:cubicBezTo>
                  <a:cubicBezTo>
                    <a:pt x="67165" y="119128"/>
                    <a:pt x="68861" y="115671"/>
                    <a:pt x="67752" y="112474"/>
                  </a:cubicBezTo>
                  <a:lnTo>
                    <a:pt x="31413" y="6394"/>
                  </a:lnTo>
                  <a:cubicBezTo>
                    <a:pt x="31413" y="6394"/>
                    <a:pt x="28445" y="1"/>
                    <a:pt x="242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109"/>
            <p:cNvSpPr/>
            <p:nvPr/>
          </p:nvSpPr>
          <p:spPr>
            <a:xfrm>
              <a:off x="4210400" y="1140050"/>
              <a:ext cx="1489125" cy="958225"/>
            </a:xfrm>
            <a:custGeom>
              <a:avLst/>
              <a:gdLst/>
              <a:ahLst/>
              <a:cxnLst/>
              <a:rect l="l" t="t" r="r" b="b"/>
              <a:pathLst>
                <a:path w="59565" h="38329" extrusionOk="0">
                  <a:moveTo>
                    <a:pt x="6426" y="1"/>
                  </a:moveTo>
                  <a:cubicBezTo>
                    <a:pt x="4469" y="1"/>
                    <a:pt x="2610" y="979"/>
                    <a:pt x="1436" y="2578"/>
                  </a:cubicBezTo>
                  <a:cubicBezTo>
                    <a:pt x="294" y="4176"/>
                    <a:pt x="0" y="6231"/>
                    <a:pt x="653" y="8123"/>
                  </a:cubicBezTo>
                  <a:lnTo>
                    <a:pt x="2055" y="12233"/>
                  </a:lnTo>
                  <a:lnTo>
                    <a:pt x="42732" y="12233"/>
                  </a:lnTo>
                  <a:cubicBezTo>
                    <a:pt x="44298" y="14321"/>
                    <a:pt x="46223" y="17681"/>
                    <a:pt x="45766" y="20518"/>
                  </a:cubicBezTo>
                  <a:cubicBezTo>
                    <a:pt x="45375" y="22802"/>
                    <a:pt x="43320" y="24890"/>
                    <a:pt x="39568" y="26749"/>
                  </a:cubicBezTo>
                  <a:cubicBezTo>
                    <a:pt x="36567" y="28249"/>
                    <a:pt x="35328" y="31935"/>
                    <a:pt x="36828" y="34969"/>
                  </a:cubicBezTo>
                  <a:cubicBezTo>
                    <a:pt x="37905" y="37089"/>
                    <a:pt x="40058" y="38329"/>
                    <a:pt x="42308" y="38329"/>
                  </a:cubicBezTo>
                  <a:cubicBezTo>
                    <a:pt x="43222" y="38329"/>
                    <a:pt x="44168" y="38133"/>
                    <a:pt x="45048" y="37709"/>
                  </a:cubicBezTo>
                  <a:cubicBezTo>
                    <a:pt x="54345" y="33044"/>
                    <a:pt x="57118" y="26847"/>
                    <a:pt x="57835" y="22476"/>
                  </a:cubicBezTo>
                  <a:cubicBezTo>
                    <a:pt x="59564" y="11842"/>
                    <a:pt x="50887" y="2806"/>
                    <a:pt x="49909" y="1795"/>
                  </a:cubicBezTo>
                  <a:cubicBezTo>
                    <a:pt x="48734" y="653"/>
                    <a:pt x="47201" y="1"/>
                    <a:pt x="4557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9" name="Google Shape;3979;p109"/>
          <p:cNvGrpSpPr/>
          <p:nvPr/>
        </p:nvGrpSpPr>
        <p:grpSpPr>
          <a:xfrm>
            <a:off x="4370638" y="1548625"/>
            <a:ext cx="457202" cy="457202"/>
            <a:chOff x="1190625" y="238125"/>
            <a:chExt cx="5219200" cy="5219200"/>
          </a:xfrm>
        </p:grpSpPr>
        <p:sp>
          <p:nvSpPr>
            <p:cNvPr id="3980" name="Google Shape;3980;p109"/>
            <p:cNvSpPr/>
            <p:nvPr/>
          </p:nvSpPr>
          <p:spPr>
            <a:xfrm>
              <a:off x="1190625" y="238125"/>
              <a:ext cx="2926025" cy="5219200"/>
            </a:xfrm>
            <a:custGeom>
              <a:avLst/>
              <a:gdLst/>
              <a:ahLst/>
              <a:cxnLst/>
              <a:rect l="l" t="t" r="r" b="b"/>
              <a:pathLst>
                <a:path w="117041" h="208768" extrusionOk="0">
                  <a:moveTo>
                    <a:pt x="30597" y="0"/>
                  </a:moveTo>
                  <a:cubicBezTo>
                    <a:pt x="13733" y="0"/>
                    <a:pt x="0" y="13733"/>
                    <a:pt x="0" y="30597"/>
                  </a:cubicBezTo>
                  <a:lnTo>
                    <a:pt x="0" y="178202"/>
                  </a:lnTo>
                  <a:cubicBezTo>
                    <a:pt x="0" y="195034"/>
                    <a:pt x="13733" y="208767"/>
                    <a:pt x="30597" y="208767"/>
                  </a:cubicBezTo>
                  <a:lnTo>
                    <a:pt x="86443" y="208767"/>
                  </a:lnTo>
                  <a:cubicBezTo>
                    <a:pt x="103307" y="208767"/>
                    <a:pt x="117040" y="195034"/>
                    <a:pt x="117040" y="178202"/>
                  </a:cubicBezTo>
                  <a:lnTo>
                    <a:pt x="117040" y="30597"/>
                  </a:lnTo>
                  <a:cubicBezTo>
                    <a:pt x="117040" y="13733"/>
                    <a:pt x="103307" y="0"/>
                    <a:pt x="864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109"/>
            <p:cNvSpPr/>
            <p:nvPr/>
          </p:nvSpPr>
          <p:spPr>
            <a:xfrm>
              <a:off x="2658500" y="238125"/>
              <a:ext cx="1458150" cy="5219200"/>
            </a:xfrm>
            <a:custGeom>
              <a:avLst/>
              <a:gdLst/>
              <a:ahLst/>
              <a:cxnLst/>
              <a:rect l="l" t="t" r="r" b="b"/>
              <a:pathLst>
                <a:path w="58326" h="208768" extrusionOk="0">
                  <a:moveTo>
                    <a:pt x="1" y="0"/>
                  </a:moveTo>
                  <a:lnTo>
                    <a:pt x="1" y="208767"/>
                  </a:lnTo>
                  <a:lnTo>
                    <a:pt x="27728" y="208767"/>
                  </a:lnTo>
                  <a:cubicBezTo>
                    <a:pt x="44592" y="208767"/>
                    <a:pt x="58325" y="195034"/>
                    <a:pt x="58325" y="178202"/>
                  </a:cubicBezTo>
                  <a:lnTo>
                    <a:pt x="58325" y="30597"/>
                  </a:lnTo>
                  <a:cubicBezTo>
                    <a:pt x="58325" y="13733"/>
                    <a:pt x="44592" y="0"/>
                    <a:pt x="277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109"/>
            <p:cNvSpPr/>
            <p:nvPr/>
          </p:nvSpPr>
          <p:spPr>
            <a:xfrm>
              <a:off x="1496425" y="543925"/>
              <a:ext cx="2314400" cy="4607575"/>
            </a:xfrm>
            <a:custGeom>
              <a:avLst/>
              <a:gdLst/>
              <a:ahLst/>
              <a:cxnLst/>
              <a:rect l="l" t="t" r="r" b="b"/>
              <a:pathLst>
                <a:path w="92576" h="184303" extrusionOk="0">
                  <a:moveTo>
                    <a:pt x="18365" y="0"/>
                  </a:moveTo>
                  <a:cubicBezTo>
                    <a:pt x="8221" y="0"/>
                    <a:pt x="0" y="8221"/>
                    <a:pt x="0" y="18365"/>
                  </a:cubicBezTo>
                  <a:lnTo>
                    <a:pt x="0" y="165970"/>
                  </a:lnTo>
                  <a:cubicBezTo>
                    <a:pt x="0" y="176082"/>
                    <a:pt x="8221" y="184303"/>
                    <a:pt x="18365" y="184303"/>
                  </a:cubicBezTo>
                  <a:lnTo>
                    <a:pt x="74211" y="184303"/>
                  </a:lnTo>
                  <a:cubicBezTo>
                    <a:pt x="84323" y="184303"/>
                    <a:pt x="92576" y="176082"/>
                    <a:pt x="92576" y="165970"/>
                  </a:cubicBezTo>
                  <a:lnTo>
                    <a:pt x="92576" y="18365"/>
                  </a:lnTo>
                  <a:cubicBezTo>
                    <a:pt x="92576" y="8221"/>
                    <a:pt x="84323" y="0"/>
                    <a:pt x="74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109"/>
            <p:cNvSpPr/>
            <p:nvPr/>
          </p:nvSpPr>
          <p:spPr>
            <a:xfrm>
              <a:off x="2658500" y="543925"/>
              <a:ext cx="1152325" cy="4607575"/>
            </a:xfrm>
            <a:custGeom>
              <a:avLst/>
              <a:gdLst/>
              <a:ahLst/>
              <a:cxnLst/>
              <a:rect l="l" t="t" r="r" b="b"/>
              <a:pathLst>
                <a:path w="46093" h="184303" extrusionOk="0">
                  <a:moveTo>
                    <a:pt x="1" y="0"/>
                  </a:moveTo>
                  <a:lnTo>
                    <a:pt x="1" y="184303"/>
                  </a:lnTo>
                  <a:lnTo>
                    <a:pt x="27728" y="184303"/>
                  </a:lnTo>
                  <a:cubicBezTo>
                    <a:pt x="37840" y="184303"/>
                    <a:pt x="46093" y="176082"/>
                    <a:pt x="46093" y="165970"/>
                  </a:cubicBezTo>
                  <a:lnTo>
                    <a:pt x="46093" y="18365"/>
                  </a:lnTo>
                  <a:cubicBezTo>
                    <a:pt x="46093" y="8221"/>
                    <a:pt x="37840" y="0"/>
                    <a:pt x="277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109"/>
            <p:cNvSpPr/>
            <p:nvPr/>
          </p:nvSpPr>
          <p:spPr>
            <a:xfrm>
              <a:off x="1496425" y="3836900"/>
              <a:ext cx="2314400" cy="1314600"/>
            </a:xfrm>
            <a:custGeom>
              <a:avLst/>
              <a:gdLst/>
              <a:ahLst/>
              <a:cxnLst/>
              <a:rect l="l" t="t" r="r" b="b"/>
              <a:pathLst>
                <a:path w="92576" h="52584" extrusionOk="0">
                  <a:moveTo>
                    <a:pt x="0" y="0"/>
                  </a:moveTo>
                  <a:lnTo>
                    <a:pt x="0" y="34251"/>
                  </a:lnTo>
                  <a:cubicBezTo>
                    <a:pt x="0" y="44363"/>
                    <a:pt x="8221" y="52584"/>
                    <a:pt x="18365" y="52584"/>
                  </a:cubicBezTo>
                  <a:lnTo>
                    <a:pt x="74211" y="52584"/>
                  </a:lnTo>
                  <a:cubicBezTo>
                    <a:pt x="84323" y="52584"/>
                    <a:pt x="92576" y="44363"/>
                    <a:pt x="92576" y="34251"/>
                  </a:cubicBezTo>
                  <a:lnTo>
                    <a:pt x="9257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109"/>
            <p:cNvSpPr/>
            <p:nvPr/>
          </p:nvSpPr>
          <p:spPr>
            <a:xfrm>
              <a:off x="3484600" y="1227300"/>
              <a:ext cx="2925225" cy="2099950"/>
            </a:xfrm>
            <a:custGeom>
              <a:avLst/>
              <a:gdLst/>
              <a:ahLst/>
              <a:cxnLst/>
              <a:rect l="l" t="t" r="r" b="b"/>
              <a:pathLst>
                <a:path w="117009" h="83998" extrusionOk="0">
                  <a:moveTo>
                    <a:pt x="18333" y="1"/>
                  </a:moveTo>
                  <a:cubicBezTo>
                    <a:pt x="8221" y="1"/>
                    <a:pt x="1" y="8221"/>
                    <a:pt x="1" y="18333"/>
                  </a:cubicBezTo>
                  <a:lnTo>
                    <a:pt x="1" y="65632"/>
                  </a:lnTo>
                  <a:cubicBezTo>
                    <a:pt x="1" y="75744"/>
                    <a:pt x="8221" y="83997"/>
                    <a:pt x="18333" y="83997"/>
                  </a:cubicBezTo>
                  <a:lnTo>
                    <a:pt x="98676" y="83997"/>
                  </a:lnTo>
                  <a:cubicBezTo>
                    <a:pt x="108788" y="83997"/>
                    <a:pt x="117008" y="75744"/>
                    <a:pt x="117008" y="65632"/>
                  </a:cubicBezTo>
                  <a:lnTo>
                    <a:pt x="117008" y="18333"/>
                  </a:lnTo>
                  <a:cubicBezTo>
                    <a:pt x="117008" y="8221"/>
                    <a:pt x="108788" y="1"/>
                    <a:pt x="98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109"/>
            <p:cNvSpPr/>
            <p:nvPr/>
          </p:nvSpPr>
          <p:spPr>
            <a:xfrm>
              <a:off x="4941900" y="1227300"/>
              <a:ext cx="1467925" cy="2099950"/>
            </a:xfrm>
            <a:custGeom>
              <a:avLst/>
              <a:gdLst/>
              <a:ahLst/>
              <a:cxnLst/>
              <a:rect l="l" t="t" r="r" b="b"/>
              <a:pathLst>
                <a:path w="58717" h="83998" extrusionOk="0">
                  <a:moveTo>
                    <a:pt x="0" y="1"/>
                  </a:moveTo>
                  <a:lnTo>
                    <a:pt x="0" y="83997"/>
                  </a:lnTo>
                  <a:lnTo>
                    <a:pt x="40384" y="83997"/>
                  </a:lnTo>
                  <a:cubicBezTo>
                    <a:pt x="50496" y="83997"/>
                    <a:pt x="58716" y="75744"/>
                    <a:pt x="58716" y="65632"/>
                  </a:cubicBezTo>
                  <a:lnTo>
                    <a:pt x="58716" y="18333"/>
                  </a:lnTo>
                  <a:cubicBezTo>
                    <a:pt x="58716" y="8221"/>
                    <a:pt x="50496" y="1"/>
                    <a:pt x="403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109"/>
            <p:cNvSpPr/>
            <p:nvPr/>
          </p:nvSpPr>
          <p:spPr>
            <a:xfrm>
              <a:off x="3484600" y="1227300"/>
              <a:ext cx="2925225" cy="958250"/>
            </a:xfrm>
            <a:custGeom>
              <a:avLst/>
              <a:gdLst/>
              <a:ahLst/>
              <a:cxnLst/>
              <a:rect l="l" t="t" r="r" b="b"/>
              <a:pathLst>
                <a:path w="117009" h="38330" extrusionOk="0">
                  <a:moveTo>
                    <a:pt x="18333" y="1"/>
                  </a:moveTo>
                  <a:cubicBezTo>
                    <a:pt x="8188" y="1"/>
                    <a:pt x="1" y="8188"/>
                    <a:pt x="1" y="18333"/>
                  </a:cubicBezTo>
                  <a:lnTo>
                    <a:pt x="1" y="38329"/>
                  </a:lnTo>
                  <a:lnTo>
                    <a:pt x="117008" y="38329"/>
                  </a:lnTo>
                  <a:lnTo>
                    <a:pt x="117008" y="18333"/>
                  </a:lnTo>
                  <a:cubicBezTo>
                    <a:pt x="117008" y="8188"/>
                    <a:pt x="108788" y="1"/>
                    <a:pt x="986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109"/>
            <p:cNvSpPr/>
            <p:nvPr/>
          </p:nvSpPr>
          <p:spPr>
            <a:xfrm>
              <a:off x="4941900" y="1227300"/>
              <a:ext cx="1467925" cy="958250"/>
            </a:xfrm>
            <a:custGeom>
              <a:avLst/>
              <a:gdLst/>
              <a:ahLst/>
              <a:cxnLst/>
              <a:rect l="l" t="t" r="r" b="b"/>
              <a:pathLst>
                <a:path w="58717" h="38330" extrusionOk="0">
                  <a:moveTo>
                    <a:pt x="0" y="1"/>
                  </a:moveTo>
                  <a:lnTo>
                    <a:pt x="0" y="38329"/>
                  </a:lnTo>
                  <a:lnTo>
                    <a:pt x="58716" y="38329"/>
                  </a:lnTo>
                  <a:lnTo>
                    <a:pt x="58716" y="18333"/>
                  </a:lnTo>
                  <a:cubicBezTo>
                    <a:pt x="58716" y="8188"/>
                    <a:pt x="50496" y="1"/>
                    <a:pt x="4038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109"/>
            <p:cNvSpPr/>
            <p:nvPr/>
          </p:nvSpPr>
          <p:spPr>
            <a:xfrm>
              <a:off x="3484600" y="1879700"/>
              <a:ext cx="2925225" cy="305850"/>
            </a:xfrm>
            <a:custGeom>
              <a:avLst/>
              <a:gdLst/>
              <a:ahLst/>
              <a:cxnLst/>
              <a:rect l="l" t="t" r="r" b="b"/>
              <a:pathLst>
                <a:path w="117009" h="12234" extrusionOk="0">
                  <a:moveTo>
                    <a:pt x="1" y="1"/>
                  </a:moveTo>
                  <a:lnTo>
                    <a:pt x="1" y="12233"/>
                  </a:lnTo>
                  <a:lnTo>
                    <a:pt x="117008" y="12233"/>
                  </a:lnTo>
                  <a:lnTo>
                    <a:pt x="1170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109"/>
            <p:cNvSpPr/>
            <p:nvPr/>
          </p:nvSpPr>
          <p:spPr>
            <a:xfrm>
              <a:off x="4941900" y="1879700"/>
              <a:ext cx="1467925" cy="305850"/>
            </a:xfrm>
            <a:custGeom>
              <a:avLst/>
              <a:gdLst/>
              <a:ahLst/>
              <a:cxnLst/>
              <a:rect l="l" t="t" r="r" b="b"/>
              <a:pathLst>
                <a:path w="58717" h="12234" extrusionOk="0">
                  <a:moveTo>
                    <a:pt x="0" y="1"/>
                  </a:moveTo>
                  <a:lnTo>
                    <a:pt x="0" y="12233"/>
                  </a:lnTo>
                  <a:lnTo>
                    <a:pt x="58716" y="12233"/>
                  </a:lnTo>
                  <a:lnTo>
                    <a:pt x="587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109"/>
            <p:cNvSpPr/>
            <p:nvPr/>
          </p:nvSpPr>
          <p:spPr>
            <a:xfrm>
              <a:off x="2658500" y="3836900"/>
              <a:ext cx="1152325" cy="1314600"/>
            </a:xfrm>
            <a:custGeom>
              <a:avLst/>
              <a:gdLst/>
              <a:ahLst/>
              <a:cxnLst/>
              <a:rect l="l" t="t" r="r" b="b"/>
              <a:pathLst>
                <a:path w="46093" h="52584" extrusionOk="0">
                  <a:moveTo>
                    <a:pt x="1" y="0"/>
                  </a:moveTo>
                  <a:lnTo>
                    <a:pt x="1" y="52584"/>
                  </a:lnTo>
                  <a:lnTo>
                    <a:pt x="27728" y="52584"/>
                  </a:lnTo>
                  <a:cubicBezTo>
                    <a:pt x="37840" y="52584"/>
                    <a:pt x="46093" y="44363"/>
                    <a:pt x="46093" y="34251"/>
                  </a:cubicBezTo>
                  <a:lnTo>
                    <a:pt x="4609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109"/>
            <p:cNvSpPr/>
            <p:nvPr/>
          </p:nvSpPr>
          <p:spPr>
            <a:xfrm>
              <a:off x="2261350" y="901100"/>
              <a:ext cx="795150" cy="305850"/>
            </a:xfrm>
            <a:custGeom>
              <a:avLst/>
              <a:gdLst/>
              <a:ahLst/>
              <a:cxnLst/>
              <a:rect l="l" t="t" r="r" b="b"/>
              <a:pathLst>
                <a:path w="31806" h="12234" extrusionOk="0">
                  <a:moveTo>
                    <a:pt x="6101" y="1"/>
                  </a:moveTo>
                  <a:cubicBezTo>
                    <a:pt x="2708" y="1"/>
                    <a:pt x="1" y="2708"/>
                    <a:pt x="1" y="6101"/>
                  </a:cubicBezTo>
                  <a:cubicBezTo>
                    <a:pt x="1" y="9493"/>
                    <a:pt x="2708" y="12233"/>
                    <a:pt x="6101" y="12233"/>
                  </a:cubicBezTo>
                  <a:lnTo>
                    <a:pt x="25673" y="12233"/>
                  </a:lnTo>
                  <a:cubicBezTo>
                    <a:pt x="29065" y="12233"/>
                    <a:pt x="31805" y="9493"/>
                    <a:pt x="31805" y="6101"/>
                  </a:cubicBezTo>
                  <a:cubicBezTo>
                    <a:pt x="31805" y="2708"/>
                    <a:pt x="29065" y="1"/>
                    <a:pt x="256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109"/>
            <p:cNvSpPr/>
            <p:nvPr/>
          </p:nvSpPr>
          <p:spPr>
            <a:xfrm>
              <a:off x="2658500" y="901100"/>
              <a:ext cx="398000" cy="305850"/>
            </a:xfrm>
            <a:custGeom>
              <a:avLst/>
              <a:gdLst/>
              <a:ahLst/>
              <a:cxnLst/>
              <a:rect l="l" t="t" r="r" b="b"/>
              <a:pathLst>
                <a:path w="15920" h="12234" extrusionOk="0">
                  <a:moveTo>
                    <a:pt x="1" y="1"/>
                  </a:moveTo>
                  <a:lnTo>
                    <a:pt x="1" y="12233"/>
                  </a:lnTo>
                  <a:lnTo>
                    <a:pt x="9787" y="12233"/>
                  </a:lnTo>
                  <a:cubicBezTo>
                    <a:pt x="13179" y="12233"/>
                    <a:pt x="15919" y="9493"/>
                    <a:pt x="15919" y="6101"/>
                  </a:cubicBezTo>
                  <a:cubicBezTo>
                    <a:pt x="15919" y="2708"/>
                    <a:pt x="13179" y="1"/>
                    <a:pt x="97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109"/>
            <p:cNvSpPr/>
            <p:nvPr/>
          </p:nvSpPr>
          <p:spPr>
            <a:xfrm>
              <a:off x="2506000" y="4489300"/>
              <a:ext cx="305850" cy="305825"/>
            </a:xfrm>
            <a:custGeom>
              <a:avLst/>
              <a:gdLst/>
              <a:ahLst/>
              <a:cxnLst/>
              <a:rect l="l" t="t" r="r" b="b"/>
              <a:pathLst>
                <a:path w="12234" h="12233" extrusionOk="0">
                  <a:moveTo>
                    <a:pt x="6101" y="0"/>
                  </a:moveTo>
                  <a:cubicBezTo>
                    <a:pt x="2708" y="0"/>
                    <a:pt x="1" y="2708"/>
                    <a:pt x="1" y="6100"/>
                  </a:cubicBezTo>
                  <a:cubicBezTo>
                    <a:pt x="1" y="9493"/>
                    <a:pt x="2708" y="12233"/>
                    <a:pt x="6101" y="12233"/>
                  </a:cubicBezTo>
                  <a:cubicBezTo>
                    <a:pt x="9493" y="12233"/>
                    <a:pt x="12233" y="9493"/>
                    <a:pt x="12233" y="6100"/>
                  </a:cubicBezTo>
                  <a:cubicBezTo>
                    <a:pt x="12233" y="2708"/>
                    <a:pt x="9493" y="0"/>
                    <a:pt x="6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109"/>
            <p:cNvSpPr/>
            <p:nvPr/>
          </p:nvSpPr>
          <p:spPr>
            <a:xfrm>
              <a:off x="2658500" y="4489300"/>
              <a:ext cx="153350" cy="305825"/>
            </a:xfrm>
            <a:custGeom>
              <a:avLst/>
              <a:gdLst/>
              <a:ahLst/>
              <a:cxnLst/>
              <a:rect l="l" t="t" r="r" b="b"/>
              <a:pathLst>
                <a:path w="6134" h="12233" extrusionOk="0">
                  <a:moveTo>
                    <a:pt x="1" y="0"/>
                  </a:moveTo>
                  <a:lnTo>
                    <a:pt x="1" y="12233"/>
                  </a:lnTo>
                  <a:cubicBezTo>
                    <a:pt x="3393" y="12233"/>
                    <a:pt x="6133" y="9493"/>
                    <a:pt x="6133" y="6100"/>
                  </a:cubicBezTo>
                  <a:cubicBezTo>
                    <a:pt x="6133" y="2708"/>
                    <a:pt x="339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6" name="Google Shape;3996;p109"/>
          <p:cNvGrpSpPr/>
          <p:nvPr/>
        </p:nvGrpSpPr>
        <p:grpSpPr>
          <a:xfrm>
            <a:off x="5118988" y="1548613"/>
            <a:ext cx="457202" cy="457202"/>
            <a:chOff x="1190625" y="238125"/>
            <a:chExt cx="5219200" cy="5219200"/>
          </a:xfrm>
        </p:grpSpPr>
        <p:sp>
          <p:nvSpPr>
            <p:cNvPr id="3997" name="Google Shape;3997;p109"/>
            <p:cNvSpPr/>
            <p:nvPr/>
          </p:nvSpPr>
          <p:spPr>
            <a:xfrm>
              <a:off x="1353700" y="1471950"/>
              <a:ext cx="2426150" cy="2426125"/>
            </a:xfrm>
            <a:custGeom>
              <a:avLst/>
              <a:gdLst/>
              <a:ahLst/>
              <a:cxnLst/>
              <a:rect l="l" t="t" r="r" b="b"/>
              <a:pathLst>
                <a:path w="97046" h="97045" extrusionOk="0">
                  <a:moveTo>
                    <a:pt x="48539" y="1"/>
                  </a:moveTo>
                  <a:cubicBezTo>
                    <a:pt x="21726" y="1"/>
                    <a:pt x="1" y="21693"/>
                    <a:pt x="1" y="48507"/>
                  </a:cubicBezTo>
                  <a:cubicBezTo>
                    <a:pt x="1" y="75320"/>
                    <a:pt x="21726" y="97045"/>
                    <a:pt x="48539" y="97045"/>
                  </a:cubicBezTo>
                  <a:cubicBezTo>
                    <a:pt x="75320" y="97045"/>
                    <a:pt x="97045" y="75320"/>
                    <a:pt x="97045" y="48507"/>
                  </a:cubicBezTo>
                  <a:cubicBezTo>
                    <a:pt x="97045" y="21693"/>
                    <a:pt x="75320" y="1"/>
                    <a:pt x="48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109"/>
            <p:cNvSpPr/>
            <p:nvPr/>
          </p:nvSpPr>
          <p:spPr>
            <a:xfrm>
              <a:off x="2567175" y="1471950"/>
              <a:ext cx="1212675" cy="2426125"/>
            </a:xfrm>
            <a:custGeom>
              <a:avLst/>
              <a:gdLst/>
              <a:ahLst/>
              <a:cxnLst/>
              <a:rect l="l" t="t" r="r" b="b"/>
              <a:pathLst>
                <a:path w="48507" h="97045" extrusionOk="0">
                  <a:moveTo>
                    <a:pt x="0" y="1"/>
                  </a:moveTo>
                  <a:lnTo>
                    <a:pt x="0" y="97045"/>
                  </a:lnTo>
                  <a:cubicBezTo>
                    <a:pt x="26749" y="97045"/>
                    <a:pt x="48506" y="75255"/>
                    <a:pt x="48506" y="48507"/>
                  </a:cubicBezTo>
                  <a:cubicBezTo>
                    <a:pt x="48506" y="21758"/>
                    <a:pt x="26749"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109"/>
            <p:cNvSpPr/>
            <p:nvPr/>
          </p:nvSpPr>
          <p:spPr>
            <a:xfrm>
              <a:off x="2131700" y="948750"/>
              <a:ext cx="1076475" cy="1155250"/>
            </a:xfrm>
            <a:custGeom>
              <a:avLst/>
              <a:gdLst/>
              <a:ahLst/>
              <a:cxnLst/>
              <a:rect l="l" t="t" r="r" b="b"/>
              <a:pathLst>
                <a:path w="43059" h="46210" extrusionOk="0">
                  <a:moveTo>
                    <a:pt x="36391" y="1"/>
                  </a:moveTo>
                  <a:cubicBezTo>
                    <a:pt x="35998" y="1"/>
                    <a:pt x="35598" y="39"/>
                    <a:pt x="35197" y="117"/>
                  </a:cubicBezTo>
                  <a:cubicBezTo>
                    <a:pt x="26781" y="1814"/>
                    <a:pt x="18463" y="8827"/>
                    <a:pt x="10471" y="20961"/>
                  </a:cubicBezTo>
                  <a:cubicBezTo>
                    <a:pt x="4893" y="29410"/>
                    <a:pt x="1468" y="37337"/>
                    <a:pt x="1338" y="37663"/>
                  </a:cubicBezTo>
                  <a:cubicBezTo>
                    <a:pt x="0" y="40762"/>
                    <a:pt x="1436" y="44383"/>
                    <a:pt x="4567" y="45687"/>
                  </a:cubicBezTo>
                  <a:cubicBezTo>
                    <a:pt x="5350" y="46046"/>
                    <a:pt x="6165" y="46209"/>
                    <a:pt x="6948" y="46209"/>
                  </a:cubicBezTo>
                  <a:cubicBezTo>
                    <a:pt x="9330" y="46209"/>
                    <a:pt x="11580" y="44807"/>
                    <a:pt x="12592" y="42491"/>
                  </a:cubicBezTo>
                  <a:cubicBezTo>
                    <a:pt x="15658" y="35282"/>
                    <a:pt x="26879" y="14274"/>
                    <a:pt x="37611" y="12121"/>
                  </a:cubicBezTo>
                  <a:cubicBezTo>
                    <a:pt x="40938" y="11469"/>
                    <a:pt x="43059" y="8240"/>
                    <a:pt x="42406" y="4945"/>
                  </a:cubicBezTo>
                  <a:cubicBezTo>
                    <a:pt x="41832" y="2019"/>
                    <a:pt x="39265" y="1"/>
                    <a:pt x="36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109"/>
            <p:cNvSpPr/>
            <p:nvPr/>
          </p:nvSpPr>
          <p:spPr>
            <a:xfrm>
              <a:off x="1467875" y="684850"/>
              <a:ext cx="1187400" cy="1419150"/>
            </a:xfrm>
            <a:custGeom>
              <a:avLst/>
              <a:gdLst/>
              <a:ahLst/>
              <a:cxnLst/>
              <a:rect l="l" t="t" r="r" b="b"/>
              <a:pathLst>
                <a:path w="47496" h="56766" extrusionOk="0">
                  <a:moveTo>
                    <a:pt x="14012" y="0"/>
                  </a:moveTo>
                  <a:cubicBezTo>
                    <a:pt x="11706" y="0"/>
                    <a:pt x="9533" y="1303"/>
                    <a:pt x="8482" y="3432"/>
                  </a:cubicBezTo>
                  <a:cubicBezTo>
                    <a:pt x="8156" y="4149"/>
                    <a:pt x="1" y="21210"/>
                    <a:pt x="6459" y="35758"/>
                  </a:cubicBezTo>
                  <a:cubicBezTo>
                    <a:pt x="12886" y="50209"/>
                    <a:pt x="30859" y="56211"/>
                    <a:pt x="31609" y="56439"/>
                  </a:cubicBezTo>
                  <a:cubicBezTo>
                    <a:pt x="32262" y="56667"/>
                    <a:pt x="32882" y="56765"/>
                    <a:pt x="33501" y="56765"/>
                  </a:cubicBezTo>
                  <a:cubicBezTo>
                    <a:pt x="35817" y="56765"/>
                    <a:pt x="38036" y="55428"/>
                    <a:pt x="39047" y="53242"/>
                  </a:cubicBezTo>
                  <a:cubicBezTo>
                    <a:pt x="39406" y="52492"/>
                    <a:pt x="47495" y="34877"/>
                    <a:pt x="41037" y="20394"/>
                  </a:cubicBezTo>
                  <a:cubicBezTo>
                    <a:pt x="34578" y="5813"/>
                    <a:pt x="16441" y="463"/>
                    <a:pt x="15691" y="235"/>
                  </a:cubicBezTo>
                  <a:cubicBezTo>
                    <a:pt x="15133" y="76"/>
                    <a:pt x="14568" y="0"/>
                    <a:pt x="140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109"/>
            <p:cNvSpPr/>
            <p:nvPr/>
          </p:nvSpPr>
          <p:spPr>
            <a:xfrm>
              <a:off x="4218550" y="238125"/>
              <a:ext cx="1610625" cy="3904600"/>
            </a:xfrm>
            <a:custGeom>
              <a:avLst/>
              <a:gdLst/>
              <a:ahLst/>
              <a:cxnLst/>
              <a:rect l="l" t="t" r="r" b="b"/>
              <a:pathLst>
                <a:path w="64425" h="156184" extrusionOk="0">
                  <a:moveTo>
                    <a:pt x="19148" y="0"/>
                  </a:moveTo>
                  <a:cubicBezTo>
                    <a:pt x="15789" y="0"/>
                    <a:pt x="13049" y="2740"/>
                    <a:pt x="13049" y="6133"/>
                  </a:cubicBezTo>
                  <a:lnTo>
                    <a:pt x="13049" y="48343"/>
                  </a:lnTo>
                  <a:cubicBezTo>
                    <a:pt x="4894" y="54018"/>
                    <a:pt x="1" y="63315"/>
                    <a:pt x="1" y="73395"/>
                  </a:cubicBezTo>
                  <a:lnTo>
                    <a:pt x="1" y="150051"/>
                  </a:lnTo>
                  <a:cubicBezTo>
                    <a:pt x="1" y="153444"/>
                    <a:pt x="2741" y="156184"/>
                    <a:pt x="6100" y="156184"/>
                  </a:cubicBezTo>
                  <a:lnTo>
                    <a:pt x="58292" y="156184"/>
                  </a:lnTo>
                  <a:cubicBezTo>
                    <a:pt x="61685" y="156184"/>
                    <a:pt x="64425" y="153444"/>
                    <a:pt x="64425" y="150051"/>
                  </a:cubicBezTo>
                  <a:lnTo>
                    <a:pt x="64425" y="73395"/>
                  </a:lnTo>
                  <a:cubicBezTo>
                    <a:pt x="64425" y="63380"/>
                    <a:pt x="59597" y="54410"/>
                    <a:pt x="51344" y="48734"/>
                  </a:cubicBezTo>
                  <a:lnTo>
                    <a:pt x="51377" y="6133"/>
                  </a:lnTo>
                  <a:cubicBezTo>
                    <a:pt x="51377" y="4502"/>
                    <a:pt x="50724" y="2936"/>
                    <a:pt x="49583" y="1794"/>
                  </a:cubicBezTo>
                  <a:cubicBezTo>
                    <a:pt x="48441" y="652"/>
                    <a:pt x="46875" y="0"/>
                    <a:pt x="45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109"/>
            <p:cNvSpPr/>
            <p:nvPr/>
          </p:nvSpPr>
          <p:spPr>
            <a:xfrm>
              <a:off x="5023450" y="238125"/>
              <a:ext cx="805725" cy="3904600"/>
            </a:xfrm>
            <a:custGeom>
              <a:avLst/>
              <a:gdLst/>
              <a:ahLst/>
              <a:cxnLst/>
              <a:rect l="l" t="t" r="r" b="b"/>
              <a:pathLst>
                <a:path w="32229" h="156184" extrusionOk="0">
                  <a:moveTo>
                    <a:pt x="0" y="0"/>
                  </a:moveTo>
                  <a:lnTo>
                    <a:pt x="0" y="156184"/>
                  </a:lnTo>
                  <a:lnTo>
                    <a:pt x="26096" y="156184"/>
                  </a:lnTo>
                  <a:cubicBezTo>
                    <a:pt x="29489" y="156184"/>
                    <a:pt x="32229" y="153444"/>
                    <a:pt x="32229" y="150051"/>
                  </a:cubicBezTo>
                  <a:lnTo>
                    <a:pt x="32229" y="73395"/>
                  </a:lnTo>
                  <a:cubicBezTo>
                    <a:pt x="32229" y="63380"/>
                    <a:pt x="27401" y="54410"/>
                    <a:pt x="19148" y="48734"/>
                  </a:cubicBezTo>
                  <a:lnTo>
                    <a:pt x="19181" y="6133"/>
                  </a:lnTo>
                  <a:cubicBezTo>
                    <a:pt x="19181" y="4502"/>
                    <a:pt x="18528" y="2936"/>
                    <a:pt x="17387" y="1794"/>
                  </a:cubicBezTo>
                  <a:cubicBezTo>
                    <a:pt x="16245" y="652"/>
                    <a:pt x="14679" y="0"/>
                    <a:pt x="130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109"/>
            <p:cNvSpPr/>
            <p:nvPr/>
          </p:nvSpPr>
          <p:spPr>
            <a:xfrm>
              <a:off x="4544750" y="238125"/>
              <a:ext cx="958225" cy="968825"/>
            </a:xfrm>
            <a:custGeom>
              <a:avLst/>
              <a:gdLst/>
              <a:ahLst/>
              <a:cxnLst/>
              <a:rect l="l" t="t" r="r" b="b"/>
              <a:pathLst>
                <a:path w="38329" h="38753" extrusionOk="0">
                  <a:moveTo>
                    <a:pt x="6100" y="0"/>
                  </a:moveTo>
                  <a:cubicBezTo>
                    <a:pt x="2708" y="0"/>
                    <a:pt x="1" y="2740"/>
                    <a:pt x="1" y="6133"/>
                  </a:cubicBezTo>
                  <a:lnTo>
                    <a:pt x="1" y="32620"/>
                  </a:lnTo>
                  <a:cubicBezTo>
                    <a:pt x="1" y="36012"/>
                    <a:pt x="2708" y="38752"/>
                    <a:pt x="6100" y="38752"/>
                  </a:cubicBezTo>
                  <a:lnTo>
                    <a:pt x="32196" y="38752"/>
                  </a:lnTo>
                  <a:cubicBezTo>
                    <a:pt x="35556" y="38752"/>
                    <a:pt x="38296" y="36012"/>
                    <a:pt x="38296" y="32620"/>
                  </a:cubicBezTo>
                  <a:lnTo>
                    <a:pt x="38329" y="6133"/>
                  </a:lnTo>
                  <a:cubicBezTo>
                    <a:pt x="38329" y="4502"/>
                    <a:pt x="37676" y="2936"/>
                    <a:pt x="36535" y="1794"/>
                  </a:cubicBezTo>
                  <a:cubicBezTo>
                    <a:pt x="35360" y="652"/>
                    <a:pt x="33827" y="0"/>
                    <a:pt x="32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109"/>
            <p:cNvSpPr/>
            <p:nvPr/>
          </p:nvSpPr>
          <p:spPr>
            <a:xfrm>
              <a:off x="5023450" y="238125"/>
              <a:ext cx="479525" cy="968825"/>
            </a:xfrm>
            <a:custGeom>
              <a:avLst/>
              <a:gdLst/>
              <a:ahLst/>
              <a:cxnLst/>
              <a:rect l="l" t="t" r="r" b="b"/>
              <a:pathLst>
                <a:path w="19181" h="38753" extrusionOk="0">
                  <a:moveTo>
                    <a:pt x="0" y="0"/>
                  </a:moveTo>
                  <a:lnTo>
                    <a:pt x="0" y="38752"/>
                  </a:lnTo>
                  <a:lnTo>
                    <a:pt x="13048" y="38752"/>
                  </a:lnTo>
                  <a:cubicBezTo>
                    <a:pt x="16408" y="38752"/>
                    <a:pt x="19148" y="36012"/>
                    <a:pt x="19148" y="32620"/>
                  </a:cubicBezTo>
                  <a:lnTo>
                    <a:pt x="19181" y="6133"/>
                  </a:lnTo>
                  <a:cubicBezTo>
                    <a:pt x="19181" y="4502"/>
                    <a:pt x="18528" y="2936"/>
                    <a:pt x="17387" y="1794"/>
                  </a:cubicBezTo>
                  <a:cubicBezTo>
                    <a:pt x="16212" y="652"/>
                    <a:pt x="14679" y="0"/>
                    <a:pt x="130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109"/>
            <p:cNvSpPr/>
            <p:nvPr/>
          </p:nvSpPr>
          <p:spPr>
            <a:xfrm>
              <a:off x="4544750" y="901100"/>
              <a:ext cx="957425" cy="305850"/>
            </a:xfrm>
            <a:custGeom>
              <a:avLst/>
              <a:gdLst/>
              <a:ahLst/>
              <a:cxnLst/>
              <a:rect l="l" t="t" r="r" b="b"/>
              <a:pathLst>
                <a:path w="38297" h="12234" extrusionOk="0">
                  <a:moveTo>
                    <a:pt x="1" y="1"/>
                  </a:moveTo>
                  <a:lnTo>
                    <a:pt x="1" y="12233"/>
                  </a:lnTo>
                  <a:lnTo>
                    <a:pt x="38296" y="12233"/>
                  </a:lnTo>
                  <a:lnTo>
                    <a:pt x="382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109"/>
            <p:cNvSpPr/>
            <p:nvPr/>
          </p:nvSpPr>
          <p:spPr>
            <a:xfrm>
              <a:off x="5023450" y="901100"/>
              <a:ext cx="478725" cy="305850"/>
            </a:xfrm>
            <a:custGeom>
              <a:avLst/>
              <a:gdLst/>
              <a:ahLst/>
              <a:cxnLst/>
              <a:rect l="l" t="t" r="r" b="b"/>
              <a:pathLst>
                <a:path w="19149" h="12234" extrusionOk="0">
                  <a:moveTo>
                    <a:pt x="0" y="1"/>
                  </a:moveTo>
                  <a:lnTo>
                    <a:pt x="0" y="12233"/>
                  </a:lnTo>
                  <a:lnTo>
                    <a:pt x="19148" y="12233"/>
                  </a:lnTo>
                  <a:lnTo>
                    <a:pt x="191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109"/>
            <p:cNvSpPr/>
            <p:nvPr/>
          </p:nvSpPr>
          <p:spPr>
            <a:xfrm>
              <a:off x="1190625" y="2776350"/>
              <a:ext cx="5219200" cy="2680975"/>
            </a:xfrm>
            <a:custGeom>
              <a:avLst/>
              <a:gdLst/>
              <a:ahLst/>
              <a:cxnLst/>
              <a:rect l="l" t="t" r="r" b="b"/>
              <a:pathLst>
                <a:path w="208768" h="107239" extrusionOk="0">
                  <a:moveTo>
                    <a:pt x="65240" y="0"/>
                  </a:moveTo>
                  <a:cubicBezTo>
                    <a:pt x="64302" y="0"/>
                    <a:pt x="63364" y="212"/>
                    <a:pt x="62500" y="636"/>
                  </a:cubicBezTo>
                  <a:lnTo>
                    <a:pt x="44722" y="9542"/>
                  </a:lnTo>
                  <a:lnTo>
                    <a:pt x="27107" y="6606"/>
                  </a:lnTo>
                  <a:cubicBezTo>
                    <a:pt x="26766" y="6549"/>
                    <a:pt x="26421" y="6520"/>
                    <a:pt x="26078" y="6520"/>
                  </a:cubicBezTo>
                  <a:cubicBezTo>
                    <a:pt x="25436" y="6520"/>
                    <a:pt x="24799" y="6622"/>
                    <a:pt x="24204" y="6834"/>
                  </a:cubicBezTo>
                  <a:lnTo>
                    <a:pt x="4208" y="13358"/>
                  </a:lnTo>
                  <a:cubicBezTo>
                    <a:pt x="1696" y="14174"/>
                    <a:pt x="0" y="16522"/>
                    <a:pt x="0" y="19164"/>
                  </a:cubicBezTo>
                  <a:lnTo>
                    <a:pt x="0" y="101138"/>
                  </a:lnTo>
                  <a:cubicBezTo>
                    <a:pt x="0" y="104498"/>
                    <a:pt x="2740" y="107238"/>
                    <a:pt x="6100" y="107238"/>
                  </a:cubicBezTo>
                  <a:lnTo>
                    <a:pt x="202667" y="107238"/>
                  </a:lnTo>
                  <a:cubicBezTo>
                    <a:pt x="206027" y="107238"/>
                    <a:pt x="208767" y="104498"/>
                    <a:pt x="208767" y="101138"/>
                  </a:cubicBezTo>
                  <a:lnTo>
                    <a:pt x="208767" y="19164"/>
                  </a:lnTo>
                  <a:cubicBezTo>
                    <a:pt x="208767" y="16522"/>
                    <a:pt x="207071" y="14174"/>
                    <a:pt x="204559" y="13358"/>
                  </a:cubicBezTo>
                  <a:lnTo>
                    <a:pt x="184563" y="6834"/>
                  </a:lnTo>
                  <a:cubicBezTo>
                    <a:pt x="183947" y="6622"/>
                    <a:pt x="183317" y="6520"/>
                    <a:pt x="182682" y="6520"/>
                  </a:cubicBezTo>
                  <a:cubicBezTo>
                    <a:pt x="182342" y="6520"/>
                    <a:pt x="182001" y="6549"/>
                    <a:pt x="181660" y="6606"/>
                  </a:cubicBezTo>
                  <a:lnTo>
                    <a:pt x="164045" y="9542"/>
                  </a:lnTo>
                  <a:lnTo>
                    <a:pt x="146267" y="636"/>
                  </a:lnTo>
                  <a:cubicBezTo>
                    <a:pt x="145403" y="212"/>
                    <a:pt x="144465" y="0"/>
                    <a:pt x="143527" y="0"/>
                  </a:cubicBezTo>
                  <a:cubicBezTo>
                    <a:pt x="142590" y="0"/>
                    <a:pt x="141652" y="212"/>
                    <a:pt x="140787" y="636"/>
                  </a:cubicBezTo>
                  <a:lnTo>
                    <a:pt x="123955" y="9052"/>
                  </a:lnTo>
                  <a:lnTo>
                    <a:pt x="107124" y="636"/>
                  </a:lnTo>
                  <a:cubicBezTo>
                    <a:pt x="106259" y="212"/>
                    <a:pt x="105321" y="0"/>
                    <a:pt x="104384" y="0"/>
                  </a:cubicBezTo>
                  <a:cubicBezTo>
                    <a:pt x="103446" y="0"/>
                    <a:pt x="102508" y="212"/>
                    <a:pt x="101644" y="636"/>
                  </a:cubicBezTo>
                  <a:lnTo>
                    <a:pt x="84812" y="9052"/>
                  </a:lnTo>
                  <a:lnTo>
                    <a:pt x="67980" y="636"/>
                  </a:lnTo>
                  <a:cubicBezTo>
                    <a:pt x="67115" y="212"/>
                    <a:pt x="66178" y="0"/>
                    <a:pt x="652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109"/>
            <p:cNvSpPr/>
            <p:nvPr/>
          </p:nvSpPr>
          <p:spPr>
            <a:xfrm>
              <a:off x="3800200" y="2775950"/>
              <a:ext cx="2609625" cy="2681375"/>
            </a:xfrm>
            <a:custGeom>
              <a:avLst/>
              <a:gdLst/>
              <a:ahLst/>
              <a:cxnLst/>
              <a:rect l="l" t="t" r="r" b="b"/>
              <a:pathLst>
                <a:path w="104385" h="107255" extrusionOk="0">
                  <a:moveTo>
                    <a:pt x="1" y="0"/>
                  </a:moveTo>
                  <a:lnTo>
                    <a:pt x="1" y="107254"/>
                  </a:lnTo>
                  <a:lnTo>
                    <a:pt x="98284" y="107254"/>
                  </a:lnTo>
                  <a:cubicBezTo>
                    <a:pt x="101644" y="107254"/>
                    <a:pt x="104384" y="104514"/>
                    <a:pt x="104384" y="101154"/>
                  </a:cubicBezTo>
                  <a:lnTo>
                    <a:pt x="104384" y="19180"/>
                  </a:lnTo>
                  <a:cubicBezTo>
                    <a:pt x="104384" y="16538"/>
                    <a:pt x="102688" y="14190"/>
                    <a:pt x="100176" y="13374"/>
                  </a:cubicBezTo>
                  <a:lnTo>
                    <a:pt x="80180" y="6850"/>
                  </a:lnTo>
                  <a:cubicBezTo>
                    <a:pt x="79564" y="6638"/>
                    <a:pt x="78934" y="6536"/>
                    <a:pt x="78299" y="6536"/>
                  </a:cubicBezTo>
                  <a:cubicBezTo>
                    <a:pt x="77959" y="6536"/>
                    <a:pt x="77618" y="6565"/>
                    <a:pt x="77277" y="6622"/>
                  </a:cubicBezTo>
                  <a:lnTo>
                    <a:pt x="59662" y="9558"/>
                  </a:lnTo>
                  <a:lnTo>
                    <a:pt x="41884" y="652"/>
                  </a:lnTo>
                  <a:cubicBezTo>
                    <a:pt x="41020" y="228"/>
                    <a:pt x="40082" y="16"/>
                    <a:pt x="39144" y="16"/>
                  </a:cubicBezTo>
                  <a:cubicBezTo>
                    <a:pt x="38207" y="16"/>
                    <a:pt x="37269" y="228"/>
                    <a:pt x="36404" y="652"/>
                  </a:cubicBezTo>
                  <a:lnTo>
                    <a:pt x="19572" y="9068"/>
                  </a:lnTo>
                  <a:lnTo>
                    <a:pt x="2741" y="652"/>
                  </a:lnTo>
                  <a:cubicBezTo>
                    <a:pt x="1860" y="228"/>
                    <a:pt x="947"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9" name="Google Shape;4009;p109"/>
          <p:cNvGrpSpPr/>
          <p:nvPr/>
        </p:nvGrpSpPr>
        <p:grpSpPr>
          <a:xfrm>
            <a:off x="5867337" y="1548625"/>
            <a:ext cx="312185" cy="457202"/>
            <a:chOff x="2016700" y="238125"/>
            <a:chExt cx="3567825" cy="5219200"/>
          </a:xfrm>
        </p:grpSpPr>
        <p:sp>
          <p:nvSpPr>
            <p:cNvPr id="4010" name="Google Shape;4010;p109"/>
            <p:cNvSpPr/>
            <p:nvPr/>
          </p:nvSpPr>
          <p:spPr>
            <a:xfrm>
              <a:off x="3641175" y="238125"/>
              <a:ext cx="1127850" cy="1376575"/>
            </a:xfrm>
            <a:custGeom>
              <a:avLst/>
              <a:gdLst/>
              <a:ahLst/>
              <a:cxnLst/>
              <a:rect l="l" t="t" r="r" b="b"/>
              <a:pathLst>
                <a:path w="45114" h="55063" extrusionOk="0">
                  <a:moveTo>
                    <a:pt x="9624" y="0"/>
                  </a:moveTo>
                  <a:cubicBezTo>
                    <a:pt x="6427" y="0"/>
                    <a:pt x="3752" y="2479"/>
                    <a:pt x="3524" y="5643"/>
                  </a:cubicBezTo>
                  <a:lnTo>
                    <a:pt x="262" y="48473"/>
                  </a:lnTo>
                  <a:cubicBezTo>
                    <a:pt x="1" y="51833"/>
                    <a:pt x="2545" y="54769"/>
                    <a:pt x="5905" y="55030"/>
                  </a:cubicBezTo>
                  <a:cubicBezTo>
                    <a:pt x="6068" y="55030"/>
                    <a:pt x="6198" y="55062"/>
                    <a:pt x="6362" y="55062"/>
                  </a:cubicBezTo>
                  <a:cubicBezTo>
                    <a:pt x="9526" y="55062"/>
                    <a:pt x="12201" y="52616"/>
                    <a:pt x="12461" y="49386"/>
                  </a:cubicBezTo>
                  <a:lnTo>
                    <a:pt x="15299" y="12232"/>
                  </a:lnTo>
                  <a:lnTo>
                    <a:pt x="38981" y="12232"/>
                  </a:lnTo>
                  <a:cubicBezTo>
                    <a:pt x="42374" y="12232"/>
                    <a:pt x="45114" y="9492"/>
                    <a:pt x="45114" y="6100"/>
                  </a:cubicBezTo>
                  <a:cubicBezTo>
                    <a:pt x="45114" y="2740"/>
                    <a:pt x="42374" y="0"/>
                    <a:pt x="3898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109"/>
            <p:cNvSpPr/>
            <p:nvPr/>
          </p:nvSpPr>
          <p:spPr>
            <a:xfrm>
              <a:off x="2260550" y="1127500"/>
              <a:ext cx="3079325" cy="1628900"/>
            </a:xfrm>
            <a:custGeom>
              <a:avLst/>
              <a:gdLst/>
              <a:ahLst/>
              <a:cxnLst/>
              <a:rect l="l" t="t" r="r" b="b"/>
              <a:pathLst>
                <a:path w="123173" h="65156" extrusionOk="0">
                  <a:moveTo>
                    <a:pt x="44890" y="1"/>
                  </a:moveTo>
                  <a:cubicBezTo>
                    <a:pt x="44278" y="1"/>
                    <a:pt x="43661" y="91"/>
                    <a:pt x="43058" y="274"/>
                  </a:cubicBezTo>
                  <a:cubicBezTo>
                    <a:pt x="30663" y="4189"/>
                    <a:pt x="19996" y="11789"/>
                    <a:pt x="12200" y="22260"/>
                  </a:cubicBezTo>
                  <a:cubicBezTo>
                    <a:pt x="4241" y="32959"/>
                    <a:pt x="0" y="45648"/>
                    <a:pt x="0" y="59023"/>
                  </a:cubicBezTo>
                  <a:cubicBezTo>
                    <a:pt x="0" y="62415"/>
                    <a:pt x="2740" y="65155"/>
                    <a:pt x="6133" y="65155"/>
                  </a:cubicBezTo>
                  <a:lnTo>
                    <a:pt x="117040" y="65155"/>
                  </a:lnTo>
                  <a:cubicBezTo>
                    <a:pt x="120433" y="65155"/>
                    <a:pt x="123173" y="62415"/>
                    <a:pt x="123173" y="59023"/>
                  </a:cubicBezTo>
                  <a:cubicBezTo>
                    <a:pt x="123173" y="45648"/>
                    <a:pt x="118932" y="32959"/>
                    <a:pt x="110973" y="22260"/>
                  </a:cubicBezTo>
                  <a:cubicBezTo>
                    <a:pt x="103177" y="11789"/>
                    <a:pt x="92510" y="4189"/>
                    <a:pt x="80115" y="274"/>
                  </a:cubicBezTo>
                  <a:cubicBezTo>
                    <a:pt x="79512" y="91"/>
                    <a:pt x="78895" y="1"/>
                    <a:pt x="78283" y="1"/>
                  </a:cubicBezTo>
                  <a:cubicBezTo>
                    <a:pt x="76612" y="1"/>
                    <a:pt x="74980" y="672"/>
                    <a:pt x="73786" y="1938"/>
                  </a:cubicBezTo>
                  <a:cubicBezTo>
                    <a:pt x="70590" y="5363"/>
                    <a:pt x="66251" y="7255"/>
                    <a:pt x="61587" y="7255"/>
                  </a:cubicBezTo>
                  <a:cubicBezTo>
                    <a:pt x="56922" y="7255"/>
                    <a:pt x="52583" y="5363"/>
                    <a:pt x="49387" y="1938"/>
                  </a:cubicBezTo>
                  <a:cubicBezTo>
                    <a:pt x="48193" y="672"/>
                    <a:pt x="46561" y="1"/>
                    <a:pt x="4489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109"/>
            <p:cNvSpPr/>
            <p:nvPr/>
          </p:nvSpPr>
          <p:spPr>
            <a:xfrm>
              <a:off x="3800200" y="1127500"/>
              <a:ext cx="1539675" cy="1628900"/>
            </a:xfrm>
            <a:custGeom>
              <a:avLst/>
              <a:gdLst/>
              <a:ahLst/>
              <a:cxnLst/>
              <a:rect l="l" t="t" r="r" b="b"/>
              <a:pathLst>
                <a:path w="61587" h="65156" extrusionOk="0">
                  <a:moveTo>
                    <a:pt x="16697" y="1"/>
                  </a:moveTo>
                  <a:cubicBezTo>
                    <a:pt x="15026" y="1"/>
                    <a:pt x="13394" y="672"/>
                    <a:pt x="12200" y="1938"/>
                  </a:cubicBezTo>
                  <a:cubicBezTo>
                    <a:pt x="9004" y="5363"/>
                    <a:pt x="4665" y="7255"/>
                    <a:pt x="1" y="7255"/>
                  </a:cubicBezTo>
                  <a:lnTo>
                    <a:pt x="1" y="65155"/>
                  </a:lnTo>
                  <a:lnTo>
                    <a:pt x="55454" y="65155"/>
                  </a:lnTo>
                  <a:cubicBezTo>
                    <a:pt x="58847" y="65155"/>
                    <a:pt x="61587" y="62415"/>
                    <a:pt x="61587" y="59023"/>
                  </a:cubicBezTo>
                  <a:cubicBezTo>
                    <a:pt x="61587" y="45648"/>
                    <a:pt x="57346" y="32959"/>
                    <a:pt x="49387" y="22260"/>
                  </a:cubicBezTo>
                  <a:cubicBezTo>
                    <a:pt x="41591" y="11789"/>
                    <a:pt x="30924" y="4189"/>
                    <a:pt x="18529" y="274"/>
                  </a:cubicBezTo>
                  <a:cubicBezTo>
                    <a:pt x="17926" y="91"/>
                    <a:pt x="17309" y="1"/>
                    <a:pt x="1669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109"/>
            <p:cNvSpPr/>
            <p:nvPr/>
          </p:nvSpPr>
          <p:spPr>
            <a:xfrm>
              <a:off x="2261350" y="2603050"/>
              <a:ext cx="3078525" cy="2854275"/>
            </a:xfrm>
            <a:custGeom>
              <a:avLst/>
              <a:gdLst/>
              <a:ahLst/>
              <a:cxnLst/>
              <a:rect l="l" t="t" r="r" b="b"/>
              <a:pathLst>
                <a:path w="123141" h="114171" extrusionOk="0">
                  <a:moveTo>
                    <a:pt x="1" y="1"/>
                  </a:moveTo>
                  <a:cubicBezTo>
                    <a:pt x="1" y="262"/>
                    <a:pt x="1" y="490"/>
                    <a:pt x="34" y="751"/>
                  </a:cubicBezTo>
                  <a:lnTo>
                    <a:pt x="13081" y="108788"/>
                  </a:lnTo>
                  <a:cubicBezTo>
                    <a:pt x="13440" y="111854"/>
                    <a:pt x="16050" y="114170"/>
                    <a:pt x="19149" y="114170"/>
                  </a:cubicBezTo>
                  <a:lnTo>
                    <a:pt x="103960" y="114170"/>
                  </a:lnTo>
                  <a:cubicBezTo>
                    <a:pt x="107059" y="114170"/>
                    <a:pt x="109669" y="111854"/>
                    <a:pt x="110028" y="108788"/>
                  </a:cubicBezTo>
                  <a:lnTo>
                    <a:pt x="113388" y="81159"/>
                  </a:lnTo>
                  <a:cubicBezTo>
                    <a:pt x="113388" y="81159"/>
                    <a:pt x="108690" y="78484"/>
                    <a:pt x="108690" y="75092"/>
                  </a:cubicBezTo>
                  <a:cubicBezTo>
                    <a:pt x="108690" y="71666"/>
                    <a:pt x="114855" y="68926"/>
                    <a:pt x="114855" y="68926"/>
                  </a:cubicBezTo>
                  <a:lnTo>
                    <a:pt x="116519" y="55063"/>
                  </a:lnTo>
                  <a:cubicBezTo>
                    <a:pt x="116519" y="55063"/>
                    <a:pt x="112115" y="52225"/>
                    <a:pt x="112115" y="48539"/>
                  </a:cubicBezTo>
                  <a:cubicBezTo>
                    <a:pt x="112115" y="44853"/>
                    <a:pt x="117987" y="42830"/>
                    <a:pt x="117987" y="42830"/>
                  </a:cubicBezTo>
                  <a:lnTo>
                    <a:pt x="123076" y="751"/>
                  </a:lnTo>
                  <a:cubicBezTo>
                    <a:pt x="123108" y="490"/>
                    <a:pt x="123141" y="262"/>
                    <a:pt x="1231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109"/>
            <p:cNvSpPr/>
            <p:nvPr/>
          </p:nvSpPr>
          <p:spPr>
            <a:xfrm>
              <a:off x="3800200" y="2603050"/>
              <a:ext cx="1539675" cy="2854275"/>
            </a:xfrm>
            <a:custGeom>
              <a:avLst/>
              <a:gdLst/>
              <a:ahLst/>
              <a:cxnLst/>
              <a:rect l="l" t="t" r="r" b="b"/>
              <a:pathLst>
                <a:path w="61587" h="114171" extrusionOk="0">
                  <a:moveTo>
                    <a:pt x="1" y="1"/>
                  </a:moveTo>
                  <a:lnTo>
                    <a:pt x="1" y="114170"/>
                  </a:lnTo>
                  <a:lnTo>
                    <a:pt x="42406" y="114170"/>
                  </a:lnTo>
                  <a:cubicBezTo>
                    <a:pt x="45505" y="114170"/>
                    <a:pt x="48115" y="111854"/>
                    <a:pt x="48474" y="108788"/>
                  </a:cubicBezTo>
                  <a:lnTo>
                    <a:pt x="51834" y="81159"/>
                  </a:lnTo>
                  <a:cubicBezTo>
                    <a:pt x="51834" y="81159"/>
                    <a:pt x="47136" y="78484"/>
                    <a:pt x="47136" y="75092"/>
                  </a:cubicBezTo>
                  <a:cubicBezTo>
                    <a:pt x="47136" y="71666"/>
                    <a:pt x="53301" y="68926"/>
                    <a:pt x="53301" y="68926"/>
                  </a:cubicBezTo>
                  <a:lnTo>
                    <a:pt x="54965" y="55063"/>
                  </a:lnTo>
                  <a:cubicBezTo>
                    <a:pt x="54965" y="55063"/>
                    <a:pt x="50561" y="52225"/>
                    <a:pt x="50561" y="48539"/>
                  </a:cubicBezTo>
                  <a:cubicBezTo>
                    <a:pt x="50561" y="44853"/>
                    <a:pt x="56433" y="42830"/>
                    <a:pt x="56433" y="42830"/>
                  </a:cubicBezTo>
                  <a:lnTo>
                    <a:pt x="61522" y="751"/>
                  </a:lnTo>
                  <a:cubicBezTo>
                    <a:pt x="61554" y="490"/>
                    <a:pt x="61587" y="262"/>
                    <a:pt x="615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109"/>
            <p:cNvSpPr/>
            <p:nvPr/>
          </p:nvSpPr>
          <p:spPr>
            <a:xfrm>
              <a:off x="2016700" y="2450550"/>
              <a:ext cx="3567825" cy="305850"/>
            </a:xfrm>
            <a:custGeom>
              <a:avLst/>
              <a:gdLst/>
              <a:ahLst/>
              <a:cxnLst/>
              <a:rect l="l" t="t" r="r" b="b"/>
              <a:pathLst>
                <a:path w="142713" h="12234" extrusionOk="0">
                  <a:moveTo>
                    <a:pt x="6101" y="1"/>
                  </a:moveTo>
                  <a:cubicBezTo>
                    <a:pt x="2708" y="1"/>
                    <a:pt x="1" y="2708"/>
                    <a:pt x="1" y="6101"/>
                  </a:cubicBezTo>
                  <a:cubicBezTo>
                    <a:pt x="1" y="9493"/>
                    <a:pt x="2708" y="12233"/>
                    <a:pt x="6101" y="12233"/>
                  </a:cubicBezTo>
                  <a:lnTo>
                    <a:pt x="136580" y="12233"/>
                  </a:lnTo>
                  <a:cubicBezTo>
                    <a:pt x="139973" y="12233"/>
                    <a:pt x="142713" y="9493"/>
                    <a:pt x="142713" y="6101"/>
                  </a:cubicBezTo>
                  <a:cubicBezTo>
                    <a:pt x="142713" y="2708"/>
                    <a:pt x="139973" y="1"/>
                    <a:pt x="13658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109"/>
            <p:cNvSpPr/>
            <p:nvPr/>
          </p:nvSpPr>
          <p:spPr>
            <a:xfrm>
              <a:off x="3800200" y="2450550"/>
              <a:ext cx="1784325" cy="305850"/>
            </a:xfrm>
            <a:custGeom>
              <a:avLst/>
              <a:gdLst/>
              <a:ahLst/>
              <a:cxnLst/>
              <a:rect l="l" t="t" r="r" b="b"/>
              <a:pathLst>
                <a:path w="71373" h="12234" extrusionOk="0">
                  <a:moveTo>
                    <a:pt x="1" y="1"/>
                  </a:moveTo>
                  <a:lnTo>
                    <a:pt x="1" y="12233"/>
                  </a:lnTo>
                  <a:lnTo>
                    <a:pt x="65240" y="12233"/>
                  </a:lnTo>
                  <a:cubicBezTo>
                    <a:pt x="68633" y="12233"/>
                    <a:pt x="71373" y="9493"/>
                    <a:pt x="71373" y="6101"/>
                  </a:cubicBezTo>
                  <a:cubicBezTo>
                    <a:pt x="71373" y="2708"/>
                    <a:pt x="68633" y="1"/>
                    <a:pt x="6524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109"/>
            <p:cNvSpPr/>
            <p:nvPr/>
          </p:nvSpPr>
          <p:spPr>
            <a:xfrm>
              <a:off x="3892350" y="4326200"/>
              <a:ext cx="1240400" cy="305825"/>
            </a:xfrm>
            <a:custGeom>
              <a:avLst/>
              <a:gdLst/>
              <a:ahLst/>
              <a:cxnLst/>
              <a:rect l="l" t="t" r="r" b="b"/>
              <a:pathLst>
                <a:path w="49616" h="12233" extrusionOk="0">
                  <a:moveTo>
                    <a:pt x="6101" y="0"/>
                  </a:moveTo>
                  <a:cubicBezTo>
                    <a:pt x="2741" y="0"/>
                    <a:pt x="1" y="2740"/>
                    <a:pt x="1" y="6100"/>
                  </a:cubicBezTo>
                  <a:cubicBezTo>
                    <a:pt x="1" y="9493"/>
                    <a:pt x="2741" y="12233"/>
                    <a:pt x="6101" y="12233"/>
                  </a:cubicBezTo>
                  <a:lnTo>
                    <a:pt x="48148" y="12233"/>
                  </a:lnTo>
                  <a:lnTo>
                    <a:pt x="4961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109"/>
            <p:cNvSpPr/>
            <p:nvPr/>
          </p:nvSpPr>
          <p:spPr>
            <a:xfrm>
              <a:off x="4137000" y="3673800"/>
              <a:ext cx="1074025" cy="305825"/>
            </a:xfrm>
            <a:custGeom>
              <a:avLst/>
              <a:gdLst/>
              <a:ahLst/>
              <a:cxnLst/>
              <a:rect l="l" t="t" r="r" b="b"/>
              <a:pathLst>
                <a:path w="42961" h="12233" extrusionOk="0">
                  <a:moveTo>
                    <a:pt x="6100" y="0"/>
                  </a:moveTo>
                  <a:cubicBezTo>
                    <a:pt x="2741" y="0"/>
                    <a:pt x="1" y="2741"/>
                    <a:pt x="1" y="6100"/>
                  </a:cubicBezTo>
                  <a:cubicBezTo>
                    <a:pt x="1" y="9493"/>
                    <a:pt x="2741" y="12233"/>
                    <a:pt x="6100" y="12233"/>
                  </a:cubicBezTo>
                  <a:lnTo>
                    <a:pt x="41493" y="12233"/>
                  </a:lnTo>
                  <a:lnTo>
                    <a:pt x="4296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19" name="Google Shape;4019;p109"/>
          <p:cNvGrpSpPr/>
          <p:nvPr/>
        </p:nvGrpSpPr>
        <p:grpSpPr>
          <a:xfrm>
            <a:off x="6470670" y="1548613"/>
            <a:ext cx="455415" cy="457202"/>
            <a:chOff x="1201225" y="238125"/>
            <a:chExt cx="5198800" cy="5219200"/>
          </a:xfrm>
        </p:grpSpPr>
        <p:sp>
          <p:nvSpPr>
            <p:cNvPr id="4020" name="Google Shape;4020;p109"/>
            <p:cNvSpPr/>
            <p:nvPr/>
          </p:nvSpPr>
          <p:spPr>
            <a:xfrm>
              <a:off x="2098250" y="238125"/>
              <a:ext cx="3404725" cy="5056100"/>
            </a:xfrm>
            <a:custGeom>
              <a:avLst/>
              <a:gdLst/>
              <a:ahLst/>
              <a:cxnLst/>
              <a:rect l="l" t="t" r="r" b="b"/>
              <a:pathLst>
                <a:path w="136189" h="202244" extrusionOk="0">
                  <a:moveTo>
                    <a:pt x="6101" y="0"/>
                  </a:moveTo>
                  <a:cubicBezTo>
                    <a:pt x="2708" y="0"/>
                    <a:pt x="1" y="2740"/>
                    <a:pt x="1" y="6133"/>
                  </a:cubicBezTo>
                  <a:lnTo>
                    <a:pt x="1" y="202243"/>
                  </a:lnTo>
                  <a:lnTo>
                    <a:pt x="136189" y="202243"/>
                  </a:lnTo>
                  <a:lnTo>
                    <a:pt x="136189" y="6133"/>
                  </a:lnTo>
                  <a:cubicBezTo>
                    <a:pt x="136189" y="2740"/>
                    <a:pt x="133449" y="0"/>
                    <a:pt x="13005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109"/>
            <p:cNvSpPr/>
            <p:nvPr/>
          </p:nvSpPr>
          <p:spPr>
            <a:xfrm>
              <a:off x="3800200" y="238125"/>
              <a:ext cx="1702775" cy="5056100"/>
            </a:xfrm>
            <a:custGeom>
              <a:avLst/>
              <a:gdLst/>
              <a:ahLst/>
              <a:cxnLst/>
              <a:rect l="l" t="t" r="r" b="b"/>
              <a:pathLst>
                <a:path w="68111" h="202244" extrusionOk="0">
                  <a:moveTo>
                    <a:pt x="1" y="0"/>
                  </a:moveTo>
                  <a:lnTo>
                    <a:pt x="1" y="202243"/>
                  </a:lnTo>
                  <a:lnTo>
                    <a:pt x="68111" y="202243"/>
                  </a:lnTo>
                  <a:lnTo>
                    <a:pt x="68111" y="6133"/>
                  </a:lnTo>
                  <a:cubicBezTo>
                    <a:pt x="68111" y="2740"/>
                    <a:pt x="65371" y="0"/>
                    <a:pt x="6197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109"/>
            <p:cNvSpPr/>
            <p:nvPr/>
          </p:nvSpPr>
          <p:spPr>
            <a:xfrm>
              <a:off x="1608950" y="3836900"/>
              <a:ext cx="1773750" cy="1620425"/>
            </a:xfrm>
            <a:custGeom>
              <a:avLst/>
              <a:gdLst/>
              <a:ahLst/>
              <a:cxnLst/>
              <a:rect l="l" t="t" r="r" b="b"/>
              <a:pathLst>
                <a:path w="70950" h="64817" extrusionOk="0">
                  <a:moveTo>
                    <a:pt x="6101" y="0"/>
                  </a:moveTo>
                  <a:cubicBezTo>
                    <a:pt x="2708" y="0"/>
                    <a:pt x="1" y="2708"/>
                    <a:pt x="1" y="6100"/>
                  </a:cubicBezTo>
                  <a:lnTo>
                    <a:pt x="1" y="58716"/>
                  </a:lnTo>
                  <a:cubicBezTo>
                    <a:pt x="1" y="62076"/>
                    <a:pt x="2708" y="64816"/>
                    <a:pt x="6101" y="64816"/>
                  </a:cubicBezTo>
                  <a:lnTo>
                    <a:pt x="64817" y="64816"/>
                  </a:lnTo>
                  <a:cubicBezTo>
                    <a:pt x="68209" y="64816"/>
                    <a:pt x="70949" y="62076"/>
                    <a:pt x="70949" y="58716"/>
                  </a:cubicBezTo>
                  <a:lnTo>
                    <a:pt x="70949" y="6100"/>
                  </a:lnTo>
                  <a:cubicBezTo>
                    <a:pt x="70949" y="2708"/>
                    <a:pt x="68209" y="0"/>
                    <a:pt x="648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109"/>
            <p:cNvSpPr/>
            <p:nvPr/>
          </p:nvSpPr>
          <p:spPr>
            <a:xfrm>
              <a:off x="2495400" y="3836900"/>
              <a:ext cx="887300" cy="1620425"/>
            </a:xfrm>
            <a:custGeom>
              <a:avLst/>
              <a:gdLst/>
              <a:ahLst/>
              <a:cxnLst/>
              <a:rect l="l" t="t" r="r" b="b"/>
              <a:pathLst>
                <a:path w="35492" h="64817" extrusionOk="0">
                  <a:moveTo>
                    <a:pt x="1" y="0"/>
                  </a:moveTo>
                  <a:lnTo>
                    <a:pt x="1" y="64816"/>
                  </a:lnTo>
                  <a:lnTo>
                    <a:pt x="29359" y="64816"/>
                  </a:lnTo>
                  <a:cubicBezTo>
                    <a:pt x="32751" y="64816"/>
                    <a:pt x="35491" y="62076"/>
                    <a:pt x="35491" y="58716"/>
                  </a:cubicBezTo>
                  <a:lnTo>
                    <a:pt x="35491" y="6100"/>
                  </a:lnTo>
                  <a:cubicBezTo>
                    <a:pt x="35491" y="2708"/>
                    <a:pt x="32751" y="0"/>
                    <a:pt x="293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109"/>
            <p:cNvSpPr/>
            <p:nvPr/>
          </p:nvSpPr>
          <p:spPr>
            <a:xfrm>
              <a:off x="2342900" y="4163100"/>
              <a:ext cx="305850" cy="550475"/>
            </a:xfrm>
            <a:custGeom>
              <a:avLst/>
              <a:gdLst/>
              <a:ahLst/>
              <a:cxnLst/>
              <a:rect l="l" t="t" r="r" b="b"/>
              <a:pathLst>
                <a:path w="12234" h="22019" extrusionOk="0">
                  <a:moveTo>
                    <a:pt x="6101" y="0"/>
                  </a:moveTo>
                  <a:cubicBezTo>
                    <a:pt x="2708" y="0"/>
                    <a:pt x="1" y="2708"/>
                    <a:pt x="1" y="6100"/>
                  </a:cubicBezTo>
                  <a:lnTo>
                    <a:pt x="1" y="15886"/>
                  </a:lnTo>
                  <a:cubicBezTo>
                    <a:pt x="1" y="19279"/>
                    <a:pt x="2708" y="22019"/>
                    <a:pt x="6101" y="22019"/>
                  </a:cubicBezTo>
                  <a:cubicBezTo>
                    <a:pt x="9493" y="22019"/>
                    <a:pt x="12233" y="19279"/>
                    <a:pt x="12233" y="15886"/>
                  </a:cubicBezTo>
                  <a:lnTo>
                    <a:pt x="12233" y="6100"/>
                  </a:lnTo>
                  <a:cubicBezTo>
                    <a:pt x="12233" y="2708"/>
                    <a:pt x="9493" y="0"/>
                    <a:pt x="610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109"/>
            <p:cNvSpPr/>
            <p:nvPr/>
          </p:nvSpPr>
          <p:spPr>
            <a:xfrm>
              <a:off x="2495400" y="4163100"/>
              <a:ext cx="153350" cy="550475"/>
            </a:xfrm>
            <a:custGeom>
              <a:avLst/>
              <a:gdLst/>
              <a:ahLst/>
              <a:cxnLst/>
              <a:rect l="l" t="t" r="r" b="b"/>
              <a:pathLst>
                <a:path w="6134" h="22019" extrusionOk="0">
                  <a:moveTo>
                    <a:pt x="1" y="0"/>
                  </a:moveTo>
                  <a:lnTo>
                    <a:pt x="1" y="22019"/>
                  </a:lnTo>
                  <a:cubicBezTo>
                    <a:pt x="3393" y="22019"/>
                    <a:pt x="6133" y="19279"/>
                    <a:pt x="6133" y="15886"/>
                  </a:cubicBezTo>
                  <a:lnTo>
                    <a:pt x="6133" y="6100"/>
                  </a:lnTo>
                  <a:cubicBezTo>
                    <a:pt x="6133" y="2708"/>
                    <a:pt x="3393" y="0"/>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109"/>
            <p:cNvSpPr/>
            <p:nvPr/>
          </p:nvSpPr>
          <p:spPr>
            <a:xfrm>
              <a:off x="1364325" y="3510700"/>
              <a:ext cx="2263025" cy="958225"/>
            </a:xfrm>
            <a:custGeom>
              <a:avLst/>
              <a:gdLst/>
              <a:ahLst/>
              <a:cxnLst/>
              <a:rect l="l" t="t" r="r" b="b"/>
              <a:pathLst>
                <a:path w="90521" h="38329" extrusionOk="0">
                  <a:moveTo>
                    <a:pt x="6100" y="1"/>
                  </a:moveTo>
                  <a:cubicBezTo>
                    <a:pt x="2707" y="1"/>
                    <a:pt x="0" y="2708"/>
                    <a:pt x="0" y="6100"/>
                  </a:cubicBezTo>
                  <a:lnTo>
                    <a:pt x="0" y="32196"/>
                  </a:lnTo>
                  <a:cubicBezTo>
                    <a:pt x="0" y="35589"/>
                    <a:pt x="2707" y="38329"/>
                    <a:pt x="6100" y="38329"/>
                  </a:cubicBezTo>
                  <a:lnTo>
                    <a:pt x="84388" y="38329"/>
                  </a:lnTo>
                  <a:cubicBezTo>
                    <a:pt x="87780" y="38329"/>
                    <a:pt x="90520" y="35589"/>
                    <a:pt x="90520" y="32196"/>
                  </a:cubicBezTo>
                  <a:lnTo>
                    <a:pt x="90520" y="6100"/>
                  </a:lnTo>
                  <a:cubicBezTo>
                    <a:pt x="90520" y="2708"/>
                    <a:pt x="87780" y="1"/>
                    <a:pt x="8438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109"/>
            <p:cNvSpPr/>
            <p:nvPr/>
          </p:nvSpPr>
          <p:spPr>
            <a:xfrm>
              <a:off x="2495400" y="3510700"/>
              <a:ext cx="1131950" cy="958225"/>
            </a:xfrm>
            <a:custGeom>
              <a:avLst/>
              <a:gdLst/>
              <a:ahLst/>
              <a:cxnLst/>
              <a:rect l="l" t="t" r="r" b="b"/>
              <a:pathLst>
                <a:path w="45278" h="38329" extrusionOk="0">
                  <a:moveTo>
                    <a:pt x="1" y="1"/>
                  </a:moveTo>
                  <a:lnTo>
                    <a:pt x="1" y="38329"/>
                  </a:lnTo>
                  <a:lnTo>
                    <a:pt x="39145" y="38329"/>
                  </a:lnTo>
                  <a:cubicBezTo>
                    <a:pt x="42537" y="38329"/>
                    <a:pt x="45277" y="35589"/>
                    <a:pt x="45277" y="32196"/>
                  </a:cubicBezTo>
                  <a:lnTo>
                    <a:pt x="45277" y="6100"/>
                  </a:lnTo>
                  <a:cubicBezTo>
                    <a:pt x="45277" y="2708"/>
                    <a:pt x="42537" y="1"/>
                    <a:pt x="39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109"/>
            <p:cNvSpPr/>
            <p:nvPr/>
          </p:nvSpPr>
          <p:spPr>
            <a:xfrm>
              <a:off x="1201225" y="5151475"/>
              <a:ext cx="5198800" cy="305850"/>
            </a:xfrm>
            <a:custGeom>
              <a:avLst/>
              <a:gdLst/>
              <a:ahLst/>
              <a:cxnLst/>
              <a:rect l="l" t="t" r="r" b="b"/>
              <a:pathLst>
                <a:path w="207952" h="12234" extrusionOk="0">
                  <a:moveTo>
                    <a:pt x="6100" y="1"/>
                  </a:moveTo>
                  <a:cubicBezTo>
                    <a:pt x="2708" y="1"/>
                    <a:pt x="0" y="2741"/>
                    <a:pt x="0" y="6133"/>
                  </a:cubicBezTo>
                  <a:cubicBezTo>
                    <a:pt x="0" y="9493"/>
                    <a:pt x="2708" y="12233"/>
                    <a:pt x="6100" y="12233"/>
                  </a:cubicBezTo>
                  <a:lnTo>
                    <a:pt x="201819" y="12233"/>
                  </a:lnTo>
                  <a:cubicBezTo>
                    <a:pt x="205212" y="12233"/>
                    <a:pt x="207952" y="9493"/>
                    <a:pt x="207952" y="6133"/>
                  </a:cubicBezTo>
                  <a:cubicBezTo>
                    <a:pt x="207952" y="2741"/>
                    <a:pt x="205212" y="1"/>
                    <a:pt x="2018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109"/>
            <p:cNvSpPr/>
            <p:nvPr/>
          </p:nvSpPr>
          <p:spPr>
            <a:xfrm>
              <a:off x="3800200" y="5151475"/>
              <a:ext cx="2599825" cy="305850"/>
            </a:xfrm>
            <a:custGeom>
              <a:avLst/>
              <a:gdLst/>
              <a:ahLst/>
              <a:cxnLst/>
              <a:rect l="l" t="t" r="r" b="b"/>
              <a:pathLst>
                <a:path w="103993" h="12234" extrusionOk="0">
                  <a:moveTo>
                    <a:pt x="1" y="1"/>
                  </a:moveTo>
                  <a:lnTo>
                    <a:pt x="1" y="12233"/>
                  </a:lnTo>
                  <a:lnTo>
                    <a:pt x="97860" y="12233"/>
                  </a:lnTo>
                  <a:cubicBezTo>
                    <a:pt x="101253" y="12233"/>
                    <a:pt x="103993" y="9493"/>
                    <a:pt x="103993" y="6133"/>
                  </a:cubicBezTo>
                  <a:cubicBezTo>
                    <a:pt x="103993" y="2741"/>
                    <a:pt x="101253" y="1"/>
                    <a:pt x="9786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109"/>
            <p:cNvSpPr/>
            <p:nvPr/>
          </p:nvSpPr>
          <p:spPr>
            <a:xfrm>
              <a:off x="4544750" y="2695200"/>
              <a:ext cx="305825" cy="468950"/>
            </a:xfrm>
            <a:custGeom>
              <a:avLst/>
              <a:gdLst/>
              <a:ahLst/>
              <a:cxnLst/>
              <a:rect l="l" t="t" r="r" b="b"/>
              <a:pathLst>
                <a:path w="12233" h="18758" extrusionOk="0">
                  <a:moveTo>
                    <a:pt x="6100" y="1"/>
                  </a:moveTo>
                  <a:cubicBezTo>
                    <a:pt x="2708" y="1"/>
                    <a:pt x="1" y="2708"/>
                    <a:pt x="1" y="6101"/>
                  </a:cubicBezTo>
                  <a:lnTo>
                    <a:pt x="1" y="12625"/>
                  </a:lnTo>
                  <a:cubicBezTo>
                    <a:pt x="1" y="16017"/>
                    <a:pt x="2708" y="18757"/>
                    <a:pt x="6100" y="18757"/>
                  </a:cubicBezTo>
                  <a:cubicBezTo>
                    <a:pt x="9493" y="18757"/>
                    <a:pt x="12233" y="16017"/>
                    <a:pt x="12233" y="12625"/>
                  </a:cubicBezTo>
                  <a:lnTo>
                    <a:pt x="12233" y="6101"/>
                  </a:lnTo>
                  <a:cubicBezTo>
                    <a:pt x="12233" y="2708"/>
                    <a:pt x="9493" y="1"/>
                    <a:pt x="61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109"/>
            <p:cNvSpPr/>
            <p:nvPr/>
          </p:nvSpPr>
          <p:spPr>
            <a:xfrm>
              <a:off x="3647700" y="1389600"/>
              <a:ext cx="305850" cy="305825"/>
            </a:xfrm>
            <a:custGeom>
              <a:avLst/>
              <a:gdLst/>
              <a:ahLst/>
              <a:cxnLst/>
              <a:rect l="l" t="t" r="r" b="b"/>
              <a:pathLst>
                <a:path w="12234" h="12233" extrusionOk="0">
                  <a:moveTo>
                    <a:pt x="6101" y="0"/>
                  </a:moveTo>
                  <a:cubicBezTo>
                    <a:pt x="2708" y="0"/>
                    <a:pt x="1" y="2740"/>
                    <a:pt x="1" y="6133"/>
                  </a:cubicBezTo>
                  <a:cubicBezTo>
                    <a:pt x="1" y="9525"/>
                    <a:pt x="2708" y="12233"/>
                    <a:pt x="6101" y="12233"/>
                  </a:cubicBezTo>
                  <a:cubicBezTo>
                    <a:pt x="9493" y="12233"/>
                    <a:pt x="12233" y="9525"/>
                    <a:pt x="12233" y="6133"/>
                  </a:cubicBezTo>
                  <a:cubicBezTo>
                    <a:pt x="12233" y="2740"/>
                    <a:pt x="9493" y="0"/>
                    <a:pt x="61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109"/>
            <p:cNvSpPr/>
            <p:nvPr/>
          </p:nvSpPr>
          <p:spPr>
            <a:xfrm>
              <a:off x="3800200" y="1389600"/>
              <a:ext cx="153350" cy="305825"/>
            </a:xfrm>
            <a:custGeom>
              <a:avLst/>
              <a:gdLst/>
              <a:ahLst/>
              <a:cxnLst/>
              <a:rect l="l" t="t" r="r" b="b"/>
              <a:pathLst>
                <a:path w="6134" h="12233" extrusionOk="0">
                  <a:moveTo>
                    <a:pt x="1" y="0"/>
                  </a:moveTo>
                  <a:lnTo>
                    <a:pt x="1" y="12233"/>
                  </a:lnTo>
                  <a:cubicBezTo>
                    <a:pt x="3393" y="12233"/>
                    <a:pt x="6133" y="9525"/>
                    <a:pt x="6133" y="6133"/>
                  </a:cubicBezTo>
                  <a:cubicBezTo>
                    <a:pt x="6133" y="2740"/>
                    <a:pt x="3393"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33" name="Google Shape;4033;p109"/>
          <p:cNvGrpSpPr/>
          <p:nvPr/>
        </p:nvGrpSpPr>
        <p:grpSpPr>
          <a:xfrm>
            <a:off x="7217238" y="1548625"/>
            <a:ext cx="457202" cy="457202"/>
            <a:chOff x="1190625" y="238125"/>
            <a:chExt cx="5219200" cy="5219200"/>
          </a:xfrm>
        </p:grpSpPr>
        <p:sp>
          <p:nvSpPr>
            <p:cNvPr id="4034" name="Google Shape;4034;p109"/>
            <p:cNvSpPr/>
            <p:nvPr/>
          </p:nvSpPr>
          <p:spPr>
            <a:xfrm>
              <a:off x="1444225" y="2695200"/>
              <a:ext cx="4711975" cy="2762125"/>
            </a:xfrm>
            <a:custGeom>
              <a:avLst/>
              <a:gdLst/>
              <a:ahLst/>
              <a:cxnLst/>
              <a:rect l="l" t="t" r="r" b="b"/>
              <a:pathLst>
                <a:path w="188479" h="110485" extrusionOk="0">
                  <a:moveTo>
                    <a:pt x="19214" y="1"/>
                  </a:moveTo>
                  <a:cubicBezTo>
                    <a:pt x="16441" y="1"/>
                    <a:pt x="14027" y="1860"/>
                    <a:pt x="13310" y="4535"/>
                  </a:cubicBezTo>
                  <a:lnTo>
                    <a:pt x="262" y="53465"/>
                  </a:lnTo>
                  <a:cubicBezTo>
                    <a:pt x="66" y="54182"/>
                    <a:pt x="1" y="54965"/>
                    <a:pt x="99" y="55715"/>
                  </a:cubicBezTo>
                  <a:lnTo>
                    <a:pt x="5774" y="105069"/>
                  </a:lnTo>
                  <a:cubicBezTo>
                    <a:pt x="6133" y="108168"/>
                    <a:pt x="8743" y="110484"/>
                    <a:pt x="11842" y="110484"/>
                  </a:cubicBezTo>
                  <a:lnTo>
                    <a:pt x="175789" y="110484"/>
                  </a:lnTo>
                  <a:cubicBezTo>
                    <a:pt x="178855" y="110484"/>
                    <a:pt x="181465" y="108201"/>
                    <a:pt x="181857" y="105167"/>
                  </a:cubicBezTo>
                  <a:lnTo>
                    <a:pt x="188380" y="55846"/>
                  </a:lnTo>
                  <a:cubicBezTo>
                    <a:pt x="188478" y="55030"/>
                    <a:pt x="188446" y="54215"/>
                    <a:pt x="188217" y="53465"/>
                  </a:cubicBezTo>
                  <a:lnTo>
                    <a:pt x="175169" y="4535"/>
                  </a:lnTo>
                  <a:cubicBezTo>
                    <a:pt x="174452" y="1860"/>
                    <a:pt x="172038" y="1"/>
                    <a:pt x="16926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109"/>
            <p:cNvSpPr/>
            <p:nvPr/>
          </p:nvSpPr>
          <p:spPr>
            <a:xfrm>
              <a:off x="3800200" y="2695200"/>
              <a:ext cx="2356000" cy="2762125"/>
            </a:xfrm>
            <a:custGeom>
              <a:avLst/>
              <a:gdLst/>
              <a:ahLst/>
              <a:cxnLst/>
              <a:rect l="l" t="t" r="r" b="b"/>
              <a:pathLst>
                <a:path w="94240" h="110485" extrusionOk="0">
                  <a:moveTo>
                    <a:pt x="1" y="1"/>
                  </a:moveTo>
                  <a:lnTo>
                    <a:pt x="1" y="110484"/>
                  </a:lnTo>
                  <a:lnTo>
                    <a:pt x="81550" y="110484"/>
                  </a:lnTo>
                  <a:cubicBezTo>
                    <a:pt x="84616" y="110484"/>
                    <a:pt x="87226" y="108201"/>
                    <a:pt x="87618" y="105167"/>
                  </a:cubicBezTo>
                  <a:lnTo>
                    <a:pt x="94141" y="55846"/>
                  </a:lnTo>
                  <a:cubicBezTo>
                    <a:pt x="94239" y="55030"/>
                    <a:pt x="94207" y="54215"/>
                    <a:pt x="93978" y="53465"/>
                  </a:cubicBezTo>
                  <a:lnTo>
                    <a:pt x="80930" y="4535"/>
                  </a:lnTo>
                  <a:cubicBezTo>
                    <a:pt x="80213" y="1860"/>
                    <a:pt x="77799" y="1"/>
                    <a:pt x="7502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109"/>
            <p:cNvSpPr/>
            <p:nvPr/>
          </p:nvSpPr>
          <p:spPr>
            <a:xfrm>
              <a:off x="1444225" y="3673800"/>
              <a:ext cx="4711975" cy="1783525"/>
            </a:xfrm>
            <a:custGeom>
              <a:avLst/>
              <a:gdLst/>
              <a:ahLst/>
              <a:cxnLst/>
              <a:rect l="l" t="t" r="r" b="b"/>
              <a:pathLst>
                <a:path w="188479" h="71341" extrusionOk="0">
                  <a:moveTo>
                    <a:pt x="8776" y="0"/>
                  </a:moveTo>
                  <a:cubicBezTo>
                    <a:pt x="6003" y="0"/>
                    <a:pt x="3589" y="1860"/>
                    <a:pt x="2871" y="4535"/>
                  </a:cubicBezTo>
                  <a:lnTo>
                    <a:pt x="262" y="14321"/>
                  </a:lnTo>
                  <a:cubicBezTo>
                    <a:pt x="66" y="15038"/>
                    <a:pt x="1" y="15821"/>
                    <a:pt x="99" y="16571"/>
                  </a:cubicBezTo>
                  <a:lnTo>
                    <a:pt x="5774" y="65925"/>
                  </a:lnTo>
                  <a:cubicBezTo>
                    <a:pt x="6133" y="69024"/>
                    <a:pt x="8743" y="71340"/>
                    <a:pt x="11842" y="71340"/>
                  </a:cubicBezTo>
                  <a:lnTo>
                    <a:pt x="175789" y="71340"/>
                  </a:lnTo>
                  <a:cubicBezTo>
                    <a:pt x="178855" y="71340"/>
                    <a:pt x="181465" y="69057"/>
                    <a:pt x="181857" y="66023"/>
                  </a:cubicBezTo>
                  <a:lnTo>
                    <a:pt x="188380" y="16702"/>
                  </a:lnTo>
                  <a:cubicBezTo>
                    <a:pt x="188478" y="15886"/>
                    <a:pt x="188446" y="15071"/>
                    <a:pt x="188217" y="14321"/>
                  </a:cubicBezTo>
                  <a:lnTo>
                    <a:pt x="185608" y="4535"/>
                  </a:lnTo>
                  <a:cubicBezTo>
                    <a:pt x="184890" y="1860"/>
                    <a:pt x="182476" y="0"/>
                    <a:pt x="179704" y="0"/>
                  </a:cubicBezTo>
                  <a:lnTo>
                    <a:pt x="120335" y="0"/>
                  </a:lnTo>
                  <a:cubicBezTo>
                    <a:pt x="118411" y="0"/>
                    <a:pt x="116584" y="881"/>
                    <a:pt x="115442" y="2447"/>
                  </a:cubicBezTo>
                  <a:lnTo>
                    <a:pt x="107483" y="13048"/>
                  </a:lnTo>
                  <a:lnTo>
                    <a:pt x="80996" y="13048"/>
                  </a:lnTo>
                  <a:lnTo>
                    <a:pt x="73037" y="2447"/>
                  </a:lnTo>
                  <a:cubicBezTo>
                    <a:pt x="71895" y="881"/>
                    <a:pt x="70068" y="0"/>
                    <a:pt x="681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109"/>
            <p:cNvSpPr/>
            <p:nvPr/>
          </p:nvSpPr>
          <p:spPr>
            <a:xfrm>
              <a:off x="3800200" y="3673800"/>
              <a:ext cx="2356000" cy="1783525"/>
            </a:xfrm>
            <a:custGeom>
              <a:avLst/>
              <a:gdLst/>
              <a:ahLst/>
              <a:cxnLst/>
              <a:rect l="l" t="t" r="r" b="b"/>
              <a:pathLst>
                <a:path w="94240" h="71341" extrusionOk="0">
                  <a:moveTo>
                    <a:pt x="26096" y="0"/>
                  </a:moveTo>
                  <a:cubicBezTo>
                    <a:pt x="24172" y="0"/>
                    <a:pt x="22345" y="881"/>
                    <a:pt x="21203" y="2447"/>
                  </a:cubicBezTo>
                  <a:lnTo>
                    <a:pt x="13244" y="13048"/>
                  </a:lnTo>
                  <a:lnTo>
                    <a:pt x="1" y="13048"/>
                  </a:lnTo>
                  <a:lnTo>
                    <a:pt x="1" y="71340"/>
                  </a:lnTo>
                  <a:lnTo>
                    <a:pt x="81550" y="71340"/>
                  </a:lnTo>
                  <a:cubicBezTo>
                    <a:pt x="84616" y="71340"/>
                    <a:pt x="87226" y="69057"/>
                    <a:pt x="87618" y="66023"/>
                  </a:cubicBezTo>
                  <a:lnTo>
                    <a:pt x="94141" y="16702"/>
                  </a:lnTo>
                  <a:cubicBezTo>
                    <a:pt x="94239" y="15886"/>
                    <a:pt x="94207" y="15071"/>
                    <a:pt x="93978" y="14321"/>
                  </a:cubicBezTo>
                  <a:lnTo>
                    <a:pt x="91369" y="4535"/>
                  </a:lnTo>
                  <a:cubicBezTo>
                    <a:pt x="90651" y="1860"/>
                    <a:pt x="88237" y="0"/>
                    <a:pt x="854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109"/>
            <p:cNvSpPr/>
            <p:nvPr/>
          </p:nvSpPr>
          <p:spPr>
            <a:xfrm>
              <a:off x="1190625" y="3673800"/>
              <a:ext cx="5219200" cy="632025"/>
            </a:xfrm>
            <a:custGeom>
              <a:avLst/>
              <a:gdLst/>
              <a:ahLst/>
              <a:cxnLst/>
              <a:rect l="l" t="t" r="r" b="b"/>
              <a:pathLst>
                <a:path w="208768" h="25281" extrusionOk="0">
                  <a:moveTo>
                    <a:pt x="6133" y="0"/>
                  </a:moveTo>
                  <a:cubicBezTo>
                    <a:pt x="2740" y="0"/>
                    <a:pt x="0" y="2708"/>
                    <a:pt x="0" y="6100"/>
                  </a:cubicBezTo>
                  <a:cubicBezTo>
                    <a:pt x="0" y="9493"/>
                    <a:pt x="2740" y="12233"/>
                    <a:pt x="6133" y="12233"/>
                  </a:cubicBezTo>
                  <a:lnTo>
                    <a:pt x="75221" y="12233"/>
                  </a:lnTo>
                  <a:lnTo>
                    <a:pt x="83181" y="22834"/>
                  </a:lnTo>
                  <a:cubicBezTo>
                    <a:pt x="84322" y="24368"/>
                    <a:pt x="86149" y="25281"/>
                    <a:pt x="88074" y="25281"/>
                  </a:cubicBezTo>
                  <a:lnTo>
                    <a:pt x="120694" y="25281"/>
                  </a:lnTo>
                  <a:cubicBezTo>
                    <a:pt x="122618" y="25281"/>
                    <a:pt x="124445" y="24368"/>
                    <a:pt x="125586" y="22834"/>
                  </a:cubicBezTo>
                  <a:lnTo>
                    <a:pt x="133546" y="12233"/>
                  </a:lnTo>
                  <a:lnTo>
                    <a:pt x="202667" y="12233"/>
                  </a:lnTo>
                  <a:cubicBezTo>
                    <a:pt x="206027" y="12233"/>
                    <a:pt x="208767" y="9493"/>
                    <a:pt x="208767" y="6100"/>
                  </a:cubicBezTo>
                  <a:cubicBezTo>
                    <a:pt x="208767" y="2708"/>
                    <a:pt x="206027" y="0"/>
                    <a:pt x="202667" y="0"/>
                  </a:cubicBezTo>
                  <a:lnTo>
                    <a:pt x="130479" y="0"/>
                  </a:lnTo>
                  <a:cubicBezTo>
                    <a:pt x="128555" y="0"/>
                    <a:pt x="126728" y="881"/>
                    <a:pt x="125586" y="2447"/>
                  </a:cubicBezTo>
                  <a:lnTo>
                    <a:pt x="117627" y="13048"/>
                  </a:lnTo>
                  <a:lnTo>
                    <a:pt x="91140" y="13048"/>
                  </a:lnTo>
                  <a:lnTo>
                    <a:pt x="83181" y="2447"/>
                  </a:lnTo>
                  <a:cubicBezTo>
                    <a:pt x="82039" y="881"/>
                    <a:pt x="80212" y="0"/>
                    <a:pt x="7828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109"/>
            <p:cNvSpPr/>
            <p:nvPr/>
          </p:nvSpPr>
          <p:spPr>
            <a:xfrm>
              <a:off x="3800200" y="3673800"/>
              <a:ext cx="2609625" cy="632025"/>
            </a:xfrm>
            <a:custGeom>
              <a:avLst/>
              <a:gdLst/>
              <a:ahLst/>
              <a:cxnLst/>
              <a:rect l="l" t="t" r="r" b="b"/>
              <a:pathLst>
                <a:path w="104385" h="25281" extrusionOk="0">
                  <a:moveTo>
                    <a:pt x="26096" y="0"/>
                  </a:moveTo>
                  <a:cubicBezTo>
                    <a:pt x="24172" y="0"/>
                    <a:pt x="22345" y="881"/>
                    <a:pt x="21203" y="2447"/>
                  </a:cubicBezTo>
                  <a:lnTo>
                    <a:pt x="13244" y="13048"/>
                  </a:lnTo>
                  <a:lnTo>
                    <a:pt x="1" y="13048"/>
                  </a:lnTo>
                  <a:lnTo>
                    <a:pt x="1" y="25281"/>
                  </a:lnTo>
                  <a:lnTo>
                    <a:pt x="16311" y="25281"/>
                  </a:lnTo>
                  <a:cubicBezTo>
                    <a:pt x="18235" y="25281"/>
                    <a:pt x="20062" y="24368"/>
                    <a:pt x="21203" y="22834"/>
                  </a:cubicBezTo>
                  <a:lnTo>
                    <a:pt x="29163" y="12233"/>
                  </a:lnTo>
                  <a:lnTo>
                    <a:pt x="98284" y="12233"/>
                  </a:lnTo>
                  <a:cubicBezTo>
                    <a:pt x="101644" y="12233"/>
                    <a:pt x="104384" y="9493"/>
                    <a:pt x="104384" y="6100"/>
                  </a:cubicBezTo>
                  <a:cubicBezTo>
                    <a:pt x="104384" y="2708"/>
                    <a:pt x="101644" y="0"/>
                    <a:pt x="9828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109"/>
            <p:cNvSpPr/>
            <p:nvPr/>
          </p:nvSpPr>
          <p:spPr>
            <a:xfrm>
              <a:off x="1444225" y="238125"/>
              <a:ext cx="4711975" cy="2762925"/>
            </a:xfrm>
            <a:custGeom>
              <a:avLst/>
              <a:gdLst/>
              <a:ahLst/>
              <a:cxnLst/>
              <a:rect l="l" t="t" r="r" b="b"/>
              <a:pathLst>
                <a:path w="188479" h="110517" extrusionOk="0">
                  <a:moveTo>
                    <a:pt x="19214" y="0"/>
                  </a:moveTo>
                  <a:cubicBezTo>
                    <a:pt x="16441" y="0"/>
                    <a:pt x="13995" y="1859"/>
                    <a:pt x="13310" y="4567"/>
                  </a:cubicBezTo>
                  <a:lnTo>
                    <a:pt x="262" y="53888"/>
                  </a:lnTo>
                  <a:cubicBezTo>
                    <a:pt x="66" y="54638"/>
                    <a:pt x="1" y="55389"/>
                    <a:pt x="99" y="56171"/>
                  </a:cubicBezTo>
                  <a:lnTo>
                    <a:pt x="5774" y="105101"/>
                  </a:lnTo>
                  <a:cubicBezTo>
                    <a:pt x="6133" y="108167"/>
                    <a:pt x="8743" y="110516"/>
                    <a:pt x="11842" y="110516"/>
                  </a:cubicBezTo>
                  <a:lnTo>
                    <a:pt x="175789" y="110516"/>
                  </a:lnTo>
                  <a:cubicBezTo>
                    <a:pt x="178855" y="110516"/>
                    <a:pt x="181432" y="108233"/>
                    <a:pt x="181857" y="105199"/>
                  </a:cubicBezTo>
                  <a:lnTo>
                    <a:pt x="188380" y="56269"/>
                  </a:lnTo>
                  <a:cubicBezTo>
                    <a:pt x="188478" y="55454"/>
                    <a:pt x="188446" y="54671"/>
                    <a:pt x="188217" y="53888"/>
                  </a:cubicBezTo>
                  <a:lnTo>
                    <a:pt x="175169" y="4567"/>
                  </a:lnTo>
                  <a:cubicBezTo>
                    <a:pt x="174484" y="1859"/>
                    <a:pt x="172038" y="0"/>
                    <a:pt x="1692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109"/>
            <p:cNvSpPr/>
            <p:nvPr/>
          </p:nvSpPr>
          <p:spPr>
            <a:xfrm>
              <a:off x="3800200" y="238125"/>
              <a:ext cx="2356000" cy="2762925"/>
            </a:xfrm>
            <a:custGeom>
              <a:avLst/>
              <a:gdLst/>
              <a:ahLst/>
              <a:cxnLst/>
              <a:rect l="l" t="t" r="r" b="b"/>
              <a:pathLst>
                <a:path w="94240" h="110517" extrusionOk="0">
                  <a:moveTo>
                    <a:pt x="1" y="0"/>
                  </a:moveTo>
                  <a:lnTo>
                    <a:pt x="1" y="110516"/>
                  </a:lnTo>
                  <a:lnTo>
                    <a:pt x="81550" y="110516"/>
                  </a:lnTo>
                  <a:cubicBezTo>
                    <a:pt x="84616" y="110516"/>
                    <a:pt x="87193" y="108233"/>
                    <a:pt x="87618" y="105199"/>
                  </a:cubicBezTo>
                  <a:lnTo>
                    <a:pt x="94141" y="56269"/>
                  </a:lnTo>
                  <a:cubicBezTo>
                    <a:pt x="94239" y="55454"/>
                    <a:pt x="94207" y="54671"/>
                    <a:pt x="93978" y="53888"/>
                  </a:cubicBezTo>
                  <a:lnTo>
                    <a:pt x="80930" y="4567"/>
                  </a:lnTo>
                  <a:cubicBezTo>
                    <a:pt x="80245" y="1859"/>
                    <a:pt x="77799" y="0"/>
                    <a:pt x="7502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109"/>
            <p:cNvSpPr/>
            <p:nvPr/>
          </p:nvSpPr>
          <p:spPr>
            <a:xfrm>
              <a:off x="1444225" y="1226500"/>
              <a:ext cx="4711975" cy="1774550"/>
            </a:xfrm>
            <a:custGeom>
              <a:avLst/>
              <a:gdLst/>
              <a:ahLst/>
              <a:cxnLst/>
              <a:rect l="l" t="t" r="r" b="b"/>
              <a:pathLst>
                <a:path w="188479" h="70982" extrusionOk="0">
                  <a:moveTo>
                    <a:pt x="120335" y="0"/>
                  </a:moveTo>
                  <a:cubicBezTo>
                    <a:pt x="118411" y="0"/>
                    <a:pt x="116584" y="914"/>
                    <a:pt x="115442" y="2447"/>
                  </a:cubicBezTo>
                  <a:lnTo>
                    <a:pt x="107483" y="13081"/>
                  </a:lnTo>
                  <a:lnTo>
                    <a:pt x="80996" y="13081"/>
                  </a:lnTo>
                  <a:lnTo>
                    <a:pt x="73037" y="2479"/>
                  </a:lnTo>
                  <a:cubicBezTo>
                    <a:pt x="71895" y="914"/>
                    <a:pt x="70068" y="33"/>
                    <a:pt x="68144" y="33"/>
                  </a:cubicBezTo>
                  <a:lnTo>
                    <a:pt x="8743" y="33"/>
                  </a:lnTo>
                  <a:cubicBezTo>
                    <a:pt x="5970" y="33"/>
                    <a:pt x="3556" y="1892"/>
                    <a:pt x="2839" y="4567"/>
                  </a:cubicBezTo>
                  <a:lnTo>
                    <a:pt x="262" y="14353"/>
                  </a:lnTo>
                  <a:cubicBezTo>
                    <a:pt x="66" y="15103"/>
                    <a:pt x="1" y="15854"/>
                    <a:pt x="99" y="16636"/>
                  </a:cubicBezTo>
                  <a:lnTo>
                    <a:pt x="5774" y="65566"/>
                  </a:lnTo>
                  <a:cubicBezTo>
                    <a:pt x="6133" y="68632"/>
                    <a:pt x="8743" y="70981"/>
                    <a:pt x="11842" y="70981"/>
                  </a:cubicBezTo>
                  <a:lnTo>
                    <a:pt x="175789" y="70981"/>
                  </a:lnTo>
                  <a:cubicBezTo>
                    <a:pt x="178855" y="70981"/>
                    <a:pt x="181432" y="68698"/>
                    <a:pt x="181857" y="65664"/>
                  </a:cubicBezTo>
                  <a:lnTo>
                    <a:pt x="188380" y="16734"/>
                  </a:lnTo>
                  <a:cubicBezTo>
                    <a:pt x="188478" y="15919"/>
                    <a:pt x="188446" y="15136"/>
                    <a:pt x="188217" y="14353"/>
                  </a:cubicBezTo>
                  <a:lnTo>
                    <a:pt x="185640" y="4567"/>
                  </a:lnTo>
                  <a:cubicBezTo>
                    <a:pt x="184923" y="1892"/>
                    <a:pt x="182509" y="0"/>
                    <a:pt x="1797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109"/>
            <p:cNvSpPr/>
            <p:nvPr/>
          </p:nvSpPr>
          <p:spPr>
            <a:xfrm>
              <a:off x="3800200" y="1227300"/>
              <a:ext cx="2356000" cy="1773750"/>
            </a:xfrm>
            <a:custGeom>
              <a:avLst/>
              <a:gdLst/>
              <a:ahLst/>
              <a:cxnLst/>
              <a:rect l="l" t="t" r="r" b="b"/>
              <a:pathLst>
                <a:path w="94240" h="70950" extrusionOk="0">
                  <a:moveTo>
                    <a:pt x="26096" y="1"/>
                  </a:moveTo>
                  <a:cubicBezTo>
                    <a:pt x="24172" y="1"/>
                    <a:pt x="22345" y="882"/>
                    <a:pt x="21203" y="2447"/>
                  </a:cubicBezTo>
                  <a:lnTo>
                    <a:pt x="13244" y="13049"/>
                  </a:lnTo>
                  <a:lnTo>
                    <a:pt x="1" y="13049"/>
                  </a:lnTo>
                  <a:lnTo>
                    <a:pt x="1" y="70949"/>
                  </a:lnTo>
                  <a:lnTo>
                    <a:pt x="81550" y="70949"/>
                  </a:lnTo>
                  <a:cubicBezTo>
                    <a:pt x="84616" y="70949"/>
                    <a:pt x="87193" y="68666"/>
                    <a:pt x="87618" y="65632"/>
                  </a:cubicBezTo>
                  <a:lnTo>
                    <a:pt x="94141" y="16702"/>
                  </a:lnTo>
                  <a:cubicBezTo>
                    <a:pt x="94239" y="15887"/>
                    <a:pt x="94207" y="15104"/>
                    <a:pt x="93978" y="14321"/>
                  </a:cubicBezTo>
                  <a:lnTo>
                    <a:pt x="91401" y="4535"/>
                  </a:lnTo>
                  <a:cubicBezTo>
                    <a:pt x="90684" y="1860"/>
                    <a:pt x="88270" y="1"/>
                    <a:pt x="8549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109"/>
            <p:cNvSpPr/>
            <p:nvPr/>
          </p:nvSpPr>
          <p:spPr>
            <a:xfrm>
              <a:off x="1190625" y="1227300"/>
              <a:ext cx="5219200" cy="632050"/>
            </a:xfrm>
            <a:custGeom>
              <a:avLst/>
              <a:gdLst/>
              <a:ahLst/>
              <a:cxnLst/>
              <a:rect l="l" t="t" r="r" b="b"/>
              <a:pathLst>
                <a:path w="208768" h="25282" extrusionOk="0">
                  <a:moveTo>
                    <a:pt x="6133" y="1"/>
                  </a:moveTo>
                  <a:cubicBezTo>
                    <a:pt x="2740" y="1"/>
                    <a:pt x="0" y="2708"/>
                    <a:pt x="0" y="6101"/>
                  </a:cubicBezTo>
                  <a:cubicBezTo>
                    <a:pt x="0" y="9493"/>
                    <a:pt x="2740" y="12233"/>
                    <a:pt x="6133" y="12233"/>
                  </a:cubicBezTo>
                  <a:lnTo>
                    <a:pt x="75221" y="12233"/>
                  </a:lnTo>
                  <a:lnTo>
                    <a:pt x="83181" y="22835"/>
                  </a:lnTo>
                  <a:cubicBezTo>
                    <a:pt x="84322" y="24368"/>
                    <a:pt x="86149" y="25281"/>
                    <a:pt x="88074" y="25281"/>
                  </a:cubicBezTo>
                  <a:lnTo>
                    <a:pt x="120694" y="25281"/>
                  </a:lnTo>
                  <a:cubicBezTo>
                    <a:pt x="122618" y="25281"/>
                    <a:pt x="124445" y="24368"/>
                    <a:pt x="125586" y="22835"/>
                  </a:cubicBezTo>
                  <a:lnTo>
                    <a:pt x="133546" y="12233"/>
                  </a:lnTo>
                  <a:lnTo>
                    <a:pt x="202667" y="12233"/>
                  </a:lnTo>
                  <a:cubicBezTo>
                    <a:pt x="206027" y="12233"/>
                    <a:pt x="208767" y="9493"/>
                    <a:pt x="208767" y="6101"/>
                  </a:cubicBezTo>
                  <a:cubicBezTo>
                    <a:pt x="208767" y="2708"/>
                    <a:pt x="206027" y="1"/>
                    <a:pt x="202667" y="1"/>
                  </a:cubicBezTo>
                  <a:lnTo>
                    <a:pt x="130479" y="1"/>
                  </a:lnTo>
                  <a:cubicBezTo>
                    <a:pt x="128555" y="1"/>
                    <a:pt x="126728" y="882"/>
                    <a:pt x="125586" y="2447"/>
                  </a:cubicBezTo>
                  <a:lnTo>
                    <a:pt x="117627" y="13049"/>
                  </a:lnTo>
                  <a:lnTo>
                    <a:pt x="91140" y="13049"/>
                  </a:lnTo>
                  <a:lnTo>
                    <a:pt x="83181" y="2447"/>
                  </a:lnTo>
                  <a:cubicBezTo>
                    <a:pt x="82039" y="882"/>
                    <a:pt x="80212" y="1"/>
                    <a:pt x="7828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109"/>
            <p:cNvSpPr/>
            <p:nvPr/>
          </p:nvSpPr>
          <p:spPr>
            <a:xfrm>
              <a:off x="3800200" y="1227300"/>
              <a:ext cx="2609625" cy="632050"/>
            </a:xfrm>
            <a:custGeom>
              <a:avLst/>
              <a:gdLst/>
              <a:ahLst/>
              <a:cxnLst/>
              <a:rect l="l" t="t" r="r" b="b"/>
              <a:pathLst>
                <a:path w="104385" h="25282" extrusionOk="0">
                  <a:moveTo>
                    <a:pt x="26096" y="1"/>
                  </a:moveTo>
                  <a:cubicBezTo>
                    <a:pt x="24172" y="1"/>
                    <a:pt x="22345" y="882"/>
                    <a:pt x="21203" y="2447"/>
                  </a:cubicBezTo>
                  <a:lnTo>
                    <a:pt x="13244" y="13049"/>
                  </a:lnTo>
                  <a:lnTo>
                    <a:pt x="1" y="13049"/>
                  </a:lnTo>
                  <a:lnTo>
                    <a:pt x="1" y="25281"/>
                  </a:lnTo>
                  <a:lnTo>
                    <a:pt x="16311" y="25281"/>
                  </a:lnTo>
                  <a:cubicBezTo>
                    <a:pt x="18235" y="25281"/>
                    <a:pt x="20062" y="24368"/>
                    <a:pt x="21203" y="22835"/>
                  </a:cubicBezTo>
                  <a:lnTo>
                    <a:pt x="29163" y="12233"/>
                  </a:lnTo>
                  <a:lnTo>
                    <a:pt x="98284" y="12233"/>
                  </a:lnTo>
                  <a:cubicBezTo>
                    <a:pt x="101644" y="12233"/>
                    <a:pt x="104384" y="9493"/>
                    <a:pt x="104384" y="6101"/>
                  </a:cubicBezTo>
                  <a:cubicBezTo>
                    <a:pt x="104384" y="2708"/>
                    <a:pt x="101644" y="1"/>
                    <a:pt x="982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6" name="Google Shape;4046;p109"/>
          <p:cNvGrpSpPr/>
          <p:nvPr/>
        </p:nvGrpSpPr>
        <p:grpSpPr>
          <a:xfrm>
            <a:off x="1465422" y="2266925"/>
            <a:ext cx="458677" cy="457202"/>
            <a:chOff x="1179200" y="238125"/>
            <a:chExt cx="5242025" cy="5219200"/>
          </a:xfrm>
        </p:grpSpPr>
        <p:sp>
          <p:nvSpPr>
            <p:cNvPr id="4047" name="Google Shape;4047;p109"/>
            <p:cNvSpPr/>
            <p:nvPr/>
          </p:nvSpPr>
          <p:spPr>
            <a:xfrm>
              <a:off x="1179200" y="574100"/>
              <a:ext cx="1872400" cy="1448350"/>
            </a:xfrm>
            <a:custGeom>
              <a:avLst/>
              <a:gdLst/>
              <a:ahLst/>
              <a:cxnLst/>
              <a:rect l="l" t="t" r="r" b="b"/>
              <a:pathLst>
                <a:path w="74896" h="57934" extrusionOk="0">
                  <a:moveTo>
                    <a:pt x="6557" y="0"/>
                  </a:moveTo>
                  <a:cubicBezTo>
                    <a:pt x="4143" y="0"/>
                    <a:pt x="1958" y="1468"/>
                    <a:pt x="979" y="3686"/>
                  </a:cubicBezTo>
                  <a:cubicBezTo>
                    <a:pt x="0" y="5905"/>
                    <a:pt x="424" y="8514"/>
                    <a:pt x="2088" y="10276"/>
                  </a:cubicBezTo>
                  <a:lnTo>
                    <a:pt x="44265" y="55943"/>
                  </a:lnTo>
                  <a:cubicBezTo>
                    <a:pt x="45440" y="57216"/>
                    <a:pt x="47071" y="57933"/>
                    <a:pt x="48767" y="57933"/>
                  </a:cubicBezTo>
                  <a:cubicBezTo>
                    <a:pt x="49093" y="57933"/>
                    <a:pt x="49452" y="57901"/>
                    <a:pt x="49811" y="57835"/>
                  </a:cubicBezTo>
                  <a:cubicBezTo>
                    <a:pt x="51833" y="57477"/>
                    <a:pt x="53562" y="56139"/>
                    <a:pt x="54378" y="54215"/>
                  </a:cubicBezTo>
                  <a:lnTo>
                    <a:pt x="74080" y="8547"/>
                  </a:lnTo>
                  <a:cubicBezTo>
                    <a:pt x="74896" y="6655"/>
                    <a:pt x="74700" y="4502"/>
                    <a:pt x="73591" y="2773"/>
                  </a:cubicBezTo>
                  <a:cubicBezTo>
                    <a:pt x="72449" y="1044"/>
                    <a:pt x="70524" y="0"/>
                    <a:pt x="6846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109"/>
            <p:cNvSpPr/>
            <p:nvPr/>
          </p:nvSpPr>
          <p:spPr>
            <a:xfrm>
              <a:off x="4548825" y="574100"/>
              <a:ext cx="1872400" cy="1447525"/>
            </a:xfrm>
            <a:custGeom>
              <a:avLst/>
              <a:gdLst/>
              <a:ahLst/>
              <a:cxnLst/>
              <a:rect l="l" t="t" r="r" b="b"/>
              <a:pathLst>
                <a:path w="74896" h="57901" extrusionOk="0">
                  <a:moveTo>
                    <a:pt x="6427" y="0"/>
                  </a:moveTo>
                  <a:cubicBezTo>
                    <a:pt x="4372" y="0"/>
                    <a:pt x="2447" y="1044"/>
                    <a:pt x="1338" y="2773"/>
                  </a:cubicBezTo>
                  <a:cubicBezTo>
                    <a:pt x="196" y="4502"/>
                    <a:pt x="1" y="6655"/>
                    <a:pt x="816" y="8547"/>
                  </a:cubicBezTo>
                  <a:lnTo>
                    <a:pt x="20518" y="54215"/>
                  </a:lnTo>
                  <a:cubicBezTo>
                    <a:pt x="21334" y="56139"/>
                    <a:pt x="23063" y="57477"/>
                    <a:pt x="25085" y="57835"/>
                  </a:cubicBezTo>
                  <a:cubicBezTo>
                    <a:pt x="25444" y="57901"/>
                    <a:pt x="25803" y="57901"/>
                    <a:pt x="26129" y="57901"/>
                  </a:cubicBezTo>
                  <a:cubicBezTo>
                    <a:pt x="27825" y="57901"/>
                    <a:pt x="29456" y="57216"/>
                    <a:pt x="30631" y="55943"/>
                  </a:cubicBezTo>
                  <a:lnTo>
                    <a:pt x="72808" y="10276"/>
                  </a:lnTo>
                  <a:cubicBezTo>
                    <a:pt x="74472" y="8514"/>
                    <a:pt x="74896" y="5905"/>
                    <a:pt x="73917" y="3686"/>
                  </a:cubicBezTo>
                  <a:cubicBezTo>
                    <a:pt x="72939" y="1468"/>
                    <a:pt x="70753" y="0"/>
                    <a:pt x="68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109"/>
            <p:cNvSpPr/>
            <p:nvPr/>
          </p:nvSpPr>
          <p:spPr>
            <a:xfrm>
              <a:off x="2254825" y="1379800"/>
              <a:ext cx="3090775" cy="4077525"/>
            </a:xfrm>
            <a:custGeom>
              <a:avLst/>
              <a:gdLst/>
              <a:ahLst/>
              <a:cxnLst/>
              <a:rect l="l" t="t" r="r" b="b"/>
              <a:pathLst>
                <a:path w="123631" h="163101" extrusionOk="0">
                  <a:moveTo>
                    <a:pt x="61816" y="1"/>
                  </a:moveTo>
                  <a:cubicBezTo>
                    <a:pt x="38982" y="1"/>
                    <a:pt x="1" y="25673"/>
                    <a:pt x="1" y="25673"/>
                  </a:cubicBezTo>
                  <a:lnTo>
                    <a:pt x="4274" y="91956"/>
                  </a:lnTo>
                  <a:cubicBezTo>
                    <a:pt x="4437" y="92185"/>
                    <a:pt x="9493" y="99426"/>
                    <a:pt x="9493" y="102166"/>
                  </a:cubicBezTo>
                  <a:cubicBezTo>
                    <a:pt x="9493" y="104939"/>
                    <a:pt x="5448" y="110386"/>
                    <a:pt x="5448" y="110386"/>
                  </a:cubicBezTo>
                  <a:lnTo>
                    <a:pt x="8482" y="157359"/>
                  </a:lnTo>
                  <a:cubicBezTo>
                    <a:pt x="8710" y="160588"/>
                    <a:pt x="11353" y="163100"/>
                    <a:pt x="14582" y="163100"/>
                  </a:cubicBezTo>
                  <a:lnTo>
                    <a:pt x="109049" y="163100"/>
                  </a:lnTo>
                  <a:cubicBezTo>
                    <a:pt x="112246" y="163100"/>
                    <a:pt x="114921" y="160588"/>
                    <a:pt x="115149" y="157359"/>
                  </a:cubicBezTo>
                  <a:lnTo>
                    <a:pt x="118150" y="110386"/>
                  </a:lnTo>
                  <a:cubicBezTo>
                    <a:pt x="118150" y="110386"/>
                    <a:pt x="114138" y="104939"/>
                    <a:pt x="114138" y="102166"/>
                  </a:cubicBezTo>
                  <a:cubicBezTo>
                    <a:pt x="114138" y="99426"/>
                    <a:pt x="119194" y="92185"/>
                    <a:pt x="119357" y="91956"/>
                  </a:cubicBezTo>
                  <a:lnTo>
                    <a:pt x="123630" y="25673"/>
                  </a:lnTo>
                  <a:cubicBezTo>
                    <a:pt x="123630" y="25673"/>
                    <a:pt x="84649" y="1"/>
                    <a:pt x="6181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109"/>
            <p:cNvSpPr/>
            <p:nvPr/>
          </p:nvSpPr>
          <p:spPr>
            <a:xfrm>
              <a:off x="3800200" y="1379800"/>
              <a:ext cx="1545400" cy="4077525"/>
            </a:xfrm>
            <a:custGeom>
              <a:avLst/>
              <a:gdLst/>
              <a:ahLst/>
              <a:cxnLst/>
              <a:rect l="l" t="t" r="r" b="b"/>
              <a:pathLst>
                <a:path w="61816" h="163101" extrusionOk="0">
                  <a:moveTo>
                    <a:pt x="1" y="1"/>
                  </a:moveTo>
                  <a:lnTo>
                    <a:pt x="1" y="163100"/>
                  </a:lnTo>
                  <a:lnTo>
                    <a:pt x="47234" y="163100"/>
                  </a:lnTo>
                  <a:cubicBezTo>
                    <a:pt x="50431" y="163100"/>
                    <a:pt x="53106" y="160588"/>
                    <a:pt x="53334" y="157359"/>
                  </a:cubicBezTo>
                  <a:lnTo>
                    <a:pt x="56335" y="110386"/>
                  </a:lnTo>
                  <a:cubicBezTo>
                    <a:pt x="56335" y="110386"/>
                    <a:pt x="52323" y="104939"/>
                    <a:pt x="52323" y="102166"/>
                  </a:cubicBezTo>
                  <a:cubicBezTo>
                    <a:pt x="52323" y="99426"/>
                    <a:pt x="57379" y="92185"/>
                    <a:pt x="57542" y="91956"/>
                  </a:cubicBezTo>
                  <a:lnTo>
                    <a:pt x="61815" y="25673"/>
                  </a:lnTo>
                  <a:cubicBezTo>
                    <a:pt x="61815" y="25673"/>
                    <a:pt x="22834"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109"/>
            <p:cNvSpPr/>
            <p:nvPr/>
          </p:nvSpPr>
          <p:spPr>
            <a:xfrm>
              <a:off x="2094175" y="238125"/>
              <a:ext cx="3412075" cy="1783500"/>
            </a:xfrm>
            <a:custGeom>
              <a:avLst/>
              <a:gdLst/>
              <a:ahLst/>
              <a:cxnLst/>
              <a:rect l="l" t="t" r="r" b="b"/>
              <a:pathLst>
                <a:path w="136483" h="71340" extrusionOk="0">
                  <a:moveTo>
                    <a:pt x="6264" y="0"/>
                  </a:moveTo>
                  <a:cubicBezTo>
                    <a:pt x="4535" y="0"/>
                    <a:pt x="2871" y="718"/>
                    <a:pt x="1730" y="2022"/>
                  </a:cubicBezTo>
                  <a:cubicBezTo>
                    <a:pt x="555" y="3295"/>
                    <a:pt x="1" y="4991"/>
                    <a:pt x="164" y="6720"/>
                  </a:cubicBezTo>
                  <a:lnTo>
                    <a:pt x="6427" y="71340"/>
                  </a:lnTo>
                  <a:lnTo>
                    <a:pt x="130056" y="71340"/>
                  </a:lnTo>
                  <a:lnTo>
                    <a:pt x="136319" y="6720"/>
                  </a:lnTo>
                  <a:cubicBezTo>
                    <a:pt x="136482" y="4991"/>
                    <a:pt x="135895" y="3295"/>
                    <a:pt x="134753" y="2022"/>
                  </a:cubicBezTo>
                  <a:cubicBezTo>
                    <a:pt x="133579" y="718"/>
                    <a:pt x="131948" y="0"/>
                    <a:pt x="1302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109"/>
            <p:cNvSpPr/>
            <p:nvPr/>
          </p:nvSpPr>
          <p:spPr>
            <a:xfrm>
              <a:off x="3800200" y="238125"/>
              <a:ext cx="1706050" cy="1783500"/>
            </a:xfrm>
            <a:custGeom>
              <a:avLst/>
              <a:gdLst/>
              <a:ahLst/>
              <a:cxnLst/>
              <a:rect l="l" t="t" r="r" b="b"/>
              <a:pathLst>
                <a:path w="68242" h="71340" extrusionOk="0">
                  <a:moveTo>
                    <a:pt x="1" y="0"/>
                  </a:moveTo>
                  <a:lnTo>
                    <a:pt x="1" y="71340"/>
                  </a:lnTo>
                  <a:lnTo>
                    <a:pt x="61815" y="71340"/>
                  </a:lnTo>
                  <a:lnTo>
                    <a:pt x="68078" y="6720"/>
                  </a:lnTo>
                  <a:cubicBezTo>
                    <a:pt x="68241" y="4991"/>
                    <a:pt x="67654" y="3295"/>
                    <a:pt x="66512" y="2022"/>
                  </a:cubicBezTo>
                  <a:cubicBezTo>
                    <a:pt x="65338" y="718"/>
                    <a:pt x="63707" y="0"/>
                    <a:pt x="6197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109"/>
            <p:cNvSpPr/>
            <p:nvPr/>
          </p:nvSpPr>
          <p:spPr>
            <a:xfrm>
              <a:off x="2361675" y="3591425"/>
              <a:ext cx="2877075" cy="608400"/>
            </a:xfrm>
            <a:custGeom>
              <a:avLst/>
              <a:gdLst/>
              <a:ahLst/>
              <a:cxnLst/>
              <a:rect l="l" t="t" r="r" b="b"/>
              <a:pathLst>
                <a:path w="115083" h="24336" extrusionOk="0">
                  <a:moveTo>
                    <a:pt x="24922" y="1"/>
                  </a:moveTo>
                  <a:cubicBezTo>
                    <a:pt x="16506" y="1"/>
                    <a:pt x="10080" y="5122"/>
                    <a:pt x="6557" y="8808"/>
                  </a:cubicBezTo>
                  <a:cubicBezTo>
                    <a:pt x="4958" y="7145"/>
                    <a:pt x="2740" y="5155"/>
                    <a:pt x="0" y="3491"/>
                  </a:cubicBezTo>
                  <a:lnTo>
                    <a:pt x="0" y="3491"/>
                  </a:lnTo>
                  <a:lnTo>
                    <a:pt x="1174" y="21921"/>
                  </a:lnTo>
                  <a:cubicBezTo>
                    <a:pt x="2349" y="23422"/>
                    <a:pt x="4143" y="24335"/>
                    <a:pt x="6067" y="24335"/>
                  </a:cubicBezTo>
                  <a:lnTo>
                    <a:pt x="7079" y="24335"/>
                  </a:lnTo>
                  <a:cubicBezTo>
                    <a:pt x="9134" y="24335"/>
                    <a:pt x="11026" y="23324"/>
                    <a:pt x="12167" y="21595"/>
                  </a:cubicBezTo>
                  <a:lnTo>
                    <a:pt x="13700" y="19344"/>
                  </a:lnTo>
                  <a:cubicBezTo>
                    <a:pt x="15038" y="17355"/>
                    <a:pt x="19670" y="12233"/>
                    <a:pt x="24922" y="12233"/>
                  </a:cubicBezTo>
                  <a:cubicBezTo>
                    <a:pt x="30174" y="12233"/>
                    <a:pt x="34806" y="17355"/>
                    <a:pt x="36143" y="19312"/>
                  </a:cubicBezTo>
                  <a:cubicBezTo>
                    <a:pt x="37285" y="21008"/>
                    <a:pt x="39177" y="22052"/>
                    <a:pt x="41232" y="22052"/>
                  </a:cubicBezTo>
                  <a:cubicBezTo>
                    <a:pt x="43254" y="22052"/>
                    <a:pt x="45179" y="21041"/>
                    <a:pt x="46288" y="19344"/>
                  </a:cubicBezTo>
                  <a:cubicBezTo>
                    <a:pt x="47658" y="17355"/>
                    <a:pt x="52290" y="12233"/>
                    <a:pt x="57542" y="12233"/>
                  </a:cubicBezTo>
                  <a:cubicBezTo>
                    <a:pt x="62793" y="12233"/>
                    <a:pt x="67425" y="17355"/>
                    <a:pt x="68763" y="19312"/>
                  </a:cubicBezTo>
                  <a:cubicBezTo>
                    <a:pt x="69904" y="21008"/>
                    <a:pt x="71796" y="22052"/>
                    <a:pt x="73852" y="22052"/>
                  </a:cubicBezTo>
                  <a:cubicBezTo>
                    <a:pt x="75874" y="22052"/>
                    <a:pt x="77799" y="21041"/>
                    <a:pt x="78908" y="19344"/>
                  </a:cubicBezTo>
                  <a:cubicBezTo>
                    <a:pt x="80278" y="17355"/>
                    <a:pt x="84910" y="12233"/>
                    <a:pt x="90161" y="12233"/>
                  </a:cubicBezTo>
                  <a:cubicBezTo>
                    <a:pt x="95413" y="12233"/>
                    <a:pt x="100045" y="17355"/>
                    <a:pt x="101383" y="19344"/>
                  </a:cubicBezTo>
                  <a:lnTo>
                    <a:pt x="102916" y="21595"/>
                  </a:lnTo>
                  <a:cubicBezTo>
                    <a:pt x="104057" y="23324"/>
                    <a:pt x="105949" y="24335"/>
                    <a:pt x="108004" y="24335"/>
                  </a:cubicBezTo>
                  <a:lnTo>
                    <a:pt x="109016" y="24335"/>
                  </a:lnTo>
                  <a:cubicBezTo>
                    <a:pt x="110940" y="24335"/>
                    <a:pt x="112734" y="23422"/>
                    <a:pt x="113876" y="21921"/>
                  </a:cubicBezTo>
                  <a:lnTo>
                    <a:pt x="115083" y="3491"/>
                  </a:lnTo>
                  <a:lnTo>
                    <a:pt x="115083" y="3491"/>
                  </a:lnTo>
                  <a:cubicBezTo>
                    <a:pt x="112343" y="5155"/>
                    <a:pt x="110125" y="7145"/>
                    <a:pt x="108494" y="8808"/>
                  </a:cubicBezTo>
                  <a:cubicBezTo>
                    <a:pt x="104971" y="5122"/>
                    <a:pt x="98577" y="1"/>
                    <a:pt x="90161" y="1"/>
                  </a:cubicBezTo>
                  <a:cubicBezTo>
                    <a:pt x="83148" y="1"/>
                    <a:pt x="77570" y="3524"/>
                    <a:pt x="73852" y="6851"/>
                  </a:cubicBezTo>
                  <a:cubicBezTo>
                    <a:pt x="70133" y="3524"/>
                    <a:pt x="64522" y="1"/>
                    <a:pt x="57542" y="1"/>
                  </a:cubicBezTo>
                  <a:cubicBezTo>
                    <a:pt x="50528" y="1"/>
                    <a:pt x="44950" y="3524"/>
                    <a:pt x="41232" y="6851"/>
                  </a:cubicBezTo>
                  <a:cubicBezTo>
                    <a:pt x="37513" y="3524"/>
                    <a:pt x="31902" y="1"/>
                    <a:pt x="24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109"/>
            <p:cNvSpPr/>
            <p:nvPr/>
          </p:nvSpPr>
          <p:spPr>
            <a:xfrm>
              <a:off x="3800200" y="3591425"/>
              <a:ext cx="1438550" cy="608400"/>
            </a:xfrm>
            <a:custGeom>
              <a:avLst/>
              <a:gdLst/>
              <a:ahLst/>
              <a:cxnLst/>
              <a:rect l="l" t="t" r="r" b="b"/>
              <a:pathLst>
                <a:path w="57542" h="24336" extrusionOk="0">
                  <a:moveTo>
                    <a:pt x="1" y="1"/>
                  </a:moveTo>
                  <a:lnTo>
                    <a:pt x="1" y="12233"/>
                  </a:lnTo>
                  <a:cubicBezTo>
                    <a:pt x="5252" y="12233"/>
                    <a:pt x="9884" y="17355"/>
                    <a:pt x="11222" y="19312"/>
                  </a:cubicBezTo>
                  <a:cubicBezTo>
                    <a:pt x="12363" y="21008"/>
                    <a:pt x="14255" y="22052"/>
                    <a:pt x="16311" y="22052"/>
                  </a:cubicBezTo>
                  <a:cubicBezTo>
                    <a:pt x="18333" y="22052"/>
                    <a:pt x="20258" y="21041"/>
                    <a:pt x="21367" y="19344"/>
                  </a:cubicBezTo>
                  <a:cubicBezTo>
                    <a:pt x="22737" y="17355"/>
                    <a:pt x="27369" y="12233"/>
                    <a:pt x="32620" y="12233"/>
                  </a:cubicBezTo>
                  <a:cubicBezTo>
                    <a:pt x="37872" y="12233"/>
                    <a:pt x="42504" y="17355"/>
                    <a:pt x="43842" y="19344"/>
                  </a:cubicBezTo>
                  <a:lnTo>
                    <a:pt x="45375" y="21595"/>
                  </a:lnTo>
                  <a:cubicBezTo>
                    <a:pt x="46516" y="23324"/>
                    <a:pt x="48408" y="24335"/>
                    <a:pt x="50463" y="24335"/>
                  </a:cubicBezTo>
                  <a:lnTo>
                    <a:pt x="51475" y="24335"/>
                  </a:lnTo>
                  <a:cubicBezTo>
                    <a:pt x="53399" y="24335"/>
                    <a:pt x="55193" y="23422"/>
                    <a:pt x="56335" y="21921"/>
                  </a:cubicBezTo>
                  <a:lnTo>
                    <a:pt x="57542" y="3491"/>
                  </a:lnTo>
                  <a:lnTo>
                    <a:pt x="57542" y="3491"/>
                  </a:lnTo>
                  <a:cubicBezTo>
                    <a:pt x="54802" y="5155"/>
                    <a:pt x="52584" y="7145"/>
                    <a:pt x="50953" y="8808"/>
                  </a:cubicBezTo>
                  <a:cubicBezTo>
                    <a:pt x="47430" y="5122"/>
                    <a:pt x="41036" y="1"/>
                    <a:pt x="32620" y="1"/>
                  </a:cubicBezTo>
                  <a:cubicBezTo>
                    <a:pt x="25607" y="1"/>
                    <a:pt x="20029" y="3524"/>
                    <a:pt x="16311" y="6851"/>
                  </a:cubicBezTo>
                  <a:cubicBezTo>
                    <a:pt x="12592" y="3524"/>
                    <a:pt x="698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109"/>
            <p:cNvSpPr/>
            <p:nvPr/>
          </p:nvSpPr>
          <p:spPr>
            <a:xfrm>
              <a:off x="2413850" y="4488475"/>
              <a:ext cx="2772725" cy="305850"/>
            </a:xfrm>
            <a:custGeom>
              <a:avLst/>
              <a:gdLst/>
              <a:ahLst/>
              <a:cxnLst/>
              <a:rect l="l" t="t" r="r" b="b"/>
              <a:pathLst>
                <a:path w="110909" h="12234" extrusionOk="0">
                  <a:moveTo>
                    <a:pt x="1" y="1"/>
                  </a:moveTo>
                  <a:lnTo>
                    <a:pt x="784" y="12233"/>
                  </a:lnTo>
                  <a:lnTo>
                    <a:pt x="110125" y="12233"/>
                  </a:lnTo>
                  <a:lnTo>
                    <a:pt x="1109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109"/>
            <p:cNvSpPr/>
            <p:nvPr/>
          </p:nvSpPr>
          <p:spPr>
            <a:xfrm>
              <a:off x="3800200" y="4488475"/>
              <a:ext cx="1386375" cy="305850"/>
            </a:xfrm>
            <a:custGeom>
              <a:avLst/>
              <a:gdLst/>
              <a:ahLst/>
              <a:cxnLst/>
              <a:rect l="l" t="t" r="r" b="b"/>
              <a:pathLst>
                <a:path w="55455" h="12234" extrusionOk="0">
                  <a:moveTo>
                    <a:pt x="1" y="1"/>
                  </a:moveTo>
                  <a:lnTo>
                    <a:pt x="1" y="12233"/>
                  </a:lnTo>
                  <a:lnTo>
                    <a:pt x="54671" y="12233"/>
                  </a:lnTo>
                  <a:lnTo>
                    <a:pt x="554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57" name="Google Shape;4057;p109"/>
          <p:cNvGrpSpPr/>
          <p:nvPr/>
        </p:nvGrpSpPr>
        <p:grpSpPr>
          <a:xfrm>
            <a:off x="2185262" y="2266925"/>
            <a:ext cx="326829" cy="457202"/>
            <a:chOff x="1935150" y="238125"/>
            <a:chExt cx="3730925" cy="5219200"/>
          </a:xfrm>
        </p:grpSpPr>
        <p:sp>
          <p:nvSpPr>
            <p:cNvPr id="4058" name="Google Shape;4058;p109"/>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109"/>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109"/>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109"/>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109"/>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109"/>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109"/>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109"/>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109"/>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109"/>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109"/>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109"/>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109"/>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109"/>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109"/>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109"/>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74" name="Google Shape;4074;p109"/>
          <p:cNvGrpSpPr/>
          <p:nvPr/>
        </p:nvGrpSpPr>
        <p:grpSpPr>
          <a:xfrm>
            <a:off x="2817527" y="2266925"/>
            <a:ext cx="383541" cy="457202"/>
            <a:chOff x="1608950" y="238125"/>
            <a:chExt cx="4383325" cy="5219200"/>
          </a:xfrm>
        </p:grpSpPr>
        <p:sp>
          <p:nvSpPr>
            <p:cNvPr id="4075" name="Google Shape;4075;p109"/>
            <p:cNvSpPr/>
            <p:nvPr/>
          </p:nvSpPr>
          <p:spPr>
            <a:xfrm>
              <a:off x="4707850" y="656450"/>
              <a:ext cx="468925" cy="1121350"/>
            </a:xfrm>
            <a:custGeom>
              <a:avLst/>
              <a:gdLst/>
              <a:ahLst/>
              <a:cxnLst/>
              <a:rect l="l" t="t" r="r" b="b"/>
              <a:pathLst>
                <a:path w="18757" h="44854" extrusionOk="0">
                  <a:moveTo>
                    <a:pt x="6100" y="1"/>
                  </a:moveTo>
                  <a:cubicBezTo>
                    <a:pt x="2708" y="1"/>
                    <a:pt x="0" y="2708"/>
                    <a:pt x="0" y="6101"/>
                  </a:cubicBezTo>
                  <a:cubicBezTo>
                    <a:pt x="0" y="8450"/>
                    <a:pt x="1305" y="10472"/>
                    <a:pt x="3262" y="11516"/>
                  </a:cubicBezTo>
                  <a:lnTo>
                    <a:pt x="3262" y="38721"/>
                  </a:lnTo>
                  <a:cubicBezTo>
                    <a:pt x="3262" y="42113"/>
                    <a:pt x="5970" y="44853"/>
                    <a:pt x="9362" y="44853"/>
                  </a:cubicBezTo>
                  <a:cubicBezTo>
                    <a:pt x="12755" y="44853"/>
                    <a:pt x="15495" y="42113"/>
                    <a:pt x="15495" y="38721"/>
                  </a:cubicBezTo>
                  <a:lnTo>
                    <a:pt x="15495" y="11516"/>
                  </a:lnTo>
                  <a:cubicBezTo>
                    <a:pt x="17419" y="10472"/>
                    <a:pt x="18757" y="8450"/>
                    <a:pt x="18757" y="6101"/>
                  </a:cubicBezTo>
                  <a:cubicBezTo>
                    <a:pt x="18757" y="2708"/>
                    <a:pt x="16017" y="1"/>
                    <a:pt x="12624" y="1"/>
                  </a:cubicBezTo>
                  <a:cubicBezTo>
                    <a:pt x="11417" y="1"/>
                    <a:pt x="10308" y="327"/>
                    <a:pt x="9362" y="947"/>
                  </a:cubicBezTo>
                  <a:cubicBezTo>
                    <a:pt x="8416" y="327"/>
                    <a:pt x="7307" y="1"/>
                    <a:pt x="610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109"/>
            <p:cNvSpPr/>
            <p:nvPr/>
          </p:nvSpPr>
          <p:spPr>
            <a:xfrm>
              <a:off x="4220175" y="1471650"/>
              <a:ext cx="1450800" cy="2017875"/>
            </a:xfrm>
            <a:custGeom>
              <a:avLst/>
              <a:gdLst/>
              <a:ahLst/>
              <a:cxnLst/>
              <a:rect l="l" t="t" r="r" b="b"/>
              <a:pathLst>
                <a:path w="58032" h="80715" extrusionOk="0">
                  <a:moveTo>
                    <a:pt x="28877" y="1"/>
                  </a:moveTo>
                  <a:cubicBezTo>
                    <a:pt x="27627" y="1"/>
                    <a:pt x="26380" y="384"/>
                    <a:pt x="25314" y="1155"/>
                  </a:cubicBezTo>
                  <a:cubicBezTo>
                    <a:pt x="24270" y="1872"/>
                    <a:pt x="131" y="19454"/>
                    <a:pt x="33" y="45126"/>
                  </a:cubicBezTo>
                  <a:cubicBezTo>
                    <a:pt x="1" y="54912"/>
                    <a:pt x="2186" y="63328"/>
                    <a:pt x="6362" y="69395"/>
                  </a:cubicBezTo>
                  <a:cubicBezTo>
                    <a:pt x="11418" y="76767"/>
                    <a:pt x="19181" y="80682"/>
                    <a:pt x="28837" y="80714"/>
                  </a:cubicBezTo>
                  <a:lnTo>
                    <a:pt x="29000" y="80714"/>
                  </a:lnTo>
                  <a:cubicBezTo>
                    <a:pt x="38557" y="80714"/>
                    <a:pt x="46288" y="76898"/>
                    <a:pt x="51410" y="69591"/>
                  </a:cubicBezTo>
                  <a:cubicBezTo>
                    <a:pt x="55618" y="63556"/>
                    <a:pt x="57901" y="55173"/>
                    <a:pt x="57934" y="45387"/>
                  </a:cubicBezTo>
                  <a:cubicBezTo>
                    <a:pt x="58032" y="19683"/>
                    <a:pt x="33469" y="1872"/>
                    <a:pt x="32425" y="1122"/>
                  </a:cubicBezTo>
                  <a:cubicBezTo>
                    <a:pt x="31354" y="376"/>
                    <a:pt x="30114" y="1"/>
                    <a:pt x="288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109"/>
            <p:cNvSpPr/>
            <p:nvPr/>
          </p:nvSpPr>
          <p:spPr>
            <a:xfrm>
              <a:off x="2421200" y="574925"/>
              <a:ext cx="468125" cy="1202875"/>
            </a:xfrm>
            <a:custGeom>
              <a:avLst/>
              <a:gdLst/>
              <a:ahLst/>
              <a:cxnLst/>
              <a:rect l="l" t="t" r="r" b="b"/>
              <a:pathLst>
                <a:path w="18725" h="48115" extrusionOk="0">
                  <a:moveTo>
                    <a:pt x="6133" y="0"/>
                  </a:moveTo>
                  <a:cubicBezTo>
                    <a:pt x="2740" y="0"/>
                    <a:pt x="0" y="2707"/>
                    <a:pt x="0" y="6100"/>
                  </a:cubicBezTo>
                  <a:cubicBezTo>
                    <a:pt x="0" y="8514"/>
                    <a:pt x="1403" y="10634"/>
                    <a:pt x="3458" y="11613"/>
                  </a:cubicBezTo>
                  <a:cubicBezTo>
                    <a:pt x="3425" y="11939"/>
                    <a:pt x="3393" y="12265"/>
                    <a:pt x="3393" y="12624"/>
                  </a:cubicBezTo>
                  <a:lnTo>
                    <a:pt x="3393" y="41982"/>
                  </a:lnTo>
                  <a:cubicBezTo>
                    <a:pt x="3393" y="45374"/>
                    <a:pt x="6100" y="48114"/>
                    <a:pt x="9493" y="48114"/>
                  </a:cubicBezTo>
                  <a:cubicBezTo>
                    <a:pt x="12885" y="48114"/>
                    <a:pt x="15625" y="45374"/>
                    <a:pt x="15625" y="41982"/>
                  </a:cubicBezTo>
                  <a:lnTo>
                    <a:pt x="15625" y="12624"/>
                  </a:lnTo>
                  <a:cubicBezTo>
                    <a:pt x="15625" y="12232"/>
                    <a:pt x="15560" y="11841"/>
                    <a:pt x="15495" y="11482"/>
                  </a:cubicBezTo>
                  <a:cubicBezTo>
                    <a:pt x="17419" y="10438"/>
                    <a:pt x="18724" y="8416"/>
                    <a:pt x="18724" y="6100"/>
                  </a:cubicBezTo>
                  <a:cubicBezTo>
                    <a:pt x="18724" y="2740"/>
                    <a:pt x="16017" y="0"/>
                    <a:pt x="12657" y="0"/>
                  </a:cubicBezTo>
                  <a:cubicBezTo>
                    <a:pt x="11450" y="0"/>
                    <a:pt x="10341" y="359"/>
                    <a:pt x="9395" y="946"/>
                  </a:cubicBezTo>
                  <a:cubicBezTo>
                    <a:pt x="8449" y="326"/>
                    <a:pt x="7340" y="0"/>
                    <a:pt x="61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109"/>
            <p:cNvSpPr/>
            <p:nvPr/>
          </p:nvSpPr>
          <p:spPr>
            <a:xfrm>
              <a:off x="1933525" y="1471650"/>
              <a:ext cx="1451625" cy="2017875"/>
            </a:xfrm>
            <a:custGeom>
              <a:avLst/>
              <a:gdLst/>
              <a:ahLst/>
              <a:cxnLst/>
              <a:rect l="l" t="t" r="r" b="b"/>
              <a:pathLst>
                <a:path w="58065" h="80715" extrusionOk="0">
                  <a:moveTo>
                    <a:pt x="28980" y="1"/>
                  </a:moveTo>
                  <a:cubicBezTo>
                    <a:pt x="27739" y="1"/>
                    <a:pt x="26499" y="376"/>
                    <a:pt x="25444" y="1122"/>
                  </a:cubicBezTo>
                  <a:cubicBezTo>
                    <a:pt x="24433" y="1872"/>
                    <a:pt x="164" y="19454"/>
                    <a:pt x="66" y="45126"/>
                  </a:cubicBezTo>
                  <a:cubicBezTo>
                    <a:pt x="1" y="54912"/>
                    <a:pt x="2186" y="63328"/>
                    <a:pt x="6362" y="69395"/>
                  </a:cubicBezTo>
                  <a:cubicBezTo>
                    <a:pt x="11418" y="76767"/>
                    <a:pt x="19214" y="80682"/>
                    <a:pt x="28837" y="80714"/>
                  </a:cubicBezTo>
                  <a:lnTo>
                    <a:pt x="29000" y="80714"/>
                  </a:lnTo>
                  <a:cubicBezTo>
                    <a:pt x="38557" y="80714"/>
                    <a:pt x="46321" y="76898"/>
                    <a:pt x="51410" y="69591"/>
                  </a:cubicBezTo>
                  <a:cubicBezTo>
                    <a:pt x="55650" y="63556"/>
                    <a:pt x="57901" y="55173"/>
                    <a:pt x="57966" y="45387"/>
                  </a:cubicBezTo>
                  <a:cubicBezTo>
                    <a:pt x="58064" y="19683"/>
                    <a:pt x="33599" y="1872"/>
                    <a:pt x="32555" y="1155"/>
                  </a:cubicBezTo>
                  <a:cubicBezTo>
                    <a:pt x="31489" y="384"/>
                    <a:pt x="30234" y="1"/>
                    <a:pt x="2898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109"/>
            <p:cNvSpPr/>
            <p:nvPr/>
          </p:nvSpPr>
          <p:spPr>
            <a:xfrm>
              <a:off x="3562900" y="238125"/>
              <a:ext cx="468925" cy="1213475"/>
            </a:xfrm>
            <a:custGeom>
              <a:avLst/>
              <a:gdLst/>
              <a:ahLst/>
              <a:cxnLst/>
              <a:rect l="l" t="t" r="r" b="b"/>
              <a:pathLst>
                <a:path w="18757" h="48539" extrusionOk="0">
                  <a:moveTo>
                    <a:pt x="6133" y="0"/>
                  </a:moveTo>
                  <a:cubicBezTo>
                    <a:pt x="2740" y="0"/>
                    <a:pt x="0" y="2740"/>
                    <a:pt x="0" y="6133"/>
                  </a:cubicBezTo>
                  <a:cubicBezTo>
                    <a:pt x="0" y="8514"/>
                    <a:pt x="1370" y="10569"/>
                    <a:pt x="3393" y="11580"/>
                  </a:cubicBezTo>
                  <a:lnTo>
                    <a:pt x="3393" y="42406"/>
                  </a:lnTo>
                  <a:cubicBezTo>
                    <a:pt x="3393" y="45798"/>
                    <a:pt x="6100" y="48538"/>
                    <a:pt x="9493" y="48538"/>
                  </a:cubicBezTo>
                  <a:cubicBezTo>
                    <a:pt x="12885" y="48538"/>
                    <a:pt x="15625" y="45798"/>
                    <a:pt x="15625" y="42406"/>
                  </a:cubicBezTo>
                  <a:lnTo>
                    <a:pt x="15625" y="11450"/>
                  </a:lnTo>
                  <a:cubicBezTo>
                    <a:pt x="17484" y="10406"/>
                    <a:pt x="18757" y="8416"/>
                    <a:pt x="18757" y="6133"/>
                  </a:cubicBezTo>
                  <a:cubicBezTo>
                    <a:pt x="18757" y="2740"/>
                    <a:pt x="16017" y="0"/>
                    <a:pt x="12657" y="0"/>
                  </a:cubicBezTo>
                  <a:cubicBezTo>
                    <a:pt x="11450" y="0"/>
                    <a:pt x="10308" y="359"/>
                    <a:pt x="9395" y="946"/>
                  </a:cubicBezTo>
                  <a:cubicBezTo>
                    <a:pt x="8449" y="359"/>
                    <a:pt x="7307" y="0"/>
                    <a:pt x="61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109"/>
            <p:cNvSpPr/>
            <p:nvPr/>
          </p:nvSpPr>
          <p:spPr>
            <a:xfrm>
              <a:off x="3800200" y="238125"/>
              <a:ext cx="231625" cy="1213475"/>
            </a:xfrm>
            <a:custGeom>
              <a:avLst/>
              <a:gdLst/>
              <a:ahLst/>
              <a:cxnLst/>
              <a:rect l="l" t="t" r="r" b="b"/>
              <a:pathLst>
                <a:path w="9265" h="48539" extrusionOk="0">
                  <a:moveTo>
                    <a:pt x="3165" y="0"/>
                  </a:moveTo>
                  <a:cubicBezTo>
                    <a:pt x="1990" y="0"/>
                    <a:pt x="914" y="326"/>
                    <a:pt x="1" y="881"/>
                  </a:cubicBezTo>
                  <a:lnTo>
                    <a:pt x="1" y="48538"/>
                  </a:lnTo>
                  <a:cubicBezTo>
                    <a:pt x="3393" y="48538"/>
                    <a:pt x="6133" y="45798"/>
                    <a:pt x="6133" y="42406"/>
                  </a:cubicBezTo>
                  <a:lnTo>
                    <a:pt x="6133" y="11450"/>
                  </a:lnTo>
                  <a:cubicBezTo>
                    <a:pt x="7992" y="10406"/>
                    <a:pt x="9265" y="8416"/>
                    <a:pt x="9265" y="6133"/>
                  </a:cubicBezTo>
                  <a:cubicBezTo>
                    <a:pt x="9265" y="2740"/>
                    <a:pt x="6525" y="0"/>
                    <a:pt x="316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109"/>
            <p:cNvSpPr/>
            <p:nvPr/>
          </p:nvSpPr>
          <p:spPr>
            <a:xfrm>
              <a:off x="3078475" y="1145450"/>
              <a:ext cx="1450800" cy="2017875"/>
            </a:xfrm>
            <a:custGeom>
              <a:avLst/>
              <a:gdLst/>
              <a:ahLst/>
              <a:cxnLst/>
              <a:rect l="l" t="t" r="r" b="b"/>
              <a:pathLst>
                <a:path w="58032" h="80715" extrusionOk="0">
                  <a:moveTo>
                    <a:pt x="28877" y="1"/>
                  </a:moveTo>
                  <a:cubicBezTo>
                    <a:pt x="27627" y="1"/>
                    <a:pt x="26380" y="384"/>
                    <a:pt x="25314" y="1155"/>
                  </a:cubicBezTo>
                  <a:cubicBezTo>
                    <a:pt x="24270" y="1872"/>
                    <a:pt x="131" y="19454"/>
                    <a:pt x="34" y="45126"/>
                  </a:cubicBezTo>
                  <a:cubicBezTo>
                    <a:pt x="1" y="54912"/>
                    <a:pt x="2187" y="63328"/>
                    <a:pt x="6362" y="69395"/>
                  </a:cubicBezTo>
                  <a:cubicBezTo>
                    <a:pt x="11418" y="76767"/>
                    <a:pt x="19181" y="80682"/>
                    <a:pt x="28837" y="80714"/>
                  </a:cubicBezTo>
                  <a:lnTo>
                    <a:pt x="29000" y="80714"/>
                  </a:lnTo>
                  <a:cubicBezTo>
                    <a:pt x="38558" y="80714"/>
                    <a:pt x="46289" y="76898"/>
                    <a:pt x="51410" y="69591"/>
                  </a:cubicBezTo>
                  <a:cubicBezTo>
                    <a:pt x="55618" y="63556"/>
                    <a:pt x="57901" y="55173"/>
                    <a:pt x="57934" y="45387"/>
                  </a:cubicBezTo>
                  <a:cubicBezTo>
                    <a:pt x="58032" y="19683"/>
                    <a:pt x="33469" y="1872"/>
                    <a:pt x="32425" y="1122"/>
                  </a:cubicBezTo>
                  <a:cubicBezTo>
                    <a:pt x="31354" y="376"/>
                    <a:pt x="30114" y="1"/>
                    <a:pt x="288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109"/>
            <p:cNvSpPr/>
            <p:nvPr/>
          </p:nvSpPr>
          <p:spPr>
            <a:xfrm>
              <a:off x="3800200" y="1145750"/>
              <a:ext cx="729075" cy="2018400"/>
            </a:xfrm>
            <a:custGeom>
              <a:avLst/>
              <a:gdLst/>
              <a:ahLst/>
              <a:cxnLst/>
              <a:rect l="l" t="t" r="r" b="b"/>
              <a:pathLst>
                <a:path w="29163" h="80736" extrusionOk="0">
                  <a:moveTo>
                    <a:pt x="1" y="1"/>
                  </a:moveTo>
                  <a:lnTo>
                    <a:pt x="1" y="80735"/>
                  </a:lnTo>
                  <a:lnTo>
                    <a:pt x="98" y="80735"/>
                  </a:lnTo>
                  <a:cubicBezTo>
                    <a:pt x="9689" y="80735"/>
                    <a:pt x="17420" y="76886"/>
                    <a:pt x="22541" y="69579"/>
                  </a:cubicBezTo>
                  <a:cubicBezTo>
                    <a:pt x="26749" y="63544"/>
                    <a:pt x="29032" y="55161"/>
                    <a:pt x="29065" y="45375"/>
                  </a:cubicBezTo>
                  <a:cubicBezTo>
                    <a:pt x="29163" y="19671"/>
                    <a:pt x="4600" y="1860"/>
                    <a:pt x="3556" y="1110"/>
                  </a:cubicBezTo>
                  <a:cubicBezTo>
                    <a:pt x="2480" y="360"/>
                    <a:pt x="1240"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109"/>
            <p:cNvSpPr/>
            <p:nvPr/>
          </p:nvSpPr>
          <p:spPr>
            <a:xfrm>
              <a:off x="1993875" y="2263000"/>
              <a:ext cx="3612675" cy="3194325"/>
            </a:xfrm>
            <a:custGeom>
              <a:avLst/>
              <a:gdLst/>
              <a:ahLst/>
              <a:cxnLst/>
              <a:rect l="l" t="t" r="r" b="b"/>
              <a:pathLst>
                <a:path w="144507" h="127773" extrusionOk="0">
                  <a:moveTo>
                    <a:pt x="72254" y="0"/>
                  </a:moveTo>
                  <a:cubicBezTo>
                    <a:pt x="62207" y="33"/>
                    <a:pt x="47723" y="4632"/>
                    <a:pt x="34317" y="9949"/>
                  </a:cubicBezTo>
                  <a:cubicBezTo>
                    <a:pt x="16408" y="17028"/>
                    <a:pt x="522" y="25378"/>
                    <a:pt x="33" y="25639"/>
                  </a:cubicBezTo>
                  <a:lnTo>
                    <a:pt x="1" y="25639"/>
                  </a:lnTo>
                  <a:lnTo>
                    <a:pt x="10733" y="122325"/>
                  </a:lnTo>
                  <a:cubicBezTo>
                    <a:pt x="11059" y="125424"/>
                    <a:pt x="13668" y="127772"/>
                    <a:pt x="16800" y="127772"/>
                  </a:cubicBezTo>
                  <a:lnTo>
                    <a:pt x="46158" y="127772"/>
                  </a:lnTo>
                  <a:cubicBezTo>
                    <a:pt x="46158" y="127772"/>
                    <a:pt x="49322" y="104090"/>
                    <a:pt x="89085" y="104090"/>
                  </a:cubicBezTo>
                  <a:cubicBezTo>
                    <a:pt x="106668" y="104090"/>
                    <a:pt x="117465" y="107678"/>
                    <a:pt x="123989" y="111658"/>
                  </a:cubicBezTo>
                  <a:cubicBezTo>
                    <a:pt x="114105" y="54606"/>
                    <a:pt x="144507" y="25639"/>
                    <a:pt x="144507" y="25639"/>
                  </a:cubicBezTo>
                  <a:lnTo>
                    <a:pt x="144474" y="25639"/>
                  </a:lnTo>
                  <a:cubicBezTo>
                    <a:pt x="143985" y="25378"/>
                    <a:pt x="128099" y="16995"/>
                    <a:pt x="110190" y="9884"/>
                  </a:cubicBezTo>
                  <a:cubicBezTo>
                    <a:pt x="96816" y="4600"/>
                    <a:pt x="82366" y="0"/>
                    <a:pt x="723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109"/>
            <p:cNvSpPr/>
            <p:nvPr/>
          </p:nvSpPr>
          <p:spPr>
            <a:xfrm>
              <a:off x="3800200" y="2263000"/>
              <a:ext cx="1806350" cy="3194325"/>
            </a:xfrm>
            <a:custGeom>
              <a:avLst/>
              <a:gdLst/>
              <a:ahLst/>
              <a:cxnLst/>
              <a:rect l="l" t="t" r="r" b="b"/>
              <a:pathLst>
                <a:path w="72254" h="127773" extrusionOk="0">
                  <a:moveTo>
                    <a:pt x="1" y="0"/>
                  </a:moveTo>
                  <a:lnTo>
                    <a:pt x="1" y="127772"/>
                  </a:lnTo>
                  <a:lnTo>
                    <a:pt x="26096" y="127772"/>
                  </a:lnTo>
                  <a:cubicBezTo>
                    <a:pt x="26096" y="127772"/>
                    <a:pt x="26414" y="107593"/>
                    <a:pt x="39711" y="107593"/>
                  </a:cubicBezTo>
                  <a:cubicBezTo>
                    <a:pt x="42910" y="107593"/>
                    <a:pt x="46859" y="108761"/>
                    <a:pt x="51736" y="111658"/>
                  </a:cubicBezTo>
                  <a:cubicBezTo>
                    <a:pt x="41852" y="54606"/>
                    <a:pt x="72254" y="25639"/>
                    <a:pt x="72254" y="25639"/>
                  </a:cubicBezTo>
                  <a:lnTo>
                    <a:pt x="72221" y="25639"/>
                  </a:lnTo>
                  <a:cubicBezTo>
                    <a:pt x="71732" y="25378"/>
                    <a:pt x="55846" y="16995"/>
                    <a:pt x="37937" y="9884"/>
                  </a:cubicBezTo>
                  <a:cubicBezTo>
                    <a:pt x="24563" y="4600"/>
                    <a:pt x="10113" y="0"/>
                    <a:pt x="9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109"/>
            <p:cNvSpPr/>
            <p:nvPr/>
          </p:nvSpPr>
          <p:spPr>
            <a:xfrm>
              <a:off x="2852600" y="2263000"/>
              <a:ext cx="947625" cy="3194325"/>
            </a:xfrm>
            <a:custGeom>
              <a:avLst/>
              <a:gdLst/>
              <a:ahLst/>
              <a:cxnLst/>
              <a:rect l="l" t="t" r="r" b="b"/>
              <a:pathLst>
                <a:path w="37905" h="127773" extrusionOk="0">
                  <a:moveTo>
                    <a:pt x="37905" y="0"/>
                  </a:moveTo>
                  <a:cubicBezTo>
                    <a:pt x="27858" y="33"/>
                    <a:pt x="13374" y="4632"/>
                    <a:pt x="0" y="9949"/>
                  </a:cubicBezTo>
                  <a:lnTo>
                    <a:pt x="11809" y="127772"/>
                  </a:lnTo>
                  <a:lnTo>
                    <a:pt x="37905" y="127772"/>
                  </a:lnTo>
                  <a:lnTo>
                    <a:pt x="3790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109"/>
            <p:cNvSpPr/>
            <p:nvPr/>
          </p:nvSpPr>
          <p:spPr>
            <a:xfrm>
              <a:off x="4452600" y="2510075"/>
              <a:ext cx="1153950" cy="2947250"/>
            </a:xfrm>
            <a:custGeom>
              <a:avLst/>
              <a:gdLst/>
              <a:ahLst/>
              <a:cxnLst/>
              <a:rect l="l" t="t" r="r" b="b"/>
              <a:pathLst>
                <a:path w="46158" h="117890" extrusionOk="0">
                  <a:moveTo>
                    <a:pt x="11841" y="1"/>
                  </a:moveTo>
                  <a:lnTo>
                    <a:pt x="0" y="117889"/>
                  </a:lnTo>
                  <a:lnTo>
                    <a:pt x="29358" y="117889"/>
                  </a:lnTo>
                  <a:cubicBezTo>
                    <a:pt x="32490" y="117889"/>
                    <a:pt x="35099" y="115541"/>
                    <a:pt x="35426" y="112442"/>
                  </a:cubicBezTo>
                  <a:lnTo>
                    <a:pt x="46158" y="15756"/>
                  </a:lnTo>
                  <a:lnTo>
                    <a:pt x="46125" y="15756"/>
                  </a:lnTo>
                  <a:cubicBezTo>
                    <a:pt x="45636" y="15495"/>
                    <a:pt x="29750" y="7112"/>
                    <a:pt x="118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109"/>
            <p:cNvSpPr/>
            <p:nvPr/>
          </p:nvSpPr>
          <p:spPr>
            <a:xfrm>
              <a:off x="1608950" y="2205900"/>
              <a:ext cx="4383325" cy="958250"/>
            </a:xfrm>
            <a:custGeom>
              <a:avLst/>
              <a:gdLst/>
              <a:ahLst/>
              <a:cxnLst/>
              <a:rect l="l" t="t" r="r" b="b"/>
              <a:pathLst>
                <a:path w="175333" h="38330" extrusionOk="0">
                  <a:moveTo>
                    <a:pt x="18333" y="1"/>
                  </a:moveTo>
                  <a:cubicBezTo>
                    <a:pt x="8221" y="1"/>
                    <a:pt x="1" y="8221"/>
                    <a:pt x="1" y="18333"/>
                  </a:cubicBezTo>
                  <a:lnTo>
                    <a:pt x="1" y="19964"/>
                  </a:lnTo>
                  <a:cubicBezTo>
                    <a:pt x="1" y="30076"/>
                    <a:pt x="8221" y="38329"/>
                    <a:pt x="18333" y="38329"/>
                  </a:cubicBezTo>
                  <a:lnTo>
                    <a:pt x="156968" y="38329"/>
                  </a:lnTo>
                  <a:cubicBezTo>
                    <a:pt x="167080" y="38329"/>
                    <a:pt x="175333" y="30076"/>
                    <a:pt x="175333" y="19964"/>
                  </a:cubicBezTo>
                  <a:lnTo>
                    <a:pt x="175333" y="18333"/>
                  </a:lnTo>
                  <a:cubicBezTo>
                    <a:pt x="175333" y="8221"/>
                    <a:pt x="167080" y="1"/>
                    <a:pt x="15696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109"/>
            <p:cNvSpPr/>
            <p:nvPr/>
          </p:nvSpPr>
          <p:spPr>
            <a:xfrm>
              <a:off x="3800200" y="2205900"/>
              <a:ext cx="2192075" cy="958250"/>
            </a:xfrm>
            <a:custGeom>
              <a:avLst/>
              <a:gdLst/>
              <a:ahLst/>
              <a:cxnLst/>
              <a:rect l="l" t="t" r="r" b="b"/>
              <a:pathLst>
                <a:path w="87683" h="38330" extrusionOk="0">
                  <a:moveTo>
                    <a:pt x="1" y="1"/>
                  </a:moveTo>
                  <a:lnTo>
                    <a:pt x="1" y="38329"/>
                  </a:lnTo>
                  <a:lnTo>
                    <a:pt x="69318" y="38329"/>
                  </a:lnTo>
                  <a:cubicBezTo>
                    <a:pt x="79430" y="38329"/>
                    <a:pt x="87683" y="30076"/>
                    <a:pt x="87683" y="19964"/>
                  </a:cubicBezTo>
                  <a:lnTo>
                    <a:pt x="87683" y="18333"/>
                  </a:lnTo>
                  <a:cubicBezTo>
                    <a:pt x="87683" y="8221"/>
                    <a:pt x="79430" y="1"/>
                    <a:pt x="6931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89" name="Google Shape;4089;p109"/>
          <p:cNvGrpSpPr/>
          <p:nvPr/>
        </p:nvGrpSpPr>
        <p:grpSpPr>
          <a:xfrm>
            <a:off x="3506508" y="2266956"/>
            <a:ext cx="495302" cy="457125"/>
            <a:chOff x="1190625" y="426500"/>
            <a:chExt cx="5219200" cy="4842425"/>
          </a:xfrm>
        </p:grpSpPr>
        <p:sp>
          <p:nvSpPr>
            <p:cNvPr id="4090" name="Google Shape;4090;p109"/>
            <p:cNvSpPr/>
            <p:nvPr/>
          </p:nvSpPr>
          <p:spPr>
            <a:xfrm>
              <a:off x="1684000" y="1608950"/>
              <a:ext cx="4232450" cy="2018400"/>
            </a:xfrm>
            <a:custGeom>
              <a:avLst/>
              <a:gdLst/>
              <a:ahLst/>
              <a:cxnLst/>
              <a:rect l="l" t="t" r="r" b="b"/>
              <a:pathLst>
                <a:path w="169298" h="80736" extrusionOk="0">
                  <a:moveTo>
                    <a:pt x="84649" y="1"/>
                  </a:moveTo>
                  <a:cubicBezTo>
                    <a:pt x="43906" y="1"/>
                    <a:pt x="8807" y="29065"/>
                    <a:pt x="1207" y="69057"/>
                  </a:cubicBezTo>
                  <a:lnTo>
                    <a:pt x="359" y="73494"/>
                  </a:lnTo>
                  <a:cubicBezTo>
                    <a:pt x="0" y="75288"/>
                    <a:pt x="489" y="77114"/>
                    <a:pt x="1664" y="78517"/>
                  </a:cubicBezTo>
                  <a:cubicBezTo>
                    <a:pt x="2805" y="79920"/>
                    <a:pt x="4534" y="80735"/>
                    <a:pt x="6361" y="80735"/>
                  </a:cubicBezTo>
                  <a:lnTo>
                    <a:pt x="162936" y="80735"/>
                  </a:lnTo>
                  <a:cubicBezTo>
                    <a:pt x="164763" y="80735"/>
                    <a:pt x="166492" y="79920"/>
                    <a:pt x="167634" y="78517"/>
                  </a:cubicBezTo>
                  <a:cubicBezTo>
                    <a:pt x="168808" y="77114"/>
                    <a:pt x="169297" y="75288"/>
                    <a:pt x="168938" y="73494"/>
                  </a:cubicBezTo>
                  <a:lnTo>
                    <a:pt x="168090" y="69057"/>
                  </a:lnTo>
                  <a:cubicBezTo>
                    <a:pt x="160490" y="29065"/>
                    <a:pt x="125391" y="1"/>
                    <a:pt x="846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109"/>
            <p:cNvSpPr/>
            <p:nvPr/>
          </p:nvSpPr>
          <p:spPr>
            <a:xfrm>
              <a:off x="3800200" y="1608950"/>
              <a:ext cx="2116250" cy="2018400"/>
            </a:xfrm>
            <a:custGeom>
              <a:avLst/>
              <a:gdLst/>
              <a:ahLst/>
              <a:cxnLst/>
              <a:rect l="l" t="t" r="r" b="b"/>
              <a:pathLst>
                <a:path w="84650" h="80736" extrusionOk="0">
                  <a:moveTo>
                    <a:pt x="1" y="1"/>
                  </a:moveTo>
                  <a:lnTo>
                    <a:pt x="1" y="80735"/>
                  </a:lnTo>
                  <a:lnTo>
                    <a:pt x="78288" y="80735"/>
                  </a:lnTo>
                  <a:cubicBezTo>
                    <a:pt x="80115" y="80735"/>
                    <a:pt x="81844" y="79920"/>
                    <a:pt x="82986" y="78517"/>
                  </a:cubicBezTo>
                  <a:cubicBezTo>
                    <a:pt x="84160" y="77114"/>
                    <a:pt x="84649" y="75288"/>
                    <a:pt x="84290" y="73494"/>
                  </a:cubicBezTo>
                  <a:lnTo>
                    <a:pt x="83442" y="69057"/>
                  </a:lnTo>
                  <a:cubicBezTo>
                    <a:pt x="75842" y="29065"/>
                    <a:pt x="40743"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109"/>
            <p:cNvSpPr/>
            <p:nvPr/>
          </p:nvSpPr>
          <p:spPr>
            <a:xfrm>
              <a:off x="1690500" y="3973900"/>
              <a:ext cx="4220225" cy="1295025"/>
            </a:xfrm>
            <a:custGeom>
              <a:avLst/>
              <a:gdLst/>
              <a:ahLst/>
              <a:cxnLst/>
              <a:rect l="l" t="t" r="r" b="b"/>
              <a:pathLst>
                <a:path w="168809" h="51801" extrusionOk="0">
                  <a:moveTo>
                    <a:pt x="6101" y="1"/>
                  </a:moveTo>
                  <a:cubicBezTo>
                    <a:pt x="2708" y="1"/>
                    <a:pt x="1" y="2741"/>
                    <a:pt x="1" y="6133"/>
                  </a:cubicBezTo>
                  <a:lnTo>
                    <a:pt x="1" y="45668"/>
                  </a:lnTo>
                  <a:cubicBezTo>
                    <a:pt x="1" y="49061"/>
                    <a:pt x="2708" y="51801"/>
                    <a:pt x="6101" y="51801"/>
                  </a:cubicBezTo>
                  <a:lnTo>
                    <a:pt x="162676" y="51801"/>
                  </a:lnTo>
                  <a:cubicBezTo>
                    <a:pt x="166069" y="51801"/>
                    <a:pt x="168809" y="49061"/>
                    <a:pt x="168809" y="45668"/>
                  </a:cubicBezTo>
                  <a:lnTo>
                    <a:pt x="168809" y="6133"/>
                  </a:lnTo>
                  <a:cubicBezTo>
                    <a:pt x="168809" y="2741"/>
                    <a:pt x="166069" y="1"/>
                    <a:pt x="162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109"/>
            <p:cNvSpPr/>
            <p:nvPr/>
          </p:nvSpPr>
          <p:spPr>
            <a:xfrm>
              <a:off x="3800200" y="3973900"/>
              <a:ext cx="2110525" cy="1295025"/>
            </a:xfrm>
            <a:custGeom>
              <a:avLst/>
              <a:gdLst/>
              <a:ahLst/>
              <a:cxnLst/>
              <a:rect l="l" t="t" r="r" b="b"/>
              <a:pathLst>
                <a:path w="84421" h="51801" extrusionOk="0">
                  <a:moveTo>
                    <a:pt x="1" y="1"/>
                  </a:moveTo>
                  <a:lnTo>
                    <a:pt x="1" y="51801"/>
                  </a:lnTo>
                  <a:lnTo>
                    <a:pt x="78288" y="51801"/>
                  </a:lnTo>
                  <a:cubicBezTo>
                    <a:pt x="81681" y="51801"/>
                    <a:pt x="84421" y="49061"/>
                    <a:pt x="84421" y="45668"/>
                  </a:cubicBezTo>
                  <a:lnTo>
                    <a:pt x="84421" y="6133"/>
                  </a:lnTo>
                  <a:cubicBezTo>
                    <a:pt x="84421" y="2741"/>
                    <a:pt x="81681" y="1"/>
                    <a:pt x="782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109"/>
            <p:cNvSpPr/>
            <p:nvPr/>
          </p:nvSpPr>
          <p:spPr>
            <a:xfrm>
              <a:off x="1190625" y="3321500"/>
              <a:ext cx="5219200" cy="958250"/>
            </a:xfrm>
            <a:custGeom>
              <a:avLst/>
              <a:gdLst/>
              <a:ahLst/>
              <a:cxnLst/>
              <a:rect l="l" t="t" r="r" b="b"/>
              <a:pathLst>
                <a:path w="208768" h="38330" extrusionOk="0">
                  <a:moveTo>
                    <a:pt x="19180" y="1"/>
                  </a:moveTo>
                  <a:cubicBezTo>
                    <a:pt x="8612" y="1"/>
                    <a:pt x="0" y="8612"/>
                    <a:pt x="0" y="19181"/>
                  </a:cubicBezTo>
                  <a:cubicBezTo>
                    <a:pt x="0" y="29750"/>
                    <a:pt x="8612" y="38329"/>
                    <a:pt x="19180" y="38329"/>
                  </a:cubicBezTo>
                  <a:lnTo>
                    <a:pt x="189619" y="38329"/>
                  </a:lnTo>
                  <a:cubicBezTo>
                    <a:pt x="200188" y="38329"/>
                    <a:pt x="208767" y="29750"/>
                    <a:pt x="208767" y="19181"/>
                  </a:cubicBezTo>
                  <a:cubicBezTo>
                    <a:pt x="208767" y="8612"/>
                    <a:pt x="200188" y="1"/>
                    <a:pt x="189619" y="1"/>
                  </a:cubicBezTo>
                  <a:lnTo>
                    <a:pt x="174060" y="1"/>
                  </a:lnTo>
                  <a:cubicBezTo>
                    <a:pt x="174060" y="1"/>
                    <a:pt x="124216" y="13505"/>
                    <a:pt x="104384" y="13538"/>
                  </a:cubicBezTo>
                  <a:lnTo>
                    <a:pt x="104318" y="13538"/>
                  </a:lnTo>
                  <a:cubicBezTo>
                    <a:pt x="84551" y="13538"/>
                    <a:pt x="34577" y="1"/>
                    <a:pt x="345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109"/>
            <p:cNvSpPr/>
            <p:nvPr/>
          </p:nvSpPr>
          <p:spPr>
            <a:xfrm>
              <a:off x="3800200" y="3321500"/>
              <a:ext cx="2609625" cy="958250"/>
            </a:xfrm>
            <a:custGeom>
              <a:avLst/>
              <a:gdLst/>
              <a:ahLst/>
              <a:cxnLst/>
              <a:rect l="l" t="t" r="r" b="b"/>
              <a:pathLst>
                <a:path w="104385" h="38330" extrusionOk="0">
                  <a:moveTo>
                    <a:pt x="69677" y="1"/>
                  </a:moveTo>
                  <a:cubicBezTo>
                    <a:pt x="69677" y="1"/>
                    <a:pt x="19833" y="13505"/>
                    <a:pt x="1" y="13538"/>
                  </a:cubicBezTo>
                  <a:lnTo>
                    <a:pt x="1" y="38329"/>
                  </a:lnTo>
                  <a:lnTo>
                    <a:pt x="85236" y="38329"/>
                  </a:lnTo>
                  <a:cubicBezTo>
                    <a:pt x="95805" y="38329"/>
                    <a:pt x="104384" y="29750"/>
                    <a:pt x="104384" y="19181"/>
                  </a:cubicBezTo>
                  <a:cubicBezTo>
                    <a:pt x="104384" y="8612"/>
                    <a:pt x="95805" y="1"/>
                    <a:pt x="852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109"/>
            <p:cNvSpPr/>
            <p:nvPr/>
          </p:nvSpPr>
          <p:spPr>
            <a:xfrm>
              <a:off x="2055050" y="3321500"/>
              <a:ext cx="3487075" cy="1365975"/>
            </a:xfrm>
            <a:custGeom>
              <a:avLst/>
              <a:gdLst/>
              <a:ahLst/>
              <a:cxnLst/>
              <a:rect l="l" t="t" r="r" b="b"/>
              <a:pathLst>
                <a:path w="139483" h="54639" extrusionOk="0">
                  <a:moveTo>
                    <a:pt x="0" y="1"/>
                  </a:moveTo>
                  <a:lnTo>
                    <a:pt x="70753" y="38329"/>
                  </a:lnTo>
                  <a:lnTo>
                    <a:pt x="99523" y="53921"/>
                  </a:lnTo>
                  <a:cubicBezTo>
                    <a:pt x="100437" y="54411"/>
                    <a:pt x="101448" y="54639"/>
                    <a:pt x="102426" y="54639"/>
                  </a:cubicBezTo>
                  <a:cubicBezTo>
                    <a:pt x="104481" y="54639"/>
                    <a:pt x="106471" y="53595"/>
                    <a:pt x="107646" y="51736"/>
                  </a:cubicBezTo>
                  <a:lnTo>
                    <a:pt x="115866" y="38329"/>
                  </a:lnTo>
                  <a:lnTo>
                    <a:pt x="13948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109"/>
            <p:cNvSpPr/>
            <p:nvPr/>
          </p:nvSpPr>
          <p:spPr>
            <a:xfrm>
              <a:off x="3800200" y="3321500"/>
              <a:ext cx="1741925" cy="1365975"/>
            </a:xfrm>
            <a:custGeom>
              <a:avLst/>
              <a:gdLst/>
              <a:ahLst/>
              <a:cxnLst/>
              <a:rect l="l" t="t" r="r" b="b"/>
              <a:pathLst>
                <a:path w="69677" h="54639" extrusionOk="0">
                  <a:moveTo>
                    <a:pt x="1" y="1"/>
                  </a:moveTo>
                  <a:lnTo>
                    <a:pt x="1" y="37807"/>
                  </a:lnTo>
                  <a:lnTo>
                    <a:pt x="947" y="38329"/>
                  </a:lnTo>
                  <a:lnTo>
                    <a:pt x="29717" y="53921"/>
                  </a:lnTo>
                  <a:cubicBezTo>
                    <a:pt x="30631" y="54411"/>
                    <a:pt x="31642" y="54639"/>
                    <a:pt x="32620" y="54639"/>
                  </a:cubicBezTo>
                  <a:cubicBezTo>
                    <a:pt x="34675" y="54639"/>
                    <a:pt x="36665" y="53595"/>
                    <a:pt x="37840" y="51736"/>
                  </a:cubicBezTo>
                  <a:lnTo>
                    <a:pt x="46060" y="38329"/>
                  </a:lnTo>
                  <a:lnTo>
                    <a:pt x="696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109"/>
            <p:cNvSpPr/>
            <p:nvPr/>
          </p:nvSpPr>
          <p:spPr>
            <a:xfrm>
              <a:off x="4300100" y="1668500"/>
              <a:ext cx="305825" cy="694825"/>
            </a:xfrm>
            <a:custGeom>
              <a:avLst/>
              <a:gdLst/>
              <a:ahLst/>
              <a:cxnLst/>
              <a:rect l="l" t="t" r="r" b="b"/>
              <a:pathLst>
                <a:path w="12233" h="27793" extrusionOk="0">
                  <a:moveTo>
                    <a:pt x="1" y="0"/>
                  </a:moveTo>
                  <a:lnTo>
                    <a:pt x="1" y="21692"/>
                  </a:lnTo>
                  <a:cubicBezTo>
                    <a:pt x="1" y="25052"/>
                    <a:pt x="2741" y="27792"/>
                    <a:pt x="6100" y="27792"/>
                  </a:cubicBezTo>
                  <a:cubicBezTo>
                    <a:pt x="9493" y="27792"/>
                    <a:pt x="12233" y="25052"/>
                    <a:pt x="12233" y="21692"/>
                  </a:cubicBezTo>
                  <a:lnTo>
                    <a:pt x="12233" y="3980"/>
                  </a:lnTo>
                  <a:cubicBezTo>
                    <a:pt x="8286" y="2349"/>
                    <a:pt x="4176" y="1044"/>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109"/>
            <p:cNvSpPr/>
            <p:nvPr/>
          </p:nvSpPr>
          <p:spPr>
            <a:xfrm>
              <a:off x="3647700" y="1608950"/>
              <a:ext cx="305850" cy="632050"/>
            </a:xfrm>
            <a:custGeom>
              <a:avLst/>
              <a:gdLst/>
              <a:ahLst/>
              <a:cxnLst/>
              <a:rect l="l" t="t" r="r" b="b"/>
              <a:pathLst>
                <a:path w="12234" h="25282" extrusionOk="0">
                  <a:moveTo>
                    <a:pt x="6101" y="1"/>
                  </a:moveTo>
                  <a:cubicBezTo>
                    <a:pt x="4046" y="1"/>
                    <a:pt x="2023" y="99"/>
                    <a:pt x="1" y="229"/>
                  </a:cubicBezTo>
                  <a:lnTo>
                    <a:pt x="1" y="19181"/>
                  </a:lnTo>
                  <a:cubicBezTo>
                    <a:pt x="1" y="22541"/>
                    <a:pt x="2741" y="25281"/>
                    <a:pt x="6101" y="25281"/>
                  </a:cubicBezTo>
                  <a:cubicBezTo>
                    <a:pt x="9460" y="25281"/>
                    <a:pt x="12233" y="22541"/>
                    <a:pt x="12233" y="19181"/>
                  </a:cubicBezTo>
                  <a:lnTo>
                    <a:pt x="12233" y="229"/>
                  </a:lnTo>
                  <a:cubicBezTo>
                    <a:pt x="10211" y="99"/>
                    <a:pt x="8156" y="1"/>
                    <a:pt x="61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109"/>
            <p:cNvSpPr/>
            <p:nvPr/>
          </p:nvSpPr>
          <p:spPr>
            <a:xfrm>
              <a:off x="3800200" y="1608950"/>
              <a:ext cx="153350" cy="632050"/>
            </a:xfrm>
            <a:custGeom>
              <a:avLst/>
              <a:gdLst/>
              <a:ahLst/>
              <a:cxnLst/>
              <a:rect l="l" t="t" r="r" b="b"/>
              <a:pathLst>
                <a:path w="6134" h="25282" extrusionOk="0">
                  <a:moveTo>
                    <a:pt x="1" y="1"/>
                  </a:moveTo>
                  <a:lnTo>
                    <a:pt x="1" y="25281"/>
                  </a:lnTo>
                  <a:cubicBezTo>
                    <a:pt x="3360" y="25281"/>
                    <a:pt x="6133" y="22541"/>
                    <a:pt x="6133" y="19181"/>
                  </a:cubicBezTo>
                  <a:lnTo>
                    <a:pt x="6133" y="229"/>
                  </a:lnTo>
                  <a:cubicBezTo>
                    <a:pt x="4111" y="99"/>
                    <a:pt x="2056"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109"/>
            <p:cNvSpPr/>
            <p:nvPr/>
          </p:nvSpPr>
          <p:spPr>
            <a:xfrm>
              <a:off x="2995300" y="1668500"/>
              <a:ext cx="305850" cy="685025"/>
            </a:xfrm>
            <a:custGeom>
              <a:avLst/>
              <a:gdLst/>
              <a:ahLst/>
              <a:cxnLst/>
              <a:rect l="l" t="t" r="r" b="b"/>
              <a:pathLst>
                <a:path w="12234" h="27401" extrusionOk="0">
                  <a:moveTo>
                    <a:pt x="12233" y="0"/>
                  </a:moveTo>
                  <a:cubicBezTo>
                    <a:pt x="8025" y="1044"/>
                    <a:pt x="3948" y="2349"/>
                    <a:pt x="1" y="3980"/>
                  </a:cubicBezTo>
                  <a:lnTo>
                    <a:pt x="1" y="21268"/>
                  </a:lnTo>
                  <a:cubicBezTo>
                    <a:pt x="1" y="24661"/>
                    <a:pt x="2741" y="27401"/>
                    <a:pt x="6101" y="27401"/>
                  </a:cubicBezTo>
                  <a:cubicBezTo>
                    <a:pt x="9493" y="27401"/>
                    <a:pt x="12233" y="24661"/>
                    <a:pt x="12233" y="21268"/>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109"/>
            <p:cNvSpPr/>
            <p:nvPr/>
          </p:nvSpPr>
          <p:spPr>
            <a:xfrm>
              <a:off x="4340050" y="426575"/>
              <a:ext cx="442850" cy="795050"/>
            </a:xfrm>
            <a:custGeom>
              <a:avLst/>
              <a:gdLst/>
              <a:ahLst/>
              <a:cxnLst/>
              <a:rect l="l" t="t" r="r" b="b"/>
              <a:pathLst>
                <a:path w="17714" h="31802" extrusionOk="0">
                  <a:moveTo>
                    <a:pt x="9074" y="1"/>
                  </a:moveTo>
                  <a:cubicBezTo>
                    <a:pt x="6741" y="1"/>
                    <a:pt x="4520" y="1337"/>
                    <a:pt x="3491" y="3585"/>
                  </a:cubicBezTo>
                  <a:cubicBezTo>
                    <a:pt x="2284" y="6228"/>
                    <a:pt x="1" y="11186"/>
                    <a:pt x="3556" y="18558"/>
                  </a:cubicBezTo>
                  <a:cubicBezTo>
                    <a:pt x="4437" y="20450"/>
                    <a:pt x="4274" y="20907"/>
                    <a:pt x="3720" y="22407"/>
                  </a:cubicBezTo>
                  <a:cubicBezTo>
                    <a:pt x="3556" y="22864"/>
                    <a:pt x="3361" y="23386"/>
                    <a:pt x="3165" y="24005"/>
                  </a:cubicBezTo>
                  <a:cubicBezTo>
                    <a:pt x="2252" y="27235"/>
                    <a:pt x="4111" y="30627"/>
                    <a:pt x="7340" y="31573"/>
                  </a:cubicBezTo>
                  <a:cubicBezTo>
                    <a:pt x="7928" y="31736"/>
                    <a:pt x="8482" y="31802"/>
                    <a:pt x="9069" y="31802"/>
                  </a:cubicBezTo>
                  <a:cubicBezTo>
                    <a:pt x="11711" y="31802"/>
                    <a:pt x="14158" y="30073"/>
                    <a:pt x="14941" y="27398"/>
                  </a:cubicBezTo>
                  <a:cubicBezTo>
                    <a:pt x="14973" y="27235"/>
                    <a:pt x="15071" y="26941"/>
                    <a:pt x="15202" y="26648"/>
                  </a:cubicBezTo>
                  <a:cubicBezTo>
                    <a:pt x="16083" y="24266"/>
                    <a:pt x="17714" y="19830"/>
                    <a:pt x="14582" y="13273"/>
                  </a:cubicBezTo>
                  <a:cubicBezTo>
                    <a:pt x="13506" y="11055"/>
                    <a:pt x="13767" y="10501"/>
                    <a:pt x="14615" y="8674"/>
                  </a:cubicBezTo>
                  <a:cubicBezTo>
                    <a:pt x="16017" y="5608"/>
                    <a:pt x="14680" y="1954"/>
                    <a:pt x="11614" y="552"/>
                  </a:cubicBezTo>
                  <a:cubicBezTo>
                    <a:pt x="10787" y="178"/>
                    <a:pt x="9923" y="1"/>
                    <a:pt x="90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109"/>
            <p:cNvSpPr/>
            <p:nvPr/>
          </p:nvSpPr>
          <p:spPr>
            <a:xfrm>
              <a:off x="3574300" y="426575"/>
              <a:ext cx="442850" cy="795050"/>
            </a:xfrm>
            <a:custGeom>
              <a:avLst/>
              <a:gdLst/>
              <a:ahLst/>
              <a:cxnLst/>
              <a:rect l="l" t="t" r="r" b="b"/>
              <a:pathLst>
                <a:path w="17714" h="31802" extrusionOk="0">
                  <a:moveTo>
                    <a:pt x="9061" y="1"/>
                  </a:moveTo>
                  <a:cubicBezTo>
                    <a:pt x="6741" y="1"/>
                    <a:pt x="4520" y="1337"/>
                    <a:pt x="3491" y="3585"/>
                  </a:cubicBezTo>
                  <a:cubicBezTo>
                    <a:pt x="2252" y="6228"/>
                    <a:pt x="1" y="11186"/>
                    <a:pt x="3524" y="18558"/>
                  </a:cubicBezTo>
                  <a:cubicBezTo>
                    <a:pt x="4437" y="20450"/>
                    <a:pt x="4274" y="20907"/>
                    <a:pt x="3687" y="22407"/>
                  </a:cubicBezTo>
                  <a:cubicBezTo>
                    <a:pt x="3524" y="22864"/>
                    <a:pt x="3328" y="23386"/>
                    <a:pt x="3165" y="24005"/>
                  </a:cubicBezTo>
                  <a:cubicBezTo>
                    <a:pt x="2219" y="27235"/>
                    <a:pt x="4078" y="30627"/>
                    <a:pt x="7340" y="31573"/>
                  </a:cubicBezTo>
                  <a:cubicBezTo>
                    <a:pt x="7895" y="31736"/>
                    <a:pt x="8482" y="31802"/>
                    <a:pt x="9037" y="31802"/>
                  </a:cubicBezTo>
                  <a:cubicBezTo>
                    <a:pt x="11679" y="31802"/>
                    <a:pt x="14125" y="30073"/>
                    <a:pt x="14908" y="27398"/>
                  </a:cubicBezTo>
                  <a:cubicBezTo>
                    <a:pt x="14973" y="27235"/>
                    <a:pt x="15071" y="26941"/>
                    <a:pt x="15169" y="26648"/>
                  </a:cubicBezTo>
                  <a:cubicBezTo>
                    <a:pt x="16050" y="24266"/>
                    <a:pt x="17713" y="19830"/>
                    <a:pt x="14549" y="13273"/>
                  </a:cubicBezTo>
                  <a:cubicBezTo>
                    <a:pt x="13505" y="11055"/>
                    <a:pt x="13766" y="10501"/>
                    <a:pt x="14582" y="8674"/>
                  </a:cubicBezTo>
                  <a:cubicBezTo>
                    <a:pt x="16017" y="5608"/>
                    <a:pt x="14647" y="1954"/>
                    <a:pt x="11581" y="552"/>
                  </a:cubicBezTo>
                  <a:cubicBezTo>
                    <a:pt x="10763" y="178"/>
                    <a:pt x="9906" y="1"/>
                    <a:pt x="90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109"/>
            <p:cNvSpPr/>
            <p:nvPr/>
          </p:nvSpPr>
          <p:spPr>
            <a:xfrm>
              <a:off x="3800200" y="426500"/>
              <a:ext cx="216950" cy="795125"/>
            </a:xfrm>
            <a:custGeom>
              <a:avLst/>
              <a:gdLst/>
              <a:ahLst/>
              <a:cxnLst/>
              <a:rect l="l" t="t" r="r" b="b"/>
              <a:pathLst>
                <a:path w="8678" h="31805" extrusionOk="0">
                  <a:moveTo>
                    <a:pt x="1" y="0"/>
                  </a:moveTo>
                  <a:lnTo>
                    <a:pt x="1" y="31805"/>
                  </a:lnTo>
                  <a:cubicBezTo>
                    <a:pt x="2643" y="31805"/>
                    <a:pt x="5089" y="30076"/>
                    <a:pt x="5872" y="27401"/>
                  </a:cubicBezTo>
                  <a:cubicBezTo>
                    <a:pt x="5937" y="27238"/>
                    <a:pt x="6035" y="26944"/>
                    <a:pt x="6133" y="26651"/>
                  </a:cubicBezTo>
                  <a:cubicBezTo>
                    <a:pt x="7014" y="24269"/>
                    <a:pt x="8677" y="19833"/>
                    <a:pt x="5513" y="13276"/>
                  </a:cubicBezTo>
                  <a:cubicBezTo>
                    <a:pt x="4469" y="11058"/>
                    <a:pt x="4730" y="10504"/>
                    <a:pt x="5546" y="8677"/>
                  </a:cubicBezTo>
                  <a:cubicBezTo>
                    <a:pt x="6981" y="5611"/>
                    <a:pt x="5611" y="1957"/>
                    <a:pt x="2545" y="555"/>
                  </a:cubicBezTo>
                  <a:cubicBezTo>
                    <a:pt x="1729" y="196"/>
                    <a:pt x="849"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109"/>
            <p:cNvSpPr/>
            <p:nvPr/>
          </p:nvSpPr>
          <p:spPr>
            <a:xfrm>
              <a:off x="2809375" y="426575"/>
              <a:ext cx="442025" cy="795050"/>
            </a:xfrm>
            <a:custGeom>
              <a:avLst/>
              <a:gdLst/>
              <a:ahLst/>
              <a:cxnLst/>
              <a:rect l="l" t="t" r="r" b="b"/>
              <a:pathLst>
                <a:path w="17681" h="31802" extrusionOk="0">
                  <a:moveTo>
                    <a:pt x="9060" y="1"/>
                  </a:moveTo>
                  <a:cubicBezTo>
                    <a:pt x="6738" y="1"/>
                    <a:pt x="4511" y="1337"/>
                    <a:pt x="3458" y="3585"/>
                  </a:cubicBezTo>
                  <a:cubicBezTo>
                    <a:pt x="2251" y="6228"/>
                    <a:pt x="0" y="11186"/>
                    <a:pt x="3523" y="18558"/>
                  </a:cubicBezTo>
                  <a:cubicBezTo>
                    <a:pt x="4437" y="20450"/>
                    <a:pt x="4241" y="20907"/>
                    <a:pt x="3686" y="22407"/>
                  </a:cubicBezTo>
                  <a:cubicBezTo>
                    <a:pt x="3523" y="22864"/>
                    <a:pt x="3328" y="23386"/>
                    <a:pt x="3165" y="24005"/>
                  </a:cubicBezTo>
                  <a:cubicBezTo>
                    <a:pt x="2219" y="27235"/>
                    <a:pt x="4078" y="30627"/>
                    <a:pt x="7340" y="31573"/>
                  </a:cubicBezTo>
                  <a:cubicBezTo>
                    <a:pt x="7894" y="31736"/>
                    <a:pt x="8482" y="31802"/>
                    <a:pt x="9036" y="31802"/>
                  </a:cubicBezTo>
                  <a:cubicBezTo>
                    <a:pt x="11678" y="31802"/>
                    <a:pt x="14125" y="30073"/>
                    <a:pt x="14908" y="27398"/>
                  </a:cubicBezTo>
                  <a:cubicBezTo>
                    <a:pt x="14940" y="27235"/>
                    <a:pt x="15071" y="26941"/>
                    <a:pt x="15169" y="26648"/>
                  </a:cubicBezTo>
                  <a:cubicBezTo>
                    <a:pt x="16049" y="24266"/>
                    <a:pt x="17680" y="19830"/>
                    <a:pt x="14549" y="13273"/>
                  </a:cubicBezTo>
                  <a:cubicBezTo>
                    <a:pt x="13505" y="11055"/>
                    <a:pt x="13733" y="10501"/>
                    <a:pt x="14582" y="8674"/>
                  </a:cubicBezTo>
                  <a:cubicBezTo>
                    <a:pt x="15984" y="5608"/>
                    <a:pt x="14647" y="1954"/>
                    <a:pt x="11580" y="552"/>
                  </a:cubicBezTo>
                  <a:cubicBezTo>
                    <a:pt x="10763" y="178"/>
                    <a:pt x="9905" y="1"/>
                    <a:pt x="906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6" name="Google Shape;4106;p109"/>
          <p:cNvGrpSpPr/>
          <p:nvPr/>
        </p:nvGrpSpPr>
        <p:grpSpPr>
          <a:xfrm>
            <a:off x="4307232" y="2266925"/>
            <a:ext cx="241104" cy="457202"/>
            <a:chOff x="2424450" y="238125"/>
            <a:chExt cx="2752325" cy="5219200"/>
          </a:xfrm>
        </p:grpSpPr>
        <p:sp>
          <p:nvSpPr>
            <p:cNvPr id="4107" name="Google Shape;4107;p109"/>
            <p:cNvSpPr/>
            <p:nvPr/>
          </p:nvSpPr>
          <p:spPr>
            <a:xfrm>
              <a:off x="2742500" y="3347600"/>
              <a:ext cx="2115425" cy="2109725"/>
            </a:xfrm>
            <a:custGeom>
              <a:avLst/>
              <a:gdLst/>
              <a:ahLst/>
              <a:cxnLst/>
              <a:rect l="l" t="t" r="r" b="b"/>
              <a:pathLst>
                <a:path w="84617" h="84389" extrusionOk="0">
                  <a:moveTo>
                    <a:pt x="6427" y="1"/>
                  </a:moveTo>
                  <a:cubicBezTo>
                    <a:pt x="4470" y="1"/>
                    <a:pt x="2643" y="914"/>
                    <a:pt x="1501" y="2480"/>
                  </a:cubicBezTo>
                  <a:cubicBezTo>
                    <a:pt x="327" y="4045"/>
                    <a:pt x="1" y="6100"/>
                    <a:pt x="588" y="7960"/>
                  </a:cubicBezTo>
                  <a:lnTo>
                    <a:pt x="23422" y="80115"/>
                  </a:lnTo>
                  <a:cubicBezTo>
                    <a:pt x="24237" y="82659"/>
                    <a:pt x="26586" y="84388"/>
                    <a:pt x="29261" y="84388"/>
                  </a:cubicBezTo>
                  <a:lnTo>
                    <a:pt x="55357" y="84388"/>
                  </a:lnTo>
                  <a:cubicBezTo>
                    <a:pt x="58031" y="84388"/>
                    <a:pt x="60380" y="82659"/>
                    <a:pt x="61195" y="80115"/>
                  </a:cubicBezTo>
                  <a:lnTo>
                    <a:pt x="84029" y="7960"/>
                  </a:lnTo>
                  <a:cubicBezTo>
                    <a:pt x="84617" y="6100"/>
                    <a:pt x="84290" y="4045"/>
                    <a:pt x="83116" y="2480"/>
                  </a:cubicBezTo>
                  <a:cubicBezTo>
                    <a:pt x="81974" y="914"/>
                    <a:pt x="80148" y="1"/>
                    <a:pt x="7819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109"/>
            <p:cNvSpPr/>
            <p:nvPr/>
          </p:nvSpPr>
          <p:spPr>
            <a:xfrm>
              <a:off x="3800200" y="3347600"/>
              <a:ext cx="1057725" cy="2109725"/>
            </a:xfrm>
            <a:custGeom>
              <a:avLst/>
              <a:gdLst/>
              <a:ahLst/>
              <a:cxnLst/>
              <a:rect l="l" t="t" r="r" b="b"/>
              <a:pathLst>
                <a:path w="42309" h="84389" extrusionOk="0">
                  <a:moveTo>
                    <a:pt x="1" y="1"/>
                  </a:moveTo>
                  <a:lnTo>
                    <a:pt x="1" y="84388"/>
                  </a:lnTo>
                  <a:lnTo>
                    <a:pt x="13049" y="84388"/>
                  </a:lnTo>
                  <a:cubicBezTo>
                    <a:pt x="15723" y="84388"/>
                    <a:pt x="18072" y="82659"/>
                    <a:pt x="18887" y="80115"/>
                  </a:cubicBezTo>
                  <a:lnTo>
                    <a:pt x="41721" y="7960"/>
                  </a:lnTo>
                  <a:cubicBezTo>
                    <a:pt x="42309" y="6100"/>
                    <a:pt x="41982" y="4045"/>
                    <a:pt x="40808" y="2480"/>
                  </a:cubicBezTo>
                  <a:cubicBezTo>
                    <a:pt x="39666" y="914"/>
                    <a:pt x="37840" y="1"/>
                    <a:pt x="3588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109"/>
            <p:cNvSpPr/>
            <p:nvPr/>
          </p:nvSpPr>
          <p:spPr>
            <a:xfrm>
              <a:off x="2424450" y="574925"/>
              <a:ext cx="2752325" cy="2752325"/>
            </a:xfrm>
            <a:custGeom>
              <a:avLst/>
              <a:gdLst/>
              <a:ahLst/>
              <a:cxnLst/>
              <a:rect l="l" t="t" r="r" b="b"/>
              <a:pathLst>
                <a:path w="110093" h="110093" extrusionOk="0">
                  <a:moveTo>
                    <a:pt x="55031" y="0"/>
                  </a:moveTo>
                  <a:cubicBezTo>
                    <a:pt x="24629" y="0"/>
                    <a:pt x="1" y="24628"/>
                    <a:pt x="1" y="55030"/>
                  </a:cubicBezTo>
                  <a:cubicBezTo>
                    <a:pt x="1" y="85431"/>
                    <a:pt x="24629" y="110092"/>
                    <a:pt x="55031" y="110092"/>
                  </a:cubicBezTo>
                  <a:cubicBezTo>
                    <a:pt x="85432" y="110092"/>
                    <a:pt x="110093" y="85431"/>
                    <a:pt x="110093" y="55030"/>
                  </a:cubicBezTo>
                  <a:cubicBezTo>
                    <a:pt x="110093" y="24628"/>
                    <a:pt x="85432" y="0"/>
                    <a:pt x="550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109"/>
            <p:cNvSpPr/>
            <p:nvPr/>
          </p:nvSpPr>
          <p:spPr>
            <a:xfrm>
              <a:off x="3800200" y="574925"/>
              <a:ext cx="1376575" cy="2752325"/>
            </a:xfrm>
            <a:custGeom>
              <a:avLst/>
              <a:gdLst/>
              <a:ahLst/>
              <a:cxnLst/>
              <a:rect l="l" t="t" r="r" b="b"/>
              <a:pathLst>
                <a:path w="55063" h="110093" extrusionOk="0">
                  <a:moveTo>
                    <a:pt x="1" y="0"/>
                  </a:moveTo>
                  <a:lnTo>
                    <a:pt x="1" y="110092"/>
                  </a:lnTo>
                  <a:cubicBezTo>
                    <a:pt x="30337" y="110092"/>
                    <a:pt x="55063" y="85366"/>
                    <a:pt x="55063" y="55030"/>
                  </a:cubicBezTo>
                  <a:cubicBezTo>
                    <a:pt x="55063" y="24693"/>
                    <a:pt x="30337"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109"/>
            <p:cNvSpPr/>
            <p:nvPr/>
          </p:nvSpPr>
          <p:spPr>
            <a:xfrm>
              <a:off x="2881950" y="3938825"/>
              <a:ext cx="1680775" cy="786175"/>
            </a:xfrm>
            <a:custGeom>
              <a:avLst/>
              <a:gdLst/>
              <a:ahLst/>
              <a:cxnLst/>
              <a:rect l="l" t="t" r="r" b="b"/>
              <a:pathLst>
                <a:path w="67231" h="31447" extrusionOk="0">
                  <a:moveTo>
                    <a:pt x="1" y="1"/>
                  </a:moveTo>
                  <a:lnTo>
                    <a:pt x="4437" y="14060"/>
                  </a:lnTo>
                  <a:lnTo>
                    <a:pt x="63511" y="31446"/>
                  </a:lnTo>
                  <a:lnTo>
                    <a:pt x="67230" y="19769"/>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109"/>
            <p:cNvSpPr/>
            <p:nvPr/>
          </p:nvSpPr>
          <p:spPr>
            <a:xfrm>
              <a:off x="3800200" y="4208775"/>
              <a:ext cx="762525" cy="516225"/>
            </a:xfrm>
            <a:custGeom>
              <a:avLst/>
              <a:gdLst/>
              <a:ahLst/>
              <a:cxnLst/>
              <a:rect l="l" t="t" r="r" b="b"/>
              <a:pathLst>
                <a:path w="30501" h="20649" extrusionOk="0">
                  <a:moveTo>
                    <a:pt x="1" y="0"/>
                  </a:moveTo>
                  <a:lnTo>
                    <a:pt x="1" y="12754"/>
                  </a:lnTo>
                  <a:lnTo>
                    <a:pt x="26814" y="20648"/>
                  </a:lnTo>
                  <a:lnTo>
                    <a:pt x="30500" y="8971"/>
                  </a:lnTo>
                  <a:lnTo>
                    <a:pt x="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109"/>
            <p:cNvSpPr/>
            <p:nvPr/>
          </p:nvSpPr>
          <p:spPr>
            <a:xfrm>
              <a:off x="2424450" y="2695200"/>
              <a:ext cx="2752325" cy="958225"/>
            </a:xfrm>
            <a:custGeom>
              <a:avLst/>
              <a:gdLst/>
              <a:ahLst/>
              <a:cxnLst/>
              <a:rect l="l" t="t" r="r" b="b"/>
              <a:pathLst>
                <a:path w="110093" h="38329" extrusionOk="0">
                  <a:moveTo>
                    <a:pt x="19149" y="1"/>
                  </a:moveTo>
                  <a:cubicBezTo>
                    <a:pt x="8580" y="1"/>
                    <a:pt x="1" y="8580"/>
                    <a:pt x="1" y="19149"/>
                  </a:cubicBezTo>
                  <a:cubicBezTo>
                    <a:pt x="1" y="29717"/>
                    <a:pt x="8580" y="38329"/>
                    <a:pt x="19149" y="38329"/>
                  </a:cubicBezTo>
                  <a:lnTo>
                    <a:pt x="90912" y="38329"/>
                  </a:lnTo>
                  <a:cubicBezTo>
                    <a:pt x="101481" y="38329"/>
                    <a:pt x="110093" y="29717"/>
                    <a:pt x="110093" y="19149"/>
                  </a:cubicBezTo>
                  <a:cubicBezTo>
                    <a:pt x="110093" y="8580"/>
                    <a:pt x="101481" y="1"/>
                    <a:pt x="909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109"/>
            <p:cNvSpPr/>
            <p:nvPr/>
          </p:nvSpPr>
          <p:spPr>
            <a:xfrm>
              <a:off x="3800200" y="2695200"/>
              <a:ext cx="1376575" cy="958225"/>
            </a:xfrm>
            <a:custGeom>
              <a:avLst/>
              <a:gdLst/>
              <a:ahLst/>
              <a:cxnLst/>
              <a:rect l="l" t="t" r="r" b="b"/>
              <a:pathLst>
                <a:path w="55063" h="38329" extrusionOk="0">
                  <a:moveTo>
                    <a:pt x="1" y="1"/>
                  </a:moveTo>
                  <a:lnTo>
                    <a:pt x="1" y="38329"/>
                  </a:lnTo>
                  <a:lnTo>
                    <a:pt x="35882" y="38329"/>
                  </a:lnTo>
                  <a:cubicBezTo>
                    <a:pt x="46451" y="38329"/>
                    <a:pt x="55063" y="29717"/>
                    <a:pt x="55063" y="19149"/>
                  </a:cubicBezTo>
                  <a:cubicBezTo>
                    <a:pt x="55063" y="8580"/>
                    <a:pt x="46451" y="1"/>
                    <a:pt x="3588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109"/>
            <p:cNvSpPr/>
            <p:nvPr/>
          </p:nvSpPr>
          <p:spPr>
            <a:xfrm>
              <a:off x="3320700" y="238125"/>
              <a:ext cx="959050" cy="968825"/>
            </a:xfrm>
            <a:custGeom>
              <a:avLst/>
              <a:gdLst/>
              <a:ahLst/>
              <a:cxnLst/>
              <a:rect l="l" t="t" r="r" b="b"/>
              <a:pathLst>
                <a:path w="38362" h="38753" extrusionOk="0">
                  <a:moveTo>
                    <a:pt x="19181" y="0"/>
                  </a:moveTo>
                  <a:cubicBezTo>
                    <a:pt x="14027" y="0"/>
                    <a:pt x="9199" y="2088"/>
                    <a:pt x="5545" y="5904"/>
                  </a:cubicBezTo>
                  <a:cubicBezTo>
                    <a:pt x="1990" y="9623"/>
                    <a:pt x="0" y="14483"/>
                    <a:pt x="0" y="19572"/>
                  </a:cubicBezTo>
                  <a:cubicBezTo>
                    <a:pt x="0" y="30141"/>
                    <a:pt x="8612" y="38752"/>
                    <a:pt x="19181" y="38752"/>
                  </a:cubicBezTo>
                  <a:cubicBezTo>
                    <a:pt x="29749" y="38752"/>
                    <a:pt x="38361" y="30141"/>
                    <a:pt x="38361" y="19572"/>
                  </a:cubicBezTo>
                  <a:cubicBezTo>
                    <a:pt x="38361" y="14483"/>
                    <a:pt x="36371" y="9623"/>
                    <a:pt x="32816" y="5904"/>
                  </a:cubicBezTo>
                  <a:cubicBezTo>
                    <a:pt x="29162" y="2088"/>
                    <a:pt x="24335" y="0"/>
                    <a:pt x="1918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109"/>
            <p:cNvSpPr/>
            <p:nvPr/>
          </p:nvSpPr>
          <p:spPr>
            <a:xfrm>
              <a:off x="3800200" y="238125"/>
              <a:ext cx="479550" cy="968825"/>
            </a:xfrm>
            <a:custGeom>
              <a:avLst/>
              <a:gdLst/>
              <a:ahLst/>
              <a:cxnLst/>
              <a:rect l="l" t="t" r="r" b="b"/>
              <a:pathLst>
                <a:path w="19182" h="38753" extrusionOk="0">
                  <a:moveTo>
                    <a:pt x="1" y="0"/>
                  </a:moveTo>
                  <a:lnTo>
                    <a:pt x="1" y="38752"/>
                  </a:lnTo>
                  <a:cubicBezTo>
                    <a:pt x="10569" y="38752"/>
                    <a:pt x="19181" y="30141"/>
                    <a:pt x="19181" y="19572"/>
                  </a:cubicBezTo>
                  <a:cubicBezTo>
                    <a:pt x="19181" y="14483"/>
                    <a:pt x="17191" y="9623"/>
                    <a:pt x="13636" y="5904"/>
                  </a:cubicBezTo>
                  <a:cubicBezTo>
                    <a:pt x="9982" y="2088"/>
                    <a:pt x="5155"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17" name="Google Shape;4117;p109"/>
          <p:cNvGrpSpPr/>
          <p:nvPr/>
        </p:nvGrpSpPr>
        <p:grpSpPr>
          <a:xfrm>
            <a:off x="4853752" y="2266996"/>
            <a:ext cx="524008" cy="457070"/>
            <a:chOff x="1190625" y="569200"/>
            <a:chExt cx="5219200" cy="4557025"/>
          </a:xfrm>
        </p:grpSpPr>
        <p:sp>
          <p:nvSpPr>
            <p:cNvPr id="4118" name="Google Shape;4118;p109"/>
            <p:cNvSpPr/>
            <p:nvPr/>
          </p:nvSpPr>
          <p:spPr>
            <a:xfrm>
              <a:off x="2578600" y="2944525"/>
              <a:ext cx="1885450" cy="961725"/>
            </a:xfrm>
            <a:custGeom>
              <a:avLst/>
              <a:gdLst/>
              <a:ahLst/>
              <a:cxnLst/>
              <a:rect l="l" t="t" r="r" b="b"/>
              <a:pathLst>
                <a:path w="75418" h="38469" extrusionOk="0">
                  <a:moveTo>
                    <a:pt x="68421" y="0"/>
                  </a:moveTo>
                  <a:cubicBezTo>
                    <a:pt x="66282" y="0"/>
                    <a:pt x="64213" y="1120"/>
                    <a:pt x="63087" y="3108"/>
                  </a:cubicBezTo>
                  <a:cubicBezTo>
                    <a:pt x="54867" y="17722"/>
                    <a:pt x="45994" y="25485"/>
                    <a:pt x="36697" y="26170"/>
                  </a:cubicBezTo>
                  <a:cubicBezTo>
                    <a:pt x="36235" y="26205"/>
                    <a:pt x="35775" y="26222"/>
                    <a:pt x="35318" y="26222"/>
                  </a:cubicBezTo>
                  <a:cubicBezTo>
                    <a:pt x="22402" y="26222"/>
                    <a:pt x="11869" y="12889"/>
                    <a:pt x="11743" y="12731"/>
                  </a:cubicBezTo>
                  <a:cubicBezTo>
                    <a:pt x="10524" y="11169"/>
                    <a:pt x="8715" y="10352"/>
                    <a:pt x="6889" y="10352"/>
                  </a:cubicBezTo>
                  <a:cubicBezTo>
                    <a:pt x="5587" y="10352"/>
                    <a:pt x="4277" y="10767"/>
                    <a:pt x="3164" y="11622"/>
                  </a:cubicBezTo>
                  <a:cubicBezTo>
                    <a:pt x="489" y="13677"/>
                    <a:pt x="0" y="17526"/>
                    <a:pt x="2055" y="20201"/>
                  </a:cubicBezTo>
                  <a:cubicBezTo>
                    <a:pt x="2642" y="20984"/>
                    <a:pt x="16310" y="38468"/>
                    <a:pt x="35327" y="38468"/>
                  </a:cubicBezTo>
                  <a:cubicBezTo>
                    <a:pt x="36045" y="38468"/>
                    <a:pt x="36795" y="38436"/>
                    <a:pt x="37545" y="38370"/>
                  </a:cubicBezTo>
                  <a:cubicBezTo>
                    <a:pt x="51213" y="37392"/>
                    <a:pt x="63380" y="27540"/>
                    <a:pt x="73754" y="9110"/>
                  </a:cubicBezTo>
                  <a:cubicBezTo>
                    <a:pt x="75417" y="6174"/>
                    <a:pt x="74373" y="2456"/>
                    <a:pt x="71438" y="792"/>
                  </a:cubicBezTo>
                  <a:cubicBezTo>
                    <a:pt x="70479" y="255"/>
                    <a:pt x="69442" y="0"/>
                    <a:pt x="6842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109"/>
            <p:cNvSpPr/>
            <p:nvPr/>
          </p:nvSpPr>
          <p:spPr>
            <a:xfrm>
              <a:off x="3474000" y="2444850"/>
              <a:ext cx="2589225" cy="805725"/>
            </a:xfrm>
            <a:custGeom>
              <a:avLst/>
              <a:gdLst/>
              <a:ahLst/>
              <a:cxnLst/>
              <a:rect l="l" t="t" r="r" b="b"/>
              <a:pathLst>
                <a:path w="103569" h="32229" extrusionOk="0">
                  <a:moveTo>
                    <a:pt x="6101" y="0"/>
                  </a:moveTo>
                  <a:cubicBezTo>
                    <a:pt x="2741" y="0"/>
                    <a:pt x="1" y="2740"/>
                    <a:pt x="1" y="6133"/>
                  </a:cubicBezTo>
                  <a:lnTo>
                    <a:pt x="1" y="26096"/>
                  </a:lnTo>
                  <a:cubicBezTo>
                    <a:pt x="1" y="29489"/>
                    <a:pt x="2741" y="32229"/>
                    <a:pt x="6101" y="32229"/>
                  </a:cubicBezTo>
                  <a:lnTo>
                    <a:pt x="97436" y="32229"/>
                  </a:lnTo>
                  <a:cubicBezTo>
                    <a:pt x="100829" y="32229"/>
                    <a:pt x="103569" y="29489"/>
                    <a:pt x="103569" y="26096"/>
                  </a:cubicBezTo>
                  <a:lnTo>
                    <a:pt x="103569" y="6133"/>
                  </a:lnTo>
                  <a:cubicBezTo>
                    <a:pt x="103569" y="2740"/>
                    <a:pt x="100829" y="0"/>
                    <a:pt x="9743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109"/>
            <p:cNvSpPr/>
            <p:nvPr/>
          </p:nvSpPr>
          <p:spPr>
            <a:xfrm>
              <a:off x="4778800" y="2444850"/>
              <a:ext cx="1284425" cy="805725"/>
            </a:xfrm>
            <a:custGeom>
              <a:avLst/>
              <a:gdLst/>
              <a:ahLst/>
              <a:cxnLst/>
              <a:rect l="l" t="t" r="r" b="b"/>
              <a:pathLst>
                <a:path w="51377" h="32229" extrusionOk="0">
                  <a:moveTo>
                    <a:pt x="0" y="0"/>
                  </a:moveTo>
                  <a:lnTo>
                    <a:pt x="0" y="32229"/>
                  </a:lnTo>
                  <a:lnTo>
                    <a:pt x="45244" y="32229"/>
                  </a:lnTo>
                  <a:cubicBezTo>
                    <a:pt x="48637" y="32229"/>
                    <a:pt x="51377" y="29489"/>
                    <a:pt x="51377" y="26096"/>
                  </a:cubicBezTo>
                  <a:lnTo>
                    <a:pt x="51377" y="6133"/>
                  </a:lnTo>
                  <a:cubicBezTo>
                    <a:pt x="51377" y="2740"/>
                    <a:pt x="48637" y="0"/>
                    <a:pt x="452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109"/>
            <p:cNvSpPr/>
            <p:nvPr/>
          </p:nvSpPr>
          <p:spPr>
            <a:xfrm>
              <a:off x="3800200" y="1639950"/>
              <a:ext cx="2609625" cy="804925"/>
            </a:xfrm>
            <a:custGeom>
              <a:avLst/>
              <a:gdLst/>
              <a:ahLst/>
              <a:cxnLst/>
              <a:rect l="l" t="t" r="r" b="b"/>
              <a:pathLst>
                <a:path w="104385" h="32197" extrusionOk="0">
                  <a:moveTo>
                    <a:pt x="6100" y="1"/>
                  </a:moveTo>
                  <a:cubicBezTo>
                    <a:pt x="2741" y="1"/>
                    <a:pt x="1" y="2741"/>
                    <a:pt x="1" y="6100"/>
                  </a:cubicBezTo>
                  <a:lnTo>
                    <a:pt x="1" y="26096"/>
                  </a:lnTo>
                  <a:cubicBezTo>
                    <a:pt x="1" y="29456"/>
                    <a:pt x="2741" y="32196"/>
                    <a:pt x="6100" y="32196"/>
                  </a:cubicBezTo>
                  <a:lnTo>
                    <a:pt x="98252" y="32196"/>
                  </a:lnTo>
                  <a:cubicBezTo>
                    <a:pt x="101644" y="32196"/>
                    <a:pt x="104384" y="29456"/>
                    <a:pt x="104384" y="26096"/>
                  </a:cubicBezTo>
                  <a:lnTo>
                    <a:pt x="104384" y="6100"/>
                  </a:lnTo>
                  <a:cubicBezTo>
                    <a:pt x="104384" y="2741"/>
                    <a:pt x="101644" y="1"/>
                    <a:pt x="982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109"/>
            <p:cNvSpPr/>
            <p:nvPr/>
          </p:nvSpPr>
          <p:spPr>
            <a:xfrm>
              <a:off x="5105000" y="1639950"/>
              <a:ext cx="1304825" cy="804925"/>
            </a:xfrm>
            <a:custGeom>
              <a:avLst/>
              <a:gdLst/>
              <a:ahLst/>
              <a:cxnLst/>
              <a:rect l="l" t="t" r="r" b="b"/>
              <a:pathLst>
                <a:path w="52193" h="32197" extrusionOk="0">
                  <a:moveTo>
                    <a:pt x="0" y="1"/>
                  </a:moveTo>
                  <a:lnTo>
                    <a:pt x="0" y="32196"/>
                  </a:lnTo>
                  <a:lnTo>
                    <a:pt x="46060" y="32196"/>
                  </a:lnTo>
                  <a:cubicBezTo>
                    <a:pt x="49452" y="32196"/>
                    <a:pt x="52192" y="29456"/>
                    <a:pt x="52192" y="26096"/>
                  </a:cubicBezTo>
                  <a:lnTo>
                    <a:pt x="52192" y="6100"/>
                  </a:lnTo>
                  <a:cubicBezTo>
                    <a:pt x="52192" y="2741"/>
                    <a:pt x="49452" y="1"/>
                    <a:pt x="4606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109"/>
            <p:cNvSpPr/>
            <p:nvPr/>
          </p:nvSpPr>
          <p:spPr>
            <a:xfrm>
              <a:off x="1526600" y="2373900"/>
              <a:ext cx="1447525" cy="2752325"/>
            </a:xfrm>
            <a:custGeom>
              <a:avLst/>
              <a:gdLst/>
              <a:ahLst/>
              <a:cxnLst/>
              <a:rect l="l" t="t" r="r" b="b"/>
              <a:pathLst>
                <a:path w="57901" h="110093" extrusionOk="0">
                  <a:moveTo>
                    <a:pt x="23682" y="0"/>
                  </a:moveTo>
                  <a:cubicBezTo>
                    <a:pt x="21790" y="0"/>
                    <a:pt x="19996" y="881"/>
                    <a:pt x="18822" y="2382"/>
                  </a:cubicBezTo>
                  <a:cubicBezTo>
                    <a:pt x="18072" y="3393"/>
                    <a:pt x="0" y="27303"/>
                    <a:pt x="0" y="64816"/>
                  </a:cubicBezTo>
                  <a:lnTo>
                    <a:pt x="0" y="103993"/>
                  </a:lnTo>
                  <a:cubicBezTo>
                    <a:pt x="0" y="107352"/>
                    <a:pt x="2740" y="110092"/>
                    <a:pt x="6100" y="110092"/>
                  </a:cubicBezTo>
                  <a:lnTo>
                    <a:pt x="51801" y="110092"/>
                  </a:lnTo>
                  <a:cubicBezTo>
                    <a:pt x="55161" y="110092"/>
                    <a:pt x="57901" y="107352"/>
                    <a:pt x="57901" y="103993"/>
                  </a:cubicBezTo>
                  <a:lnTo>
                    <a:pt x="57901" y="64816"/>
                  </a:lnTo>
                  <a:cubicBezTo>
                    <a:pt x="57901" y="27401"/>
                    <a:pt x="41167" y="3556"/>
                    <a:pt x="40449" y="2545"/>
                  </a:cubicBezTo>
                  <a:cubicBezTo>
                    <a:pt x="39307" y="946"/>
                    <a:pt x="37448" y="0"/>
                    <a:pt x="3549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109"/>
            <p:cNvSpPr/>
            <p:nvPr/>
          </p:nvSpPr>
          <p:spPr>
            <a:xfrm>
              <a:off x="2250750" y="2373900"/>
              <a:ext cx="723375" cy="2752325"/>
            </a:xfrm>
            <a:custGeom>
              <a:avLst/>
              <a:gdLst/>
              <a:ahLst/>
              <a:cxnLst/>
              <a:rect l="l" t="t" r="r" b="b"/>
              <a:pathLst>
                <a:path w="28935" h="110093" extrusionOk="0">
                  <a:moveTo>
                    <a:pt x="1" y="0"/>
                  </a:moveTo>
                  <a:lnTo>
                    <a:pt x="1" y="110092"/>
                  </a:lnTo>
                  <a:lnTo>
                    <a:pt x="22835" y="110092"/>
                  </a:lnTo>
                  <a:cubicBezTo>
                    <a:pt x="26195" y="110092"/>
                    <a:pt x="28935" y="107352"/>
                    <a:pt x="28935" y="103993"/>
                  </a:cubicBezTo>
                  <a:lnTo>
                    <a:pt x="28935" y="64816"/>
                  </a:lnTo>
                  <a:cubicBezTo>
                    <a:pt x="28935" y="27401"/>
                    <a:pt x="12201" y="3556"/>
                    <a:pt x="11483" y="2545"/>
                  </a:cubicBezTo>
                  <a:cubicBezTo>
                    <a:pt x="10341" y="946"/>
                    <a:pt x="8482" y="0"/>
                    <a:pt x="6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109"/>
            <p:cNvSpPr/>
            <p:nvPr/>
          </p:nvSpPr>
          <p:spPr>
            <a:xfrm>
              <a:off x="1190625" y="569200"/>
              <a:ext cx="2109700" cy="2110525"/>
            </a:xfrm>
            <a:custGeom>
              <a:avLst/>
              <a:gdLst/>
              <a:ahLst/>
              <a:cxnLst/>
              <a:rect l="l" t="t" r="r" b="b"/>
              <a:pathLst>
                <a:path w="84388" h="84421" extrusionOk="0">
                  <a:moveTo>
                    <a:pt x="42406" y="1"/>
                  </a:moveTo>
                  <a:cubicBezTo>
                    <a:pt x="31185" y="1"/>
                    <a:pt x="20551" y="4437"/>
                    <a:pt x="12493" y="12527"/>
                  </a:cubicBezTo>
                  <a:cubicBezTo>
                    <a:pt x="4436" y="20584"/>
                    <a:pt x="0" y="31218"/>
                    <a:pt x="0" y="42439"/>
                  </a:cubicBezTo>
                  <a:cubicBezTo>
                    <a:pt x="0" y="65567"/>
                    <a:pt x="19017" y="84421"/>
                    <a:pt x="42406" y="84421"/>
                  </a:cubicBezTo>
                  <a:cubicBezTo>
                    <a:pt x="65533" y="84421"/>
                    <a:pt x="84388" y="65567"/>
                    <a:pt x="84388" y="42439"/>
                  </a:cubicBezTo>
                  <a:cubicBezTo>
                    <a:pt x="84388" y="31218"/>
                    <a:pt x="80017" y="20584"/>
                    <a:pt x="72123" y="12559"/>
                  </a:cubicBezTo>
                  <a:cubicBezTo>
                    <a:pt x="64163" y="4470"/>
                    <a:pt x="53594" y="1"/>
                    <a:pt x="4240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109"/>
            <p:cNvSpPr/>
            <p:nvPr/>
          </p:nvSpPr>
          <p:spPr>
            <a:xfrm>
              <a:off x="2250750" y="569200"/>
              <a:ext cx="1049575" cy="2110525"/>
            </a:xfrm>
            <a:custGeom>
              <a:avLst/>
              <a:gdLst/>
              <a:ahLst/>
              <a:cxnLst/>
              <a:rect l="l" t="t" r="r" b="b"/>
              <a:pathLst>
                <a:path w="41983" h="84421" extrusionOk="0">
                  <a:moveTo>
                    <a:pt x="1" y="1"/>
                  </a:moveTo>
                  <a:lnTo>
                    <a:pt x="1" y="84421"/>
                  </a:lnTo>
                  <a:cubicBezTo>
                    <a:pt x="23128" y="84421"/>
                    <a:pt x="41983" y="65567"/>
                    <a:pt x="41983" y="42439"/>
                  </a:cubicBezTo>
                  <a:cubicBezTo>
                    <a:pt x="41983" y="31218"/>
                    <a:pt x="37612" y="20584"/>
                    <a:pt x="29718" y="12559"/>
                  </a:cubicBezTo>
                  <a:cubicBezTo>
                    <a:pt x="21758" y="4470"/>
                    <a:pt x="11189" y="1"/>
                    <a:pt x="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109"/>
            <p:cNvSpPr/>
            <p:nvPr/>
          </p:nvSpPr>
          <p:spPr>
            <a:xfrm>
              <a:off x="1190625" y="569200"/>
              <a:ext cx="1997975" cy="1235500"/>
            </a:xfrm>
            <a:custGeom>
              <a:avLst/>
              <a:gdLst/>
              <a:ahLst/>
              <a:cxnLst/>
              <a:rect l="l" t="t" r="r" b="b"/>
              <a:pathLst>
                <a:path w="79919" h="49420" extrusionOk="0">
                  <a:moveTo>
                    <a:pt x="42406" y="1"/>
                  </a:moveTo>
                  <a:cubicBezTo>
                    <a:pt x="31185" y="1"/>
                    <a:pt x="20551" y="4437"/>
                    <a:pt x="12493" y="12527"/>
                  </a:cubicBezTo>
                  <a:cubicBezTo>
                    <a:pt x="4436" y="20584"/>
                    <a:pt x="0" y="31218"/>
                    <a:pt x="0" y="42439"/>
                  </a:cubicBezTo>
                  <a:cubicBezTo>
                    <a:pt x="0" y="42798"/>
                    <a:pt x="0" y="43124"/>
                    <a:pt x="0" y="43483"/>
                  </a:cubicBezTo>
                  <a:cubicBezTo>
                    <a:pt x="65" y="45375"/>
                    <a:pt x="979" y="47104"/>
                    <a:pt x="2512" y="48245"/>
                  </a:cubicBezTo>
                  <a:cubicBezTo>
                    <a:pt x="3556" y="49028"/>
                    <a:pt x="4828" y="49420"/>
                    <a:pt x="6133" y="49420"/>
                  </a:cubicBezTo>
                  <a:cubicBezTo>
                    <a:pt x="6687" y="49420"/>
                    <a:pt x="7242" y="49355"/>
                    <a:pt x="7764" y="49191"/>
                  </a:cubicBezTo>
                  <a:lnTo>
                    <a:pt x="75189" y="30435"/>
                  </a:lnTo>
                  <a:cubicBezTo>
                    <a:pt x="76983" y="29913"/>
                    <a:pt x="78483" y="28608"/>
                    <a:pt x="79201" y="26879"/>
                  </a:cubicBezTo>
                  <a:cubicBezTo>
                    <a:pt x="79919" y="25118"/>
                    <a:pt x="79788" y="23161"/>
                    <a:pt x="78875" y="21530"/>
                  </a:cubicBezTo>
                  <a:cubicBezTo>
                    <a:pt x="71372" y="8253"/>
                    <a:pt x="57378" y="1"/>
                    <a:pt x="4240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109"/>
            <p:cNvSpPr/>
            <p:nvPr/>
          </p:nvSpPr>
          <p:spPr>
            <a:xfrm>
              <a:off x="2250750" y="569200"/>
              <a:ext cx="937850" cy="989225"/>
            </a:xfrm>
            <a:custGeom>
              <a:avLst/>
              <a:gdLst/>
              <a:ahLst/>
              <a:cxnLst/>
              <a:rect l="l" t="t" r="r" b="b"/>
              <a:pathLst>
                <a:path w="37514" h="39569" extrusionOk="0">
                  <a:moveTo>
                    <a:pt x="1" y="1"/>
                  </a:moveTo>
                  <a:lnTo>
                    <a:pt x="1" y="39569"/>
                  </a:lnTo>
                  <a:lnTo>
                    <a:pt x="32784" y="30435"/>
                  </a:lnTo>
                  <a:cubicBezTo>
                    <a:pt x="34578" y="29913"/>
                    <a:pt x="36078" y="28608"/>
                    <a:pt x="36796" y="26879"/>
                  </a:cubicBezTo>
                  <a:cubicBezTo>
                    <a:pt x="37514" y="25118"/>
                    <a:pt x="37383" y="23161"/>
                    <a:pt x="36470" y="21530"/>
                  </a:cubicBezTo>
                  <a:cubicBezTo>
                    <a:pt x="28967" y="8253"/>
                    <a:pt x="14973"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109"/>
            <p:cNvSpPr/>
            <p:nvPr/>
          </p:nvSpPr>
          <p:spPr>
            <a:xfrm>
              <a:off x="1190625" y="905500"/>
              <a:ext cx="2453025" cy="941600"/>
            </a:xfrm>
            <a:custGeom>
              <a:avLst/>
              <a:gdLst/>
              <a:ahLst/>
              <a:cxnLst/>
              <a:rect l="l" t="t" r="r" b="b"/>
              <a:pathLst>
                <a:path w="98121" h="37664" extrusionOk="0">
                  <a:moveTo>
                    <a:pt x="91293" y="1"/>
                  </a:moveTo>
                  <a:cubicBezTo>
                    <a:pt x="90757" y="1"/>
                    <a:pt x="90213" y="70"/>
                    <a:pt x="89672" y="216"/>
                  </a:cubicBezTo>
                  <a:lnTo>
                    <a:pt x="76233" y="3968"/>
                  </a:lnTo>
                  <a:lnTo>
                    <a:pt x="163" y="25171"/>
                  </a:lnTo>
                  <a:cubicBezTo>
                    <a:pt x="65" y="26443"/>
                    <a:pt x="0" y="27715"/>
                    <a:pt x="0" y="28987"/>
                  </a:cubicBezTo>
                  <a:cubicBezTo>
                    <a:pt x="0" y="31956"/>
                    <a:pt x="326" y="34859"/>
                    <a:pt x="913" y="37664"/>
                  </a:cubicBezTo>
                  <a:lnTo>
                    <a:pt x="82039" y="15058"/>
                  </a:lnTo>
                  <a:lnTo>
                    <a:pt x="92967" y="12025"/>
                  </a:lnTo>
                  <a:cubicBezTo>
                    <a:pt x="96229" y="11111"/>
                    <a:pt x="98121" y="7719"/>
                    <a:pt x="97207" y="4490"/>
                  </a:cubicBezTo>
                  <a:cubicBezTo>
                    <a:pt x="96472" y="1768"/>
                    <a:pt x="93990" y="1"/>
                    <a:pt x="912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109"/>
            <p:cNvSpPr/>
            <p:nvPr/>
          </p:nvSpPr>
          <p:spPr>
            <a:xfrm>
              <a:off x="2250750" y="905500"/>
              <a:ext cx="1392900" cy="652925"/>
            </a:xfrm>
            <a:custGeom>
              <a:avLst/>
              <a:gdLst/>
              <a:ahLst/>
              <a:cxnLst/>
              <a:rect l="l" t="t" r="r" b="b"/>
              <a:pathLst>
                <a:path w="55716" h="26117" extrusionOk="0">
                  <a:moveTo>
                    <a:pt x="48888" y="1"/>
                  </a:moveTo>
                  <a:cubicBezTo>
                    <a:pt x="48352" y="1"/>
                    <a:pt x="47808" y="70"/>
                    <a:pt x="47267" y="216"/>
                  </a:cubicBezTo>
                  <a:lnTo>
                    <a:pt x="33828" y="3968"/>
                  </a:lnTo>
                  <a:lnTo>
                    <a:pt x="1" y="13395"/>
                  </a:lnTo>
                  <a:lnTo>
                    <a:pt x="1" y="26117"/>
                  </a:lnTo>
                  <a:lnTo>
                    <a:pt x="39634" y="15058"/>
                  </a:lnTo>
                  <a:lnTo>
                    <a:pt x="50562" y="12025"/>
                  </a:lnTo>
                  <a:cubicBezTo>
                    <a:pt x="53824" y="11111"/>
                    <a:pt x="55716" y="7719"/>
                    <a:pt x="54802" y="4490"/>
                  </a:cubicBezTo>
                  <a:cubicBezTo>
                    <a:pt x="54067" y="1768"/>
                    <a:pt x="51585" y="1"/>
                    <a:pt x="48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1" name="Google Shape;4131;p109"/>
          <p:cNvGrpSpPr/>
          <p:nvPr/>
        </p:nvGrpSpPr>
        <p:grpSpPr>
          <a:xfrm>
            <a:off x="5683175" y="2266938"/>
            <a:ext cx="312185" cy="457202"/>
            <a:chOff x="2016700" y="238125"/>
            <a:chExt cx="3567825" cy="5219200"/>
          </a:xfrm>
        </p:grpSpPr>
        <p:sp>
          <p:nvSpPr>
            <p:cNvPr id="4132" name="Google Shape;4132;p109"/>
            <p:cNvSpPr/>
            <p:nvPr/>
          </p:nvSpPr>
          <p:spPr>
            <a:xfrm>
              <a:off x="2016700" y="238125"/>
              <a:ext cx="3567825" cy="5219200"/>
            </a:xfrm>
            <a:custGeom>
              <a:avLst/>
              <a:gdLst/>
              <a:ahLst/>
              <a:cxnLst/>
              <a:rect l="l" t="t" r="r" b="b"/>
              <a:pathLst>
                <a:path w="142713" h="208768" extrusionOk="0">
                  <a:moveTo>
                    <a:pt x="22411" y="0"/>
                  </a:moveTo>
                  <a:cubicBezTo>
                    <a:pt x="20747" y="0"/>
                    <a:pt x="19181" y="652"/>
                    <a:pt x="18040" y="1859"/>
                  </a:cubicBezTo>
                  <a:lnTo>
                    <a:pt x="1730" y="18561"/>
                  </a:lnTo>
                  <a:cubicBezTo>
                    <a:pt x="621" y="19702"/>
                    <a:pt x="1" y="21236"/>
                    <a:pt x="1" y="22834"/>
                  </a:cubicBezTo>
                  <a:lnTo>
                    <a:pt x="1" y="202667"/>
                  </a:lnTo>
                  <a:cubicBezTo>
                    <a:pt x="1" y="206027"/>
                    <a:pt x="2708" y="208767"/>
                    <a:pt x="6101" y="208767"/>
                  </a:cubicBezTo>
                  <a:lnTo>
                    <a:pt x="136580" y="208767"/>
                  </a:lnTo>
                  <a:cubicBezTo>
                    <a:pt x="139973" y="208767"/>
                    <a:pt x="142713" y="206027"/>
                    <a:pt x="142713" y="202667"/>
                  </a:cubicBezTo>
                  <a:lnTo>
                    <a:pt x="142713" y="22834"/>
                  </a:lnTo>
                  <a:cubicBezTo>
                    <a:pt x="142713" y="21236"/>
                    <a:pt x="142060" y="19702"/>
                    <a:pt x="140951" y="18561"/>
                  </a:cubicBezTo>
                  <a:lnTo>
                    <a:pt x="124641" y="1859"/>
                  </a:lnTo>
                  <a:cubicBezTo>
                    <a:pt x="123500" y="652"/>
                    <a:pt x="121934" y="0"/>
                    <a:pt x="120270" y="0"/>
                  </a:cubicBezTo>
                  <a:cubicBezTo>
                    <a:pt x="118607" y="0"/>
                    <a:pt x="117041" y="652"/>
                    <a:pt x="115899" y="1859"/>
                  </a:cubicBezTo>
                  <a:lnTo>
                    <a:pt x="103960" y="14059"/>
                  </a:lnTo>
                  <a:lnTo>
                    <a:pt x="92022" y="1859"/>
                  </a:lnTo>
                  <a:cubicBezTo>
                    <a:pt x="90880" y="652"/>
                    <a:pt x="89314" y="0"/>
                    <a:pt x="87651" y="0"/>
                  </a:cubicBezTo>
                  <a:cubicBezTo>
                    <a:pt x="85987" y="0"/>
                    <a:pt x="84421" y="652"/>
                    <a:pt x="83279" y="1859"/>
                  </a:cubicBezTo>
                  <a:lnTo>
                    <a:pt x="71341" y="14059"/>
                  </a:lnTo>
                  <a:lnTo>
                    <a:pt x="59402" y="1859"/>
                  </a:lnTo>
                  <a:cubicBezTo>
                    <a:pt x="58260" y="652"/>
                    <a:pt x="56694" y="0"/>
                    <a:pt x="55031" y="0"/>
                  </a:cubicBezTo>
                  <a:cubicBezTo>
                    <a:pt x="53367" y="0"/>
                    <a:pt x="51801" y="652"/>
                    <a:pt x="50660" y="1859"/>
                  </a:cubicBezTo>
                  <a:lnTo>
                    <a:pt x="38721" y="14059"/>
                  </a:lnTo>
                  <a:lnTo>
                    <a:pt x="26782" y="1859"/>
                  </a:lnTo>
                  <a:cubicBezTo>
                    <a:pt x="25640" y="652"/>
                    <a:pt x="24074" y="0"/>
                    <a:pt x="224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109"/>
            <p:cNvSpPr/>
            <p:nvPr/>
          </p:nvSpPr>
          <p:spPr>
            <a:xfrm>
              <a:off x="3800200" y="238125"/>
              <a:ext cx="1784325" cy="5219200"/>
            </a:xfrm>
            <a:custGeom>
              <a:avLst/>
              <a:gdLst/>
              <a:ahLst/>
              <a:cxnLst/>
              <a:rect l="l" t="t" r="r" b="b"/>
              <a:pathLst>
                <a:path w="71373" h="208768" extrusionOk="0">
                  <a:moveTo>
                    <a:pt x="16311" y="0"/>
                  </a:moveTo>
                  <a:cubicBezTo>
                    <a:pt x="14647" y="0"/>
                    <a:pt x="13081" y="652"/>
                    <a:pt x="11939" y="1859"/>
                  </a:cubicBezTo>
                  <a:lnTo>
                    <a:pt x="1" y="14059"/>
                  </a:lnTo>
                  <a:lnTo>
                    <a:pt x="1" y="208767"/>
                  </a:lnTo>
                  <a:lnTo>
                    <a:pt x="65240" y="208767"/>
                  </a:lnTo>
                  <a:cubicBezTo>
                    <a:pt x="68633" y="208767"/>
                    <a:pt x="71373" y="206027"/>
                    <a:pt x="71373" y="202667"/>
                  </a:cubicBezTo>
                  <a:lnTo>
                    <a:pt x="71373" y="22834"/>
                  </a:lnTo>
                  <a:cubicBezTo>
                    <a:pt x="71373" y="21236"/>
                    <a:pt x="70720" y="19702"/>
                    <a:pt x="69611" y="18561"/>
                  </a:cubicBezTo>
                  <a:lnTo>
                    <a:pt x="53301" y="1859"/>
                  </a:lnTo>
                  <a:cubicBezTo>
                    <a:pt x="52160" y="652"/>
                    <a:pt x="50594" y="0"/>
                    <a:pt x="48930" y="0"/>
                  </a:cubicBezTo>
                  <a:cubicBezTo>
                    <a:pt x="47267" y="0"/>
                    <a:pt x="45701" y="652"/>
                    <a:pt x="44559" y="1859"/>
                  </a:cubicBezTo>
                  <a:lnTo>
                    <a:pt x="32620" y="14059"/>
                  </a:lnTo>
                  <a:lnTo>
                    <a:pt x="20682" y="1859"/>
                  </a:lnTo>
                  <a:cubicBezTo>
                    <a:pt x="19540" y="652"/>
                    <a:pt x="17974" y="0"/>
                    <a:pt x="16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109"/>
            <p:cNvSpPr/>
            <p:nvPr/>
          </p:nvSpPr>
          <p:spPr>
            <a:xfrm>
              <a:off x="3892350" y="2613650"/>
              <a:ext cx="1121325" cy="2018375"/>
            </a:xfrm>
            <a:custGeom>
              <a:avLst/>
              <a:gdLst/>
              <a:ahLst/>
              <a:cxnLst/>
              <a:rect l="l" t="t" r="r" b="b"/>
              <a:pathLst>
                <a:path w="44853" h="80735" extrusionOk="0">
                  <a:moveTo>
                    <a:pt x="22410" y="1"/>
                  </a:moveTo>
                  <a:cubicBezTo>
                    <a:pt x="19018" y="1"/>
                    <a:pt x="16311" y="2708"/>
                    <a:pt x="16311" y="6101"/>
                  </a:cubicBezTo>
                  <a:lnTo>
                    <a:pt x="16311" y="7308"/>
                  </a:lnTo>
                  <a:cubicBezTo>
                    <a:pt x="5089" y="9819"/>
                    <a:pt x="1" y="17778"/>
                    <a:pt x="1" y="25672"/>
                  </a:cubicBezTo>
                  <a:cubicBezTo>
                    <a:pt x="1" y="31153"/>
                    <a:pt x="2317" y="36307"/>
                    <a:pt x="6525" y="40156"/>
                  </a:cubicBezTo>
                  <a:cubicBezTo>
                    <a:pt x="10537" y="43809"/>
                    <a:pt x="16017" y="46027"/>
                    <a:pt x="21986" y="46451"/>
                  </a:cubicBezTo>
                  <a:cubicBezTo>
                    <a:pt x="28249" y="46875"/>
                    <a:pt x="32620" y="50431"/>
                    <a:pt x="32620" y="55030"/>
                  </a:cubicBezTo>
                  <a:cubicBezTo>
                    <a:pt x="32620" y="61456"/>
                    <a:pt x="23552" y="61978"/>
                    <a:pt x="20779" y="61978"/>
                  </a:cubicBezTo>
                  <a:cubicBezTo>
                    <a:pt x="15495" y="61978"/>
                    <a:pt x="14875" y="61489"/>
                    <a:pt x="13734" y="60641"/>
                  </a:cubicBezTo>
                  <a:cubicBezTo>
                    <a:pt x="13473" y="60445"/>
                    <a:pt x="13212" y="60250"/>
                    <a:pt x="12951" y="60054"/>
                  </a:cubicBezTo>
                  <a:cubicBezTo>
                    <a:pt x="11866" y="59266"/>
                    <a:pt x="10612" y="58887"/>
                    <a:pt x="9370" y="58887"/>
                  </a:cubicBezTo>
                  <a:cubicBezTo>
                    <a:pt x="7475" y="58887"/>
                    <a:pt x="5606" y="59769"/>
                    <a:pt x="4404" y="61424"/>
                  </a:cubicBezTo>
                  <a:cubicBezTo>
                    <a:pt x="2414" y="64164"/>
                    <a:pt x="3034" y="67980"/>
                    <a:pt x="5774" y="69938"/>
                  </a:cubicBezTo>
                  <a:cubicBezTo>
                    <a:pt x="5970" y="70101"/>
                    <a:pt x="6166" y="70231"/>
                    <a:pt x="6361" y="70394"/>
                  </a:cubicBezTo>
                  <a:cubicBezTo>
                    <a:pt x="9102" y="72449"/>
                    <a:pt x="11483" y="73624"/>
                    <a:pt x="16278" y="74048"/>
                  </a:cubicBezTo>
                  <a:lnTo>
                    <a:pt x="16278" y="74602"/>
                  </a:lnTo>
                  <a:cubicBezTo>
                    <a:pt x="16278" y="77995"/>
                    <a:pt x="19018" y="80735"/>
                    <a:pt x="22410" y="80735"/>
                  </a:cubicBezTo>
                  <a:cubicBezTo>
                    <a:pt x="25803" y="80735"/>
                    <a:pt x="28510" y="77995"/>
                    <a:pt x="28510" y="74602"/>
                  </a:cubicBezTo>
                  <a:lnTo>
                    <a:pt x="28510" y="73395"/>
                  </a:lnTo>
                  <a:cubicBezTo>
                    <a:pt x="39732" y="70884"/>
                    <a:pt x="44820" y="62924"/>
                    <a:pt x="44853" y="55030"/>
                  </a:cubicBezTo>
                  <a:cubicBezTo>
                    <a:pt x="44853" y="43874"/>
                    <a:pt x="35589" y="35132"/>
                    <a:pt x="22835" y="34252"/>
                  </a:cubicBezTo>
                  <a:cubicBezTo>
                    <a:pt x="16669" y="33827"/>
                    <a:pt x="12233" y="30207"/>
                    <a:pt x="12233" y="25672"/>
                  </a:cubicBezTo>
                  <a:cubicBezTo>
                    <a:pt x="12233" y="19246"/>
                    <a:pt x="21269" y="18757"/>
                    <a:pt x="24041" y="18757"/>
                  </a:cubicBezTo>
                  <a:cubicBezTo>
                    <a:pt x="29391" y="18757"/>
                    <a:pt x="30435" y="19573"/>
                    <a:pt x="31283" y="20225"/>
                  </a:cubicBezTo>
                  <a:cubicBezTo>
                    <a:pt x="31479" y="20355"/>
                    <a:pt x="31642" y="20486"/>
                    <a:pt x="31838" y="20616"/>
                  </a:cubicBezTo>
                  <a:cubicBezTo>
                    <a:pt x="32928" y="21431"/>
                    <a:pt x="34203" y="21822"/>
                    <a:pt x="35468" y="21822"/>
                  </a:cubicBezTo>
                  <a:cubicBezTo>
                    <a:pt x="37344" y="21822"/>
                    <a:pt x="39195" y="20961"/>
                    <a:pt x="40384" y="19344"/>
                  </a:cubicBezTo>
                  <a:cubicBezTo>
                    <a:pt x="42374" y="16604"/>
                    <a:pt x="41819" y="12788"/>
                    <a:pt x="39079" y="10765"/>
                  </a:cubicBezTo>
                  <a:cubicBezTo>
                    <a:pt x="38981" y="10700"/>
                    <a:pt x="38883" y="10635"/>
                    <a:pt x="38753" y="10537"/>
                  </a:cubicBezTo>
                  <a:cubicBezTo>
                    <a:pt x="36633" y="8873"/>
                    <a:pt x="34056" y="7275"/>
                    <a:pt x="28543" y="6720"/>
                  </a:cubicBezTo>
                  <a:lnTo>
                    <a:pt x="28543" y="6101"/>
                  </a:lnTo>
                  <a:cubicBezTo>
                    <a:pt x="28543" y="2708"/>
                    <a:pt x="25803" y="1"/>
                    <a:pt x="22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109"/>
            <p:cNvSpPr/>
            <p:nvPr/>
          </p:nvSpPr>
          <p:spPr>
            <a:xfrm>
              <a:off x="2669100" y="2532100"/>
              <a:ext cx="876700" cy="305850"/>
            </a:xfrm>
            <a:custGeom>
              <a:avLst/>
              <a:gdLst/>
              <a:ahLst/>
              <a:cxnLst/>
              <a:rect l="l" t="t" r="r" b="b"/>
              <a:pathLst>
                <a:path w="35068" h="12234" extrusionOk="0">
                  <a:moveTo>
                    <a:pt x="6101" y="1"/>
                  </a:moveTo>
                  <a:cubicBezTo>
                    <a:pt x="2708" y="1"/>
                    <a:pt x="1" y="2708"/>
                    <a:pt x="1" y="6101"/>
                  </a:cubicBezTo>
                  <a:cubicBezTo>
                    <a:pt x="1" y="9493"/>
                    <a:pt x="2708" y="12233"/>
                    <a:pt x="6101" y="12233"/>
                  </a:cubicBezTo>
                  <a:lnTo>
                    <a:pt x="28935" y="12233"/>
                  </a:lnTo>
                  <a:cubicBezTo>
                    <a:pt x="32327" y="12233"/>
                    <a:pt x="35067" y="9493"/>
                    <a:pt x="35067" y="6101"/>
                  </a:cubicBezTo>
                  <a:cubicBezTo>
                    <a:pt x="35067" y="2708"/>
                    <a:pt x="32327" y="1"/>
                    <a:pt x="289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109"/>
            <p:cNvSpPr/>
            <p:nvPr/>
          </p:nvSpPr>
          <p:spPr>
            <a:xfrm>
              <a:off x="2669100" y="3184500"/>
              <a:ext cx="876700" cy="305850"/>
            </a:xfrm>
            <a:custGeom>
              <a:avLst/>
              <a:gdLst/>
              <a:ahLst/>
              <a:cxnLst/>
              <a:rect l="l" t="t" r="r" b="b"/>
              <a:pathLst>
                <a:path w="35068" h="12234" extrusionOk="0">
                  <a:moveTo>
                    <a:pt x="6101" y="1"/>
                  </a:moveTo>
                  <a:cubicBezTo>
                    <a:pt x="2708" y="1"/>
                    <a:pt x="1" y="2708"/>
                    <a:pt x="1" y="6100"/>
                  </a:cubicBezTo>
                  <a:cubicBezTo>
                    <a:pt x="1" y="9493"/>
                    <a:pt x="2708" y="12233"/>
                    <a:pt x="6101" y="12233"/>
                  </a:cubicBezTo>
                  <a:lnTo>
                    <a:pt x="28935" y="12233"/>
                  </a:lnTo>
                  <a:cubicBezTo>
                    <a:pt x="32327" y="12233"/>
                    <a:pt x="35067" y="9493"/>
                    <a:pt x="35067" y="6100"/>
                  </a:cubicBezTo>
                  <a:cubicBezTo>
                    <a:pt x="35067" y="2708"/>
                    <a:pt x="32327" y="1"/>
                    <a:pt x="289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109"/>
            <p:cNvSpPr/>
            <p:nvPr/>
          </p:nvSpPr>
          <p:spPr>
            <a:xfrm>
              <a:off x="2669100" y="3836900"/>
              <a:ext cx="876700" cy="305825"/>
            </a:xfrm>
            <a:custGeom>
              <a:avLst/>
              <a:gdLst/>
              <a:ahLst/>
              <a:cxnLst/>
              <a:rect l="l" t="t" r="r" b="b"/>
              <a:pathLst>
                <a:path w="35068" h="12233" extrusionOk="0">
                  <a:moveTo>
                    <a:pt x="6101" y="0"/>
                  </a:moveTo>
                  <a:cubicBezTo>
                    <a:pt x="2708" y="0"/>
                    <a:pt x="1" y="2708"/>
                    <a:pt x="1" y="6100"/>
                  </a:cubicBezTo>
                  <a:cubicBezTo>
                    <a:pt x="1" y="9493"/>
                    <a:pt x="2708" y="12233"/>
                    <a:pt x="6101" y="12233"/>
                  </a:cubicBezTo>
                  <a:lnTo>
                    <a:pt x="28935" y="12233"/>
                  </a:lnTo>
                  <a:cubicBezTo>
                    <a:pt x="32327" y="12233"/>
                    <a:pt x="35067" y="9493"/>
                    <a:pt x="35067" y="6100"/>
                  </a:cubicBezTo>
                  <a:cubicBezTo>
                    <a:pt x="35067" y="2708"/>
                    <a:pt x="32327" y="0"/>
                    <a:pt x="289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109"/>
            <p:cNvSpPr/>
            <p:nvPr/>
          </p:nvSpPr>
          <p:spPr>
            <a:xfrm>
              <a:off x="4626300" y="1879700"/>
              <a:ext cx="305025" cy="305850"/>
            </a:xfrm>
            <a:custGeom>
              <a:avLst/>
              <a:gdLst/>
              <a:ahLst/>
              <a:cxnLst/>
              <a:rect l="l" t="t" r="r" b="b"/>
              <a:pathLst>
                <a:path w="12201" h="12234" extrusionOk="0">
                  <a:moveTo>
                    <a:pt x="6100" y="1"/>
                  </a:moveTo>
                  <a:cubicBezTo>
                    <a:pt x="2708" y="1"/>
                    <a:pt x="0" y="2741"/>
                    <a:pt x="0" y="6101"/>
                  </a:cubicBezTo>
                  <a:cubicBezTo>
                    <a:pt x="0" y="9493"/>
                    <a:pt x="2708" y="12233"/>
                    <a:pt x="6100" y="12233"/>
                  </a:cubicBezTo>
                  <a:cubicBezTo>
                    <a:pt x="9493" y="12233"/>
                    <a:pt x="12200" y="9493"/>
                    <a:pt x="12200" y="6101"/>
                  </a:cubicBezTo>
                  <a:cubicBezTo>
                    <a:pt x="12200" y="2741"/>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109"/>
            <p:cNvSpPr/>
            <p:nvPr/>
          </p:nvSpPr>
          <p:spPr>
            <a:xfrm>
              <a:off x="2669100" y="1879700"/>
              <a:ext cx="1366000" cy="305850"/>
            </a:xfrm>
            <a:custGeom>
              <a:avLst/>
              <a:gdLst/>
              <a:ahLst/>
              <a:cxnLst/>
              <a:rect l="l" t="t" r="r" b="b"/>
              <a:pathLst>
                <a:path w="54640" h="12234" extrusionOk="0">
                  <a:moveTo>
                    <a:pt x="6101" y="1"/>
                  </a:moveTo>
                  <a:cubicBezTo>
                    <a:pt x="2708" y="1"/>
                    <a:pt x="1" y="2708"/>
                    <a:pt x="1" y="6101"/>
                  </a:cubicBezTo>
                  <a:cubicBezTo>
                    <a:pt x="1" y="9493"/>
                    <a:pt x="2708" y="12233"/>
                    <a:pt x="6101" y="12233"/>
                  </a:cubicBezTo>
                  <a:lnTo>
                    <a:pt x="48507" y="12233"/>
                  </a:lnTo>
                  <a:cubicBezTo>
                    <a:pt x="51899" y="12233"/>
                    <a:pt x="54639" y="9493"/>
                    <a:pt x="54639" y="6101"/>
                  </a:cubicBezTo>
                  <a:cubicBezTo>
                    <a:pt x="54639" y="2708"/>
                    <a:pt x="51899" y="1"/>
                    <a:pt x="48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109"/>
            <p:cNvSpPr/>
            <p:nvPr/>
          </p:nvSpPr>
          <p:spPr>
            <a:xfrm>
              <a:off x="3800200" y="1879700"/>
              <a:ext cx="234900" cy="305850"/>
            </a:xfrm>
            <a:custGeom>
              <a:avLst/>
              <a:gdLst/>
              <a:ahLst/>
              <a:cxnLst/>
              <a:rect l="l" t="t" r="r" b="b"/>
              <a:pathLst>
                <a:path w="9396" h="12234" extrusionOk="0">
                  <a:moveTo>
                    <a:pt x="1" y="1"/>
                  </a:moveTo>
                  <a:lnTo>
                    <a:pt x="1" y="12233"/>
                  </a:lnTo>
                  <a:lnTo>
                    <a:pt x="3263" y="12233"/>
                  </a:lnTo>
                  <a:cubicBezTo>
                    <a:pt x="6655" y="12233"/>
                    <a:pt x="9395" y="9493"/>
                    <a:pt x="9395" y="6101"/>
                  </a:cubicBezTo>
                  <a:cubicBezTo>
                    <a:pt x="9395" y="2708"/>
                    <a:pt x="6655" y="1"/>
                    <a:pt x="326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1" name="Google Shape;4141;p109"/>
          <p:cNvGrpSpPr/>
          <p:nvPr/>
        </p:nvGrpSpPr>
        <p:grpSpPr>
          <a:xfrm>
            <a:off x="6300775" y="2266913"/>
            <a:ext cx="457202" cy="457202"/>
            <a:chOff x="1190625" y="238125"/>
            <a:chExt cx="5219200" cy="5219200"/>
          </a:xfrm>
        </p:grpSpPr>
        <p:sp>
          <p:nvSpPr>
            <p:cNvPr id="4142" name="Google Shape;4142;p109"/>
            <p:cNvSpPr/>
            <p:nvPr/>
          </p:nvSpPr>
          <p:spPr>
            <a:xfrm>
              <a:off x="3973900" y="4069325"/>
              <a:ext cx="1936825" cy="1133550"/>
            </a:xfrm>
            <a:custGeom>
              <a:avLst/>
              <a:gdLst/>
              <a:ahLst/>
              <a:cxnLst/>
              <a:rect l="l" t="t" r="r" b="b"/>
              <a:pathLst>
                <a:path w="77473" h="45342" extrusionOk="0">
                  <a:moveTo>
                    <a:pt x="65240" y="0"/>
                  </a:moveTo>
                  <a:cubicBezTo>
                    <a:pt x="65208" y="1370"/>
                    <a:pt x="63903" y="33109"/>
                    <a:pt x="6101" y="33109"/>
                  </a:cubicBezTo>
                  <a:cubicBezTo>
                    <a:pt x="2708" y="33109"/>
                    <a:pt x="1" y="35817"/>
                    <a:pt x="1" y="39209"/>
                  </a:cubicBezTo>
                  <a:cubicBezTo>
                    <a:pt x="1" y="42602"/>
                    <a:pt x="2708" y="45342"/>
                    <a:pt x="6101" y="45342"/>
                  </a:cubicBezTo>
                  <a:cubicBezTo>
                    <a:pt x="21758" y="45342"/>
                    <a:pt x="35230" y="43124"/>
                    <a:pt x="46092" y="38785"/>
                  </a:cubicBezTo>
                  <a:cubicBezTo>
                    <a:pt x="55161" y="35132"/>
                    <a:pt x="62500" y="30010"/>
                    <a:pt x="67883" y="23552"/>
                  </a:cubicBezTo>
                  <a:cubicBezTo>
                    <a:pt x="77342" y="12200"/>
                    <a:pt x="77473" y="555"/>
                    <a:pt x="77473" y="65"/>
                  </a:cubicBezTo>
                  <a:lnTo>
                    <a:pt x="65240" y="65"/>
                  </a:lnTo>
                  <a:lnTo>
                    <a:pt x="652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109"/>
            <p:cNvSpPr/>
            <p:nvPr/>
          </p:nvSpPr>
          <p:spPr>
            <a:xfrm>
              <a:off x="1690500" y="238125"/>
              <a:ext cx="4220225" cy="2239375"/>
            </a:xfrm>
            <a:custGeom>
              <a:avLst/>
              <a:gdLst/>
              <a:ahLst/>
              <a:cxnLst/>
              <a:rect l="l" t="t" r="r" b="b"/>
              <a:pathLst>
                <a:path w="168809" h="89575" extrusionOk="0">
                  <a:moveTo>
                    <a:pt x="84389" y="0"/>
                  </a:moveTo>
                  <a:cubicBezTo>
                    <a:pt x="40841" y="0"/>
                    <a:pt x="20127" y="22867"/>
                    <a:pt x="10439" y="42014"/>
                  </a:cubicBezTo>
                  <a:cubicBezTo>
                    <a:pt x="99" y="62434"/>
                    <a:pt x="1" y="82626"/>
                    <a:pt x="1" y="83474"/>
                  </a:cubicBezTo>
                  <a:cubicBezTo>
                    <a:pt x="1" y="86834"/>
                    <a:pt x="2708" y="89574"/>
                    <a:pt x="6101" y="89574"/>
                  </a:cubicBezTo>
                  <a:cubicBezTo>
                    <a:pt x="9461" y="89574"/>
                    <a:pt x="12201" y="86834"/>
                    <a:pt x="12233" y="83474"/>
                  </a:cubicBezTo>
                  <a:cubicBezTo>
                    <a:pt x="12233" y="83279"/>
                    <a:pt x="12397" y="65011"/>
                    <a:pt x="21530" y="47201"/>
                  </a:cubicBezTo>
                  <a:cubicBezTo>
                    <a:pt x="33436" y="24008"/>
                    <a:pt x="54574" y="12232"/>
                    <a:pt x="84389" y="12232"/>
                  </a:cubicBezTo>
                  <a:cubicBezTo>
                    <a:pt x="114203" y="12232"/>
                    <a:pt x="135341" y="24008"/>
                    <a:pt x="147247" y="47201"/>
                  </a:cubicBezTo>
                  <a:cubicBezTo>
                    <a:pt x="156381" y="65011"/>
                    <a:pt x="156544" y="83279"/>
                    <a:pt x="156576" y="83474"/>
                  </a:cubicBezTo>
                  <a:cubicBezTo>
                    <a:pt x="156576" y="86834"/>
                    <a:pt x="159284" y="89574"/>
                    <a:pt x="162676" y="89574"/>
                  </a:cubicBezTo>
                  <a:cubicBezTo>
                    <a:pt x="166069" y="89574"/>
                    <a:pt x="168809" y="86834"/>
                    <a:pt x="168809" y="83474"/>
                  </a:cubicBezTo>
                  <a:cubicBezTo>
                    <a:pt x="168809" y="82626"/>
                    <a:pt x="168678" y="62434"/>
                    <a:pt x="158338" y="42014"/>
                  </a:cubicBezTo>
                  <a:cubicBezTo>
                    <a:pt x="148650" y="22867"/>
                    <a:pt x="127936" y="0"/>
                    <a:pt x="8438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109"/>
            <p:cNvSpPr/>
            <p:nvPr/>
          </p:nvSpPr>
          <p:spPr>
            <a:xfrm>
              <a:off x="3800200" y="238125"/>
              <a:ext cx="2110525" cy="2239375"/>
            </a:xfrm>
            <a:custGeom>
              <a:avLst/>
              <a:gdLst/>
              <a:ahLst/>
              <a:cxnLst/>
              <a:rect l="l" t="t" r="r" b="b"/>
              <a:pathLst>
                <a:path w="84421" h="89575" extrusionOk="0">
                  <a:moveTo>
                    <a:pt x="1" y="0"/>
                  </a:moveTo>
                  <a:lnTo>
                    <a:pt x="1" y="12232"/>
                  </a:lnTo>
                  <a:cubicBezTo>
                    <a:pt x="29815" y="12232"/>
                    <a:pt x="50953" y="24008"/>
                    <a:pt x="62859" y="47201"/>
                  </a:cubicBezTo>
                  <a:cubicBezTo>
                    <a:pt x="71993" y="65011"/>
                    <a:pt x="72156" y="83279"/>
                    <a:pt x="72188" y="83474"/>
                  </a:cubicBezTo>
                  <a:cubicBezTo>
                    <a:pt x="72188" y="86834"/>
                    <a:pt x="74896" y="89574"/>
                    <a:pt x="78288" y="89574"/>
                  </a:cubicBezTo>
                  <a:cubicBezTo>
                    <a:pt x="81681" y="89574"/>
                    <a:pt x="84421" y="86834"/>
                    <a:pt x="84421" y="83474"/>
                  </a:cubicBezTo>
                  <a:cubicBezTo>
                    <a:pt x="84421" y="82626"/>
                    <a:pt x="84290" y="62434"/>
                    <a:pt x="73950" y="42014"/>
                  </a:cubicBezTo>
                  <a:cubicBezTo>
                    <a:pt x="64262" y="22867"/>
                    <a:pt x="43548"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109"/>
            <p:cNvSpPr/>
            <p:nvPr/>
          </p:nvSpPr>
          <p:spPr>
            <a:xfrm>
              <a:off x="1190625" y="2042800"/>
              <a:ext cx="1295025" cy="2263025"/>
            </a:xfrm>
            <a:custGeom>
              <a:avLst/>
              <a:gdLst/>
              <a:ahLst/>
              <a:cxnLst/>
              <a:rect l="l" t="t" r="r" b="b"/>
              <a:pathLst>
                <a:path w="51801" h="90521" extrusionOk="0">
                  <a:moveTo>
                    <a:pt x="45668" y="1"/>
                  </a:moveTo>
                  <a:cubicBezTo>
                    <a:pt x="20485" y="1"/>
                    <a:pt x="0" y="20290"/>
                    <a:pt x="0" y="45245"/>
                  </a:cubicBezTo>
                  <a:cubicBezTo>
                    <a:pt x="0" y="70199"/>
                    <a:pt x="20485" y="90521"/>
                    <a:pt x="45668" y="90521"/>
                  </a:cubicBezTo>
                  <a:cubicBezTo>
                    <a:pt x="49060" y="90521"/>
                    <a:pt x="51800" y="87781"/>
                    <a:pt x="51800" y="84388"/>
                  </a:cubicBezTo>
                  <a:lnTo>
                    <a:pt x="51800" y="6101"/>
                  </a:lnTo>
                  <a:cubicBezTo>
                    <a:pt x="51800" y="2708"/>
                    <a:pt x="49060" y="1"/>
                    <a:pt x="4566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109"/>
            <p:cNvSpPr/>
            <p:nvPr/>
          </p:nvSpPr>
          <p:spPr>
            <a:xfrm>
              <a:off x="5115600" y="2042800"/>
              <a:ext cx="1294225" cy="2263025"/>
            </a:xfrm>
            <a:custGeom>
              <a:avLst/>
              <a:gdLst/>
              <a:ahLst/>
              <a:cxnLst/>
              <a:rect l="l" t="t" r="r" b="b"/>
              <a:pathLst>
                <a:path w="51769" h="90521" extrusionOk="0">
                  <a:moveTo>
                    <a:pt x="6100" y="1"/>
                  </a:moveTo>
                  <a:cubicBezTo>
                    <a:pt x="2708" y="1"/>
                    <a:pt x="0" y="2708"/>
                    <a:pt x="0" y="6101"/>
                  </a:cubicBezTo>
                  <a:lnTo>
                    <a:pt x="0" y="84388"/>
                  </a:lnTo>
                  <a:cubicBezTo>
                    <a:pt x="0" y="87781"/>
                    <a:pt x="2708" y="90521"/>
                    <a:pt x="6100" y="90521"/>
                  </a:cubicBezTo>
                  <a:cubicBezTo>
                    <a:pt x="31283" y="90521"/>
                    <a:pt x="51768" y="70199"/>
                    <a:pt x="51768" y="45245"/>
                  </a:cubicBezTo>
                  <a:cubicBezTo>
                    <a:pt x="51768" y="20290"/>
                    <a:pt x="3128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109"/>
            <p:cNvSpPr/>
            <p:nvPr/>
          </p:nvSpPr>
          <p:spPr>
            <a:xfrm>
              <a:off x="3321500" y="4489300"/>
              <a:ext cx="958250" cy="968025"/>
            </a:xfrm>
            <a:custGeom>
              <a:avLst/>
              <a:gdLst/>
              <a:ahLst/>
              <a:cxnLst/>
              <a:rect l="l" t="t" r="r" b="b"/>
              <a:pathLst>
                <a:path w="38330" h="38721" extrusionOk="0">
                  <a:moveTo>
                    <a:pt x="19149" y="0"/>
                  </a:moveTo>
                  <a:cubicBezTo>
                    <a:pt x="8580" y="0"/>
                    <a:pt x="1" y="8579"/>
                    <a:pt x="1" y="19148"/>
                  </a:cubicBezTo>
                  <a:cubicBezTo>
                    <a:pt x="1" y="24237"/>
                    <a:pt x="1958" y="29097"/>
                    <a:pt x="5513" y="32816"/>
                  </a:cubicBezTo>
                  <a:cubicBezTo>
                    <a:pt x="9167" y="36632"/>
                    <a:pt x="13995" y="38720"/>
                    <a:pt x="19149" y="38720"/>
                  </a:cubicBezTo>
                  <a:cubicBezTo>
                    <a:pt x="24303" y="38720"/>
                    <a:pt x="29130" y="36632"/>
                    <a:pt x="32784" y="32816"/>
                  </a:cubicBezTo>
                  <a:cubicBezTo>
                    <a:pt x="36339" y="29097"/>
                    <a:pt x="38329" y="24237"/>
                    <a:pt x="38329" y="19148"/>
                  </a:cubicBezTo>
                  <a:cubicBezTo>
                    <a:pt x="38329" y="8579"/>
                    <a:pt x="29717" y="0"/>
                    <a:pt x="191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109"/>
            <p:cNvSpPr/>
            <p:nvPr/>
          </p:nvSpPr>
          <p:spPr>
            <a:xfrm>
              <a:off x="3800200" y="4489300"/>
              <a:ext cx="479550" cy="968025"/>
            </a:xfrm>
            <a:custGeom>
              <a:avLst/>
              <a:gdLst/>
              <a:ahLst/>
              <a:cxnLst/>
              <a:rect l="l" t="t" r="r" b="b"/>
              <a:pathLst>
                <a:path w="19182" h="38721" extrusionOk="0">
                  <a:moveTo>
                    <a:pt x="1" y="0"/>
                  </a:moveTo>
                  <a:lnTo>
                    <a:pt x="1" y="38720"/>
                  </a:lnTo>
                  <a:cubicBezTo>
                    <a:pt x="5155" y="38720"/>
                    <a:pt x="9982" y="36632"/>
                    <a:pt x="13636" y="32816"/>
                  </a:cubicBezTo>
                  <a:cubicBezTo>
                    <a:pt x="17191" y="29097"/>
                    <a:pt x="19181" y="24237"/>
                    <a:pt x="19181" y="19148"/>
                  </a:cubicBezTo>
                  <a:cubicBezTo>
                    <a:pt x="19181" y="8579"/>
                    <a:pt x="10569"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109"/>
            <p:cNvSpPr/>
            <p:nvPr/>
          </p:nvSpPr>
          <p:spPr>
            <a:xfrm>
              <a:off x="2995300" y="2369000"/>
              <a:ext cx="1610625" cy="1284425"/>
            </a:xfrm>
            <a:custGeom>
              <a:avLst/>
              <a:gdLst/>
              <a:ahLst/>
              <a:cxnLst/>
              <a:rect l="l" t="t" r="r" b="b"/>
              <a:pathLst>
                <a:path w="64425" h="51377" extrusionOk="0">
                  <a:moveTo>
                    <a:pt x="32197" y="1"/>
                  </a:moveTo>
                  <a:cubicBezTo>
                    <a:pt x="28804" y="1"/>
                    <a:pt x="26097" y="2708"/>
                    <a:pt x="26097" y="6101"/>
                  </a:cubicBezTo>
                  <a:lnTo>
                    <a:pt x="26097" y="10374"/>
                  </a:lnTo>
                  <a:cubicBezTo>
                    <a:pt x="11222" y="13212"/>
                    <a:pt x="1" y="26325"/>
                    <a:pt x="1" y="41982"/>
                  </a:cubicBezTo>
                  <a:cubicBezTo>
                    <a:pt x="1" y="43287"/>
                    <a:pt x="66" y="44625"/>
                    <a:pt x="229" y="45995"/>
                  </a:cubicBezTo>
                  <a:cubicBezTo>
                    <a:pt x="621" y="49061"/>
                    <a:pt x="3230" y="51377"/>
                    <a:pt x="6296" y="51377"/>
                  </a:cubicBezTo>
                  <a:lnTo>
                    <a:pt x="58097" y="51377"/>
                  </a:lnTo>
                  <a:cubicBezTo>
                    <a:pt x="61163" y="51377"/>
                    <a:pt x="63773" y="49061"/>
                    <a:pt x="64164" y="45995"/>
                  </a:cubicBezTo>
                  <a:cubicBezTo>
                    <a:pt x="64327" y="44625"/>
                    <a:pt x="64425" y="43287"/>
                    <a:pt x="64425" y="41982"/>
                  </a:cubicBezTo>
                  <a:cubicBezTo>
                    <a:pt x="64425" y="26325"/>
                    <a:pt x="53171" y="13212"/>
                    <a:pt x="38329" y="10374"/>
                  </a:cubicBezTo>
                  <a:lnTo>
                    <a:pt x="38329" y="6101"/>
                  </a:lnTo>
                  <a:cubicBezTo>
                    <a:pt x="38329" y="2708"/>
                    <a:pt x="35589" y="1"/>
                    <a:pt x="3219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109"/>
            <p:cNvSpPr/>
            <p:nvPr/>
          </p:nvSpPr>
          <p:spPr>
            <a:xfrm>
              <a:off x="3800200" y="2369000"/>
              <a:ext cx="804925" cy="1284425"/>
            </a:xfrm>
            <a:custGeom>
              <a:avLst/>
              <a:gdLst/>
              <a:ahLst/>
              <a:cxnLst/>
              <a:rect l="l" t="t" r="r" b="b"/>
              <a:pathLst>
                <a:path w="32197" h="51377" extrusionOk="0">
                  <a:moveTo>
                    <a:pt x="1" y="1"/>
                  </a:moveTo>
                  <a:lnTo>
                    <a:pt x="1" y="9787"/>
                  </a:lnTo>
                  <a:lnTo>
                    <a:pt x="1" y="22019"/>
                  </a:lnTo>
                  <a:lnTo>
                    <a:pt x="1" y="51377"/>
                  </a:lnTo>
                  <a:lnTo>
                    <a:pt x="25901" y="51377"/>
                  </a:lnTo>
                  <a:cubicBezTo>
                    <a:pt x="28967" y="51377"/>
                    <a:pt x="31577" y="49061"/>
                    <a:pt x="31968" y="45995"/>
                  </a:cubicBezTo>
                  <a:cubicBezTo>
                    <a:pt x="32131" y="44625"/>
                    <a:pt x="32196" y="43287"/>
                    <a:pt x="32196" y="41982"/>
                  </a:cubicBezTo>
                  <a:cubicBezTo>
                    <a:pt x="32196" y="26325"/>
                    <a:pt x="20975" y="13212"/>
                    <a:pt x="6133" y="10374"/>
                  </a:cubicBezTo>
                  <a:lnTo>
                    <a:pt x="6133" y="6101"/>
                  </a:lnTo>
                  <a:cubicBezTo>
                    <a:pt x="6133" y="2708"/>
                    <a:pt x="3393"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109"/>
            <p:cNvSpPr/>
            <p:nvPr/>
          </p:nvSpPr>
          <p:spPr>
            <a:xfrm>
              <a:off x="2832200" y="3347600"/>
              <a:ext cx="1936825" cy="305825"/>
            </a:xfrm>
            <a:custGeom>
              <a:avLst/>
              <a:gdLst/>
              <a:ahLst/>
              <a:cxnLst/>
              <a:rect l="l" t="t" r="r" b="b"/>
              <a:pathLst>
                <a:path w="77473" h="12233" extrusionOk="0">
                  <a:moveTo>
                    <a:pt x="6101" y="1"/>
                  </a:moveTo>
                  <a:cubicBezTo>
                    <a:pt x="2708" y="1"/>
                    <a:pt x="1" y="2708"/>
                    <a:pt x="1" y="6100"/>
                  </a:cubicBezTo>
                  <a:cubicBezTo>
                    <a:pt x="1" y="9493"/>
                    <a:pt x="2708" y="12233"/>
                    <a:pt x="6101" y="12233"/>
                  </a:cubicBezTo>
                  <a:lnTo>
                    <a:pt x="71340" y="12233"/>
                  </a:lnTo>
                  <a:cubicBezTo>
                    <a:pt x="74733" y="12233"/>
                    <a:pt x="77473" y="9493"/>
                    <a:pt x="77473" y="6100"/>
                  </a:cubicBezTo>
                  <a:cubicBezTo>
                    <a:pt x="77473" y="2708"/>
                    <a:pt x="74733" y="1"/>
                    <a:pt x="713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109"/>
            <p:cNvSpPr/>
            <p:nvPr/>
          </p:nvSpPr>
          <p:spPr>
            <a:xfrm>
              <a:off x="3800200" y="3347600"/>
              <a:ext cx="968825" cy="305825"/>
            </a:xfrm>
            <a:custGeom>
              <a:avLst/>
              <a:gdLst/>
              <a:ahLst/>
              <a:cxnLst/>
              <a:rect l="l" t="t" r="r" b="b"/>
              <a:pathLst>
                <a:path w="38753" h="12233" extrusionOk="0">
                  <a:moveTo>
                    <a:pt x="1" y="1"/>
                  </a:moveTo>
                  <a:lnTo>
                    <a:pt x="1" y="12233"/>
                  </a:lnTo>
                  <a:lnTo>
                    <a:pt x="32620" y="12233"/>
                  </a:lnTo>
                  <a:cubicBezTo>
                    <a:pt x="36013" y="12233"/>
                    <a:pt x="38753" y="9493"/>
                    <a:pt x="38753" y="6100"/>
                  </a:cubicBezTo>
                  <a:cubicBezTo>
                    <a:pt x="38753" y="2708"/>
                    <a:pt x="36013" y="1"/>
                    <a:pt x="326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53" name="Google Shape;4153;p109"/>
          <p:cNvGrpSpPr/>
          <p:nvPr/>
        </p:nvGrpSpPr>
        <p:grpSpPr>
          <a:xfrm>
            <a:off x="7063402" y="2266984"/>
            <a:ext cx="524008" cy="457070"/>
            <a:chOff x="1190625" y="569200"/>
            <a:chExt cx="5219200" cy="4557025"/>
          </a:xfrm>
        </p:grpSpPr>
        <p:sp>
          <p:nvSpPr>
            <p:cNvPr id="4154" name="Google Shape;4154;p109"/>
            <p:cNvSpPr/>
            <p:nvPr/>
          </p:nvSpPr>
          <p:spPr>
            <a:xfrm>
              <a:off x="2587550" y="2526400"/>
              <a:ext cx="1855300" cy="1284425"/>
            </a:xfrm>
            <a:custGeom>
              <a:avLst/>
              <a:gdLst/>
              <a:ahLst/>
              <a:cxnLst/>
              <a:rect l="l" t="t" r="r" b="b"/>
              <a:pathLst>
                <a:path w="74212" h="51377" extrusionOk="0">
                  <a:moveTo>
                    <a:pt x="6101" y="0"/>
                  </a:moveTo>
                  <a:cubicBezTo>
                    <a:pt x="2708" y="0"/>
                    <a:pt x="1" y="2740"/>
                    <a:pt x="1" y="6133"/>
                  </a:cubicBezTo>
                  <a:lnTo>
                    <a:pt x="1" y="45277"/>
                  </a:lnTo>
                  <a:cubicBezTo>
                    <a:pt x="1" y="48637"/>
                    <a:pt x="2708" y="51377"/>
                    <a:pt x="6101" y="51377"/>
                  </a:cubicBezTo>
                  <a:lnTo>
                    <a:pt x="68078" y="51377"/>
                  </a:lnTo>
                  <a:cubicBezTo>
                    <a:pt x="71471" y="51377"/>
                    <a:pt x="74211" y="48637"/>
                    <a:pt x="74211" y="45277"/>
                  </a:cubicBezTo>
                  <a:lnTo>
                    <a:pt x="74211" y="19768"/>
                  </a:lnTo>
                  <a:cubicBezTo>
                    <a:pt x="74211" y="8873"/>
                    <a:pt x="65338" y="0"/>
                    <a:pt x="544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109"/>
            <p:cNvSpPr/>
            <p:nvPr/>
          </p:nvSpPr>
          <p:spPr>
            <a:xfrm>
              <a:off x="3800200" y="2526400"/>
              <a:ext cx="642650" cy="1284425"/>
            </a:xfrm>
            <a:custGeom>
              <a:avLst/>
              <a:gdLst/>
              <a:ahLst/>
              <a:cxnLst/>
              <a:rect l="l" t="t" r="r" b="b"/>
              <a:pathLst>
                <a:path w="25706" h="51377" extrusionOk="0">
                  <a:moveTo>
                    <a:pt x="1" y="0"/>
                  </a:moveTo>
                  <a:lnTo>
                    <a:pt x="1" y="51377"/>
                  </a:lnTo>
                  <a:lnTo>
                    <a:pt x="19572" y="51377"/>
                  </a:lnTo>
                  <a:cubicBezTo>
                    <a:pt x="22965" y="51377"/>
                    <a:pt x="25705" y="48637"/>
                    <a:pt x="25705" y="45277"/>
                  </a:cubicBezTo>
                  <a:lnTo>
                    <a:pt x="25705" y="19768"/>
                  </a:lnTo>
                  <a:cubicBezTo>
                    <a:pt x="25705" y="8873"/>
                    <a:pt x="16832" y="0"/>
                    <a:pt x="593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109"/>
            <p:cNvSpPr/>
            <p:nvPr/>
          </p:nvSpPr>
          <p:spPr>
            <a:xfrm>
              <a:off x="1190625" y="569200"/>
              <a:ext cx="1702775" cy="3404725"/>
            </a:xfrm>
            <a:custGeom>
              <a:avLst/>
              <a:gdLst/>
              <a:ahLst/>
              <a:cxnLst/>
              <a:rect l="l" t="t" r="r" b="b"/>
              <a:pathLst>
                <a:path w="68111" h="136189" extrusionOk="0">
                  <a:moveTo>
                    <a:pt x="6133" y="1"/>
                  </a:moveTo>
                  <a:cubicBezTo>
                    <a:pt x="2740" y="1"/>
                    <a:pt x="0" y="2741"/>
                    <a:pt x="0" y="6133"/>
                  </a:cubicBezTo>
                  <a:lnTo>
                    <a:pt x="0" y="130089"/>
                  </a:lnTo>
                  <a:cubicBezTo>
                    <a:pt x="0" y="133449"/>
                    <a:pt x="2740" y="136189"/>
                    <a:pt x="6133" y="136189"/>
                  </a:cubicBezTo>
                  <a:lnTo>
                    <a:pt x="61978" y="136189"/>
                  </a:lnTo>
                  <a:cubicBezTo>
                    <a:pt x="65370" y="136189"/>
                    <a:pt x="68110" y="133449"/>
                    <a:pt x="68110" y="130089"/>
                  </a:cubicBezTo>
                  <a:lnTo>
                    <a:pt x="68110" y="6133"/>
                  </a:lnTo>
                  <a:cubicBezTo>
                    <a:pt x="68110" y="2741"/>
                    <a:pt x="65370" y="1"/>
                    <a:pt x="619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109"/>
            <p:cNvSpPr/>
            <p:nvPr/>
          </p:nvSpPr>
          <p:spPr>
            <a:xfrm>
              <a:off x="2832200" y="3505000"/>
              <a:ext cx="1936825" cy="958225"/>
            </a:xfrm>
            <a:custGeom>
              <a:avLst/>
              <a:gdLst/>
              <a:ahLst/>
              <a:cxnLst/>
              <a:rect l="l" t="t" r="r" b="b"/>
              <a:pathLst>
                <a:path w="77473" h="38329" extrusionOk="0">
                  <a:moveTo>
                    <a:pt x="6101" y="0"/>
                  </a:moveTo>
                  <a:cubicBezTo>
                    <a:pt x="2741" y="0"/>
                    <a:pt x="1" y="2740"/>
                    <a:pt x="1" y="6133"/>
                  </a:cubicBezTo>
                  <a:lnTo>
                    <a:pt x="1" y="32229"/>
                  </a:lnTo>
                  <a:cubicBezTo>
                    <a:pt x="1" y="35588"/>
                    <a:pt x="2741" y="38329"/>
                    <a:pt x="6101" y="38329"/>
                  </a:cubicBezTo>
                  <a:lnTo>
                    <a:pt x="71340" y="38329"/>
                  </a:lnTo>
                  <a:cubicBezTo>
                    <a:pt x="74733" y="38329"/>
                    <a:pt x="77473" y="35588"/>
                    <a:pt x="77473" y="32229"/>
                  </a:cubicBezTo>
                  <a:lnTo>
                    <a:pt x="77473" y="6133"/>
                  </a:lnTo>
                  <a:cubicBezTo>
                    <a:pt x="77473" y="2740"/>
                    <a:pt x="74733" y="0"/>
                    <a:pt x="713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109"/>
            <p:cNvSpPr/>
            <p:nvPr/>
          </p:nvSpPr>
          <p:spPr>
            <a:xfrm>
              <a:off x="3800200" y="3505000"/>
              <a:ext cx="968825" cy="958225"/>
            </a:xfrm>
            <a:custGeom>
              <a:avLst/>
              <a:gdLst/>
              <a:ahLst/>
              <a:cxnLst/>
              <a:rect l="l" t="t" r="r" b="b"/>
              <a:pathLst>
                <a:path w="38753" h="38329" extrusionOk="0">
                  <a:moveTo>
                    <a:pt x="1" y="0"/>
                  </a:moveTo>
                  <a:lnTo>
                    <a:pt x="1" y="38329"/>
                  </a:lnTo>
                  <a:lnTo>
                    <a:pt x="32620" y="38329"/>
                  </a:lnTo>
                  <a:cubicBezTo>
                    <a:pt x="36013" y="38329"/>
                    <a:pt x="38753" y="35588"/>
                    <a:pt x="38753" y="32229"/>
                  </a:cubicBezTo>
                  <a:lnTo>
                    <a:pt x="38753" y="6133"/>
                  </a:lnTo>
                  <a:cubicBezTo>
                    <a:pt x="38753" y="2740"/>
                    <a:pt x="36013" y="0"/>
                    <a:pt x="32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109"/>
            <p:cNvSpPr/>
            <p:nvPr/>
          </p:nvSpPr>
          <p:spPr>
            <a:xfrm>
              <a:off x="1784300" y="3886650"/>
              <a:ext cx="1014500" cy="1021025"/>
            </a:xfrm>
            <a:custGeom>
              <a:avLst/>
              <a:gdLst/>
              <a:ahLst/>
              <a:cxnLst/>
              <a:rect l="l" t="t" r="r" b="b"/>
              <a:pathLst>
                <a:path w="40580" h="40841" extrusionOk="0">
                  <a:moveTo>
                    <a:pt x="20290" y="0"/>
                  </a:moveTo>
                  <a:cubicBezTo>
                    <a:pt x="9101" y="0"/>
                    <a:pt x="0" y="9101"/>
                    <a:pt x="0" y="20290"/>
                  </a:cubicBezTo>
                  <a:cubicBezTo>
                    <a:pt x="0" y="25705"/>
                    <a:pt x="2121" y="30826"/>
                    <a:pt x="5904" y="34708"/>
                  </a:cubicBezTo>
                  <a:cubicBezTo>
                    <a:pt x="9754" y="38655"/>
                    <a:pt x="14875" y="40840"/>
                    <a:pt x="20290" y="40840"/>
                  </a:cubicBezTo>
                  <a:cubicBezTo>
                    <a:pt x="25705" y="40840"/>
                    <a:pt x="30826" y="38655"/>
                    <a:pt x="34675" y="34708"/>
                  </a:cubicBezTo>
                  <a:cubicBezTo>
                    <a:pt x="38459" y="30826"/>
                    <a:pt x="40579" y="25705"/>
                    <a:pt x="40579" y="20290"/>
                  </a:cubicBezTo>
                  <a:cubicBezTo>
                    <a:pt x="40579" y="9101"/>
                    <a:pt x="31478" y="0"/>
                    <a:pt x="20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109"/>
            <p:cNvSpPr/>
            <p:nvPr/>
          </p:nvSpPr>
          <p:spPr>
            <a:xfrm>
              <a:off x="1568175" y="3668100"/>
              <a:ext cx="1447550" cy="1458125"/>
            </a:xfrm>
            <a:custGeom>
              <a:avLst/>
              <a:gdLst/>
              <a:ahLst/>
              <a:cxnLst/>
              <a:rect l="l" t="t" r="r" b="b"/>
              <a:pathLst>
                <a:path w="57902" h="58325" extrusionOk="0">
                  <a:moveTo>
                    <a:pt x="28935" y="12233"/>
                  </a:moveTo>
                  <a:cubicBezTo>
                    <a:pt x="38166" y="12233"/>
                    <a:pt x="45669" y="19735"/>
                    <a:pt x="45669" y="28967"/>
                  </a:cubicBezTo>
                  <a:cubicBezTo>
                    <a:pt x="45669" y="38231"/>
                    <a:pt x="38003" y="46092"/>
                    <a:pt x="28935" y="46092"/>
                  </a:cubicBezTo>
                  <a:cubicBezTo>
                    <a:pt x="19866" y="46092"/>
                    <a:pt x="12233" y="38231"/>
                    <a:pt x="12233" y="28967"/>
                  </a:cubicBezTo>
                  <a:cubicBezTo>
                    <a:pt x="12233" y="19735"/>
                    <a:pt x="19703" y="12233"/>
                    <a:pt x="28935" y="12233"/>
                  </a:cubicBezTo>
                  <a:close/>
                  <a:moveTo>
                    <a:pt x="28935" y="0"/>
                  </a:moveTo>
                  <a:cubicBezTo>
                    <a:pt x="12984" y="0"/>
                    <a:pt x="1" y="12983"/>
                    <a:pt x="1" y="28967"/>
                  </a:cubicBezTo>
                  <a:cubicBezTo>
                    <a:pt x="1" y="36697"/>
                    <a:pt x="2969" y="44004"/>
                    <a:pt x="8417" y="49582"/>
                  </a:cubicBezTo>
                  <a:cubicBezTo>
                    <a:pt x="13897" y="55226"/>
                    <a:pt x="21204" y="58324"/>
                    <a:pt x="28935" y="58324"/>
                  </a:cubicBezTo>
                  <a:cubicBezTo>
                    <a:pt x="36666" y="58324"/>
                    <a:pt x="43973" y="55226"/>
                    <a:pt x="49453" y="49582"/>
                  </a:cubicBezTo>
                  <a:cubicBezTo>
                    <a:pt x="54900" y="44004"/>
                    <a:pt x="57901" y="36697"/>
                    <a:pt x="57901" y="28967"/>
                  </a:cubicBezTo>
                  <a:cubicBezTo>
                    <a:pt x="57901" y="12983"/>
                    <a:pt x="44886" y="0"/>
                    <a:pt x="2893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109"/>
            <p:cNvSpPr/>
            <p:nvPr/>
          </p:nvSpPr>
          <p:spPr>
            <a:xfrm>
              <a:off x="1190625" y="2689500"/>
              <a:ext cx="2192075" cy="1773725"/>
            </a:xfrm>
            <a:custGeom>
              <a:avLst/>
              <a:gdLst/>
              <a:ahLst/>
              <a:cxnLst/>
              <a:rect l="l" t="t" r="r" b="b"/>
              <a:pathLst>
                <a:path w="87683" h="70949" extrusionOk="0">
                  <a:moveTo>
                    <a:pt x="44037" y="0"/>
                  </a:moveTo>
                  <a:cubicBezTo>
                    <a:pt x="19768" y="0"/>
                    <a:pt x="0" y="19572"/>
                    <a:pt x="0" y="43646"/>
                  </a:cubicBezTo>
                  <a:lnTo>
                    <a:pt x="0" y="64849"/>
                  </a:lnTo>
                  <a:cubicBezTo>
                    <a:pt x="0" y="68208"/>
                    <a:pt x="2740" y="70949"/>
                    <a:pt x="6133" y="70949"/>
                  </a:cubicBezTo>
                  <a:lnTo>
                    <a:pt x="87682" y="70949"/>
                  </a:lnTo>
                  <a:lnTo>
                    <a:pt x="87682" y="43646"/>
                  </a:lnTo>
                  <a:cubicBezTo>
                    <a:pt x="87682" y="39829"/>
                    <a:pt x="87193" y="36143"/>
                    <a:pt x="86247" y="32620"/>
                  </a:cubicBezTo>
                  <a:cubicBezTo>
                    <a:pt x="81354" y="13896"/>
                    <a:pt x="64294" y="0"/>
                    <a:pt x="440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109"/>
            <p:cNvSpPr/>
            <p:nvPr/>
          </p:nvSpPr>
          <p:spPr>
            <a:xfrm>
              <a:off x="4923950" y="3886650"/>
              <a:ext cx="1014500" cy="1021025"/>
            </a:xfrm>
            <a:custGeom>
              <a:avLst/>
              <a:gdLst/>
              <a:ahLst/>
              <a:cxnLst/>
              <a:rect l="l" t="t" r="r" b="b"/>
              <a:pathLst>
                <a:path w="40580" h="40841" extrusionOk="0">
                  <a:moveTo>
                    <a:pt x="20290" y="0"/>
                  </a:moveTo>
                  <a:cubicBezTo>
                    <a:pt x="9102" y="0"/>
                    <a:pt x="1" y="9101"/>
                    <a:pt x="1" y="20290"/>
                  </a:cubicBezTo>
                  <a:cubicBezTo>
                    <a:pt x="1" y="25705"/>
                    <a:pt x="2121" y="30826"/>
                    <a:pt x="5905" y="34708"/>
                  </a:cubicBezTo>
                  <a:cubicBezTo>
                    <a:pt x="9754" y="38655"/>
                    <a:pt x="14875" y="40840"/>
                    <a:pt x="20290" y="40840"/>
                  </a:cubicBezTo>
                  <a:cubicBezTo>
                    <a:pt x="25705" y="40840"/>
                    <a:pt x="30827" y="38655"/>
                    <a:pt x="34676" y="34708"/>
                  </a:cubicBezTo>
                  <a:cubicBezTo>
                    <a:pt x="38460" y="30826"/>
                    <a:pt x="40580" y="25705"/>
                    <a:pt x="40580" y="20290"/>
                  </a:cubicBezTo>
                  <a:cubicBezTo>
                    <a:pt x="40580" y="9101"/>
                    <a:pt x="31479" y="0"/>
                    <a:pt x="20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109"/>
            <p:cNvSpPr/>
            <p:nvPr/>
          </p:nvSpPr>
          <p:spPr>
            <a:xfrm>
              <a:off x="4707850" y="3668100"/>
              <a:ext cx="1447525" cy="1458125"/>
            </a:xfrm>
            <a:custGeom>
              <a:avLst/>
              <a:gdLst/>
              <a:ahLst/>
              <a:cxnLst/>
              <a:rect l="l" t="t" r="r" b="b"/>
              <a:pathLst>
                <a:path w="57901" h="58325" extrusionOk="0">
                  <a:moveTo>
                    <a:pt x="28934" y="12233"/>
                  </a:moveTo>
                  <a:cubicBezTo>
                    <a:pt x="38166" y="12233"/>
                    <a:pt x="45668" y="19735"/>
                    <a:pt x="45668" y="28967"/>
                  </a:cubicBezTo>
                  <a:cubicBezTo>
                    <a:pt x="45668" y="38231"/>
                    <a:pt x="38003" y="46092"/>
                    <a:pt x="28934" y="46092"/>
                  </a:cubicBezTo>
                  <a:cubicBezTo>
                    <a:pt x="19866" y="46092"/>
                    <a:pt x="12233" y="38231"/>
                    <a:pt x="12233" y="28967"/>
                  </a:cubicBezTo>
                  <a:cubicBezTo>
                    <a:pt x="12233" y="19735"/>
                    <a:pt x="19703" y="12233"/>
                    <a:pt x="28934" y="12233"/>
                  </a:cubicBezTo>
                  <a:close/>
                  <a:moveTo>
                    <a:pt x="28934" y="0"/>
                  </a:moveTo>
                  <a:cubicBezTo>
                    <a:pt x="12983" y="0"/>
                    <a:pt x="0" y="12983"/>
                    <a:pt x="0" y="28967"/>
                  </a:cubicBezTo>
                  <a:cubicBezTo>
                    <a:pt x="0" y="36697"/>
                    <a:pt x="2969" y="44004"/>
                    <a:pt x="8416" y="49582"/>
                  </a:cubicBezTo>
                  <a:cubicBezTo>
                    <a:pt x="13897" y="55226"/>
                    <a:pt x="21203" y="58324"/>
                    <a:pt x="28934" y="58324"/>
                  </a:cubicBezTo>
                  <a:cubicBezTo>
                    <a:pt x="36665" y="58324"/>
                    <a:pt x="43972" y="55226"/>
                    <a:pt x="49452" y="49582"/>
                  </a:cubicBezTo>
                  <a:cubicBezTo>
                    <a:pt x="54900" y="44004"/>
                    <a:pt x="57901" y="36697"/>
                    <a:pt x="57901" y="28967"/>
                  </a:cubicBezTo>
                  <a:cubicBezTo>
                    <a:pt x="57901" y="12983"/>
                    <a:pt x="44885" y="0"/>
                    <a:pt x="289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109"/>
            <p:cNvSpPr/>
            <p:nvPr/>
          </p:nvSpPr>
          <p:spPr>
            <a:xfrm>
              <a:off x="4789400" y="1547800"/>
              <a:ext cx="1284425" cy="1936825"/>
            </a:xfrm>
            <a:custGeom>
              <a:avLst/>
              <a:gdLst/>
              <a:ahLst/>
              <a:cxnLst/>
              <a:rect l="l" t="t" r="r" b="b"/>
              <a:pathLst>
                <a:path w="51377" h="77473" extrusionOk="0">
                  <a:moveTo>
                    <a:pt x="6100" y="1"/>
                  </a:moveTo>
                  <a:cubicBezTo>
                    <a:pt x="2708" y="1"/>
                    <a:pt x="0" y="2741"/>
                    <a:pt x="0" y="6133"/>
                  </a:cubicBezTo>
                  <a:lnTo>
                    <a:pt x="0" y="71373"/>
                  </a:lnTo>
                  <a:cubicBezTo>
                    <a:pt x="0" y="74733"/>
                    <a:pt x="2708" y="77473"/>
                    <a:pt x="6100" y="77473"/>
                  </a:cubicBezTo>
                  <a:lnTo>
                    <a:pt x="45244" y="77473"/>
                  </a:lnTo>
                  <a:cubicBezTo>
                    <a:pt x="48637" y="77473"/>
                    <a:pt x="51377" y="74733"/>
                    <a:pt x="51377" y="71373"/>
                  </a:cubicBezTo>
                  <a:lnTo>
                    <a:pt x="51377" y="63740"/>
                  </a:lnTo>
                  <a:cubicBezTo>
                    <a:pt x="51377" y="44331"/>
                    <a:pt x="48245" y="25150"/>
                    <a:pt x="42113" y="6720"/>
                  </a:cubicBezTo>
                  <a:lnTo>
                    <a:pt x="41265" y="4176"/>
                  </a:lnTo>
                  <a:cubicBezTo>
                    <a:pt x="40416" y="1697"/>
                    <a:pt x="38100" y="1"/>
                    <a:pt x="354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109"/>
            <p:cNvSpPr/>
            <p:nvPr/>
          </p:nvSpPr>
          <p:spPr>
            <a:xfrm>
              <a:off x="4463200" y="3097250"/>
              <a:ext cx="1936825" cy="1365975"/>
            </a:xfrm>
            <a:custGeom>
              <a:avLst/>
              <a:gdLst/>
              <a:ahLst/>
              <a:cxnLst/>
              <a:rect l="l" t="t" r="r" b="b"/>
              <a:pathLst>
                <a:path w="77473" h="54639" extrusionOk="0">
                  <a:moveTo>
                    <a:pt x="38720" y="0"/>
                  </a:moveTo>
                  <a:cubicBezTo>
                    <a:pt x="17354" y="0"/>
                    <a:pt x="1" y="17387"/>
                    <a:pt x="1" y="38753"/>
                  </a:cubicBezTo>
                  <a:lnTo>
                    <a:pt x="1" y="48539"/>
                  </a:lnTo>
                  <a:cubicBezTo>
                    <a:pt x="1" y="51898"/>
                    <a:pt x="2708" y="54639"/>
                    <a:pt x="6100" y="54639"/>
                  </a:cubicBezTo>
                  <a:lnTo>
                    <a:pt x="71340" y="54639"/>
                  </a:lnTo>
                  <a:cubicBezTo>
                    <a:pt x="74733" y="54639"/>
                    <a:pt x="77473" y="51898"/>
                    <a:pt x="77473" y="48539"/>
                  </a:cubicBezTo>
                  <a:lnTo>
                    <a:pt x="77473" y="38753"/>
                  </a:lnTo>
                  <a:cubicBezTo>
                    <a:pt x="77473" y="17387"/>
                    <a:pt x="60086" y="0"/>
                    <a:pt x="387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109"/>
            <p:cNvSpPr/>
            <p:nvPr/>
          </p:nvSpPr>
          <p:spPr>
            <a:xfrm>
              <a:off x="4137000" y="1058500"/>
              <a:ext cx="713575" cy="305850"/>
            </a:xfrm>
            <a:custGeom>
              <a:avLst/>
              <a:gdLst/>
              <a:ahLst/>
              <a:cxnLst/>
              <a:rect l="l" t="t" r="r" b="b"/>
              <a:pathLst>
                <a:path w="28543" h="12234" extrusionOk="0">
                  <a:moveTo>
                    <a:pt x="6100" y="1"/>
                  </a:moveTo>
                  <a:cubicBezTo>
                    <a:pt x="2708" y="1"/>
                    <a:pt x="1" y="2741"/>
                    <a:pt x="1" y="6133"/>
                  </a:cubicBezTo>
                  <a:cubicBezTo>
                    <a:pt x="1" y="9493"/>
                    <a:pt x="2708" y="12233"/>
                    <a:pt x="6100" y="12233"/>
                  </a:cubicBezTo>
                  <a:lnTo>
                    <a:pt x="22410" y="12233"/>
                  </a:lnTo>
                  <a:cubicBezTo>
                    <a:pt x="25803" y="12233"/>
                    <a:pt x="28543" y="9493"/>
                    <a:pt x="28543" y="6133"/>
                  </a:cubicBezTo>
                  <a:cubicBezTo>
                    <a:pt x="28543" y="2741"/>
                    <a:pt x="25803" y="1"/>
                    <a:pt x="224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109"/>
            <p:cNvSpPr/>
            <p:nvPr/>
          </p:nvSpPr>
          <p:spPr>
            <a:xfrm>
              <a:off x="4544750" y="569200"/>
              <a:ext cx="1380650" cy="1284425"/>
            </a:xfrm>
            <a:custGeom>
              <a:avLst/>
              <a:gdLst/>
              <a:ahLst/>
              <a:cxnLst/>
              <a:rect l="l" t="t" r="r" b="b"/>
              <a:pathLst>
                <a:path w="55226" h="51377" extrusionOk="0">
                  <a:moveTo>
                    <a:pt x="25672" y="1"/>
                  </a:moveTo>
                  <a:cubicBezTo>
                    <a:pt x="11515" y="1"/>
                    <a:pt x="1" y="11548"/>
                    <a:pt x="1" y="25705"/>
                  </a:cubicBezTo>
                  <a:cubicBezTo>
                    <a:pt x="1" y="39862"/>
                    <a:pt x="11515" y="51377"/>
                    <a:pt x="25672" y="51377"/>
                  </a:cubicBezTo>
                  <a:lnTo>
                    <a:pt x="35882" y="51377"/>
                  </a:lnTo>
                  <a:cubicBezTo>
                    <a:pt x="35882" y="51377"/>
                    <a:pt x="55226" y="39308"/>
                    <a:pt x="55226" y="25705"/>
                  </a:cubicBezTo>
                  <a:cubicBezTo>
                    <a:pt x="55226" y="12103"/>
                    <a:pt x="35882" y="1"/>
                    <a:pt x="3588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109"/>
            <p:cNvSpPr/>
            <p:nvPr/>
          </p:nvSpPr>
          <p:spPr>
            <a:xfrm>
              <a:off x="5594300" y="569200"/>
              <a:ext cx="815525" cy="1284425"/>
            </a:xfrm>
            <a:custGeom>
              <a:avLst/>
              <a:gdLst/>
              <a:ahLst/>
              <a:cxnLst/>
              <a:rect l="l" t="t" r="r" b="b"/>
              <a:pathLst>
                <a:path w="32621" h="51377" extrusionOk="0">
                  <a:moveTo>
                    <a:pt x="6133" y="1"/>
                  </a:moveTo>
                  <a:cubicBezTo>
                    <a:pt x="6133" y="1"/>
                    <a:pt x="0" y="8939"/>
                    <a:pt x="0" y="25705"/>
                  </a:cubicBezTo>
                  <a:cubicBezTo>
                    <a:pt x="0" y="42439"/>
                    <a:pt x="6133" y="51377"/>
                    <a:pt x="6133" y="51377"/>
                  </a:cubicBezTo>
                  <a:lnTo>
                    <a:pt x="26520" y="51377"/>
                  </a:lnTo>
                  <a:cubicBezTo>
                    <a:pt x="29880" y="51377"/>
                    <a:pt x="32620" y="48637"/>
                    <a:pt x="32620" y="45277"/>
                  </a:cubicBezTo>
                  <a:lnTo>
                    <a:pt x="32620" y="6133"/>
                  </a:lnTo>
                  <a:cubicBezTo>
                    <a:pt x="32620" y="2741"/>
                    <a:pt x="29880" y="1"/>
                    <a:pt x="265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109"/>
            <p:cNvSpPr/>
            <p:nvPr/>
          </p:nvSpPr>
          <p:spPr>
            <a:xfrm>
              <a:off x="5441800" y="569200"/>
              <a:ext cx="305825" cy="1284425"/>
            </a:xfrm>
            <a:custGeom>
              <a:avLst/>
              <a:gdLst/>
              <a:ahLst/>
              <a:cxnLst/>
              <a:rect l="l" t="t" r="r" b="b"/>
              <a:pathLst>
                <a:path w="12233" h="51377" extrusionOk="0">
                  <a:moveTo>
                    <a:pt x="0" y="1"/>
                  </a:moveTo>
                  <a:lnTo>
                    <a:pt x="0" y="51377"/>
                  </a:lnTo>
                  <a:lnTo>
                    <a:pt x="12233" y="51377"/>
                  </a:lnTo>
                  <a:lnTo>
                    <a:pt x="1223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0" name="Google Shape;4170;p109"/>
          <p:cNvGrpSpPr/>
          <p:nvPr/>
        </p:nvGrpSpPr>
        <p:grpSpPr>
          <a:xfrm>
            <a:off x="1522568" y="2985376"/>
            <a:ext cx="255461" cy="457213"/>
            <a:chOff x="2342100" y="238000"/>
            <a:chExt cx="2916225" cy="5219325"/>
          </a:xfrm>
        </p:grpSpPr>
        <p:sp>
          <p:nvSpPr>
            <p:cNvPr id="4171" name="Google Shape;4171;p109"/>
            <p:cNvSpPr/>
            <p:nvPr/>
          </p:nvSpPr>
          <p:spPr>
            <a:xfrm>
              <a:off x="2342100" y="900300"/>
              <a:ext cx="2916225" cy="4557025"/>
            </a:xfrm>
            <a:custGeom>
              <a:avLst/>
              <a:gdLst/>
              <a:ahLst/>
              <a:cxnLst/>
              <a:rect l="l" t="t" r="r" b="b"/>
              <a:pathLst>
                <a:path w="116649" h="182281" extrusionOk="0">
                  <a:moveTo>
                    <a:pt x="12657" y="0"/>
                  </a:moveTo>
                  <a:cubicBezTo>
                    <a:pt x="9264" y="0"/>
                    <a:pt x="6524" y="2740"/>
                    <a:pt x="6524" y="6133"/>
                  </a:cubicBezTo>
                  <a:cubicBezTo>
                    <a:pt x="6524" y="22867"/>
                    <a:pt x="1338" y="31609"/>
                    <a:pt x="1011" y="32131"/>
                  </a:cubicBezTo>
                  <a:cubicBezTo>
                    <a:pt x="326" y="33142"/>
                    <a:pt x="0" y="34251"/>
                    <a:pt x="0" y="35491"/>
                  </a:cubicBezTo>
                  <a:lnTo>
                    <a:pt x="0" y="146398"/>
                  </a:lnTo>
                  <a:cubicBezTo>
                    <a:pt x="0" y="146398"/>
                    <a:pt x="0" y="146431"/>
                    <a:pt x="0" y="146431"/>
                  </a:cubicBezTo>
                  <a:cubicBezTo>
                    <a:pt x="33" y="146594"/>
                    <a:pt x="33" y="146757"/>
                    <a:pt x="33" y="146920"/>
                  </a:cubicBezTo>
                  <a:cubicBezTo>
                    <a:pt x="65" y="147018"/>
                    <a:pt x="65" y="147083"/>
                    <a:pt x="65" y="147149"/>
                  </a:cubicBezTo>
                  <a:cubicBezTo>
                    <a:pt x="98" y="147377"/>
                    <a:pt x="131" y="147638"/>
                    <a:pt x="196" y="147866"/>
                  </a:cubicBezTo>
                  <a:lnTo>
                    <a:pt x="7535" y="177615"/>
                  </a:lnTo>
                  <a:cubicBezTo>
                    <a:pt x="8220" y="180356"/>
                    <a:pt x="10667" y="182280"/>
                    <a:pt x="13472" y="182280"/>
                  </a:cubicBezTo>
                  <a:lnTo>
                    <a:pt x="103177" y="182280"/>
                  </a:lnTo>
                  <a:cubicBezTo>
                    <a:pt x="105982" y="182280"/>
                    <a:pt x="108429" y="180356"/>
                    <a:pt x="109114" y="177615"/>
                  </a:cubicBezTo>
                  <a:lnTo>
                    <a:pt x="116453" y="147866"/>
                  </a:lnTo>
                  <a:cubicBezTo>
                    <a:pt x="116518" y="147638"/>
                    <a:pt x="116551" y="147377"/>
                    <a:pt x="116584" y="147149"/>
                  </a:cubicBezTo>
                  <a:cubicBezTo>
                    <a:pt x="116584" y="147083"/>
                    <a:pt x="116584" y="147018"/>
                    <a:pt x="116616" y="146920"/>
                  </a:cubicBezTo>
                  <a:cubicBezTo>
                    <a:pt x="116616" y="146757"/>
                    <a:pt x="116616" y="146594"/>
                    <a:pt x="116616" y="146431"/>
                  </a:cubicBezTo>
                  <a:cubicBezTo>
                    <a:pt x="116616" y="146431"/>
                    <a:pt x="116649" y="146398"/>
                    <a:pt x="116649" y="146398"/>
                  </a:cubicBezTo>
                  <a:lnTo>
                    <a:pt x="116649" y="35491"/>
                  </a:lnTo>
                  <a:cubicBezTo>
                    <a:pt x="116649" y="34251"/>
                    <a:pt x="116323" y="33142"/>
                    <a:pt x="115638" y="32131"/>
                  </a:cubicBezTo>
                  <a:cubicBezTo>
                    <a:pt x="115311" y="31609"/>
                    <a:pt x="110125" y="22867"/>
                    <a:pt x="110125" y="6133"/>
                  </a:cubicBezTo>
                  <a:cubicBezTo>
                    <a:pt x="110125" y="2740"/>
                    <a:pt x="107385" y="0"/>
                    <a:pt x="1039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109"/>
            <p:cNvSpPr/>
            <p:nvPr/>
          </p:nvSpPr>
          <p:spPr>
            <a:xfrm>
              <a:off x="3799375" y="900300"/>
              <a:ext cx="1458950" cy="4557025"/>
            </a:xfrm>
            <a:custGeom>
              <a:avLst/>
              <a:gdLst/>
              <a:ahLst/>
              <a:cxnLst/>
              <a:rect l="l" t="t" r="r" b="b"/>
              <a:pathLst>
                <a:path w="58358" h="182281" extrusionOk="0">
                  <a:moveTo>
                    <a:pt x="1" y="0"/>
                  </a:moveTo>
                  <a:lnTo>
                    <a:pt x="1" y="182280"/>
                  </a:lnTo>
                  <a:lnTo>
                    <a:pt x="44886" y="182280"/>
                  </a:lnTo>
                  <a:cubicBezTo>
                    <a:pt x="47691" y="182280"/>
                    <a:pt x="50138" y="180356"/>
                    <a:pt x="50823" y="177615"/>
                  </a:cubicBezTo>
                  <a:lnTo>
                    <a:pt x="58162" y="147866"/>
                  </a:lnTo>
                  <a:cubicBezTo>
                    <a:pt x="58227" y="147638"/>
                    <a:pt x="58260" y="147377"/>
                    <a:pt x="58293" y="147149"/>
                  </a:cubicBezTo>
                  <a:cubicBezTo>
                    <a:pt x="58293" y="147083"/>
                    <a:pt x="58293" y="147018"/>
                    <a:pt x="58325" y="146920"/>
                  </a:cubicBezTo>
                  <a:cubicBezTo>
                    <a:pt x="58325" y="146757"/>
                    <a:pt x="58325" y="146594"/>
                    <a:pt x="58358" y="146431"/>
                  </a:cubicBezTo>
                  <a:cubicBezTo>
                    <a:pt x="58358" y="146431"/>
                    <a:pt x="58358" y="146398"/>
                    <a:pt x="58358" y="146398"/>
                  </a:cubicBezTo>
                  <a:lnTo>
                    <a:pt x="58358" y="35491"/>
                  </a:lnTo>
                  <a:cubicBezTo>
                    <a:pt x="58358" y="34251"/>
                    <a:pt x="58032" y="33142"/>
                    <a:pt x="57347" y="32131"/>
                  </a:cubicBezTo>
                  <a:cubicBezTo>
                    <a:pt x="57020" y="31609"/>
                    <a:pt x="51834" y="22867"/>
                    <a:pt x="51834" y="6133"/>
                  </a:cubicBezTo>
                  <a:cubicBezTo>
                    <a:pt x="51834" y="2740"/>
                    <a:pt x="49094" y="0"/>
                    <a:pt x="457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109"/>
            <p:cNvSpPr/>
            <p:nvPr/>
          </p:nvSpPr>
          <p:spPr>
            <a:xfrm>
              <a:off x="2342100" y="1634250"/>
              <a:ext cx="2916225" cy="3078525"/>
            </a:xfrm>
            <a:custGeom>
              <a:avLst/>
              <a:gdLst/>
              <a:ahLst/>
              <a:cxnLst/>
              <a:rect l="l" t="t" r="r" b="b"/>
              <a:pathLst>
                <a:path w="116649" h="123141" extrusionOk="0">
                  <a:moveTo>
                    <a:pt x="8677" y="0"/>
                  </a:moveTo>
                  <a:lnTo>
                    <a:pt x="0" y="12233"/>
                  </a:lnTo>
                  <a:lnTo>
                    <a:pt x="0" y="110908"/>
                  </a:lnTo>
                  <a:lnTo>
                    <a:pt x="11319" y="123140"/>
                  </a:lnTo>
                  <a:lnTo>
                    <a:pt x="105330" y="123140"/>
                  </a:lnTo>
                  <a:lnTo>
                    <a:pt x="116649" y="110908"/>
                  </a:lnTo>
                  <a:lnTo>
                    <a:pt x="116649" y="12233"/>
                  </a:lnTo>
                  <a:lnTo>
                    <a:pt x="1079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109"/>
            <p:cNvSpPr/>
            <p:nvPr/>
          </p:nvSpPr>
          <p:spPr>
            <a:xfrm>
              <a:off x="3800200" y="1634250"/>
              <a:ext cx="1458125" cy="3078525"/>
            </a:xfrm>
            <a:custGeom>
              <a:avLst/>
              <a:gdLst/>
              <a:ahLst/>
              <a:cxnLst/>
              <a:rect l="l" t="t" r="r" b="b"/>
              <a:pathLst>
                <a:path w="58325" h="123141" extrusionOk="0">
                  <a:moveTo>
                    <a:pt x="1" y="0"/>
                  </a:moveTo>
                  <a:lnTo>
                    <a:pt x="1" y="123140"/>
                  </a:lnTo>
                  <a:lnTo>
                    <a:pt x="47006" y="123140"/>
                  </a:lnTo>
                  <a:lnTo>
                    <a:pt x="58325" y="110908"/>
                  </a:lnTo>
                  <a:lnTo>
                    <a:pt x="58325" y="12233"/>
                  </a:lnTo>
                  <a:lnTo>
                    <a:pt x="496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109"/>
            <p:cNvSpPr/>
            <p:nvPr/>
          </p:nvSpPr>
          <p:spPr>
            <a:xfrm>
              <a:off x="2915400" y="238000"/>
              <a:ext cx="989200" cy="968950"/>
            </a:xfrm>
            <a:custGeom>
              <a:avLst/>
              <a:gdLst/>
              <a:ahLst/>
              <a:cxnLst/>
              <a:rect l="l" t="t" r="r" b="b"/>
              <a:pathLst>
                <a:path w="39568" h="38758" extrusionOk="0">
                  <a:moveTo>
                    <a:pt x="6745" y="1"/>
                  </a:moveTo>
                  <a:cubicBezTo>
                    <a:pt x="5195" y="1"/>
                    <a:pt x="3641" y="588"/>
                    <a:pt x="2447" y="1766"/>
                  </a:cubicBezTo>
                  <a:cubicBezTo>
                    <a:pt x="33" y="4148"/>
                    <a:pt x="0" y="7997"/>
                    <a:pt x="2381" y="10411"/>
                  </a:cubicBezTo>
                  <a:lnTo>
                    <a:pt x="28477" y="36931"/>
                  </a:lnTo>
                  <a:cubicBezTo>
                    <a:pt x="29684" y="38138"/>
                    <a:pt x="31250" y="38757"/>
                    <a:pt x="32848" y="38757"/>
                  </a:cubicBezTo>
                  <a:cubicBezTo>
                    <a:pt x="34381" y="38757"/>
                    <a:pt x="35947" y="38170"/>
                    <a:pt x="37121" y="36996"/>
                  </a:cubicBezTo>
                  <a:cubicBezTo>
                    <a:pt x="39535" y="34615"/>
                    <a:pt x="39568" y="30733"/>
                    <a:pt x="37187" y="28319"/>
                  </a:cubicBezTo>
                  <a:lnTo>
                    <a:pt x="11091" y="1832"/>
                  </a:lnTo>
                  <a:cubicBezTo>
                    <a:pt x="9904" y="612"/>
                    <a:pt x="8327" y="1"/>
                    <a:pt x="67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109"/>
            <p:cNvSpPr/>
            <p:nvPr/>
          </p:nvSpPr>
          <p:spPr>
            <a:xfrm>
              <a:off x="2342100" y="900300"/>
              <a:ext cx="2916225" cy="305825"/>
            </a:xfrm>
            <a:custGeom>
              <a:avLst/>
              <a:gdLst/>
              <a:ahLst/>
              <a:cxnLst/>
              <a:rect l="l" t="t" r="r" b="b"/>
              <a:pathLst>
                <a:path w="116649" h="12233" extrusionOk="0">
                  <a:moveTo>
                    <a:pt x="6133" y="0"/>
                  </a:moveTo>
                  <a:cubicBezTo>
                    <a:pt x="2740" y="0"/>
                    <a:pt x="0" y="2740"/>
                    <a:pt x="0" y="6133"/>
                  </a:cubicBezTo>
                  <a:cubicBezTo>
                    <a:pt x="0" y="9493"/>
                    <a:pt x="2740" y="12233"/>
                    <a:pt x="6133" y="12233"/>
                  </a:cubicBezTo>
                  <a:lnTo>
                    <a:pt x="110516" y="12233"/>
                  </a:lnTo>
                  <a:cubicBezTo>
                    <a:pt x="113909" y="12233"/>
                    <a:pt x="116649" y="9493"/>
                    <a:pt x="116649" y="6133"/>
                  </a:cubicBezTo>
                  <a:cubicBezTo>
                    <a:pt x="116649" y="2740"/>
                    <a:pt x="113909" y="0"/>
                    <a:pt x="11051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109"/>
            <p:cNvSpPr/>
            <p:nvPr/>
          </p:nvSpPr>
          <p:spPr>
            <a:xfrm>
              <a:off x="3800200" y="900300"/>
              <a:ext cx="1458125" cy="305825"/>
            </a:xfrm>
            <a:custGeom>
              <a:avLst/>
              <a:gdLst/>
              <a:ahLst/>
              <a:cxnLst/>
              <a:rect l="l" t="t" r="r" b="b"/>
              <a:pathLst>
                <a:path w="58325" h="12233" extrusionOk="0">
                  <a:moveTo>
                    <a:pt x="1" y="0"/>
                  </a:moveTo>
                  <a:lnTo>
                    <a:pt x="1" y="12233"/>
                  </a:lnTo>
                  <a:lnTo>
                    <a:pt x="52192" y="12233"/>
                  </a:lnTo>
                  <a:cubicBezTo>
                    <a:pt x="55585" y="12233"/>
                    <a:pt x="58325" y="9493"/>
                    <a:pt x="58325" y="6133"/>
                  </a:cubicBezTo>
                  <a:cubicBezTo>
                    <a:pt x="58325" y="2740"/>
                    <a:pt x="55585" y="0"/>
                    <a:pt x="521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109"/>
            <p:cNvSpPr/>
            <p:nvPr/>
          </p:nvSpPr>
          <p:spPr>
            <a:xfrm>
              <a:off x="2342100" y="4406925"/>
              <a:ext cx="2916225" cy="305850"/>
            </a:xfrm>
            <a:custGeom>
              <a:avLst/>
              <a:gdLst/>
              <a:ahLst/>
              <a:cxnLst/>
              <a:rect l="l" t="t" r="r" b="b"/>
              <a:pathLst>
                <a:path w="116649" h="12234" extrusionOk="0">
                  <a:moveTo>
                    <a:pt x="0" y="1"/>
                  </a:moveTo>
                  <a:lnTo>
                    <a:pt x="0" y="6133"/>
                  </a:lnTo>
                  <a:cubicBezTo>
                    <a:pt x="0" y="6623"/>
                    <a:pt x="65" y="7112"/>
                    <a:pt x="196" y="7601"/>
                  </a:cubicBezTo>
                  <a:lnTo>
                    <a:pt x="1338" y="12233"/>
                  </a:lnTo>
                  <a:lnTo>
                    <a:pt x="115311" y="12233"/>
                  </a:lnTo>
                  <a:lnTo>
                    <a:pt x="116453" y="7601"/>
                  </a:lnTo>
                  <a:cubicBezTo>
                    <a:pt x="116584" y="7112"/>
                    <a:pt x="116649" y="6623"/>
                    <a:pt x="116649" y="6133"/>
                  </a:cubicBezTo>
                  <a:lnTo>
                    <a:pt x="11664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109"/>
            <p:cNvSpPr/>
            <p:nvPr/>
          </p:nvSpPr>
          <p:spPr>
            <a:xfrm>
              <a:off x="3800200" y="4406925"/>
              <a:ext cx="1458125" cy="305850"/>
            </a:xfrm>
            <a:custGeom>
              <a:avLst/>
              <a:gdLst/>
              <a:ahLst/>
              <a:cxnLst/>
              <a:rect l="l" t="t" r="r" b="b"/>
              <a:pathLst>
                <a:path w="58325" h="12234" extrusionOk="0">
                  <a:moveTo>
                    <a:pt x="1" y="1"/>
                  </a:moveTo>
                  <a:lnTo>
                    <a:pt x="1" y="12233"/>
                  </a:lnTo>
                  <a:lnTo>
                    <a:pt x="56987" y="12233"/>
                  </a:lnTo>
                  <a:lnTo>
                    <a:pt x="58129" y="7601"/>
                  </a:lnTo>
                  <a:cubicBezTo>
                    <a:pt x="58260" y="7112"/>
                    <a:pt x="58325" y="6623"/>
                    <a:pt x="58325" y="6133"/>
                  </a:cubicBezTo>
                  <a:lnTo>
                    <a:pt x="5832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109"/>
            <p:cNvSpPr/>
            <p:nvPr/>
          </p:nvSpPr>
          <p:spPr>
            <a:xfrm>
              <a:off x="2342100" y="1634250"/>
              <a:ext cx="2916225" cy="305825"/>
            </a:xfrm>
            <a:custGeom>
              <a:avLst/>
              <a:gdLst/>
              <a:ahLst/>
              <a:cxnLst/>
              <a:rect l="l" t="t" r="r" b="b"/>
              <a:pathLst>
                <a:path w="116649" h="12233" extrusionOk="0">
                  <a:moveTo>
                    <a:pt x="2382" y="0"/>
                  </a:moveTo>
                  <a:cubicBezTo>
                    <a:pt x="1664" y="1696"/>
                    <a:pt x="1109" y="2610"/>
                    <a:pt x="1011" y="2773"/>
                  </a:cubicBezTo>
                  <a:cubicBezTo>
                    <a:pt x="326" y="3784"/>
                    <a:pt x="0" y="4893"/>
                    <a:pt x="0" y="6133"/>
                  </a:cubicBezTo>
                  <a:lnTo>
                    <a:pt x="0" y="12233"/>
                  </a:lnTo>
                  <a:lnTo>
                    <a:pt x="116649" y="12233"/>
                  </a:lnTo>
                  <a:lnTo>
                    <a:pt x="116649" y="6133"/>
                  </a:lnTo>
                  <a:cubicBezTo>
                    <a:pt x="116649" y="4893"/>
                    <a:pt x="116323" y="3784"/>
                    <a:pt x="115638" y="2773"/>
                  </a:cubicBezTo>
                  <a:cubicBezTo>
                    <a:pt x="115540" y="2610"/>
                    <a:pt x="114985" y="1696"/>
                    <a:pt x="11426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109"/>
            <p:cNvSpPr/>
            <p:nvPr/>
          </p:nvSpPr>
          <p:spPr>
            <a:xfrm>
              <a:off x="3800200" y="1634250"/>
              <a:ext cx="1458125" cy="305825"/>
            </a:xfrm>
            <a:custGeom>
              <a:avLst/>
              <a:gdLst/>
              <a:ahLst/>
              <a:cxnLst/>
              <a:rect l="l" t="t" r="r" b="b"/>
              <a:pathLst>
                <a:path w="58325" h="12233" extrusionOk="0">
                  <a:moveTo>
                    <a:pt x="1" y="0"/>
                  </a:moveTo>
                  <a:lnTo>
                    <a:pt x="1" y="12233"/>
                  </a:lnTo>
                  <a:lnTo>
                    <a:pt x="58325" y="12233"/>
                  </a:lnTo>
                  <a:lnTo>
                    <a:pt x="58325" y="6133"/>
                  </a:lnTo>
                  <a:cubicBezTo>
                    <a:pt x="58325" y="4893"/>
                    <a:pt x="57999" y="3784"/>
                    <a:pt x="57314" y="2773"/>
                  </a:cubicBezTo>
                  <a:cubicBezTo>
                    <a:pt x="57216" y="2610"/>
                    <a:pt x="56661" y="1696"/>
                    <a:pt x="559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109"/>
            <p:cNvSpPr/>
            <p:nvPr/>
          </p:nvSpPr>
          <p:spPr>
            <a:xfrm>
              <a:off x="3270950" y="2644650"/>
              <a:ext cx="1058525" cy="1058525"/>
            </a:xfrm>
            <a:custGeom>
              <a:avLst/>
              <a:gdLst/>
              <a:ahLst/>
              <a:cxnLst/>
              <a:rect l="l" t="t" r="r" b="b"/>
              <a:pathLst>
                <a:path w="42341" h="42341" extrusionOk="0">
                  <a:moveTo>
                    <a:pt x="21171" y="0"/>
                  </a:moveTo>
                  <a:cubicBezTo>
                    <a:pt x="9493" y="0"/>
                    <a:pt x="0" y="9493"/>
                    <a:pt x="0" y="21171"/>
                  </a:cubicBezTo>
                  <a:cubicBezTo>
                    <a:pt x="0" y="32848"/>
                    <a:pt x="9493" y="42341"/>
                    <a:pt x="21171" y="42341"/>
                  </a:cubicBezTo>
                  <a:cubicBezTo>
                    <a:pt x="32848" y="42341"/>
                    <a:pt x="42341" y="32848"/>
                    <a:pt x="42341" y="21171"/>
                  </a:cubicBezTo>
                  <a:cubicBezTo>
                    <a:pt x="42341" y="9493"/>
                    <a:pt x="32848" y="0"/>
                    <a:pt x="2117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109"/>
            <p:cNvSpPr/>
            <p:nvPr/>
          </p:nvSpPr>
          <p:spPr>
            <a:xfrm>
              <a:off x="3800200" y="2644650"/>
              <a:ext cx="529275" cy="1058525"/>
            </a:xfrm>
            <a:custGeom>
              <a:avLst/>
              <a:gdLst/>
              <a:ahLst/>
              <a:cxnLst/>
              <a:rect l="l" t="t" r="r" b="b"/>
              <a:pathLst>
                <a:path w="21171" h="42341" extrusionOk="0">
                  <a:moveTo>
                    <a:pt x="1" y="0"/>
                  </a:moveTo>
                  <a:lnTo>
                    <a:pt x="1" y="42341"/>
                  </a:lnTo>
                  <a:cubicBezTo>
                    <a:pt x="11678" y="42341"/>
                    <a:pt x="21171" y="32848"/>
                    <a:pt x="21171" y="21171"/>
                  </a:cubicBezTo>
                  <a:cubicBezTo>
                    <a:pt x="21171" y="9493"/>
                    <a:pt x="11678"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109"/>
            <p:cNvSpPr/>
            <p:nvPr/>
          </p:nvSpPr>
          <p:spPr>
            <a:xfrm>
              <a:off x="3076050" y="2449750"/>
              <a:ext cx="1448325" cy="1447525"/>
            </a:xfrm>
            <a:custGeom>
              <a:avLst/>
              <a:gdLst/>
              <a:ahLst/>
              <a:cxnLst/>
              <a:rect l="l" t="t" r="r" b="b"/>
              <a:pathLst>
                <a:path w="57933" h="57901" extrusionOk="0">
                  <a:moveTo>
                    <a:pt x="28967" y="12233"/>
                  </a:moveTo>
                  <a:cubicBezTo>
                    <a:pt x="38198" y="12233"/>
                    <a:pt x="45701" y="19735"/>
                    <a:pt x="45701" y="28967"/>
                  </a:cubicBezTo>
                  <a:cubicBezTo>
                    <a:pt x="45701" y="38165"/>
                    <a:pt x="38198" y="45668"/>
                    <a:pt x="28967" y="45668"/>
                  </a:cubicBezTo>
                  <a:cubicBezTo>
                    <a:pt x="19735" y="45668"/>
                    <a:pt x="12233" y="38165"/>
                    <a:pt x="12233" y="28967"/>
                  </a:cubicBezTo>
                  <a:cubicBezTo>
                    <a:pt x="12233" y="19735"/>
                    <a:pt x="19735" y="12233"/>
                    <a:pt x="28967" y="12233"/>
                  </a:cubicBezTo>
                  <a:close/>
                  <a:moveTo>
                    <a:pt x="28967" y="0"/>
                  </a:moveTo>
                  <a:cubicBezTo>
                    <a:pt x="13015" y="0"/>
                    <a:pt x="0" y="12983"/>
                    <a:pt x="0" y="28967"/>
                  </a:cubicBezTo>
                  <a:cubicBezTo>
                    <a:pt x="0" y="44918"/>
                    <a:pt x="13015" y="57900"/>
                    <a:pt x="28967" y="57900"/>
                  </a:cubicBezTo>
                  <a:cubicBezTo>
                    <a:pt x="44918" y="57900"/>
                    <a:pt x="57933" y="44918"/>
                    <a:pt x="57933" y="28967"/>
                  </a:cubicBezTo>
                  <a:cubicBezTo>
                    <a:pt x="57933" y="12983"/>
                    <a:pt x="44918" y="0"/>
                    <a:pt x="289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109"/>
            <p:cNvSpPr/>
            <p:nvPr/>
          </p:nvSpPr>
          <p:spPr>
            <a:xfrm>
              <a:off x="3800200" y="2449750"/>
              <a:ext cx="724175" cy="1447525"/>
            </a:xfrm>
            <a:custGeom>
              <a:avLst/>
              <a:gdLst/>
              <a:ahLst/>
              <a:cxnLst/>
              <a:rect l="l" t="t" r="r" b="b"/>
              <a:pathLst>
                <a:path w="28967" h="57901" extrusionOk="0">
                  <a:moveTo>
                    <a:pt x="1" y="0"/>
                  </a:moveTo>
                  <a:lnTo>
                    <a:pt x="1" y="12233"/>
                  </a:lnTo>
                  <a:cubicBezTo>
                    <a:pt x="9232" y="12233"/>
                    <a:pt x="16735" y="19735"/>
                    <a:pt x="16735" y="28967"/>
                  </a:cubicBezTo>
                  <a:cubicBezTo>
                    <a:pt x="16735" y="38165"/>
                    <a:pt x="9232" y="45668"/>
                    <a:pt x="1" y="45668"/>
                  </a:cubicBezTo>
                  <a:lnTo>
                    <a:pt x="1" y="57900"/>
                  </a:lnTo>
                  <a:cubicBezTo>
                    <a:pt x="15952" y="57900"/>
                    <a:pt x="28967" y="44918"/>
                    <a:pt x="28967" y="28967"/>
                  </a:cubicBezTo>
                  <a:cubicBezTo>
                    <a:pt x="28967" y="12983"/>
                    <a:pt x="15952"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6" name="Google Shape;4186;p109"/>
          <p:cNvGrpSpPr/>
          <p:nvPr/>
        </p:nvGrpSpPr>
        <p:grpSpPr>
          <a:xfrm>
            <a:off x="2144450" y="2985375"/>
            <a:ext cx="457202" cy="457202"/>
            <a:chOff x="1190625" y="238125"/>
            <a:chExt cx="5219200" cy="5219200"/>
          </a:xfrm>
        </p:grpSpPr>
        <p:sp>
          <p:nvSpPr>
            <p:cNvPr id="4187" name="Google Shape;4187;p109"/>
            <p:cNvSpPr/>
            <p:nvPr/>
          </p:nvSpPr>
          <p:spPr>
            <a:xfrm>
              <a:off x="1190625" y="2205900"/>
              <a:ext cx="5219200" cy="3251425"/>
            </a:xfrm>
            <a:custGeom>
              <a:avLst/>
              <a:gdLst/>
              <a:ahLst/>
              <a:cxnLst/>
              <a:rect l="l" t="t" r="r" b="b"/>
              <a:pathLst>
                <a:path w="208768" h="130057" extrusionOk="0">
                  <a:moveTo>
                    <a:pt x="6133" y="1"/>
                  </a:moveTo>
                  <a:cubicBezTo>
                    <a:pt x="2740" y="1"/>
                    <a:pt x="0" y="2741"/>
                    <a:pt x="0" y="6101"/>
                  </a:cubicBezTo>
                  <a:lnTo>
                    <a:pt x="0" y="123956"/>
                  </a:lnTo>
                  <a:cubicBezTo>
                    <a:pt x="0" y="127316"/>
                    <a:pt x="2740" y="130056"/>
                    <a:pt x="6133" y="130056"/>
                  </a:cubicBezTo>
                  <a:lnTo>
                    <a:pt x="202667" y="130056"/>
                  </a:lnTo>
                  <a:cubicBezTo>
                    <a:pt x="206027" y="130056"/>
                    <a:pt x="208767" y="127316"/>
                    <a:pt x="208767" y="123956"/>
                  </a:cubicBezTo>
                  <a:lnTo>
                    <a:pt x="208767" y="6101"/>
                  </a:lnTo>
                  <a:cubicBezTo>
                    <a:pt x="208767" y="2741"/>
                    <a:pt x="206027" y="1"/>
                    <a:pt x="2026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109"/>
            <p:cNvSpPr/>
            <p:nvPr/>
          </p:nvSpPr>
          <p:spPr>
            <a:xfrm>
              <a:off x="3800200" y="2205900"/>
              <a:ext cx="2609625" cy="3251425"/>
            </a:xfrm>
            <a:custGeom>
              <a:avLst/>
              <a:gdLst/>
              <a:ahLst/>
              <a:cxnLst/>
              <a:rect l="l" t="t" r="r" b="b"/>
              <a:pathLst>
                <a:path w="104385" h="130057" extrusionOk="0">
                  <a:moveTo>
                    <a:pt x="1" y="1"/>
                  </a:moveTo>
                  <a:lnTo>
                    <a:pt x="1" y="130056"/>
                  </a:lnTo>
                  <a:lnTo>
                    <a:pt x="98284" y="130056"/>
                  </a:lnTo>
                  <a:cubicBezTo>
                    <a:pt x="101644" y="130056"/>
                    <a:pt x="104384" y="127316"/>
                    <a:pt x="104384" y="123956"/>
                  </a:cubicBezTo>
                  <a:lnTo>
                    <a:pt x="104384" y="6101"/>
                  </a:lnTo>
                  <a:cubicBezTo>
                    <a:pt x="104384" y="2741"/>
                    <a:pt x="101644" y="1"/>
                    <a:pt x="982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109"/>
            <p:cNvSpPr/>
            <p:nvPr/>
          </p:nvSpPr>
          <p:spPr>
            <a:xfrm>
              <a:off x="2342900" y="2195300"/>
              <a:ext cx="958250" cy="3262025"/>
            </a:xfrm>
            <a:custGeom>
              <a:avLst/>
              <a:gdLst/>
              <a:ahLst/>
              <a:cxnLst/>
              <a:rect l="l" t="t" r="r" b="b"/>
              <a:pathLst>
                <a:path w="38330" h="130481" extrusionOk="0">
                  <a:moveTo>
                    <a:pt x="1" y="1"/>
                  </a:moveTo>
                  <a:lnTo>
                    <a:pt x="1" y="130480"/>
                  </a:lnTo>
                  <a:lnTo>
                    <a:pt x="38329" y="130480"/>
                  </a:lnTo>
                  <a:lnTo>
                    <a:pt x="3832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109"/>
            <p:cNvSpPr/>
            <p:nvPr/>
          </p:nvSpPr>
          <p:spPr>
            <a:xfrm>
              <a:off x="4300100" y="2195300"/>
              <a:ext cx="958225" cy="3262025"/>
            </a:xfrm>
            <a:custGeom>
              <a:avLst/>
              <a:gdLst/>
              <a:ahLst/>
              <a:cxnLst/>
              <a:rect l="l" t="t" r="r" b="b"/>
              <a:pathLst>
                <a:path w="38329" h="130481" extrusionOk="0">
                  <a:moveTo>
                    <a:pt x="1" y="1"/>
                  </a:moveTo>
                  <a:lnTo>
                    <a:pt x="1" y="130480"/>
                  </a:lnTo>
                  <a:lnTo>
                    <a:pt x="38329" y="130480"/>
                  </a:lnTo>
                  <a:lnTo>
                    <a:pt x="3832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109"/>
            <p:cNvSpPr/>
            <p:nvPr/>
          </p:nvSpPr>
          <p:spPr>
            <a:xfrm>
              <a:off x="2342900" y="238125"/>
              <a:ext cx="958250" cy="1631000"/>
            </a:xfrm>
            <a:custGeom>
              <a:avLst/>
              <a:gdLst/>
              <a:ahLst/>
              <a:cxnLst/>
              <a:rect l="l" t="t" r="r" b="b"/>
              <a:pathLst>
                <a:path w="38330" h="65240" extrusionOk="0">
                  <a:moveTo>
                    <a:pt x="6101" y="0"/>
                  </a:moveTo>
                  <a:cubicBezTo>
                    <a:pt x="2741" y="0"/>
                    <a:pt x="1" y="3392"/>
                    <a:pt x="1" y="7600"/>
                  </a:cubicBezTo>
                  <a:lnTo>
                    <a:pt x="1" y="65240"/>
                  </a:lnTo>
                  <a:lnTo>
                    <a:pt x="38329" y="65240"/>
                  </a:lnTo>
                  <a:lnTo>
                    <a:pt x="38329" y="7600"/>
                  </a:lnTo>
                  <a:cubicBezTo>
                    <a:pt x="38329" y="3392"/>
                    <a:pt x="35589" y="0"/>
                    <a:pt x="3219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109"/>
            <p:cNvSpPr/>
            <p:nvPr/>
          </p:nvSpPr>
          <p:spPr>
            <a:xfrm>
              <a:off x="4300100" y="238125"/>
              <a:ext cx="958225" cy="1631000"/>
            </a:xfrm>
            <a:custGeom>
              <a:avLst/>
              <a:gdLst/>
              <a:ahLst/>
              <a:cxnLst/>
              <a:rect l="l" t="t" r="r" b="b"/>
              <a:pathLst>
                <a:path w="38329" h="65240" extrusionOk="0">
                  <a:moveTo>
                    <a:pt x="6100" y="0"/>
                  </a:moveTo>
                  <a:cubicBezTo>
                    <a:pt x="2741" y="0"/>
                    <a:pt x="1" y="3392"/>
                    <a:pt x="1" y="7600"/>
                  </a:cubicBezTo>
                  <a:lnTo>
                    <a:pt x="1" y="65240"/>
                  </a:lnTo>
                  <a:lnTo>
                    <a:pt x="38329" y="65240"/>
                  </a:lnTo>
                  <a:lnTo>
                    <a:pt x="38329" y="7600"/>
                  </a:lnTo>
                  <a:cubicBezTo>
                    <a:pt x="38329" y="3392"/>
                    <a:pt x="35589" y="0"/>
                    <a:pt x="321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109"/>
            <p:cNvSpPr/>
            <p:nvPr/>
          </p:nvSpPr>
          <p:spPr>
            <a:xfrm>
              <a:off x="1190625" y="1553500"/>
              <a:ext cx="5219200" cy="958250"/>
            </a:xfrm>
            <a:custGeom>
              <a:avLst/>
              <a:gdLst/>
              <a:ahLst/>
              <a:cxnLst/>
              <a:rect l="l" t="t" r="r" b="b"/>
              <a:pathLst>
                <a:path w="208768" h="38330" extrusionOk="0">
                  <a:moveTo>
                    <a:pt x="30597" y="1"/>
                  </a:moveTo>
                  <a:cubicBezTo>
                    <a:pt x="13733" y="1"/>
                    <a:pt x="0" y="13701"/>
                    <a:pt x="0" y="30566"/>
                  </a:cubicBezTo>
                  <a:lnTo>
                    <a:pt x="0" y="38329"/>
                  </a:lnTo>
                  <a:lnTo>
                    <a:pt x="208767" y="38329"/>
                  </a:lnTo>
                  <a:lnTo>
                    <a:pt x="208767" y="30566"/>
                  </a:lnTo>
                  <a:cubicBezTo>
                    <a:pt x="208767" y="13701"/>
                    <a:pt x="195067" y="1"/>
                    <a:pt x="178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109"/>
            <p:cNvSpPr/>
            <p:nvPr/>
          </p:nvSpPr>
          <p:spPr>
            <a:xfrm>
              <a:off x="3800200" y="1553500"/>
              <a:ext cx="2609625" cy="958250"/>
            </a:xfrm>
            <a:custGeom>
              <a:avLst/>
              <a:gdLst/>
              <a:ahLst/>
              <a:cxnLst/>
              <a:rect l="l" t="t" r="r" b="b"/>
              <a:pathLst>
                <a:path w="104385" h="38330" extrusionOk="0">
                  <a:moveTo>
                    <a:pt x="1" y="1"/>
                  </a:moveTo>
                  <a:lnTo>
                    <a:pt x="1" y="38329"/>
                  </a:lnTo>
                  <a:lnTo>
                    <a:pt x="104384" y="38329"/>
                  </a:lnTo>
                  <a:lnTo>
                    <a:pt x="104384" y="30566"/>
                  </a:lnTo>
                  <a:cubicBezTo>
                    <a:pt x="104384" y="13701"/>
                    <a:pt x="90684" y="1"/>
                    <a:pt x="7381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109"/>
            <p:cNvSpPr/>
            <p:nvPr/>
          </p:nvSpPr>
          <p:spPr>
            <a:xfrm>
              <a:off x="4300100" y="3184500"/>
              <a:ext cx="958225" cy="305850"/>
            </a:xfrm>
            <a:custGeom>
              <a:avLst/>
              <a:gdLst/>
              <a:ahLst/>
              <a:cxnLst/>
              <a:rect l="l" t="t" r="r" b="b"/>
              <a:pathLst>
                <a:path w="38329" h="12234" extrusionOk="0">
                  <a:moveTo>
                    <a:pt x="1" y="1"/>
                  </a:moveTo>
                  <a:lnTo>
                    <a:pt x="1" y="12233"/>
                  </a:lnTo>
                  <a:lnTo>
                    <a:pt x="38329" y="12233"/>
                  </a:lnTo>
                  <a:lnTo>
                    <a:pt x="3832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109"/>
            <p:cNvSpPr/>
            <p:nvPr/>
          </p:nvSpPr>
          <p:spPr>
            <a:xfrm>
              <a:off x="2342900" y="3184500"/>
              <a:ext cx="958250" cy="305850"/>
            </a:xfrm>
            <a:custGeom>
              <a:avLst/>
              <a:gdLst/>
              <a:ahLst/>
              <a:cxnLst/>
              <a:rect l="l" t="t" r="r" b="b"/>
              <a:pathLst>
                <a:path w="38330" h="12234" extrusionOk="0">
                  <a:moveTo>
                    <a:pt x="1" y="1"/>
                  </a:moveTo>
                  <a:lnTo>
                    <a:pt x="1" y="12233"/>
                  </a:lnTo>
                  <a:lnTo>
                    <a:pt x="38329" y="12233"/>
                  </a:lnTo>
                  <a:lnTo>
                    <a:pt x="3832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7" name="Google Shape;4197;p109"/>
          <p:cNvGrpSpPr/>
          <p:nvPr/>
        </p:nvGrpSpPr>
        <p:grpSpPr>
          <a:xfrm>
            <a:off x="2841923" y="2985276"/>
            <a:ext cx="456488" cy="457202"/>
            <a:chOff x="1194700" y="238125"/>
            <a:chExt cx="5211050" cy="5219200"/>
          </a:xfrm>
        </p:grpSpPr>
        <p:sp>
          <p:nvSpPr>
            <p:cNvPr id="4198" name="Google Shape;4198;p109"/>
            <p:cNvSpPr/>
            <p:nvPr/>
          </p:nvSpPr>
          <p:spPr>
            <a:xfrm>
              <a:off x="2500300" y="238125"/>
              <a:ext cx="2590050" cy="2192075"/>
            </a:xfrm>
            <a:custGeom>
              <a:avLst/>
              <a:gdLst/>
              <a:ahLst/>
              <a:cxnLst/>
              <a:rect l="l" t="t" r="r" b="b"/>
              <a:pathLst>
                <a:path w="103602" h="87683" extrusionOk="0">
                  <a:moveTo>
                    <a:pt x="51801" y="0"/>
                  </a:moveTo>
                  <a:cubicBezTo>
                    <a:pt x="37970" y="0"/>
                    <a:pt x="24955" y="5480"/>
                    <a:pt x="15136" y="15397"/>
                  </a:cubicBezTo>
                  <a:cubicBezTo>
                    <a:pt x="5383" y="25280"/>
                    <a:pt x="1" y="38361"/>
                    <a:pt x="1" y="52224"/>
                  </a:cubicBezTo>
                  <a:lnTo>
                    <a:pt x="1" y="81582"/>
                  </a:lnTo>
                  <a:cubicBezTo>
                    <a:pt x="1" y="84975"/>
                    <a:pt x="2741" y="87682"/>
                    <a:pt x="6100" y="87682"/>
                  </a:cubicBezTo>
                  <a:lnTo>
                    <a:pt x="97469" y="87682"/>
                  </a:lnTo>
                  <a:cubicBezTo>
                    <a:pt x="100861" y="87682"/>
                    <a:pt x="103601" y="84975"/>
                    <a:pt x="103601" y="81582"/>
                  </a:cubicBezTo>
                  <a:lnTo>
                    <a:pt x="103601" y="52224"/>
                  </a:lnTo>
                  <a:cubicBezTo>
                    <a:pt x="103601" y="38361"/>
                    <a:pt x="98219" y="25280"/>
                    <a:pt x="88466" y="15397"/>
                  </a:cubicBezTo>
                  <a:cubicBezTo>
                    <a:pt x="78647" y="5480"/>
                    <a:pt x="65632" y="0"/>
                    <a:pt x="518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109"/>
            <p:cNvSpPr/>
            <p:nvPr/>
          </p:nvSpPr>
          <p:spPr>
            <a:xfrm>
              <a:off x="3795300" y="238125"/>
              <a:ext cx="1295050" cy="2192075"/>
            </a:xfrm>
            <a:custGeom>
              <a:avLst/>
              <a:gdLst/>
              <a:ahLst/>
              <a:cxnLst/>
              <a:rect l="l" t="t" r="r" b="b"/>
              <a:pathLst>
                <a:path w="51802" h="87683" extrusionOk="0">
                  <a:moveTo>
                    <a:pt x="1" y="0"/>
                  </a:moveTo>
                  <a:lnTo>
                    <a:pt x="1" y="87682"/>
                  </a:lnTo>
                  <a:lnTo>
                    <a:pt x="45669" y="87682"/>
                  </a:lnTo>
                  <a:cubicBezTo>
                    <a:pt x="49061" y="87682"/>
                    <a:pt x="51801" y="84975"/>
                    <a:pt x="51801" y="81582"/>
                  </a:cubicBezTo>
                  <a:lnTo>
                    <a:pt x="51801" y="52224"/>
                  </a:lnTo>
                  <a:cubicBezTo>
                    <a:pt x="51801" y="38361"/>
                    <a:pt x="46419" y="25280"/>
                    <a:pt x="36666" y="15397"/>
                  </a:cubicBezTo>
                  <a:cubicBezTo>
                    <a:pt x="26847" y="5480"/>
                    <a:pt x="13832"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109"/>
            <p:cNvSpPr/>
            <p:nvPr/>
          </p:nvSpPr>
          <p:spPr>
            <a:xfrm>
              <a:off x="3315800" y="249525"/>
              <a:ext cx="305825" cy="631225"/>
            </a:xfrm>
            <a:custGeom>
              <a:avLst/>
              <a:gdLst/>
              <a:ahLst/>
              <a:cxnLst/>
              <a:rect l="l" t="t" r="r" b="b"/>
              <a:pathLst>
                <a:path w="12233" h="25249" extrusionOk="0">
                  <a:moveTo>
                    <a:pt x="12233" y="1"/>
                  </a:moveTo>
                  <a:cubicBezTo>
                    <a:pt x="7960" y="588"/>
                    <a:pt x="3882" y="1697"/>
                    <a:pt x="0" y="3263"/>
                  </a:cubicBezTo>
                  <a:lnTo>
                    <a:pt x="0" y="19116"/>
                  </a:lnTo>
                  <a:cubicBezTo>
                    <a:pt x="0" y="22508"/>
                    <a:pt x="2740" y="25248"/>
                    <a:pt x="6133" y="25248"/>
                  </a:cubicBezTo>
                  <a:cubicBezTo>
                    <a:pt x="9493" y="25248"/>
                    <a:pt x="12233" y="22508"/>
                    <a:pt x="12233" y="19116"/>
                  </a:cubicBezTo>
                  <a:lnTo>
                    <a:pt x="122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109"/>
            <p:cNvSpPr/>
            <p:nvPr/>
          </p:nvSpPr>
          <p:spPr>
            <a:xfrm>
              <a:off x="3968200" y="249525"/>
              <a:ext cx="305825" cy="631225"/>
            </a:xfrm>
            <a:custGeom>
              <a:avLst/>
              <a:gdLst/>
              <a:ahLst/>
              <a:cxnLst/>
              <a:rect l="l" t="t" r="r" b="b"/>
              <a:pathLst>
                <a:path w="12233" h="25249" extrusionOk="0">
                  <a:moveTo>
                    <a:pt x="0" y="1"/>
                  </a:moveTo>
                  <a:lnTo>
                    <a:pt x="0" y="19116"/>
                  </a:lnTo>
                  <a:cubicBezTo>
                    <a:pt x="0" y="22508"/>
                    <a:pt x="2740" y="25248"/>
                    <a:pt x="6133" y="25248"/>
                  </a:cubicBezTo>
                  <a:cubicBezTo>
                    <a:pt x="9493" y="25248"/>
                    <a:pt x="12233" y="22508"/>
                    <a:pt x="12233" y="19116"/>
                  </a:cubicBezTo>
                  <a:lnTo>
                    <a:pt x="12233" y="3263"/>
                  </a:lnTo>
                  <a:cubicBezTo>
                    <a:pt x="8384" y="1697"/>
                    <a:pt x="4273" y="588"/>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109"/>
            <p:cNvSpPr/>
            <p:nvPr/>
          </p:nvSpPr>
          <p:spPr>
            <a:xfrm>
              <a:off x="2255650" y="1390400"/>
              <a:ext cx="3079350" cy="305850"/>
            </a:xfrm>
            <a:custGeom>
              <a:avLst/>
              <a:gdLst/>
              <a:ahLst/>
              <a:cxnLst/>
              <a:rect l="l" t="t" r="r" b="b"/>
              <a:pathLst>
                <a:path w="123174" h="12234" extrusionOk="0">
                  <a:moveTo>
                    <a:pt x="6100" y="1"/>
                  </a:moveTo>
                  <a:cubicBezTo>
                    <a:pt x="2741" y="1"/>
                    <a:pt x="1" y="2741"/>
                    <a:pt x="1" y="6133"/>
                  </a:cubicBezTo>
                  <a:cubicBezTo>
                    <a:pt x="1" y="9493"/>
                    <a:pt x="2741" y="12233"/>
                    <a:pt x="6100" y="12233"/>
                  </a:cubicBezTo>
                  <a:lnTo>
                    <a:pt x="117041" y="12233"/>
                  </a:lnTo>
                  <a:cubicBezTo>
                    <a:pt x="120433" y="12233"/>
                    <a:pt x="123173" y="9493"/>
                    <a:pt x="123173" y="6133"/>
                  </a:cubicBezTo>
                  <a:cubicBezTo>
                    <a:pt x="123173" y="2741"/>
                    <a:pt x="120433" y="1"/>
                    <a:pt x="1170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109"/>
            <p:cNvSpPr/>
            <p:nvPr/>
          </p:nvSpPr>
          <p:spPr>
            <a:xfrm>
              <a:off x="3795300" y="1390400"/>
              <a:ext cx="1539700" cy="305850"/>
            </a:xfrm>
            <a:custGeom>
              <a:avLst/>
              <a:gdLst/>
              <a:ahLst/>
              <a:cxnLst/>
              <a:rect l="l" t="t" r="r" b="b"/>
              <a:pathLst>
                <a:path w="61588" h="12234" extrusionOk="0">
                  <a:moveTo>
                    <a:pt x="1" y="1"/>
                  </a:moveTo>
                  <a:lnTo>
                    <a:pt x="1" y="12233"/>
                  </a:lnTo>
                  <a:lnTo>
                    <a:pt x="55455" y="12233"/>
                  </a:lnTo>
                  <a:cubicBezTo>
                    <a:pt x="58847" y="12233"/>
                    <a:pt x="61587" y="9493"/>
                    <a:pt x="61587" y="6133"/>
                  </a:cubicBezTo>
                  <a:cubicBezTo>
                    <a:pt x="61587" y="2741"/>
                    <a:pt x="58847" y="1"/>
                    <a:pt x="554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109"/>
            <p:cNvSpPr/>
            <p:nvPr/>
          </p:nvSpPr>
          <p:spPr>
            <a:xfrm>
              <a:off x="1602450" y="3257200"/>
              <a:ext cx="4803300" cy="2200125"/>
            </a:xfrm>
            <a:custGeom>
              <a:avLst/>
              <a:gdLst/>
              <a:ahLst/>
              <a:cxnLst/>
              <a:rect l="l" t="t" r="r" b="b"/>
              <a:pathLst>
                <a:path w="192132" h="88005" extrusionOk="0">
                  <a:moveTo>
                    <a:pt x="55836" y="1"/>
                  </a:moveTo>
                  <a:cubicBezTo>
                    <a:pt x="47408" y="1"/>
                    <a:pt x="39028" y="1962"/>
                    <a:pt x="31282" y="5835"/>
                  </a:cubicBezTo>
                  <a:lnTo>
                    <a:pt x="13472" y="14740"/>
                  </a:lnTo>
                  <a:lnTo>
                    <a:pt x="3393" y="19796"/>
                  </a:lnTo>
                  <a:cubicBezTo>
                    <a:pt x="1305" y="20840"/>
                    <a:pt x="0" y="22960"/>
                    <a:pt x="0" y="25276"/>
                  </a:cubicBezTo>
                  <a:lnTo>
                    <a:pt x="0" y="75021"/>
                  </a:lnTo>
                  <a:cubicBezTo>
                    <a:pt x="0" y="76881"/>
                    <a:pt x="848" y="78642"/>
                    <a:pt x="2283" y="79784"/>
                  </a:cubicBezTo>
                  <a:cubicBezTo>
                    <a:pt x="3381" y="80682"/>
                    <a:pt x="4747" y="81161"/>
                    <a:pt x="6131" y="81161"/>
                  </a:cubicBezTo>
                  <a:cubicBezTo>
                    <a:pt x="6556" y="81161"/>
                    <a:pt x="6983" y="81115"/>
                    <a:pt x="7405" y="81023"/>
                  </a:cubicBezTo>
                  <a:lnTo>
                    <a:pt x="40383" y="73945"/>
                  </a:lnTo>
                  <a:cubicBezTo>
                    <a:pt x="43323" y="73312"/>
                    <a:pt x="46315" y="72999"/>
                    <a:pt x="49305" y="72999"/>
                  </a:cubicBezTo>
                  <a:cubicBezTo>
                    <a:pt x="53715" y="72999"/>
                    <a:pt x="58118" y="73680"/>
                    <a:pt x="62337" y="75021"/>
                  </a:cubicBezTo>
                  <a:lnTo>
                    <a:pt x="95087" y="85427"/>
                  </a:lnTo>
                  <a:cubicBezTo>
                    <a:pt x="100534" y="87156"/>
                    <a:pt x="106145" y="88004"/>
                    <a:pt x="111690" y="88004"/>
                  </a:cubicBezTo>
                  <a:cubicBezTo>
                    <a:pt x="125097" y="88004"/>
                    <a:pt x="138308" y="83144"/>
                    <a:pt x="148518" y="74010"/>
                  </a:cubicBezTo>
                  <a:cubicBezTo>
                    <a:pt x="148584" y="73912"/>
                    <a:pt x="148681" y="73847"/>
                    <a:pt x="148747" y="73782"/>
                  </a:cubicBezTo>
                  <a:lnTo>
                    <a:pt x="186129" y="36628"/>
                  </a:lnTo>
                  <a:cubicBezTo>
                    <a:pt x="189946" y="33138"/>
                    <a:pt x="192131" y="28212"/>
                    <a:pt x="192131" y="23058"/>
                  </a:cubicBezTo>
                  <a:lnTo>
                    <a:pt x="192131" y="22373"/>
                  </a:lnTo>
                  <a:cubicBezTo>
                    <a:pt x="192131" y="16567"/>
                    <a:pt x="189391" y="11217"/>
                    <a:pt x="184596" y="7694"/>
                  </a:cubicBezTo>
                  <a:cubicBezTo>
                    <a:pt x="181301" y="5284"/>
                    <a:pt x="177361" y="4027"/>
                    <a:pt x="173407" y="4027"/>
                  </a:cubicBezTo>
                  <a:cubicBezTo>
                    <a:pt x="171528" y="4027"/>
                    <a:pt x="169647" y="4311"/>
                    <a:pt x="167829" y="4889"/>
                  </a:cubicBezTo>
                  <a:cubicBezTo>
                    <a:pt x="167601" y="4954"/>
                    <a:pt x="167373" y="5052"/>
                    <a:pt x="167144" y="5150"/>
                  </a:cubicBezTo>
                  <a:lnTo>
                    <a:pt x="126206" y="23808"/>
                  </a:lnTo>
                  <a:lnTo>
                    <a:pt x="126043" y="23873"/>
                  </a:lnTo>
                  <a:cubicBezTo>
                    <a:pt x="123597" y="20383"/>
                    <a:pt x="120009" y="17708"/>
                    <a:pt x="115703" y="16338"/>
                  </a:cubicBezTo>
                  <a:lnTo>
                    <a:pt x="72612" y="2638"/>
                  </a:lnTo>
                  <a:cubicBezTo>
                    <a:pt x="67114" y="875"/>
                    <a:pt x="61464" y="1"/>
                    <a:pt x="558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109"/>
            <p:cNvSpPr/>
            <p:nvPr/>
          </p:nvSpPr>
          <p:spPr>
            <a:xfrm>
              <a:off x="3795300" y="3357875"/>
              <a:ext cx="2610450" cy="2099450"/>
            </a:xfrm>
            <a:custGeom>
              <a:avLst/>
              <a:gdLst/>
              <a:ahLst/>
              <a:cxnLst/>
              <a:rect l="l" t="t" r="r" b="b"/>
              <a:pathLst>
                <a:path w="104418" h="83978" extrusionOk="0">
                  <a:moveTo>
                    <a:pt x="85693" y="0"/>
                  </a:moveTo>
                  <a:cubicBezTo>
                    <a:pt x="83814" y="0"/>
                    <a:pt x="81933" y="284"/>
                    <a:pt x="80115" y="862"/>
                  </a:cubicBezTo>
                  <a:cubicBezTo>
                    <a:pt x="79887" y="927"/>
                    <a:pt x="79659" y="1025"/>
                    <a:pt x="79430" y="1123"/>
                  </a:cubicBezTo>
                  <a:lnTo>
                    <a:pt x="38492" y="19781"/>
                  </a:lnTo>
                  <a:lnTo>
                    <a:pt x="38329" y="19846"/>
                  </a:lnTo>
                  <a:cubicBezTo>
                    <a:pt x="35883" y="16356"/>
                    <a:pt x="32295" y="13681"/>
                    <a:pt x="27989" y="12311"/>
                  </a:cubicBezTo>
                  <a:lnTo>
                    <a:pt x="1" y="3406"/>
                  </a:lnTo>
                  <a:lnTo>
                    <a:pt x="1" y="79052"/>
                  </a:lnTo>
                  <a:lnTo>
                    <a:pt x="7373" y="81400"/>
                  </a:lnTo>
                  <a:cubicBezTo>
                    <a:pt x="12820" y="83129"/>
                    <a:pt x="18431" y="83977"/>
                    <a:pt x="23976" y="83977"/>
                  </a:cubicBezTo>
                  <a:cubicBezTo>
                    <a:pt x="37383" y="83977"/>
                    <a:pt x="50594" y="79117"/>
                    <a:pt x="60804" y="69983"/>
                  </a:cubicBezTo>
                  <a:cubicBezTo>
                    <a:pt x="60870" y="69885"/>
                    <a:pt x="60967" y="69820"/>
                    <a:pt x="61033" y="69755"/>
                  </a:cubicBezTo>
                  <a:lnTo>
                    <a:pt x="98415" y="32601"/>
                  </a:lnTo>
                  <a:cubicBezTo>
                    <a:pt x="102232" y="29111"/>
                    <a:pt x="104417" y="24185"/>
                    <a:pt x="104417" y="19031"/>
                  </a:cubicBezTo>
                  <a:lnTo>
                    <a:pt x="104417" y="18346"/>
                  </a:lnTo>
                  <a:cubicBezTo>
                    <a:pt x="104417" y="12540"/>
                    <a:pt x="101677" y="7190"/>
                    <a:pt x="96882" y="3667"/>
                  </a:cubicBezTo>
                  <a:cubicBezTo>
                    <a:pt x="93587" y="1257"/>
                    <a:pt x="89647" y="0"/>
                    <a:pt x="856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109"/>
            <p:cNvSpPr/>
            <p:nvPr/>
          </p:nvSpPr>
          <p:spPr>
            <a:xfrm>
              <a:off x="1939250" y="3257200"/>
              <a:ext cx="2834675" cy="1226400"/>
            </a:xfrm>
            <a:custGeom>
              <a:avLst/>
              <a:gdLst/>
              <a:ahLst/>
              <a:cxnLst/>
              <a:rect l="l" t="t" r="r" b="b"/>
              <a:pathLst>
                <a:path w="113387" h="49056" extrusionOk="0">
                  <a:moveTo>
                    <a:pt x="42364" y="1"/>
                  </a:moveTo>
                  <a:cubicBezTo>
                    <a:pt x="33936" y="1"/>
                    <a:pt x="25556" y="1962"/>
                    <a:pt x="17810" y="5835"/>
                  </a:cubicBezTo>
                  <a:lnTo>
                    <a:pt x="0" y="14740"/>
                  </a:lnTo>
                  <a:lnTo>
                    <a:pt x="0" y="39107"/>
                  </a:lnTo>
                  <a:cubicBezTo>
                    <a:pt x="0" y="40966"/>
                    <a:pt x="848" y="42728"/>
                    <a:pt x="2316" y="43869"/>
                  </a:cubicBezTo>
                  <a:cubicBezTo>
                    <a:pt x="3403" y="44759"/>
                    <a:pt x="4772" y="45218"/>
                    <a:pt x="6151" y="45218"/>
                  </a:cubicBezTo>
                  <a:cubicBezTo>
                    <a:pt x="6593" y="45218"/>
                    <a:pt x="7035" y="45171"/>
                    <a:pt x="7470" y="45076"/>
                  </a:cubicBezTo>
                  <a:lnTo>
                    <a:pt x="36860" y="38324"/>
                  </a:lnTo>
                  <a:cubicBezTo>
                    <a:pt x="40004" y="37610"/>
                    <a:pt x="43205" y="37255"/>
                    <a:pt x="46403" y="37255"/>
                  </a:cubicBezTo>
                  <a:cubicBezTo>
                    <a:pt x="50805" y="37255"/>
                    <a:pt x="55201" y="37929"/>
                    <a:pt x="59433" y="39270"/>
                  </a:cubicBezTo>
                  <a:lnTo>
                    <a:pt x="87193" y="48110"/>
                  </a:lnTo>
                  <a:cubicBezTo>
                    <a:pt x="89183" y="48730"/>
                    <a:pt x="91238" y="49056"/>
                    <a:pt x="93293" y="49056"/>
                  </a:cubicBezTo>
                  <a:cubicBezTo>
                    <a:pt x="104384" y="49056"/>
                    <a:pt x="113387" y="40020"/>
                    <a:pt x="113387" y="28930"/>
                  </a:cubicBezTo>
                  <a:cubicBezTo>
                    <a:pt x="113387" y="27168"/>
                    <a:pt x="113158" y="25439"/>
                    <a:pt x="112734" y="23808"/>
                  </a:cubicBezTo>
                  <a:lnTo>
                    <a:pt x="112571" y="23873"/>
                  </a:lnTo>
                  <a:cubicBezTo>
                    <a:pt x="110125" y="20383"/>
                    <a:pt x="106537" y="17708"/>
                    <a:pt x="102231" y="16338"/>
                  </a:cubicBezTo>
                  <a:lnTo>
                    <a:pt x="59140" y="2638"/>
                  </a:lnTo>
                  <a:cubicBezTo>
                    <a:pt x="53642" y="875"/>
                    <a:pt x="47992" y="1"/>
                    <a:pt x="423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109"/>
            <p:cNvSpPr/>
            <p:nvPr/>
          </p:nvSpPr>
          <p:spPr>
            <a:xfrm>
              <a:off x="3795300" y="3443025"/>
              <a:ext cx="978625" cy="1040575"/>
            </a:xfrm>
            <a:custGeom>
              <a:avLst/>
              <a:gdLst/>
              <a:ahLst/>
              <a:cxnLst/>
              <a:rect l="l" t="t" r="r" b="b"/>
              <a:pathLst>
                <a:path w="39145" h="41623" extrusionOk="0">
                  <a:moveTo>
                    <a:pt x="1" y="0"/>
                  </a:moveTo>
                  <a:lnTo>
                    <a:pt x="1" y="36567"/>
                  </a:lnTo>
                  <a:lnTo>
                    <a:pt x="12951" y="40677"/>
                  </a:lnTo>
                  <a:cubicBezTo>
                    <a:pt x="14941" y="41297"/>
                    <a:pt x="16996" y="41623"/>
                    <a:pt x="19051" y="41623"/>
                  </a:cubicBezTo>
                  <a:cubicBezTo>
                    <a:pt x="30142" y="41623"/>
                    <a:pt x="39145" y="32587"/>
                    <a:pt x="39145" y="21497"/>
                  </a:cubicBezTo>
                  <a:cubicBezTo>
                    <a:pt x="39145" y="19735"/>
                    <a:pt x="38916" y="18006"/>
                    <a:pt x="38492" y="16375"/>
                  </a:cubicBezTo>
                  <a:lnTo>
                    <a:pt x="38329" y="16440"/>
                  </a:lnTo>
                  <a:cubicBezTo>
                    <a:pt x="35883" y="12950"/>
                    <a:pt x="32295" y="10275"/>
                    <a:pt x="27989" y="8905"/>
                  </a:cubicBez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109"/>
            <p:cNvSpPr/>
            <p:nvPr/>
          </p:nvSpPr>
          <p:spPr>
            <a:xfrm>
              <a:off x="1194700" y="3185325"/>
              <a:ext cx="1203700" cy="2263825"/>
            </a:xfrm>
            <a:custGeom>
              <a:avLst/>
              <a:gdLst/>
              <a:ahLst/>
              <a:cxnLst/>
              <a:rect l="l" t="t" r="r" b="b"/>
              <a:pathLst>
                <a:path w="48148" h="90553" extrusionOk="0">
                  <a:moveTo>
                    <a:pt x="6133" y="0"/>
                  </a:moveTo>
                  <a:cubicBezTo>
                    <a:pt x="2740" y="0"/>
                    <a:pt x="0" y="2740"/>
                    <a:pt x="0" y="6100"/>
                  </a:cubicBezTo>
                  <a:lnTo>
                    <a:pt x="0" y="84420"/>
                  </a:lnTo>
                  <a:cubicBezTo>
                    <a:pt x="0" y="87813"/>
                    <a:pt x="2740" y="90553"/>
                    <a:pt x="6133" y="90553"/>
                  </a:cubicBezTo>
                  <a:lnTo>
                    <a:pt x="42014" y="90553"/>
                  </a:lnTo>
                  <a:cubicBezTo>
                    <a:pt x="45407" y="90553"/>
                    <a:pt x="48147" y="87813"/>
                    <a:pt x="48147" y="84420"/>
                  </a:cubicBezTo>
                  <a:lnTo>
                    <a:pt x="48147" y="6100"/>
                  </a:lnTo>
                  <a:cubicBezTo>
                    <a:pt x="48147" y="2740"/>
                    <a:pt x="45407" y="0"/>
                    <a:pt x="42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9" name="Google Shape;4209;p109"/>
          <p:cNvGrpSpPr/>
          <p:nvPr/>
        </p:nvGrpSpPr>
        <p:grpSpPr>
          <a:xfrm>
            <a:off x="3538663" y="2985275"/>
            <a:ext cx="457202" cy="457202"/>
            <a:chOff x="1190625" y="238125"/>
            <a:chExt cx="5219200" cy="5219200"/>
          </a:xfrm>
        </p:grpSpPr>
        <p:sp>
          <p:nvSpPr>
            <p:cNvPr id="4210" name="Google Shape;4210;p109"/>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109"/>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109"/>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109"/>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109"/>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109"/>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109"/>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109"/>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109"/>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109"/>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109"/>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109"/>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109"/>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3" name="Google Shape;4223;p109"/>
          <p:cNvGrpSpPr/>
          <p:nvPr/>
        </p:nvGrpSpPr>
        <p:grpSpPr>
          <a:xfrm>
            <a:off x="4236112" y="2985368"/>
            <a:ext cx="460176" cy="457038"/>
            <a:chOff x="1170225" y="239175"/>
            <a:chExt cx="5259150" cy="5217325"/>
          </a:xfrm>
        </p:grpSpPr>
        <p:sp>
          <p:nvSpPr>
            <p:cNvPr id="4224" name="Google Shape;4224;p109"/>
            <p:cNvSpPr/>
            <p:nvPr/>
          </p:nvSpPr>
          <p:spPr>
            <a:xfrm>
              <a:off x="1170225" y="239175"/>
              <a:ext cx="3375375" cy="4314575"/>
            </a:xfrm>
            <a:custGeom>
              <a:avLst/>
              <a:gdLst/>
              <a:ahLst/>
              <a:cxnLst/>
              <a:rect l="l" t="t" r="r" b="b"/>
              <a:pathLst>
                <a:path w="135015" h="172583" extrusionOk="0">
                  <a:moveTo>
                    <a:pt x="128116" y="1"/>
                  </a:moveTo>
                  <a:cubicBezTo>
                    <a:pt x="126265" y="1"/>
                    <a:pt x="124433" y="838"/>
                    <a:pt x="123238" y="2437"/>
                  </a:cubicBezTo>
                  <a:lnTo>
                    <a:pt x="2056" y="162764"/>
                  </a:lnTo>
                  <a:cubicBezTo>
                    <a:pt x="1" y="165471"/>
                    <a:pt x="555" y="169288"/>
                    <a:pt x="3262" y="171343"/>
                  </a:cubicBezTo>
                  <a:cubicBezTo>
                    <a:pt x="4339" y="172191"/>
                    <a:pt x="5644" y="172582"/>
                    <a:pt x="6916" y="172582"/>
                  </a:cubicBezTo>
                  <a:cubicBezTo>
                    <a:pt x="8775" y="172582"/>
                    <a:pt x="10602" y="171734"/>
                    <a:pt x="11809" y="170136"/>
                  </a:cubicBezTo>
                  <a:lnTo>
                    <a:pt x="132992" y="9809"/>
                  </a:lnTo>
                  <a:cubicBezTo>
                    <a:pt x="135014" y="7102"/>
                    <a:pt x="134492" y="3285"/>
                    <a:pt x="131785" y="1230"/>
                  </a:cubicBezTo>
                  <a:cubicBezTo>
                    <a:pt x="130690" y="403"/>
                    <a:pt x="129399" y="1"/>
                    <a:pt x="12811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109"/>
            <p:cNvSpPr/>
            <p:nvPr/>
          </p:nvSpPr>
          <p:spPr>
            <a:xfrm>
              <a:off x="1912325" y="1794575"/>
              <a:ext cx="4517050" cy="3661925"/>
            </a:xfrm>
            <a:custGeom>
              <a:avLst/>
              <a:gdLst/>
              <a:ahLst/>
              <a:cxnLst/>
              <a:rect l="l" t="t" r="r" b="b"/>
              <a:pathLst>
                <a:path w="180682" h="146477" extrusionOk="0">
                  <a:moveTo>
                    <a:pt x="173780" y="1"/>
                  </a:moveTo>
                  <a:cubicBezTo>
                    <a:pt x="172436" y="1"/>
                    <a:pt x="171082" y="442"/>
                    <a:pt x="169950" y="1351"/>
                  </a:cubicBezTo>
                  <a:lnTo>
                    <a:pt x="3034" y="135581"/>
                  </a:lnTo>
                  <a:cubicBezTo>
                    <a:pt x="425" y="137702"/>
                    <a:pt x="1" y="141551"/>
                    <a:pt x="2121" y="144193"/>
                  </a:cubicBezTo>
                  <a:cubicBezTo>
                    <a:pt x="3328" y="145694"/>
                    <a:pt x="5089" y="146477"/>
                    <a:pt x="6883" y="146477"/>
                  </a:cubicBezTo>
                  <a:cubicBezTo>
                    <a:pt x="8221" y="146477"/>
                    <a:pt x="9591" y="146020"/>
                    <a:pt x="10700" y="145106"/>
                  </a:cubicBezTo>
                  <a:lnTo>
                    <a:pt x="177616" y="10876"/>
                  </a:lnTo>
                  <a:cubicBezTo>
                    <a:pt x="180258" y="8755"/>
                    <a:pt x="180682" y="4906"/>
                    <a:pt x="178562" y="2297"/>
                  </a:cubicBezTo>
                  <a:cubicBezTo>
                    <a:pt x="177350" y="787"/>
                    <a:pt x="175573" y="1"/>
                    <a:pt x="17378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109"/>
            <p:cNvSpPr/>
            <p:nvPr/>
          </p:nvSpPr>
          <p:spPr>
            <a:xfrm>
              <a:off x="3471550" y="888075"/>
              <a:ext cx="2121950" cy="2121125"/>
            </a:xfrm>
            <a:custGeom>
              <a:avLst/>
              <a:gdLst/>
              <a:ahLst/>
              <a:cxnLst/>
              <a:rect l="l" t="t" r="r" b="b"/>
              <a:pathLst>
                <a:path w="84878" h="84845" extrusionOk="0">
                  <a:moveTo>
                    <a:pt x="42439" y="0"/>
                  </a:moveTo>
                  <a:cubicBezTo>
                    <a:pt x="19018" y="0"/>
                    <a:pt x="1" y="19017"/>
                    <a:pt x="1" y="42406"/>
                  </a:cubicBezTo>
                  <a:cubicBezTo>
                    <a:pt x="1" y="65794"/>
                    <a:pt x="19018" y="84844"/>
                    <a:pt x="42439" y="84844"/>
                  </a:cubicBezTo>
                  <a:cubicBezTo>
                    <a:pt x="53791" y="84844"/>
                    <a:pt x="64425" y="80441"/>
                    <a:pt x="72449" y="72416"/>
                  </a:cubicBezTo>
                  <a:cubicBezTo>
                    <a:pt x="80441" y="64424"/>
                    <a:pt x="84878" y="53758"/>
                    <a:pt x="84878" y="42406"/>
                  </a:cubicBezTo>
                  <a:cubicBezTo>
                    <a:pt x="84845" y="19017"/>
                    <a:pt x="65828" y="0"/>
                    <a:pt x="424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109"/>
            <p:cNvSpPr/>
            <p:nvPr/>
          </p:nvSpPr>
          <p:spPr>
            <a:xfrm>
              <a:off x="3783075" y="1198775"/>
              <a:ext cx="1810425" cy="1810425"/>
            </a:xfrm>
            <a:custGeom>
              <a:avLst/>
              <a:gdLst/>
              <a:ahLst/>
              <a:cxnLst/>
              <a:rect l="l" t="t" r="r" b="b"/>
              <a:pathLst>
                <a:path w="72417" h="72417" extrusionOk="0">
                  <a:moveTo>
                    <a:pt x="59956" y="0"/>
                  </a:moveTo>
                  <a:lnTo>
                    <a:pt x="1" y="59988"/>
                  </a:lnTo>
                  <a:cubicBezTo>
                    <a:pt x="7666" y="67654"/>
                    <a:pt x="18268" y="72416"/>
                    <a:pt x="29978" y="72416"/>
                  </a:cubicBezTo>
                  <a:cubicBezTo>
                    <a:pt x="41330" y="72416"/>
                    <a:pt x="51964" y="68013"/>
                    <a:pt x="59988" y="59988"/>
                  </a:cubicBezTo>
                  <a:cubicBezTo>
                    <a:pt x="67980" y="51996"/>
                    <a:pt x="72417" y="41330"/>
                    <a:pt x="72417" y="29978"/>
                  </a:cubicBezTo>
                  <a:cubicBezTo>
                    <a:pt x="72384" y="18300"/>
                    <a:pt x="67622" y="7698"/>
                    <a:pt x="599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109"/>
            <p:cNvSpPr/>
            <p:nvPr/>
          </p:nvSpPr>
          <p:spPr>
            <a:xfrm>
              <a:off x="3318250" y="734750"/>
              <a:ext cx="2427750" cy="2427750"/>
            </a:xfrm>
            <a:custGeom>
              <a:avLst/>
              <a:gdLst/>
              <a:ahLst/>
              <a:cxnLst/>
              <a:rect l="l" t="t" r="r" b="b"/>
              <a:pathLst>
                <a:path w="97110" h="97110" extrusionOk="0">
                  <a:moveTo>
                    <a:pt x="48571" y="12233"/>
                  </a:moveTo>
                  <a:cubicBezTo>
                    <a:pt x="68567" y="12233"/>
                    <a:pt x="84877" y="28543"/>
                    <a:pt x="84877" y="48539"/>
                  </a:cubicBezTo>
                  <a:cubicBezTo>
                    <a:pt x="84877" y="58260"/>
                    <a:pt x="81093" y="67393"/>
                    <a:pt x="74243" y="74243"/>
                  </a:cubicBezTo>
                  <a:cubicBezTo>
                    <a:pt x="67393" y="81093"/>
                    <a:pt x="58292" y="84877"/>
                    <a:pt x="48571" y="84877"/>
                  </a:cubicBezTo>
                  <a:cubicBezTo>
                    <a:pt x="28543" y="84845"/>
                    <a:pt x="12265" y="68567"/>
                    <a:pt x="12265" y="48539"/>
                  </a:cubicBezTo>
                  <a:cubicBezTo>
                    <a:pt x="12265" y="28543"/>
                    <a:pt x="28543" y="12233"/>
                    <a:pt x="48571" y="12233"/>
                  </a:cubicBezTo>
                  <a:close/>
                  <a:moveTo>
                    <a:pt x="48571" y="0"/>
                  </a:moveTo>
                  <a:cubicBezTo>
                    <a:pt x="21790" y="0"/>
                    <a:pt x="0" y="21791"/>
                    <a:pt x="0" y="48539"/>
                  </a:cubicBezTo>
                  <a:cubicBezTo>
                    <a:pt x="0" y="75320"/>
                    <a:pt x="21790" y="97077"/>
                    <a:pt x="48571" y="97110"/>
                  </a:cubicBezTo>
                  <a:cubicBezTo>
                    <a:pt x="61554" y="97110"/>
                    <a:pt x="73721" y="92054"/>
                    <a:pt x="82887" y="82888"/>
                  </a:cubicBezTo>
                  <a:cubicBezTo>
                    <a:pt x="92086" y="73721"/>
                    <a:pt x="97110" y="61522"/>
                    <a:pt x="97110" y="48539"/>
                  </a:cubicBezTo>
                  <a:cubicBezTo>
                    <a:pt x="97110" y="21791"/>
                    <a:pt x="75319" y="0"/>
                    <a:pt x="4857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109"/>
            <p:cNvSpPr/>
            <p:nvPr/>
          </p:nvSpPr>
          <p:spPr>
            <a:xfrm>
              <a:off x="3674625" y="1091125"/>
              <a:ext cx="2071375" cy="2071375"/>
            </a:xfrm>
            <a:custGeom>
              <a:avLst/>
              <a:gdLst/>
              <a:ahLst/>
              <a:cxnLst/>
              <a:rect l="l" t="t" r="r" b="b"/>
              <a:pathLst>
                <a:path w="82855" h="82855" extrusionOk="0">
                  <a:moveTo>
                    <a:pt x="68632" y="0"/>
                  </a:moveTo>
                  <a:lnTo>
                    <a:pt x="59955" y="8645"/>
                  </a:lnTo>
                  <a:cubicBezTo>
                    <a:pt x="66545" y="15201"/>
                    <a:pt x="70622" y="24302"/>
                    <a:pt x="70622" y="34284"/>
                  </a:cubicBezTo>
                  <a:cubicBezTo>
                    <a:pt x="70622" y="44005"/>
                    <a:pt x="66838" y="53138"/>
                    <a:pt x="59988" y="59988"/>
                  </a:cubicBezTo>
                  <a:cubicBezTo>
                    <a:pt x="53138" y="66838"/>
                    <a:pt x="44037" y="70622"/>
                    <a:pt x="34316" y="70622"/>
                  </a:cubicBezTo>
                  <a:cubicBezTo>
                    <a:pt x="24302" y="70590"/>
                    <a:pt x="15234" y="66545"/>
                    <a:pt x="8644" y="59956"/>
                  </a:cubicBezTo>
                  <a:lnTo>
                    <a:pt x="0" y="68600"/>
                  </a:lnTo>
                  <a:cubicBezTo>
                    <a:pt x="8775" y="77407"/>
                    <a:pt x="20909" y="82855"/>
                    <a:pt x="34316" y="82855"/>
                  </a:cubicBezTo>
                  <a:cubicBezTo>
                    <a:pt x="47299" y="82855"/>
                    <a:pt x="59466" y="77799"/>
                    <a:pt x="68632" y="68633"/>
                  </a:cubicBezTo>
                  <a:cubicBezTo>
                    <a:pt x="77831" y="59466"/>
                    <a:pt x="82855" y="47267"/>
                    <a:pt x="82855" y="34284"/>
                  </a:cubicBezTo>
                  <a:cubicBezTo>
                    <a:pt x="82855" y="20910"/>
                    <a:pt x="77407" y="8775"/>
                    <a:pt x="6863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109"/>
            <p:cNvSpPr/>
            <p:nvPr/>
          </p:nvSpPr>
          <p:spPr>
            <a:xfrm>
              <a:off x="3971450" y="1387975"/>
              <a:ext cx="1122150" cy="1121325"/>
            </a:xfrm>
            <a:custGeom>
              <a:avLst/>
              <a:gdLst/>
              <a:ahLst/>
              <a:cxnLst/>
              <a:rect l="l" t="t" r="r" b="b"/>
              <a:pathLst>
                <a:path w="44886" h="44853" extrusionOk="0">
                  <a:moveTo>
                    <a:pt x="22443" y="0"/>
                  </a:moveTo>
                  <a:cubicBezTo>
                    <a:pt x="10048" y="0"/>
                    <a:pt x="1" y="10047"/>
                    <a:pt x="1" y="22410"/>
                  </a:cubicBezTo>
                  <a:cubicBezTo>
                    <a:pt x="1" y="34805"/>
                    <a:pt x="10048" y="44852"/>
                    <a:pt x="22443" y="44852"/>
                  </a:cubicBezTo>
                  <a:cubicBezTo>
                    <a:pt x="34839" y="44852"/>
                    <a:pt x="44886" y="34805"/>
                    <a:pt x="44886" y="22410"/>
                  </a:cubicBezTo>
                  <a:cubicBezTo>
                    <a:pt x="44886" y="10047"/>
                    <a:pt x="34839" y="0"/>
                    <a:pt x="224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109"/>
            <p:cNvSpPr/>
            <p:nvPr/>
          </p:nvSpPr>
          <p:spPr>
            <a:xfrm>
              <a:off x="4136175" y="1551875"/>
              <a:ext cx="957425" cy="957425"/>
            </a:xfrm>
            <a:custGeom>
              <a:avLst/>
              <a:gdLst/>
              <a:ahLst/>
              <a:cxnLst/>
              <a:rect l="l" t="t" r="r" b="b"/>
              <a:pathLst>
                <a:path w="38297" h="38297" extrusionOk="0">
                  <a:moveTo>
                    <a:pt x="31707" y="1"/>
                  </a:moveTo>
                  <a:lnTo>
                    <a:pt x="1" y="31740"/>
                  </a:lnTo>
                  <a:cubicBezTo>
                    <a:pt x="4046" y="35785"/>
                    <a:pt x="9656" y="38296"/>
                    <a:pt x="15854" y="38296"/>
                  </a:cubicBezTo>
                  <a:cubicBezTo>
                    <a:pt x="28217" y="38296"/>
                    <a:pt x="38297" y="28249"/>
                    <a:pt x="38297" y="15854"/>
                  </a:cubicBezTo>
                  <a:cubicBezTo>
                    <a:pt x="38297" y="9689"/>
                    <a:pt x="35752" y="4078"/>
                    <a:pt x="3170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32" name="Google Shape;4232;p109"/>
          <p:cNvGrpSpPr/>
          <p:nvPr/>
        </p:nvGrpSpPr>
        <p:grpSpPr>
          <a:xfrm>
            <a:off x="4936538" y="2985402"/>
            <a:ext cx="457202" cy="457235"/>
            <a:chOff x="1190625" y="237750"/>
            <a:chExt cx="5219200" cy="5219575"/>
          </a:xfrm>
        </p:grpSpPr>
        <p:sp>
          <p:nvSpPr>
            <p:cNvPr id="4233" name="Google Shape;4233;p109"/>
            <p:cNvSpPr/>
            <p:nvPr/>
          </p:nvSpPr>
          <p:spPr>
            <a:xfrm>
              <a:off x="6103975" y="238125"/>
              <a:ext cx="305850" cy="5219200"/>
            </a:xfrm>
            <a:custGeom>
              <a:avLst/>
              <a:gdLst/>
              <a:ahLst/>
              <a:cxnLst/>
              <a:rect l="l" t="t" r="r" b="b"/>
              <a:pathLst>
                <a:path w="12234" h="208768" extrusionOk="0">
                  <a:moveTo>
                    <a:pt x="6101" y="0"/>
                  </a:moveTo>
                  <a:cubicBezTo>
                    <a:pt x="2741" y="0"/>
                    <a:pt x="1" y="2740"/>
                    <a:pt x="1" y="6133"/>
                  </a:cubicBezTo>
                  <a:lnTo>
                    <a:pt x="1" y="202667"/>
                  </a:lnTo>
                  <a:cubicBezTo>
                    <a:pt x="1" y="206027"/>
                    <a:pt x="2741" y="208767"/>
                    <a:pt x="6101" y="208767"/>
                  </a:cubicBezTo>
                  <a:cubicBezTo>
                    <a:pt x="9493" y="208767"/>
                    <a:pt x="12233" y="206027"/>
                    <a:pt x="12233" y="202667"/>
                  </a:cubicBezTo>
                  <a:lnTo>
                    <a:pt x="12233" y="6133"/>
                  </a:lnTo>
                  <a:cubicBezTo>
                    <a:pt x="12233" y="2740"/>
                    <a:pt x="9493" y="0"/>
                    <a:pt x="61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109"/>
            <p:cNvSpPr/>
            <p:nvPr/>
          </p:nvSpPr>
          <p:spPr>
            <a:xfrm>
              <a:off x="5109900" y="237750"/>
              <a:ext cx="642625" cy="5219575"/>
            </a:xfrm>
            <a:custGeom>
              <a:avLst/>
              <a:gdLst/>
              <a:ahLst/>
              <a:cxnLst/>
              <a:rect l="l" t="t" r="r" b="b"/>
              <a:pathLst>
                <a:path w="25705" h="208783" extrusionOk="0">
                  <a:moveTo>
                    <a:pt x="19354" y="1"/>
                  </a:moveTo>
                  <a:cubicBezTo>
                    <a:pt x="16173" y="1"/>
                    <a:pt x="13495" y="2502"/>
                    <a:pt x="13276" y="5723"/>
                  </a:cubicBezTo>
                  <a:lnTo>
                    <a:pt x="228" y="202258"/>
                  </a:lnTo>
                  <a:cubicBezTo>
                    <a:pt x="0" y="205618"/>
                    <a:pt x="2544" y="208554"/>
                    <a:pt x="5937" y="208782"/>
                  </a:cubicBezTo>
                  <a:lnTo>
                    <a:pt x="6328" y="208782"/>
                  </a:lnTo>
                  <a:cubicBezTo>
                    <a:pt x="9525" y="208782"/>
                    <a:pt x="12233" y="206303"/>
                    <a:pt x="12428" y="203074"/>
                  </a:cubicBezTo>
                  <a:lnTo>
                    <a:pt x="25476" y="6539"/>
                  </a:lnTo>
                  <a:cubicBezTo>
                    <a:pt x="25705" y="3179"/>
                    <a:pt x="23160" y="243"/>
                    <a:pt x="19768" y="15"/>
                  </a:cubicBezTo>
                  <a:cubicBezTo>
                    <a:pt x="19629" y="6"/>
                    <a:pt x="19491" y="1"/>
                    <a:pt x="1935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109"/>
            <p:cNvSpPr/>
            <p:nvPr/>
          </p:nvSpPr>
          <p:spPr>
            <a:xfrm>
              <a:off x="2250750" y="3768400"/>
              <a:ext cx="2283425" cy="1573125"/>
            </a:xfrm>
            <a:custGeom>
              <a:avLst/>
              <a:gdLst/>
              <a:ahLst/>
              <a:cxnLst/>
              <a:rect l="l" t="t" r="r" b="b"/>
              <a:pathLst>
                <a:path w="91337" h="62925" extrusionOk="0">
                  <a:moveTo>
                    <a:pt x="5383" y="0"/>
                  </a:moveTo>
                  <a:cubicBezTo>
                    <a:pt x="2415" y="0"/>
                    <a:pt x="1" y="2414"/>
                    <a:pt x="1" y="5415"/>
                  </a:cubicBezTo>
                  <a:lnTo>
                    <a:pt x="1" y="57542"/>
                  </a:lnTo>
                  <a:cubicBezTo>
                    <a:pt x="1" y="60510"/>
                    <a:pt x="2415" y="62924"/>
                    <a:pt x="5383" y="62924"/>
                  </a:cubicBezTo>
                  <a:lnTo>
                    <a:pt x="85954" y="62924"/>
                  </a:lnTo>
                  <a:cubicBezTo>
                    <a:pt x="88923" y="62924"/>
                    <a:pt x="91336" y="60510"/>
                    <a:pt x="91336" y="57542"/>
                  </a:cubicBezTo>
                  <a:lnTo>
                    <a:pt x="91336" y="5415"/>
                  </a:lnTo>
                  <a:cubicBezTo>
                    <a:pt x="91336" y="2414"/>
                    <a:pt x="88923" y="0"/>
                    <a:pt x="859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109"/>
            <p:cNvSpPr/>
            <p:nvPr/>
          </p:nvSpPr>
          <p:spPr>
            <a:xfrm>
              <a:off x="3392450" y="3768400"/>
              <a:ext cx="1141725" cy="1573125"/>
            </a:xfrm>
            <a:custGeom>
              <a:avLst/>
              <a:gdLst/>
              <a:ahLst/>
              <a:cxnLst/>
              <a:rect l="l" t="t" r="r" b="b"/>
              <a:pathLst>
                <a:path w="45669" h="62925" extrusionOk="0">
                  <a:moveTo>
                    <a:pt x="1" y="0"/>
                  </a:moveTo>
                  <a:lnTo>
                    <a:pt x="1" y="62924"/>
                  </a:lnTo>
                  <a:lnTo>
                    <a:pt x="40286" y="62924"/>
                  </a:lnTo>
                  <a:cubicBezTo>
                    <a:pt x="43255" y="62924"/>
                    <a:pt x="45668" y="60510"/>
                    <a:pt x="45668" y="57542"/>
                  </a:cubicBezTo>
                  <a:lnTo>
                    <a:pt x="45668" y="5415"/>
                  </a:lnTo>
                  <a:cubicBezTo>
                    <a:pt x="45668" y="2414"/>
                    <a:pt x="43255" y="0"/>
                    <a:pt x="402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109"/>
            <p:cNvSpPr/>
            <p:nvPr/>
          </p:nvSpPr>
          <p:spPr>
            <a:xfrm>
              <a:off x="3310100" y="2613650"/>
              <a:ext cx="1286050" cy="1294225"/>
            </a:xfrm>
            <a:custGeom>
              <a:avLst/>
              <a:gdLst/>
              <a:ahLst/>
              <a:cxnLst/>
              <a:rect l="l" t="t" r="r" b="b"/>
              <a:pathLst>
                <a:path w="51442" h="51769" extrusionOk="0">
                  <a:moveTo>
                    <a:pt x="5448" y="1"/>
                  </a:moveTo>
                  <a:cubicBezTo>
                    <a:pt x="2447" y="1"/>
                    <a:pt x="0" y="2415"/>
                    <a:pt x="0" y="5416"/>
                  </a:cubicBezTo>
                  <a:lnTo>
                    <a:pt x="0" y="46321"/>
                  </a:lnTo>
                  <a:cubicBezTo>
                    <a:pt x="0" y="49322"/>
                    <a:pt x="2447" y="51768"/>
                    <a:pt x="5448" y="51768"/>
                  </a:cubicBezTo>
                  <a:lnTo>
                    <a:pt x="45994" y="51768"/>
                  </a:lnTo>
                  <a:cubicBezTo>
                    <a:pt x="48995" y="51768"/>
                    <a:pt x="51442" y="49322"/>
                    <a:pt x="51442" y="46321"/>
                  </a:cubicBezTo>
                  <a:lnTo>
                    <a:pt x="51442" y="5416"/>
                  </a:lnTo>
                  <a:cubicBezTo>
                    <a:pt x="51442" y="2415"/>
                    <a:pt x="48995" y="1"/>
                    <a:pt x="459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109"/>
            <p:cNvSpPr/>
            <p:nvPr/>
          </p:nvSpPr>
          <p:spPr>
            <a:xfrm>
              <a:off x="2189600" y="2628325"/>
              <a:ext cx="1202875" cy="1274650"/>
            </a:xfrm>
            <a:custGeom>
              <a:avLst/>
              <a:gdLst/>
              <a:ahLst/>
              <a:cxnLst/>
              <a:rect l="l" t="t" r="r" b="b"/>
              <a:pathLst>
                <a:path w="48115" h="50986" extrusionOk="0">
                  <a:moveTo>
                    <a:pt x="5089" y="1"/>
                  </a:moveTo>
                  <a:cubicBezTo>
                    <a:pt x="2284" y="1"/>
                    <a:pt x="0" y="2415"/>
                    <a:pt x="0" y="5383"/>
                  </a:cubicBezTo>
                  <a:lnTo>
                    <a:pt x="0" y="45603"/>
                  </a:lnTo>
                  <a:cubicBezTo>
                    <a:pt x="0" y="48572"/>
                    <a:pt x="2284" y="50986"/>
                    <a:pt x="5089" y="50986"/>
                  </a:cubicBezTo>
                  <a:lnTo>
                    <a:pt x="43026" y="50986"/>
                  </a:lnTo>
                  <a:cubicBezTo>
                    <a:pt x="45831" y="50986"/>
                    <a:pt x="48115" y="48572"/>
                    <a:pt x="48115" y="45603"/>
                  </a:cubicBezTo>
                  <a:lnTo>
                    <a:pt x="48115" y="5383"/>
                  </a:lnTo>
                  <a:cubicBezTo>
                    <a:pt x="48115" y="2415"/>
                    <a:pt x="45831" y="1"/>
                    <a:pt x="4302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109"/>
            <p:cNvSpPr/>
            <p:nvPr/>
          </p:nvSpPr>
          <p:spPr>
            <a:xfrm>
              <a:off x="3310900" y="1461350"/>
              <a:ext cx="1304825" cy="1304825"/>
            </a:xfrm>
            <a:custGeom>
              <a:avLst/>
              <a:gdLst/>
              <a:ahLst/>
              <a:cxnLst/>
              <a:rect l="l" t="t" r="r" b="b"/>
              <a:pathLst>
                <a:path w="52193" h="52193" extrusionOk="0">
                  <a:moveTo>
                    <a:pt x="5513" y="1"/>
                  </a:moveTo>
                  <a:cubicBezTo>
                    <a:pt x="2480" y="1"/>
                    <a:pt x="1" y="2480"/>
                    <a:pt x="1" y="5514"/>
                  </a:cubicBezTo>
                  <a:lnTo>
                    <a:pt x="1" y="46680"/>
                  </a:lnTo>
                  <a:cubicBezTo>
                    <a:pt x="1" y="49713"/>
                    <a:pt x="2480" y="52193"/>
                    <a:pt x="5513" y="52193"/>
                  </a:cubicBezTo>
                  <a:lnTo>
                    <a:pt x="46680" y="52193"/>
                  </a:lnTo>
                  <a:cubicBezTo>
                    <a:pt x="49713" y="52193"/>
                    <a:pt x="52192" y="49713"/>
                    <a:pt x="52192" y="46680"/>
                  </a:cubicBezTo>
                  <a:lnTo>
                    <a:pt x="52192" y="5514"/>
                  </a:lnTo>
                  <a:cubicBezTo>
                    <a:pt x="52192" y="2480"/>
                    <a:pt x="49713" y="1"/>
                    <a:pt x="4668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109"/>
            <p:cNvSpPr/>
            <p:nvPr/>
          </p:nvSpPr>
          <p:spPr>
            <a:xfrm>
              <a:off x="2179000" y="1471950"/>
              <a:ext cx="1285250" cy="1294225"/>
            </a:xfrm>
            <a:custGeom>
              <a:avLst/>
              <a:gdLst/>
              <a:ahLst/>
              <a:cxnLst/>
              <a:rect l="l" t="t" r="r" b="b"/>
              <a:pathLst>
                <a:path w="51410" h="51769" extrusionOk="0">
                  <a:moveTo>
                    <a:pt x="5415" y="1"/>
                  </a:moveTo>
                  <a:cubicBezTo>
                    <a:pt x="2414" y="1"/>
                    <a:pt x="0" y="2415"/>
                    <a:pt x="0" y="5416"/>
                  </a:cubicBezTo>
                  <a:lnTo>
                    <a:pt x="0" y="46321"/>
                  </a:lnTo>
                  <a:cubicBezTo>
                    <a:pt x="0" y="49322"/>
                    <a:pt x="2414" y="51769"/>
                    <a:pt x="5415" y="51769"/>
                  </a:cubicBezTo>
                  <a:lnTo>
                    <a:pt x="45994" y="51769"/>
                  </a:lnTo>
                  <a:cubicBezTo>
                    <a:pt x="48995" y="51769"/>
                    <a:pt x="51409" y="49322"/>
                    <a:pt x="51409" y="46321"/>
                  </a:cubicBezTo>
                  <a:lnTo>
                    <a:pt x="51409" y="5416"/>
                  </a:lnTo>
                  <a:cubicBezTo>
                    <a:pt x="51409" y="2415"/>
                    <a:pt x="48995" y="1"/>
                    <a:pt x="4599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109"/>
            <p:cNvSpPr/>
            <p:nvPr/>
          </p:nvSpPr>
          <p:spPr>
            <a:xfrm>
              <a:off x="3310900" y="309875"/>
              <a:ext cx="1304825" cy="1313800"/>
            </a:xfrm>
            <a:custGeom>
              <a:avLst/>
              <a:gdLst/>
              <a:ahLst/>
              <a:cxnLst/>
              <a:rect l="l" t="t" r="r" b="b"/>
              <a:pathLst>
                <a:path w="52193" h="52552" extrusionOk="0">
                  <a:moveTo>
                    <a:pt x="5513" y="1"/>
                  </a:moveTo>
                  <a:cubicBezTo>
                    <a:pt x="2480" y="1"/>
                    <a:pt x="1" y="2480"/>
                    <a:pt x="1" y="5513"/>
                  </a:cubicBezTo>
                  <a:lnTo>
                    <a:pt x="1" y="47038"/>
                  </a:lnTo>
                  <a:cubicBezTo>
                    <a:pt x="1" y="50105"/>
                    <a:pt x="2480" y="52551"/>
                    <a:pt x="5513" y="52551"/>
                  </a:cubicBezTo>
                  <a:lnTo>
                    <a:pt x="46680" y="52551"/>
                  </a:lnTo>
                  <a:cubicBezTo>
                    <a:pt x="49713" y="52551"/>
                    <a:pt x="52192" y="50105"/>
                    <a:pt x="52192" y="47038"/>
                  </a:cubicBezTo>
                  <a:lnTo>
                    <a:pt x="52192" y="5513"/>
                  </a:lnTo>
                  <a:cubicBezTo>
                    <a:pt x="52192" y="2480"/>
                    <a:pt x="49713" y="1"/>
                    <a:pt x="4668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109"/>
            <p:cNvSpPr/>
            <p:nvPr/>
          </p:nvSpPr>
          <p:spPr>
            <a:xfrm>
              <a:off x="2168400" y="309875"/>
              <a:ext cx="1306450" cy="1314600"/>
            </a:xfrm>
            <a:custGeom>
              <a:avLst/>
              <a:gdLst/>
              <a:ahLst/>
              <a:cxnLst/>
              <a:rect l="l" t="t" r="r" b="b"/>
              <a:pathLst>
                <a:path w="52258" h="52584" extrusionOk="0">
                  <a:moveTo>
                    <a:pt x="5546" y="1"/>
                  </a:moveTo>
                  <a:cubicBezTo>
                    <a:pt x="2479" y="1"/>
                    <a:pt x="0" y="2447"/>
                    <a:pt x="0" y="5513"/>
                  </a:cubicBezTo>
                  <a:lnTo>
                    <a:pt x="0" y="47071"/>
                  </a:lnTo>
                  <a:cubicBezTo>
                    <a:pt x="0" y="50105"/>
                    <a:pt x="2479" y="52584"/>
                    <a:pt x="5546" y="52584"/>
                  </a:cubicBezTo>
                  <a:lnTo>
                    <a:pt x="46712" y="52584"/>
                  </a:lnTo>
                  <a:cubicBezTo>
                    <a:pt x="49778" y="52584"/>
                    <a:pt x="52257" y="50105"/>
                    <a:pt x="52257" y="47071"/>
                  </a:cubicBezTo>
                  <a:lnTo>
                    <a:pt x="52257" y="5513"/>
                  </a:lnTo>
                  <a:cubicBezTo>
                    <a:pt x="52257" y="2447"/>
                    <a:pt x="49778" y="1"/>
                    <a:pt x="46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109"/>
            <p:cNvSpPr/>
            <p:nvPr/>
          </p:nvSpPr>
          <p:spPr>
            <a:xfrm>
              <a:off x="1190625" y="238125"/>
              <a:ext cx="1213475" cy="5219200"/>
            </a:xfrm>
            <a:custGeom>
              <a:avLst/>
              <a:gdLst/>
              <a:ahLst/>
              <a:cxnLst/>
              <a:rect l="l" t="t" r="r" b="b"/>
              <a:pathLst>
                <a:path w="48539" h="208768" extrusionOk="0">
                  <a:moveTo>
                    <a:pt x="6133" y="0"/>
                  </a:moveTo>
                  <a:cubicBezTo>
                    <a:pt x="2740" y="0"/>
                    <a:pt x="0" y="2740"/>
                    <a:pt x="0" y="6133"/>
                  </a:cubicBezTo>
                  <a:lnTo>
                    <a:pt x="0" y="202667"/>
                  </a:lnTo>
                  <a:cubicBezTo>
                    <a:pt x="0" y="206027"/>
                    <a:pt x="2740" y="208767"/>
                    <a:pt x="6133" y="208767"/>
                  </a:cubicBezTo>
                  <a:lnTo>
                    <a:pt x="42406" y="208767"/>
                  </a:lnTo>
                  <a:cubicBezTo>
                    <a:pt x="45798" y="208767"/>
                    <a:pt x="48538" y="206027"/>
                    <a:pt x="48538" y="202667"/>
                  </a:cubicBezTo>
                  <a:lnTo>
                    <a:pt x="48538" y="6133"/>
                  </a:lnTo>
                  <a:cubicBezTo>
                    <a:pt x="48538" y="2740"/>
                    <a:pt x="45798" y="0"/>
                    <a:pt x="4240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109"/>
            <p:cNvSpPr/>
            <p:nvPr/>
          </p:nvSpPr>
          <p:spPr>
            <a:xfrm>
              <a:off x="1190625" y="238125"/>
              <a:ext cx="3496050" cy="5219200"/>
            </a:xfrm>
            <a:custGeom>
              <a:avLst/>
              <a:gdLst/>
              <a:ahLst/>
              <a:cxnLst/>
              <a:rect l="l" t="t" r="r" b="b"/>
              <a:pathLst>
                <a:path w="139842" h="208768" extrusionOk="0">
                  <a:moveTo>
                    <a:pt x="81974" y="12232"/>
                  </a:moveTo>
                  <a:lnTo>
                    <a:pt x="81974" y="46092"/>
                  </a:lnTo>
                  <a:lnTo>
                    <a:pt x="48538" y="46092"/>
                  </a:lnTo>
                  <a:lnTo>
                    <a:pt x="48538" y="12232"/>
                  </a:lnTo>
                  <a:close/>
                  <a:moveTo>
                    <a:pt x="127609" y="12232"/>
                  </a:moveTo>
                  <a:lnTo>
                    <a:pt x="127609" y="46092"/>
                  </a:lnTo>
                  <a:lnTo>
                    <a:pt x="94206" y="46092"/>
                  </a:lnTo>
                  <a:lnTo>
                    <a:pt x="94206" y="12232"/>
                  </a:lnTo>
                  <a:close/>
                  <a:moveTo>
                    <a:pt x="81974" y="58324"/>
                  </a:moveTo>
                  <a:lnTo>
                    <a:pt x="81974" y="91760"/>
                  </a:lnTo>
                  <a:lnTo>
                    <a:pt x="48538" y="91760"/>
                  </a:lnTo>
                  <a:lnTo>
                    <a:pt x="48538" y="58324"/>
                  </a:lnTo>
                  <a:close/>
                  <a:moveTo>
                    <a:pt x="127609" y="58324"/>
                  </a:moveTo>
                  <a:lnTo>
                    <a:pt x="127609" y="91760"/>
                  </a:lnTo>
                  <a:lnTo>
                    <a:pt x="94206" y="91760"/>
                  </a:lnTo>
                  <a:lnTo>
                    <a:pt x="94206" y="58324"/>
                  </a:lnTo>
                  <a:close/>
                  <a:moveTo>
                    <a:pt x="81974" y="103992"/>
                  </a:moveTo>
                  <a:lnTo>
                    <a:pt x="81974" y="137427"/>
                  </a:lnTo>
                  <a:lnTo>
                    <a:pt x="48538" y="137427"/>
                  </a:lnTo>
                  <a:lnTo>
                    <a:pt x="48538" y="103992"/>
                  </a:lnTo>
                  <a:close/>
                  <a:moveTo>
                    <a:pt x="127609" y="103992"/>
                  </a:moveTo>
                  <a:lnTo>
                    <a:pt x="127609" y="137427"/>
                  </a:lnTo>
                  <a:lnTo>
                    <a:pt x="94206" y="137427"/>
                  </a:lnTo>
                  <a:lnTo>
                    <a:pt x="94206" y="103992"/>
                  </a:lnTo>
                  <a:close/>
                  <a:moveTo>
                    <a:pt x="36306" y="12232"/>
                  </a:moveTo>
                  <a:lnTo>
                    <a:pt x="36306" y="196535"/>
                  </a:lnTo>
                  <a:lnTo>
                    <a:pt x="12232" y="196535"/>
                  </a:lnTo>
                  <a:lnTo>
                    <a:pt x="12232" y="12232"/>
                  </a:lnTo>
                  <a:close/>
                  <a:moveTo>
                    <a:pt x="127609" y="149660"/>
                  </a:moveTo>
                  <a:lnTo>
                    <a:pt x="127609" y="196535"/>
                  </a:lnTo>
                  <a:lnTo>
                    <a:pt x="48538" y="196535"/>
                  </a:lnTo>
                  <a:lnTo>
                    <a:pt x="48538" y="149660"/>
                  </a:lnTo>
                  <a:close/>
                  <a:moveTo>
                    <a:pt x="6133" y="0"/>
                  </a:moveTo>
                  <a:cubicBezTo>
                    <a:pt x="2740" y="0"/>
                    <a:pt x="0" y="2740"/>
                    <a:pt x="0" y="6133"/>
                  </a:cubicBezTo>
                  <a:lnTo>
                    <a:pt x="0" y="202667"/>
                  </a:lnTo>
                  <a:cubicBezTo>
                    <a:pt x="0" y="206027"/>
                    <a:pt x="2740" y="208767"/>
                    <a:pt x="6133" y="208767"/>
                  </a:cubicBezTo>
                  <a:lnTo>
                    <a:pt x="133741" y="208767"/>
                  </a:lnTo>
                  <a:cubicBezTo>
                    <a:pt x="137134" y="208767"/>
                    <a:pt x="139841" y="206027"/>
                    <a:pt x="139841" y="202667"/>
                  </a:cubicBezTo>
                  <a:lnTo>
                    <a:pt x="139841" y="97860"/>
                  </a:lnTo>
                  <a:lnTo>
                    <a:pt x="139841" y="52192"/>
                  </a:lnTo>
                  <a:lnTo>
                    <a:pt x="139841" y="6133"/>
                  </a:lnTo>
                  <a:cubicBezTo>
                    <a:pt x="139841" y="2740"/>
                    <a:pt x="137134" y="0"/>
                    <a:pt x="13374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109"/>
            <p:cNvSpPr/>
            <p:nvPr/>
          </p:nvSpPr>
          <p:spPr>
            <a:xfrm>
              <a:off x="3392450" y="238125"/>
              <a:ext cx="1294225" cy="5219200"/>
            </a:xfrm>
            <a:custGeom>
              <a:avLst/>
              <a:gdLst/>
              <a:ahLst/>
              <a:cxnLst/>
              <a:rect l="l" t="t" r="r" b="b"/>
              <a:pathLst>
                <a:path w="51769" h="208768" extrusionOk="0">
                  <a:moveTo>
                    <a:pt x="39536" y="12232"/>
                  </a:moveTo>
                  <a:lnTo>
                    <a:pt x="39536" y="46092"/>
                  </a:lnTo>
                  <a:lnTo>
                    <a:pt x="6133" y="46092"/>
                  </a:lnTo>
                  <a:lnTo>
                    <a:pt x="6133" y="12232"/>
                  </a:lnTo>
                  <a:close/>
                  <a:moveTo>
                    <a:pt x="39536" y="58324"/>
                  </a:moveTo>
                  <a:lnTo>
                    <a:pt x="39536" y="91760"/>
                  </a:lnTo>
                  <a:lnTo>
                    <a:pt x="6133" y="91760"/>
                  </a:lnTo>
                  <a:lnTo>
                    <a:pt x="6133" y="58324"/>
                  </a:lnTo>
                  <a:close/>
                  <a:moveTo>
                    <a:pt x="39536" y="103992"/>
                  </a:moveTo>
                  <a:lnTo>
                    <a:pt x="39536" y="137427"/>
                  </a:lnTo>
                  <a:lnTo>
                    <a:pt x="6133" y="137427"/>
                  </a:lnTo>
                  <a:lnTo>
                    <a:pt x="6133" y="103992"/>
                  </a:lnTo>
                  <a:close/>
                  <a:moveTo>
                    <a:pt x="1" y="0"/>
                  </a:moveTo>
                  <a:lnTo>
                    <a:pt x="1" y="149660"/>
                  </a:lnTo>
                  <a:lnTo>
                    <a:pt x="39536" y="149660"/>
                  </a:lnTo>
                  <a:lnTo>
                    <a:pt x="39536" y="196535"/>
                  </a:lnTo>
                  <a:lnTo>
                    <a:pt x="1" y="196535"/>
                  </a:lnTo>
                  <a:lnTo>
                    <a:pt x="1" y="208767"/>
                  </a:lnTo>
                  <a:lnTo>
                    <a:pt x="45668" y="208767"/>
                  </a:lnTo>
                  <a:cubicBezTo>
                    <a:pt x="49061" y="208767"/>
                    <a:pt x="51768" y="206027"/>
                    <a:pt x="51768" y="202667"/>
                  </a:cubicBezTo>
                  <a:lnTo>
                    <a:pt x="51768" y="97860"/>
                  </a:lnTo>
                  <a:lnTo>
                    <a:pt x="51768" y="52192"/>
                  </a:lnTo>
                  <a:lnTo>
                    <a:pt x="51768" y="6133"/>
                  </a:lnTo>
                  <a:cubicBezTo>
                    <a:pt x="51768" y="2740"/>
                    <a:pt x="49061" y="0"/>
                    <a:pt x="4566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6" name="Google Shape;4246;p109"/>
          <p:cNvGrpSpPr/>
          <p:nvPr/>
        </p:nvGrpSpPr>
        <p:grpSpPr>
          <a:xfrm>
            <a:off x="5633988" y="2985425"/>
            <a:ext cx="457202" cy="457202"/>
            <a:chOff x="1190625" y="238125"/>
            <a:chExt cx="5219200" cy="5219200"/>
          </a:xfrm>
        </p:grpSpPr>
        <p:sp>
          <p:nvSpPr>
            <p:cNvPr id="4247" name="Google Shape;4247;p109"/>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109"/>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109"/>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109"/>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109"/>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109"/>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109"/>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109"/>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109"/>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109"/>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109"/>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109"/>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109"/>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109"/>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109"/>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2" name="Google Shape;4262;p109"/>
          <p:cNvGrpSpPr/>
          <p:nvPr/>
        </p:nvGrpSpPr>
        <p:grpSpPr>
          <a:xfrm>
            <a:off x="6331448" y="2985375"/>
            <a:ext cx="450630" cy="457202"/>
            <a:chOff x="1228125" y="238125"/>
            <a:chExt cx="5144175" cy="5219200"/>
          </a:xfrm>
        </p:grpSpPr>
        <p:sp>
          <p:nvSpPr>
            <p:cNvPr id="4263" name="Google Shape;4263;p109"/>
            <p:cNvSpPr/>
            <p:nvPr/>
          </p:nvSpPr>
          <p:spPr>
            <a:xfrm>
              <a:off x="1409975" y="1438525"/>
              <a:ext cx="4780475" cy="4018800"/>
            </a:xfrm>
            <a:custGeom>
              <a:avLst/>
              <a:gdLst/>
              <a:ahLst/>
              <a:cxnLst/>
              <a:rect l="l" t="t" r="r" b="b"/>
              <a:pathLst>
                <a:path w="191219" h="160752" extrusionOk="0">
                  <a:moveTo>
                    <a:pt x="27010" y="0"/>
                  </a:moveTo>
                  <a:cubicBezTo>
                    <a:pt x="24303" y="0"/>
                    <a:pt x="21856" y="1729"/>
                    <a:pt x="20943" y="4274"/>
                  </a:cubicBezTo>
                  <a:lnTo>
                    <a:pt x="392" y="62598"/>
                  </a:lnTo>
                  <a:cubicBezTo>
                    <a:pt x="131" y="63283"/>
                    <a:pt x="1" y="64001"/>
                    <a:pt x="1" y="64718"/>
                  </a:cubicBezTo>
                  <a:lnTo>
                    <a:pt x="1" y="95577"/>
                  </a:lnTo>
                  <a:cubicBezTo>
                    <a:pt x="1" y="96327"/>
                    <a:pt x="131" y="97045"/>
                    <a:pt x="392" y="97730"/>
                  </a:cubicBezTo>
                  <a:lnTo>
                    <a:pt x="20943" y="156445"/>
                  </a:lnTo>
                  <a:cubicBezTo>
                    <a:pt x="21856" y="159022"/>
                    <a:pt x="24303" y="160751"/>
                    <a:pt x="27010" y="160751"/>
                  </a:cubicBezTo>
                  <a:lnTo>
                    <a:pt x="164209" y="160751"/>
                  </a:lnTo>
                  <a:cubicBezTo>
                    <a:pt x="166917" y="160751"/>
                    <a:pt x="169363" y="159022"/>
                    <a:pt x="170276" y="156445"/>
                  </a:cubicBezTo>
                  <a:lnTo>
                    <a:pt x="190827" y="97730"/>
                  </a:lnTo>
                  <a:cubicBezTo>
                    <a:pt x="191088" y="97045"/>
                    <a:pt x="191218" y="96327"/>
                    <a:pt x="191218" y="95577"/>
                  </a:cubicBezTo>
                  <a:lnTo>
                    <a:pt x="191218" y="64718"/>
                  </a:lnTo>
                  <a:cubicBezTo>
                    <a:pt x="191218" y="64001"/>
                    <a:pt x="191088" y="63283"/>
                    <a:pt x="190827" y="62598"/>
                  </a:cubicBezTo>
                  <a:lnTo>
                    <a:pt x="170276" y="4274"/>
                  </a:lnTo>
                  <a:cubicBezTo>
                    <a:pt x="169363" y="1729"/>
                    <a:pt x="166917" y="0"/>
                    <a:pt x="1642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109"/>
            <p:cNvSpPr/>
            <p:nvPr/>
          </p:nvSpPr>
          <p:spPr>
            <a:xfrm>
              <a:off x="3800200" y="1438525"/>
              <a:ext cx="2390250" cy="4018800"/>
            </a:xfrm>
            <a:custGeom>
              <a:avLst/>
              <a:gdLst/>
              <a:ahLst/>
              <a:cxnLst/>
              <a:rect l="l" t="t" r="r" b="b"/>
              <a:pathLst>
                <a:path w="95610" h="160752" extrusionOk="0">
                  <a:moveTo>
                    <a:pt x="1" y="0"/>
                  </a:moveTo>
                  <a:lnTo>
                    <a:pt x="1" y="160751"/>
                  </a:lnTo>
                  <a:lnTo>
                    <a:pt x="68600" y="160751"/>
                  </a:lnTo>
                  <a:cubicBezTo>
                    <a:pt x="71308" y="160751"/>
                    <a:pt x="73754" y="159022"/>
                    <a:pt x="74667" y="156445"/>
                  </a:cubicBezTo>
                  <a:lnTo>
                    <a:pt x="95218" y="97730"/>
                  </a:lnTo>
                  <a:cubicBezTo>
                    <a:pt x="95479" y="97045"/>
                    <a:pt x="95609" y="96327"/>
                    <a:pt x="95609" y="95577"/>
                  </a:cubicBezTo>
                  <a:lnTo>
                    <a:pt x="95609" y="64718"/>
                  </a:lnTo>
                  <a:cubicBezTo>
                    <a:pt x="95609" y="64001"/>
                    <a:pt x="95479" y="63283"/>
                    <a:pt x="95218" y="62598"/>
                  </a:cubicBezTo>
                  <a:lnTo>
                    <a:pt x="74667" y="4274"/>
                  </a:lnTo>
                  <a:cubicBezTo>
                    <a:pt x="73754" y="1729"/>
                    <a:pt x="71308" y="0"/>
                    <a:pt x="6860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109"/>
            <p:cNvSpPr/>
            <p:nvPr/>
          </p:nvSpPr>
          <p:spPr>
            <a:xfrm>
              <a:off x="2953725" y="3667275"/>
              <a:ext cx="1692975" cy="1007975"/>
            </a:xfrm>
            <a:custGeom>
              <a:avLst/>
              <a:gdLst/>
              <a:ahLst/>
              <a:cxnLst/>
              <a:rect l="l" t="t" r="r" b="b"/>
              <a:pathLst>
                <a:path w="67719" h="40319" extrusionOk="0">
                  <a:moveTo>
                    <a:pt x="6426" y="1"/>
                  </a:moveTo>
                  <a:cubicBezTo>
                    <a:pt x="2871" y="1"/>
                    <a:pt x="0" y="2904"/>
                    <a:pt x="0" y="6427"/>
                  </a:cubicBezTo>
                  <a:lnTo>
                    <a:pt x="0" y="33893"/>
                  </a:lnTo>
                  <a:cubicBezTo>
                    <a:pt x="0" y="37416"/>
                    <a:pt x="2871" y="40319"/>
                    <a:pt x="6426" y="40319"/>
                  </a:cubicBezTo>
                  <a:lnTo>
                    <a:pt x="61293" y="40319"/>
                  </a:lnTo>
                  <a:cubicBezTo>
                    <a:pt x="64848" y="40319"/>
                    <a:pt x="67719" y="37416"/>
                    <a:pt x="67719" y="33893"/>
                  </a:cubicBezTo>
                  <a:lnTo>
                    <a:pt x="67719" y="6427"/>
                  </a:lnTo>
                  <a:cubicBezTo>
                    <a:pt x="67719" y="2904"/>
                    <a:pt x="64848" y="1"/>
                    <a:pt x="612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109"/>
            <p:cNvSpPr/>
            <p:nvPr/>
          </p:nvSpPr>
          <p:spPr>
            <a:xfrm>
              <a:off x="3800200" y="3667275"/>
              <a:ext cx="846500" cy="1007975"/>
            </a:xfrm>
            <a:custGeom>
              <a:avLst/>
              <a:gdLst/>
              <a:ahLst/>
              <a:cxnLst/>
              <a:rect l="l" t="t" r="r" b="b"/>
              <a:pathLst>
                <a:path w="33860" h="40319" extrusionOk="0">
                  <a:moveTo>
                    <a:pt x="1" y="1"/>
                  </a:moveTo>
                  <a:lnTo>
                    <a:pt x="1" y="40319"/>
                  </a:lnTo>
                  <a:lnTo>
                    <a:pt x="27434" y="40319"/>
                  </a:lnTo>
                  <a:cubicBezTo>
                    <a:pt x="30989" y="40319"/>
                    <a:pt x="33860" y="37416"/>
                    <a:pt x="33860" y="33893"/>
                  </a:cubicBezTo>
                  <a:lnTo>
                    <a:pt x="33860" y="6427"/>
                  </a:lnTo>
                  <a:cubicBezTo>
                    <a:pt x="33860" y="2904"/>
                    <a:pt x="30989" y="1"/>
                    <a:pt x="274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109"/>
            <p:cNvSpPr/>
            <p:nvPr/>
          </p:nvSpPr>
          <p:spPr>
            <a:xfrm>
              <a:off x="1228125" y="2970850"/>
              <a:ext cx="5144175" cy="943550"/>
            </a:xfrm>
            <a:custGeom>
              <a:avLst/>
              <a:gdLst/>
              <a:ahLst/>
              <a:cxnLst/>
              <a:rect l="l" t="t" r="r" b="b"/>
              <a:pathLst>
                <a:path w="205767" h="37742" extrusionOk="0">
                  <a:moveTo>
                    <a:pt x="6035" y="0"/>
                  </a:moveTo>
                  <a:cubicBezTo>
                    <a:pt x="2708" y="0"/>
                    <a:pt x="1" y="2479"/>
                    <a:pt x="1" y="5546"/>
                  </a:cubicBezTo>
                  <a:lnTo>
                    <a:pt x="1" y="32196"/>
                  </a:lnTo>
                  <a:cubicBezTo>
                    <a:pt x="1" y="35230"/>
                    <a:pt x="2708" y="37741"/>
                    <a:pt x="6035" y="37741"/>
                  </a:cubicBezTo>
                  <a:lnTo>
                    <a:pt x="199732" y="37741"/>
                  </a:lnTo>
                  <a:cubicBezTo>
                    <a:pt x="203059" y="37741"/>
                    <a:pt x="205767" y="35230"/>
                    <a:pt x="205767" y="32196"/>
                  </a:cubicBezTo>
                  <a:lnTo>
                    <a:pt x="205767" y="5546"/>
                  </a:lnTo>
                  <a:cubicBezTo>
                    <a:pt x="205767" y="2479"/>
                    <a:pt x="203059" y="0"/>
                    <a:pt x="1997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109"/>
            <p:cNvSpPr/>
            <p:nvPr/>
          </p:nvSpPr>
          <p:spPr>
            <a:xfrm>
              <a:off x="3800200" y="2970850"/>
              <a:ext cx="2572100" cy="943550"/>
            </a:xfrm>
            <a:custGeom>
              <a:avLst/>
              <a:gdLst/>
              <a:ahLst/>
              <a:cxnLst/>
              <a:rect l="l" t="t" r="r" b="b"/>
              <a:pathLst>
                <a:path w="102884" h="37742" extrusionOk="0">
                  <a:moveTo>
                    <a:pt x="1" y="0"/>
                  </a:moveTo>
                  <a:lnTo>
                    <a:pt x="1" y="37741"/>
                  </a:lnTo>
                  <a:lnTo>
                    <a:pt x="96849" y="37741"/>
                  </a:lnTo>
                  <a:cubicBezTo>
                    <a:pt x="100176" y="37741"/>
                    <a:pt x="102884" y="35230"/>
                    <a:pt x="102884" y="32196"/>
                  </a:cubicBezTo>
                  <a:lnTo>
                    <a:pt x="102884" y="5546"/>
                  </a:lnTo>
                  <a:cubicBezTo>
                    <a:pt x="102884" y="2479"/>
                    <a:pt x="100176" y="0"/>
                    <a:pt x="9684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109"/>
            <p:cNvSpPr/>
            <p:nvPr/>
          </p:nvSpPr>
          <p:spPr>
            <a:xfrm>
              <a:off x="43677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20" y="19502"/>
                  </a:cubicBezTo>
                  <a:cubicBezTo>
                    <a:pt x="4666" y="21491"/>
                    <a:pt x="4503" y="21948"/>
                    <a:pt x="3915" y="23547"/>
                  </a:cubicBezTo>
                  <a:cubicBezTo>
                    <a:pt x="3720" y="24036"/>
                    <a:pt x="3524" y="24590"/>
                    <a:pt x="3328" y="25210"/>
                  </a:cubicBezTo>
                  <a:cubicBezTo>
                    <a:pt x="2350" y="28635"/>
                    <a:pt x="4307" y="32191"/>
                    <a:pt x="7732" y="33169"/>
                  </a:cubicBezTo>
                  <a:cubicBezTo>
                    <a:pt x="8319" y="33365"/>
                    <a:pt x="8939" y="33430"/>
                    <a:pt x="9526" y="33430"/>
                  </a:cubicBezTo>
                  <a:cubicBezTo>
                    <a:pt x="12299" y="33430"/>
                    <a:pt x="14876" y="31604"/>
                    <a:pt x="15691" y="28798"/>
                  </a:cubicBezTo>
                  <a:cubicBezTo>
                    <a:pt x="15756" y="28603"/>
                    <a:pt x="15854" y="28309"/>
                    <a:pt x="15985" y="28015"/>
                  </a:cubicBezTo>
                  <a:cubicBezTo>
                    <a:pt x="16898" y="25504"/>
                    <a:pt x="18627" y="20839"/>
                    <a:pt x="15332" y="13924"/>
                  </a:cubicBezTo>
                  <a:cubicBezTo>
                    <a:pt x="14223" y="11640"/>
                    <a:pt x="14484" y="11053"/>
                    <a:pt x="15365" y="9096"/>
                  </a:cubicBezTo>
                  <a:cubicBezTo>
                    <a:pt x="16833" y="5867"/>
                    <a:pt x="15430" y="2050"/>
                    <a:pt x="12201" y="582"/>
                  </a:cubicBezTo>
                  <a:cubicBezTo>
                    <a:pt x="11333"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109"/>
            <p:cNvSpPr/>
            <p:nvPr/>
          </p:nvSpPr>
          <p:spPr>
            <a:xfrm>
              <a:off x="3562075" y="238250"/>
              <a:ext cx="465675" cy="835775"/>
            </a:xfrm>
            <a:custGeom>
              <a:avLst/>
              <a:gdLst/>
              <a:ahLst/>
              <a:cxnLst/>
              <a:rect l="l" t="t" r="r" b="b"/>
              <a:pathLst>
                <a:path w="18627" h="33431" extrusionOk="0">
                  <a:moveTo>
                    <a:pt x="9526" y="0"/>
                  </a:moveTo>
                  <a:cubicBezTo>
                    <a:pt x="7089" y="0"/>
                    <a:pt x="4760" y="1385"/>
                    <a:pt x="3687" y="3746"/>
                  </a:cubicBezTo>
                  <a:cubicBezTo>
                    <a:pt x="2382" y="6552"/>
                    <a:pt x="1" y="11771"/>
                    <a:pt x="3719" y="19502"/>
                  </a:cubicBezTo>
                  <a:cubicBezTo>
                    <a:pt x="4665" y="21491"/>
                    <a:pt x="4502" y="21948"/>
                    <a:pt x="3915" y="23547"/>
                  </a:cubicBezTo>
                  <a:cubicBezTo>
                    <a:pt x="3752" y="24036"/>
                    <a:pt x="3524" y="24590"/>
                    <a:pt x="3360" y="25210"/>
                  </a:cubicBezTo>
                  <a:cubicBezTo>
                    <a:pt x="2349" y="28635"/>
                    <a:pt x="4339" y="32191"/>
                    <a:pt x="7731" y="33169"/>
                  </a:cubicBezTo>
                  <a:cubicBezTo>
                    <a:pt x="8319" y="33365"/>
                    <a:pt x="8938" y="33430"/>
                    <a:pt x="9526" y="33430"/>
                  </a:cubicBezTo>
                  <a:cubicBezTo>
                    <a:pt x="12331" y="33430"/>
                    <a:pt x="14875" y="31604"/>
                    <a:pt x="15691" y="28798"/>
                  </a:cubicBezTo>
                  <a:cubicBezTo>
                    <a:pt x="15756" y="28603"/>
                    <a:pt x="15854" y="28309"/>
                    <a:pt x="15984" y="28015"/>
                  </a:cubicBezTo>
                  <a:cubicBezTo>
                    <a:pt x="16898" y="25504"/>
                    <a:pt x="18627" y="20839"/>
                    <a:pt x="15332" y="13924"/>
                  </a:cubicBezTo>
                  <a:cubicBezTo>
                    <a:pt x="14223" y="11640"/>
                    <a:pt x="14484" y="11053"/>
                    <a:pt x="15365" y="9096"/>
                  </a:cubicBezTo>
                  <a:cubicBezTo>
                    <a:pt x="16865" y="5867"/>
                    <a:pt x="15430" y="2050"/>
                    <a:pt x="12200" y="582"/>
                  </a:cubicBezTo>
                  <a:cubicBezTo>
                    <a:pt x="11332" y="188"/>
                    <a:pt x="10422" y="0"/>
                    <a:pt x="952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109"/>
            <p:cNvSpPr/>
            <p:nvPr/>
          </p:nvSpPr>
          <p:spPr>
            <a:xfrm>
              <a:off x="3800200" y="238125"/>
              <a:ext cx="227550" cy="835900"/>
            </a:xfrm>
            <a:custGeom>
              <a:avLst/>
              <a:gdLst/>
              <a:ahLst/>
              <a:cxnLst/>
              <a:rect l="l" t="t" r="r" b="b"/>
              <a:pathLst>
                <a:path w="9102" h="33436" extrusionOk="0">
                  <a:moveTo>
                    <a:pt x="1" y="0"/>
                  </a:moveTo>
                  <a:lnTo>
                    <a:pt x="1" y="33435"/>
                  </a:lnTo>
                  <a:cubicBezTo>
                    <a:pt x="2806" y="33435"/>
                    <a:pt x="5350" y="31609"/>
                    <a:pt x="6166" y="28803"/>
                  </a:cubicBezTo>
                  <a:cubicBezTo>
                    <a:pt x="6231" y="28608"/>
                    <a:pt x="6329" y="28314"/>
                    <a:pt x="6459" y="28020"/>
                  </a:cubicBezTo>
                  <a:cubicBezTo>
                    <a:pt x="7373" y="25509"/>
                    <a:pt x="9102" y="20844"/>
                    <a:pt x="5807" y="13929"/>
                  </a:cubicBezTo>
                  <a:cubicBezTo>
                    <a:pt x="4698" y="11645"/>
                    <a:pt x="4959" y="11058"/>
                    <a:pt x="5840" y="9101"/>
                  </a:cubicBezTo>
                  <a:cubicBezTo>
                    <a:pt x="7340" y="5872"/>
                    <a:pt x="5905" y="2055"/>
                    <a:pt x="2675" y="587"/>
                  </a:cubicBezTo>
                  <a:cubicBezTo>
                    <a:pt x="1795" y="196"/>
                    <a:pt x="881"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109"/>
            <p:cNvSpPr/>
            <p:nvPr/>
          </p:nvSpPr>
          <p:spPr>
            <a:xfrm>
              <a:off x="2758000" y="238250"/>
              <a:ext cx="465675" cy="835775"/>
            </a:xfrm>
            <a:custGeom>
              <a:avLst/>
              <a:gdLst/>
              <a:ahLst/>
              <a:cxnLst/>
              <a:rect l="l" t="t" r="r" b="b"/>
              <a:pathLst>
                <a:path w="18627" h="33431" extrusionOk="0">
                  <a:moveTo>
                    <a:pt x="9525" y="0"/>
                  </a:moveTo>
                  <a:cubicBezTo>
                    <a:pt x="7086" y="0"/>
                    <a:pt x="4751" y="1385"/>
                    <a:pt x="3654" y="3746"/>
                  </a:cubicBezTo>
                  <a:cubicBezTo>
                    <a:pt x="2382" y="6552"/>
                    <a:pt x="0" y="11771"/>
                    <a:pt x="3719" y="19502"/>
                  </a:cubicBezTo>
                  <a:cubicBezTo>
                    <a:pt x="4665" y="21491"/>
                    <a:pt x="4502" y="21948"/>
                    <a:pt x="3915" y="23547"/>
                  </a:cubicBezTo>
                  <a:cubicBezTo>
                    <a:pt x="3719" y="24036"/>
                    <a:pt x="3523" y="24590"/>
                    <a:pt x="3328" y="25210"/>
                  </a:cubicBezTo>
                  <a:cubicBezTo>
                    <a:pt x="2349" y="28635"/>
                    <a:pt x="4306" y="32191"/>
                    <a:pt x="7731" y="33169"/>
                  </a:cubicBezTo>
                  <a:cubicBezTo>
                    <a:pt x="8318" y="33365"/>
                    <a:pt x="8938" y="33430"/>
                    <a:pt x="9525" y="33430"/>
                  </a:cubicBezTo>
                  <a:cubicBezTo>
                    <a:pt x="12298" y="33430"/>
                    <a:pt x="14875" y="31604"/>
                    <a:pt x="15691" y="28798"/>
                  </a:cubicBezTo>
                  <a:cubicBezTo>
                    <a:pt x="15756" y="28603"/>
                    <a:pt x="15854" y="28309"/>
                    <a:pt x="15984" y="28015"/>
                  </a:cubicBezTo>
                  <a:cubicBezTo>
                    <a:pt x="16897" y="25504"/>
                    <a:pt x="18626" y="20839"/>
                    <a:pt x="15299" y="13924"/>
                  </a:cubicBezTo>
                  <a:cubicBezTo>
                    <a:pt x="14223" y="11640"/>
                    <a:pt x="14484" y="11053"/>
                    <a:pt x="15364" y="9096"/>
                  </a:cubicBezTo>
                  <a:cubicBezTo>
                    <a:pt x="16832" y="5867"/>
                    <a:pt x="15430" y="2050"/>
                    <a:pt x="12200" y="582"/>
                  </a:cubicBezTo>
                  <a:cubicBezTo>
                    <a:pt x="11332" y="188"/>
                    <a:pt x="10422" y="0"/>
                    <a:pt x="9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3" name="Google Shape;4273;p109"/>
          <p:cNvGrpSpPr/>
          <p:nvPr/>
        </p:nvGrpSpPr>
        <p:grpSpPr>
          <a:xfrm>
            <a:off x="7022337" y="2985344"/>
            <a:ext cx="507926" cy="457380"/>
            <a:chOff x="1173475" y="487650"/>
            <a:chExt cx="5236350" cy="4720125"/>
          </a:xfrm>
        </p:grpSpPr>
        <p:sp>
          <p:nvSpPr>
            <p:cNvPr id="4274" name="Google Shape;4274;p109"/>
            <p:cNvSpPr/>
            <p:nvPr/>
          </p:nvSpPr>
          <p:spPr>
            <a:xfrm>
              <a:off x="1173475" y="1034025"/>
              <a:ext cx="4234900" cy="4173750"/>
            </a:xfrm>
            <a:custGeom>
              <a:avLst/>
              <a:gdLst/>
              <a:ahLst/>
              <a:cxnLst/>
              <a:rect l="l" t="t" r="r" b="b"/>
              <a:pathLst>
                <a:path w="169396" h="166950" extrusionOk="0">
                  <a:moveTo>
                    <a:pt x="39243" y="1"/>
                  </a:moveTo>
                  <a:cubicBezTo>
                    <a:pt x="34415" y="1"/>
                    <a:pt x="29881" y="1893"/>
                    <a:pt x="26456" y="5285"/>
                  </a:cubicBezTo>
                  <a:lnTo>
                    <a:pt x="13440" y="17877"/>
                  </a:lnTo>
                  <a:cubicBezTo>
                    <a:pt x="13440" y="17909"/>
                    <a:pt x="13408" y="17909"/>
                    <a:pt x="13375" y="17942"/>
                  </a:cubicBezTo>
                  <a:cubicBezTo>
                    <a:pt x="7699" y="23618"/>
                    <a:pt x="3720" y="30762"/>
                    <a:pt x="1860" y="38558"/>
                  </a:cubicBezTo>
                  <a:cubicBezTo>
                    <a:pt x="1" y="46386"/>
                    <a:pt x="360" y="54541"/>
                    <a:pt x="2904" y="62142"/>
                  </a:cubicBezTo>
                  <a:cubicBezTo>
                    <a:pt x="20030" y="113094"/>
                    <a:pt x="54541" y="147573"/>
                    <a:pt x="105494" y="164731"/>
                  </a:cubicBezTo>
                  <a:cubicBezTo>
                    <a:pt x="109897" y="166199"/>
                    <a:pt x="114497" y="166949"/>
                    <a:pt x="119129" y="166949"/>
                  </a:cubicBezTo>
                  <a:cubicBezTo>
                    <a:pt x="122456" y="166949"/>
                    <a:pt x="125783" y="166558"/>
                    <a:pt x="129078" y="165775"/>
                  </a:cubicBezTo>
                  <a:cubicBezTo>
                    <a:pt x="136874" y="163916"/>
                    <a:pt x="144018" y="159936"/>
                    <a:pt x="149694" y="154260"/>
                  </a:cubicBezTo>
                  <a:cubicBezTo>
                    <a:pt x="149726" y="154228"/>
                    <a:pt x="149726" y="154195"/>
                    <a:pt x="149759" y="154195"/>
                  </a:cubicBezTo>
                  <a:lnTo>
                    <a:pt x="162350" y="141180"/>
                  </a:lnTo>
                  <a:cubicBezTo>
                    <a:pt x="169396" y="134101"/>
                    <a:pt x="169396" y="122619"/>
                    <a:pt x="162317" y="115541"/>
                  </a:cubicBezTo>
                  <a:lnTo>
                    <a:pt x="140723" y="93946"/>
                  </a:lnTo>
                  <a:cubicBezTo>
                    <a:pt x="137298" y="90521"/>
                    <a:pt x="132731" y="88629"/>
                    <a:pt x="127871" y="88629"/>
                  </a:cubicBezTo>
                  <a:cubicBezTo>
                    <a:pt x="123010" y="88629"/>
                    <a:pt x="118444" y="90521"/>
                    <a:pt x="115019" y="93946"/>
                  </a:cubicBezTo>
                  <a:lnTo>
                    <a:pt x="108397" y="100568"/>
                  </a:lnTo>
                  <a:cubicBezTo>
                    <a:pt x="107262" y="101703"/>
                    <a:pt x="105748" y="102306"/>
                    <a:pt x="104207" y="102306"/>
                  </a:cubicBezTo>
                  <a:cubicBezTo>
                    <a:pt x="103488" y="102306"/>
                    <a:pt x="102763" y="102175"/>
                    <a:pt x="102069" y="101905"/>
                  </a:cubicBezTo>
                  <a:cubicBezTo>
                    <a:pt x="84519" y="94990"/>
                    <a:pt x="72645" y="83116"/>
                    <a:pt x="65730" y="65567"/>
                  </a:cubicBezTo>
                  <a:cubicBezTo>
                    <a:pt x="64882" y="63381"/>
                    <a:pt x="65404" y="60902"/>
                    <a:pt x="67067" y="59239"/>
                  </a:cubicBezTo>
                  <a:lnTo>
                    <a:pt x="73689" y="52617"/>
                  </a:lnTo>
                  <a:cubicBezTo>
                    <a:pt x="77114" y="49192"/>
                    <a:pt x="79006" y="44625"/>
                    <a:pt x="79006" y="39765"/>
                  </a:cubicBezTo>
                  <a:cubicBezTo>
                    <a:pt x="79006" y="34904"/>
                    <a:pt x="77114" y="30337"/>
                    <a:pt x="73689" y="26912"/>
                  </a:cubicBezTo>
                  <a:lnTo>
                    <a:pt x="52095" y="5318"/>
                  </a:lnTo>
                  <a:cubicBezTo>
                    <a:pt x="48670" y="1893"/>
                    <a:pt x="44103" y="1"/>
                    <a:pt x="392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109"/>
            <p:cNvSpPr/>
            <p:nvPr/>
          </p:nvSpPr>
          <p:spPr>
            <a:xfrm>
              <a:off x="2211625" y="3226900"/>
              <a:ext cx="3196750" cy="1980875"/>
            </a:xfrm>
            <a:custGeom>
              <a:avLst/>
              <a:gdLst/>
              <a:ahLst/>
              <a:cxnLst/>
              <a:rect l="l" t="t" r="r" b="b"/>
              <a:pathLst>
                <a:path w="127870" h="79235" extrusionOk="0">
                  <a:moveTo>
                    <a:pt x="38394" y="1"/>
                  </a:moveTo>
                  <a:lnTo>
                    <a:pt x="0" y="38394"/>
                  </a:lnTo>
                  <a:cubicBezTo>
                    <a:pt x="17126" y="55520"/>
                    <a:pt x="38492" y="68437"/>
                    <a:pt x="63968" y="77016"/>
                  </a:cubicBezTo>
                  <a:cubicBezTo>
                    <a:pt x="68371" y="78484"/>
                    <a:pt x="72971" y="79234"/>
                    <a:pt x="77570" y="79234"/>
                  </a:cubicBezTo>
                  <a:cubicBezTo>
                    <a:pt x="80930" y="79234"/>
                    <a:pt x="84257" y="78843"/>
                    <a:pt x="87552" y="78060"/>
                  </a:cubicBezTo>
                  <a:cubicBezTo>
                    <a:pt x="95348" y="76201"/>
                    <a:pt x="102492" y="72221"/>
                    <a:pt x="108168" y="66545"/>
                  </a:cubicBezTo>
                  <a:cubicBezTo>
                    <a:pt x="108200" y="66513"/>
                    <a:pt x="108200" y="66480"/>
                    <a:pt x="108233" y="66480"/>
                  </a:cubicBezTo>
                  <a:lnTo>
                    <a:pt x="120824" y="53465"/>
                  </a:lnTo>
                  <a:cubicBezTo>
                    <a:pt x="127870" y="46386"/>
                    <a:pt x="127870" y="34904"/>
                    <a:pt x="120791" y="27826"/>
                  </a:cubicBezTo>
                  <a:lnTo>
                    <a:pt x="99197" y="6231"/>
                  </a:lnTo>
                  <a:cubicBezTo>
                    <a:pt x="95772" y="2806"/>
                    <a:pt x="91205" y="914"/>
                    <a:pt x="86345" y="914"/>
                  </a:cubicBezTo>
                  <a:cubicBezTo>
                    <a:pt x="81484" y="914"/>
                    <a:pt x="76918" y="2806"/>
                    <a:pt x="73493" y="6231"/>
                  </a:cubicBezTo>
                  <a:lnTo>
                    <a:pt x="66871" y="12853"/>
                  </a:lnTo>
                  <a:cubicBezTo>
                    <a:pt x="65736" y="13988"/>
                    <a:pt x="64222" y="14591"/>
                    <a:pt x="62681" y="14591"/>
                  </a:cubicBezTo>
                  <a:cubicBezTo>
                    <a:pt x="61962" y="14591"/>
                    <a:pt x="61237" y="14460"/>
                    <a:pt x="60543" y="14190"/>
                  </a:cubicBezTo>
                  <a:cubicBezTo>
                    <a:pt x="51768" y="10733"/>
                    <a:pt x="44396" y="6035"/>
                    <a:pt x="383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109"/>
            <p:cNvSpPr/>
            <p:nvPr/>
          </p:nvSpPr>
          <p:spPr>
            <a:xfrm>
              <a:off x="3891525" y="487650"/>
              <a:ext cx="2263050" cy="1937650"/>
            </a:xfrm>
            <a:custGeom>
              <a:avLst/>
              <a:gdLst/>
              <a:ahLst/>
              <a:cxnLst/>
              <a:rect l="l" t="t" r="r" b="b"/>
              <a:pathLst>
                <a:path w="90522" h="77506" extrusionOk="0">
                  <a:moveTo>
                    <a:pt x="45277" y="1"/>
                  </a:moveTo>
                  <a:cubicBezTo>
                    <a:pt x="31022" y="1"/>
                    <a:pt x="19801" y="4013"/>
                    <a:pt x="11907" y="11907"/>
                  </a:cubicBezTo>
                  <a:cubicBezTo>
                    <a:pt x="4013" y="19801"/>
                    <a:pt x="1" y="31055"/>
                    <a:pt x="1" y="45277"/>
                  </a:cubicBezTo>
                  <a:lnTo>
                    <a:pt x="1" y="71373"/>
                  </a:lnTo>
                  <a:cubicBezTo>
                    <a:pt x="1" y="74765"/>
                    <a:pt x="2741" y="77505"/>
                    <a:pt x="6101" y="77505"/>
                  </a:cubicBezTo>
                  <a:lnTo>
                    <a:pt x="84421" y="77505"/>
                  </a:lnTo>
                  <a:cubicBezTo>
                    <a:pt x="87781" y="77505"/>
                    <a:pt x="90521" y="74765"/>
                    <a:pt x="90521" y="71373"/>
                  </a:cubicBezTo>
                  <a:lnTo>
                    <a:pt x="90521" y="45277"/>
                  </a:lnTo>
                  <a:cubicBezTo>
                    <a:pt x="90521" y="31055"/>
                    <a:pt x="86541" y="19801"/>
                    <a:pt x="78615" y="11907"/>
                  </a:cubicBezTo>
                  <a:cubicBezTo>
                    <a:pt x="70721" y="4013"/>
                    <a:pt x="59500" y="1"/>
                    <a:pt x="45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109"/>
            <p:cNvSpPr/>
            <p:nvPr/>
          </p:nvSpPr>
          <p:spPr>
            <a:xfrm>
              <a:off x="5023450" y="487650"/>
              <a:ext cx="1131125" cy="1937650"/>
            </a:xfrm>
            <a:custGeom>
              <a:avLst/>
              <a:gdLst/>
              <a:ahLst/>
              <a:cxnLst/>
              <a:rect l="l" t="t" r="r" b="b"/>
              <a:pathLst>
                <a:path w="45245" h="77506" extrusionOk="0">
                  <a:moveTo>
                    <a:pt x="0" y="1"/>
                  </a:moveTo>
                  <a:lnTo>
                    <a:pt x="0" y="77505"/>
                  </a:lnTo>
                  <a:lnTo>
                    <a:pt x="39144" y="77505"/>
                  </a:lnTo>
                  <a:cubicBezTo>
                    <a:pt x="42504" y="77505"/>
                    <a:pt x="45244" y="74765"/>
                    <a:pt x="45244" y="71373"/>
                  </a:cubicBezTo>
                  <a:lnTo>
                    <a:pt x="45244" y="45277"/>
                  </a:lnTo>
                  <a:cubicBezTo>
                    <a:pt x="45244" y="31055"/>
                    <a:pt x="41264" y="19801"/>
                    <a:pt x="33338" y="11907"/>
                  </a:cubicBezTo>
                  <a:cubicBezTo>
                    <a:pt x="25444" y="4013"/>
                    <a:pt x="14223" y="1"/>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109"/>
            <p:cNvSpPr/>
            <p:nvPr/>
          </p:nvSpPr>
          <p:spPr>
            <a:xfrm>
              <a:off x="4543925" y="496625"/>
              <a:ext cx="305850" cy="623075"/>
            </a:xfrm>
            <a:custGeom>
              <a:avLst/>
              <a:gdLst/>
              <a:ahLst/>
              <a:cxnLst/>
              <a:rect l="l" t="t" r="r" b="b"/>
              <a:pathLst>
                <a:path w="12234" h="24923" extrusionOk="0">
                  <a:moveTo>
                    <a:pt x="12233" y="0"/>
                  </a:moveTo>
                  <a:cubicBezTo>
                    <a:pt x="7797" y="425"/>
                    <a:pt x="3720" y="1338"/>
                    <a:pt x="1" y="2675"/>
                  </a:cubicBezTo>
                  <a:lnTo>
                    <a:pt x="1" y="18822"/>
                  </a:lnTo>
                  <a:cubicBezTo>
                    <a:pt x="1" y="22182"/>
                    <a:pt x="2741" y="24922"/>
                    <a:pt x="6101" y="24922"/>
                  </a:cubicBezTo>
                  <a:cubicBezTo>
                    <a:pt x="9493" y="24922"/>
                    <a:pt x="12233" y="22182"/>
                    <a:pt x="12233" y="18822"/>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109"/>
            <p:cNvSpPr/>
            <p:nvPr/>
          </p:nvSpPr>
          <p:spPr>
            <a:xfrm>
              <a:off x="5196325" y="496625"/>
              <a:ext cx="305850" cy="623075"/>
            </a:xfrm>
            <a:custGeom>
              <a:avLst/>
              <a:gdLst/>
              <a:ahLst/>
              <a:cxnLst/>
              <a:rect l="l" t="t" r="r" b="b"/>
              <a:pathLst>
                <a:path w="12234" h="24923" extrusionOk="0">
                  <a:moveTo>
                    <a:pt x="1" y="0"/>
                  </a:moveTo>
                  <a:lnTo>
                    <a:pt x="1" y="18822"/>
                  </a:lnTo>
                  <a:cubicBezTo>
                    <a:pt x="1" y="22182"/>
                    <a:pt x="2741" y="24922"/>
                    <a:pt x="6133" y="24922"/>
                  </a:cubicBezTo>
                  <a:cubicBezTo>
                    <a:pt x="9493" y="24922"/>
                    <a:pt x="12233" y="22182"/>
                    <a:pt x="12233" y="18822"/>
                  </a:cubicBezTo>
                  <a:lnTo>
                    <a:pt x="12233" y="2675"/>
                  </a:lnTo>
                  <a:cubicBezTo>
                    <a:pt x="8515" y="1338"/>
                    <a:pt x="4437" y="425"/>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109"/>
            <p:cNvSpPr/>
            <p:nvPr/>
          </p:nvSpPr>
          <p:spPr>
            <a:xfrm>
              <a:off x="3636275" y="1466250"/>
              <a:ext cx="2773550" cy="305825"/>
            </a:xfrm>
            <a:custGeom>
              <a:avLst/>
              <a:gdLst/>
              <a:ahLst/>
              <a:cxnLst/>
              <a:rect l="l" t="t" r="r" b="b"/>
              <a:pathLst>
                <a:path w="110942" h="12233" extrusionOk="0">
                  <a:moveTo>
                    <a:pt x="6134" y="1"/>
                  </a:moveTo>
                  <a:cubicBezTo>
                    <a:pt x="2741" y="1"/>
                    <a:pt x="1" y="2741"/>
                    <a:pt x="1" y="6133"/>
                  </a:cubicBezTo>
                  <a:cubicBezTo>
                    <a:pt x="1" y="9493"/>
                    <a:pt x="2741" y="12233"/>
                    <a:pt x="6134" y="12233"/>
                  </a:cubicBezTo>
                  <a:lnTo>
                    <a:pt x="104809" y="12233"/>
                  </a:lnTo>
                  <a:cubicBezTo>
                    <a:pt x="108201" y="12233"/>
                    <a:pt x="110941" y="9493"/>
                    <a:pt x="110941" y="6133"/>
                  </a:cubicBezTo>
                  <a:cubicBezTo>
                    <a:pt x="110941" y="2741"/>
                    <a:pt x="108201" y="1"/>
                    <a:pt x="1048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109"/>
            <p:cNvSpPr/>
            <p:nvPr/>
          </p:nvSpPr>
          <p:spPr>
            <a:xfrm>
              <a:off x="5023450" y="1466250"/>
              <a:ext cx="1386375" cy="305825"/>
            </a:xfrm>
            <a:custGeom>
              <a:avLst/>
              <a:gdLst/>
              <a:ahLst/>
              <a:cxnLst/>
              <a:rect l="l" t="t" r="r" b="b"/>
              <a:pathLst>
                <a:path w="55455" h="12233" extrusionOk="0">
                  <a:moveTo>
                    <a:pt x="0" y="1"/>
                  </a:moveTo>
                  <a:lnTo>
                    <a:pt x="0" y="12233"/>
                  </a:lnTo>
                  <a:lnTo>
                    <a:pt x="49322" y="12233"/>
                  </a:lnTo>
                  <a:cubicBezTo>
                    <a:pt x="52714" y="12233"/>
                    <a:pt x="55454" y="9493"/>
                    <a:pt x="55454" y="6133"/>
                  </a:cubicBezTo>
                  <a:cubicBezTo>
                    <a:pt x="55454" y="2741"/>
                    <a:pt x="52714" y="1"/>
                    <a:pt x="493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2" name="Google Shape;4282;p109"/>
          <p:cNvGrpSpPr/>
          <p:nvPr/>
        </p:nvGrpSpPr>
        <p:grpSpPr>
          <a:xfrm>
            <a:off x="1429775" y="3753550"/>
            <a:ext cx="457202" cy="457202"/>
            <a:chOff x="1190625" y="238125"/>
            <a:chExt cx="5219200" cy="5219200"/>
          </a:xfrm>
        </p:grpSpPr>
        <p:sp>
          <p:nvSpPr>
            <p:cNvPr id="4283" name="Google Shape;4283;p109"/>
            <p:cNvSpPr/>
            <p:nvPr/>
          </p:nvSpPr>
          <p:spPr>
            <a:xfrm>
              <a:off x="2659325" y="3755350"/>
              <a:ext cx="2281775" cy="1692175"/>
            </a:xfrm>
            <a:custGeom>
              <a:avLst/>
              <a:gdLst/>
              <a:ahLst/>
              <a:cxnLst/>
              <a:rect l="l" t="t" r="r" b="b"/>
              <a:pathLst>
                <a:path w="91271" h="67687" extrusionOk="0">
                  <a:moveTo>
                    <a:pt x="45636" y="0"/>
                  </a:moveTo>
                  <a:cubicBezTo>
                    <a:pt x="43646" y="0"/>
                    <a:pt x="41786" y="946"/>
                    <a:pt x="40645" y="2577"/>
                  </a:cubicBezTo>
                  <a:lnTo>
                    <a:pt x="1501" y="58031"/>
                  </a:lnTo>
                  <a:cubicBezTo>
                    <a:pt x="163" y="59891"/>
                    <a:pt x="0" y="62337"/>
                    <a:pt x="1077" y="64359"/>
                  </a:cubicBezTo>
                  <a:cubicBezTo>
                    <a:pt x="2121" y="66382"/>
                    <a:pt x="4208" y="67687"/>
                    <a:pt x="6492" y="67687"/>
                  </a:cubicBezTo>
                  <a:lnTo>
                    <a:pt x="84779" y="67687"/>
                  </a:lnTo>
                  <a:cubicBezTo>
                    <a:pt x="87063" y="67687"/>
                    <a:pt x="89150" y="66382"/>
                    <a:pt x="90194" y="64359"/>
                  </a:cubicBezTo>
                  <a:cubicBezTo>
                    <a:pt x="91271" y="62337"/>
                    <a:pt x="91108" y="59891"/>
                    <a:pt x="89770" y="58031"/>
                  </a:cubicBezTo>
                  <a:lnTo>
                    <a:pt x="50626" y="2577"/>
                  </a:lnTo>
                  <a:cubicBezTo>
                    <a:pt x="49485" y="946"/>
                    <a:pt x="47625" y="0"/>
                    <a:pt x="4563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109"/>
            <p:cNvSpPr/>
            <p:nvPr/>
          </p:nvSpPr>
          <p:spPr>
            <a:xfrm>
              <a:off x="3800200" y="3755350"/>
              <a:ext cx="1140900" cy="1692175"/>
            </a:xfrm>
            <a:custGeom>
              <a:avLst/>
              <a:gdLst/>
              <a:ahLst/>
              <a:cxnLst/>
              <a:rect l="l" t="t" r="r" b="b"/>
              <a:pathLst>
                <a:path w="45636" h="67687" extrusionOk="0">
                  <a:moveTo>
                    <a:pt x="1" y="0"/>
                  </a:moveTo>
                  <a:lnTo>
                    <a:pt x="1" y="67687"/>
                  </a:lnTo>
                  <a:lnTo>
                    <a:pt x="39144" y="67687"/>
                  </a:lnTo>
                  <a:cubicBezTo>
                    <a:pt x="41428" y="67687"/>
                    <a:pt x="43515" y="66382"/>
                    <a:pt x="44559" y="64359"/>
                  </a:cubicBezTo>
                  <a:cubicBezTo>
                    <a:pt x="45636" y="62337"/>
                    <a:pt x="45473" y="59891"/>
                    <a:pt x="44135" y="58031"/>
                  </a:cubicBezTo>
                  <a:lnTo>
                    <a:pt x="4991" y="2577"/>
                  </a:lnTo>
                  <a:cubicBezTo>
                    <a:pt x="3850" y="946"/>
                    <a:pt x="1990" y="0"/>
                    <a:pt x="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109"/>
            <p:cNvSpPr/>
            <p:nvPr/>
          </p:nvSpPr>
          <p:spPr>
            <a:xfrm>
              <a:off x="2261350" y="5151475"/>
              <a:ext cx="3078525" cy="305850"/>
            </a:xfrm>
            <a:custGeom>
              <a:avLst/>
              <a:gdLst/>
              <a:ahLst/>
              <a:cxnLst/>
              <a:rect l="l" t="t" r="r" b="b"/>
              <a:pathLst>
                <a:path w="123141" h="12234" extrusionOk="0">
                  <a:moveTo>
                    <a:pt x="6101" y="1"/>
                  </a:moveTo>
                  <a:cubicBezTo>
                    <a:pt x="2708" y="1"/>
                    <a:pt x="1" y="2741"/>
                    <a:pt x="1" y="6133"/>
                  </a:cubicBezTo>
                  <a:cubicBezTo>
                    <a:pt x="1" y="9493"/>
                    <a:pt x="2708" y="12233"/>
                    <a:pt x="6101" y="12233"/>
                  </a:cubicBezTo>
                  <a:lnTo>
                    <a:pt x="117008" y="12233"/>
                  </a:lnTo>
                  <a:cubicBezTo>
                    <a:pt x="120401" y="12233"/>
                    <a:pt x="123141" y="9493"/>
                    <a:pt x="123141" y="6133"/>
                  </a:cubicBezTo>
                  <a:cubicBezTo>
                    <a:pt x="123141" y="2741"/>
                    <a:pt x="120401" y="1"/>
                    <a:pt x="1170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109"/>
            <p:cNvSpPr/>
            <p:nvPr/>
          </p:nvSpPr>
          <p:spPr>
            <a:xfrm>
              <a:off x="3800200" y="5151475"/>
              <a:ext cx="1539675" cy="305850"/>
            </a:xfrm>
            <a:custGeom>
              <a:avLst/>
              <a:gdLst/>
              <a:ahLst/>
              <a:cxnLst/>
              <a:rect l="l" t="t" r="r" b="b"/>
              <a:pathLst>
                <a:path w="61587" h="12234" extrusionOk="0">
                  <a:moveTo>
                    <a:pt x="1" y="1"/>
                  </a:moveTo>
                  <a:lnTo>
                    <a:pt x="1" y="12233"/>
                  </a:lnTo>
                  <a:lnTo>
                    <a:pt x="55454" y="12233"/>
                  </a:lnTo>
                  <a:cubicBezTo>
                    <a:pt x="58847" y="12233"/>
                    <a:pt x="61587" y="9493"/>
                    <a:pt x="61587" y="6133"/>
                  </a:cubicBezTo>
                  <a:cubicBezTo>
                    <a:pt x="61587" y="2741"/>
                    <a:pt x="58847" y="1"/>
                    <a:pt x="554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109"/>
            <p:cNvSpPr/>
            <p:nvPr/>
          </p:nvSpPr>
          <p:spPr>
            <a:xfrm>
              <a:off x="1190625" y="238125"/>
              <a:ext cx="5219200" cy="3823050"/>
            </a:xfrm>
            <a:custGeom>
              <a:avLst/>
              <a:gdLst/>
              <a:ahLst/>
              <a:cxnLst/>
              <a:rect l="l" t="t" r="r" b="b"/>
              <a:pathLst>
                <a:path w="208768" h="152922" extrusionOk="0">
                  <a:moveTo>
                    <a:pt x="6133" y="0"/>
                  </a:moveTo>
                  <a:cubicBezTo>
                    <a:pt x="2740" y="0"/>
                    <a:pt x="0" y="2740"/>
                    <a:pt x="0" y="6133"/>
                  </a:cubicBezTo>
                  <a:lnTo>
                    <a:pt x="0" y="146789"/>
                  </a:lnTo>
                  <a:cubicBezTo>
                    <a:pt x="0" y="150182"/>
                    <a:pt x="2740" y="152922"/>
                    <a:pt x="6133" y="152922"/>
                  </a:cubicBezTo>
                  <a:lnTo>
                    <a:pt x="202667" y="152922"/>
                  </a:lnTo>
                  <a:cubicBezTo>
                    <a:pt x="206027" y="152922"/>
                    <a:pt x="208767" y="150182"/>
                    <a:pt x="208767" y="146789"/>
                  </a:cubicBezTo>
                  <a:lnTo>
                    <a:pt x="208767" y="6133"/>
                  </a:lnTo>
                  <a:cubicBezTo>
                    <a:pt x="208767" y="2740"/>
                    <a:pt x="206027" y="0"/>
                    <a:pt x="20266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109"/>
            <p:cNvSpPr/>
            <p:nvPr/>
          </p:nvSpPr>
          <p:spPr>
            <a:xfrm>
              <a:off x="3800200" y="238125"/>
              <a:ext cx="2609625" cy="3823050"/>
            </a:xfrm>
            <a:custGeom>
              <a:avLst/>
              <a:gdLst/>
              <a:ahLst/>
              <a:cxnLst/>
              <a:rect l="l" t="t" r="r" b="b"/>
              <a:pathLst>
                <a:path w="104385" h="152922" extrusionOk="0">
                  <a:moveTo>
                    <a:pt x="1" y="0"/>
                  </a:moveTo>
                  <a:lnTo>
                    <a:pt x="1" y="152922"/>
                  </a:lnTo>
                  <a:lnTo>
                    <a:pt x="98284" y="152922"/>
                  </a:lnTo>
                  <a:cubicBezTo>
                    <a:pt x="101644" y="152922"/>
                    <a:pt x="104384" y="150182"/>
                    <a:pt x="104384" y="146789"/>
                  </a:cubicBezTo>
                  <a:lnTo>
                    <a:pt x="104384" y="6133"/>
                  </a:lnTo>
                  <a:cubicBezTo>
                    <a:pt x="104384" y="2740"/>
                    <a:pt x="101644" y="0"/>
                    <a:pt x="9828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109"/>
            <p:cNvSpPr/>
            <p:nvPr/>
          </p:nvSpPr>
          <p:spPr>
            <a:xfrm>
              <a:off x="2505200" y="1064200"/>
              <a:ext cx="2590025" cy="2181500"/>
            </a:xfrm>
            <a:custGeom>
              <a:avLst/>
              <a:gdLst/>
              <a:ahLst/>
              <a:cxnLst/>
              <a:rect l="l" t="t" r="r" b="b"/>
              <a:pathLst>
                <a:path w="103601" h="87260" extrusionOk="0">
                  <a:moveTo>
                    <a:pt x="51801" y="1"/>
                  </a:moveTo>
                  <a:cubicBezTo>
                    <a:pt x="37970" y="1"/>
                    <a:pt x="24954" y="5383"/>
                    <a:pt x="15168" y="15137"/>
                  </a:cubicBezTo>
                  <a:cubicBezTo>
                    <a:pt x="5415" y="24923"/>
                    <a:pt x="0" y="37938"/>
                    <a:pt x="0" y="51769"/>
                  </a:cubicBezTo>
                  <a:lnTo>
                    <a:pt x="0" y="81127"/>
                  </a:lnTo>
                  <a:cubicBezTo>
                    <a:pt x="0" y="84519"/>
                    <a:pt x="2740" y="87259"/>
                    <a:pt x="6133" y="87259"/>
                  </a:cubicBezTo>
                  <a:lnTo>
                    <a:pt x="97468" y="87259"/>
                  </a:lnTo>
                  <a:cubicBezTo>
                    <a:pt x="100861" y="87259"/>
                    <a:pt x="103601" y="84519"/>
                    <a:pt x="103601" y="81127"/>
                  </a:cubicBezTo>
                  <a:lnTo>
                    <a:pt x="103601" y="51769"/>
                  </a:lnTo>
                  <a:cubicBezTo>
                    <a:pt x="103601" y="37938"/>
                    <a:pt x="98186" y="24923"/>
                    <a:pt x="88433" y="15137"/>
                  </a:cubicBezTo>
                  <a:cubicBezTo>
                    <a:pt x="78647" y="5383"/>
                    <a:pt x="65631" y="1"/>
                    <a:pt x="518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109"/>
            <p:cNvSpPr/>
            <p:nvPr/>
          </p:nvSpPr>
          <p:spPr>
            <a:xfrm>
              <a:off x="3800200" y="1064200"/>
              <a:ext cx="1295025" cy="2181500"/>
            </a:xfrm>
            <a:custGeom>
              <a:avLst/>
              <a:gdLst/>
              <a:ahLst/>
              <a:cxnLst/>
              <a:rect l="l" t="t" r="r" b="b"/>
              <a:pathLst>
                <a:path w="51801" h="87260" extrusionOk="0">
                  <a:moveTo>
                    <a:pt x="1" y="1"/>
                  </a:moveTo>
                  <a:lnTo>
                    <a:pt x="1" y="87259"/>
                  </a:lnTo>
                  <a:lnTo>
                    <a:pt x="45668" y="87259"/>
                  </a:lnTo>
                  <a:cubicBezTo>
                    <a:pt x="49061" y="87259"/>
                    <a:pt x="51801" y="84519"/>
                    <a:pt x="51801" y="81127"/>
                  </a:cubicBezTo>
                  <a:lnTo>
                    <a:pt x="51801" y="51769"/>
                  </a:lnTo>
                  <a:cubicBezTo>
                    <a:pt x="51801" y="37938"/>
                    <a:pt x="46386" y="24923"/>
                    <a:pt x="36633" y="15137"/>
                  </a:cubicBezTo>
                  <a:cubicBezTo>
                    <a:pt x="26847" y="5383"/>
                    <a:pt x="1383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109"/>
            <p:cNvSpPr/>
            <p:nvPr/>
          </p:nvSpPr>
          <p:spPr>
            <a:xfrm>
              <a:off x="3973900" y="1075625"/>
              <a:ext cx="305850" cy="600225"/>
            </a:xfrm>
            <a:custGeom>
              <a:avLst/>
              <a:gdLst/>
              <a:ahLst/>
              <a:cxnLst/>
              <a:rect l="l" t="t" r="r" b="b"/>
              <a:pathLst>
                <a:path w="12234" h="24009" extrusionOk="0">
                  <a:moveTo>
                    <a:pt x="1" y="1"/>
                  </a:moveTo>
                  <a:lnTo>
                    <a:pt x="1" y="17876"/>
                  </a:lnTo>
                  <a:cubicBezTo>
                    <a:pt x="1" y="21269"/>
                    <a:pt x="2741" y="24009"/>
                    <a:pt x="6101" y="24009"/>
                  </a:cubicBezTo>
                  <a:cubicBezTo>
                    <a:pt x="9460" y="24009"/>
                    <a:pt x="12233" y="21269"/>
                    <a:pt x="12233" y="17876"/>
                  </a:cubicBezTo>
                  <a:lnTo>
                    <a:pt x="12233" y="3165"/>
                  </a:lnTo>
                  <a:cubicBezTo>
                    <a:pt x="8319" y="1632"/>
                    <a:pt x="4209" y="555"/>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109"/>
            <p:cNvSpPr/>
            <p:nvPr/>
          </p:nvSpPr>
          <p:spPr>
            <a:xfrm>
              <a:off x="3321500" y="1075625"/>
              <a:ext cx="305850" cy="600225"/>
            </a:xfrm>
            <a:custGeom>
              <a:avLst/>
              <a:gdLst/>
              <a:ahLst/>
              <a:cxnLst/>
              <a:rect l="l" t="t" r="r" b="b"/>
              <a:pathLst>
                <a:path w="12234" h="24009" extrusionOk="0">
                  <a:moveTo>
                    <a:pt x="12233" y="1"/>
                  </a:moveTo>
                  <a:cubicBezTo>
                    <a:pt x="7993" y="555"/>
                    <a:pt x="3882" y="1632"/>
                    <a:pt x="1" y="3165"/>
                  </a:cubicBezTo>
                  <a:lnTo>
                    <a:pt x="1" y="17876"/>
                  </a:lnTo>
                  <a:cubicBezTo>
                    <a:pt x="1" y="21269"/>
                    <a:pt x="2741" y="24009"/>
                    <a:pt x="6101" y="24009"/>
                  </a:cubicBezTo>
                  <a:cubicBezTo>
                    <a:pt x="9493" y="24009"/>
                    <a:pt x="12233" y="21269"/>
                    <a:pt x="12233" y="17876"/>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109"/>
            <p:cNvSpPr/>
            <p:nvPr/>
          </p:nvSpPr>
          <p:spPr>
            <a:xfrm>
              <a:off x="2261350" y="2205900"/>
              <a:ext cx="3078525" cy="305850"/>
            </a:xfrm>
            <a:custGeom>
              <a:avLst/>
              <a:gdLst/>
              <a:ahLst/>
              <a:cxnLst/>
              <a:rect l="l" t="t" r="r" b="b"/>
              <a:pathLst>
                <a:path w="123141" h="12234" extrusionOk="0">
                  <a:moveTo>
                    <a:pt x="6101" y="1"/>
                  </a:moveTo>
                  <a:cubicBezTo>
                    <a:pt x="2708" y="1"/>
                    <a:pt x="1" y="2708"/>
                    <a:pt x="1" y="6101"/>
                  </a:cubicBezTo>
                  <a:cubicBezTo>
                    <a:pt x="1" y="9493"/>
                    <a:pt x="2708" y="12233"/>
                    <a:pt x="6101" y="12233"/>
                  </a:cubicBezTo>
                  <a:lnTo>
                    <a:pt x="117008" y="12233"/>
                  </a:lnTo>
                  <a:cubicBezTo>
                    <a:pt x="120401" y="12233"/>
                    <a:pt x="123141" y="9493"/>
                    <a:pt x="123141" y="6101"/>
                  </a:cubicBezTo>
                  <a:cubicBezTo>
                    <a:pt x="123141" y="2708"/>
                    <a:pt x="120401" y="1"/>
                    <a:pt x="1170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109"/>
            <p:cNvSpPr/>
            <p:nvPr/>
          </p:nvSpPr>
          <p:spPr>
            <a:xfrm>
              <a:off x="3800200" y="2205900"/>
              <a:ext cx="1539675" cy="305850"/>
            </a:xfrm>
            <a:custGeom>
              <a:avLst/>
              <a:gdLst/>
              <a:ahLst/>
              <a:cxnLst/>
              <a:rect l="l" t="t" r="r" b="b"/>
              <a:pathLst>
                <a:path w="61587" h="12234" extrusionOk="0">
                  <a:moveTo>
                    <a:pt x="1" y="1"/>
                  </a:moveTo>
                  <a:lnTo>
                    <a:pt x="1" y="12233"/>
                  </a:lnTo>
                  <a:lnTo>
                    <a:pt x="55454" y="12233"/>
                  </a:lnTo>
                  <a:cubicBezTo>
                    <a:pt x="58847" y="12233"/>
                    <a:pt x="61587" y="9493"/>
                    <a:pt x="61587" y="6101"/>
                  </a:cubicBezTo>
                  <a:cubicBezTo>
                    <a:pt x="61587" y="2708"/>
                    <a:pt x="58847" y="1"/>
                    <a:pt x="554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5" name="Google Shape;4295;p109"/>
          <p:cNvGrpSpPr/>
          <p:nvPr/>
        </p:nvGrpSpPr>
        <p:grpSpPr>
          <a:xfrm>
            <a:off x="2148888" y="3753525"/>
            <a:ext cx="457202" cy="457202"/>
            <a:chOff x="1190625" y="238125"/>
            <a:chExt cx="5219200" cy="5219200"/>
          </a:xfrm>
        </p:grpSpPr>
        <p:sp>
          <p:nvSpPr>
            <p:cNvPr id="4296" name="Google Shape;4296;p109"/>
            <p:cNvSpPr/>
            <p:nvPr/>
          </p:nvSpPr>
          <p:spPr>
            <a:xfrm>
              <a:off x="1190625" y="1317825"/>
              <a:ext cx="4954150" cy="4139500"/>
            </a:xfrm>
            <a:custGeom>
              <a:avLst/>
              <a:gdLst/>
              <a:ahLst/>
              <a:cxnLst/>
              <a:rect l="l" t="t" r="r" b="b"/>
              <a:pathLst>
                <a:path w="198166" h="165580" extrusionOk="0">
                  <a:moveTo>
                    <a:pt x="19180" y="1"/>
                  </a:moveTo>
                  <a:cubicBezTo>
                    <a:pt x="14059" y="1"/>
                    <a:pt x="9231" y="1991"/>
                    <a:pt x="5611" y="5611"/>
                  </a:cubicBezTo>
                  <a:cubicBezTo>
                    <a:pt x="1990" y="9232"/>
                    <a:pt x="0" y="14060"/>
                    <a:pt x="0" y="19181"/>
                  </a:cubicBezTo>
                  <a:lnTo>
                    <a:pt x="0" y="144670"/>
                  </a:lnTo>
                  <a:cubicBezTo>
                    <a:pt x="0" y="156185"/>
                    <a:pt x="8220" y="165579"/>
                    <a:pt x="18365" y="165579"/>
                  </a:cubicBezTo>
                  <a:lnTo>
                    <a:pt x="179833" y="165579"/>
                  </a:lnTo>
                  <a:cubicBezTo>
                    <a:pt x="189945" y="165579"/>
                    <a:pt x="198166" y="156185"/>
                    <a:pt x="198166" y="144670"/>
                  </a:cubicBezTo>
                  <a:lnTo>
                    <a:pt x="198166" y="48963"/>
                  </a:lnTo>
                  <a:cubicBezTo>
                    <a:pt x="198166" y="37709"/>
                    <a:pt x="189554" y="28543"/>
                    <a:pt x="179018" y="28543"/>
                  </a:cubicBezTo>
                  <a:lnTo>
                    <a:pt x="172070" y="28543"/>
                  </a:lnTo>
                  <a:lnTo>
                    <a:pt x="172070" y="20812"/>
                  </a:lnTo>
                  <a:cubicBezTo>
                    <a:pt x="172070" y="10700"/>
                    <a:pt x="163850" y="1"/>
                    <a:pt x="15373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109"/>
            <p:cNvSpPr/>
            <p:nvPr/>
          </p:nvSpPr>
          <p:spPr>
            <a:xfrm>
              <a:off x="3474000" y="1317825"/>
              <a:ext cx="2670775" cy="4139500"/>
            </a:xfrm>
            <a:custGeom>
              <a:avLst/>
              <a:gdLst/>
              <a:ahLst/>
              <a:cxnLst/>
              <a:rect l="l" t="t" r="r" b="b"/>
              <a:pathLst>
                <a:path w="106831" h="165580" extrusionOk="0">
                  <a:moveTo>
                    <a:pt x="1" y="1"/>
                  </a:moveTo>
                  <a:lnTo>
                    <a:pt x="1" y="165579"/>
                  </a:lnTo>
                  <a:lnTo>
                    <a:pt x="88498" y="165579"/>
                  </a:lnTo>
                  <a:cubicBezTo>
                    <a:pt x="98610" y="165579"/>
                    <a:pt x="106831" y="156185"/>
                    <a:pt x="106831" y="144670"/>
                  </a:cubicBezTo>
                  <a:lnTo>
                    <a:pt x="106831" y="48963"/>
                  </a:lnTo>
                  <a:cubicBezTo>
                    <a:pt x="106831" y="37709"/>
                    <a:pt x="98219" y="28543"/>
                    <a:pt x="87683" y="28543"/>
                  </a:cubicBezTo>
                  <a:lnTo>
                    <a:pt x="80735" y="28543"/>
                  </a:lnTo>
                  <a:lnTo>
                    <a:pt x="80735" y="20812"/>
                  </a:lnTo>
                  <a:cubicBezTo>
                    <a:pt x="80735" y="10700"/>
                    <a:pt x="72515" y="1"/>
                    <a:pt x="6240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109"/>
            <p:cNvSpPr/>
            <p:nvPr/>
          </p:nvSpPr>
          <p:spPr>
            <a:xfrm>
              <a:off x="2098250" y="238125"/>
              <a:ext cx="2686275" cy="2302975"/>
            </a:xfrm>
            <a:custGeom>
              <a:avLst/>
              <a:gdLst/>
              <a:ahLst/>
              <a:cxnLst/>
              <a:rect l="l" t="t" r="r" b="b"/>
              <a:pathLst>
                <a:path w="107451" h="92119" extrusionOk="0">
                  <a:moveTo>
                    <a:pt x="6101" y="0"/>
                  </a:moveTo>
                  <a:cubicBezTo>
                    <a:pt x="2708" y="0"/>
                    <a:pt x="1" y="2740"/>
                    <a:pt x="1" y="6133"/>
                  </a:cubicBezTo>
                  <a:lnTo>
                    <a:pt x="1" y="86019"/>
                  </a:lnTo>
                  <a:cubicBezTo>
                    <a:pt x="1" y="89378"/>
                    <a:pt x="2708" y="92118"/>
                    <a:pt x="6101" y="92118"/>
                  </a:cubicBezTo>
                  <a:lnTo>
                    <a:pt x="101318" y="92118"/>
                  </a:lnTo>
                  <a:cubicBezTo>
                    <a:pt x="104711" y="92118"/>
                    <a:pt x="107451" y="89378"/>
                    <a:pt x="107451" y="86019"/>
                  </a:cubicBezTo>
                  <a:lnTo>
                    <a:pt x="107451" y="6133"/>
                  </a:lnTo>
                  <a:cubicBezTo>
                    <a:pt x="107451" y="2740"/>
                    <a:pt x="104711" y="0"/>
                    <a:pt x="10131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109"/>
            <p:cNvSpPr/>
            <p:nvPr/>
          </p:nvSpPr>
          <p:spPr>
            <a:xfrm>
              <a:off x="3474000" y="238125"/>
              <a:ext cx="1376575" cy="2302975"/>
            </a:xfrm>
            <a:custGeom>
              <a:avLst/>
              <a:gdLst/>
              <a:ahLst/>
              <a:cxnLst/>
              <a:rect l="l" t="t" r="r" b="b"/>
              <a:pathLst>
                <a:path w="55063" h="92119" extrusionOk="0">
                  <a:moveTo>
                    <a:pt x="1" y="0"/>
                  </a:moveTo>
                  <a:lnTo>
                    <a:pt x="1" y="92118"/>
                  </a:lnTo>
                  <a:lnTo>
                    <a:pt x="48930" y="92118"/>
                  </a:lnTo>
                  <a:cubicBezTo>
                    <a:pt x="52323" y="92118"/>
                    <a:pt x="55063" y="89378"/>
                    <a:pt x="55063" y="86019"/>
                  </a:cubicBezTo>
                  <a:lnTo>
                    <a:pt x="55063" y="6133"/>
                  </a:lnTo>
                  <a:cubicBezTo>
                    <a:pt x="55063" y="2740"/>
                    <a:pt x="52323" y="0"/>
                    <a:pt x="4893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109"/>
            <p:cNvSpPr/>
            <p:nvPr/>
          </p:nvSpPr>
          <p:spPr>
            <a:xfrm>
              <a:off x="1190625" y="1631800"/>
              <a:ext cx="4954150" cy="3825525"/>
            </a:xfrm>
            <a:custGeom>
              <a:avLst/>
              <a:gdLst/>
              <a:ahLst/>
              <a:cxnLst/>
              <a:rect l="l" t="t" r="r" b="b"/>
              <a:pathLst>
                <a:path w="198166" h="153021" extrusionOk="0">
                  <a:moveTo>
                    <a:pt x="1174" y="0"/>
                  </a:moveTo>
                  <a:lnTo>
                    <a:pt x="1174" y="0"/>
                  </a:lnTo>
                  <a:cubicBezTo>
                    <a:pt x="391" y="2088"/>
                    <a:pt x="0" y="4306"/>
                    <a:pt x="0" y="6622"/>
                  </a:cubicBezTo>
                  <a:lnTo>
                    <a:pt x="0" y="6948"/>
                  </a:lnTo>
                  <a:lnTo>
                    <a:pt x="0" y="132078"/>
                  </a:lnTo>
                  <a:cubicBezTo>
                    <a:pt x="0" y="143626"/>
                    <a:pt x="8220" y="153020"/>
                    <a:pt x="18365" y="153020"/>
                  </a:cubicBezTo>
                  <a:lnTo>
                    <a:pt x="179833" y="153020"/>
                  </a:lnTo>
                  <a:cubicBezTo>
                    <a:pt x="189945" y="153020"/>
                    <a:pt x="198166" y="143626"/>
                    <a:pt x="198166" y="132078"/>
                  </a:cubicBezTo>
                  <a:lnTo>
                    <a:pt x="198166" y="36404"/>
                  </a:lnTo>
                  <a:cubicBezTo>
                    <a:pt x="198166" y="25150"/>
                    <a:pt x="189554" y="15984"/>
                    <a:pt x="179018" y="15984"/>
                  </a:cubicBezTo>
                  <a:lnTo>
                    <a:pt x="18365" y="15984"/>
                  </a:lnTo>
                  <a:cubicBezTo>
                    <a:pt x="1664" y="15984"/>
                    <a:pt x="33" y="5480"/>
                    <a:pt x="11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109"/>
            <p:cNvSpPr/>
            <p:nvPr/>
          </p:nvSpPr>
          <p:spPr>
            <a:xfrm>
              <a:off x="3474000" y="2031400"/>
              <a:ext cx="2670775" cy="3425925"/>
            </a:xfrm>
            <a:custGeom>
              <a:avLst/>
              <a:gdLst/>
              <a:ahLst/>
              <a:cxnLst/>
              <a:rect l="l" t="t" r="r" b="b"/>
              <a:pathLst>
                <a:path w="106831" h="137037" extrusionOk="0">
                  <a:moveTo>
                    <a:pt x="1" y="0"/>
                  </a:moveTo>
                  <a:lnTo>
                    <a:pt x="1" y="137036"/>
                  </a:lnTo>
                  <a:lnTo>
                    <a:pt x="88498" y="137036"/>
                  </a:lnTo>
                  <a:cubicBezTo>
                    <a:pt x="98610" y="137036"/>
                    <a:pt x="106831" y="127642"/>
                    <a:pt x="106831" y="116127"/>
                  </a:cubicBezTo>
                  <a:lnTo>
                    <a:pt x="106831" y="20420"/>
                  </a:lnTo>
                  <a:cubicBezTo>
                    <a:pt x="106831" y="9166"/>
                    <a:pt x="98219" y="0"/>
                    <a:pt x="8768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109"/>
            <p:cNvSpPr/>
            <p:nvPr/>
          </p:nvSpPr>
          <p:spPr>
            <a:xfrm>
              <a:off x="4371050" y="2970025"/>
              <a:ext cx="2038775" cy="1610625"/>
            </a:xfrm>
            <a:custGeom>
              <a:avLst/>
              <a:gdLst/>
              <a:ahLst/>
              <a:cxnLst/>
              <a:rect l="l" t="t" r="r" b="b"/>
              <a:pathLst>
                <a:path w="81551" h="64425" extrusionOk="0">
                  <a:moveTo>
                    <a:pt x="28967" y="1"/>
                  </a:moveTo>
                  <a:cubicBezTo>
                    <a:pt x="21171" y="1"/>
                    <a:pt x="13766" y="3719"/>
                    <a:pt x="8123" y="10504"/>
                  </a:cubicBezTo>
                  <a:cubicBezTo>
                    <a:pt x="2969" y="16702"/>
                    <a:pt x="0" y="24596"/>
                    <a:pt x="0" y="32229"/>
                  </a:cubicBezTo>
                  <a:cubicBezTo>
                    <a:pt x="0" y="39829"/>
                    <a:pt x="2969" y="47723"/>
                    <a:pt x="8123" y="53921"/>
                  </a:cubicBezTo>
                  <a:cubicBezTo>
                    <a:pt x="13766" y="60706"/>
                    <a:pt x="21171" y="64425"/>
                    <a:pt x="28967" y="64425"/>
                  </a:cubicBezTo>
                  <a:lnTo>
                    <a:pt x="75450" y="64425"/>
                  </a:lnTo>
                  <a:cubicBezTo>
                    <a:pt x="78810" y="64425"/>
                    <a:pt x="81550" y="61685"/>
                    <a:pt x="81550" y="58325"/>
                  </a:cubicBezTo>
                  <a:lnTo>
                    <a:pt x="81550" y="6133"/>
                  </a:lnTo>
                  <a:cubicBezTo>
                    <a:pt x="81550" y="2741"/>
                    <a:pt x="78810" y="1"/>
                    <a:pt x="754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109"/>
            <p:cNvSpPr/>
            <p:nvPr/>
          </p:nvSpPr>
          <p:spPr>
            <a:xfrm>
              <a:off x="5034050" y="3622425"/>
              <a:ext cx="305825" cy="305825"/>
            </a:xfrm>
            <a:custGeom>
              <a:avLst/>
              <a:gdLst/>
              <a:ahLst/>
              <a:cxnLst/>
              <a:rect l="l" t="t" r="r" b="b"/>
              <a:pathLst>
                <a:path w="12233" h="12233" extrusionOk="0">
                  <a:moveTo>
                    <a:pt x="6100" y="0"/>
                  </a:moveTo>
                  <a:cubicBezTo>
                    <a:pt x="2708" y="0"/>
                    <a:pt x="0" y="2741"/>
                    <a:pt x="0" y="6133"/>
                  </a:cubicBezTo>
                  <a:cubicBezTo>
                    <a:pt x="0" y="9493"/>
                    <a:pt x="2708" y="12233"/>
                    <a:pt x="6100" y="12233"/>
                  </a:cubicBezTo>
                  <a:cubicBezTo>
                    <a:pt x="9493" y="12233"/>
                    <a:pt x="12233" y="9493"/>
                    <a:pt x="12233" y="6133"/>
                  </a:cubicBezTo>
                  <a:cubicBezTo>
                    <a:pt x="12233" y="2741"/>
                    <a:pt x="9493" y="0"/>
                    <a:pt x="6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4" name="Google Shape;4304;p109"/>
          <p:cNvGrpSpPr/>
          <p:nvPr/>
        </p:nvGrpSpPr>
        <p:grpSpPr>
          <a:xfrm>
            <a:off x="2867984" y="3753337"/>
            <a:ext cx="489561" cy="457050"/>
            <a:chOff x="1190625" y="411825"/>
            <a:chExt cx="5219200" cy="4872600"/>
          </a:xfrm>
        </p:grpSpPr>
        <p:sp>
          <p:nvSpPr>
            <p:cNvPr id="4305" name="Google Shape;4305;p109"/>
            <p:cNvSpPr/>
            <p:nvPr/>
          </p:nvSpPr>
          <p:spPr>
            <a:xfrm>
              <a:off x="1190625" y="411825"/>
              <a:ext cx="968825" cy="1039775"/>
            </a:xfrm>
            <a:custGeom>
              <a:avLst/>
              <a:gdLst/>
              <a:ahLst/>
              <a:cxnLst/>
              <a:rect l="l" t="t" r="r" b="b"/>
              <a:pathLst>
                <a:path w="38753" h="41591" extrusionOk="0">
                  <a:moveTo>
                    <a:pt x="6133" y="0"/>
                  </a:moveTo>
                  <a:cubicBezTo>
                    <a:pt x="2740" y="0"/>
                    <a:pt x="0" y="2707"/>
                    <a:pt x="0" y="6100"/>
                  </a:cubicBezTo>
                  <a:cubicBezTo>
                    <a:pt x="0" y="9492"/>
                    <a:pt x="2740" y="12232"/>
                    <a:pt x="6133" y="12232"/>
                  </a:cubicBezTo>
                  <a:lnTo>
                    <a:pt x="13472" y="12232"/>
                  </a:lnTo>
                  <a:lnTo>
                    <a:pt x="13472" y="35458"/>
                  </a:lnTo>
                  <a:cubicBezTo>
                    <a:pt x="13472" y="38850"/>
                    <a:pt x="16179" y="41590"/>
                    <a:pt x="19572" y="41590"/>
                  </a:cubicBezTo>
                  <a:cubicBezTo>
                    <a:pt x="22964" y="41590"/>
                    <a:pt x="25704" y="38850"/>
                    <a:pt x="25704" y="35458"/>
                  </a:cubicBezTo>
                  <a:lnTo>
                    <a:pt x="25704" y="12232"/>
                  </a:lnTo>
                  <a:lnTo>
                    <a:pt x="32620" y="12232"/>
                  </a:lnTo>
                  <a:cubicBezTo>
                    <a:pt x="36012" y="12232"/>
                    <a:pt x="38752" y="9492"/>
                    <a:pt x="38752" y="6100"/>
                  </a:cubicBezTo>
                  <a:cubicBezTo>
                    <a:pt x="38752" y="2707"/>
                    <a:pt x="36012" y="0"/>
                    <a:pt x="326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109"/>
            <p:cNvSpPr/>
            <p:nvPr/>
          </p:nvSpPr>
          <p:spPr>
            <a:xfrm>
              <a:off x="5441800" y="411825"/>
              <a:ext cx="968025" cy="1039775"/>
            </a:xfrm>
            <a:custGeom>
              <a:avLst/>
              <a:gdLst/>
              <a:ahLst/>
              <a:cxnLst/>
              <a:rect l="l" t="t" r="r" b="b"/>
              <a:pathLst>
                <a:path w="38721" h="41591" extrusionOk="0">
                  <a:moveTo>
                    <a:pt x="6100" y="0"/>
                  </a:moveTo>
                  <a:cubicBezTo>
                    <a:pt x="2708" y="0"/>
                    <a:pt x="0" y="2707"/>
                    <a:pt x="0" y="6100"/>
                  </a:cubicBezTo>
                  <a:cubicBezTo>
                    <a:pt x="0" y="9492"/>
                    <a:pt x="2708" y="12232"/>
                    <a:pt x="6100" y="12232"/>
                  </a:cubicBezTo>
                  <a:lnTo>
                    <a:pt x="13048" y="12232"/>
                  </a:lnTo>
                  <a:lnTo>
                    <a:pt x="13048" y="35458"/>
                  </a:lnTo>
                  <a:cubicBezTo>
                    <a:pt x="13048" y="38850"/>
                    <a:pt x="15756" y="41590"/>
                    <a:pt x="19148" y="41590"/>
                  </a:cubicBezTo>
                  <a:cubicBezTo>
                    <a:pt x="22541" y="41590"/>
                    <a:pt x="25281" y="38850"/>
                    <a:pt x="25281" y="35458"/>
                  </a:cubicBezTo>
                  <a:lnTo>
                    <a:pt x="25281" y="12232"/>
                  </a:lnTo>
                  <a:lnTo>
                    <a:pt x="32620" y="12232"/>
                  </a:lnTo>
                  <a:cubicBezTo>
                    <a:pt x="35980" y="12232"/>
                    <a:pt x="38720" y="9492"/>
                    <a:pt x="38720" y="6100"/>
                  </a:cubicBezTo>
                  <a:cubicBezTo>
                    <a:pt x="38720" y="2707"/>
                    <a:pt x="35980" y="0"/>
                    <a:pt x="3262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109"/>
            <p:cNvSpPr/>
            <p:nvPr/>
          </p:nvSpPr>
          <p:spPr>
            <a:xfrm>
              <a:off x="1190625" y="1145750"/>
              <a:ext cx="968825" cy="1039800"/>
            </a:xfrm>
            <a:custGeom>
              <a:avLst/>
              <a:gdLst/>
              <a:ahLst/>
              <a:cxnLst/>
              <a:rect l="l" t="t" r="r" b="b"/>
              <a:pathLst>
                <a:path w="38753" h="41592" extrusionOk="0">
                  <a:moveTo>
                    <a:pt x="12232" y="1"/>
                  </a:moveTo>
                  <a:cubicBezTo>
                    <a:pt x="5480" y="1"/>
                    <a:pt x="0" y="5481"/>
                    <a:pt x="0" y="12233"/>
                  </a:cubicBezTo>
                  <a:lnTo>
                    <a:pt x="0" y="35459"/>
                  </a:lnTo>
                  <a:cubicBezTo>
                    <a:pt x="0" y="38851"/>
                    <a:pt x="2740" y="41591"/>
                    <a:pt x="6133" y="41591"/>
                  </a:cubicBezTo>
                  <a:lnTo>
                    <a:pt x="32620" y="41591"/>
                  </a:lnTo>
                  <a:cubicBezTo>
                    <a:pt x="36012" y="41591"/>
                    <a:pt x="38752" y="38851"/>
                    <a:pt x="38752" y="35459"/>
                  </a:cubicBezTo>
                  <a:lnTo>
                    <a:pt x="38752" y="12233"/>
                  </a:lnTo>
                  <a:cubicBezTo>
                    <a:pt x="38752" y="5481"/>
                    <a:pt x="33240" y="1"/>
                    <a:pt x="265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109"/>
            <p:cNvSpPr/>
            <p:nvPr/>
          </p:nvSpPr>
          <p:spPr>
            <a:xfrm>
              <a:off x="5441800" y="1145750"/>
              <a:ext cx="968025" cy="1039800"/>
            </a:xfrm>
            <a:custGeom>
              <a:avLst/>
              <a:gdLst/>
              <a:ahLst/>
              <a:cxnLst/>
              <a:rect l="l" t="t" r="r" b="b"/>
              <a:pathLst>
                <a:path w="38721" h="41592" extrusionOk="0">
                  <a:moveTo>
                    <a:pt x="12233" y="1"/>
                  </a:moveTo>
                  <a:cubicBezTo>
                    <a:pt x="5480" y="1"/>
                    <a:pt x="0" y="5481"/>
                    <a:pt x="0" y="12233"/>
                  </a:cubicBezTo>
                  <a:lnTo>
                    <a:pt x="0" y="35459"/>
                  </a:lnTo>
                  <a:cubicBezTo>
                    <a:pt x="0" y="38851"/>
                    <a:pt x="2740" y="41591"/>
                    <a:pt x="6100" y="41591"/>
                  </a:cubicBezTo>
                  <a:lnTo>
                    <a:pt x="32620" y="41591"/>
                  </a:lnTo>
                  <a:cubicBezTo>
                    <a:pt x="35980" y="41591"/>
                    <a:pt x="38720" y="38851"/>
                    <a:pt x="38720" y="35459"/>
                  </a:cubicBezTo>
                  <a:lnTo>
                    <a:pt x="38720" y="12233"/>
                  </a:lnTo>
                  <a:cubicBezTo>
                    <a:pt x="38720" y="5481"/>
                    <a:pt x="33240" y="1"/>
                    <a:pt x="2648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109"/>
            <p:cNvSpPr/>
            <p:nvPr/>
          </p:nvSpPr>
          <p:spPr>
            <a:xfrm>
              <a:off x="1935150" y="3183900"/>
              <a:ext cx="1136025" cy="1692775"/>
            </a:xfrm>
            <a:custGeom>
              <a:avLst/>
              <a:gdLst/>
              <a:ahLst/>
              <a:cxnLst/>
              <a:rect l="l" t="t" r="r" b="b"/>
              <a:pathLst>
                <a:path w="45441" h="67711" extrusionOk="0">
                  <a:moveTo>
                    <a:pt x="38721" y="0"/>
                  </a:moveTo>
                  <a:cubicBezTo>
                    <a:pt x="37155" y="0"/>
                    <a:pt x="35589" y="595"/>
                    <a:pt x="34382" y="1786"/>
                  </a:cubicBezTo>
                  <a:lnTo>
                    <a:pt x="8939" y="27262"/>
                  </a:lnTo>
                  <a:cubicBezTo>
                    <a:pt x="3165" y="33036"/>
                    <a:pt x="1" y="40702"/>
                    <a:pt x="1" y="48889"/>
                  </a:cubicBezTo>
                  <a:lnTo>
                    <a:pt x="1" y="61578"/>
                  </a:lnTo>
                  <a:cubicBezTo>
                    <a:pt x="1" y="64971"/>
                    <a:pt x="2708" y="67711"/>
                    <a:pt x="6101" y="67711"/>
                  </a:cubicBezTo>
                  <a:cubicBezTo>
                    <a:pt x="9493" y="67711"/>
                    <a:pt x="12233" y="64971"/>
                    <a:pt x="12233" y="61578"/>
                  </a:cubicBezTo>
                  <a:lnTo>
                    <a:pt x="12233" y="48889"/>
                  </a:lnTo>
                  <a:cubicBezTo>
                    <a:pt x="12233" y="43964"/>
                    <a:pt x="14125" y="39364"/>
                    <a:pt x="17583" y="35906"/>
                  </a:cubicBezTo>
                  <a:lnTo>
                    <a:pt x="43059" y="10463"/>
                  </a:lnTo>
                  <a:cubicBezTo>
                    <a:pt x="45440" y="8049"/>
                    <a:pt x="45440" y="4200"/>
                    <a:pt x="43059" y="1786"/>
                  </a:cubicBezTo>
                  <a:cubicBezTo>
                    <a:pt x="41852" y="595"/>
                    <a:pt x="40286" y="0"/>
                    <a:pt x="387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109"/>
            <p:cNvSpPr/>
            <p:nvPr/>
          </p:nvSpPr>
          <p:spPr>
            <a:xfrm>
              <a:off x="4529250" y="3183900"/>
              <a:ext cx="1136825" cy="1692775"/>
            </a:xfrm>
            <a:custGeom>
              <a:avLst/>
              <a:gdLst/>
              <a:ahLst/>
              <a:cxnLst/>
              <a:rect l="l" t="t" r="r" b="b"/>
              <a:pathLst>
                <a:path w="45473" h="67711" extrusionOk="0">
                  <a:moveTo>
                    <a:pt x="6720" y="0"/>
                  </a:moveTo>
                  <a:cubicBezTo>
                    <a:pt x="5155" y="0"/>
                    <a:pt x="3589" y="595"/>
                    <a:pt x="2382" y="1786"/>
                  </a:cubicBezTo>
                  <a:cubicBezTo>
                    <a:pt x="1" y="4200"/>
                    <a:pt x="1" y="8049"/>
                    <a:pt x="2382" y="10463"/>
                  </a:cubicBezTo>
                  <a:lnTo>
                    <a:pt x="27858" y="35906"/>
                  </a:lnTo>
                  <a:cubicBezTo>
                    <a:pt x="31316" y="39364"/>
                    <a:pt x="33240" y="43964"/>
                    <a:pt x="33240" y="48889"/>
                  </a:cubicBezTo>
                  <a:lnTo>
                    <a:pt x="33240" y="61578"/>
                  </a:lnTo>
                  <a:cubicBezTo>
                    <a:pt x="33240" y="64971"/>
                    <a:pt x="35948" y="67711"/>
                    <a:pt x="39340" y="67711"/>
                  </a:cubicBezTo>
                  <a:cubicBezTo>
                    <a:pt x="42733" y="67678"/>
                    <a:pt x="45473" y="64971"/>
                    <a:pt x="45473" y="61578"/>
                  </a:cubicBezTo>
                  <a:lnTo>
                    <a:pt x="45473" y="48889"/>
                  </a:lnTo>
                  <a:cubicBezTo>
                    <a:pt x="45473" y="40702"/>
                    <a:pt x="42276" y="33036"/>
                    <a:pt x="36502" y="27262"/>
                  </a:cubicBezTo>
                  <a:lnTo>
                    <a:pt x="11059" y="1786"/>
                  </a:lnTo>
                  <a:cubicBezTo>
                    <a:pt x="9852" y="595"/>
                    <a:pt x="8286" y="0"/>
                    <a:pt x="672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109"/>
            <p:cNvSpPr/>
            <p:nvPr/>
          </p:nvSpPr>
          <p:spPr>
            <a:xfrm>
              <a:off x="4543925" y="1879700"/>
              <a:ext cx="1865900" cy="1605750"/>
            </a:xfrm>
            <a:custGeom>
              <a:avLst/>
              <a:gdLst/>
              <a:ahLst/>
              <a:cxnLst/>
              <a:rect l="l" t="t" r="r" b="b"/>
              <a:pathLst>
                <a:path w="74636" h="64230" extrusionOk="0">
                  <a:moveTo>
                    <a:pt x="42015" y="1"/>
                  </a:moveTo>
                  <a:cubicBezTo>
                    <a:pt x="41656" y="1"/>
                    <a:pt x="41265" y="33"/>
                    <a:pt x="40906" y="99"/>
                  </a:cubicBezTo>
                  <a:lnTo>
                    <a:pt x="35883" y="1012"/>
                  </a:lnTo>
                  <a:lnTo>
                    <a:pt x="5024" y="6623"/>
                  </a:lnTo>
                  <a:cubicBezTo>
                    <a:pt x="2121" y="7145"/>
                    <a:pt x="1" y="9656"/>
                    <a:pt x="1" y="12625"/>
                  </a:cubicBezTo>
                  <a:lnTo>
                    <a:pt x="1" y="58292"/>
                  </a:lnTo>
                  <a:cubicBezTo>
                    <a:pt x="34" y="58945"/>
                    <a:pt x="131" y="59630"/>
                    <a:pt x="327" y="60250"/>
                  </a:cubicBezTo>
                  <a:cubicBezTo>
                    <a:pt x="784" y="61620"/>
                    <a:pt x="1730" y="62794"/>
                    <a:pt x="3002" y="63544"/>
                  </a:cubicBezTo>
                  <a:lnTo>
                    <a:pt x="2969" y="63805"/>
                  </a:lnTo>
                  <a:lnTo>
                    <a:pt x="3426" y="64229"/>
                  </a:lnTo>
                  <a:lnTo>
                    <a:pt x="43809" y="41591"/>
                  </a:lnTo>
                  <a:lnTo>
                    <a:pt x="62403" y="41591"/>
                  </a:lnTo>
                  <a:cubicBezTo>
                    <a:pt x="69155" y="41591"/>
                    <a:pt x="74635" y="36078"/>
                    <a:pt x="74635" y="29359"/>
                  </a:cubicBezTo>
                  <a:lnTo>
                    <a:pt x="7463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109"/>
            <p:cNvSpPr/>
            <p:nvPr/>
          </p:nvSpPr>
          <p:spPr>
            <a:xfrm>
              <a:off x="1190625" y="1879700"/>
              <a:ext cx="1865875" cy="1605750"/>
            </a:xfrm>
            <a:custGeom>
              <a:avLst/>
              <a:gdLst/>
              <a:ahLst/>
              <a:cxnLst/>
              <a:rect l="l" t="t" r="r" b="b"/>
              <a:pathLst>
                <a:path w="74635" h="64230" extrusionOk="0">
                  <a:moveTo>
                    <a:pt x="0" y="1"/>
                  </a:moveTo>
                  <a:lnTo>
                    <a:pt x="0" y="29359"/>
                  </a:lnTo>
                  <a:cubicBezTo>
                    <a:pt x="0" y="36078"/>
                    <a:pt x="5480" y="41591"/>
                    <a:pt x="12232" y="41591"/>
                  </a:cubicBezTo>
                  <a:lnTo>
                    <a:pt x="30826" y="41591"/>
                  </a:lnTo>
                  <a:lnTo>
                    <a:pt x="71209" y="64229"/>
                  </a:lnTo>
                  <a:lnTo>
                    <a:pt x="71666" y="63805"/>
                  </a:lnTo>
                  <a:lnTo>
                    <a:pt x="71633" y="63544"/>
                  </a:lnTo>
                  <a:cubicBezTo>
                    <a:pt x="72905" y="62794"/>
                    <a:pt x="73851" y="61620"/>
                    <a:pt x="74308" y="60250"/>
                  </a:cubicBezTo>
                  <a:cubicBezTo>
                    <a:pt x="74504" y="59630"/>
                    <a:pt x="74602" y="58945"/>
                    <a:pt x="74634" y="58292"/>
                  </a:cubicBezTo>
                  <a:lnTo>
                    <a:pt x="74634" y="12625"/>
                  </a:lnTo>
                  <a:cubicBezTo>
                    <a:pt x="74634" y="9656"/>
                    <a:pt x="72514" y="7145"/>
                    <a:pt x="69611" y="6623"/>
                  </a:cubicBezTo>
                  <a:lnTo>
                    <a:pt x="38752" y="1012"/>
                  </a:lnTo>
                  <a:lnTo>
                    <a:pt x="33729" y="99"/>
                  </a:lnTo>
                  <a:cubicBezTo>
                    <a:pt x="33370" y="33"/>
                    <a:pt x="32979" y="1"/>
                    <a:pt x="3262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109"/>
            <p:cNvSpPr/>
            <p:nvPr/>
          </p:nvSpPr>
          <p:spPr>
            <a:xfrm>
              <a:off x="2750650" y="1716600"/>
              <a:ext cx="2099925" cy="1773750"/>
            </a:xfrm>
            <a:custGeom>
              <a:avLst/>
              <a:gdLst/>
              <a:ahLst/>
              <a:cxnLst/>
              <a:rect l="l" t="t" r="r" b="b"/>
              <a:pathLst>
                <a:path w="83997" h="70950" extrusionOk="0">
                  <a:moveTo>
                    <a:pt x="12233" y="1"/>
                  </a:moveTo>
                  <a:cubicBezTo>
                    <a:pt x="5481" y="1"/>
                    <a:pt x="1" y="5481"/>
                    <a:pt x="1" y="12233"/>
                  </a:cubicBezTo>
                  <a:lnTo>
                    <a:pt x="1" y="58717"/>
                  </a:lnTo>
                  <a:cubicBezTo>
                    <a:pt x="1" y="65436"/>
                    <a:pt x="5481" y="70949"/>
                    <a:pt x="12233" y="70949"/>
                  </a:cubicBezTo>
                  <a:lnTo>
                    <a:pt x="71765" y="70949"/>
                  </a:lnTo>
                  <a:cubicBezTo>
                    <a:pt x="78484" y="70949"/>
                    <a:pt x="83997" y="65436"/>
                    <a:pt x="83997" y="58717"/>
                  </a:cubicBezTo>
                  <a:lnTo>
                    <a:pt x="83997" y="12233"/>
                  </a:lnTo>
                  <a:cubicBezTo>
                    <a:pt x="83997" y="5481"/>
                    <a:pt x="78484" y="1"/>
                    <a:pt x="717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109"/>
            <p:cNvSpPr/>
            <p:nvPr/>
          </p:nvSpPr>
          <p:spPr>
            <a:xfrm>
              <a:off x="3800200" y="1716600"/>
              <a:ext cx="1050375" cy="1773750"/>
            </a:xfrm>
            <a:custGeom>
              <a:avLst/>
              <a:gdLst/>
              <a:ahLst/>
              <a:cxnLst/>
              <a:rect l="l" t="t" r="r" b="b"/>
              <a:pathLst>
                <a:path w="42015" h="70950" extrusionOk="0">
                  <a:moveTo>
                    <a:pt x="1" y="1"/>
                  </a:moveTo>
                  <a:lnTo>
                    <a:pt x="1" y="70949"/>
                  </a:lnTo>
                  <a:lnTo>
                    <a:pt x="29783" y="70949"/>
                  </a:lnTo>
                  <a:cubicBezTo>
                    <a:pt x="36502" y="70949"/>
                    <a:pt x="42015" y="65436"/>
                    <a:pt x="42015" y="58717"/>
                  </a:cubicBezTo>
                  <a:lnTo>
                    <a:pt x="42015" y="12233"/>
                  </a:lnTo>
                  <a:cubicBezTo>
                    <a:pt x="42015" y="5481"/>
                    <a:pt x="36502" y="1"/>
                    <a:pt x="2978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109"/>
            <p:cNvSpPr/>
            <p:nvPr/>
          </p:nvSpPr>
          <p:spPr>
            <a:xfrm>
              <a:off x="4137000" y="2450550"/>
              <a:ext cx="713575" cy="305850"/>
            </a:xfrm>
            <a:custGeom>
              <a:avLst/>
              <a:gdLst/>
              <a:ahLst/>
              <a:cxnLst/>
              <a:rect l="l" t="t" r="r" b="b"/>
              <a:pathLst>
                <a:path w="28543" h="12234" extrusionOk="0">
                  <a:moveTo>
                    <a:pt x="6100" y="1"/>
                  </a:moveTo>
                  <a:cubicBezTo>
                    <a:pt x="2741" y="1"/>
                    <a:pt x="1" y="2741"/>
                    <a:pt x="1" y="6101"/>
                  </a:cubicBezTo>
                  <a:cubicBezTo>
                    <a:pt x="1" y="9493"/>
                    <a:pt x="2741" y="12233"/>
                    <a:pt x="6100" y="12233"/>
                  </a:cubicBezTo>
                  <a:lnTo>
                    <a:pt x="28543" y="12233"/>
                  </a:lnTo>
                  <a:lnTo>
                    <a:pt x="2854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109"/>
            <p:cNvSpPr/>
            <p:nvPr/>
          </p:nvSpPr>
          <p:spPr>
            <a:xfrm>
              <a:off x="2750650" y="2450550"/>
              <a:ext cx="713600" cy="305850"/>
            </a:xfrm>
            <a:custGeom>
              <a:avLst/>
              <a:gdLst/>
              <a:ahLst/>
              <a:cxnLst/>
              <a:rect l="l" t="t" r="r" b="b"/>
              <a:pathLst>
                <a:path w="28544" h="12234" extrusionOk="0">
                  <a:moveTo>
                    <a:pt x="1" y="1"/>
                  </a:moveTo>
                  <a:lnTo>
                    <a:pt x="1" y="12233"/>
                  </a:lnTo>
                  <a:lnTo>
                    <a:pt x="22411" y="12233"/>
                  </a:lnTo>
                  <a:cubicBezTo>
                    <a:pt x="25803" y="12233"/>
                    <a:pt x="28543" y="9493"/>
                    <a:pt x="28543" y="6101"/>
                  </a:cubicBezTo>
                  <a:cubicBezTo>
                    <a:pt x="28543" y="2741"/>
                    <a:pt x="25803" y="1"/>
                    <a:pt x="2241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109"/>
            <p:cNvSpPr/>
            <p:nvPr/>
          </p:nvSpPr>
          <p:spPr>
            <a:xfrm>
              <a:off x="2995300" y="4000000"/>
              <a:ext cx="1610625" cy="1284425"/>
            </a:xfrm>
            <a:custGeom>
              <a:avLst/>
              <a:gdLst/>
              <a:ahLst/>
              <a:cxnLst/>
              <a:rect l="l" t="t" r="r" b="b"/>
              <a:pathLst>
                <a:path w="64425" h="51377" extrusionOk="0">
                  <a:moveTo>
                    <a:pt x="32197" y="0"/>
                  </a:moveTo>
                  <a:cubicBezTo>
                    <a:pt x="28804" y="0"/>
                    <a:pt x="26097" y="2708"/>
                    <a:pt x="26097" y="6100"/>
                  </a:cubicBezTo>
                  <a:lnTo>
                    <a:pt x="26097" y="10374"/>
                  </a:lnTo>
                  <a:cubicBezTo>
                    <a:pt x="11222" y="13211"/>
                    <a:pt x="1" y="26325"/>
                    <a:pt x="1" y="41982"/>
                  </a:cubicBezTo>
                  <a:cubicBezTo>
                    <a:pt x="1" y="43287"/>
                    <a:pt x="66" y="44624"/>
                    <a:pt x="229" y="45994"/>
                  </a:cubicBezTo>
                  <a:cubicBezTo>
                    <a:pt x="621" y="49061"/>
                    <a:pt x="3230" y="51377"/>
                    <a:pt x="6296" y="51377"/>
                  </a:cubicBezTo>
                  <a:lnTo>
                    <a:pt x="58097" y="51377"/>
                  </a:lnTo>
                  <a:cubicBezTo>
                    <a:pt x="61163" y="51377"/>
                    <a:pt x="63773" y="49061"/>
                    <a:pt x="64164" y="45994"/>
                  </a:cubicBezTo>
                  <a:cubicBezTo>
                    <a:pt x="64327" y="44624"/>
                    <a:pt x="64425" y="43287"/>
                    <a:pt x="64425" y="41982"/>
                  </a:cubicBezTo>
                  <a:cubicBezTo>
                    <a:pt x="64425" y="26325"/>
                    <a:pt x="53171" y="13211"/>
                    <a:pt x="38329" y="10374"/>
                  </a:cubicBezTo>
                  <a:lnTo>
                    <a:pt x="38329" y="6100"/>
                  </a:lnTo>
                  <a:cubicBezTo>
                    <a:pt x="38329" y="2708"/>
                    <a:pt x="35589" y="0"/>
                    <a:pt x="3219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109"/>
            <p:cNvSpPr/>
            <p:nvPr/>
          </p:nvSpPr>
          <p:spPr>
            <a:xfrm>
              <a:off x="3800200" y="4000000"/>
              <a:ext cx="804925" cy="1284425"/>
            </a:xfrm>
            <a:custGeom>
              <a:avLst/>
              <a:gdLst/>
              <a:ahLst/>
              <a:cxnLst/>
              <a:rect l="l" t="t" r="r" b="b"/>
              <a:pathLst>
                <a:path w="32197" h="51377" extrusionOk="0">
                  <a:moveTo>
                    <a:pt x="1" y="0"/>
                  </a:moveTo>
                  <a:lnTo>
                    <a:pt x="1" y="51377"/>
                  </a:lnTo>
                  <a:lnTo>
                    <a:pt x="25901" y="51377"/>
                  </a:lnTo>
                  <a:cubicBezTo>
                    <a:pt x="28967" y="51377"/>
                    <a:pt x="31577" y="49061"/>
                    <a:pt x="31968" y="45994"/>
                  </a:cubicBezTo>
                  <a:cubicBezTo>
                    <a:pt x="32131" y="44624"/>
                    <a:pt x="32196" y="43287"/>
                    <a:pt x="32196" y="41982"/>
                  </a:cubicBezTo>
                  <a:cubicBezTo>
                    <a:pt x="32196" y="26325"/>
                    <a:pt x="20975" y="13211"/>
                    <a:pt x="6100" y="10374"/>
                  </a:cubicBezTo>
                  <a:lnTo>
                    <a:pt x="6100" y="6100"/>
                  </a:lnTo>
                  <a:cubicBezTo>
                    <a:pt x="6100" y="2708"/>
                    <a:pt x="3393"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109"/>
            <p:cNvSpPr/>
            <p:nvPr/>
          </p:nvSpPr>
          <p:spPr>
            <a:xfrm>
              <a:off x="2821600" y="4978600"/>
              <a:ext cx="1957225" cy="305825"/>
            </a:xfrm>
            <a:custGeom>
              <a:avLst/>
              <a:gdLst/>
              <a:ahLst/>
              <a:cxnLst/>
              <a:rect l="l" t="t" r="r" b="b"/>
              <a:pathLst>
                <a:path w="78289" h="12233" extrusionOk="0">
                  <a:moveTo>
                    <a:pt x="6133" y="0"/>
                  </a:moveTo>
                  <a:cubicBezTo>
                    <a:pt x="2741" y="0"/>
                    <a:pt x="1" y="2708"/>
                    <a:pt x="1" y="6100"/>
                  </a:cubicBezTo>
                  <a:cubicBezTo>
                    <a:pt x="1" y="9493"/>
                    <a:pt x="2741" y="12233"/>
                    <a:pt x="6133" y="12233"/>
                  </a:cubicBezTo>
                  <a:lnTo>
                    <a:pt x="72188" y="12233"/>
                  </a:lnTo>
                  <a:cubicBezTo>
                    <a:pt x="75548" y="12233"/>
                    <a:pt x="78288" y="9493"/>
                    <a:pt x="78288" y="6100"/>
                  </a:cubicBezTo>
                  <a:cubicBezTo>
                    <a:pt x="78288" y="2708"/>
                    <a:pt x="75548" y="0"/>
                    <a:pt x="7218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109"/>
            <p:cNvSpPr/>
            <p:nvPr/>
          </p:nvSpPr>
          <p:spPr>
            <a:xfrm>
              <a:off x="3800200" y="4978600"/>
              <a:ext cx="978625" cy="305825"/>
            </a:xfrm>
            <a:custGeom>
              <a:avLst/>
              <a:gdLst/>
              <a:ahLst/>
              <a:cxnLst/>
              <a:rect l="l" t="t" r="r" b="b"/>
              <a:pathLst>
                <a:path w="39145" h="12233" extrusionOk="0">
                  <a:moveTo>
                    <a:pt x="1" y="0"/>
                  </a:moveTo>
                  <a:lnTo>
                    <a:pt x="1" y="12233"/>
                  </a:lnTo>
                  <a:lnTo>
                    <a:pt x="33044" y="12233"/>
                  </a:lnTo>
                  <a:cubicBezTo>
                    <a:pt x="36404" y="12233"/>
                    <a:pt x="39144" y="9493"/>
                    <a:pt x="39144" y="6100"/>
                  </a:cubicBezTo>
                  <a:cubicBezTo>
                    <a:pt x="39144" y="2708"/>
                    <a:pt x="36404" y="0"/>
                    <a:pt x="330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1" name="Google Shape;4321;p109"/>
          <p:cNvGrpSpPr/>
          <p:nvPr/>
        </p:nvGrpSpPr>
        <p:grpSpPr>
          <a:xfrm>
            <a:off x="3619448" y="3753376"/>
            <a:ext cx="563674" cy="457352"/>
            <a:chOff x="1190625" y="732300"/>
            <a:chExt cx="5219200" cy="4230825"/>
          </a:xfrm>
        </p:grpSpPr>
        <p:sp>
          <p:nvSpPr>
            <p:cNvPr id="4322" name="Google Shape;4322;p109"/>
            <p:cNvSpPr/>
            <p:nvPr/>
          </p:nvSpPr>
          <p:spPr>
            <a:xfrm>
              <a:off x="4051375" y="1466250"/>
              <a:ext cx="2107275" cy="2507675"/>
            </a:xfrm>
            <a:custGeom>
              <a:avLst/>
              <a:gdLst/>
              <a:ahLst/>
              <a:cxnLst/>
              <a:rect l="l" t="t" r="r" b="b"/>
              <a:pathLst>
                <a:path w="84291" h="100307" extrusionOk="0">
                  <a:moveTo>
                    <a:pt x="6264" y="1"/>
                  </a:moveTo>
                  <a:cubicBezTo>
                    <a:pt x="4535" y="1"/>
                    <a:pt x="2871" y="751"/>
                    <a:pt x="1697" y="2056"/>
                  </a:cubicBezTo>
                  <a:cubicBezTo>
                    <a:pt x="555" y="3328"/>
                    <a:pt x="0" y="5057"/>
                    <a:pt x="196" y="6785"/>
                  </a:cubicBezTo>
                  <a:lnTo>
                    <a:pt x="9982" y="94859"/>
                  </a:lnTo>
                  <a:cubicBezTo>
                    <a:pt x="10308" y="97958"/>
                    <a:pt x="12918" y="100307"/>
                    <a:pt x="16049" y="100307"/>
                  </a:cubicBezTo>
                  <a:lnTo>
                    <a:pt x="68241" y="100307"/>
                  </a:lnTo>
                  <a:cubicBezTo>
                    <a:pt x="71373" y="100307"/>
                    <a:pt x="73982" y="97958"/>
                    <a:pt x="74309" y="94859"/>
                  </a:cubicBezTo>
                  <a:lnTo>
                    <a:pt x="84094" y="6785"/>
                  </a:lnTo>
                  <a:cubicBezTo>
                    <a:pt x="84290" y="5057"/>
                    <a:pt x="83736" y="3328"/>
                    <a:pt x="82594" y="2056"/>
                  </a:cubicBezTo>
                  <a:cubicBezTo>
                    <a:pt x="81420" y="751"/>
                    <a:pt x="79756" y="1"/>
                    <a:pt x="78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109"/>
            <p:cNvSpPr/>
            <p:nvPr/>
          </p:nvSpPr>
          <p:spPr>
            <a:xfrm>
              <a:off x="5105000" y="1466250"/>
              <a:ext cx="1053650" cy="2507675"/>
            </a:xfrm>
            <a:custGeom>
              <a:avLst/>
              <a:gdLst/>
              <a:ahLst/>
              <a:cxnLst/>
              <a:rect l="l" t="t" r="r" b="b"/>
              <a:pathLst>
                <a:path w="42146" h="100307" extrusionOk="0">
                  <a:moveTo>
                    <a:pt x="0" y="1"/>
                  </a:moveTo>
                  <a:lnTo>
                    <a:pt x="0" y="100307"/>
                  </a:lnTo>
                  <a:lnTo>
                    <a:pt x="26096" y="100307"/>
                  </a:lnTo>
                  <a:cubicBezTo>
                    <a:pt x="29228" y="100307"/>
                    <a:pt x="31837" y="97958"/>
                    <a:pt x="32164" y="94859"/>
                  </a:cubicBezTo>
                  <a:lnTo>
                    <a:pt x="41949" y="6785"/>
                  </a:lnTo>
                  <a:cubicBezTo>
                    <a:pt x="42145" y="5057"/>
                    <a:pt x="41591" y="3328"/>
                    <a:pt x="40449" y="2056"/>
                  </a:cubicBezTo>
                  <a:cubicBezTo>
                    <a:pt x="39275" y="751"/>
                    <a:pt x="37611" y="1"/>
                    <a:pt x="3588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109"/>
            <p:cNvSpPr/>
            <p:nvPr/>
          </p:nvSpPr>
          <p:spPr>
            <a:xfrm>
              <a:off x="4048925" y="732300"/>
              <a:ext cx="2112175" cy="1039775"/>
            </a:xfrm>
            <a:custGeom>
              <a:avLst/>
              <a:gdLst/>
              <a:ahLst/>
              <a:cxnLst/>
              <a:rect l="l" t="t" r="r" b="b"/>
              <a:pathLst>
                <a:path w="84487" h="41591" extrusionOk="0">
                  <a:moveTo>
                    <a:pt x="12885" y="1"/>
                  </a:moveTo>
                  <a:cubicBezTo>
                    <a:pt x="10015" y="1"/>
                    <a:pt x="7536" y="1990"/>
                    <a:pt x="6916" y="4796"/>
                  </a:cubicBezTo>
                  <a:lnTo>
                    <a:pt x="392" y="34154"/>
                  </a:lnTo>
                  <a:cubicBezTo>
                    <a:pt x="1" y="35980"/>
                    <a:pt x="425" y="37872"/>
                    <a:pt x="1599" y="39308"/>
                  </a:cubicBezTo>
                  <a:cubicBezTo>
                    <a:pt x="2741" y="40743"/>
                    <a:pt x="4502" y="41591"/>
                    <a:pt x="6362" y="41591"/>
                  </a:cubicBezTo>
                  <a:lnTo>
                    <a:pt x="78125" y="41591"/>
                  </a:lnTo>
                  <a:cubicBezTo>
                    <a:pt x="79985" y="41591"/>
                    <a:pt x="81746" y="40743"/>
                    <a:pt x="82888" y="39308"/>
                  </a:cubicBezTo>
                  <a:cubicBezTo>
                    <a:pt x="84062" y="37872"/>
                    <a:pt x="84486" y="35980"/>
                    <a:pt x="84095" y="34154"/>
                  </a:cubicBezTo>
                  <a:lnTo>
                    <a:pt x="77571" y="4796"/>
                  </a:lnTo>
                  <a:cubicBezTo>
                    <a:pt x="76951" y="1990"/>
                    <a:pt x="74472" y="1"/>
                    <a:pt x="716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109"/>
            <p:cNvSpPr/>
            <p:nvPr/>
          </p:nvSpPr>
          <p:spPr>
            <a:xfrm>
              <a:off x="5105000" y="732300"/>
              <a:ext cx="1056100" cy="1039775"/>
            </a:xfrm>
            <a:custGeom>
              <a:avLst/>
              <a:gdLst/>
              <a:ahLst/>
              <a:cxnLst/>
              <a:rect l="l" t="t" r="r" b="b"/>
              <a:pathLst>
                <a:path w="42244" h="41591" extrusionOk="0">
                  <a:moveTo>
                    <a:pt x="0" y="1"/>
                  </a:moveTo>
                  <a:lnTo>
                    <a:pt x="0" y="41591"/>
                  </a:lnTo>
                  <a:lnTo>
                    <a:pt x="35882" y="41591"/>
                  </a:lnTo>
                  <a:cubicBezTo>
                    <a:pt x="37742" y="41591"/>
                    <a:pt x="39503" y="40743"/>
                    <a:pt x="40645" y="39308"/>
                  </a:cubicBezTo>
                  <a:cubicBezTo>
                    <a:pt x="41819" y="37872"/>
                    <a:pt x="42243" y="35980"/>
                    <a:pt x="41852" y="34154"/>
                  </a:cubicBezTo>
                  <a:lnTo>
                    <a:pt x="35328" y="4796"/>
                  </a:lnTo>
                  <a:cubicBezTo>
                    <a:pt x="34708" y="1990"/>
                    <a:pt x="32229" y="1"/>
                    <a:pt x="2935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109"/>
            <p:cNvSpPr/>
            <p:nvPr/>
          </p:nvSpPr>
          <p:spPr>
            <a:xfrm>
              <a:off x="3973900" y="1466250"/>
              <a:ext cx="2263025" cy="305825"/>
            </a:xfrm>
            <a:custGeom>
              <a:avLst/>
              <a:gdLst/>
              <a:ahLst/>
              <a:cxnLst/>
              <a:rect l="l" t="t" r="r" b="b"/>
              <a:pathLst>
                <a:path w="90521" h="12233" extrusionOk="0">
                  <a:moveTo>
                    <a:pt x="6101" y="1"/>
                  </a:moveTo>
                  <a:cubicBezTo>
                    <a:pt x="2708" y="1"/>
                    <a:pt x="1" y="2741"/>
                    <a:pt x="1" y="6133"/>
                  </a:cubicBezTo>
                  <a:cubicBezTo>
                    <a:pt x="1" y="9493"/>
                    <a:pt x="2708" y="12233"/>
                    <a:pt x="6101" y="12233"/>
                  </a:cubicBezTo>
                  <a:lnTo>
                    <a:pt x="84388" y="12233"/>
                  </a:lnTo>
                  <a:cubicBezTo>
                    <a:pt x="87781" y="12233"/>
                    <a:pt x="90521" y="9493"/>
                    <a:pt x="90521" y="6133"/>
                  </a:cubicBezTo>
                  <a:cubicBezTo>
                    <a:pt x="90521" y="2741"/>
                    <a:pt x="87781" y="1"/>
                    <a:pt x="843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109"/>
            <p:cNvSpPr/>
            <p:nvPr/>
          </p:nvSpPr>
          <p:spPr>
            <a:xfrm>
              <a:off x="5105000" y="1466250"/>
              <a:ext cx="1131925" cy="305825"/>
            </a:xfrm>
            <a:custGeom>
              <a:avLst/>
              <a:gdLst/>
              <a:ahLst/>
              <a:cxnLst/>
              <a:rect l="l" t="t" r="r" b="b"/>
              <a:pathLst>
                <a:path w="45277" h="12233" extrusionOk="0">
                  <a:moveTo>
                    <a:pt x="0" y="1"/>
                  </a:moveTo>
                  <a:lnTo>
                    <a:pt x="0" y="12233"/>
                  </a:lnTo>
                  <a:lnTo>
                    <a:pt x="39144" y="12233"/>
                  </a:lnTo>
                  <a:cubicBezTo>
                    <a:pt x="42537" y="12233"/>
                    <a:pt x="45277" y="9493"/>
                    <a:pt x="45277" y="6133"/>
                  </a:cubicBezTo>
                  <a:cubicBezTo>
                    <a:pt x="45277" y="2741"/>
                    <a:pt x="42537" y="1"/>
                    <a:pt x="391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109"/>
            <p:cNvSpPr/>
            <p:nvPr/>
          </p:nvSpPr>
          <p:spPr>
            <a:xfrm>
              <a:off x="1441775" y="1466250"/>
              <a:ext cx="2107275" cy="2507675"/>
            </a:xfrm>
            <a:custGeom>
              <a:avLst/>
              <a:gdLst/>
              <a:ahLst/>
              <a:cxnLst/>
              <a:rect l="l" t="t" r="r" b="b"/>
              <a:pathLst>
                <a:path w="84291" h="100307" extrusionOk="0">
                  <a:moveTo>
                    <a:pt x="6264" y="1"/>
                  </a:moveTo>
                  <a:cubicBezTo>
                    <a:pt x="4535" y="1"/>
                    <a:pt x="2871" y="751"/>
                    <a:pt x="1697" y="2056"/>
                  </a:cubicBezTo>
                  <a:cubicBezTo>
                    <a:pt x="555" y="3328"/>
                    <a:pt x="1" y="5057"/>
                    <a:pt x="197" y="6785"/>
                  </a:cubicBezTo>
                  <a:lnTo>
                    <a:pt x="9983" y="94859"/>
                  </a:lnTo>
                  <a:cubicBezTo>
                    <a:pt x="10309" y="97958"/>
                    <a:pt x="12918" y="100307"/>
                    <a:pt x="16050" y="100307"/>
                  </a:cubicBezTo>
                  <a:lnTo>
                    <a:pt x="68242" y="100307"/>
                  </a:lnTo>
                  <a:cubicBezTo>
                    <a:pt x="71373" y="100307"/>
                    <a:pt x="73983" y="97958"/>
                    <a:pt x="74309" y="94859"/>
                  </a:cubicBezTo>
                  <a:lnTo>
                    <a:pt x="84095" y="6785"/>
                  </a:lnTo>
                  <a:cubicBezTo>
                    <a:pt x="84291" y="5057"/>
                    <a:pt x="83736" y="3328"/>
                    <a:pt x="82594" y="2056"/>
                  </a:cubicBezTo>
                  <a:cubicBezTo>
                    <a:pt x="81420" y="751"/>
                    <a:pt x="79756" y="1"/>
                    <a:pt x="78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109"/>
            <p:cNvSpPr/>
            <p:nvPr/>
          </p:nvSpPr>
          <p:spPr>
            <a:xfrm>
              <a:off x="2495400" y="1466250"/>
              <a:ext cx="1053650" cy="2507675"/>
            </a:xfrm>
            <a:custGeom>
              <a:avLst/>
              <a:gdLst/>
              <a:ahLst/>
              <a:cxnLst/>
              <a:rect l="l" t="t" r="r" b="b"/>
              <a:pathLst>
                <a:path w="42146" h="100307" extrusionOk="0">
                  <a:moveTo>
                    <a:pt x="1" y="1"/>
                  </a:moveTo>
                  <a:lnTo>
                    <a:pt x="1" y="100307"/>
                  </a:lnTo>
                  <a:lnTo>
                    <a:pt x="26097" y="100307"/>
                  </a:lnTo>
                  <a:cubicBezTo>
                    <a:pt x="29228" y="100307"/>
                    <a:pt x="31838" y="97958"/>
                    <a:pt x="32164" y="94859"/>
                  </a:cubicBezTo>
                  <a:lnTo>
                    <a:pt x="41950" y="6785"/>
                  </a:lnTo>
                  <a:cubicBezTo>
                    <a:pt x="42146" y="5057"/>
                    <a:pt x="41591" y="3328"/>
                    <a:pt x="40449" y="2056"/>
                  </a:cubicBezTo>
                  <a:cubicBezTo>
                    <a:pt x="39275" y="751"/>
                    <a:pt x="37611" y="1"/>
                    <a:pt x="3588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109"/>
            <p:cNvSpPr/>
            <p:nvPr/>
          </p:nvSpPr>
          <p:spPr>
            <a:xfrm>
              <a:off x="1439350" y="732300"/>
              <a:ext cx="2112150" cy="1039775"/>
            </a:xfrm>
            <a:custGeom>
              <a:avLst/>
              <a:gdLst/>
              <a:ahLst/>
              <a:cxnLst/>
              <a:rect l="l" t="t" r="r" b="b"/>
              <a:pathLst>
                <a:path w="84486" h="41591" extrusionOk="0">
                  <a:moveTo>
                    <a:pt x="12885" y="1"/>
                  </a:moveTo>
                  <a:cubicBezTo>
                    <a:pt x="10014" y="1"/>
                    <a:pt x="7535" y="1990"/>
                    <a:pt x="6915" y="4796"/>
                  </a:cubicBezTo>
                  <a:lnTo>
                    <a:pt x="391" y="34154"/>
                  </a:lnTo>
                  <a:cubicBezTo>
                    <a:pt x="0" y="35980"/>
                    <a:pt x="424" y="37872"/>
                    <a:pt x="1598" y="39308"/>
                  </a:cubicBezTo>
                  <a:cubicBezTo>
                    <a:pt x="2740" y="40743"/>
                    <a:pt x="4502" y="41591"/>
                    <a:pt x="6361" y="41591"/>
                  </a:cubicBezTo>
                  <a:lnTo>
                    <a:pt x="78125" y="41591"/>
                  </a:lnTo>
                  <a:cubicBezTo>
                    <a:pt x="79984" y="41591"/>
                    <a:pt x="81745" y="40743"/>
                    <a:pt x="82887" y="39308"/>
                  </a:cubicBezTo>
                  <a:cubicBezTo>
                    <a:pt x="84061" y="37872"/>
                    <a:pt x="84486" y="35980"/>
                    <a:pt x="84094" y="34154"/>
                  </a:cubicBezTo>
                  <a:lnTo>
                    <a:pt x="77570" y="4796"/>
                  </a:lnTo>
                  <a:cubicBezTo>
                    <a:pt x="76950" y="1990"/>
                    <a:pt x="74471" y="1"/>
                    <a:pt x="716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109"/>
            <p:cNvSpPr/>
            <p:nvPr/>
          </p:nvSpPr>
          <p:spPr>
            <a:xfrm>
              <a:off x="2495400" y="732300"/>
              <a:ext cx="1056100" cy="1039775"/>
            </a:xfrm>
            <a:custGeom>
              <a:avLst/>
              <a:gdLst/>
              <a:ahLst/>
              <a:cxnLst/>
              <a:rect l="l" t="t" r="r" b="b"/>
              <a:pathLst>
                <a:path w="42244" h="41591" extrusionOk="0">
                  <a:moveTo>
                    <a:pt x="1" y="1"/>
                  </a:moveTo>
                  <a:lnTo>
                    <a:pt x="1" y="41591"/>
                  </a:lnTo>
                  <a:lnTo>
                    <a:pt x="35883" y="41591"/>
                  </a:lnTo>
                  <a:cubicBezTo>
                    <a:pt x="37742" y="41591"/>
                    <a:pt x="39503" y="40743"/>
                    <a:pt x="40645" y="39308"/>
                  </a:cubicBezTo>
                  <a:cubicBezTo>
                    <a:pt x="41819" y="37872"/>
                    <a:pt x="42244" y="35980"/>
                    <a:pt x="41852" y="34154"/>
                  </a:cubicBezTo>
                  <a:lnTo>
                    <a:pt x="35328" y="4796"/>
                  </a:lnTo>
                  <a:cubicBezTo>
                    <a:pt x="34708" y="1990"/>
                    <a:pt x="32229" y="1"/>
                    <a:pt x="293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109"/>
            <p:cNvSpPr/>
            <p:nvPr/>
          </p:nvSpPr>
          <p:spPr>
            <a:xfrm>
              <a:off x="1364325" y="1466250"/>
              <a:ext cx="2263025" cy="305825"/>
            </a:xfrm>
            <a:custGeom>
              <a:avLst/>
              <a:gdLst/>
              <a:ahLst/>
              <a:cxnLst/>
              <a:rect l="l" t="t" r="r" b="b"/>
              <a:pathLst>
                <a:path w="90521" h="12233" extrusionOk="0">
                  <a:moveTo>
                    <a:pt x="6100" y="1"/>
                  </a:moveTo>
                  <a:cubicBezTo>
                    <a:pt x="2707" y="1"/>
                    <a:pt x="0" y="2741"/>
                    <a:pt x="0" y="6133"/>
                  </a:cubicBezTo>
                  <a:cubicBezTo>
                    <a:pt x="0" y="9493"/>
                    <a:pt x="2707" y="12233"/>
                    <a:pt x="6100" y="12233"/>
                  </a:cubicBezTo>
                  <a:lnTo>
                    <a:pt x="84388" y="12233"/>
                  </a:lnTo>
                  <a:cubicBezTo>
                    <a:pt x="87780" y="12233"/>
                    <a:pt x="90520" y="9493"/>
                    <a:pt x="90520" y="6133"/>
                  </a:cubicBezTo>
                  <a:cubicBezTo>
                    <a:pt x="90520" y="2741"/>
                    <a:pt x="87780" y="1"/>
                    <a:pt x="843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109"/>
            <p:cNvSpPr/>
            <p:nvPr/>
          </p:nvSpPr>
          <p:spPr>
            <a:xfrm>
              <a:off x="2495400" y="1466250"/>
              <a:ext cx="1131950" cy="305825"/>
            </a:xfrm>
            <a:custGeom>
              <a:avLst/>
              <a:gdLst/>
              <a:ahLst/>
              <a:cxnLst/>
              <a:rect l="l" t="t" r="r" b="b"/>
              <a:pathLst>
                <a:path w="45278" h="12233" extrusionOk="0">
                  <a:moveTo>
                    <a:pt x="1" y="1"/>
                  </a:moveTo>
                  <a:lnTo>
                    <a:pt x="1" y="12233"/>
                  </a:lnTo>
                  <a:lnTo>
                    <a:pt x="39145" y="12233"/>
                  </a:lnTo>
                  <a:cubicBezTo>
                    <a:pt x="42537" y="12233"/>
                    <a:pt x="45277" y="9493"/>
                    <a:pt x="45277" y="6133"/>
                  </a:cubicBezTo>
                  <a:cubicBezTo>
                    <a:pt x="45277" y="2741"/>
                    <a:pt x="42537" y="1"/>
                    <a:pt x="391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109"/>
            <p:cNvSpPr/>
            <p:nvPr/>
          </p:nvSpPr>
          <p:spPr>
            <a:xfrm>
              <a:off x="1190625" y="3015700"/>
              <a:ext cx="5219200" cy="1947425"/>
            </a:xfrm>
            <a:custGeom>
              <a:avLst/>
              <a:gdLst/>
              <a:ahLst/>
              <a:cxnLst/>
              <a:rect l="l" t="t" r="r" b="b"/>
              <a:pathLst>
                <a:path w="208768" h="77897" extrusionOk="0">
                  <a:moveTo>
                    <a:pt x="6133" y="0"/>
                  </a:moveTo>
                  <a:cubicBezTo>
                    <a:pt x="2740" y="0"/>
                    <a:pt x="0" y="2740"/>
                    <a:pt x="0" y="6133"/>
                  </a:cubicBezTo>
                  <a:lnTo>
                    <a:pt x="0" y="71764"/>
                  </a:lnTo>
                  <a:cubicBezTo>
                    <a:pt x="0" y="75156"/>
                    <a:pt x="2740" y="77896"/>
                    <a:pt x="6133" y="77896"/>
                  </a:cubicBezTo>
                  <a:lnTo>
                    <a:pt x="202667" y="77896"/>
                  </a:lnTo>
                  <a:cubicBezTo>
                    <a:pt x="206027" y="77896"/>
                    <a:pt x="208767" y="75156"/>
                    <a:pt x="208767" y="71764"/>
                  </a:cubicBezTo>
                  <a:lnTo>
                    <a:pt x="208767" y="6133"/>
                  </a:lnTo>
                  <a:cubicBezTo>
                    <a:pt x="208767" y="2740"/>
                    <a:pt x="206027" y="0"/>
                    <a:pt x="20266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109"/>
            <p:cNvSpPr/>
            <p:nvPr/>
          </p:nvSpPr>
          <p:spPr>
            <a:xfrm>
              <a:off x="3800200" y="3015700"/>
              <a:ext cx="2609625" cy="1947425"/>
            </a:xfrm>
            <a:custGeom>
              <a:avLst/>
              <a:gdLst/>
              <a:ahLst/>
              <a:cxnLst/>
              <a:rect l="l" t="t" r="r" b="b"/>
              <a:pathLst>
                <a:path w="104385" h="77897" extrusionOk="0">
                  <a:moveTo>
                    <a:pt x="1" y="0"/>
                  </a:moveTo>
                  <a:lnTo>
                    <a:pt x="1" y="77896"/>
                  </a:lnTo>
                  <a:lnTo>
                    <a:pt x="98284" y="77896"/>
                  </a:lnTo>
                  <a:cubicBezTo>
                    <a:pt x="101644" y="77896"/>
                    <a:pt x="104384" y="75156"/>
                    <a:pt x="104384" y="71764"/>
                  </a:cubicBezTo>
                  <a:lnTo>
                    <a:pt x="104384" y="6133"/>
                  </a:lnTo>
                  <a:cubicBezTo>
                    <a:pt x="104384" y="2740"/>
                    <a:pt x="101644" y="0"/>
                    <a:pt x="982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109"/>
            <p:cNvSpPr/>
            <p:nvPr/>
          </p:nvSpPr>
          <p:spPr>
            <a:xfrm>
              <a:off x="2832200" y="3831200"/>
              <a:ext cx="1936825" cy="305825"/>
            </a:xfrm>
            <a:custGeom>
              <a:avLst/>
              <a:gdLst/>
              <a:ahLst/>
              <a:cxnLst/>
              <a:rect l="l" t="t" r="r" b="b"/>
              <a:pathLst>
                <a:path w="77473" h="12233" extrusionOk="0">
                  <a:moveTo>
                    <a:pt x="6101" y="0"/>
                  </a:moveTo>
                  <a:cubicBezTo>
                    <a:pt x="2708" y="0"/>
                    <a:pt x="1" y="2740"/>
                    <a:pt x="1" y="6133"/>
                  </a:cubicBezTo>
                  <a:cubicBezTo>
                    <a:pt x="1" y="9493"/>
                    <a:pt x="2708" y="12233"/>
                    <a:pt x="6101" y="12233"/>
                  </a:cubicBezTo>
                  <a:lnTo>
                    <a:pt x="71340" y="12233"/>
                  </a:lnTo>
                  <a:cubicBezTo>
                    <a:pt x="74733" y="12233"/>
                    <a:pt x="77473" y="9493"/>
                    <a:pt x="77473" y="6133"/>
                  </a:cubicBezTo>
                  <a:cubicBezTo>
                    <a:pt x="77473" y="2740"/>
                    <a:pt x="74733" y="0"/>
                    <a:pt x="713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109"/>
            <p:cNvSpPr/>
            <p:nvPr/>
          </p:nvSpPr>
          <p:spPr>
            <a:xfrm>
              <a:off x="3800200" y="3831200"/>
              <a:ext cx="968825" cy="305825"/>
            </a:xfrm>
            <a:custGeom>
              <a:avLst/>
              <a:gdLst/>
              <a:ahLst/>
              <a:cxnLst/>
              <a:rect l="l" t="t" r="r" b="b"/>
              <a:pathLst>
                <a:path w="38753" h="12233" extrusionOk="0">
                  <a:moveTo>
                    <a:pt x="1" y="0"/>
                  </a:moveTo>
                  <a:lnTo>
                    <a:pt x="1" y="12233"/>
                  </a:lnTo>
                  <a:lnTo>
                    <a:pt x="32620" y="12233"/>
                  </a:lnTo>
                  <a:cubicBezTo>
                    <a:pt x="36013" y="12233"/>
                    <a:pt x="38753" y="9493"/>
                    <a:pt x="38753" y="6133"/>
                  </a:cubicBezTo>
                  <a:cubicBezTo>
                    <a:pt x="38753" y="2740"/>
                    <a:pt x="36013" y="0"/>
                    <a:pt x="32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8" name="Google Shape;4338;p109"/>
          <p:cNvGrpSpPr/>
          <p:nvPr/>
        </p:nvGrpSpPr>
        <p:grpSpPr>
          <a:xfrm>
            <a:off x="4445016" y="3703950"/>
            <a:ext cx="284291" cy="457202"/>
            <a:chOff x="2179800" y="238125"/>
            <a:chExt cx="3241625" cy="5219200"/>
          </a:xfrm>
        </p:grpSpPr>
        <p:sp>
          <p:nvSpPr>
            <p:cNvPr id="4339" name="Google Shape;4339;p109"/>
            <p:cNvSpPr/>
            <p:nvPr/>
          </p:nvSpPr>
          <p:spPr>
            <a:xfrm>
              <a:off x="2179800" y="238125"/>
              <a:ext cx="3241625" cy="5219200"/>
            </a:xfrm>
            <a:custGeom>
              <a:avLst/>
              <a:gdLst/>
              <a:ahLst/>
              <a:cxnLst/>
              <a:rect l="l" t="t" r="r" b="b"/>
              <a:pathLst>
                <a:path w="129665" h="208768" extrusionOk="0">
                  <a:moveTo>
                    <a:pt x="30566" y="0"/>
                  </a:moveTo>
                  <a:cubicBezTo>
                    <a:pt x="22411" y="0"/>
                    <a:pt x="14712" y="3262"/>
                    <a:pt x="8906" y="9199"/>
                  </a:cubicBezTo>
                  <a:cubicBezTo>
                    <a:pt x="3132" y="15103"/>
                    <a:pt x="1" y="22834"/>
                    <a:pt x="1" y="30989"/>
                  </a:cubicBezTo>
                  <a:lnTo>
                    <a:pt x="1" y="177778"/>
                  </a:lnTo>
                  <a:cubicBezTo>
                    <a:pt x="1" y="185933"/>
                    <a:pt x="3132" y="193664"/>
                    <a:pt x="8906" y="199568"/>
                  </a:cubicBezTo>
                  <a:cubicBezTo>
                    <a:pt x="14712" y="205505"/>
                    <a:pt x="22411" y="208767"/>
                    <a:pt x="30566" y="208767"/>
                  </a:cubicBezTo>
                  <a:lnTo>
                    <a:pt x="99067" y="208767"/>
                  </a:lnTo>
                  <a:cubicBezTo>
                    <a:pt x="107222" y="208767"/>
                    <a:pt x="114921" y="205505"/>
                    <a:pt x="120727" y="199568"/>
                  </a:cubicBezTo>
                  <a:cubicBezTo>
                    <a:pt x="126501" y="193664"/>
                    <a:pt x="129665" y="185933"/>
                    <a:pt x="129665" y="177778"/>
                  </a:cubicBezTo>
                  <a:lnTo>
                    <a:pt x="129665" y="30989"/>
                  </a:lnTo>
                  <a:cubicBezTo>
                    <a:pt x="129665" y="22834"/>
                    <a:pt x="126501" y="15103"/>
                    <a:pt x="120727" y="9199"/>
                  </a:cubicBezTo>
                  <a:cubicBezTo>
                    <a:pt x="114921" y="3262"/>
                    <a:pt x="107222" y="0"/>
                    <a:pt x="9906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109"/>
            <p:cNvSpPr/>
            <p:nvPr/>
          </p:nvSpPr>
          <p:spPr>
            <a:xfrm>
              <a:off x="2485625" y="543925"/>
              <a:ext cx="2630000" cy="4607575"/>
            </a:xfrm>
            <a:custGeom>
              <a:avLst/>
              <a:gdLst/>
              <a:ahLst/>
              <a:cxnLst/>
              <a:rect l="l" t="t" r="r" b="b"/>
              <a:pathLst>
                <a:path w="105200" h="184303" extrusionOk="0">
                  <a:moveTo>
                    <a:pt x="18333" y="0"/>
                  </a:moveTo>
                  <a:cubicBezTo>
                    <a:pt x="8384" y="0"/>
                    <a:pt x="0" y="8579"/>
                    <a:pt x="0" y="18757"/>
                  </a:cubicBezTo>
                  <a:lnTo>
                    <a:pt x="0" y="165546"/>
                  </a:lnTo>
                  <a:cubicBezTo>
                    <a:pt x="0" y="175724"/>
                    <a:pt x="8384" y="184303"/>
                    <a:pt x="18333" y="184303"/>
                  </a:cubicBezTo>
                  <a:lnTo>
                    <a:pt x="86834" y="184303"/>
                  </a:lnTo>
                  <a:cubicBezTo>
                    <a:pt x="96783" y="184303"/>
                    <a:pt x="105199" y="175724"/>
                    <a:pt x="105199" y="165546"/>
                  </a:cubicBezTo>
                  <a:lnTo>
                    <a:pt x="105199" y="18757"/>
                  </a:lnTo>
                  <a:cubicBezTo>
                    <a:pt x="105199" y="8579"/>
                    <a:pt x="96783" y="0"/>
                    <a:pt x="8683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109"/>
            <p:cNvSpPr/>
            <p:nvPr/>
          </p:nvSpPr>
          <p:spPr>
            <a:xfrm>
              <a:off x="3800200" y="238125"/>
              <a:ext cx="1621225" cy="5219200"/>
            </a:xfrm>
            <a:custGeom>
              <a:avLst/>
              <a:gdLst/>
              <a:ahLst/>
              <a:cxnLst/>
              <a:rect l="l" t="t" r="r" b="b"/>
              <a:pathLst>
                <a:path w="64849" h="208768" extrusionOk="0">
                  <a:moveTo>
                    <a:pt x="1" y="0"/>
                  </a:moveTo>
                  <a:lnTo>
                    <a:pt x="1" y="208767"/>
                  </a:lnTo>
                  <a:lnTo>
                    <a:pt x="34251" y="208767"/>
                  </a:lnTo>
                  <a:cubicBezTo>
                    <a:pt x="42406" y="208767"/>
                    <a:pt x="50105" y="205505"/>
                    <a:pt x="55911" y="199568"/>
                  </a:cubicBezTo>
                  <a:cubicBezTo>
                    <a:pt x="61685" y="193664"/>
                    <a:pt x="64849" y="185933"/>
                    <a:pt x="64849" y="177778"/>
                  </a:cubicBezTo>
                  <a:lnTo>
                    <a:pt x="64849" y="30989"/>
                  </a:lnTo>
                  <a:cubicBezTo>
                    <a:pt x="64849" y="22834"/>
                    <a:pt x="61685" y="15103"/>
                    <a:pt x="55911" y="9199"/>
                  </a:cubicBezTo>
                  <a:cubicBezTo>
                    <a:pt x="50105" y="3262"/>
                    <a:pt x="42406" y="0"/>
                    <a:pt x="3425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109"/>
            <p:cNvSpPr/>
            <p:nvPr/>
          </p:nvSpPr>
          <p:spPr>
            <a:xfrm>
              <a:off x="3800200" y="543925"/>
              <a:ext cx="1315425" cy="4607575"/>
            </a:xfrm>
            <a:custGeom>
              <a:avLst/>
              <a:gdLst/>
              <a:ahLst/>
              <a:cxnLst/>
              <a:rect l="l" t="t" r="r" b="b"/>
              <a:pathLst>
                <a:path w="52617" h="184303" extrusionOk="0">
                  <a:moveTo>
                    <a:pt x="1" y="0"/>
                  </a:moveTo>
                  <a:lnTo>
                    <a:pt x="1" y="184303"/>
                  </a:lnTo>
                  <a:lnTo>
                    <a:pt x="34251" y="184303"/>
                  </a:lnTo>
                  <a:cubicBezTo>
                    <a:pt x="44200" y="184303"/>
                    <a:pt x="52616" y="175724"/>
                    <a:pt x="52616" y="165546"/>
                  </a:cubicBezTo>
                  <a:lnTo>
                    <a:pt x="52616" y="18757"/>
                  </a:lnTo>
                  <a:cubicBezTo>
                    <a:pt x="52616" y="8579"/>
                    <a:pt x="44200" y="0"/>
                    <a:pt x="3425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109"/>
            <p:cNvSpPr/>
            <p:nvPr/>
          </p:nvSpPr>
          <p:spPr>
            <a:xfrm>
              <a:off x="2485625" y="3836900"/>
              <a:ext cx="2630000" cy="1314600"/>
            </a:xfrm>
            <a:custGeom>
              <a:avLst/>
              <a:gdLst/>
              <a:ahLst/>
              <a:cxnLst/>
              <a:rect l="l" t="t" r="r" b="b"/>
              <a:pathLst>
                <a:path w="105200" h="52584" extrusionOk="0">
                  <a:moveTo>
                    <a:pt x="0" y="0"/>
                  </a:moveTo>
                  <a:lnTo>
                    <a:pt x="0" y="33827"/>
                  </a:lnTo>
                  <a:cubicBezTo>
                    <a:pt x="0" y="44005"/>
                    <a:pt x="8384" y="52584"/>
                    <a:pt x="18333" y="52584"/>
                  </a:cubicBezTo>
                  <a:lnTo>
                    <a:pt x="86834" y="52584"/>
                  </a:lnTo>
                  <a:cubicBezTo>
                    <a:pt x="96783" y="52584"/>
                    <a:pt x="105199" y="44005"/>
                    <a:pt x="105199" y="33827"/>
                  </a:cubicBezTo>
                  <a:lnTo>
                    <a:pt x="10519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109"/>
            <p:cNvSpPr/>
            <p:nvPr/>
          </p:nvSpPr>
          <p:spPr>
            <a:xfrm>
              <a:off x="3800200" y="3836900"/>
              <a:ext cx="1315425" cy="1314600"/>
            </a:xfrm>
            <a:custGeom>
              <a:avLst/>
              <a:gdLst/>
              <a:ahLst/>
              <a:cxnLst/>
              <a:rect l="l" t="t" r="r" b="b"/>
              <a:pathLst>
                <a:path w="52617" h="52584" extrusionOk="0">
                  <a:moveTo>
                    <a:pt x="1" y="0"/>
                  </a:moveTo>
                  <a:lnTo>
                    <a:pt x="1" y="52584"/>
                  </a:lnTo>
                  <a:lnTo>
                    <a:pt x="34251" y="52584"/>
                  </a:lnTo>
                  <a:cubicBezTo>
                    <a:pt x="44200" y="52584"/>
                    <a:pt x="52616" y="44005"/>
                    <a:pt x="52616" y="33827"/>
                  </a:cubicBezTo>
                  <a:lnTo>
                    <a:pt x="5261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109"/>
            <p:cNvSpPr/>
            <p:nvPr/>
          </p:nvSpPr>
          <p:spPr>
            <a:xfrm>
              <a:off x="3647700" y="4489300"/>
              <a:ext cx="305850" cy="305825"/>
            </a:xfrm>
            <a:custGeom>
              <a:avLst/>
              <a:gdLst/>
              <a:ahLst/>
              <a:cxnLst/>
              <a:rect l="l" t="t" r="r" b="b"/>
              <a:pathLst>
                <a:path w="12234" h="12233" extrusionOk="0">
                  <a:moveTo>
                    <a:pt x="6101" y="0"/>
                  </a:moveTo>
                  <a:cubicBezTo>
                    <a:pt x="2708" y="0"/>
                    <a:pt x="1" y="2708"/>
                    <a:pt x="1" y="6100"/>
                  </a:cubicBezTo>
                  <a:cubicBezTo>
                    <a:pt x="1" y="9493"/>
                    <a:pt x="2708" y="12233"/>
                    <a:pt x="6101" y="12233"/>
                  </a:cubicBezTo>
                  <a:cubicBezTo>
                    <a:pt x="9493" y="12233"/>
                    <a:pt x="12233" y="9493"/>
                    <a:pt x="12233" y="6100"/>
                  </a:cubicBezTo>
                  <a:cubicBezTo>
                    <a:pt x="12233" y="2708"/>
                    <a:pt x="9493" y="0"/>
                    <a:pt x="61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109"/>
            <p:cNvSpPr/>
            <p:nvPr/>
          </p:nvSpPr>
          <p:spPr>
            <a:xfrm>
              <a:off x="3800200" y="4489300"/>
              <a:ext cx="153350" cy="305825"/>
            </a:xfrm>
            <a:custGeom>
              <a:avLst/>
              <a:gdLst/>
              <a:ahLst/>
              <a:cxnLst/>
              <a:rect l="l" t="t" r="r" b="b"/>
              <a:pathLst>
                <a:path w="6134" h="12233" extrusionOk="0">
                  <a:moveTo>
                    <a:pt x="1" y="0"/>
                  </a:moveTo>
                  <a:lnTo>
                    <a:pt x="1" y="12233"/>
                  </a:lnTo>
                  <a:cubicBezTo>
                    <a:pt x="3393" y="12233"/>
                    <a:pt x="6133" y="9493"/>
                    <a:pt x="6133" y="6100"/>
                  </a:cubicBezTo>
                  <a:cubicBezTo>
                    <a:pt x="6133" y="2708"/>
                    <a:pt x="3393"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109"/>
            <p:cNvSpPr/>
            <p:nvPr/>
          </p:nvSpPr>
          <p:spPr>
            <a:xfrm>
              <a:off x="3239950" y="901100"/>
              <a:ext cx="1121350" cy="305850"/>
            </a:xfrm>
            <a:custGeom>
              <a:avLst/>
              <a:gdLst/>
              <a:ahLst/>
              <a:cxnLst/>
              <a:rect l="l" t="t" r="r" b="b"/>
              <a:pathLst>
                <a:path w="44854" h="12234" extrusionOk="0">
                  <a:moveTo>
                    <a:pt x="6101" y="1"/>
                  </a:moveTo>
                  <a:cubicBezTo>
                    <a:pt x="2708" y="1"/>
                    <a:pt x="1" y="2708"/>
                    <a:pt x="1" y="6101"/>
                  </a:cubicBezTo>
                  <a:cubicBezTo>
                    <a:pt x="1" y="9493"/>
                    <a:pt x="2708" y="12233"/>
                    <a:pt x="6101" y="12233"/>
                  </a:cubicBezTo>
                  <a:lnTo>
                    <a:pt x="38721" y="12233"/>
                  </a:lnTo>
                  <a:cubicBezTo>
                    <a:pt x="42113" y="12233"/>
                    <a:pt x="44853" y="9493"/>
                    <a:pt x="44853" y="6101"/>
                  </a:cubicBezTo>
                  <a:cubicBezTo>
                    <a:pt x="44853" y="2708"/>
                    <a:pt x="42113" y="1"/>
                    <a:pt x="387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109"/>
            <p:cNvSpPr/>
            <p:nvPr/>
          </p:nvSpPr>
          <p:spPr>
            <a:xfrm>
              <a:off x="3800200" y="901100"/>
              <a:ext cx="561100" cy="305850"/>
            </a:xfrm>
            <a:custGeom>
              <a:avLst/>
              <a:gdLst/>
              <a:ahLst/>
              <a:cxnLst/>
              <a:rect l="l" t="t" r="r" b="b"/>
              <a:pathLst>
                <a:path w="22444" h="12234" extrusionOk="0">
                  <a:moveTo>
                    <a:pt x="1" y="1"/>
                  </a:moveTo>
                  <a:lnTo>
                    <a:pt x="1" y="12233"/>
                  </a:lnTo>
                  <a:lnTo>
                    <a:pt x="16311" y="12233"/>
                  </a:lnTo>
                  <a:cubicBezTo>
                    <a:pt x="19703" y="12233"/>
                    <a:pt x="22443" y="9493"/>
                    <a:pt x="22443" y="6101"/>
                  </a:cubicBezTo>
                  <a:cubicBezTo>
                    <a:pt x="22443" y="2708"/>
                    <a:pt x="19703"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109"/>
            <p:cNvSpPr/>
            <p:nvPr/>
          </p:nvSpPr>
          <p:spPr>
            <a:xfrm>
              <a:off x="2995300" y="2205900"/>
              <a:ext cx="1610625" cy="1284450"/>
            </a:xfrm>
            <a:custGeom>
              <a:avLst/>
              <a:gdLst/>
              <a:ahLst/>
              <a:cxnLst/>
              <a:rect l="l" t="t" r="r" b="b"/>
              <a:pathLst>
                <a:path w="64425" h="51378" extrusionOk="0">
                  <a:moveTo>
                    <a:pt x="32197" y="1"/>
                  </a:moveTo>
                  <a:cubicBezTo>
                    <a:pt x="28804" y="1"/>
                    <a:pt x="26097" y="2708"/>
                    <a:pt x="26097" y="6101"/>
                  </a:cubicBezTo>
                  <a:lnTo>
                    <a:pt x="26097" y="10374"/>
                  </a:lnTo>
                  <a:cubicBezTo>
                    <a:pt x="11222" y="13212"/>
                    <a:pt x="1" y="26325"/>
                    <a:pt x="1" y="41982"/>
                  </a:cubicBezTo>
                  <a:cubicBezTo>
                    <a:pt x="1" y="43287"/>
                    <a:pt x="66" y="44625"/>
                    <a:pt x="229" y="45995"/>
                  </a:cubicBezTo>
                  <a:cubicBezTo>
                    <a:pt x="621" y="49061"/>
                    <a:pt x="3230" y="51377"/>
                    <a:pt x="6296" y="51377"/>
                  </a:cubicBezTo>
                  <a:lnTo>
                    <a:pt x="58097" y="51377"/>
                  </a:lnTo>
                  <a:cubicBezTo>
                    <a:pt x="61163" y="51377"/>
                    <a:pt x="63773" y="49061"/>
                    <a:pt x="64164" y="45995"/>
                  </a:cubicBezTo>
                  <a:cubicBezTo>
                    <a:pt x="64327" y="44625"/>
                    <a:pt x="64425" y="43287"/>
                    <a:pt x="64425" y="41982"/>
                  </a:cubicBezTo>
                  <a:cubicBezTo>
                    <a:pt x="64425" y="26325"/>
                    <a:pt x="53171" y="13212"/>
                    <a:pt x="38329" y="10374"/>
                  </a:cubicBezTo>
                  <a:lnTo>
                    <a:pt x="38329" y="6101"/>
                  </a:lnTo>
                  <a:cubicBezTo>
                    <a:pt x="38329" y="2708"/>
                    <a:pt x="35589" y="1"/>
                    <a:pt x="3219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109"/>
            <p:cNvSpPr/>
            <p:nvPr/>
          </p:nvSpPr>
          <p:spPr>
            <a:xfrm>
              <a:off x="3800200" y="2205900"/>
              <a:ext cx="804925" cy="1284450"/>
            </a:xfrm>
            <a:custGeom>
              <a:avLst/>
              <a:gdLst/>
              <a:ahLst/>
              <a:cxnLst/>
              <a:rect l="l" t="t" r="r" b="b"/>
              <a:pathLst>
                <a:path w="32197" h="51378" extrusionOk="0">
                  <a:moveTo>
                    <a:pt x="1" y="1"/>
                  </a:moveTo>
                  <a:lnTo>
                    <a:pt x="1" y="51377"/>
                  </a:lnTo>
                  <a:lnTo>
                    <a:pt x="25901" y="51377"/>
                  </a:lnTo>
                  <a:cubicBezTo>
                    <a:pt x="28967" y="51377"/>
                    <a:pt x="31577" y="49061"/>
                    <a:pt x="31968" y="45995"/>
                  </a:cubicBezTo>
                  <a:cubicBezTo>
                    <a:pt x="32131" y="44625"/>
                    <a:pt x="32196" y="43287"/>
                    <a:pt x="32196" y="41982"/>
                  </a:cubicBezTo>
                  <a:cubicBezTo>
                    <a:pt x="32196" y="26325"/>
                    <a:pt x="20975" y="13212"/>
                    <a:pt x="6100" y="10374"/>
                  </a:cubicBezTo>
                  <a:lnTo>
                    <a:pt x="6100" y="6101"/>
                  </a:lnTo>
                  <a:cubicBezTo>
                    <a:pt x="6100" y="2708"/>
                    <a:pt x="3393"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109"/>
            <p:cNvSpPr/>
            <p:nvPr/>
          </p:nvSpPr>
          <p:spPr>
            <a:xfrm>
              <a:off x="2832200" y="3184500"/>
              <a:ext cx="1936825" cy="305850"/>
            </a:xfrm>
            <a:custGeom>
              <a:avLst/>
              <a:gdLst/>
              <a:ahLst/>
              <a:cxnLst/>
              <a:rect l="l" t="t" r="r" b="b"/>
              <a:pathLst>
                <a:path w="77473" h="12234" extrusionOk="0">
                  <a:moveTo>
                    <a:pt x="6101" y="1"/>
                  </a:moveTo>
                  <a:cubicBezTo>
                    <a:pt x="2708" y="1"/>
                    <a:pt x="1" y="2708"/>
                    <a:pt x="1" y="6100"/>
                  </a:cubicBezTo>
                  <a:cubicBezTo>
                    <a:pt x="1" y="9493"/>
                    <a:pt x="2708" y="12233"/>
                    <a:pt x="6101" y="12233"/>
                  </a:cubicBezTo>
                  <a:lnTo>
                    <a:pt x="71340" y="12233"/>
                  </a:lnTo>
                  <a:cubicBezTo>
                    <a:pt x="74733" y="12233"/>
                    <a:pt x="77473" y="9493"/>
                    <a:pt x="77473" y="6100"/>
                  </a:cubicBezTo>
                  <a:cubicBezTo>
                    <a:pt x="77473" y="2708"/>
                    <a:pt x="74733" y="1"/>
                    <a:pt x="7134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109"/>
            <p:cNvSpPr/>
            <p:nvPr/>
          </p:nvSpPr>
          <p:spPr>
            <a:xfrm>
              <a:off x="3800200" y="3184500"/>
              <a:ext cx="968825" cy="305850"/>
            </a:xfrm>
            <a:custGeom>
              <a:avLst/>
              <a:gdLst/>
              <a:ahLst/>
              <a:cxnLst/>
              <a:rect l="l" t="t" r="r" b="b"/>
              <a:pathLst>
                <a:path w="38753" h="12234" extrusionOk="0">
                  <a:moveTo>
                    <a:pt x="1" y="1"/>
                  </a:moveTo>
                  <a:lnTo>
                    <a:pt x="1" y="12233"/>
                  </a:lnTo>
                  <a:lnTo>
                    <a:pt x="32620" y="12233"/>
                  </a:lnTo>
                  <a:cubicBezTo>
                    <a:pt x="36013" y="12233"/>
                    <a:pt x="38753" y="9493"/>
                    <a:pt x="38753" y="6100"/>
                  </a:cubicBezTo>
                  <a:cubicBezTo>
                    <a:pt x="38753" y="2708"/>
                    <a:pt x="36013" y="1"/>
                    <a:pt x="326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53" name="Google Shape;4353;p109"/>
          <p:cNvGrpSpPr/>
          <p:nvPr/>
        </p:nvGrpSpPr>
        <p:grpSpPr>
          <a:xfrm>
            <a:off x="4991221" y="3703950"/>
            <a:ext cx="341117" cy="457202"/>
            <a:chOff x="1853600" y="238125"/>
            <a:chExt cx="3894025" cy="5219200"/>
          </a:xfrm>
        </p:grpSpPr>
        <p:sp>
          <p:nvSpPr>
            <p:cNvPr id="4354" name="Google Shape;4354;p109"/>
            <p:cNvSpPr/>
            <p:nvPr/>
          </p:nvSpPr>
          <p:spPr>
            <a:xfrm>
              <a:off x="4386550" y="2287450"/>
              <a:ext cx="1109900" cy="3169875"/>
            </a:xfrm>
            <a:custGeom>
              <a:avLst/>
              <a:gdLst/>
              <a:ahLst/>
              <a:cxnLst/>
              <a:rect l="l" t="t" r="r" b="b"/>
              <a:pathLst>
                <a:path w="44396" h="126795" extrusionOk="0">
                  <a:moveTo>
                    <a:pt x="9166" y="1"/>
                  </a:moveTo>
                  <a:cubicBezTo>
                    <a:pt x="5937" y="1"/>
                    <a:pt x="3230" y="2512"/>
                    <a:pt x="3067" y="5742"/>
                  </a:cubicBezTo>
                  <a:lnTo>
                    <a:pt x="392" y="52290"/>
                  </a:lnTo>
                  <a:cubicBezTo>
                    <a:pt x="98" y="57673"/>
                    <a:pt x="0" y="63088"/>
                    <a:pt x="163" y="68502"/>
                  </a:cubicBezTo>
                  <a:cubicBezTo>
                    <a:pt x="163" y="68502"/>
                    <a:pt x="6100" y="70982"/>
                    <a:pt x="6100" y="74439"/>
                  </a:cubicBezTo>
                  <a:cubicBezTo>
                    <a:pt x="6100" y="77897"/>
                    <a:pt x="783" y="80735"/>
                    <a:pt x="783" y="80735"/>
                  </a:cubicBezTo>
                  <a:lnTo>
                    <a:pt x="3067" y="121020"/>
                  </a:lnTo>
                  <a:cubicBezTo>
                    <a:pt x="3230" y="124250"/>
                    <a:pt x="5937" y="126794"/>
                    <a:pt x="9166" y="126794"/>
                  </a:cubicBezTo>
                  <a:lnTo>
                    <a:pt x="35262" y="126794"/>
                  </a:lnTo>
                  <a:cubicBezTo>
                    <a:pt x="38492" y="126794"/>
                    <a:pt x="41199" y="124250"/>
                    <a:pt x="41362" y="121020"/>
                  </a:cubicBezTo>
                  <a:lnTo>
                    <a:pt x="43646" y="80735"/>
                  </a:lnTo>
                  <a:cubicBezTo>
                    <a:pt x="43646" y="80735"/>
                    <a:pt x="38329" y="77897"/>
                    <a:pt x="38329" y="74439"/>
                  </a:cubicBezTo>
                  <a:cubicBezTo>
                    <a:pt x="38329" y="70982"/>
                    <a:pt x="44265" y="68502"/>
                    <a:pt x="44265" y="68502"/>
                  </a:cubicBezTo>
                  <a:cubicBezTo>
                    <a:pt x="44396" y="63088"/>
                    <a:pt x="44331" y="57640"/>
                    <a:pt x="44037" y="52290"/>
                  </a:cubicBezTo>
                  <a:lnTo>
                    <a:pt x="41362" y="5742"/>
                  </a:lnTo>
                  <a:cubicBezTo>
                    <a:pt x="41167" y="2512"/>
                    <a:pt x="38492" y="1"/>
                    <a:pt x="3526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109"/>
            <p:cNvSpPr/>
            <p:nvPr/>
          </p:nvSpPr>
          <p:spPr>
            <a:xfrm>
              <a:off x="4941900" y="2287450"/>
              <a:ext cx="555375" cy="3169875"/>
            </a:xfrm>
            <a:custGeom>
              <a:avLst/>
              <a:gdLst/>
              <a:ahLst/>
              <a:cxnLst/>
              <a:rect l="l" t="t" r="r" b="b"/>
              <a:pathLst>
                <a:path w="22215" h="126795" extrusionOk="0">
                  <a:moveTo>
                    <a:pt x="0" y="1"/>
                  </a:moveTo>
                  <a:lnTo>
                    <a:pt x="0" y="126794"/>
                  </a:lnTo>
                  <a:lnTo>
                    <a:pt x="13048" y="126794"/>
                  </a:lnTo>
                  <a:cubicBezTo>
                    <a:pt x="16278" y="126794"/>
                    <a:pt x="18985" y="124250"/>
                    <a:pt x="19148" y="121020"/>
                  </a:cubicBezTo>
                  <a:lnTo>
                    <a:pt x="21432" y="80735"/>
                  </a:lnTo>
                  <a:cubicBezTo>
                    <a:pt x="21432" y="80735"/>
                    <a:pt x="16115" y="77897"/>
                    <a:pt x="16115" y="74439"/>
                  </a:cubicBezTo>
                  <a:cubicBezTo>
                    <a:pt x="16115" y="70982"/>
                    <a:pt x="22051" y="68502"/>
                    <a:pt x="22051" y="68502"/>
                  </a:cubicBezTo>
                  <a:cubicBezTo>
                    <a:pt x="22215" y="63088"/>
                    <a:pt x="22117" y="57640"/>
                    <a:pt x="21823" y="52290"/>
                  </a:cubicBezTo>
                  <a:lnTo>
                    <a:pt x="19148" y="5742"/>
                  </a:lnTo>
                  <a:cubicBezTo>
                    <a:pt x="18985" y="2512"/>
                    <a:pt x="16278" y="1"/>
                    <a:pt x="130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109"/>
            <p:cNvSpPr/>
            <p:nvPr/>
          </p:nvSpPr>
          <p:spPr>
            <a:xfrm>
              <a:off x="4137000" y="238125"/>
              <a:ext cx="1610625" cy="2355175"/>
            </a:xfrm>
            <a:custGeom>
              <a:avLst/>
              <a:gdLst/>
              <a:ahLst/>
              <a:cxnLst/>
              <a:rect l="l" t="t" r="r" b="b"/>
              <a:pathLst>
                <a:path w="64425" h="94207" extrusionOk="0">
                  <a:moveTo>
                    <a:pt x="6100" y="0"/>
                  </a:moveTo>
                  <a:cubicBezTo>
                    <a:pt x="2741" y="0"/>
                    <a:pt x="1" y="2740"/>
                    <a:pt x="1" y="6133"/>
                  </a:cubicBezTo>
                  <a:lnTo>
                    <a:pt x="1" y="46092"/>
                  </a:lnTo>
                  <a:lnTo>
                    <a:pt x="1" y="52192"/>
                  </a:lnTo>
                  <a:lnTo>
                    <a:pt x="1" y="61978"/>
                  </a:lnTo>
                  <a:cubicBezTo>
                    <a:pt x="1" y="79756"/>
                    <a:pt x="14451" y="94206"/>
                    <a:pt x="32196" y="94206"/>
                  </a:cubicBezTo>
                  <a:cubicBezTo>
                    <a:pt x="49974" y="94206"/>
                    <a:pt x="64425" y="79756"/>
                    <a:pt x="64425" y="61978"/>
                  </a:cubicBezTo>
                  <a:lnTo>
                    <a:pt x="64425" y="46092"/>
                  </a:lnTo>
                  <a:lnTo>
                    <a:pt x="38329" y="46092"/>
                  </a:lnTo>
                  <a:lnTo>
                    <a:pt x="38329" y="6133"/>
                  </a:lnTo>
                  <a:cubicBezTo>
                    <a:pt x="38329" y="2740"/>
                    <a:pt x="35589" y="0"/>
                    <a:pt x="32196" y="0"/>
                  </a:cubicBezTo>
                  <a:cubicBezTo>
                    <a:pt x="28804" y="0"/>
                    <a:pt x="26096" y="2740"/>
                    <a:pt x="26096" y="6133"/>
                  </a:cubicBezTo>
                  <a:lnTo>
                    <a:pt x="26096" y="46092"/>
                  </a:lnTo>
                  <a:lnTo>
                    <a:pt x="12233" y="46092"/>
                  </a:lnTo>
                  <a:lnTo>
                    <a:pt x="12233" y="6133"/>
                  </a:lnTo>
                  <a:cubicBezTo>
                    <a:pt x="12233" y="2740"/>
                    <a:pt x="9460" y="0"/>
                    <a:pt x="610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109"/>
            <p:cNvSpPr/>
            <p:nvPr/>
          </p:nvSpPr>
          <p:spPr>
            <a:xfrm>
              <a:off x="4941900" y="238125"/>
              <a:ext cx="805725" cy="2355175"/>
            </a:xfrm>
            <a:custGeom>
              <a:avLst/>
              <a:gdLst/>
              <a:ahLst/>
              <a:cxnLst/>
              <a:rect l="l" t="t" r="r" b="b"/>
              <a:pathLst>
                <a:path w="32229" h="94207" extrusionOk="0">
                  <a:moveTo>
                    <a:pt x="0" y="0"/>
                  </a:moveTo>
                  <a:lnTo>
                    <a:pt x="0" y="46092"/>
                  </a:lnTo>
                  <a:lnTo>
                    <a:pt x="0" y="58324"/>
                  </a:lnTo>
                  <a:lnTo>
                    <a:pt x="0" y="94206"/>
                  </a:lnTo>
                  <a:cubicBezTo>
                    <a:pt x="17778" y="94206"/>
                    <a:pt x="32229" y="79756"/>
                    <a:pt x="32229" y="61978"/>
                  </a:cubicBezTo>
                  <a:lnTo>
                    <a:pt x="32229" y="52192"/>
                  </a:lnTo>
                  <a:lnTo>
                    <a:pt x="32229" y="46092"/>
                  </a:lnTo>
                  <a:lnTo>
                    <a:pt x="32229" y="6133"/>
                  </a:lnTo>
                  <a:cubicBezTo>
                    <a:pt x="32229" y="2740"/>
                    <a:pt x="29489" y="0"/>
                    <a:pt x="26096" y="0"/>
                  </a:cubicBezTo>
                  <a:cubicBezTo>
                    <a:pt x="22736" y="0"/>
                    <a:pt x="19996" y="2740"/>
                    <a:pt x="19996" y="6133"/>
                  </a:cubicBezTo>
                  <a:lnTo>
                    <a:pt x="19996" y="46092"/>
                  </a:lnTo>
                  <a:lnTo>
                    <a:pt x="6133" y="46092"/>
                  </a:lnTo>
                  <a:lnTo>
                    <a:pt x="6133" y="6133"/>
                  </a:lnTo>
                  <a:cubicBezTo>
                    <a:pt x="6133" y="2740"/>
                    <a:pt x="3393" y="0"/>
                    <a:pt x="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109"/>
            <p:cNvSpPr/>
            <p:nvPr/>
          </p:nvSpPr>
          <p:spPr>
            <a:xfrm>
              <a:off x="4390625" y="4000000"/>
              <a:ext cx="1102575" cy="305825"/>
            </a:xfrm>
            <a:custGeom>
              <a:avLst/>
              <a:gdLst/>
              <a:ahLst/>
              <a:cxnLst/>
              <a:rect l="l" t="t" r="r" b="b"/>
              <a:pathLst>
                <a:path w="44103" h="12233" extrusionOk="0">
                  <a:moveTo>
                    <a:pt x="0" y="0"/>
                  </a:moveTo>
                  <a:cubicBezTo>
                    <a:pt x="66" y="1860"/>
                    <a:pt x="131" y="3719"/>
                    <a:pt x="229" y="5578"/>
                  </a:cubicBezTo>
                  <a:lnTo>
                    <a:pt x="620" y="12233"/>
                  </a:lnTo>
                  <a:lnTo>
                    <a:pt x="43483" y="12233"/>
                  </a:lnTo>
                  <a:lnTo>
                    <a:pt x="43874" y="5578"/>
                  </a:lnTo>
                  <a:cubicBezTo>
                    <a:pt x="43972" y="3719"/>
                    <a:pt x="44037" y="1860"/>
                    <a:pt x="4410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109"/>
            <p:cNvSpPr/>
            <p:nvPr/>
          </p:nvSpPr>
          <p:spPr>
            <a:xfrm>
              <a:off x="4941900" y="4000000"/>
              <a:ext cx="551300" cy="305825"/>
            </a:xfrm>
            <a:custGeom>
              <a:avLst/>
              <a:gdLst/>
              <a:ahLst/>
              <a:cxnLst/>
              <a:rect l="l" t="t" r="r" b="b"/>
              <a:pathLst>
                <a:path w="22052" h="12233" extrusionOk="0">
                  <a:moveTo>
                    <a:pt x="0" y="0"/>
                  </a:moveTo>
                  <a:lnTo>
                    <a:pt x="0" y="12233"/>
                  </a:lnTo>
                  <a:lnTo>
                    <a:pt x="21432" y="12233"/>
                  </a:lnTo>
                  <a:lnTo>
                    <a:pt x="21823" y="5578"/>
                  </a:lnTo>
                  <a:cubicBezTo>
                    <a:pt x="21921" y="3719"/>
                    <a:pt x="21986" y="1860"/>
                    <a:pt x="2205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109"/>
            <p:cNvSpPr/>
            <p:nvPr/>
          </p:nvSpPr>
          <p:spPr>
            <a:xfrm>
              <a:off x="1924550" y="324550"/>
              <a:ext cx="1794125" cy="2181475"/>
            </a:xfrm>
            <a:custGeom>
              <a:avLst/>
              <a:gdLst/>
              <a:ahLst/>
              <a:cxnLst/>
              <a:rect l="l" t="t" r="r" b="b"/>
              <a:pathLst>
                <a:path w="71765" h="87259" extrusionOk="0">
                  <a:moveTo>
                    <a:pt x="35883" y="1"/>
                  </a:moveTo>
                  <a:cubicBezTo>
                    <a:pt x="26847" y="1"/>
                    <a:pt x="17550" y="6427"/>
                    <a:pt x="10341" y="17648"/>
                  </a:cubicBezTo>
                  <a:cubicBezTo>
                    <a:pt x="3883" y="27728"/>
                    <a:pt x="1" y="40351"/>
                    <a:pt x="1" y="51377"/>
                  </a:cubicBezTo>
                  <a:cubicBezTo>
                    <a:pt x="1" y="62794"/>
                    <a:pt x="3720" y="72156"/>
                    <a:pt x="10700" y="78517"/>
                  </a:cubicBezTo>
                  <a:cubicBezTo>
                    <a:pt x="17028" y="84225"/>
                    <a:pt x="25738" y="87259"/>
                    <a:pt x="35883" y="87259"/>
                  </a:cubicBezTo>
                  <a:cubicBezTo>
                    <a:pt x="46028" y="87259"/>
                    <a:pt x="54737" y="84225"/>
                    <a:pt x="61065" y="78517"/>
                  </a:cubicBezTo>
                  <a:cubicBezTo>
                    <a:pt x="68046" y="72156"/>
                    <a:pt x="71765" y="62794"/>
                    <a:pt x="71765" y="51377"/>
                  </a:cubicBezTo>
                  <a:cubicBezTo>
                    <a:pt x="71765" y="40351"/>
                    <a:pt x="67883" y="27728"/>
                    <a:pt x="61424" y="17648"/>
                  </a:cubicBezTo>
                  <a:cubicBezTo>
                    <a:pt x="54215" y="6427"/>
                    <a:pt x="44918" y="1"/>
                    <a:pt x="358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109"/>
            <p:cNvSpPr/>
            <p:nvPr/>
          </p:nvSpPr>
          <p:spPr>
            <a:xfrm>
              <a:off x="2821600" y="324550"/>
              <a:ext cx="897075" cy="2181475"/>
            </a:xfrm>
            <a:custGeom>
              <a:avLst/>
              <a:gdLst/>
              <a:ahLst/>
              <a:cxnLst/>
              <a:rect l="l" t="t" r="r" b="b"/>
              <a:pathLst>
                <a:path w="35883" h="87259" extrusionOk="0">
                  <a:moveTo>
                    <a:pt x="1" y="1"/>
                  </a:moveTo>
                  <a:lnTo>
                    <a:pt x="1" y="87259"/>
                  </a:lnTo>
                  <a:cubicBezTo>
                    <a:pt x="10146" y="87259"/>
                    <a:pt x="18855" y="84225"/>
                    <a:pt x="25183" y="78517"/>
                  </a:cubicBezTo>
                  <a:cubicBezTo>
                    <a:pt x="32164" y="72156"/>
                    <a:pt x="35883" y="62794"/>
                    <a:pt x="35883" y="51377"/>
                  </a:cubicBezTo>
                  <a:cubicBezTo>
                    <a:pt x="35883" y="40351"/>
                    <a:pt x="32001" y="27728"/>
                    <a:pt x="25542" y="17648"/>
                  </a:cubicBezTo>
                  <a:cubicBezTo>
                    <a:pt x="18333" y="6427"/>
                    <a:pt x="9036"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109"/>
            <p:cNvSpPr/>
            <p:nvPr/>
          </p:nvSpPr>
          <p:spPr>
            <a:xfrm>
              <a:off x="2274400" y="2287450"/>
              <a:ext cx="1109925" cy="3169875"/>
            </a:xfrm>
            <a:custGeom>
              <a:avLst/>
              <a:gdLst/>
              <a:ahLst/>
              <a:cxnLst/>
              <a:rect l="l" t="t" r="r" b="b"/>
              <a:pathLst>
                <a:path w="44397" h="126795" extrusionOk="0">
                  <a:moveTo>
                    <a:pt x="9134" y="1"/>
                  </a:moveTo>
                  <a:cubicBezTo>
                    <a:pt x="5905" y="1"/>
                    <a:pt x="3230" y="2512"/>
                    <a:pt x="3034" y="5742"/>
                  </a:cubicBezTo>
                  <a:lnTo>
                    <a:pt x="392" y="52290"/>
                  </a:lnTo>
                  <a:cubicBezTo>
                    <a:pt x="66" y="57673"/>
                    <a:pt x="1" y="63088"/>
                    <a:pt x="131" y="68502"/>
                  </a:cubicBezTo>
                  <a:cubicBezTo>
                    <a:pt x="131" y="68600"/>
                    <a:pt x="164" y="68698"/>
                    <a:pt x="164" y="68829"/>
                  </a:cubicBezTo>
                  <a:cubicBezTo>
                    <a:pt x="1632" y="69677"/>
                    <a:pt x="5318" y="72058"/>
                    <a:pt x="5318" y="74602"/>
                  </a:cubicBezTo>
                  <a:cubicBezTo>
                    <a:pt x="5318" y="77114"/>
                    <a:pt x="2088" y="79495"/>
                    <a:pt x="718" y="80376"/>
                  </a:cubicBezTo>
                  <a:lnTo>
                    <a:pt x="751" y="80735"/>
                  </a:lnTo>
                  <a:lnTo>
                    <a:pt x="3034" y="121020"/>
                  </a:lnTo>
                  <a:cubicBezTo>
                    <a:pt x="3230" y="124250"/>
                    <a:pt x="5905" y="126794"/>
                    <a:pt x="9134" y="126794"/>
                  </a:cubicBezTo>
                  <a:lnTo>
                    <a:pt x="35230" y="126794"/>
                  </a:lnTo>
                  <a:cubicBezTo>
                    <a:pt x="38492" y="126794"/>
                    <a:pt x="41167" y="124250"/>
                    <a:pt x="41363" y="121020"/>
                  </a:cubicBezTo>
                  <a:lnTo>
                    <a:pt x="43646" y="80735"/>
                  </a:lnTo>
                  <a:cubicBezTo>
                    <a:pt x="43646" y="80735"/>
                    <a:pt x="38460" y="77799"/>
                    <a:pt x="38460" y="74602"/>
                  </a:cubicBezTo>
                  <a:cubicBezTo>
                    <a:pt x="38460" y="71406"/>
                    <a:pt x="44233" y="68502"/>
                    <a:pt x="44233" y="68502"/>
                  </a:cubicBezTo>
                  <a:cubicBezTo>
                    <a:pt x="44396" y="63088"/>
                    <a:pt x="44299" y="57640"/>
                    <a:pt x="44005" y="52290"/>
                  </a:cubicBezTo>
                  <a:lnTo>
                    <a:pt x="41363" y="5742"/>
                  </a:lnTo>
                  <a:cubicBezTo>
                    <a:pt x="41167" y="2512"/>
                    <a:pt x="38492" y="1"/>
                    <a:pt x="3523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109"/>
            <p:cNvSpPr/>
            <p:nvPr/>
          </p:nvSpPr>
          <p:spPr>
            <a:xfrm>
              <a:off x="2821600" y="2287450"/>
              <a:ext cx="562725" cy="3169875"/>
            </a:xfrm>
            <a:custGeom>
              <a:avLst/>
              <a:gdLst/>
              <a:ahLst/>
              <a:cxnLst/>
              <a:rect l="l" t="t" r="r" b="b"/>
              <a:pathLst>
                <a:path w="22509" h="126795" extrusionOk="0">
                  <a:moveTo>
                    <a:pt x="1" y="1"/>
                  </a:moveTo>
                  <a:lnTo>
                    <a:pt x="1" y="126794"/>
                  </a:lnTo>
                  <a:lnTo>
                    <a:pt x="13342" y="126794"/>
                  </a:lnTo>
                  <a:cubicBezTo>
                    <a:pt x="16604" y="126794"/>
                    <a:pt x="19279" y="124250"/>
                    <a:pt x="19475" y="121020"/>
                  </a:cubicBezTo>
                  <a:lnTo>
                    <a:pt x="21758" y="80735"/>
                  </a:lnTo>
                  <a:cubicBezTo>
                    <a:pt x="21758" y="80735"/>
                    <a:pt x="16572" y="77799"/>
                    <a:pt x="16572" y="74602"/>
                  </a:cubicBezTo>
                  <a:cubicBezTo>
                    <a:pt x="16572" y="71406"/>
                    <a:pt x="22345" y="68502"/>
                    <a:pt x="22345" y="68502"/>
                  </a:cubicBezTo>
                  <a:cubicBezTo>
                    <a:pt x="22508" y="63088"/>
                    <a:pt x="22411" y="57640"/>
                    <a:pt x="22117" y="52290"/>
                  </a:cubicBezTo>
                  <a:lnTo>
                    <a:pt x="19475" y="5742"/>
                  </a:lnTo>
                  <a:cubicBezTo>
                    <a:pt x="19279" y="2512"/>
                    <a:pt x="16604" y="1"/>
                    <a:pt x="133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109"/>
            <p:cNvSpPr/>
            <p:nvPr/>
          </p:nvSpPr>
          <p:spPr>
            <a:xfrm>
              <a:off x="1853600" y="238125"/>
              <a:ext cx="1936850" cy="2355175"/>
            </a:xfrm>
            <a:custGeom>
              <a:avLst/>
              <a:gdLst/>
              <a:ahLst/>
              <a:cxnLst/>
              <a:rect l="l" t="t" r="r" b="b"/>
              <a:pathLst>
                <a:path w="77474" h="94207" extrusionOk="0">
                  <a:moveTo>
                    <a:pt x="38721" y="12232"/>
                  </a:moveTo>
                  <a:cubicBezTo>
                    <a:pt x="44136" y="12232"/>
                    <a:pt x="50594" y="17256"/>
                    <a:pt x="56009" y="25639"/>
                  </a:cubicBezTo>
                  <a:cubicBezTo>
                    <a:pt x="61783" y="34642"/>
                    <a:pt x="65241" y="45766"/>
                    <a:pt x="65241" y="55454"/>
                  </a:cubicBezTo>
                  <a:cubicBezTo>
                    <a:pt x="65241" y="79364"/>
                    <a:pt x="46680" y="81974"/>
                    <a:pt x="38721" y="81974"/>
                  </a:cubicBezTo>
                  <a:cubicBezTo>
                    <a:pt x="30761" y="81974"/>
                    <a:pt x="12233" y="79364"/>
                    <a:pt x="12233" y="55454"/>
                  </a:cubicBezTo>
                  <a:cubicBezTo>
                    <a:pt x="12233" y="45766"/>
                    <a:pt x="15658" y="34642"/>
                    <a:pt x="21432" y="25639"/>
                  </a:cubicBezTo>
                  <a:cubicBezTo>
                    <a:pt x="26847" y="17256"/>
                    <a:pt x="33306" y="12232"/>
                    <a:pt x="38721" y="12232"/>
                  </a:cubicBezTo>
                  <a:close/>
                  <a:moveTo>
                    <a:pt x="38721" y="0"/>
                  </a:moveTo>
                  <a:cubicBezTo>
                    <a:pt x="28967" y="0"/>
                    <a:pt x="18920" y="6948"/>
                    <a:pt x="11157" y="19050"/>
                  </a:cubicBezTo>
                  <a:cubicBezTo>
                    <a:pt x="4144" y="29912"/>
                    <a:pt x="1" y="43515"/>
                    <a:pt x="1" y="55454"/>
                  </a:cubicBezTo>
                  <a:cubicBezTo>
                    <a:pt x="1" y="67784"/>
                    <a:pt x="3981" y="77896"/>
                    <a:pt x="11548" y="84746"/>
                  </a:cubicBezTo>
                  <a:cubicBezTo>
                    <a:pt x="18399" y="90912"/>
                    <a:pt x="27793" y="94206"/>
                    <a:pt x="38721" y="94206"/>
                  </a:cubicBezTo>
                  <a:cubicBezTo>
                    <a:pt x="49648" y="94174"/>
                    <a:pt x="59043" y="90912"/>
                    <a:pt x="65893" y="84746"/>
                  </a:cubicBezTo>
                  <a:cubicBezTo>
                    <a:pt x="73461" y="77896"/>
                    <a:pt x="77473" y="67784"/>
                    <a:pt x="77473" y="55454"/>
                  </a:cubicBezTo>
                  <a:cubicBezTo>
                    <a:pt x="77473" y="43515"/>
                    <a:pt x="73298" y="29912"/>
                    <a:pt x="66285" y="19050"/>
                  </a:cubicBezTo>
                  <a:cubicBezTo>
                    <a:pt x="58521" y="6948"/>
                    <a:pt x="48474" y="0"/>
                    <a:pt x="3872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109"/>
            <p:cNvSpPr/>
            <p:nvPr/>
          </p:nvSpPr>
          <p:spPr>
            <a:xfrm>
              <a:off x="2821600" y="238125"/>
              <a:ext cx="968850" cy="2355175"/>
            </a:xfrm>
            <a:custGeom>
              <a:avLst/>
              <a:gdLst/>
              <a:ahLst/>
              <a:cxnLst/>
              <a:rect l="l" t="t" r="r" b="b"/>
              <a:pathLst>
                <a:path w="38754" h="94207" extrusionOk="0">
                  <a:moveTo>
                    <a:pt x="1" y="0"/>
                  </a:moveTo>
                  <a:lnTo>
                    <a:pt x="1" y="12232"/>
                  </a:lnTo>
                  <a:cubicBezTo>
                    <a:pt x="5416" y="12232"/>
                    <a:pt x="11874" y="17256"/>
                    <a:pt x="17289" y="25639"/>
                  </a:cubicBezTo>
                  <a:cubicBezTo>
                    <a:pt x="23063" y="34642"/>
                    <a:pt x="26521" y="45766"/>
                    <a:pt x="26521" y="55454"/>
                  </a:cubicBezTo>
                  <a:cubicBezTo>
                    <a:pt x="26521" y="79364"/>
                    <a:pt x="7960" y="81974"/>
                    <a:pt x="1" y="81974"/>
                  </a:cubicBezTo>
                  <a:lnTo>
                    <a:pt x="1" y="94206"/>
                  </a:lnTo>
                  <a:cubicBezTo>
                    <a:pt x="10928" y="94206"/>
                    <a:pt x="20323" y="90912"/>
                    <a:pt x="27173" y="84746"/>
                  </a:cubicBezTo>
                  <a:cubicBezTo>
                    <a:pt x="34741" y="77896"/>
                    <a:pt x="38753" y="67784"/>
                    <a:pt x="38753" y="55454"/>
                  </a:cubicBezTo>
                  <a:cubicBezTo>
                    <a:pt x="38753" y="43515"/>
                    <a:pt x="34578" y="29912"/>
                    <a:pt x="27565" y="19050"/>
                  </a:cubicBezTo>
                  <a:cubicBezTo>
                    <a:pt x="19801" y="6948"/>
                    <a:pt x="9754"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109"/>
            <p:cNvSpPr/>
            <p:nvPr/>
          </p:nvSpPr>
          <p:spPr>
            <a:xfrm>
              <a:off x="2277675" y="4000000"/>
              <a:ext cx="1102575" cy="305825"/>
            </a:xfrm>
            <a:custGeom>
              <a:avLst/>
              <a:gdLst/>
              <a:ahLst/>
              <a:cxnLst/>
              <a:rect l="l" t="t" r="r" b="b"/>
              <a:pathLst>
                <a:path w="44103" h="12233" extrusionOk="0">
                  <a:moveTo>
                    <a:pt x="0" y="0"/>
                  </a:moveTo>
                  <a:cubicBezTo>
                    <a:pt x="66" y="1860"/>
                    <a:pt x="131" y="3719"/>
                    <a:pt x="261" y="5578"/>
                  </a:cubicBezTo>
                  <a:lnTo>
                    <a:pt x="620" y="12233"/>
                  </a:lnTo>
                  <a:lnTo>
                    <a:pt x="43515" y="12233"/>
                  </a:lnTo>
                  <a:lnTo>
                    <a:pt x="43874" y="5578"/>
                  </a:lnTo>
                  <a:cubicBezTo>
                    <a:pt x="43972" y="3719"/>
                    <a:pt x="44070" y="1860"/>
                    <a:pt x="4410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109"/>
            <p:cNvSpPr/>
            <p:nvPr/>
          </p:nvSpPr>
          <p:spPr>
            <a:xfrm>
              <a:off x="2821600" y="4000000"/>
              <a:ext cx="558650" cy="305825"/>
            </a:xfrm>
            <a:custGeom>
              <a:avLst/>
              <a:gdLst/>
              <a:ahLst/>
              <a:cxnLst/>
              <a:rect l="l" t="t" r="r" b="b"/>
              <a:pathLst>
                <a:path w="22346" h="12233" extrusionOk="0">
                  <a:moveTo>
                    <a:pt x="1" y="0"/>
                  </a:moveTo>
                  <a:lnTo>
                    <a:pt x="1" y="12233"/>
                  </a:lnTo>
                  <a:lnTo>
                    <a:pt x="21758" y="12233"/>
                  </a:lnTo>
                  <a:lnTo>
                    <a:pt x="22117" y="5578"/>
                  </a:lnTo>
                  <a:cubicBezTo>
                    <a:pt x="22215" y="3719"/>
                    <a:pt x="22313" y="1860"/>
                    <a:pt x="22345" y="0"/>
                  </a:cubicBezTo>
                  <a:close/>
                </a:path>
              </a:pathLst>
            </a:custGeom>
            <a:solidFill>
              <a:srgbClr val="00C8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68" name="Google Shape;4368;p109"/>
          <p:cNvGrpSpPr/>
          <p:nvPr/>
        </p:nvGrpSpPr>
        <p:grpSpPr>
          <a:xfrm>
            <a:off x="5646779" y="3703950"/>
            <a:ext cx="457964" cy="457193"/>
            <a:chOff x="1184900" y="238225"/>
            <a:chExt cx="5233875" cy="5219100"/>
          </a:xfrm>
        </p:grpSpPr>
        <p:sp>
          <p:nvSpPr>
            <p:cNvPr id="4369" name="Google Shape;4369;p109"/>
            <p:cNvSpPr/>
            <p:nvPr/>
          </p:nvSpPr>
          <p:spPr>
            <a:xfrm>
              <a:off x="1215900" y="257675"/>
              <a:ext cx="5186575" cy="5185775"/>
            </a:xfrm>
            <a:custGeom>
              <a:avLst/>
              <a:gdLst/>
              <a:ahLst/>
              <a:cxnLst/>
              <a:rect l="l" t="t" r="r" b="b"/>
              <a:pathLst>
                <a:path w="207463" h="207431" extrusionOk="0">
                  <a:moveTo>
                    <a:pt x="120302" y="1"/>
                  </a:moveTo>
                  <a:cubicBezTo>
                    <a:pt x="110158" y="1"/>
                    <a:pt x="100600" y="3948"/>
                    <a:pt x="93424" y="11124"/>
                  </a:cubicBezTo>
                  <a:lnTo>
                    <a:pt x="11124" y="93424"/>
                  </a:lnTo>
                  <a:cubicBezTo>
                    <a:pt x="3947" y="100601"/>
                    <a:pt x="0" y="110126"/>
                    <a:pt x="0" y="120270"/>
                  </a:cubicBezTo>
                  <a:cubicBezTo>
                    <a:pt x="0" y="130415"/>
                    <a:pt x="3947" y="139940"/>
                    <a:pt x="11124" y="147116"/>
                  </a:cubicBezTo>
                  <a:lnTo>
                    <a:pt x="60314" y="196307"/>
                  </a:lnTo>
                  <a:cubicBezTo>
                    <a:pt x="67491" y="203484"/>
                    <a:pt x="77016" y="207431"/>
                    <a:pt x="87160" y="207431"/>
                  </a:cubicBezTo>
                  <a:cubicBezTo>
                    <a:pt x="97305" y="207431"/>
                    <a:pt x="106863" y="203484"/>
                    <a:pt x="114039" y="196307"/>
                  </a:cubicBezTo>
                  <a:lnTo>
                    <a:pt x="196339" y="114007"/>
                  </a:lnTo>
                  <a:cubicBezTo>
                    <a:pt x="203516" y="106831"/>
                    <a:pt x="207463" y="97306"/>
                    <a:pt x="207463" y="87161"/>
                  </a:cubicBezTo>
                  <a:cubicBezTo>
                    <a:pt x="207463" y="77016"/>
                    <a:pt x="203516" y="67459"/>
                    <a:pt x="196339" y="60282"/>
                  </a:cubicBezTo>
                  <a:lnTo>
                    <a:pt x="147148" y="11124"/>
                  </a:lnTo>
                  <a:cubicBezTo>
                    <a:pt x="139972" y="3948"/>
                    <a:pt x="130447" y="1"/>
                    <a:pt x="12030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109"/>
            <p:cNvSpPr/>
            <p:nvPr/>
          </p:nvSpPr>
          <p:spPr>
            <a:xfrm>
              <a:off x="2103150" y="1144125"/>
              <a:ext cx="4299325" cy="4299325"/>
            </a:xfrm>
            <a:custGeom>
              <a:avLst/>
              <a:gdLst/>
              <a:ahLst/>
              <a:cxnLst/>
              <a:rect l="l" t="t" r="r" b="b"/>
              <a:pathLst>
                <a:path w="171973" h="171973" extrusionOk="0">
                  <a:moveTo>
                    <a:pt x="136025" y="1"/>
                  </a:moveTo>
                  <a:lnTo>
                    <a:pt x="1" y="136026"/>
                  </a:lnTo>
                  <a:lnTo>
                    <a:pt x="24824" y="160849"/>
                  </a:lnTo>
                  <a:cubicBezTo>
                    <a:pt x="32001" y="168026"/>
                    <a:pt x="41526" y="171973"/>
                    <a:pt x="51670" y="171973"/>
                  </a:cubicBezTo>
                  <a:cubicBezTo>
                    <a:pt x="61815" y="171973"/>
                    <a:pt x="71373" y="168026"/>
                    <a:pt x="78549" y="160849"/>
                  </a:cubicBezTo>
                  <a:lnTo>
                    <a:pt x="160849" y="78549"/>
                  </a:lnTo>
                  <a:cubicBezTo>
                    <a:pt x="168026" y="71373"/>
                    <a:pt x="171973" y="61848"/>
                    <a:pt x="171973" y="51703"/>
                  </a:cubicBezTo>
                  <a:cubicBezTo>
                    <a:pt x="171973" y="41558"/>
                    <a:pt x="168026" y="32001"/>
                    <a:pt x="160849" y="24824"/>
                  </a:cubicBezTo>
                  <a:lnTo>
                    <a:pt x="13602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109"/>
            <p:cNvSpPr/>
            <p:nvPr/>
          </p:nvSpPr>
          <p:spPr>
            <a:xfrm>
              <a:off x="1184900" y="238225"/>
              <a:ext cx="5233875" cy="5219100"/>
            </a:xfrm>
            <a:custGeom>
              <a:avLst/>
              <a:gdLst/>
              <a:ahLst/>
              <a:cxnLst/>
              <a:rect l="l" t="t" r="r" b="b"/>
              <a:pathLst>
                <a:path w="209355" h="208764" extrusionOk="0">
                  <a:moveTo>
                    <a:pt x="172294" y="1"/>
                  </a:moveTo>
                  <a:cubicBezTo>
                    <a:pt x="171787" y="1"/>
                    <a:pt x="171277" y="10"/>
                    <a:pt x="170766" y="29"/>
                  </a:cubicBezTo>
                  <a:cubicBezTo>
                    <a:pt x="160523" y="387"/>
                    <a:pt x="150607" y="4661"/>
                    <a:pt x="143528" y="11772"/>
                  </a:cubicBezTo>
                  <a:lnTo>
                    <a:pt x="11776" y="143491"/>
                  </a:lnTo>
                  <a:cubicBezTo>
                    <a:pt x="4698" y="150569"/>
                    <a:pt x="490" y="160453"/>
                    <a:pt x="229" y="170631"/>
                  </a:cubicBezTo>
                  <a:cubicBezTo>
                    <a:pt x="1" y="181134"/>
                    <a:pt x="3785" y="190855"/>
                    <a:pt x="10961" y="198031"/>
                  </a:cubicBezTo>
                  <a:cubicBezTo>
                    <a:pt x="17909" y="204979"/>
                    <a:pt x="27238" y="208763"/>
                    <a:pt x="37383" y="208763"/>
                  </a:cubicBezTo>
                  <a:lnTo>
                    <a:pt x="38362" y="208763"/>
                  </a:lnTo>
                  <a:cubicBezTo>
                    <a:pt x="48539" y="208502"/>
                    <a:pt x="58423" y="204294"/>
                    <a:pt x="65501" y="197216"/>
                  </a:cubicBezTo>
                  <a:lnTo>
                    <a:pt x="197220" y="65464"/>
                  </a:lnTo>
                  <a:cubicBezTo>
                    <a:pt x="204331" y="58386"/>
                    <a:pt x="208605" y="48469"/>
                    <a:pt x="208964" y="38226"/>
                  </a:cubicBezTo>
                  <a:cubicBezTo>
                    <a:pt x="209355" y="27527"/>
                    <a:pt x="205636" y="17709"/>
                    <a:pt x="198460" y="10532"/>
                  </a:cubicBezTo>
                  <a:cubicBezTo>
                    <a:pt x="191627" y="3699"/>
                    <a:pt x="182398" y="1"/>
                    <a:pt x="1722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109"/>
            <p:cNvSpPr/>
            <p:nvPr/>
          </p:nvSpPr>
          <p:spPr>
            <a:xfrm>
              <a:off x="1458900" y="501525"/>
              <a:ext cx="4959875" cy="4955800"/>
            </a:xfrm>
            <a:custGeom>
              <a:avLst/>
              <a:gdLst/>
              <a:ahLst/>
              <a:cxnLst/>
              <a:rect l="l" t="t" r="r" b="b"/>
              <a:pathLst>
                <a:path w="198395" h="198232" extrusionOk="0">
                  <a:moveTo>
                    <a:pt x="187500" y="0"/>
                  </a:moveTo>
                  <a:lnTo>
                    <a:pt x="1" y="187499"/>
                  </a:lnTo>
                  <a:cubicBezTo>
                    <a:pt x="6949" y="194447"/>
                    <a:pt x="16278" y="198231"/>
                    <a:pt x="26423" y="198231"/>
                  </a:cubicBezTo>
                  <a:lnTo>
                    <a:pt x="27402" y="198231"/>
                  </a:lnTo>
                  <a:cubicBezTo>
                    <a:pt x="37579" y="197970"/>
                    <a:pt x="47463" y="193762"/>
                    <a:pt x="54541" y="186684"/>
                  </a:cubicBezTo>
                  <a:lnTo>
                    <a:pt x="186260" y="54932"/>
                  </a:lnTo>
                  <a:cubicBezTo>
                    <a:pt x="193371" y="47854"/>
                    <a:pt x="197645" y="37937"/>
                    <a:pt x="198004" y="27694"/>
                  </a:cubicBezTo>
                  <a:cubicBezTo>
                    <a:pt x="198395" y="16995"/>
                    <a:pt x="194676" y="7177"/>
                    <a:pt x="1875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109"/>
            <p:cNvSpPr/>
            <p:nvPr/>
          </p:nvSpPr>
          <p:spPr>
            <a:xfrm>
              <a:off x="2698475" y="1767975"/>
              <a:ext cx="2153750" cy="2152950"/>
            </a:xfrm>
            <a:custGeom>
              <a:avLst/>
              <a:gdLst/>
              <a:ahLst/>
              <a:cxnLst/>
              <a:rect l="l" t="t" r="r" b="b"/>
              <a:pathLst>
                <a:path w="86150" h="86118" extrusionOk="0">
                  <a:moveTo>
                    <a:pt x="80017" y="1"/>
                  </a:moveTo>
                  <a:cubicBezTo>
                    <a:pt x="78810" y="1"/>
                    <a:pt x="68078" y="164"/>
                    <a:pt x="61847" y="6394"/>
                  </a:cubicBezTo>
                  <a:cubicBezTo>
                    <a:pt x="55617" y="12625"/>
                    <a:pt x="55421" y="23389"/>
                    <a:pt x="55421" y="24564"/>
                  </a:cubicBezTo>
                  <a:cubicBezTo>
                    <a:pt x="55421" y="26782"/>
                    <a:pt x="54704" y="32001"/>
                    <a:pt x="52616" y="34121"/>
                  </a:cubicBezTo>
                  <a:cubicBezTo>
                    <a:pt x="50496" y="36209"/>
                    <a:pt x="45277" y="36927"/>
                    <a:pt x="43091" y="36927"/>
                  </a:cubicBezTo>
                  <a:cubicBezTo>
                    <a:pt x="41884" y="36927"/>
                    <a:pt x="31119" y="37122"/>
                    <a:pt x="24889" y="43353"/>
                  </a:cubicBezTo>
                  <a:cubicBezTo>
                    <a:pt x="18659" y="49583"/>
                    <a:pt x="18496" y="60315"/>
                    <a:pt x="18496" y="61522"/>
                  </a:cubicBezTo>
                  <a:cubicBezTo>
                    <a:pt x="18463" y="63707"/>
                    <a:pt x="17745" y="68959"/>
                    <a:pt x="15658" y="71047"/>
                  </a:cubicBezTo>
                  <a:cubicBezTo>
                    <a:pt x="13570" y="73167"/>
                    <a:pt x="8318" y="73852"/>
                    <a:pt x="6133" y="73885"/>
                  </a:cubicBezTo>
                  <a:cubicBezTo>
                    <a:pt x="2740" y="73885"/>
                    <a:pt x="0" y="76625"/>
                    <a:pt x="0" y="80017"/>
                  </a:cubicBezTo>
                  <a:cubicBezTo>
                    <a:pt x="0" y="83377"/>
                    <a:pt x="2740" y="86117"/>
                    <a:pt x="6133" y="86117"/>
                  </a:cubicBezTo>
                  <a:cubicBezTo>
                    <a:pt x="7340" y="86117"/>
                    <a:pt x="18072" y="85954"/>
                    <a:pt x="24302" y="79724"/>
                  </a:cubicBezTo>
                  <a:cubicBezTo>
                    <a:pt x="30532" y="73493"/>
                    <a:pt x="30728" y="62729"/>
                    <a:pt x="30728" y="61522"/>
                  </a:cubicBezTo>
                  <a:cubicBezTo>
                    <a:pt x="30728" y="59434"/>
                    <a:pt x="31446" y="54117"/>
                    <a:pt x="33566" y="51997"/>
                  </a:cubicBezTo>
                  <a:cubicBezTo>
                    <a:pt x="35654" y="49909"/>
                    <a:pt x="40873" y="49192"/>
                    <a:pt x="43091" y="49192"/>
                  </a:cubicBezTo>
                  <a:cubicBezTo>
                    <a:pt x="44265" y="49192"/>
                    <a:pt x="55030" y="48996"/>
                    <a:pt x="61260" y="42766"/>
                  </a:cubicBezTo>
                  <a:cubicBezTo>
                    <a:pt x="67491" y="36535"/>
                    <a:pt x="67686" y="25803"/>
                    <a:pt x="67686" y="24596"/>
                  </a:cubicBezTo>
                  <a:cubicBezTo>
                    <a:pt x="67686" y="22476"/>
                    <a:pt x="68371" y="17192"/>
                    <a:pt x="70492" y="15071"/>
                  </a:cubicBezTo>
                  <a:cubicBezTo>
                    <a:pt x="72579" y="12951"/>
                    <a:pt x="77831" y="12266"/>
                    <a:pt x="80049" y="12233"/>
                  </a:cubicBezTo>
                  <a:cubicBezTo>
                    <a:pt x="83409" y="12233"/>
                    <a:pt x="86149" y="9493"/>
                    <a:pt x="86149" y="6101"/>
                  </a:cubicBezTo>
                  <a:cubicBezTo>
                    <a:pt x="86149" y="2741"/>
                    <a:pt x="83409" y="1"/>
                    <a:pt x="800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4" name="Google Shape;4374;p109"/>
          <p:cNvGrpSpPr/>
          <p:nvPr/>
        </p:nvGrpSpPr>
        <p:grpSpPr>
          <a:xfrm>
            <a:off x="6419192" y="3703832"/>
            <a:ext cx="639874" cy="457038"/>
            <a:chOff x="1190625" y="982650"/>
            <a:chExt cx="5219200" cy="3730925"/>
          </a:xfrm>
        </p:grpSpPr>
        <p:sp>
          <p:nvSpPr>
            <p:cNvPr id="4375" name="Google Shape;4375;p109"/>
            <p:cNvSpPr/>
            <p:nvPr/>
          </p:nvSpPr>
          <p:spPr>
            <a:xfrm>
              <a:off x="1190625" y="982650"/>
              <a:ext cx="5219200" cy="3730925"/>
            </a:xfrm>
            <a:custGeom>
              <a:avLst/>
              <a:gdLst/>
              <a:ahLst/>
              <a:cxnLst/>
              <a:rect l="l" t="t" r="r" b="b"/>
              <a:pathLst>
                <a:path w="208768" h="149237" extrusionOk="0">
                  <a:moveTo>
                    <a:pt x="6133" y="1"/>
                  </a:moveTo>
                  <a:cubicBezTo>
                    <a:pt x="2740" y="1"/>
                    <a:pt x="0" y="2741"/>
                    <a:pt x="0" y="6101"/>
                  </a:cubicBezTo>
                  <a:lnTo>
                    <a:pt x="0" y="26097"/>
                  </a:lnTo>
                  <a:cubicBezTo>
                    <a:pt x="0" y="26097"/>
                    <a:pt x="11939" y="33795"/>
                    <a:pt x="11939" y="48507"/>
                  </a:cubicBezTo>
                  <a:cubicBezTo>
                    <a:pt x="11939" y="63218"/>
                    <a:pt x="0" y="70949"/>
                    <a:pt x="0" y="70949"/>
                  </a:cubicBezTo>
                  <a:lnTo>
                    <a:pt x="0" y="143104"/>
                  </a:lnTo>
                  <a:cubicBezTo>
                    <a:pt x="0" y="146497"/>
                    <a:pt x="2740" y="149237"/>
                    <a:pt x="6133" y="149237"/>
                  </a:cubicBezTo>
                  <a:lnTo>
                    <a:pt x="202667" y="149237"/>
                  </a:lnTo>
                  <a:cubicBezTo>
                    <a:pt x="206027" y="149237"/>
                    <a:pt x="208767" y="146497"/>
                    <a:pt x="208767" y="143104"/>
                  </a:cubicBezTo>
                  <a:lnTo>
                    <a:pt x="208767" y="70949"/>
                  </a:lnTo>
                  <a:cubicBezTo>
                    <a:pt x="208767" y="70949"/>
                    <a:pt x="196828" y="63218"/>
                    <a:pt x="196828" y="48507"/>
                  </a:cubicBezTo>
                  <a:cubicBezTo>
                    <a:pt x="196828" y="33795"/>
                    <a:pt x="208767" y="26097"/>
                    <a:pt x="208767" y="26097"/>
                  </a:cubicBezTo>
                  <a:lnTo>
                    <a:pt x="208767" y="6101"/>
                  </a:lnTo>
                  <a:cubicBezTo>
                    <a:pt x="208767" y="2741"/>
                    <a:pt x="206027" y="1"/>
                    <a:pt x="20266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109"/>
            <p:cNvSpPr/>
            <p:nvPr/>
          </p:nvSpPr>
          <p:spPr>
            <a:xfrm>
              <a:off x="1853600" y="3755350"/>
              <a:ext cx="1447550" cy="305825"/>
            </a:xfrm>
            <a:custGeom>
              <a:avLst/>
              <a:gdLst/>
              <a:ahLst/>
              <a:cxnLst/>
              <a:rect l="l" t="t" r="r" b="b"/>
              <a:pathLst>
                <a:path w="57902" h="12233" extrusionOk="0">
                  <a:moveTo>
                    <a:pt x="6101" y="0"/>
                  </a:moveTo>
                  <a:cubicBezTo>
                    <a:pt x="2708" y="0"/>
                    <a:pt x="1" y="2708"/>
                    <a:pt x="1" y="6100"/>
                  </a:cubicBezTo>
                  <a:cubicBezTo>
                    <a:pt x="1" y="9493"/>
                    <a:pt x="2708" y="12233"/>
                    <a:pt x="6101" y="12233"/>
                  </a:cubicBezTo>
                  <a:lnTo>
                    <a:pt x="51769" y="12233"/>
                  </a:lnTo>
                  <a:cubicBezTo>
                    <a:pt x="55161" y="12233"/>
                    <a:pt x="57901" y="9493"/>
                    <a:pt x="57901" y="6100"/>
                  </a:cubicBezTo>
                  <a:cubicBezTo>
                    <a:pt x="57901" y="2708"/>
                    <a:pt x="55161" y="0"/>
                    <a:pt x="5176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109"/>
            <p:cNvSpPr/>
            <p:nvPr/>
          </p:nvSpPr>
          <p:spPr>
            <a:xfrm>
              <a:off x="3800200" y="982650"/>
              <a:ext cx="2609625" cy="3730925"/>
            </a:xfrm>
            <a:custGeom>
              <a:avLst/>
              <a:gdLst/>
              <a:ahLst/>
              <a:cxnLst/>
              <a:rect l="l" t="t" r="r" b="b"/>
              <a:pathLst>
                <a:path w="104385" h="149237" extrusionOk="0">
                  <a:moveTo>
                    <a:pt x="1" y="1"/>
                  </a:moveTo>
                  <a:lnTo>
                    <a:pt x="1" y="149237"/>
                  </a:lnTo>
                  <a:lnTo>
                    <a:pt x="98284" y="149237"/>
                  </a:lnTo>
                  <a:cubicBezTo>
                    <a:pt x="101644" y="149237"/>
                    <a:pt x="104384" y="146497"/>
                    <a:pt x="104384" y="143104"/>
                  </a:cubicBezTo>
                  <a:lnTo>
                    <a:pt x="104384" y="70949"/>
                  </a:lnTo>
                  <a:cubicBezTo>
                    <a:pt x="104384" y="70949"/>
                    <a:pt x="92445" y="63218"/>
                    <a:pt x="92445" y="48507"/>
                  </a:cubicBezTo>
                  <a:cubicBezTo>
                    <a:pt x="92445" y="33795"/>
                    <a:pt x="104384" y="26097"/>
                    <a:pt x="104384" y="26097"/>
                  </a:cubicBezTo>
                  <a:lnTo>
                    <a:pt x="104384" y="6101"/>
                  </a:lnTo>
                  <a:cubicBezTo>
                    <a:pt x="104384" y="2741"/>
                    <a:pt x="101644" y="1"/>
                    <a:pt x="9828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109"/>
            <p:cNvSpPr/>
            <p:nvPr/>
          </p:nvSpPr>
          <p:spPr>
            <a:xfrm>
              <a:off x="1190625" y="1635050"/>
              <a:ext cx="5219200" cy="1121350"/>
            </a:xfrm>
            <a:custGeom>
              <a:avLst/>
              <a:gdLst/>
              <a:ahLst/>
              <a:cxnLst/>
              <a:rect l="l" t="t" r="r" b="b"/>
              <a:pathLst>
                <a:path w="208768" h="44854" extrusionOk="0">
                  <a:moveTo>
                    <a:pt x="0" y="1"/>
                  </a:moveTo>
                  <a:lnTo>
                    <a:pt x="0" y="44853"/>
                  </a:lnTo>
                  <a:lnTo>
                    <a:pt x="208767" y="44853"/>
                  </a:lnTo>
                  <a:lnTo>
                    <a:pt x="20876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109"/>
            <p:cNvSpPr/>
            <p:nvPr/>
          </p:nvSpPr>
          <p:spPr>
            <a:xfrm>
              <a:off x="3800200" y="1635050"/>
              <a:ext cx="2609625" cy="1121350"/>
            </a:xfrm>
            <a:custGeom>
              <a:avLst/>
              <a:gdLst/>
              <a:ahLst/>
              <a:cxnLst/>
              <a:rect l="l" t="t" r="r" b="b"/>
              <a:pathLst>
                <a:path w="104385" h="44854" extrusionOk="0">
                  <a:moveTo>
                    <a:pt x="1" y="1"/>
                  </a:moveTo>
                  <a:lnTo>
                    <a:pt x="1" y="44853"/>
                  </a:lnTo>
                  <a:lnTo>
                    <a:pt x="104384" y="44853"/>
                  </a:lnTo>
                  <a:lnTo>
                    <a:pt x="10438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109"/>
            <p:cNvSpPr/>
            <p:nvPr/>
          </p:nvSpPr>
          <p:spPr>
            <a:xfrm>
              <a:off x="1853600" y="3102950"/>
              <a:ext cx="1936850" cy="305850"/>
            </a:xfrm>
            <a:custGeom>
              <a:avLst/>
              <a:gdLst/>
              <a:ahLst/>
              <a:cxnLst/>
              <a:rect l="l" t="t" r="r" b="b"/>
              <a:pathLst>
                <a:path w="77474" h="12234" extrusionOk="0">
                  <a:moveTo>
                    <a:pt x="6101" y="1"/>
                  </a:moveTo>
                  <a:cubicBezTo>
                    <a:pt x="2708" y="1"/>
                    <a:pt x="1" y="2708"/>
                    <a:pt x="1" y="6100"/>
                  </a:cubicBezTo>
                  <a:cubicBezTo>
                    <a:pt x="1" y="9493"/>
                    <a:pt x="2708" y="12233"/>
                    <a:pt x="6101" y="12233"/>
                  </a:cubicBezTo>
                  <a:lnTo>
                    <a:pt x="71341" y="12233"/>
                  </a:lnTo>
                  <a:cubicBezTo>
                    <a:pt x="74733" y="12233"/>
                    <a:pt x="77473" y="9493"/>
                    <a:pt x="77473" y="6100"/>
                  </a:cubicBezTo>
                  <a:cubicBezTo>
                    <a:pt x="77473" y="2708"/>
                    <a:pt x="74733" y="1"/>
                    <a:pt x="71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109"/>
            <p:cNvSpPr/>
            <p:nvPr/>
          </p:nvSpPr>
          <p:spPr>
            <a:xfrm>
              <a:off x="4789400" y="3102950"/>
              <a:ext cx="958225" cy="958225"/>
            </a:xfrm>
            <a:custGeom>
              <a:avLst/>
              <a:gdLst/>
              <a:ahLst/>
              <a:cxnLst/>
              <a:rect l="l" t="t" r="r" b="b"/>
              <a:pathLst>
                <a:path w="38329" h="38329" extrusionOk="0">
                  <a:moveTo>
                    <a:pt x="6100" y="1"/>
                  </a:moveTo>
                  <a:cubicBezTo>
                    <a:pt x="2708" y="1"/>
                    <a:pt x="0" y="2708"/>
                    <a:pt x="0" y="6100"/>
                  </a:cubicBezTo>
                  <a:lnTo>
                    <a:pt x="0" y="32196"/>
                  </a:lnTo>
                  <a:cubicBezTo>
                    <a:pt x="0" y="35589"/>
                    <a:pt x="2708" y="38329"/>
                    <a:pt x="6100" y="38329"/>
                  </a:cubicBezTo>
                  <a:lnTo>
                    <a:pt x="32196" y="38329"/>
                  </a:lnTo>
                  <a:cubicBezTo>
                    <a:pt x="35589" y="38329"/>
                    <a:pt x="38329" y="35589"/>
                    <a:pt x="38329" y="32196"/>
                  </a:cubicBezTo>
                  <a:lnTo>
                    <a:pt x="38329" y="6100"/>
                  </a:lnTo>
                  <a:cubicBezTo>
                    <a:pt x="38329" y="2708"/>
                    <a:pt x="35589" y="1"/>
                    <a:pt x="3219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2" name="Google Shape;4382;p109"/>
          <p:cNvGrpSpPr/>
          <p:nvPr/>
        </p:nvGrpSpPr>
        <p:grpSpPr>
          <a:xfrm>
            <a:off x="7287331" y="3704025"/>
            <a:ext cx="426840" cy="457202"/>
            <a:chOff x="1364325" y="238125"/>
            <a:chExt cx="4872600" cy="5219200"/>
          </a:xfrm>
        </p:grpSpPr>
        <p:sp>
          <p:nvSpPr>
            <p:cNvPr id="4383" name="Google Shape;4383;p109"/>
            <p:cNvSpPr/>
            <p:nvPr/>
          </p:nvSpPr>
          <p:spPr>
            <a:xfrm>
              <a:off x="4381650" y="1798150"/>
              <a:ext cx="1855275" cy="2099925"/>
            </a:xfrm>
            <a:custGeom>
              <a:avLst/>
              <a:gdLst/>
              <a:ahLst/>
              <a:cxnLst/>
              <a:rect l="l" t="t" r="r" b="b"/>
              <a:pathLst>
                <a:path w="74211" h="83997" extrusionOk="0">
                  <a:moveTo>
                    <a:pt x="6100" y="1"/>
                  </a:moveTo>
                  <a:cubicBezTo>
                    <a:pt x="2741" y="1"/>
                    <a:pt x="1" y="2741"/>
                    <a:pt x="1" y="6101"/>
                  </a:cubicBezTo>
                  <a:lnTo>
                    <a:pt x="1" y="77864"/>
                  </a:lnTo>
                  <a:cubicBezTo>
                    <a:pt x="1" y="81257"/>
                    <a:pt x="2741" y="83997"/>
                    <a:pt x="6100" y="83997"/>
                  </a:cubicBezTo>
                  <a:lnTo>
                    <a:pt x="68078" y="83997"/>
                  </a:lnTo>
                  <a:cubicBezTo>
                    <a:pt x="71471" y="83997"/>
                    <a:pt x="74211" y="81257"/>
                    <a:pt x="74211" y="77864"/>
                  </a:cubicBezTo>
                  <a:lnTo>
                    <a:pt x="74211" y="6101"/>
                  </a:lnTo>
                  <a:cubicBezTo>
                    <a:pt x="74211" y="2741"/>
                    <a:pt x="71471" y="1"/>
                    <a:pt x="68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109"/>
            <p:cNvSpPr/>
            <p:nvPr/>
          </p:nvSpPr>
          <p:spPr>
            <a:xfrm>
              <a:off x="4381650" y="1798150"/>
              <a:ext cx="958225" cy="2099925"/>
            </a:xfrm>
            <a:custGeom>
              <a:avLst/>
              <a:gdLst/>
              <a:ahLst/>
              <a:cxnLst/>
              <a:rect l="l" t="t" r="r" b="b"/>
              <a:pathLst>
                <a:path w="38329" h="83997" extrusionOk="0">
                  <a:moveTo>
                    <a:pt x="6100" y="1"/>
                  </a:moveTo>
                  <a:cubicBezTo>
                    <a:pt x="2708" y="1"/>
                    <a:pt x="1" y="2708"/>
                    <a:pt x="1" y="6101"/>
                  </a:cubicBezTo>
                  <a:lnTo>
                    <a:pt x="1" y="77864"/>
                  </a:lnTo>
                  <a:cubicBezTo>
                    <a:pt x="1" y="81257"/>
                    <a:pt x="2708" y="83997"/>
                    <a:pt x="6100" y="83997"/>
                  </a:cubicBezTo>
                  <a:lnTo>
                    <a:pt x="32196" y="83997"/>
                  </a:lnTo>
                  <a:cubicBezTo>
                    <a:pt x="35589" y="83997"/>
                    <a:pt x="38329" y="81257"/>
                    <a:pt x="38329" y="77864"/>
                  </a:cubicBezTo>
                  <a:lnTo>
                    <a:pt x="38329" y="6101"/>
                  </a:lnTo>
                  <a:cubicBezTo>
                    <a:pt x="38329" y="2708"/>
                    <a:pt x="35589" y="1"/>
                    <a:pt x="3219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109"/>
            <p:cNvSpPr/>
            <p:nvPr/>
          </p:nvSpPr>
          <p:spPr>
            <a:xfrm>
              <a:off x="5034050" y="1798150"/>
              <a:ext cx="305825" cy="2099925"/>
            </a:xfrm>
            <a:custGeom>
              <a:avLst/>
              <a:gdLst/>
              <a:ahLst/>
              <a:cxnLst/>
              <a:rect l="l" t="t" r="r" b="b"/>
              <a:pathLst>
                <a:path w="12233" h="83997" extrusionOk="0">
                  <a:moveTo>
                    <a:pt x="0" y="1"/>
                  </a:moveTo>
                  <a:lnTo>
                    <a:pt x="0" y="83997"/>
                  </a:lnTo>
                  <a:lnTo>
                    <a:pt x="12233" y="83997"/>
                  </a:lnTo>
                  <a:lnTo>
                    <a:pt x="122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109"/>
            <p:cNvSpPr/>
            <p:nvPr/>
          </p:nvSpPr>
          <p:spPr>
            <a:xfrm>
              <a:off x="1364325" y="238125"/>
              <a:ext cx="3323150" cy="5219200"/>
            </a:xfrm>
            <a:custGeom>
              <a:avLst/>
              <a:gdLst/>
              <a:ahLst/>
              <a:cxnLst/>
              <a:rect l="l" t="t" r="r" b="b"/>
              <a:pathLst>
                <a:path w="132926" h="208768" extrusionOk="0">
                  <a:moveTo>
                    <a:pt x="32196" y="0"/>
                  </a:moveTo>
                  <a:cubicBezTo>
                    <a:pt x="23584" y="0"/>
                    <a:pt x="15494" y="3425"/>
                    <a:pt x="9362" y="9688"/>
                  </a:cubicBezTo>
                  <a:cubicBezTo>
                    <a:pt x="3327" y="15886"/>
                    <a:pt x="0" y="24008"/>
                    <a:pt x="0" y="32620"/>
                  </a:cubicBezTo>
                  <a:lnTo>
                    <a:pt x="0" y="176147"/>
                  </a:lnTo>
                  <a:cubicBezTo>
                    <a:pt x="0" y="177093"/>
                    <a:pt x="196" y="178007"/>
                    <a:pt x="620" y="178855"/>
                  </a:cubicBezTo>
                  <a:lnTo>
                    <a:pt x="13668" y="205342"/>
                  </a:lnTo>
                  <a:cubicBezTo>
                    <a:pt x="14679" y="207430"/>
                    <a:pt x="16832" y="208767"/>
                    <a:pt x="19148" y="208767"/>
                  </a:cubicBezTo>
                  <a:lnTo>
                    <a:pt x="113746" y="208767"/>
                  </a:lnTo>
                  <a:cubicBezTo>
                    <a:pt x="116062" y="208767"/>
                    <a:pt x="118214" y="207430"/>
                    <a:pt x="119226" y="205342"/>
                  </a:cubicBezTo>
                  <a:lnTo>
                    <a:pt x="132274" y="178855"/>
                  </a:lnTo>
                  <a:cubicBezTo>
                    <a:pt x="132698" y="178007"/>
                    <a:pt x="132926" y="177093"/>
                    <a:pt x="132926" y="176147"/>
                  </a:cubicBezTo>
                  <a:lnTo>
                    <a:pt x="132926" y="32620"/>
                  </a:lnTo>
                  <a:cubicBezTo>
                    <a:pt x="132926" y="24008"/>
                    <a:pt x="129566" y="15853"/>
                    <a:pt x="123531" y="9688"/>
                  </a:cubicBezTo>
                  <a:cubicBezTo>
                    <a:pt x="117399" y="3425"/>
                    <a:pt x="109309" y="0"/>
                    <a:pt x="10069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109"/>
            <p:cNvSpPr/>
            <p:nvPr/>
          </p:nvSpPr>
          <p:spPr>
            <a:xfrm>
              <a:off x="3066250" y="238125"/>
              <a:ext cx="1621225" cy="5219200"/>
            </a:xfrm>
            <a:custGeom>
              <a:avLst/>
              <a:gdLst/>
              <a:ahLst/>
              <a:cxnLst/>
              <a:rect l="l" t="t" r="r" b="b"/>
              <a:pathLst>
                <a:path w="64849" h="208768" extrusionOk="0">
                  <a:moveTo>
                    <a:pt x="1" y="0"/>
                  </a:moveTo>
                  <a:lnTo>
                    <a:pt x="1" y="208767"/>
                  </a:lnTo>
                  <a:lnTo>
                    <a:pt x="45669" y="208767"/>
                  </a:lnTo>
                  <a:cubicBezTo>
                    <a:pt x="47985" y="208767"/>
                    <a:pt x="50137" y="207430"/>
                    <a:pt x="51149" y="205342"/>
                  </a:cubicBezTo>
                  <a:lnTo>
                    <a:pt x="64197" y="178855"/>
                  </a:lnTo>
                  <a:cubicBezTo>
                    <a:pt x="64621" y="178007"/>
                    <a:pt x="64849" y="177093"/>
                    <a:pt x="64849" y="176147"/>
                  </a:cubicBezTo>
                  <a:lnTo>
                    <a:pt x="64849" y="32620"/>
                  </a:lnTo>
                  <a:cubicBezTo>
                    <a:pt x="64849" y="24008"/>
                    <a:pt x="61489" y="15853"/>
                    <a:pt x="55454" y="9688"/>
                  </a:cubicBezTo>
                  <a:cubicBezTo>
                    <a:pt x="49322" y="3425"/>
                    <a:pt x="41232" y="0"/>
                    <a:pt x="326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109"/>
            <p:cNvSpPr/>
            <p:nvPr/>
          </p:nvSpPr>
          <p:spPr>
            <a:xfrm>
              <a:off x="1670125" y="2837925"/>
              <a:ext cx="2711550" cy="1651400"/>
            </a:xfrm>
            <a:custGeom>
              <a:avLst/>
              <a:gdLst/>
              <a:ahLst/>
              <a:cxnLst/>
              <a:rect l="l" t="t" r="r" b="b"/>
              <a:pathLst>
                <a:path w="108462" h="66056" extrusionOk="0">
                  <a:moveTo>
                    <a:pt x="0" y="0"/>
                  </a:moveTo>
                  <a:lnTo>
                    <a:pt x="0" y="66055"/>
                  </a:lnTo>
                  <a:lnTo>
                    <a:pt x="108462" y="66055"/>
                  </a:lnTo>
                  <a:lnTo>
                    <a:pt x="10846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109"/>
            <p:cNvSpPr/>
            <p:nvPr/>
          </p:nvSpPr>
          <p:spPr>
            <a:xfrm>
              <a:off x="3066250" y="2837925"/>
              <a:ext cx="1315425" cy="1651400"/>
            </a:xfrm>
            <a:custGeom>
              <a:avLst/>
              <a:gdLst/>
              <a:ahLst/>
              <a:cxnLst/>
              <a:rect l="l" t="t" r="r" b="b"/>
              <a:pathLst>
                <a:path w="52617" h="66056" extrusionOk="0">
                  <a:moveTo>
                    <a:pt x="1" y="0"/>
                  </a:moveTo>
                  <a:lnTo>
                    <a:pt x="1" y="66055"/>
                  </a:lnTo>
                  <a:lnTo>
                    <a:pt x="52617" y="66055"/>
                  </a:lnTo>
                  <a:lnTo>
                    <a:pt x="5261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109"/>
            <p:cNvSpPr/>
            <p:nvPr/>
          </p:nvSpPr>
          <p:spPr>
            <a:xfrm>
              <a:off x="1670125" y="1206925"/>
              <a:ext cx="2711550" cy="1325200"/>
            </a:xfrm>
            <a:custGeom>
              <a:avLst/>
              <a:gdLst/>
              <a:ahLst/>
              <a:cxnLst/>
              <a:rect l="l" t="t" r="r" b="b"/>
              <a:pathLst>
                <a:path w="108462" h="53008" extrusionOk="0">
                  <a:moveTo>
                    <a:pt x="0" y="0"/>
                  </a:moveTo>
                  <a:lnTo>
                    <a:pt x="0" y="53008"/>
                  </a:lnTo>
                  <a:lnTo>
                    <a:pt x="108462" y="53008"/>
                  </a:lnTo>
                  <a:lnTo>
                    <a:pt x="1084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109"/>
            <p:cNvSpPr/>
            <p:nvPr/>
          </p:nvSpPr>
          <p:spPr>
            <a:xfrm>
              <a:off x="3066250" y="1206925"/>
              <a:ext cx="1315425" cy="1325200"/>
            </a:xfrm>
            <a:custGeom>
              <a:avLst/>
              <a:gdLst/>
              <a:ahLst/>
              <a:cxnLst/>
              <a:rect l="l" t="t" r="r" b="b"/>
              <a:pathLst>
                <a:path w="52617" h="53008" extrusionOk="0">
                  <a:moveTo>
                    <a:pt x="1" y="0"/>
                  </a:moveTo>
                  <a:lnTo>
                    <a:pt x="1" y="53008"/>
                  </a:lnTo>
                  <a:lnTo>
                    <a:pt x="52617" y="53008"/>
                  </a:lnTo>
                  <a:lnTo>
                    <a:pt x="5261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109"/>
            <p:cNvSpPr/>
            <p:nvPr/>
          </p:nvSpPr>
          <p:spPr>
            <a:xfrm>
              <a:off x="3566150" y="3184500"/>
              <a:ext cx="305850" cy="305850"/>
            </a:xfrm>
            <a:custGeom>
              <a:avLst/>
              <a:gdLst/>
              <a:ahLst/>
              <a:cxnLst/>
              <a:rect l="l" t="t" r="r" b="b"/>
              <a:pathLst>
                <a:path w="12234" h="12234" extrusionOk="0">
                  <a:moveTo>
                    <a:pt x="6101" y="1"/>
                  </a:moveTo>
                  <a:cubicBezTo>
                    <a:pt x="2708" y="1"/>
                    <a:pt x="1" y="2708"/>
                    <a:pt x="1" y="6100"/>
                  </a:cubicBezTo>
                  <a:cubicBezTo>
                    <a:pt x="1" y="9493"/>
                    <a:pt x="2708" y="12233"/>
                    <a:pt x="6101" y="12233"/>
                  </a:cubicBezTo>
                  <a:cubicBezTo>
                    <a:pt x="9493" y="12233"/>
                    <a:pt x="12233" y="9493"/>
                    <a:pt x="12233" y="6100"/>
                  </a:cubicBezTo>
                  <a:cubicBezTo>
                    <a:pt x="12233" y="2708"/>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109"/>
            <p:cNvSpPr/>
            <p:nvPr/>
          </p:nvSpPr>
          <p:spPr>
            <a:xfrm>
              <a:off x="3566150" y="3836075"/>
              <a:ext cx="305850" cy="305850"/>
            </a:xfrm>
            <a:custGeom>
              <a:avLst/>
              <a:gdLst/>
              <a:ahLst/>
              <a:cxnLst/>
              <a:rect l="l" t="t" r="r" b="b"/>
              <a:pathLst>
                <a:path w="12234" h="12234" extrusionOk="0">
                  <a:moveTo>
                    <a:pt x="6101" y="1"/>
                  </a:moveTo>
                  <a:cubicBezTo>
                    <a:pt x="2708" y="1"/>
                    <a:pt x="1" y="2741"/>
                    <a:pt x="1" y="6133"/>
                  </a:cubicBezTo>
                  <a:cubicBezTo>
                    <a:pt x="1" y="9526"/>
                    <a:pt x="2708" y="12233"/>
                    <a:pt x="6101" y="12233"/>
                  </a:cubicBezTo>
                  <a:cubicBezTo>
                    <a:pt x="9493" y="12233"/>
                    <a:pt x="12233" y="9526"/>
                    <a:pt x="12233" y="6133"/>
                  </a:cubicBezTo>
                  <a:cubicBezTo>
                    <a:pt x="12233" y="2741"/>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109"/>
            <p:cNvSpPr/>
            <p:nvPr/>
          </p:nvSpPr>
          <p:spPr>
            <a:xfrm>
              <a:off x="2913750" y="3836075"/>
              <a:ext cx="305025" cy="305850"/>
            </a:xfrm>
            <a:custGeom>
              <a:avLst/>
              <a:gdLst/>
              <a:ahLst/>
              <a:cxnLst/>
              <a:rect l="l" t="t" r="r" b="b"/>
              <a:pathLst>
                <a:path w="12201" h="12234" extrusionOk="0">
                  <a:moveTo>
                    <a:pt x="6101" y="1"/>
                  </a:moveTo>
                  <a:cubicBezTo>
                    <a:pt x="2708" y="1"/>
                    <a:pt x="1" y="2741"/>
                    <a:pt x="1" y="6133"/>
                  </a:cubicBezTo>
                  <a:cubicBezTo>
                    <a:pt x="1" y="9526"/>
                    <a:pt x="2708" y="12233"/>
                    <a:pt x="6101" y="12233"/>
                  </a:cubicBezTo>
                  <a:cubicBezTo>
                    <a:pt x="9493" y="12233"/>
                    <a:pt x="12201" y="9526"/>
                    <a:pt x="12201" y="6133"/>
                  </a:cubicBezTo>
                  <a:cubicBezTo>
                    <a:pt x="12201" y="2741"/>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109"/>
            <p:cNvSpPr/>
            <p:nvPr/>
          </p:nvSpPr>
          <p:spPr>
            <a:xfrm>
              <a:off x="3066250" y="3836075"/>
              <a:ext cx="152525" cy="305850"/>
            </a:xfrm>
            <a:custGeom>
              <a:avLst/>
              <a:gdLst/>
              <a:ahLst/>
              <a:cxnLst/>
              <a:rect l="l" t="t" r="r" b="b"/>
              <a:pathLst>
                <a:path w="6101" h="12234" extrusionOk="0">
                  <a:moveTo>
                    <a:pt x="1" y="1"/>
                  </a:moveTo>
                  <a:lnTo>
                    <a:pt x="1" y="12233"/>
                  </a:lnTo>
                  <a:cubicBezTo>
                    <a:pt x="3393" y="12233"/>
                    <a:pt x="6101" y="9526"/>
                    <a:pt x="6101" y="6133"/>
                  </a:cubicBezTo>
                  <a:cubicBezTo>
                    <a:pt x="6101" y="2741"/>
                    <a:pt x="3393" y="1"/>
                    <a:pt x="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109"/>
            <p:cNvSpPr/>
            <p:nvPr/>
          </p:nvSpPr>
          <p:spPr>
            <a:xfrm>
              <a:off x="2913750" y="3184500"/>
              <a:ext cx="305025" cy="305850"/>
            </a:xfrm>
            <a:custGeom>
              <a:avLst/>
              <a:gdLst/>
              <a:ahLst/>
              <a:cxnLst/>
              <a:rect l="l" t="t" r="r" b="b"/>
              <a:pathLst>
                <a:path w="12201" h="12234" extrusionOk="0">
                  <a:moveTo>
                    <a:pt x="6101" y="1"/>
                  </a:moveTo>
                  <a:cubicBezTo>
                    <a:pt x="2708" y="1"/>
                    <a:pt x="1" y="2708"/>
                    <a:pt x="1" y="6100"/>
                  </a:cubicBezTo>
                  <a:cubicBezTo>
                    <a:pt x="1" y="9493"/>
                    <a:pt x="2708" y="12233"/>
                    <a:pt x="6101" y="12233"/>
                  </a:cubicBezTo>
                  <a:cubicBezTo>
                    <a:pt x="9493" y="12233"/>
                    <a:pt x="12201" y="9493"/>
                    <a:pt x="12201" y="6100"/>
                  </a:cubicBezTo>
                  <a:cubicBezTo>
                    <a:pt x="12201" y="2708"/>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109"/>
            <p:cNvSpPr/>
            <p:nvPr/>
          </p:nvSpPr>
          <p:spPr>
            <a:xfrm>
              <a:off x="3066250" y="3184500"/>
              <a:ext cx="152525" cy="305025"/>
            </a:xfrm>
            <a:custGeom>
              <a:avLst/>
              <a:gdLst/>
              <a:ahLst/>
              <a:cxnLst/>
              <a:rect l="l" t="t" r="r" b="b"/>
              <a:pathLst>
                <a:path w="6101" h="12201" extrusionOk="0">
                  <a:moveTo>
                    <a:pt x="1" y="1"/>
                  </a:moveTo>
                  <a:lnTo>
                    <a:pt x="1" y="12200"/>
                  </a:lnTo>
                  <a:cubicBezTo>
                    <a:pt x="3393" y="12200"/>
                    <a:pt x="6101" y="9493"/>
                    <a:pt x="6101" y="6100"/>
                  </a:cubicBezTo>
                  <a:cubicBezTo>
                    <a:pt x="6101" y="2708"/>
                    <a:pt x="3393" y="1"/>
                    <a:pt x="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109"/>
            <p:cNvSpPr/>
            <p:nvPr/>
          </p:nvSpPr>
          <p:spPr>
            <a:xfrm>
              <a:off x="2261350" y="3836075"/>
              <a:ext cx="305850" cy="305850"/>
            </a:xfrm>
            <a:custGeom>
              <a:avLst/>
              <a:gdLst/>
              <a:ahLst/>
              <a:cxnLst/>
              <a:rect l="l" t="t" r="r" b="b"/>
              <a:pathLst>
                <a:path w="12234" h="12234" extrusionOk="0">
                  <a:moveTo>
                    <a:pt x="6101" y="1"/>
                  </a:moveTo>
                  <a:cubicBezTo>
                    <a:pt x="2708" y="1"/>
                    <a:pt x="1" y="2741"/>
                    <a:pt x="1" y="6133"/>
                  </a:cubicBezTo>
                  <a:cubicBezTo>
                    <a:pt x="1" y="9526"/>
                    <a:pt x="2708" y="12233"/>
                    <a:pt x="6101" y="12233"/>
                  </a:cubicBezTo>
                  <a:cubicBezTo>
                    <a:pt x="9493" y="12233"/>
                    <a:pt x="12233" y="9526"/>
                    <a:pt x="12233" y="6133"/>
                  </a:cubicBezTo>
                  <a:cubicBezTo>
                    <a:pt x="12233" y="2741"/>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109"/>
            <p:cNvSpPr/>
            <p:nvPr/>
          </p:nvSpPr>
          <p:spPr>
            <a:xfrm>
              <a:off x="2261350" y="3184500"/>
              <a:ext cx="305850" cy="305850"/>
            </a:xfrm>
            <a:custGeom>
              <a:avLst/>
              <a:gdLst/>
              <a:ahLst/>
              <a:cxnLst/>
              <a:rect l="l" t="t" r="r" b="b"/>
              <a:pathLst>
                <a:path w="12234" h="12234" extrusionOk="0">
                  <a:moveTo>
                    <a:pt x="6101" y="1"/>
                  </a:moveTo>
                  <a:cubicBezTo>
                    <a:pt x="2708" y="1"/>
                    <a:pt x="1" y="2708"/>
                    <a:pt x="1" y="6100"/>
                  </a:cubicBezTo>
                  <a:cubicBezTo>
                    <a:pt x="1" y="9493"/>
                    <a:pt x="2708" y="12233"/>
                    <a:pt x="6101" y="12233"/>
                  </a:cubicBezTo>
                  <a:cubicBezTo>
                    <a:pt x="9493" y="12233"/>
                    <a:pt x="12233" y="9493"/>
                    <a:pt x="12233" y="6100"/>
                  </a:cubicBezTo>
                  <a:cubicBezTo>
                    <a:pt x="12233" y="2708"/>
                    <a:pt x="9493" y="1"/>
                    <a:pt x="61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403"/>
        <p:cNvGrpSpPr/>
        <p:nvPr/>
      </p:nvGrpSpPr>
      <p:grpSpPr>
        <a:xfrm>
          <a:off x="0" y="0"/>
          <a:ext cx="0" cy="0"/>
          <a:chOff x="0" y="0"/>
          <a:chExt cx="0" cy="0"/>
        </a:xfrm>
      </p:grpSpPr>
      <p:sp>
        <p:nvSpPr>
          <p:cNvPr id="4404" name="Google Shape;4404;p11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Alternative Resources</a:t>
            </a:r>
            <a:endParaRPr/>
          </a:p>
        </p:txBody>
      </p:sp>
      <p:grpSp>
        <p:nvGrpSpPr>
          <p:cNvPr id="4405" name="Google Shape;4405;p110"/>
          <p:cNvGrpSpPr/>
          <p:nvPr/>
        </p:nvGrpSpPr>
        <p:grpSpPr>
          <a:xfrm>
            <a:off x="1691547" y="1511601"/>
            <a:ext cx="2112646" cy="1483641"/>
            <a:chOff x="5003925" y="315188"/>
            <a:chExt cx="3394900" cy="2384125"/>
          </a:xfrm>
        </p:grpSpPr>
        <p:sp>
          <p:nvSpPr>
            <p:cNvPr id="4406" name="Google Shape;4406;p110"/>
            <p:cNvSpPr/>
            <p:nvPr/>
          </p:nvSpPr>
          <p:spPr>
            <a:xfrm>
              <a:off x="5003925" y="2255788"/>
              <a:ext cx="3394900" cy="443525"/>
            </a:xfrm>
            <a:custGeom>
              <a:avLst/>
              <a:gdLst/>
              <a:ahLst/>
              <a:cxnLst/>
              <a:rect l="l" t="t" r="r" b="b"/>
              <a:pathLst>
                <a:path w="135796" h="17741" extrusionOk="0">
                  <a:moveTo>
                    <a:pt x="67898" y="1"/>
                  </a:moveTo>
                  <a:cubicBezTo>
                    <a:pt x="49890" y="1"/>
                    <a:pt x="32620" y="936"/>
                    <a:pt x="19887" y="2598"/>
                  </a:cubicBezTo>
                  <a:cubicBezTo>
                    <a:pt x="7154" y="4262"/>
                    <a:pt x="0" y="6518"/>
                    <a:pt x="0" y="8871"/>
                  </a:cubicBezTo>
                  <a:cubicBezTo>
                    <a:pt x="0" y="11223"/>
                    <a:pt x="7154" y="13478"/>
                    <a:pt x="19887" y="15142"/>
                  </a:cubicBezTo>
                  <a:cubicBezTo>
                    <a:pt x="32620" y="16805"/>
                    <a:pt x="49890" y="17740"/>
                    <a:pt x="67898" y="17740"/>
                  </a:cubicBezTo>
                  <a:cubicBezTo>
                    <a:pt x="85906" y="17740"/>
                    <a:pt x="103175" y="16805"/>
                    <a:pt x="115908" y="15142"/>
                  </a:cubicBezTo>
                  <a:cubicBezTo>
                    <a:pt x="128642" y="13478"/>
                    <a:pt x="135795" y="11223"/>
                    <a:pt x="135795" y="8871"/>
                  </a:cubicBezTo>
                  <a:cubicBezTo>
                    <a:pt x="135795" y="6518"/>
                    <a:pt x="128642" y="4262"/>
                    <a:pt x="115908" y="2598"/>
                  </a:cubicBezTo>
                  <a:cubicBezTo>
                    <a:pt x="103175" y="936"/>
                    <a:pt x="85906" y="1"/>
                    <a:pt x="678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110"/>
            <p:cNvSpPr/>
            <p:nvPr/>
          </p:nvSpPr>
          <p:spPr>
            <a:xfrm>
              <a:off x="5494600" y="571088"/>
              <a:ext cx="2444100" cy="1048850"/>
            </a:xfrm>
            <a:custGeom>
              <a:avLst/>
              <a:gdLst/>
              <a:ahLst/>
              <a:cxnLst/>
              <a:rect l="l" t="t" r="r" b="b"/>
              <a:pathLst>
                <a:path w="97764" h="41954" extrusionOk="0">
                  <a:moveTo>
                    <a:pt x="62914" y="1"/>
                  </a:moveTo>
                  <a:cubicBezTo>
                    <a:pt x="59428" y="1"/>
                    <a:pt x="55941" y="135"/>
                    <a:pt x="52490" y="292"/>
                  </a:cubicBezTo>
                  <a:cubicBezTo>
                    <a:pt x="42428" y="748"/>
                    <a:pt x="32288" y="471"/>
                    <a:pt x="22252" y="1135"/>
                  </a:cubicBezTo>
                  <a:cubicBezTo>
                    <a:pt x="11202" y="1865"/>
                    <a:pt x="7110" y="6937"/>
                    <a:pt x="4674" y="17154"/>
                  </a:cubicBezTo>
                  <a:cubicBezTo>
                    <a:pt x="3323" y="22812"/>
                    <a:pt x="2614" y="28748"/>
                    <a:pt x="2463" y="34565"/>
                  </a:cubicBezTo>
                  <a:lnTo>
                    <a:pt x="0" y="41954"/>
                  </a:lnTo>
                  <a:lnTo>
                    <a:pt x="97764" y="41954"/>
                  </a:lnTo>
                  <a:lnTo>
                    <a:pt x="95301" y="34566"/>
                  </a:lnTo>
                  <a:cubicBezTo>
                    <a:pt x="95301" y="34566"/>
                    <a:pt x="94561" y="6001"/>
                    <a:pt x="84464" y="2798"/>
                  </a:cubicBezTo>
                  <a:cubicBezTo>
                    <a:pt x="77496" y="589"/>
                    <a:pt x="70205" y="1"/>
                    <a:pt x="6291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110"/>
            <p:cNvSpPr/>
            <p:nvPr/>
          </p:nvSpPr>
          <p:spPr>
            <a:xfrm>
              <a:off x="5119200" y="1231663"/>
              <a:ext cx="646325" cy="926575"/>
            </a:xfrm>
            <a:custGeom>
              <a:avLst/>
              <a:gdLst/>
              <a:ahLst/>
              <a:cxnLst/>
              <a:rect l="l" t="t" r="r" b="b"/>
              <a:pathLst>
                <a:path w="25853" h="37063" extrusionOk="0">
                  <a:moveTo>
                    <a:pt x="19838" y="1"/>
                  </a:moveTo>
                  <a:cubicBezTo>
                    <a:pt x="14163" y="1"/>
                    <a:pt x="0" y="11149"/>
                    <a:pt x="241" y="13561"/>
                  </a:cubicBezTo>
                  <a:cubicBezTo>
                    <a:pt x="487" y="16023"/>
                    <a:pt x="3196" y="33507"/>
                    <a:pt x="4920" y="34245"/>
                  </a:cubicBezTo>
                  <a:cubicBezTo>
                    <a:pt x="6270" y="34824"/>
                    <a:pt x="9280" y="37063"/>
                    <a:pt x="12413" y="37063"/>
                  </a:cubicBezTo>
                  <a:cubicBezTo>
                    <a:pt x="13282" y="37063"/>
                    <a:pt x="14161" y="36890"/>
                    <a:pt x="15016" y="36463"/>
                  </a:cubicBezTo>
                  <a:cubicBezTo>
                    <a:pt x="18957" y="34494"/>
                    <a:pt x="25852" y="11590"/>
                    <a:pt x="25852" y="11590"/>
                  </a:cubicBezTo>
                  <a:lnTo>
                    <a:pt x="25852" y="5187"/>
                  </a:lnTo>
                  <a:cubicBezTo>
                    <a:pt x="25852" y="5187"/>
                    <a:pt x="25606" y="510"/>
                    <a:pt x="20187" y="16"/>
                  </a:cubicBezTo>
                  <a:cubicBezTo>
                    <a:pt x="20075" y="6"/>
                    <a:pt x="19958" y="1"/>
                    <a:pt x="19838" y="1"/>
                  </a:cubicBezTo>
                  <a:close/>
                </a:path>
              </a:pathLst>
            </a:custGeom>
            <a:solidFill>
              <a:srgbClr val="5599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110"/>
            <p:cNvSpPr/>
            <p:nvPr/>
          </p:nvSpPr>
          <p:spPr>
            <a:xfrm>
              <a:off x="7618525" y="1231663"/>
              <a:ext cx="646325" cy="926550"/>
            </a:xfrm>
            <a:custGeom>
              <a:avLst/>
              <a:gdLst/>
              <a:ahLst/>
              <a:cxnLst/>
              <a:rect l="l" t="t" r="r" b="b"/>
              <a:pathLst>
                <a:path w="25853" h="37062" extrusionOk="0">
                  <a:moveTo>
                    <a:pt x="6015" y="1"/>
                  </a:moveTo>
                  <a:cubicBezTo>
                    <a:pt x="5894" y="1"/>
                    <a:pt x="5778" y="6"/>
                    <a:pt x="5665" y="16"/>
                  </a:cubicBezTo>
                  <a:cubicBezTo>
                    <a:pt x="247" y="510"/>
                    <a:pt x="0" y="5187"/>
                    <a:pt x="0" y="5187"/>
                  </a:cubicBezTo>
                  <a:lnTo>
                    <a:pt x="0" y="11590"/>
                  </a:lnTo>
                  <a:cubicBezTo>
                    <a:pt x="0" y="11590"/>
                    <a:pt x="6896" y="34493"/>
                    <a:pt x="10836" y="36462"/>
                  </a:cubicBezTo>
                  <a:cubicBezTo>
                    <a:pt x="11692" y="36889"/>
                    <a:pt x="12571" y="37062"/>
                    <a:pt x="13440" y="37062"/>
                  </a:cubicBezTo>
                  <a:cubicBezTo>
                    <a:pt x="16573" y="37062"/>
                    <a:pt x="19583" y="34823"/>
                    <a:pt x="20932" y="34245"/>
                  </a:cubicBezTo>
                  <a:cubicBezTo>
                    <a:pt x="22657" y="33507"/>
                    <a:pt x="25365" y="16022"/>
                    <a:pt x="25611" y="13559"/>
                  </a:cubicBezTo>
                  <a:cubicBezTo>
                    <a:pt x="25852" y="11149"/>
                    <a:pt x="11690" y="1"/>
                    <a:pt x="6015" y="1"/>
                  </a:cubicBezTo>
                  <a:close/>
                </a:path>
              </a:pathLst>
            </a:custGeom>
            <a:solidFill>
              <a:srgbClr val="5599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110"/>
            <p:cNvSpPr/>
            <p:nvPr/>
          </p:nvSpPr>
          <p:spPr>
            <a:xfrm>
              <a:off x="5439175" y="1502938"/>
              <a:ext cx="2517975" cy="277050"/>
            </a:xfrm>
            <a:custGeom>
              <a:avLst/>
              <a:gdLst/>
              <a:ahLst/>
              <a:cxnLst/>
              <a:rect l="l" t="t" r="r" b="b"/>
              <a:pathLst>
                <a:path w="100719" h="11082" extrusionOk="0">
                  <a:moveTo>
                    <a:pt x="87176" y="1"/>
                  </a:moveTo>
                  <a:lnTo>
                    <a:pt x="13053" y="739"/>
                  </a:lnTo>
                  <a:cubicBezTo>
                    <a:pt x="12964" y="873"/>
                    <a:pt x="12484" y="1293"/>
                    <a:pt x="11756" y="1893"/>
                  </a:cubicBezTo>
                  <a:cubicBezTo>
                    <a:pt x="8446" y="4625"/>
                    <a:pt x="1" y="11082"/>
                    <a:pt x="1" y="11082"/>
                  </a:cubicBezTo>
                  <a:lnTo>
                    <a:pt x="100719" y="11082"/>
                  </a:lnTo>
                  <a:lnTo>
                    <a:pt x="87176" y="1"/>
                  </a:lnTo>
                  <a:close/>
                </a:path>
              </a:pathLst>
            </a:custGeom>
            <a:solidFill>
              <a:srgbClr val="5599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110"/>
            <p:cNvSpPr/>
            <p:nvPr/>
          </p:nvSpPr>
          <p:spPr>
            <a:xfrm>
              <a:off x="5439175" y="1779963"/>
              <a:ext cx="2517975" cy="254500"/>
            </a:xfrm>
            <a:custGeom>
              <a:avLst/>
              <a:gdLst/>
              <a:ahLst/>
              <a:cxnLst/>
              <a:rect l="l" t="t" r="r" b="b"/>
              <a:pathLst>
                <a:path w="100719" h="10180" extrusionOk="0">
                  <a:moveTo>
                    <a:pt x="1" y="1"/>
                  </a:moveTo>
                  <a:lnTo>
                    <a:pt x="1" y="10179"/>
                  </a:lnTo>
                  <a:lnTo>
                    <a:pt x="100650" y="10179"/>
                  </a:lnTo>
                  <a:lnTo>
                    <a:pt x="10071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110"/>
            <p:cNvSpPr/>
            <p:nvPr/>
          </p:nvSpPr>
          <p:spPr>
            <a:xfrm>
              <a:off x="5273650" y="2284813"/>
              <a:ext cx="251775" cy="289375"/>
            </a:xfrm>
            <a:custGeom>
              <a:avLst/>
              <a:gdLst/>
              <a:ahLst/>
              <a:cxnLst/>
              <a:rect l="l" t="t" r="r" b="b"/>
              <a:pathLst>
                <a:path w="10071" h="11575" extrusionOk="0">
                  <a:moveTo>
                    <a:pt x="3421" y="0"/>
                  </a:moveTo>
                  <a:lnTo>
                    <a:pt x="270" y="9876"/>
                  </a:lnTo>
                  <a:cubicBezTo>
                    <a:pt x="0" y="10715"/>
                    <a:pt x="627" y="11574"/>
                    <a:pt x="1510" y="11574"/>
                  </a:cubicBezTo>
                  <a:cubicBezTo>
                    <a:pt x="1936" y="11573"/>
                    <a:pt x="2335" y="11365"/>
                    <a:pt x="2578" y="11015"/>
                  </a:cubicBezTo>
                  <a:lnTo>
                    <a:pt x="10070" y="246"/>
                  </a:lnTo>
                  <a:lnTo>
                    <a:pt x="342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110"/>
            <p:cNvSpPr/>
            <p:nvPr/>
          </p:nvSpPr>
          <p:spPr>
            <a:xfrm>
              <a:off x="7870625" y="2284813"/>
              <a:ext cx="251725" cy="289375"/>
            </a:xfrm>
            <a:custGeom>
              <a:avLst/>
              <a:gdLst/>
              <a:ahLst/>
              <a:cxnLst/>
              <a:rect l="l" t="t" r="r" b="b"/>
              <a:pathLst>
                <a:path w="10069" h="11575" extrusionOk="0">
                  <a:moveTo>
                    <a:pt x="6649" y="0"/>
                  </a:moveTo>
                  <a:lnTo>
                    <a:pt x="0" y="246"/>
                  </a:lnTo>
                  <a:lnTo>
                    <a:pt x="7492" y="11015"/>
                  </a:lnTo>
                  <a:cubicBezTo>
                    <a:pt x="7734" y="11365"/>
                    <a:pt x="8134" y="11574"/>
                    <a:pt x="8561" y="11574"/>
                  </a:cubicBezTo>
                  <a:cubicBezTo>
                    <a:pt x="9442" y="11574"/>
                    <a:pt x="10069" y="10717"/>
                    <a:pt x="9801" y="9876"/>
                  </a:cubicBezTo>
                  <a:lnTo>
                    <a:pt x="664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110"/>
            <p:cNvSpPr/>
            <p:nvPr/>
          </p:nvSpPr>
          <p:spPr>
            <a:xfrm>
              <a:off x="5090050" y="1482738"/>
              <a:ext cx="3214525" cy="846550"/>
            </a:xfrm>
            <a:custGeom>
              <a:avLst/>
              <a:gdLst/>
              <a:ahLst/>
              <a:cxnLst/>
              <a:rect l="l" t="t" r="r" b="b"/>
              <a:pathLst>
                <a:path w="128581" h="33862" extrusionOk="0">
                  <a:moveTo>
                    <a:pt x="6913" y="0"/>
                  </a:moveTo>
                  <a:cubicBezTo>
                    <a:pt x="5988" y="0"/>
                    <a:pt x="5134" y="230"/>
                    <a:pt x="4332" y="625"/>
                  </a:cubicBezTo>
                  <a:cubicBezTo>
                    <a:pt x="1498" y="2013"/>
                    <a:pt x="1" y="5189"/>
                    <a:pt x="424" y="8317"/>
                  </a:cubicBezTo>
                  <a:cubicBezTo>
                    <a:pt x="1117" y="13449"/>
                    <a:pt x="2430" y="22345"/>
                    <a:pt x="3624" y="25926"/>
                  </a:cubicBezTo>
                  <a:cubicBezTo>
                    <a:pt x="5348" y="31097"/>
                    <a:pt x="5348" y="32083"/>
                    <a:pt x="9041" y="33314"/>
                  </a:cubicBezTo>
                  <a:cubicBezTo>
                    <a:pt x="10272" y="33724"/>
                    <a:pt x="17112" y="33861"/>
                    <a:pt x="25684" y="33861"/>
                  </a:cubicBezTo>
                  <a:cubicBezTo>
                    <a:pt x="39419" y="33861"/>
                    <a:pt x="57602" y="33510"/>
                    <a:pt x="64291" y="33370"/>
                  </a:cubicBezTo>
                  <a:cubicBezTo>
                    <a:pt x="70981" y="33510"/>
                    <a:pt x="89163" y="33861"/>
                    <a:pt x="102898" y="33861"/>
                  </a:cubicBezTo>
                  <a:cubicBezTo>
                    <a:pt x="111469" y="33861"/>
                    <a:pt x="118309" y="33724"/>
                    <a:pt x="119540" y="33314"/>
                  </a:cubicBezTo>
                  <a:cubicBezTo>
                    <a:pt x="123233" y="32083"/>
                    <a:pt x="123233" y="31097"/>
                    <a:pt x="124957" y="25926"/>
                  </a:cubicBezTo>
                  <a:cubicBezTo>
                    <a:pt x="126151" y="22345"/>
                    <a:pt x="127463" y="13449"/>
                    <a:pt x="128157" y="8317"/>
                  </a:cubicBezTo>
                  <a:cubicBezTo>
                    <a:pt x="128580" y="5189"/>
                    <a:pt x="127083" y="2013"/>
                    <a:pt x="124249" y="625"/>
                  </a:cubicBezTo>
                  <a:cubicBezTo>
                    <a:pt x="123447" y="230"/>
                    <a:pt x="122593" y="0"/>
                    <a:pt x="121667" y="0"/>
                  </a:cubicBezTo>
                  <a:cubicBezTo>
                    <a:pt x="120712" y="0"/>
                    <a:pt x="119681" y="246"/>
                    <a:pt x="118554" y="809"/>
                  </a:cubicBezTo>
                  <a:cubicBezTo>
                    <a:pt x="114123" y="3025"/>
                    <a:pt x="114615" y="11890"/>
                    <a:pt x="114615" y="11890"/>
                  </a:cubicBezTo>
                  <a:lnTo>
                    <a:pt x="114615" y="21740"/>
                  </a:lnTo>
                  <a:lnTo>
                    <a:pt x="13966" y="21740"/>
                  </a:lnTo>
                  <a:lnTo>
                    <a:pt x="13966" y="11890"/>
                  </a:lnTo>
                  <a:cubicBezTo>
                    <a:pt x="13966" y="11890"/>
                    <a:pt x="14458" y="3025"/>
                    <a:pt x="10027" y="809"/>
                  </a:cubicBezTo>
                  <a:cubicBezTo>
                    <a:pt x="8900" y="246"/>
                    <a:pt x="7869" y="0"/>
                    <a:pt x="69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110"/>
            <p:cNvSpPr/>
            <p:nvPr/>
          </p:nvSpPr>
          <p:spPr>
            <a:xfrm>
              <a:off x="6600175" y="691513"/>
              <a:ext cx="473350" cy="800575"/>
            </a:xfrm>
            <a:custGeom>
              <a:avLst/>
              <a:gdLst/>
              <a:ahLst/>
              <a:cxnLst/>
              <a:rect l="l" t="t" r="r" b="b"/>
              <a:pathLst>
                <a:path w="18934" h="32023" extrusionOk="0">
                  <a:moveTo>
                    <a:pt x="10576" y="1"/>
                  </a:moveTo>
                  <a:cubicBezTo>
                    <a:pt x="9298" y="1"/>
                    <a:pt x="6593" y="128"/>
                    <a:pt x="5410" y="1142"/>
                  </a:cubicBezTo>
                  <a:cubicBezTo>
                    <a:pt x="3831" y="2494"/>
                    <a:pt x="1" y="32022"/>
                    <a:pt x="1" y="32022"/>
                  </a:cubicBezTo>
                  <a:lnTo>
                    <a:pt x="18933" y="32022"/>
                  </a:lnTo>
                  <a:lnTo>
                    <a:pt x="15327" y="2719"/>
                  </a:lnTo>
                  <a:cubicBezTo>
                    <a:pt x="15327" y="2719"/>
                    <a:pt x="14700" y="3"/>
                    <a:pt x="11634" y="3"/>
                  </a:cubicBezTo>
                  <a:cubicBezTo>
                    <a:pt x="11516" y="3"/>
                    <a:pt x="11395" y="7"/>
                    <a:pt x="11270" y="15"/>
                  </a:cubicBezTo>
                  <a:cubicBezTo>
                    <a:pt x="11270" y="15"/>
                    <a:pt x="11002" y="1"/>
                    <a:pt x="105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110"/>
            <p:cNvSpPr/>
            <p:nvPr/>
          </p:nvSpPr>
          <p:spPr>
            <a:xfrm>
              <a:off x="6923175" y="665813"/>
              <a:ext cx="498425" cy="850325"/>
            </a:xfrm>
            <a:custGeom>
              <a:avLst/>
              <a:gdLst/>
              <a:ahLst/>
              <a:cxnLst/>
              <a:rect l="l" t="t" r="r" b="b"/>
              <a:pathLst>
                <a:path w="19937" h="34013" extrusionOk="0">
                  <a:moveTo>
                    <a:pt x="2212" y="0"/>
                  </a:moveTo>
                  <a:cubicBezTo>
                    <a:pt x="876" y="0"/>
                    <a:pt x="1" y="2478"/>
                    <a:pt x="1" y="2478"/>
                  </a:cubicBezTo>
                  <a:lnTo>
                    <a:pt x="3433" y="32706"/>
                  </a:lnTo>
                  <a:lnTo>
                    <a:pt x="14544" y="34013"/>
                  </a:lnTo>
                  <a:cubicBezTo>
                    <a:pt x="14544" y="34013"/>
                    <a:pt x="12257" y="24700"/>
                    <a:pt x="12257" y="24209"/>
                  </a:cubicBezTo>
                  <a:cubicBezTo>
                    <a:pt x="12257" y="23720"/>
                    <a:pt x="19936" y="23230"/>
                    <a:pt x="19936" y="23230"/>
                  </a:cubicBezTo>
                  <a:cubicBezTo>
                    <a:pt x="19936" y="23230"/>
                    <a:pt x="16178" y="9830"/>
                    <a:pt x="13237" y="5256"/>
                  </a:cubicBezTo>
                  <a:cubicBezTo>
                    <a:pt x="10296" y="681"/>
                    <a:pt x="3924" y="354"/>
                    <a:pt x="2452" y="27"/>
                  </a:cubicBezTo>
                  <a:cubicBezTo>
                    <a:pt x="2371" y="9"/>
                    <a:pt x="2290" y="0"/>
                    <a:pt x="22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110"/>
            <p:cNvSpPr/>
            <p:nvPr/>
          </p:nvSpPr>
          <p:spPr>
            <a:xfrm>
              <a:off x="6915725" y="666463"/>
              <a:ext cx="174700" cy="335350"/>
            </a:xfrm>
            <a:custGeom>
              <a:avLst/>
              <a:gdLst/>
              <a:ahLst/>
              <a:cxnLst/>
              <a:rect l="l" t="t" r="r" b="b"/>
              <a:pathLst>
                <a:path w="6988" h="13414" extrusionOk="0">
                  <a:moveTo>
                    <a:pt x="2750" y="1"/>
                  </a:moveTo>
                  <a:lnTo>
                    <a:pt x="1" y="1017"/>
                  </a:lnTo>
                  <a:lnTo>
                    <a:pt x="1579" y="13413"/>
                  </a:lnTo>
                  <a:cubicBezTo>
                    <a:pt x="1579" y="13413"/>
                    <a:pt x="2930" y="11835"/>
                    <a:pt x="4058" y="11835"/>
                  </a:cubicBezTo>
                  <a:cubicBezTo>
                    <a:pt x="5185" y="11835"/>
                    <a:pt x="6988" y="11160"/>
                    <a:pt x="6988" y="11160"/>
                  </a:cubicBezTo>
                  <a:lnTo>
                    <a:pt x="27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110"/>
            <p:cNvSpPr/>
            <p:nvPr/>
          </p:nvSpPr>
          <p:spPr>
            <a:xfrm>
              <a:off x="6228775" y="666463"/>
              <a:ext cx="559650" cy="894625"/>
            </a:xfrm>
            <a:custGeom>
              <a:avLst/>
              <a:gdLst/>
              <a:ahLst/>
              <a:cxnLst/>
              <a:rect l="l" t="t" r="r" b="b"/>
              <a:pathLst>
                <a:path w="22386" h="35785" extrusionOk="0">
                  <a:moveTo>
                    <a:pt x="22386" y="1"/>
                  </a:moveTo>
                  <a:lnTo>
                    <a:pt x="22386" y="1"/>
                  </a:lnTo>
                  <a:cubicBezTo>
                    <a:pt x="22385" y="1"/>
                    <a:pt x="12419" y="1962"/>
                    <a:pt x="9640" y="5066"/>
                  </a:cubicBezTo>
                  <a:cubicBezTo>
                    <a:pt x="6863" y="8172"/>
                    <a:pt x="0" y="24021"/>
                    <a:pt x="0" y="24021"/>
                  </a:cubicBezTo>
                  <a:lnTo>
                    <a:pt x="7681" y="25327"/>
                  </a:lnTo>
                  <a:lnTo>
                    <a:pt x="4413" y="35785"/>
                  </a:lnTo>
                  <a:lnTo>
                    <a:pt x="17158" y="33661"/>
                  </a:lnTo>
                  <a:cubicBezTo>
                    <a:pt x="17158" y="33661"/>
                    <a:pt x="17646" y="26962"/>
                    <a:pt x="18790" y="17648"/>
                  </a:cubicBezTo>
                  <a:cubicBezTo>
                    <a:pt x="19934" y="8334"/>
                    <a:pt x="22386" y="1"/>
                    <a:pt x="2238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110"/>
            <p:cNvSpPr/>
            <p:nvPr/>
          </p:nvSpPr>
          <p:spPr>
            <a:xfrm>
              <a:off x="6145800" y="1238388"/>
              <a:ext cx="279075" cy="287150"/>
            </a:xfrm>
            <a:custGeom>
              <a:avLst/>
              <a:gdLst/>
              <a:ahLst/>
              <a:cxnLst/>
              <a:rect l="l" t="t" r="r" b="b"/>
              <a:pathLst>
                <a:path w="11163" h="11486" extrusionOk="0">
                  <a:moveTo>
                    <a:pt x="6588" y="0"/>
                  </a:moveTo>
                  <a:cubicBezTo>
                    <a:pt x="6588" y="0"/>
                    <a:pt x="2175" y="3594"/>
                    <a:pt x="1032" y="7026"/>
                  </a:cubicBezTo>
                  <a:cubicBezTo>
                    <a:pt x="0" y="10118"/>
                    <a:pt x="1890" y="11485"/>
                    <a:pt x="3709" y="11485"/>
                  </a:cubicBezTo>
                  <a:cubicBezTo>
                    <a:pt x="3908" y="11485"/>
                    <a:pt x="4106" y="11469"/>
                    <a:pt x="4300" y="11437"/>
                  </a:cubicBezTo>
                  <a:cubicBezTo>
                    <a:pt x="6260" y="11111"/>
                    <a:pt x="11162" y="3594"/>
                    <a:pt x="11162" y="3594"/>
                  </a:cubicBezTo>
                  <a:lnTo>
                    <a:pt x="658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110"/>
            <p:cNvSpPr/>
            <p:nvPr/>
          </p:nvSpPr>
          <p:spPr>
            <a:xfrm>
              <a:off x="6629125" y="666463"/>
              <a:ext cx="159300" cy="290350"/>
            </a:xfrm>
            <a:custGeom>
              <a:avLst/>
              <a:gdLst/>
              <a:ahLst/>
              <a:cxnLst/>
              <a:rect l="l" t="t" r="r" b="b"/>
              <a:pathLst>
                <a:path w="6372" h="11614" extrusionOk="0">
                  <a:moveTo>
                    <a:pt x="6372" y="1"/>
                  </a:moveTo>
                  <a:cubicBezTo>
                    <a:pt x="6372" y="1"/>
                    <a:pt x="5104" y="251"/>
                    <a:pt x="3350" y="712"/>
                  </a:cubicBezTo>
                  <a:cubicBezTo>
                    <a:pt x="2626" y="1709"/>
                    <a:pt x="1825" y="3141"/>
                    <a:pt x="1306" y="5066"/>
                  </a:cubicBezTo>
                  <a:cubicBezTo>
                    <a:pt x="163" y="9315"/>
                    <a:pt x="0" y="10786"/>
                    <a:pt x="0" y="10786"/>
                  </a:cubicBezTo>
                  <a:cubicBezTo>
                    <a:pt x="0" y="10786"/>
                    <a:pt x="260" y="10751"/>
                    <a:pt x="663" y="10751"/>
                  </a:cubicBezTo>
                  <a:cubicBezTo>
                    <a:pt x="1430" y="10751"/>
                    <a:pt x="2714" y="10878"/>
                    <a:pt x="3702" y="11614"/>
                  </a:cubicBezTo>
                  <a:cubicBezTo>
                    <a:pt x="4896" y="5017"/>
                    <a:pt x="6372" y="1"/>
                    <a:pt x="637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110"/>
            <p:cNvSpPr/>
            <p:nvPr/>
          </p:nvSpPr>
          <p:spPr>
            <a:xfrm>
              <a:off x="6768000" y="686888"/>
              <a:ext cx="196075" cy="303550"/>
            </a:xfrm>
            <a:custGeom>
              <a:avLst/>
              <a:gdLst/>
              <a:ahLst/>
              <a:cxnLst/>
              <a:rect l="l" t="t" r="r" b="b"/>
              <a:pathLst>
                <a:path w="7843" h="12142" extrusionOk="0">
                  <a:moveTo>
                    <a:pt x="0" y="1"/>
                  </a:moveTo>
                  <a:lnTo>
                    <a:pt x="0" y="1"/>
                  </a:lnTo>
                  <a:cubicBezTo>
                    <a:pt x="0" y="1"/>
                    <a:pt x="817" y="7845"/>
                    <a:pt x="2123" y="10622"/>
                  </a:cubicBezTo>
                  <a:cubicBezTo>
                    <a:pt x="2648" y="11737"/>
                    <a:pt x="3146" y="12141"/>
                    <a:pt x="3587" y="12141"/>
                  </a:cubicBezTo>
                  <a:cubicBezTo>
                    <a:pt x="4243" y="12141"/>
                    <a:pt x="4771" y="11242"/>
                    <a:pt x="5065" y="10460"/>
                  </a:cubicBezTo>
                  <a:cubicBezTo>
                    <a:pt x="5555" y="9152"/>
                    <a:pt x="7843" y="4086"/>
                    <a:pt x="7843" y="4086"/>
                  </a:cubicBezTo>
                  <a:cubicBezTo>
                    <a:pt x="7843" y="4086"/>
                    <a:pt x="1961" y="3105"/>
                    <a:pt x="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110"/>
            <p:cNvSpPr/>
            <p:nvPr/>
          </p:nvSpPr>
          <p:spPr>
            <a:xfrm>
              <a:off x="6710800" y="601713"/>
              <a:ext cx="85775" cy="101575"/>
            </a:xfrm>
            <a:custGeom>
              <a:avLst/>
              <a:gdLst/>
              <a:ahLst/>
              <a:cxnLst/>
              <a:rect l="l" t="t" r="r" b="b"/>
              <a:pathLst>
                <a:path w="3431" h="4063" extrusionOk="0">
                  <a:moveTo>
                    <a:pt x="344" y="0"/>
                  </a:moveTo>
                  <a:cubicBezTo>
                    <a:pt x="142" y="0"/>
                    <a:pt x="0" y="251"/>
                    <a:pt x="0" y="957"/>
                  </a:cubicBezTo>
                  <a:cubicBezTo>
                    <a:pt x="0" y="3408"/>
                    <a:pt x="1144" y="4062"/>
                    <a:pt x="2288" y="4062"/>
                  </a:cubicBezTo>
                  <a:cubicBezTo>
                    <a:pt x="3431" y="4062"/>
                    <a:pt x="1711" y="1536"/>
                    <a:pt x="1711" y="1536"/>
                  </a:cubicBezTo>
                  <a:cubicBezTo>
                    <a:pt x="1711" y="1536"/>
                    <a:pt x="843" y="0"/>
                    <a:pt x="3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110"/>
            <p:cNvSpPr/>
            <p:nvPr/>
          </p:nvSpPr>
          <p:spPr>
            <a:xfrm>
              <a:off x="6710800" y="315188"/>
              <a:ext cx="396250" cy="541425"/>
            </a:xfrm>
            <a:custGeom>
              <a:avLst/>
              <a:gdLst/>
              <a:ahLst/>
              <a:cxnLst/>
              <a:rect l="l" t="t" r="r" b="b"/>
              <a:pathLst>
                <a:path w="15850" h="21657" extrusionOk="0">
                  <a:moveTo>
                    <a:pt x="10947" y="0"/>
                  </a:moveTo>
                  <a:cubicBezTo>
                    <a:pt x="8987" y="0"/>
                    <a:pt x="8823" y="1797"/>
                    <a:pt x="8823" y="1797"/>
                  </a:cubicBezTo>
                  <a:cubicBezTo>
                    <a:pt x="8823" y="1797"/>
                    <a:pt x="7464" y="333"/>
                    <a:pt x="6167" y="333"/>
                  </a:cubicBezTo>
                  <a:cubicBezTo>
                    <a:pt x="5843" y="333"/>
                    <a:pt x="5523" y="424"/>
                    <a:pt x="5229" y="653"/>
                  </a:cubicBezTo>
                  <a:cubicBezTo>
                    <a:pt x="3758" y="1797"/>
                    <a:pt x="3758" y="2777"/>
                    <a:pt x="3758" y="2777"/>
                  </a:cubicBezTo>
                  <a:cubicBezTo>
                    <a:pt x="3758" y="2777"/>
                    <a:pt x="2678" y="1697"/>
                    <a:pt x="1649" y="1697"/>
                  </a:cubicBezTo>
                  <a:cubicBezTo>
                    <a:pt x="1478" y="1697"/>
                    <a:pt x="1308" y="1727"/>
                    <a:pt x="1144" y="1797"/>
                  </a:cubicBezTo>
                  <a:cubicBezTo>
                    <a:pt x="0" y="2289"/>
                    <a:pt x="1634" y="6046"/>
                    <a:pt x="1634" y="6046"/>
                  </a:cubicBezTo>
                  <a:cubicBezTo>
                    <a:pt x="1634" y="6046"/>
                    <a:pt x="980" y="8823"/>
                    <a:pt x="1470" y="11928"/>
                  </a:cubicBezTo>
                  <a:cubicBezTo>
                    <a:pt x="1470" y="11928"/>
                    <a:pt x="3194" y="20773"/>
                    <a:pt x="6535" y="21569"/>
                  </a:cubicBezTo>
                  <a:cubicBezTo>
                    <a:pt x="6787" y="21629"/>
                    <a:pt x="7030" y="21657"/>
                    <a:pt x="7264" y="21657"/>
                  </a:cubicBezTo>
                  <a:cubicBezTo>
                    <a:pt x="10224" y="21657"/>
                    <a:pt x="11812" y="17140"/>
                    <a:pt x="12419" y="14869"/>
                  </a:cubicBezTo>
                  <a:cubicBezTo>
                    <a:pt x="13072" y="12418"/>
                    <a:pt x="13725" y="8006"/>
                    <a:pt x="13725" y="8006"/>
                  </a:cubicBezTo>
                  <a:cubicBezTo>
                    <a:pt x="13725" y="8006"/>
                    <a:pt x="15849" y="4085"/>
                    <a:pt x="15685" y="2941"/>
                  </a:cubicBezTo>
                  <a:cubicBezTo>
                    <a:pt x="15636" y="2593"/>
                    <a:pt x="15435" y="2472"/>
                    <a:pt x="15180" y="2472"/>
                  </a:cubicBezTo>
                  <a:cubicBezTo>
                    <a:pt x="14595" y="2472"/>
                    <a:pt x="13725" y="3105"/>
                    <a:pt x="13725" y="3105"/>
                  </a:cubicBezTo>
                  <a:cubicBezTo>
                    <a:pt x="13725" y="3105"/>
                    <a:pt x="12908" y="0"/>
                    <a:pt x="1094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110"/>
            <p:cNvSpPr/>
            <p:nvPr/>
          </p:nvSpPr>
          <p:spPr>
            <a:xfrm>
              <a:off x="6710800" y="315188"/>
              <a:ext cx="396250" cy="325300"/>
            </a:xfrm>
            <a:custGeom>
              <a:avLst/>
              <a:gdLst/>
              <a:ahLst/>
              <a:cxnLst/>
              <a:rect l="l" t="t" r="r" b="b"/>
              <a:pathLst>
                <a:path w="15850" h="13012" extrusionOk="0">
                  <a:moveTo>
                    <a:pt x="10947" y="0"/>
                  </a:moveTo>
                  <a:cubicBezTo>
                    <a:pt x="8987" y="0"/>
                    <a:pt x="8823" y="1797"/>
                    <a:pt x="8823" y="1797"/>
                  </a:cubicBezTo>
                  <a:cubicBezTo>
                    <a:pt x="8823" y="1797"/>
                    <a:pt x="7464" y="333"/>
                    <a:pt x="6167" y="333"/>
                  </a:cubicBezTo>
                  <a:cubicBezTo>
                    <a:pt x="5843" y="333"/>
                    <a:pt x="5523" y="424"/>
                    <a:pt x="5229" y="653"/>
                  </a:cubicBezTo>
                  <a:cubicBezTo>
                    <a:pt x="3758" y="1797"/>
                    <a:pt x="3758" y="2777"/>
                    <a:pt x="3758" y="2777"/>
                  </a:cubicBezTo>
                  <a:cubicBezTo>
                    <a:pt x="3758" y="2777"/>
                    <a:pt x="2678" y="1697"/>
                    <a:pt x="1649" y="1697"/>
                  </a:cubicBezTo>
                  <a:cubicBezTo>
                    <a:pt x="1478" y="1697"/>
                    <a:pt x="1308" y="1727"/>
                    <a:pt x="1144" y="1797"/>
                  </a:cubicBezTo>
                  <a:cubicBezTo>
                    <a:pt x="0" y="2288"/>
                    <a:pt x="1634" y="6046"/>
                    <a:pt x="1634" y="6046"/>
                  </a:cubicBezTo>
                  <a:cubicBezTo>
                    <a:pt x="1634" y="6046"/>
                    <a:pt x="980" y="8823"/>
                    <a:pt x="1470" y="11928"/>
                  </a:cubicBezTo>
                  <a:cubicBezTo>
                    <a:pt x="1470" y="11928"/>
                    <a:pt x="1551" y="12341"/>
                    <a:pt x="1711" y="12997"/>
                  </a:cubicBezTo>
                  <a:cubicBezTo>
                    <a:pt x="2096" y="12871"/>
                    <a:pt x="2614" y="12528"/>
                    <a:pt x="2614" y="11602"/>
                  </a:cubicBezTo>
                  <a:cubicBezTo>
                    <a:pt x="2614" y="10131"/>
                    <a:pt x="1144" y="7680"/>
                    <a:pt x="4902" y="6373"/>
                  </a:cubicBezTo>
                  <a:cubicBezTo>
                    <a:pt x="5888" y="6030"/>
                    <a:pt x="6818" y="5889"/>
                    <a:pt x="7671" y="5889"/>
                  </a:cubicBezTo>
                  <a:cubicBezTo>
                    <a:pt x="10068" y="5889"/>
                    <a:pt x="11858" y="6999"/>
                    <a:pt x="12581" y="7843"/>
                  </a:cubicBezTo>
                  <a:cubicBezTo>
                    <a:pt x="13561" y="8987"/>
                    <a:pt x="12581" y="11274"/>
                    <a:pt x="12581" y="12255"/>
                  </a:cubicBezTo>
                  <a:cubicBezTo>
                    <a:pt x="12581" y="12469"/>
                    <a:pt x="12687" y="12733"/>
                    <a:pt x="12846" y="13011"/>
                  </a:cubicBezTo>
                  <a:cubicBezTo>
                    <a:pt x="13330" y="10672"/>
                    <a:pt x="13725" y="8006"/>
                    <a:pt x="13725" y="8006"/>
                  </a:cubicBezTo>
                  <a:cubicBezTo>
                    <a:pt x="13725" y="8006"/>
                    <a:pt x="15849" y="4085"/>
                    <a:pt x="15685" y="2941"/>
                  </a:cubicBezTo>
                  <a:cubicBezTo>
                    <a:pt x="15636" y="2593"/>
                    <a:pt x="15435" y="2472"/>
                    <a:pt x="15179" y="2472"/>
                  </a:cubicBezTo>
                  <a:cubicBezTo>
                    <a:pt x="14594" y="2472"/>
                    <a:pt x="13725" y="3105"/>
                    <a:pt x="13725" y="3105"/>
                  </a:cubicBezTo>
                  <a:cubicBezTo>
                    <a:pt x="13725" y="3105"/>
                    <a:pt x="12908" y="0"/>
                    <a:pt x="1094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110"/>
            <p:cNvSpPr/>
            <p:nvPr/>
          </p:nvSpPr>
          <p:spPr>
            <a:xfrm>
              <a:off x="6951825" y="556163"/>
              <a:ext cx="473850" cy="947050"/>
            </a:xfrm>
            <a:custGeom>
              <a:avLst/>
              <a:gdLst/>
              <a:ahLst/>
              <a:cxnLst/>
              <a:rect l="l" t="t" r="r" b="b"/>
              <a:pathLst>
                <a:path w="18954" h="37882" extrusionOk="0">
                  <a:moveTo>
                    <a:pt x="3920" y="1"/>
                  </a:moveTo>
                  <a:cubicBezTo>
                    <a:pt x="2778" y="1"/>
                    <a:pt x="2778" y="5230"/>
                    <a:pt x="2287" y="6374"/>
                  </a:cubicBezTo>
                  <a:cubicBezTo>
                    <a:pt x="1796" y="7517"/>
                    <a:pt x="0" y="9642"/>
                    <a:pt x="164" y="11275"/>
                  </a:cubicBezTo>
                  <a:cubicBezTo>
                    <a:pt x="326" y="12910"/>
                    <a:pt x="2940" y="16015"/>
                    <a:pt x="3594" y="17975"/>
                  </a:cubicBezTo>
                  <a:cubicBezTo>
                    <a:pt x="4247" y="19936"/>
                    <a:pt x="11110" y="34804"/>
                    <a:pt x="13725" y="36929"/>
                  </a:cubicBezTo>
                  <a:cubicBezTo>
                    <a:pt x="14553" y="37602"/>
                    <a:pt x="15316" y="37881"/>
                    <a:pt x="15982" y="37881"/>
                  </a:cubicBezTo>
                  <a:cubicBezTo>
                    <a:pt x="17418" y="37881"/>
                    <a:pt x="18404" y="36583"/>
                    <a:pt x="18626" y="35132"/>
                  </a:cubicBezTo>
                  <a:cubicBezTo>
                    <a:pt x="18954" y="33007"/>
                    <a:pt x="17157" y="29086"/>
                    <a:pt x="15032" y="26798"/>
                  </a:cubicBezTo>
                  <a:cubicBezTo>
                    <a:pt x="12908" y="24510"/>
                    <a:pt x="3758" y="11766"/>
                    <a:pt x="3758" y="11766"/>
                  </a:cubicBezTo>
                  <a:cubicBezTo>
                    <a:pt x="3758" y="11766"/>
                    <a:pt x="5881" y="6701"/>
                    <a:pt x="5719" y="4740"/>
                  </a:cubicBezTo>
                  <a:cubicBezTo>
                    <a:pt x="5555" y="2779"/>
                    <a:pt x="3920" y="1"/>
                    <a:pt x="392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110"/>
            <p:cNvSpPr/>
            <p:nvPr/>
          </p:nvSpPr>
          <p:spPr>
            <a:xfrm>
              <a:off x="6077625" y="2376513"/>
              <a:ext cx="359025" cy="183500"/>
            </a:xfrm>
            <a:custGeom>
              <a:avLst/>
              <a:gdLst/>
              <a:ahLst/>
              <a:cxnLst/>
              <a:rect l="l" t="t" r="r" b="b"/>
              <a:pathLst>
                <a:path w="14361" h="7340" extrusionOk="0">
                  <a:moveTo>
                    <a:pt x="9385" y="1"/>
                  </a:moveTo>
                  <a:cubicBezTo>
                    <a:pt x="8065" y="1"/>
                    <a:pt x="6863" y="184"/>
                    <a:pt x="6372" y="552"/>
                  </a:cubicBezTo>
                  <a:cubicBezTo>
                    <a:pt x="6372" y="552"/>
                    <a:pt x="1" y="5617"/>
                    <a:pt x="981" y="7088"/>
                  </a:cubicBezTo>
                  <a:cubicBezTo>
                    <a:pt x="1097" y="7262"/>
                    <a:pt x="1371" y="7340"/>
                    <a:pt x="1765" y="7340"/>
                  </a:cubicBezTo>
                  <a:cubicBezTo>
                    <a:pt x="4714" y="7340"/>
                    <a:pt x="14361" y="2974"/>
                    <a:pt x="14216" y="1532"/>
                  </a:cubicBezTo>
                  <a:cubicBezTo>
                    <a:pt x="14114" y="511"/>
                    <a:pt x="11586" y="1"/>
                    <a:pt x="93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110"/>
            <p:cNvSpPr/>
            <p:nvPr/>
          </p:nvSpPr>
          <p:spPr>
            <a:xfrm>
              <a:off x="7013075" y="2297538"/>
              <a:ext cx="404425" cy="276625"/>
            </a:xfrm>
            <a:custGeom>
              <a:avLst/>
              <a:gdLst/>
              <a:ahLst/>
              <a:cxnLst/>
              <a:rect l="l" t="t" r="r" b="b"/>
              <a:pathLst>
                <a:path w="16177" h="11065" extrusionOk="0">
                  <a:moveTo>
                    <a:pt x="4279" y="1"/>
                  </a:moveTo>
                  <a:cubicBezTo>
                    <a:pt x="4017" y="1"/>
                    <a:pt x="3735" y="37"/>
                    <a:pt x="3431" y="117"/>
                  </a:cubicBezTo>
                  <a:cubicBezTo>
                    <a:pt x="326" y="934"/>
                    <a:pt x="490" y="2894"/>
                    <a:pt x="490" y="2894"/>
                  </a:cubicBezTo>
                  <a:lnTo>
                    <a:pt x="0" y="4529"/>
                  </a:lnTo>
                  <a:cubicBezTo>
                    <a:pt x="0" y="4529"/>
                    <a:pt x="6046" y="11064"/>
                    <a:pt x="11111" y="11064"/>
                  </a:cubicBezTo>
                  <a:cubicBezTo>
                    <a:pt x="16176" y="11064"/>
                    <a:pt x="7353" y="3058"/>
                    <a:pt x="7353" y="3058"/>
                  </a:cubicBezTo>
                  <a:cubicBezTo>
                    <a:pt x="7353" y="3058"/>
                    <a:pt x="6688" y="1"/>
                    <a:pt x="42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110"/>
            <p:cNvSpPr/>
            <p:nvPr/>
          </p:nvSpPr>
          <p:spPr>
            <a:xfrm>
              <a:off x="5971425" y="1432038"/>
              <a:ext cx="1658500" cy="995100"/>
            </a:xfrm>
            <a:custGeom>
              <a:avLst/>
              <a:gdLst/>
              <a:ahLst/>
              <a:cxnLst/>
              <a:rect l="l" t="t" r="r" b="b"/>
              <a:pathLst>
                <a:path w="66340" h="39804" extrusionOk="0">
                  <a:moveTo>
                    <a:pt x="31712" y="0"/>
                  </a:moveTo>
                  <a:cubicBezTo>
                    <a:pt x="27470" y="0"/>
                    <a:pt x="23569" y="414"/>
                    <a:pt x="18790" y="1241"/>
                  </a:cubicBezTo>
                  <a:cubicBezTo>
                    <a:pt x="10294" y="2710"/>
                    <a:pt x="981" y="6306"/>
                    <a:pt x="490" y="8757"/>
                  </a:cubicBezTo>
                  <a:cubicBezTo>
                    <a:pt x="0" y="11208"/>
                    <a:pt x="10458" y="33920"/>
                    <a:pt x="10458" y="33920"/>
                  </a:cubicBezTo>
                  <a:cubicBezTo>
                    <a:pt x="10458" y="33920"/>
                    <a:pt x="9640" y="35390"/>
                    <a:pt x="9640" y="36698"/>
                  </a:cubicBezTo>
                  <a:cubicBezTo>
                    <a:pt x="9640" y="38005"/>
                    <a:pt x="9804" y="38985"/>
                    <a:pt x="9804" y="38985"/>
                  </a:cubicBezTo>
                  <a:lnTo>
                    <a:pt x="18464" y="39311"/>
                  </a:lnTo>
                  <a:cubicBezTo>
                    <a:pt x="18464" y="39311"/>
                    <a:pt x="18790" y="38169"/>
                    <a:pt x="18790" y="35881"/>
                  </a:cubicBezTo>
                  <a:cubicBezTo>
                    <a:pt x="18790" y="33593"/>
                    <a:pt x="17319" y="30161"/>
                    <a:pt x="17319" y="30161"/>
                  </a:cubicBezTo>
                  <a:lnTo>
                    <a:pt x="12745" y="14476"/>
                  </a:lnTo>
                  <a:cubicBezTo>
                    <a:pt x="12745" y="14476"/>
                    <a:pt x="26307" y="9083"/>
                    <a:pt x="31372" y="9083"/>
                  </a:cubicBezTo>
                  <a:cubicBezTo>
                    <a:pt x="36437" y="9083"/>
                    <a:pt x="51797" y="13495"/>
                    <a:pt x="51797" y="13495"/>
                  </a:cubicBezTo>
                  <a:cubicBezTo>
                    <a:pt x="51797" y="13495"/>
                    <a:pt x="43136" y="32613"/>
                    <a:pt x="42647" y="34247"/>
                  </a:cubicBezTo>
                  <a:cubicBezTo>
                    <a:pt x="42156" y="35882"/>
                    <a:pt x="40686" y="36044"/>
                    <a:pt x="41175" y="37025"/>
                  </a:cubicBezTo>
                  <a:cubicBezTo>
                    <a:pt x="41666" y="38005"/>
                    <a:pt x="41666" y="39149"/>
                    <a:pt x="41666" y="39149"/>
                  </a:cubicBezTo>
                  <a:cubicBezTo>
                    <a:pt x="41666" y="39149"/>
                    <a:pt x="46404" y="37679"/>
                    <a:pt x="47059" y="37679"/>
                  </a:cubicBezTo>
                  <a:cubicBezTo>
                    <a:pt x="47712" y="37679"/>
                    <a:pt x="50817" y="39803"/>
                    <a:pt x="50817" y="39803"/>
                  </a:cubicBezTo>
                  <a:cubicBezTo>
                    <a:pt x="50817" y="39803"/>
                    <a:pt x="55391" y="28365"/>
                    <a:pt x="58006" y="25097"/>
                  </a:cubicBezTo>
                  <a:cubicBezTo>
                    <a:pt x="60620" y="21829"/>
                    <a:pt x="66340" y="10065"/>
                    <a:pt x="65521" y="7450"/>
                  </a:cubicBezTo>
                  <a:cubicBezTo>
                    <a:pt x="64705" y="4836"/>
                    <a:pt x="63724" y="3854"/>
                    <a:pt x="61274" y="3691"/>
                  </a:cubicBezTo>
                  <a:cubicBezTo>
                    <a:pt x="61274" y="3691"/>
                    <a:pt x="52614" y="1894"/>
                    <a:pt x="42810" y="751"/>
                  </a:cubicBezTo>
                  <a:cubicBezTo>
                    <a:pt x="38520" y="251"/>
                    <a:pt x="35013" y="0"/>
                    <a:pt x="317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110"/>
            <p:cNvSpPr/>
            <p:nvPr/>
          </p:nvSpPr>
          <p:spPr>
            <a:xfrm>
              <a:off x="6269600" y="1149063"/>
              <a:ext cx="204275" cy="224425"/>
            </a:xfrm>
            <a:custGeom>
              <a:avLst/>
              <a:gdLst/>
              <a:ahLst/>
              <a:cxnLst/>
              <a:rect l="l" t="t" r="r" b="b"/>
              <a:pathLst>
                <a:path w="8171" h="8977" extrusionOk="0">
                  <a:moveTo>
                    <a:pt x="5186" y="0"/>
                  </a:moveTo>
                  <a:cubicBezTo>
                    <a:pt x="4457" y="0"/>
                    <a:pt x="3680" y="549"/>
                    <a:pt x="2616" y="1612"/>
                  </a:cubicBezTo>
                  <a:cubicBezTo>
                    <a:pt x="2616" y="1612"/>
                    <a:pt x="1" y="5697"/>
                    <a:pt x="1963" y="7494"/>
                  </a:cubicBezTo>
                  <a:cubicBezTo>
                    <a:pt x="3041" y="8483"/>
                    <a:pt x="4416" y="8977"/>
                    <a:pt x="5544" y="8977"/>
                  </a:cubicBezTo>
                  <a:cubicBezTo>
                    <a:pt x="6466" y="8977"/>
                    <a:pt x="7224" y="8646"/>
                    <a:pt x="7518" y="7984"/>
                  </a:cubicBezTo>
                  <a:cubicBezTo>
                    <a:pt x="8171" y="6514"/>
                    <a:pt x="8008" y="2102"/>
                    <a:pt x="6701" y="794"/>
                  </a:cubicBezTo>
                  <a:cubicBezTo>
                    <a:pt x="6167" y="261"/>
                    <a:pt x="5688" y="0"/>
                    <a:pt x="51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110"/>
            <p:cNvSpPr/>
            <p:nvPr/>
          </p:nvSpPr>
          <p:spPr>
            <a:xfrm>
              <a:off x="6388125" y="1164863"/>
              <a:ext cx="103175" cy="187725"/>
            </a:xfrm>
            <a:custGeom>
              <a:avLst/>
              <a:gdLst/>
              <a:ahLst/>
              <a:cxnLst/>
              <a:rect l="l" t="t" r="r" b="b"/>
              <a:pathLst>
                <a:path w="4127" h="7509" extrusionOk="0">
                  <a:moveTo>
                    <a:pt x="652" y="0"/>
                  </a:moveTo>
                  <a:lnTo>
                    <a:pt x="172" y="5305"/>
                  </a:lnTo>
                  <a:cubicBezTo>
                    <a:pt x="0" y="6469"/>
                    <a:pt x="906" y="7509"/>
                    <a:pt x="2074" y="7509"/>
                  </a:cubicBezTo>
                  <a:cubicBezTo>
                    <a:pt x="2098" y="7509"/>
                    <a:pt x="2123" y="7508"/>
                    <a:pt x="2148" y="7507"/>
                  </a:cubicBezTo>
                  <a:cubicBezTo>
                    <a:pt x="3277" y="7466"/>
                    <a:pt x="4127" y="6466"/>
                    <a:pt x="3988" y="5344"/>
                  </a:cubicBezTo>
                  <a:lnTo>
                    <a:pt x="3593" y="164"/>
                  </a:lnTo>
                  <a:lnTo>
                    <a:pt x="6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110"/>
            <p:cNvSpPr/>
            <p:nvPr/>
          </p:nvSpPr>
          <p:spPr>
            <a:xfrm>
              <a:off x="6355400" y="1126538"/>
              <a:ext cx="142575" cy="137150"/>
            </a:xfrm>
            <a:custGeom>
              <a:avLst/>
              <a:gdLst/>
              <a:ahLst/>
              <a:cxnLst/>
              <a:rect l="l" t="t" r="r" b="b"/>
              <a:pathLst>
                <a:path w="5703" h="5486" extrusionOk="0">
                  <a:moveTo>
                    <a:pt x="3685" y="1"/>
                  </a:moveTo>
                  <a:cubicBezTo>
                    <a:pt x="2186" y="1"/>
                    <a:pt x="1" y="2186"/>
                    <a:pt x="1" y="2186"/>
                  </a:cubicBezTo>
                  <a:lnTo>
                    <a:pt x="654" y="3003"/>
                  </a:lnTo>
                  <a:lnTo>
                    <a:pt x="2451" y="2350"/>
                  </a:lnTo>
                  <a:cubicBezTo>
                    <a:pt x="2451" y="2350"/>
                    <a:pt x="2778" y="4964"/>
                    <a:pt x="4249" y="5454"/>
                  </a:cubicBezTo>
                  <a:cubicBezTo>
                    <a:pt x="4313" y="5476"/>
                    <a:pt x="4374" y="5486"/>
                    <a:pt x="4431" y="5486"/>
                  </a:cubicBezTo>
                  <a:cubicBezTo>
                    <a:pt x="5702" y="5486"/>
                    <a:pt x="5492" y="531"/>
                    <a:pt x="4086" y="62"/>
                  </a:cubicBezTo>
                  <a:cubicBezTo>
                    <a:pt x="3960" y="20"/>
                    <a:pt x="3825" y="1"/>
                    <a:pt x="36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2" name="Google Shape;4432;p110"/>
          <p:cNvGrpSpPr/>
          <p:nvPr/>
        </p:nvGrpSpPr>
        <p:grpSpPr>
          <a:xfrm>
            <a:off x="6820782" y="3060846"/>
            <a:ext cx="561542" cy="1613692"/>
            <a:chOff x="13172200" y="-1639175"/>
            <a:chExt cx="876725" cy="2519425"/>
          </a:xfrm>
        </p:grpSpPr>
        <p:sp>
          <p:nvSpPr>
            <p:cNvPr id="4433" name="Google Shape;4433;p110"/>
            <p:cNvSpPr/>
            <p:nvPr/>
          </p:nvSpPr>
          <p:spPr>
            <a:xfrm>
              <a:off x="13253400" y="139225"/>
              <a:ext cx="303125" cy="741025"/>
            </a:xfrm>
            <a:custGeom>
              <a:avLst/>
              <a:gdLst/>
              <a:ahLst/>
              <a:cxnLst/>
              <a:rect l="l" t="t" r="r" b="b"/>
              <a:pathLst>
                <a:path w="12125" h="29641" extrusionOk="0">
                  <a:moveTo>
                    <a:pt x="4916" y="1"/>
                  </a:moveTo>
                  <a:lnTo>
                    <a:pt x="9205" y="25644"/>
                  </a:lnTo>
                  <a:lnTo>
                    <a:pt x="7722" y="27425"/>
                  </a:lnTo>
                  <a:cubicBezTo>
                    <a:pt x="7722" y="27425"/>
                    <a:pt x="6500" y="27222"/>
                    <a:pt x="5007" y="27222"/>
                  </a:cubicBezTo>
                  <a:cubicBezTo>
                    <a:pt x="3142" y="27222"/>
                    <a:pt x="853" y="27539"/>
                    <a:pt x="1" y="28963"/>
                  </a:cubicBezTo>
                  <a:cubicBezTo>
                    <a:pt x="2301" y="29515"/>
                    <a:pt x="5696" y="29640"/>
                    <a:pt x="8309" y="29640"/>
                  </a:cubicBezTo>
                  <a:cubicBezTo>
                    <a:pt x="10489" y="29640"/>
                    <a:pt x="12125" y="29553"/>
                    <a:pt x="12125" y="29553"/>
                  </a:cubicBezTo>
                  <a:lnTo>
                    <a:pt x="11514" y="25489"/>
                  </a:lnTo>
                  <a:lnTo>
                    <a:pt x="12125" y="715"/>
                  </a:lnTo>
                  <a:lnTo>
                    <a:pt x="491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110"/>
            <p:cNvSpPr/>
            <p:nvPr/>
          </p:nvSpPr>
          <p:spPr>
            <a:xfrm>
              <a:off x="13616825" y="139225"/>
              <a:ext cx="303100" cy="741025"/>
            </a:xfrm>
            <a:custGeom>
              <a:avLst/>
              <a:gdLst/>
              <a:ahLst/>
              <a:cxnLst/>
              <a:rect l="l" t="t" r="r" b="b"/>
              <a:pathLst>
                <a:path w="12124" h="29641" extrusionOk="0">
                  <a:moveTo>
                    <a:pt x="7209" y="1"/>
                  </a:moveTo>
                  <a:lnTo>
                    <a:pt x="0" y="715"/>
                  </a:lnTo>
                  <a:lnTo>
                    <a:pt x="611" y="25489"/>
                  </a:lnTo>
                  <a:lnTo>
                    <a:pt x="0" y="29553"/>
                  </a:lnTo>
                  <a:cubicBezTo>
                    <a:pt x="0" y="29553"/>
                    <a:pt x="1636" y="29640"/>
                    <a:pt x="3816" y="29640"/>
                  </a:cubicBezTo>
                  <a:cubicBezTo>
                    <a:pt x="6428" y="29640"/>
                    <a:pt x="9823" y="29515"/>
                    <a:pt x="12123" y="28963"/>
                  </a:cubicBezTo>
                  <a:cubicBezTo>
                    <a:pt x="11272" y="27539"/>
                    <a:pt x="8985" y="27223"/>
                    <a:pt x="7120" y="27223"/>
                  </a:cubicBezTo>
                  <a:cubicBezTo>
                    <a:pt x="5626" y="27223"/>
                    <a:pt x="4403" y="27426"/>
                    <a:pt x="4403" y="27426"/>
                  </a:cubicBezTo>
                  <a:lnTo>
                    <a:pt x="2920" y="25644"/>
                  </a:lnTo>
                  <a:lnTo>
                    <a:pt x="7209"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110"/>
            <p:cNvSpPr/>
            <p:nvPr/>
          </p:nvSpPr>
          <p:spPr>
            <a:xfrm>
              <a:off x="13253425" y="819925"/>
              <a:ext cx="303100" cy="60325"/>
            </a:xfrm>
            <a:custGeom>
              <a:avLst/>
              <a:gdLst/>
              <a:ahLst/>
              <a:cxnLst/>
              <a:rect l="l" t="t" r="r" b="b"/>
              <a:pathLst>
                <a:path w="12124" h="2413" extrusionOk="0">
                  <a:moveTo>
                    <a:pt x="4625" y="0"/>
                  </a:moveTo>
                  <a:cubicBezTo>
                    <a:pt x="2840" y="43"/>
                    <a:pt x="796" y="406"/>
                    <a:pt x="1" y="1735"/>
                  </a:cubicBezTo>
                  <a:cubicBezTo>
                    <a:pt x="2301" y="2287"/>
                    <a:pt x="5696" y="2412"/>
                    <a:pt x="8308" y="2412"/>
                  </a:cubicBezTo>
                  <a:cubicBezTo>
                    <a:pt x="10488" y="2412"/>
                    <a:pt x="12124" y="2325"/>
                    <a:pt x="12124" y="2325"/>
                  </a:cubicBezTo>
                  <a:lnTo>
                    <a:pt x="11820" y="301"/>
                  </a:lnTo>
                  <a:cubicBezTo>
                    <a:pt x="11509" y="453"/>
                    <a:pt x="11215" y="636"/>
                    <a:pt x="10939" y="846"/>
                  </a:cubicBezTo>
                  <a:cubicBezTo>
                    <a:pt x="10774" y="971"/>
                    <a:pt x="10609" y="1108"/>
                    <a:pt x="10411" y="1172"/>
                  </a:cubicBezTo>
                  <a:cubicBezTo>
                    <a:pt x="10279" y="1215"/>
                    <a:pt x="10140" y="1224"/>
                    <a:pt x="10001" y="1224"/>
                  </a:cubicBezTo>
                  <a:cubicBezTo>
                    <a:pt x="9956" y="1224"/>
                    <a:pt x="9912" y="1223"/>
                    <a:pt x="9867" y="1222"/>
                  </a:cubicBezTo>
                  <a:lnTo>
                    <a:pt x="6837" y="1157"/>
                  </a:lnTo>
                  <a:cubicBezTo>
                    <a:pt x="6709" y="1154"/>
                    <a:pt x="6577" y="1151"/>
                    <a:pt x="6456" y="1107"/>
                  </a:cubicBezTo>
                  <a:cubicBezTo>
                    <a:pt x="6325" y="1061"/>
                    <a:pt x="6215" y="971"/>
                    <a:pt x="6105" y="885"/>
                  </a:cubicBezTo>
                  <a:cubicBezTo>
                    <a:pt x="5648" y="532"/>
                    <a:pt x="5151" y="235"/>
                    <a:pt x="462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110"/>
            <p:cNvSpPr/>
            <p:nvPr/>
          </p:nvSpPr>
          <p:spPr>
            <a:xfrm>
              <a:off x="13616825" y="819900"/>
              <a:ext cx="303100" cy="60350"/>
            </a:xfrm>
            <a:custGeom>
              <a:avLst/>
              <a:gdLst/>
              <a:ahLst/>
              <a:cxnLst/>
              <a:rect l="l" t="t" r="r" b="b"/>
              <a:pathLst>
                <a:path w="12124" h="2414" extrusionOk="0">
                  <a:moveTo>
                    <a:pt x="7499" y="0"/>
                  </a:moveTo>
                  <a:cubicBezTo>
                    <a:pt x="6972" y="236"/>
                    <a:pt x="6476" y="533"/>
                    <a:pt x="6019" y="886"/>
                  </a:cubicBezTo>
                  <a:cubicBezTo>
                    <a:pt x="5910" y="971"/>
                    <a:pt x="5800" y="1062"/>
                    <a:pt x="5668" y="1108"/>
                  </a:cubicBezTo>
                  <a:cubicBezTo>
                    <a:pt x="5547" y="1152"/>
                    <a:pt x="5415" y="1155"/>
                    <a:pt x="5287" y="1157"/>
                  </a:cubicBezTo>
                  <a:lnTo>
                    <a:pt x="2257" y="1223"/>
                  </a:lnTo>
                  <a:cubicBezTo>
                    <a:pt x="2212" y="1224"/>
                    <a:pt x="2168" y="1225"/>
                    <a:pt x="2123" y="1225"/>
                  </a:cubicBezTo>
                  <a:cubicBezTo>
                    <a:pt x="1984" y="1225"/>
                    <a:pt x="1845" y="1216"/>
                    <a:pt x="1713" y="1173"/>
                  </a:cubicBezTo>
                  <a:cubicBezTo>
                    <a:pt x="1515" y="1109"/>
                    <a:pt x="1350" y="972"/>
                    <a:pt x="1185" y="847"/>
                  </a:cubicBezTo>
                  <a:cubicBezTo>
                    <a:pt x="909" y="637"/>
                    <a:pt x="614" y="454"/>
                    <a:pt x="304" y="302"/>
                  </a:cubicBezTo>
                  <a:lnTo>
                    <a:pt x="0" y="2326"/>
                  </a:lnTo>
                  <a:cubicBezTo>
                    <a:pt x="0" y="2326"/>
                    <a:pt x="1635" y="2413"/>
                    <a:pt x="3815" y="2413"/>
                  </a:cubicBezTo>
                  <a:cubicBezTo>
                    <a:pt x="6428" y="2413"/>
                    <a:pt x="9823" y="2288"/>
                    <a:pt x="12123" y="1736"/>
                  </a:cubicBezTo>
                  <a:cubicBezTo>
                    <a:pt x="11328" y="407"/>
                    <a:pt x="9285" y="44"/>
                    <a:pt x="749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110"/>
            <p:cNvSpPr/>
            <p:nvPr/>
          </p:nvSpPr>
          <p:spPr>
            <a:xfrm>
              <a:off x="13188425" y="-1639175"/>
              <a:ext cx="789075" cy="830450"/>
            </a:xfrm>
            <a:custGeom>
              <a:avLst/>
              <a:gdLst/>
              <a:ahLst/>
              <a:cxnLst/>
              <a:rect l="l" t="t" r="r" b="b"/>
              <a:pathLst>
                <a:path w="31563" h="33218" extrusionOk="0">
                  <a:moveTo>
                    <a:pt x="15928" y="1"/>
                  </a:moveTo>
                  <a:cubicBezTo>
                    <a:pt x="14681" y="1"/>
                    <a:pt x="13404" y="256"/>
                    <a:pt x="12250" y="558"/>
                  </a:cubicBezTo>
                  <a:cubicBezTo>
                    <a:pt x="10730" y="954"/>
                    <a:pt x="9281" y="1913"/>
                    <a:pt x="8368" y="3214"/>
                  </a:cubicBezTo>
                  <a:cubicBezTo>
                    <a:pt x="7921" y="3852"/>
                    <a:pt x="7621" y="4583"/>
                    <a:pt x="7385" y="5326"/>
                  </a:cubicBezTo>
                  <a:cubicBezTo>
                    <a:pt x="6653" y="7632"/>
                    <a:pt x="7288" y="10649"/>
                    <a:pt x="5095" y="12310"/>
                  </a:cubicBezTo>
                  <a:cubicBezTo>
                    <a:pt x="4600" y="12685"/>
                    <a:pt x="4018" y="12922"/>
                    <a:pt x="3479" y="13231"/>
                  </a:cubicBezTo>
                  <a:cubicBezTo>
                    <a:pt x="1604" y="14306"/>
                    <a:pt x="298" y="16320"/>
                    <a:pt x="83" y="18472"/>
                  </a:cubicBezTo>
                  <a:cubicBezTo>
                    <a:pt x="0" y="19294"/>
                    <a:pt x="85" y="20180"/>
                    <a:pt x="579" y="20842"/>
                  </a:cubicBezTo>
                  <a:cubicBezTo>
                    <a:pt x="1052" y="21479"/>
                    <a:pt x="1855" y="21850"/>
                    <a:pt x="2203" y="22563"/>
                  </a:cubicBezTo>
                  <a:cubicBezTo>
                    <a:pt x="2702" y="23591"/>
                    <a:pt x="2051" y="24766"/>
                    <a:pt x="1725" y="25861"/>
                  </a:cubicBezTo>
                  <a:cubicBezTo>
                    <a:pt x="1274" y="27377"/>
                    <a:pt x="1485" y="29078"/>
                    <a:pt x="2296" y="30437"/>
                  </a:cubicBezTo>
                  <a:cubicBezTo>
                    <a:pt x="3106" y="31795"/>
                    <a:pt x="4503" y="32791"/>
                    <a:pt x="6050" y="33115"/>
                  </a:cubicBezTo>
                  <a:cubicBezTo>
                    <a:pt x="6366" y="33181"/>
                    <a:pt x="6693" y="33217"/>
                    <a:pt x="7018" y="33217"/>
                  </a:cubicBezTo>
                  <a:cubicBezTo>
                    <a:pt x="7683" y="33217"/>
                    <a:pt x="8341" y="33064"/>
                    <a:pt x="8885" y="32690"/>
                  </a:cubicBezTo>
                  <a:lnTo>
                    <a:pt x="25454" y="31082"/>
                  </a:lnTo>
                  <a:cubicBezTo>
                    <a:pt x="27093" y="30405"/>
                    <a:pt x="28792" y="29683"/>
                    <a:pt x="29958" y="28347"/>
                  </a:cubicBezTo>
                  <a:cubicBezTo>
                    <a:pt x="31122" y="27010"/>
                    <a:pt x="31563" y="24862"/>
                    <a:pt x="30464" y="23471"/>
                  </a:cubicBezTo>
                  <a:cubicBezTo>
                    <a:pt x="29893" y="22749"/>
                    <a:pt x="28933" y="22203"/>
                    <a:pt x="28880" y="21284"/>
                  </a:cubicBezTo>
                  <a:cubicBezTo>
                    <a:pt x="28832" y="20442"/>
                    <a:pt x="29581" y="19806"/>
                    <a:pt x="30106" y="19146"/>
                  </a:cubicBezTo>
                  <a:cubicBezTo>
                    <a:pt x="30892" y="18163"/>
                    <a:pt x="31258" y="16855"/>
                    <a:pt x="31099" y="15607"/>
                  </a:cubicBezTo>
                  <a:cubicBezTo>
                    <a:pt x="30796" y="13233"/>
                    <a:pt x="28784" y="11960"/>
                    <a:pt x="26763" y="11075"/>
                  </a:cubicBezTo>
                  <a:cubicBezTo>
                    <a:pt x="26259" y="10854"/>
                    <a:pt x="25734" y="10650"/>
                    <a:pt x="25312" y="10297"/>
                  </a:cubicBezTo>
                  <a:cubicBezTo>
                    <a:pt x="23939" y="9150"/>
                    <a:pt x="24409" y="7378"/>
                    <a:pt x="23924" y="5868"/>
                  </a:cubicBezTo>
                  <a:cubicBezTo>
                    <a:pt x="23460" y="4424"/>
                    <a:pt x="22921" y="2674"/>
                    <a:pt x="21628" y="1741"/>
                  </a:cubicBezTo>
                  <a:cubicBezTo>
                    <a:pt x="20477" y="911"/>
                    <a:pt x="19037" y="534"/>
                    <a:pt x="17681" y="199"/>
                  </a:cubicBezTo>
                  <a:cubicBezTo>
                    <a:pt x="17115" y="59"/>
                    <a:pt x="16525" y="1"/>
                    <a:pt x="159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110"/>
            <p:cNvSpPr/>
            <p:nvPr/>
          </p:nvSpPr>
          <p:spPr>
            <a:xfrm>
              <a:off x="13225750" y="-1078650"/>
              <a:ext cx="702625" cy="454800"/>
            </a:xfrm>
            <a:custGeom>
              <a:avLst/>
              <a:gdLst/>
              <a:ahLst/>
              <a:cxnLst/>
              <a:rect l="l" t="t" r="r" b="b"/>
              <a:pathLst>
                <a:path w="28105" h="18192" extrusionOk="0">
                  <a:moveTo>
                    <a:pt x="14485" y="0"/>
                  </a:moveTo>
                  <a:lnTo>
                    <a:pt x="12436" y="285"/>
                  </a:lnTo>
                  <a:cubicBezTo>
                    <a:pt x="12436" y="285"/>
                    <a:pt x="5495" y="2224"/>
                    <a:pt x="4655" y="3772"/>
                  </a:cubicBezTo>
                  <a:cubicBezTo>
                    <a:pt x="3814" y="5322"/>
                    <a:pt x="1" y="14307"/>
                    <a:pt x="231" y="15080"/>
                  </a:cubicBezTo>
                  <a:cubicBezTo>
                    <a:pt x="460" y="15854"/>
                    <a:pt x="5427" y="15929"/>
                    <a:pt x="5427" y="15929"/>
                  </a:cubicBezTo>
                  <a:lnTo>
                    <a:pt x="7381" y="9198"/>
                  </a:lnTo>
                  <a:lnTo>
                    <a:pt x="8683" y="17951"/>
                  </a:lnTo>
                  <a:lnTo>
                    <a:pt x="8619" y="18098"/>
                  </a:lnTo>
                  <a:lnTo>
                    <a:pt x="8705" y="18099"/>
                  </a:lnTo>
                  <a:lnTo>
                    <a:pt x="8719" y="18191"/>
                  </a:lnTo>
                  <a:lnTo>
                    <a:pt x="14432" y="18145"/>
                  </a:lnTo>
                  <a:lnTo>
                    <a:pt x="20146" y="18191"/>
                  </a:lnTo>
                  <a:lnTo>
                    <a:pt x="20159" y="18099"/>
                  </a:lnTo>
                  <a:lnTo>
                    <a:pt x="20245" y="18098"/>
                  </a:lnTo>
                  <a:lnTo>
                    <a:pt x="20182" y="17951"/>
                  </a:lnTo>
                  <a:lnTo>
                    <a:pt x="21484" y="9198"/>
                  </a:lnTo>
                  <a:lnTo>
                    <a:pt x="22678" y="14116"/>
                  </a:lnTo>
                  <a:cubicBezTo>
                    <a:pt x="22678" y="14116"/>
                    <a:pt x="27644" y="14040"/>
                    <a:pt x="27875" y="13266"/>
                  </a:cubicBezTo>
                  <a:cubicBezTo>
                    <a:pt x="28105" y="12493"/>
                    <a:pt x="25050" y="5322"/>
                    <a:pt x="24210" y="3772"/>
                  </a:cubicBezTo>
                  <a:cubicBezTo>
                    <a:pt x="23369" y="2224"/>
                    <a:pt x="16429" y="285"/>
                    <a:pt x="16429" y="285"/>
                  </a:cubicBezTo>
                  <a:lnTo>
                    <a:pt x="1448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110"/>
            <p:cNvSpPr/>
            <p:nvPr/>
          </p:nvSpPr>
          <p:spPr>
            <a:xfrm>
              <a:off x="13172225" y="-1046975"/>
              <a:ext cx="876700" cy="1237650"/>
            </a:xfrm>
            <a:custGeom>
              <a:avLst/>
              <a:gdLst/>
              <a:ahLst/>
              <a:cxnLst/>
              <a:rect l="l" t="t" r="r" b="b"/>
              <a:pathLst>
                <a:path w="35068" h="49506" extrusionOk="0">
                  <a:moveTo>
                    <a:pt x="21649" y="1"/>
                  </a:moveTo>
                  <a:lnTo>
                    <a:pt x="21811" y="7378"/>
                  </a:lnTo>
                  <a:lnTo>
                    <a:pt x="11378" y="7330"/>
                  </a:lnTo>
                  <a:lnTo>
                    <a:pt x="11229" y="130"/>
                  </a:lnTo>
                  <a:lnTo>
                    <a:pt x="10486" y="376"/>
                  </a:lnTo>
                  <a:lnTo>
                    <a:pt x="9718" y="9243"/>
                  </a:lnTo>
                  <a:cubicBezTo>
                    <a:pt x="9718" y="9243"/>
                    <a:pt x="10687" y="16876"/>
                    <a:pt x="10905" y="17336"/>
                  </a:cubicBezTo>
                  <a:cubicBezTo>
                    <a:pt x="8683" y="21467"/>
                    <a:pt x="2514" y="33694"/>
                    <a:pt x="1" y="46526"/>
                  </a:cubicBezTo>
                  <a:cubicBezTo>
                    <a:pt x="4935" y="48590"/>
                    <a:pt x="11848" y="49505"/>
                    <a:pt x="18448" y="49505"/>
                  </a:cubicBezTo>
                  <a:cubicBezTo>
                    <a:pt x="25077" y="49505"/>
                    <a:pt x="31391" y="48582"/>
                    <a:pt x="35068" y="46969"/>
                  </a:cubicBezTo>
                  <a:cubicBezTo>
                    <a:pt x="31831" y="35996"/>
                    <a:pt x="30940" y="30667"/>
                    <a:pt x="22422" y="16515"/>
                  </a:cubicBezTo>
                  <a:lnTo>
                    <a:pt x="23269" y="8964"/>
                  </a:lnTo>
                  <a:lnTo>
                    <a:pt x="22662" y="376"/>
                  </a:lnTo>
                  <a:lnTo>
                    <a:pt x="216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110"/>
            <p:cNvSpPr/>
            <p:nvPr/>
          </p:nvSpPr>
          <p:spPr>
            <a:xfrm>
              <a:off x="13172200" y="57175"/>
              <a:ext cx="876725" cy="133500"/>
            </a:xfrm>
            <a:custGeom>
              <a:avLst/>
              <a:gdLst/>
              <a:ahLst/>
              <a:cxnLst/>
              <a:rect l="l" t="t" r="r" b="b"/>
              <a:pathLst>
                <a:path w="35069" h="5340" extrusionOk="0">
                  <a:moveTo>
                    <a:pt x="505" y="1"/>
                  </a:moveTo>
                  <a:cubicBezTo>
                    <a:pt x="324" y="783"/>
                    <a:pt x="157" y="1570"/>
                    <a:pt x="1" y="2360"/>
                  </a:cubicBezTo>
                  <a:cubicBezTo>
                    <a:pt x="4936" y="4424"/>
                    <a:pt x="11848" y="5339"/>
                    <a:pt x="18448" y="5339"/>
                  </a:cubicBezTo>
                  <a:cubicBezTo>
                    <a:pt x="25078" y="5339"/>
                    <a:pt x="31392" y="4416"/>
                    <a:pt x="35069" y="2803"/>
                  </a:cubicBezTo>
                  <a:cubicBezTo>
                    <a:pt x="34795" y="1876"/>
                    <a:pt x="34538" y="991"/>
                    <a:pt x="34293" y="137"/>
                  </a:cubicBezTo>
                  <a:cubicBezTo>
                    <a:pt x="30701" y="1547"/>
                    <a:pt x="26880" y="2397"/>
                    <a:pt x="23032" y="2742"/>
                  </a:cubicBezTo>
                  <a:cubicBezTo>
                    <a:pt x="21612" y="2869"/>
                    <a:pt x="20189" y="2929"/>
                    <a:pt x="18765" y="2929"/>
                  </a:cubicBezTo>
                  <a:cubicBezTo>
                    <a:pt x="14241" y="2929"/>
                    <a:pt x="9714" y="2322"/>
                    <a:pt x="5297" y="1316"/>
                  </a:cubicBezTo>
                  <a:cubicBezTo>
                    <a:pt x="3684" y="949"/>
                    <a:pt x="2076" y="524"/>
                    <a:pt x="50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110"/>
            <p:cNvSpPr/>
            <p:nvPr/>
          </p:nvSpPr>
          <p:spPr>
            <a:xfrm>
              <a:off x="13536625" y="-1197325"/>
              <a:ext cx="89050" cy="163875"/>
            </a:xfrm>
            <a:custGeom>
              <a:avLst/>
              <a:gdLst/>
              <a:ahLst/>
              <a:cxnLst/>
              <a:rect l="l" t="t" r="r" b="b"/>
              <a:pathLst>
                <a:path w="3562" h="6555" extrusionOk="0">
                  <a:moveTo>
                    <a:pt x="1" y="1"/>
                  </a:moveTo>
                  <a:lnTo>
                    <a:pt x="1" y="5032"/>
                  </a:lnTo>
                  <a:cubicBezTo>
                    <a:pt x="1" y="5873"/>
                    <a:pt x="683" y="6555"/>
                    <a:pt x="1524" y="6555"/>
                  </a:cubicBezTo>
                  <a:lnTo>
                    <a:pt x="2039" y="6555"/>
                  </a:lnTo>
                  <a:cubicBezTo>
                    <a:pt x="2879" y="6555"/>
                    <a:pt x="3562" y="5872"/>
                    <a:pt x="3562" y="5032"/>
                  </a:cubicBezTo>
                  <a:lnTo>
                    <a:pt x="356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110"/>
            <p:cNvSpPr/>
            <p:nvPr/>
          </p:nvSpPr>
          <p:spPr>
            <a:xfrm>
              <a:off x="13397050" y="-1604025"/>
              <a:ext cx="364475" cy="448100"/>
            </a:xfrm>
            <a:custGeom>
              <a:avLst/>
              <a:gdLst/>
              <a:ahLst/>
              <a:cxnLst/>
              <a:rect l="l" t="t" r="r" b="b"/>
              <a:pathLst>
                <a:path w="14579" h="17924" extrusionOk="0">
                  <a:moveTo>
                    <a:pt x="7005" y="1"/>
                  </a:moveTo>
                  <a:cubicBezTo>
                    <a:pt x="3136" y="1"/>
                    <a:pt x="1" y="3136"/>
                    <a:pt x="1" y="7004"/>
                  </a:cubicBezTo>
                  <a:lnTo>
                    <a:pt x="1" y="12197"/>
                  </a:lnTo>
                  <a:cubicBezTo>
                    <a:pt x="1" y="15360"/>
                    <a:pt x="2565" y="17923"/>
                    <a:pt x="5728" y="17923"/>
                  </a:cubicBezTo>
                  <a:lnTo>
                    <a:pt x="8852" y="17923"/>
                  </a:lnTo>
                  <a:cubicBezTo>
                    <a:pt x="12015" y="17923"/>
                    <a:pt x="14579" y="15359"/>
                    <a:pt x="14579" y="12197"/>
                  </a:cubicBezTo>
                  <a:lnTo>
                    <a:pt x="14579" y="7004"/>
                  </a:lnTo>
                  <a:cubicBezTo>
                    <a:pt x="14579" y="3136"/>
                    <a:pt x="11443" y="1"/>
                    <a:pt x="757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110"/>
            <p:cNvSpPr/>
            <p:nvPr/>
          </p:nvSpPr>
          <p:spPr>
            <a:xfrm>
              <a:off x="13728275" y="-1383775"/>
              <a:ext cx="104150" cy="109850"/>
            </a:xfrm>
            <a:custGeom>
              <a:avLst/>
              <a:gdLst/>
              <a:ahLst/>
              <a:cxnLst/>
              <a:rect l="l" t="t" r="r" b="b"/>
              <a:pathLst>
                <a:path w="4166" h="4394" extrusionOk="0">
                  <a:moveTo>
                    <a:pt x="2647" y="0"/>
                  </a:moveTo>
                  <a:cubicBezTo>
                    <a:pt x="1951" y="0"/>
                    <a:pt x="1160" y="511"/>
                    <a:pt x="661" y="1358"/>
                  </a:cubicBezTo>
                  <a:cubicBezTo>
                    <a:pt x="0" y="2480"/>
                    <a:pt x="102" y="3763"/>
                    <a:pt x="887" y="4227"/>
                  </a:cubicBezTo>
                  <a:cubicBezTo>
                    <a:pt x="1079" y="4340"/>
                    <a:pt x="1294" y="4393"/>
                    <a:pt x="1519" y="4393"/>
                  </a:cubicBezTo>
                  <a:cubicBezTo>
                    <a:pt x="2215" y="4393"/>
                    <a:pt x="3006" y="3882"/>
                    <a:pt x="3506" y="3035"/>
                  </a:cubicBezTo>
                  <a:cubicBezTo>
                    <a:pt x="4166" y="1914"/>
                    <a:pt x="4065" y="630"/>
                    <a:pt x="3280" y="167"/>
                  </a:cubicBezTo>
                  <a:cubicBezTo>
                    <a:pt x="3088" y="54"/>
                    <a:pt x="2872" y="0"/>
                    <a:pt x="264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110"/>
            <p:cNvSpPr/>
            <p:nvPr/>
          </p:nvSpPr>
          <p:spPr>
            <a:xfrm>
              <a:off x="13319500" y="-1380700"/>
              <a:ext cx="104200" cy="109850"/>
            </a:xfrm>
            <a:custGeom>
              <a:avLst/>
              <a:gdLst/>
              <a:ahLst/>
              <a:cxnLst/>
              <a:rect l="l" t="t" r="r" b="b"/>
              <a:pathLst>
                <a:path w="4168" h="4394" extrusionOk="0">
                  <a:moveTo>
                    <a:pt x="1521" y="1"/>
                  </a:moveTo>
                  <a:cubicBezTo>
                    <a:pt x="1295" y="1"/>
                    <a:pt x="1080" y="55"/>
                    <a:pt x="888" y="168"/>
                  </a:cubicBezTo>
                  <a:cubicBezTo>
                    <a:pt x="102" y="631"/>
                    <a:pt x="0" y="1915"/>
                    <a:pt x="662" y="3036"/>
                  </a:cubicBezTo>
                  <a:cubicBezTo>
                    <a:pt x="1161" y="3883"/>
                    <a:pt x="1952" y="4394"/>
                    <a:pt x="2647" y="4394"/>
                  </a:cubicBezTo>
                  <a:cubicBezTo>
                    <a:pt x="2873" y="4394"/>
                    <a:pt x="3088" y="4340"/>
                    <a:pt x="3280" y="4227"/>
                  </a:cubicBezTo>
                  <a:cubicBezTo>
                    <a:pt x="4066" y="3764"/>
                    <a:pt x="4167" y="2480"/>
                    <a:pt x="3506" y="1359"/>
                  </a:cubicBezTo>
                  <a:cubicBezTo>
                    <a:pt x="3007" y="513"/>
                    <a:pt x="2216" y="1"/>
                    <a:pt x="15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110"/>
            <p:cNvSpPr/>
            <p:nvPr/>
          </p:nvSpPr>
          <p:spPr>
            <a:xfrm>
              <a:off x="13371375" y="-1619225"/>
              <a:ext cx="233750" cy="224350"/>
            </a:xfrm>
            <a:custGeom>
              <a:avLst/>
              <a:gdLst/>
              <a:ahLst/>
              <a:cxnLst/>
              <a:rect l="l" t="t" r="r" b="b"/>
              <a:pathLst>
                <a:path w="9350" h="8974" extrusionOk="0">
                  <a:moveTo>
                    <a:pt x="8079" y="0"/>
                  </a:moveTo>
                  <a:cubicBezTo>
                    <a:pt x="6059" y="0"/>
                    <a:pt x="4038" y="800"/>
                    <a:pt x="2596" y="2218"/>
                  </a:cubicBezTo>
                  <a:cubicBezTo>
                    <a:pt x="858" y="3925"/>
                    <a:pt x="0" y="6484"/>
                    <a:pt x="358" y="8893"/>
                  </a:cubicBezTo>
                  <a:lnTo>
                    <a:pt x="10" y="8974"/>
                  </a:lnTo>
                  <a:cubicBezTo>
                    <a:pt x="2154" y="8631"/>
                    <a:pt x="4026" y="7353"/>
                    <a:pt x="5705" y="5975"/>
                  </a:cubicBezTo>
                  <a:cubicBezTo>
                    <a:pt x="6626" y="5220"/>
                    <a:pt x="7522" y="4414"/>
                    <a:pt x="8206" y="3436"/>
                  </a:cubicBezTo>
                  <a:cubicBezTo>
                    <a:pt x="8890" y="2460"/>
                    <a:pt x="9349" y="1292"/>
                    <a:pt x="9309" y="102"/>
                  </a:cubicBezTo>
                  <a:cubicBezTo>
                    <a:pt x="8902" y="34"/>
                    <a:pt x="8491" y="0"/>
                    <a:pt x="80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110"/>
            <p:cNvSpPr/>
            <p:nvPr/>
          </p:nvSpPr>
          <p:spPr>
            <a:xfrm>
              <a:off x="13594125" y="-1625200"/>
              <a:ext cx="183475" cy="188225"/>
            </a:xfrm>
            <a:custGeom>
              <a:avLst/>
              <a:gdLst/>
              <a:ahLst/>
              <a:cxnLst/>
              <a:rect l="l" t="t" r="r" b="b"/>
              <a:pathLst>
                <a:path w="7339" h="7529" extrusionOk="0">
                  <a:moveTo>
                    <a:pt x="1" y="1"/>
                  </a:moveTo>
                  <a:lnTo>
                    <a:pt x="1" y="1"/>
                  </a:lnTo>
                  <a:cubicBezTo>
                    <a:pt x="820" y="3594"/>
                    <a:pt x="3767" y="6616"/>
                    <a:pt x="7338" y="7528"/>
                  </a:cubicBezTo>
                  <a:cubicBezTo>
                    <a:pt x="6988" y="5764"/>
                    <a:pt x="6244" y="4102"/>
                    <a:pt x="5162" y="2667"/>
                  </a:cubicBezTo>
                  <a:cubicBezTo>
                    <a:pt x="4653" y="1992"/>
                    <a:pt x="4048" y="1355"/>
                    <a:pt x="3272" y="1022"/>
                  </a:cubicBezTo>
                  <a:cubicBezTo>
                    <a:pt x="2804" y="820"/>
                    <a:pt x="2295" y="739"/>
                    <a:pt x="1793" y="659"/>
                  </a:cubicBezTo>
                  <a:lnTo>
                    <a:pt x="133" y="394"/>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110"/>
            <p:cNvSpPr/>
            <p:nvPr/>
          </p:nvSpPr>
          <p:spPr>
            <a:xfrm>
              <a:off x="13770100" y="-826550"/>
              <a:ext cx="167300" cy="420200"/>
            </a:xfrm>
            <a:custGeom>
              <a:avLst/>
              <a:gdLst/>
              <a:ahLst/>
              <a:cxnLst/>
              <a:rect l="l" t="t" r="r" b="b"/>
              <a:pathLst>
                <a:path w="6692" h="16808" extrusionOk="0">
                  <a:moveTo>
                    <a:pt x="5107" y="0"/>
                  </a:moveTo>
                  <a:cubicBezTo>
                    <a:pt x="3409" y="282"/>
                    <a:pt x="1709" y="554"/>
                    <a:pt x="1" y="773"/>
                  </a:cubicBezTo>
                  <a:cubicBezTo>
                    <a:pt x="1217" y="5071"/>
                    <a:pt x="1431" y="9649"/>
                    <a:pt x="605" y="14039"/>
                  </a:cubicBezTo>
                  <a:cubicBezTo>
                    <a:pt x="614" y="14059"/>
                    <a:pt x="622" y="14081"/>
                    <a:pt x="627" y="14103"/>
                  </a:cubicBezTo>
                  <a:cubicBezTo>
                    <a:pt x="862" y="14779"/>
                    <a:pt x="1273" y="15554"/>
                    <a:pt x="1779" y="16051"/>
                  </a:cubicBezTo>
                  <a:cubicBezTo>
                    <a:pt x="2068" y="16336"/>
                    <a:pt x="2352" y="16572"/>
                    <a:pt x="2697" y="16784"/>
                  </a:cubicBezTo>
                  <a:cubicBezTo>
                    <a:pt x="2708" y="16792"/>
                    <a:pt x="2716" y="16800"/>
                    <a:pt x="2726" y="16807"/>
                  </a:cubicBezTo>
                  <a:cubicBezTo>
                    <a:pt x="4828" y="14325"/>
                    <a:pt x="6154" y="11190"/>
                    <a:pt x="6448" y="7948"/>
                  </a:cubicBezTo>
                  <a:cubicBezTo>
                    <a:pt x="6692" y="5242"/>
                    <a:pt x="6214" y="2480"/>
                    <a:pt x="510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110"/>
            <p:cNvSpPr/>
            <p:nvPr/>
          </p:nvSpPr>
          <p:spPr>
            <a:xfrm>
              <a:off x="13409300" y="-1049375"/>
              <a:ext cx="349100" cy="150475"/>
            </a:xfrm>
            <a:custGeom>
              <a:avLst/>
              <a:gdLst/>
              <a:ahLst/>
              <a:cxnLst/>
              <a:rect l="l" t="t" r="r" b="b"/>
              <a:pathLst>
                <a:path w="13964" h="6019" extrusionOk="0">
                  <a:moveTo>
                    <a:pt x="8226" y="0"/>
                  </a:moveTo>
                  <a:cubicBezTo>
                    <a:pt x="7866" y="0"/>
                    <a:pt x="7504" y="157"/>
                    <a:pt x="7272" y="435"/>
                  </a:cubicBezTo>
                  <a:cubicBezTo>
                    <a:pt x="7092" y="196"/>
                    <a:pt x="6801" y="86"/>
                    <a:pt x="6501" y="86"/>
                  </a:cubicBezTo>
                  <a:cubicBezTo>
                    <a:pt x="6254" y="86"/>
                    <a:pt x="6001" y="160"/>
                    <a:pt x="5797" y="299"/>
                  </a:cubicBezTo>
                  <a:cubicBezTo>
                    <a:pt x="5347" y="606"/>
                    <a:pt x="5103" y="1137"/>
                    <a:pt x="4956" y="1661"/>
                  </a:cubicBezTo>
                  <a:cubicBezTo>
                    <a:pt x="4742" y="1327"/>
                    <a:pt x="4447" y="1022"/>
                    <a:pt x="4067" y="913"/>
                  </a:cubicBezTo>
                  <a:cubicBezTo>
                    <a:pt x="3982" y="888"/>
                    <a:pt x="3892" y="876"/>
                    <a:pt x="3802" y="876"/>
                  </a:cubicBezTo>
                  <a:cubicBezTo>
                    <a:pt x="3492" y="876"/>
                    <a:pt x="3180" y="1022"/>
                    <a:pt x="3047" y="1299"/>
                  </a:cubicBezTo>
                  <a:cubicBezTo>
                    <a:pt x="2874" y="1022"/>
                    <a:pt x="2556" y="889"/>
                    <a:pt x="2229" y="889"/>
                  </a:cubicBezTo>
                  <a:cubicBezTo>
                    <a:pt x="1945" y="889"/>
                    <a:pt x="1653" y="990"/>
                    <a:pt x="1444" y="1182"/>
                  </a:cubicBezTo>
                  <a:cubicBezTo>
                    <a:pt x="993" y="1595"/>
                    <a:pt x="887" y="2286"/>
                    <a:pt x="1025" y="2882"/>
                  </a:cubicBezTo>
                  <a:cubicBezTo>
                    <a:pt x="958" y="2853"/>
                    <a:pt x="888" y="2840"/>
                    <a:pt x="818" y="2840"/>
                  </a:cubicBezTo>
                  <a:cubicBezTo>
                    <a:pt x="520" y="2840"/>
                    <a:pt x="222" y="3073"/>
                    <a:pt x="122" y="3367"/>
                  </a:cubicBezTo>
                  <a:cubicBezTo>
                    <a:pt x="0" y="3730"/>
                    <a:pt x="115" y="4135"/>
                    <a:pt x="307" y="4467"/>
                  </a:cubicBezTo>
                  <a:lnTo>
                    <a:pt x="12078" y="6003"/>
                  </a:lnTo>
                  <a:cubicBezTo>
                    <a:pt x="12147" y="6013"/>
                    <a:pt x="12217" y="6018"/>
                    <a:pt x="12287" y="6018"/>
                  </a:cubicBezTo>
                  <a:cubicBezTo>
                    <a:pt x="12947" y="6018"/>
                    <a:pt x="13599" y="5578"/>
                    <a:pt x="13819" y="4951"/>
                  </a:cubicBezTo>
                  <a:cubicBezTo>
                    <a:pt x="13964" y="4539"/>
                    <a:pt x="13799" y="3933"/>
                    <a:pt x="13363" y="3931"/>
                  </a:cubicBezTo>
                  <a:cubicBezTo>
                    <a:pt x="13611" y="3583"/>
                    <a:pt x="13582" y="3062"/>
                    <a:pt x="13293" y="2745"/>
                  </a:cubicBezTo>
                  <a:cubicBezTo>
                    <a:pt x="13114" y="2547"/>
                    <a:pt x="12847" y="2441"/>
                    <a:pt x="12581" y="2441"/>
                  </a:cubicBezTo>
                  <a:cubicBezTo>
                    <a:pt x="12420" y="2441"/>
                    <a:pt x="12259" y="2480"/>
                    <a:pt x="12119" y="2561"/>
                  </a:cubicBezTo>
                  <a:cubicBezTo>
                    <a:pt x="12070" y="2116"/>
                    <a:pt x="11615" y="1802"/>
                    <a:pt x="11180" y="1802"/>
                  </a:cubicBezTo>
                  <a:cubicBezTo>
                    <a:pt x="11010" y="1802"/>
                    <a:pt x="10844" y="1849"/>
                    <a:pt x="10705" y="1955"/>
                  </a:cubicBezTo>
                  <a:cubicBezTo>
                    <a:pt x="10754" y="1643"/>
                    <a:pt x="10598" y="1308"/>
                    <a:pt x="10327" y="1144"/>
                  </a:cubicBezTo>
                  <a:cubicBezTo>
                    <a:pt x="10203" y="1069"/>
                    <a:pt x="10058" y="1031"/>
                    <a:pt x="9913" y="1031"/>
                  </a:cubicBezTo>
                  <a:cubicBezTo>
                    <a:pt x="9742" y="1031"/>
                    <a:pt x="9571" y="1083"/>
                    <a:pt x="9434" y="1184"/>
                  </a:cubicBezTo>
                  <a:cubicBezTo>
                    <a:pt x="9419" y="692"/>
                    <a:pt x="9077" y="224"/>
                    <a:pt x="8611" y="64"/>
                  </a:cubicBezTo>
                  <a:cubicBezTo>
                    <a:pt x="8487" y="21"/>
                    <a:pt x="8357" y="0"/>
                    <a:pt x="822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110"/>
            <p:cNvSpPr/>
            <p:nvPr/>
          </p:nvSpPr>
          <p:spPr>
            <a:xfrm>
              <a:off x="13391225" y="-950300"/>
              <a:ext cx="389100" cy="410550"/>
            </a:xfrm>
            <a:custGeom>
              <a:avLst/>
              <a:gdLst/>
              <a:ahLst/>
              <a:cxnLst/>
              <a:rect l="l" t="t" r="r" b="b"/>
              <a:pathLst>
                <a:path w="15564" h="16422" extrusionOk="0">
                  <a:moveTo>
                    <a:pt x="15563" y="0"/>
                  </a:moveTo>
                  <a:lnTo>
                    <a:pt x="8923" y="5"/>
                  </a:lnTo>
                  <a:lnTo>
                    <a:pt x="6640" y="8"/>
                  </a:lnTo>
                  <a:lnTo>
                    <a:pt x="0" y="13"/>
                  </a:lnTo>
                  <a:lnTo>
                    <a:pt x="2219" y="16422"/>
                  </a:lnTo>
                  <a:lnTo>
                    <a:pt x="6651" y="16418"/>
                  </a:lnTo>
                  <a:lnTo>
                    <a:pt x="8934" y="16415"/>
                  </a:lnTo>
                  <a:lnTo>
                    <a:pt x="13367" y="16412"/>
                  </a:lnTo>
                  <a:lnTo>
                    <a:pt x="1556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110"/>
            <p:cNvSpPr/>
            <p:nvPr/>
          </p:nvSpPr>
          <p:spPr>
            <a:xfrm>
              <a:off x="13682675" y="-950275"/>
              <a:ext cx="59975" cy="410325"/>
            </a:xfrm>
            <a:custGeom>
              <a:avLst/>
              <a:gdLst/>
              <a:ahLst/>
              <a:cxnLst/>
              <a:rect l="l" t="t" r="r" b="b"/>
              <a:pathLst>
                <a:path w="2399" h="16413" extrusionOk="0">
                  <a:moveTo>
                    <a:pt x="2391" y="0"/>
                  </a:moveTo>
                  <a:lnTo>
                    <a:pt x="1" y="2"/>
                  </a:lnTo>
                  <a:lnTo>
                    <a:pt x="11" y="16412"/>
                  </a:lnTo>
                  <a:lnTo>
                    <a:pt x="1709" y="16411"/>
                  </a:lnTo>
                  <a:lnTo>
                    <a:pt x="2398" y="11266"/>
                  </a:lnTo>
                  <a:lnTo>
                    <a:pt x="239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110"/>
            <p:cNvSpPr/>
            <p:nvPr/>
          </p:nvSpPr>
          <p:spPr>
            <a:xfrm>
              <a:off x="13563650" y="-950175"/>
              <a:ext cx="60050" cy="410325"/>
            </a:xfrm>
            <a:custGeom>
              <a:avLst/>
              <a:gdLst/>
              <a:ahLst/>
              <a:cxnLst/>
              <a:rect l="l" t="t" r="r" b="b"/>
              <a:pathLst>
                <a:path w="2402" h="16413" extrusionOk="0">
                  <a:moveTo>
                    <a:pt x="2026" y="0"/>
                  </a:moveTo>
                  <a:lnTo>
                    <a:pt x="0" y="3"/>
                  </a:lnTo>
                  <a:lnTo>
                    <a:pt x="12" y="16413"/>
                  </a:lnTo>
                  <a:lnTo>
                    <a:pt x="2037" y="16410"/>
                  </a:lnTo>
                  <a:lnTo>
                    <a:pt x="2401" y="16410"/>
                  </a:lnTo>
                  <a:lnTo>
                    <a:pt x="23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110"/>
            <p:cNvSpPr/>
            <p:nvPr/>
          </p:nvSpPr>
          <p:spPr>
            <a:xfrm>
              <a:off x="13444975" y="-950075"/>
              <a:ext cx="60050" cy="410325"/>
            </a:xfrm>
            <a:custGeom>
              <a:avLst/>
              <a:gdLst/>
              <a:ahLst/>
              <a:cxnLst/>
              <a:rect l="l" t="t" r="r" b="b"/>
              <a:pathLst>
                <a:path w="2402" h="16413" extrusionOk="0">
                  <a:moveTo>
                    <a:pt x="2391" y="1"/>
                  </a:moveTo>
                  <a:lnTo>
                    <a:pt x="1" y="3"/>
                  </a:lnTo>
                  <a:lnTo>
                    <a:pt x="12" y="15993"/>
                  </a:lnTo>
                  <a:lnTo>
                    <a:pt x="69" y="16413"/>
                  </a:lnTo>
                  <a:lnTo>
                    <a:pt x="2402" y="16411"/>
                  </a:lnTo>
                  <a:lnTo>
                    <a:pt x="23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110"/>
            <p:cNvSpPr/>
            <p:nvPr/>
          </p:nvSpPr>
          <p:spPr>
            <a:xfrm>
              <a:off x="13474150" y="-883750"/>
              <a:ext cx="214250" cy="212825"/>
            </a:xfrm>
            <a:custGeom>
              <a:avLst/>
              <a:gdLst/>
              <a:ahLst/>
              <a:cxnLst/>
              <a:rect l="l" t="t" r="r" b="b"/>
              <a:pathLst>
                <a:path w="8570" h="8513" extrusionOk="0">
                  <a:moveTo>
                    <a:pt x="4285" y="0"/>
                  </a:moveTo>
                  <a:cubicBezTo>
                    <a:pt x="1919" y="0"/>
                    <a:pt x="0" y="1906"/>
                    <a:pt x="0" y="4256"/>
                  </a:cubicBezTo>
                  <a:cubicBezTo>
                    <a:pt x="0" y="6607"/>
                    <a:pt x="1919" y="8512"/>
                    <a:pt x="4285" y="8512"/>
                  </a:cubicBezTo>
                  <a:cubicBezTo>
                    <a:pt x="6652" y="8512"/>
                    <a:pt x="8570" y="6607"/>
                    <a:pt x="8570" y="4256"/>
                  </a:cubicBezTo>
                  <a:cubicBezTo>
                    <a:pt x="8570" y="1906"/>
                    <a:pt x="6652" y="0"/>
                    <a:pt x="42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110"/>
            <p:cNvSpPr/>
            <p:nvPr/>
          </p:nvSpPr>
          <p:spPr>
            <a:xfrm>
              <a:off x="13534325" y="-847500"/>
              <a:ext cx="27375" cy="64775"/>
            </a:xfrm>
            <a:custGeom>
              <a:avLst/>
              <a:gdLst/>
              <a:ahLst/>
              <a:cxnLst/>
              <a:rect l="l" t="t" r="r" b="b"/>
              <a:pathLst>
                <a:path w="1095" h="2591" extrusionOk="0">
                  <a:moveTo>
                    <a:pt x="404" y="319"/>
                  </a:moveTo>
                  <a:lnTo>
                    <a:pt x="404" y="319"/>
                  </a:lnTo>
                  <a:cubicBezTo>
                    <a:pt x="576" y="391"/>
                    <a:pt x="664" y="426"/>
                    <a:pt x="669" y="426"/>
                  </a:cubicBezTo>
                  <a:cubicBezTo>
                    <a:pt x="765" y="483"/>
                    <a:pt x="807" y="560"/>
                    <a:pt x="794" y="659"/>
                  </a:cubicBezTo>
                  <a:cubicBezTo>
                    <a:pt x="770" y="861"/>
                    <a:pt x="649" y="1064"/>
                    <a:pt x="430" y="1273"/>
                  </a:cubicBezTo>
                  <a:cubicBezTo>
                    <a:pt x="440" y="1090"/>
                    <a:pt x="431" y="772"/>
                    <a:pt x="404" y="319"/>
                  </a:cubicBezTo>
                  <a:close/>
                  <a:moveTo>
                    <a:pt x="129" y="1"/>
                  </a:moveTo>
                  <a:cubicBezTo>
                    <a:pt x="100" y="1"/>
                    <a:pt x="78" y="3"/>
                    <a:pt x="63" y="8"/>
                  </a:cubicBezTo>
                  <a:cubicBezTo>
                    <a:pt x="33" y="8"/>
                    <a:pt x="12" y="48"/>
                    <a:pt x="0" y="126"/>
                  </a:cubicBezTo>
                  <a:cubicBezTo>
                    <a:pt x="12" y="132"/>
                    <a:pt x="27" y="151"/>
                    <a:pt x="44" y="182"/>
                  </a:cubicBezTo>
                  <a:cubicBezTo>
                    <a:pt x="58" y="208"/>
                    <a:pt x="73" y="221"/>
                    <a:pt x="89" y="221"/>
                  </a:cubicBezTo>
                  <a:cubicBezTo>
                    <a:pt x="92" y="221"/>
                    <a:pt x="96" y="220"/>
                    <a:pt x="100" y="219"/>
                  </a:cubicBezTo>
                  <a:cubicBezTo>
                    <a:pt x="124" y="394"/>
                    <a:pt x="134" y="571"/>
                    <a:pt x="133" y="747"/>
                  </a:cubicBezTo>
                  <a:cubicBezTo>
                    <a:pt x="134" y="880"/>
                    <a:pt x="127" y="1076"/>
                    <a:pt x="112" y="1335"/>
                  </a:cubicBezTo>
                  <a:cubicBezTo>
                    <a:pt x="97" y="1593"/>
                    <a:pt x="90" y="1788"/>
                    <a:pt x="90" y="1919"/>
                  </a:cubicBezTo>
                  <a:cubicBezTo>
                    <a:pt x="88" y="2097"/>
                    <a:pt x="101" y="2277"/>
                    <a:pt x="128" y="2454"/>
                  </a:cubicBezTo>
                  <a:cubicBezTo>
                    <a:pt x="132" y="2486"/>
                    <a:pt x="155" y="2513"/>
                    <a:pt x="198" y="2536"/>
                  </a:cubicBezTo>
                  <a:lnTo>
                    <a:pt x="301" y="2591"/>
                  </a:lnTo>
                  <a:cubicBezTo>
                    <a:pt x="379" y="2507"/>
                    <a:pt x="419" y="2382"/>
                    <a:pt x="419" y="2214"/>
                  </a:cubicBezTo>
                  <a:cubicBezTo>
                    <a:pt x="419" y="2169"/>
                    <a:pt x="415" y="2099"/>
                    <a:pt x="408" y="2005"/>
                  </a:cubicBezTo>
                  <a:cubicBezTo>
                    <a:pt x="401" y="1910"/>
                    <a:pt x="396" y="1839"/>
                    <a:pt x="396" y="1793"/>
                  </a:cubicBezTo>
                  <a:cubicBezTo>
                    <a:pt x="395" y="1734"/>
                    <a:pt x="401" y="1677"/>
                    <a:pt x="411" y="1620"/>
                  </a:cubicBezTo>
                  <a:cubicBezTo>
                    <a:pt x="482" y="1607"/>
                    <a:pt x="554" y="1573"/>
                    <a:pt x="626" y="1516"/>
                  </a:cubicBezTo>
                  <a:cubicBezTo>
                    <a:pt x="635" y="1506"/>
                    <a:pt x="692" y="1449"/>
                    <a:pt x="795" y="1346"/>
                  </a:cubicBezTo>
                  <a:cubicBezTo>
                    <a:pt x="861" y="1279"/>
                    <a:pt x="942" y="1145"/>
                    <a:pt x="1035" y="942"/>
                  </a:cubicBezTo>
                  <a:cubicBezTo>
                    <a:pt x="1072" y="863"/>
                    <a:pt x="1093" y="776"/>
                    <a:pt x="1094" y="688"/>
                  </a:cubicBezTo>
                  <a:cubicBezTo>
                    <a:pt x="1095" y="597"/>
                    <a:pt x="1068" y="509"/>
                    <a:pt x="1016" y="436"/>
                  </a:cubicBezTo>
                  <a:cubicBezTo>
                    <a:pt x="854" y="207"/>
                    <a:pt x="612" y="67"/>
                    <a:pt x="292" y="16"/>
                  </a:cubicBezTo>
                  <a:cubicBezTo>
                    <a:pt x="224" y="6"/>
                    <a:pt x="170" y="1"/>
                    <a:pt x="12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110"/>
            <p:cNvSpPr/>
            <p:nvPr/>
          </p:nvSpPr>
          <p:spPr>
            <a:xfrm>
              <a:off x="13565475" y="-836150"/>
              <a:ext cx="33000" cy="39075"/>
            </a:xfrm>
            <a:custGeom>
              <a:avLst/>
              <a:gdLst/>
              <a:ahLst/>
              <a:cxnLst/>
              <a:rect l="l" t="t" r="r" b="b"/>
              <a:pathLst>
                <a:path w="1320" h="1563" extrusionOk="0">
                  <a:moveTo>
                    <a:pt x="808" y="410"/>
                  </a:moveTo>
                  <a:cubicBezTo>
                    <a:pt x="820" y="411"/>
                    <a:pt x="832" y="413"/>
                    <a:pt x="842" y="417"/>
                  </a:cubicBezTo>
                  <a:cubicBezTo>
                    <a:pt x="921" y="452"/>
                    <a:pt x="968" y="560"/>
                    <a:pt x="985" y="739"/>
                  </a:cubicBezTo>
                  <a:cubicBezTo>
                    <a:pt x="998" y="850"/>
                    <a:pt x="957" y="969"/>
                    <a:pt x="860" y="1098"/>
                  </a:cubicBezTo>
                  <a:cubicBezTo>
                    <a:pt x="759" y="1232"/>
                    <a:pt x="655" y="1300"/>
                    <a:pt x="547" y="1300"/>
                  </a:cubicBezTo>
                  <a:cubicBezTo>
                    <a:pt x="547" y="1300"/>
                    <a:pt x="546" y="1300"/>
                    <a:pt x="546" y="1300"/>
                  </a:cubicBezTo>
                  <a:cubicBezTo>
                    <a:pt x="499" y="1300"/>
                    <a:pt x="441" y="1249"/>
                    <a:pt x="373" y="1150"/>
                  </a:cubicBezTo>
                  <a:cubicBezTo>
                    <a:pt x="324" y="1076"/>
                    <a:pt x="299" y="986"/>
                    <a:pt x="299" y="880"/>
                  </a:cubicBezTo>
                  <a:cubicBezTo>
                    <a:pt x="299" y="725"/>
                    <a:pt x="342" y="610"/>
                    <a:pt x="428" y="536"/>
                  </a:cubicBezTo>
                  <a:cubicBezTo>
                    <a:pt x="432" y="531"/>
                    <a:pt x="440" y="529"/>
                    <a:pt x="446" y="529"/>
                  </a:cubicBezTo>
                  <a:cubicBezTo>
                    <a:pt x="456" y="529"/>
                    <a:pt x="477" y="540"/>
                    <a:pt x="509" y="563"/>
                  </a:cubicBezTo>
                  <a:cubicBezTo>
                    <a:pt x="533" y="579"/>
                    <a:pt x="553" y="587"/>
                    <a:pt x="569" y="587"/>
                  </a:cubicBezTo>
                  <a:cubicBezTo>
                    <a:pt x="574" y="587"/>
                    <a:pt x="579" y="586"/>
                    <a:pt x="583" y="584"/>
                  </a:cubicBezTo>
                  <a:cubicBezTo>
                    <a:pt x="611" y="574"/>
                    <a:pt x="649" y="541"/>
                    <a:pt x="698" y="484"/>
                  </a:cubicBezTo>
                  <a:cubicBezTo>
                    <a:pt x="742" y="435"/>
                    <a:pt x="778" y="410"/>
                    <a:pt x="808" y="410"/>
                  </a:cubicBezTo>
                  <a:close/>
                  <a:moveTo>
                    <a:pt x="550" y="0"/>
                  </a:moveTo>
                  <a:cubicBezTo>
                    <a:pt x="481" y="0"/>
                    <a:pt x="408" y="38"/>
                    <a:pt x="333" y="115"/>
                  </a:cubicBezTo>
                  <a:cubicBezTo>
                    <a:pt x="264" y="182"/>
                    <a:pt x="206" y="259"/>
                    <a:pt x="163" y="344"/>
                  </a:cubicBezTo>
                  <a:cubicBezTo>
                    <a:pt x="55" y="554"/>
                    <a:pt x="0" y="750"/>
                    <a:pt x="0" y="932"/>
                  </a:cubicBezTo>
                  <a:cubicBezTo>
                    <a:pt x="0" y="1097"/>
                    <a:pt x="48" y="1231"/>
                    <a:pt x="145" y="1334"/>
                  </a:cubicBezTo>
                  <a:cubicBezTo>
                    <a:pt x="287" y="1486"/>
                    <a:pt x="428" y="1563"/>
                    <a:pt x="569" y="1563"/>
                  </a:cubicBezTo>
                  <a:cubicBezTo>
                    <a:pt x="601" y="1563"/>
                    <a:pt x="634" y="1559"/>
                    <a:pt x="665" y="1552"/>
                  </a:cubicBezTo>
                  <a:cubicBezTo>
                    <a:pt x="931" y="1489"/>
                    <a:pt x="1136" y="1295"/>
                    <a:pt x="1282" y="968"/>
                  </a:cubicBezTo>
                  <a:cubicBezTo>
                    <a:pt x="1307" y="911"/>
                    <a:pt x="1320" y="848"/>
                    <a:pt x="1319" y="787"/>
                  </a:cubicBezTo>
                  <a:cubicBezTo>
                    <a:pt x="1319" y="668"/>
                    <a:pt x="1276" y="527"/>
                    <a:pt x="1189" y="362"/>
                  </a:cubicBezTo>
                  <a:cubicBezTo>
                    <a:pt x="1140" y="269"/>
                    <a:pt x="1057" y="202"/>
                    <a:pt x="938" y="163"/>
                  </a:cubicBezTo>
                  <a:cubicBezTo>
                    <a:pt x="788" y="114"/>
                    <a:pt x="696" y="74"/>
                    <a:pt x="661" y="45"/>
                  </a:cubicBezTo>
                  <a:cubicBezTo>
                    <a:pt x="631" y="17"/>
                    <a:pt x="592" y="1"/>
                    <a:pt x="5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110"/>
            <p:cNvSpPr/>
            <p:nvPr/>
          </p:nvSpPr>
          <p:spPr>
            <a:xfrm>
              <a:off x="13602000" y="-847550"/>
              <a:ext cx="27400" cy="64775"/>
            </a:xfrm>
            <a:custGeom>
              <a:avLst/>
              <a:gdLst/>
              <a:ahLst/>
              <a:cxnLst/>
              <a:rect l="l" t="t" r="r" b="b"/>
              <a:pathLst>
                <a:path w="1096" h="2591" extrusionOk="0">
                  <a:moveTo>
                    <a:pt x="403" y="319"/>
                  </a:moveTo>
                  <a:cubicBezTo>
                    <a:pt x="576" y="390"/>
                    <a:pt x="664" y="425"/>
                    <a:pt x="670" y="425"/>
                  </a:cubicBezTo>
                  <a:cubicBezTo>
                    <a:pt x="765" y="483"/>
                    <a:pt x="808" y="560"/>
                    <a:pt x="795" y="659"/>
                  </a:cubicBezTo>
                  <a:cubicBezTo>
                    <a:pt x="770" y="861"/>
                    <a:pt x="649" y="1064"/>
                    <a:pt x="430" y="1272"/>
                  </a:cubicBezTo>
                  <a:cubicBezTo>
                    <a:pt x="439" y="1090"/>
                    <a:pt x="431" y="772"/>
                    <a:pt x="403" y="319"/>
                  </a:cubicBezTo>
                  <a:close/>
                  <a:moveTo>
                    <a:pt x="132" y="1"/>
                  </a:moveTo>
                  <a:cubicBezTo>
                    <a:pt x="102" y="1"/>
                    <a:pt x="79" y="4"/>
                    <a:pt x="64" y="9"/>
                  </a:cubicBezTo>
                  <a:cubicBezTo>
                    <a:pt x="34" y="9"/>
                    <a:pt x="13" y="49"/>
                    <a:pt x="1" y="127"/>
                  </a:cubicBezTo>
                  <a:cubicBezTo>
                    <a:pt x="13" y="132"/>
                    <a:pt x="28" y="151"/>
                    <a:pt x="44" y="182"/>
                  </a:cubicBezTo>
                  <a:cubicBezTo>
                    <a:pt x="59" y="208"/>
                    <a:pt x="74" y="222"/>
                    <a:pt x="90" y="222"/>
                  </a:cubicBezTo>
                  <a:cubicBezTo>
                    <a:pt x="93" y="222"/>
                    <a:pt x="97" y="221"/>
                    <a:pt x="101" y="220"/>
                  </a:cubicBezTo>
                  <a:cubicBezTo>
                    <a:pt x="124" y="395"/>
                    <a:pt x="135" y="571"/>
                    <a:pt x="134" y="747"/>
                  </a:cubicBezTo>
                  <a:cubicBezTo>
                    <a:pt x="135" y="880"/>
                    <a:pt x="127" y="1076"/>
                    <a:pt x="112" y="1335"/>
                  </a:cubicBezTo>
                  <a:cubicBezTo>
                    <a:pt x="98" y="1594"/>
                    <a:pt x="90" y="1788"/>
                    <a:pt x="90" y="1919"/>
                  </a:cubicBezTo>
                  <a:cubicBezTo>
                    <a:pt x="89" y="2098"/>
                    <a:pt x="102" y="2276"/>
                    <a:pt x="128" y="2454"/>
                  </a:cubicBezTo>
                  <a:cubicBezTo>
                    <a:pt x="133" y="2486"/>
                    <a:pt x="156" y="2513"/>
                    <a:pt x="198" y="2535"/>
                  </a:cubicBezTo>
                  <a:lnTo>
                    <a:pt x="301" y="2591"/>
                  </a:lnTo>
                  <a:cubicBezTo>
                    <a:pt x="380" y="2507"/>
                    <a:pt x="419" y="2382"/>
                    <a:pt x="419" y="2214"/>
                  </a:cubicBezTo>
                  <a:cubicBezTo>
                    <a:pt x="419" y="2169"/>
                    <a:pt x="416" y="2099"/>
                    <a:pt x="409" y="2005"/>
                  </a:cubicBezTo>
                  <a:cubicBezTo>
                    <a:pt x="401" y="1910"/>
                    <a:pt x="397" y="1839"/>
                    <a:pt x="397" y="1792"/>
                  </a:cubicBezTo>
                  <a:cubicBezTo>
                    <a:pt x="396" y="1734"/>
                    <a:pt x="401" y="1677"/>
                    <a:pt x="412" y="1619"/>
                  </a:cubicBezTo>
                  <a:cubicBezTo>
                    <a:pt x="483" y="1607"/>
                    <a:pt x="554" y="1573"/>
                    <a:pt x="626" y="1515"/>
                  </a:cubicBezTo>
                  <a:cubicBezTo>
                    <a:pt x="636" y="1506"/>
                    <a:pt x="692" y="1449"/>
                    <a:pt x="796" y="1346"/>
                  </a:cubicBezTo>
                  <a:cubicBezTo>
                    <a:pt x="862" y="1279"/>
                    <a:pt x="942" y="1145"/>
                    <a:pt x="1036" y="942"/>
                  </a:cubicBezTo>
                  <a:cubicBezTo>
                    <a:pt x="1073" y="863"/>
                    <a:pt x="1093" y="776"/>
                    <a:pt x="1094" y="688"/>
                  </a:cubicBezTo>
                  <a:cubicBezTo>
                    <a:pt x="1095" y="597"/>
                    <a:pt x="1069" y="510"/>
                    <a:pt x="1017" y="437"/>
                  </a:cubicBezTo>
                  <a:cubicBezTo>
                    <a:pt x="854" y="208"/>
                    <a:pt x="612" y="68"/>
                    <a:pt x="293" y="16"/>
                  </a:cubicBezTo>
                  <a:cubicBezTo>
                    <a:pt x="226" y="6"/>
                    <a:pt x="172" y="1"/>
                    <a:pt x="1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110"/>
            <p:cNvSpPr/>
            <p:nvPr/>
          </p:nvSpPr>
          <p:spPr>
            <a:xfrm>
              <a:off x="13514725" y="-782750"/>
              <a:ext cx="26425" cy="73575"/>
            </a:xfrm>
            <a:custGeom>
              <a:avLst/>
              <a:gdLst/>
              <a:ahLst/>
              <a:cxnLst/>
              <a:rect l="l" t="t" r="r" b="b"/>
              <a:pathLst>
                <a:path w="1057" h="2943" extrusionOk="0">
                  <a:moveTo>
                    <a:pt x="842" y="1"/>
                  </a:moveTo>
                  <a:cubicBezTo>
                    <a:pt x="681" y="2"/>
                    <a:pt x="528" y="90"/>
                    <a:pt x="380" y="267"/>
                  </a:cubicBezTo>
                  <a:cubicBezTo>
                    <a:pt x="126" y="573"/>
                    <a:pt x="0" y="943"/>
                    <a:pt x="0" y="1379"/>
                  </a:cubicBezTo>
                  <a:cubicBezTo>
                    <a:pt x="0" y="1463"/>
                    <a:pt x="5" y="1547"/>
                    <a:pt x="15" y="1630"/>
                  </a:cubicBezTo>
                  <a:cubicBezTo>
                    <a:pt x="45" y="1909"/>
                    <a:pt x="66" y="2067"/>
                    <a:pt x="79" y="2107"/>
                  </a:cubicBezTo>
                  <a:cubicBezTo>
                    <a:pt x="99" y="2167"/>
                    <a:pt x="125" y="2224"/>
                    <a:pt x="158" y="2278"/>
                  </a:cubicBezTo>
                  <a:cubicBezTo>
                    <a:pt x="194" y="2339"/>
                    <a:pt x="229" y="2397"/>
                    <a:pt x="263" y="2454"/>
                  </a:cubicBezTo>
                  <a:cubicBezTo>
                    <a:pt x="401" y="2678"/>
                    <a:pt x="530" y="2824"/>
                    <a:pt x="649" y="2893"/>
                  </a:cubicBezTo>
                  <a:cubicBezTo>
                    <a:pt x="695" y="2914"/>
                    <a:pt x="745" y="2930"/>
                    <a:pt x="796" y="2941"/>
                  </a:cubicBezTo>
                  <a:cubicBezTo>
                    <a:pt x="802" y="2942"/>
                    <a:pt x="807" y="2943"/>
                    <a:pt x="813" y="2943"/>
                  </a:cubicBezTo>
                  <a:cubicBezTo>
                    <a:pt x="836" y="2943"/>
                    <a:pt x="858" y="2930"/>
                    <a:pt x="879" y="2904"/>
                  </a:cubicBezTo>
                  <a:cubicBezTo>
                    <a:pt x="904" y="2874"/>
                    <a:pt x="918" y="2836"/>
                    <a:pt x="918" y="2796"/>
                  </a:cubicBezTo>
                  <a:cubicBezTo>
                    <a:pt x="918" y="2757"/>
                    <a:pt x="898" y="2726"/>
                    <a:pt x="859" y="2704"/>
                  </a:cubicBezTo>
                  <a:cubicBezTo>
                    <a:pt x="822" y="2689"/>
                    <a:pt x="784" y="2673"/>
                    <a:pt x="747" y="2656"/>
                  </a:cubicBezTo>
                  <a:cubicBezTo>
                    <a:pt x="659" y="2604"/>
                    <a:pt x="584" y="2518"/>
                    <a:pt x="522" y="2398"/>
                  </a:cubicBezTo>
                  <a:cubicBezTo>
                    <a:pt x="498" y="2349"/>
                    <a:pt x="456" y="2246"/>
                    <a:pt x="400" y="2087"/>
                  </a:cubicBezTo>
                  <a:cubicBezTo>
                    <a:pt x="330" y="1891"/>
                    <a:pt x="295" y="1683"/>
                    <a:pt x="296" y="1475"/>
                  </a:cubicBezTo>
                  <a:cubicBezTo>
                    <a:pt x="296" y="1014"/>
                    <a:pt x="433" y="639"/>
                    <a:pt x="709" y="348"/>
                  </a:cubicBezTo>
                  <a:cubicBezTo>
                    <a:pt x="736" y="318"/>
                    <a:pt x="808" y="293"/>
                    <a:pt x="923" y="270"/>
                  </a:cubicBezTo>
                  <a:cubicBezTo>
                    <a:pt x="1012" y="252"/>
                    <a:pt x="1056" y="211"/>
                    <a:pt x="1056" y="144"/>
                  </a:cubicBezTo>
                  <a:cubicBezTo>
                    <a:pt x="1056" y="103"/>
                    <a:pt x="1047" y="75"/>
                    <a:pt x="1030" y="63"/>
                  </a:cubicBezTo>
                  <a:cubicBezTo>
                    <a:pt x="975" y="23"/>
                    <a:pt x="910" y="1"/>
                    <a:pt x="84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110"/>
            <p:cNvSpPr/>
            <p:nvPr/>
          </p:nvSpPr>
          <p:spPr>
            <a:xfrm>
              <a:off x="13539100" y="-767625"/>
              <a:ext cx="33025" cy="39100"/>
            </a:xfrm>
            <a:custGeom>
              <a:avLst/>
              <a:gdLst/>
              <a:ahLst/>
              <a:cxnLst/>
              <a:rect l="l" t="t" r="r" b="b"/>
              <a:pathLst>
                <a:path w="1321" h="1564" extrusionOk="0">
                  <a:moveTo>
                    <a:pt x="809" y="410"/>
                  </a:moveTo>
                  <a:cubicBezTo>
                    <a:pt x="821" y="410"/>
                    <a:pt x="831" y="414"/>
                    <a:pt x="842" y="418"/>
                  </a:cubicBezTo>
                  <a:cubicBezTo>
                    <a:pt x="921" y="452"/>
                    <a:pt x="968" y="559"/>
                    <a:pt x="986" y="739"/>
                  </a:cubicBezTo>
                  <a:cubicBezTo>
                    <a:pt x="999" y="850"/>
                    <a:pt x="957" y="970"/>
                    <a:pt x="861" y="1097"/>
                  </a:cubicBezTo>
                  <a:cubicBezTo>
                    <a:pt x="760" y="1233"/>
                    <a:pt x="655" y="1301"/>
                    <a:pt x="547" y="1301"/>
                  </a:cubicBezTo>
                  <a:cubicBezTo>
                    <a:pt x="500" y="1301"/>
                    <a:pt x="443" y="1250"/>
                    <a:pt x="374" y="1149"/>
                  </a:cubicBezTo>
                  <a:cubicBezTo>
                    <a:pt x="324" y="1076"/>
                    <a:pt x="300" y="986"/>
                    <a:pt x="300" y="880"/>
                  </a:cubicBezTo>
                  <a:cubicBezTo>
                    <a:pt x="300" y="725"/>
                    <a:pt x="342" y="610"/>
                    <a:pt x="429" y="537"/>
                  </a:cubicBezTo>
                  <a:cubicBezTo>
                    <a:pt x="433" y="532"/>
                    <a:pt x="438" y="529"/>
                    <a:pt x="444" y="529"/>
                  </a:cubicBezTo>
                  <a:cubicBezTo>
                    <a:pt x="445" y="529"/>
                    <a:pt x="446" y="529"/>
                    <a:pt x="447" y="529"/>
                  </a:cubicBezTo>
                  <a:cubicBezTo>
                    <a:pt x="457" y="529"/>
                    <a:pt x="478" y="540"/>
                    <a:pt x="510" y="562"/>
                  </a:cubicBezTo>
                  <a:cubicBezTo>
                    <a:pt x="534" y="579"/>
                    <a:pt x="553" y="587"/>
                    <a:pt x="569" y="587"/>
                  </a:cubicBezTo>
                  <a:cubicBezTo>
                    <a:pt x="575" y="587"/>
                    <a:pt x="580" y="586"/>
                    <a:pt x="584" y="585"/>
                  </a:cubicBezTo>
                  <a:cubicBezTo>
                    <a:pt x="611" y="574"/>
                    <a:pt x="649" y="541"/>
                    <a:pt x="698" y="485"/>
                  </a:cubicBezTo>
                  <a:cubicBezTo>
                    <a:pt x="742" y="435"/>
                    <a:pt x="779" y="410"/>
                    <a:pt x="809" y="410"/>
                  </a:cubicBezTo>
                  <a:close/>
                  <a:moveTo>
                    <a:pt x="550" y="1"/>
                  </a:moveTo>
                  <a:cubicBezTo>
                    <a:pt x="481" y="1"/>
                    <a:pt x="409" y="39"/>
                    <a:pt x="333" y="115"/>
                  </a:cubicBezTo>
                  <a:cubicBezTo>
                    <a:pt x="265" y="182"/>
                    <a:pt x="207" y="260"/>
                    <a:pt x="163" y="345"/>
                  </a:cubicBezTo>
                  <a:cubicBezTo>
                    <a:pt x="55" y="554"/>
                    <a:pt x="0" y="750"/>
                    <a:pt x="0" y="932"/>
                  </a:cubicBezTo>
                  <a:cubicBezTo>
                    <a:pt x="0" y="1097"/>
                    <a:pt x="49" y="1231"/>
                    <a:pt x="145" y="1334"/>
                  </a:cubicBezTo>
                  <a:cubicBezTo>
                    <a:pt x="288" y="1487"/>
                    <a:pt x="429" y="1563"/>
                    <a:pt x="569" y="1563"/>
                  </a:cubicBezTo>
                  <a:cubicBezTo>
                    <a:pt x="602" y="1563"/>
                    <a:pt x="634" y="1559"/>
                    <a:pt x="666" y="1551"/>
                  </a:cubicBezTo>
                  <a:cubicBezTo>
                    <a:pt x="931" y="1490"/>
                    <a:pt x="1137" y="1295"/>
                    <a:pt x="1283" y="968"/>
                  </a:cubicBezTo>
                  <a:cubicBezTo>
                    <a:pt x="1308" y="910"/>
                    <a:pt x="1321" y="849"/>
                    <a:pt x="1320" y="786"/>
                  </a:cubicBezTo>
                  <a:cubicBezTo>
                    <a:pt x="1320" y="668"/>
                    <a:pt x="1276" y="526"/>
                    <a:pt x="1190" y="362"/>
                  </a:cubicBezTo>
                  <a:cubicBezTo>
                    <a:pt x="1140" y="268"/>
                    <a:pt x="1057" y="202"/>
                    <a:pt x="939" y="163"/>
                  </a:cubicBezTo>
                  <a:cubicBezTo>
                    <a:pt x="788" y="113"/>
                    <a:pt x="696" y="74"/>
                    <a:pt x="662" y="44"/>
                  </a:cubicBezTo>
                  <a:cubicBezTo>
                    <a:pt x="631" y="17"/>
                    <a:pt x="592" y="1"/>
                    <a:pt x="55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110"/>
            <p:cNvSpPr/>
            <p:nvPr/>
          </p:nvSpPr>
          <p:spPr>
            <a:xfrm>
              <a:off x="13574950" y="-779050"/>
              <a:ext cx="38250" cy="62000"/>
            </a:xfrm>
            <a:custGeom>
              <a:avLst/>
              <a:gdLst/>
              <a:ahLst/>
              <a:cxnLst/>
              <a:rect l="l" t="t" r="r" b="b"/>
              <a:pathLst>
                <a:path w="1530" h="2480" extrusionOk="0">
                  <a:moveTo>
                    <a:pt x="508" y="268"/>
                  </a:moveTo>
                  <a:cubicBezTo>
                    <a:pt x="587" y="268"/>
                    <a:pt x="645" y="289"/>
                    <a:pt x="681" y="330"/>
                  </a:cubicBezTo>
                  <a:cubicBezTo>
                    <a:pt x="715" y="370"/>
                    <a:pt x="737" y="418"/>
                    <a:pt x="745" y="470"/>
                  </a:cubicBezTo>
                  <a:cubicBezTo>
                    <a:pt x="748" y="511"/>
                    <a:pt x="744" y="550"/>
                    <a:pt x="738" y="589"/>
                  </a:cubicBezTo>
                  <a:cubicBezTo>
                    <a:pt x="710" y="729"/>
                    <a:pt x="595" y="876"/>
                    <a:pt x="390" y="1029"/>
                  </a:cubicBezTo>
                  <a:cubicBezTo>
                    <a:pt x="395" y="946"/>
                    <a:pt x="395" y="864"/>
                    <a:pt x="390" y="781"/>
                  </a:cubicBezTo>
                  <a:cubicBezTo>
                    <a:pt x="382" y="649"/>
                    <a:pt x="379" y="566"/>
                    <a:pt x="379" y="534"/>
                  </a:cubicBezTo>
                  <a:cubicBezTo>
                    <a:pt x="378" y="463"/>
                    <a:pt x="385" y="393"/>
                    <a:pt x="397" y="323"/>
                  </a:cubicBezTo>
                  <a:cubicBezTo>
                    <a:pt x="412" y="287"/>
                    <a:pt x="449" y="268"/>
                    <a:pt x="508" y="268"/>
                  </a:cubicBezTo>
                  <a:close/>
                  <a:moveTo>
                    <a:pt x="484" y="0"/>
                  </a:moveTo>
                  <a:cubicBezTo>
                    <a:pt x="254" y="0"/>
                    <a:pt x="129" y="71"/>
                    <a:pt x="106" y="213"/>
                  </a:cubicBezTo>
                  <a:cubicBezTo>
                    <a:pt x="70" y="442"/>
                    <a:pt x="51" y="724"/>
                    <a:pt x="51" y="1058"/>
                  </a:cubicBezTo>
                  <a:lnTo>
                    <a:pt x="51" y="1462"/>
                  </a:lnTo>
                  <a:cubicBezTo>
                    <a:pt x="49" y="1658"/>
                    <a:pt x="43" y="1828"/>
                    <a:pt x="33" y="1971"/>
                  </a:cubicBezTo>
                  <a:cubicBezTo>
                    <a:pt x="31" y="1988"/>
                    <a:pt x="25" y="2033"/>
                    <a:pt x="15" y="2104"/>
                  </a:cubicBezTo>
                  <a:cubicBezTo>
                    <a:pt x="7" y="2153"/>
                    <a:pt x="1" y="2203"/>
                    <a:pt x="0" y="2251"/>
                  </a:cubicBezTo>
                  <a:cubicBezTo>
                    <a:pt x="0" y="2378"/>
                    <a:pt x="54" y="2453"/>
                    <a:pt x="163" y="2478"/>
                  </a:cubicBezTo>
                  <a:cubicBezTo>
                    <a:pt x="168" y="2479"/>
                    <a:pt x="173" y="2479"/>
                    <a:pt x="178" y="2479"/>
                  </a:cubicBezTo>
                  <a:cubicBezTo>
                    <a:pt x="193" y="2479"/>
                    <a:pt x="209" y="2475"/>
                    <a:pt x="227" y="2466"/>
                  </a:cubicBezTo>
                  <a:cubicBezTo>
                    <a:pt x="242" y="2458"/>
                    <a:pt x="258" y="2452"/>
                    <a:pt x="274" y="2448"/>
                  </a:cubicBezTo>
                  <a:cubicBezTo>
                    <a:pt x="306" y="2327"/>
                    <a:pt x="328" y="2164"/>
                    <a:pt x="340" y="1960"/>
                  </a:cubicBezTo>
                  <a:cubicBezTo>
                    <a:pt x="359" y="1689"/>
                    <a:pt x="373" y="1522"/>
                    <a:pt x="380" y="1458"/>
                  </a:cubicBezTo>
                  <a:cubicBezTo>
                    <a:pt x="486" y="1549"/>
                    <a:pt x="648" y="1711"/>
                    <a:pt x="864" y="1945"/>
                  </a:cubicBezTo>
                  <a:cubicBezTo>
                    <a:pt x="1060" y="2154"/>
                    <a:pt x="1222" y="2309"/>
                    <a:pt x="1353" y="2410"/>
                  </a:cubicBezTo>
                  <a:cubicBezTo>
                    <a:pt x="1470" y="2380"/>
                    <a:pt x="1530" y="2337"/>
                    <a:pt x="1530" y="2280"/>
                  </a:cubicBezTo>
                  <a:cubicBezTo>
                    <a:pt x="1530" y="2268"/>
                    <a:pt x="1526" y="2257"/>
                    <a:pt x="1518" y="2247"/>
                  </a:cubicBezTo>
                  <a:cubicBezTo>
                    <a:pt x="1447" y="2126"/>
                    <a:pt x="1326" y="1990"/>
                    <a:pt x="1157" y="1836"/>
                  </a:cubicBezTo>
                  <a:cubicBezTo>
                    <a:pt x="888" y="1593"/>
                    <a:pt x="753" y="1470"/>
                    <a:pt x="750" y="1468"/>
                  </a:cubicBezTo>
                  <a:lnTo>
                    <a:pt x="632" y="1372"/>
                  </a:lnTo>
                  <a:cubicBezTo>
                    <a:pt x="581" y="1328"/>
                    <a:pt x="554" y="1290"/>
                    <a:pt x="554" y="1257"/>
                  </a:cubicBezTo>
                  <a:cubicBezTo>
                    <a:pt x="554" y="1228"/>
                    <a:pt x="577" y="1201"/>
                    <a:pt x="620" y="1176"/>
                  </a:cubicBezTo>
                  <a:cubicBezTo>
                    <a:pt x="728" y="1117"/>
                    <a:pt x="823" y="1033"/>
                    <a:pt x="894" y="932"/>
                  </a:cubicBezTo>
                  <a:cubicBezTo>
                    <a:pt x="980" y="816"/>
                    <a:pt x="1022" y="701"/>
                    <a:pt x="1022" y="585"/>
                  </a:cubicBezTo>
                  <a:cubicBezTo>
                    <a:pt x="1022" y="447"/>
                    <a:pt x="977" y="319"/>
                    <a:pt x="886" y="201"/>
                  </a:cubicBezTo>
                  <a:cubicBezTo>
                    <a:pt x="787" y="74"/>
                    <a:pt x="671" y="7"/>
                    <a:pt x="538" y="1"/>
                  </a:cubicBezTo>
                  <a:cubicBezTo>
                    <a:pt x="520" y="1"/>
                    <a:pt x="501" y="0"/>
                    <a:pt x="48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110"/>
            <p:cNvSpPr/>
            <p:nvPr/>
          </p:nvSpPr>
          <p:spPr>
            <a:xfrm>
              <a:off x="13609425" y="-781525"/>
              <a:ext cx="37825" cy="68750"/>
            </a:xfrm>
            <a:custGeom>
              <a:avLst/>
              <a:gdLst/>
              <a:ahLst/>
              <a:cxnLst/>
              <a:rect l="l" t="t" r="r" b="b"/>
              <a:pathLst>
                <a:path w="1513" h="2750" extrusionOk="0">
                  <a:moveTo>
                    <a:pt x="1316" y="1"/>
                  </a:moveTo>
                  <a:cubicBezTo>
                    <a:pt x="1253" y="1"/>
                    <a:pt x="1216" y="25"/>
                    <a:pt x="1209" y="75"/>
                  </a:cubicBezTo>
                  <a:cubicBezTo>
                    <a:pt x="1132" y="737"/>
                    <a:pt x="1073" y="1232"/>
                    <a:pt x="1037" y="1560"/>
                  </a:cubicBezTo>
                  <a:cubicBezTo>
                    <a:pt x="946" y="1392"/>
                    <a:pt x="845" y="1147"/>
                    <a:pt x="734" y="824"/>
                  </a:cubicBezTo>
                  <a:cubicBezTo>
                    <a:pt x="618" y="488"/>
                    <a:pt x="520" y="244"/>
                    <a:pt x="442" y="93"/>
                  </a:cubicBezTo>
                  <a:cubicBezTo>
                    <a:pt x="366" y="32"/>
                    <a:pt x="308" y="1"/>
                    <a:pt x="266" y="1"/>
                  </a:cubicBezTo>
                  <a:cubicBezTo>
                    <a:pt x="263" y="1"/>
                    <a:pt x="260" y="1"/>
                    <a:pt x="257" y="2"/>
                  </a:cubicBezTo>
                  <a:cubicBezTo>
                    <a:pt x="168" y="2"/>
                    <a:pt x="122" y="28"/>
                    <a:pt x="120" y="82"/>
                  </a:cubicBezTo>
                  <a:cubicBezTo>
                    <a:pt x="116" y="146"/>
                    <a:pt x="89" y="476"/>
                    <a:pt x="44" y="1073"/>
                  </a:cubicBezTo>
                  <a:cubicBezTo>
                    <a:pt x="14" y="1464"/>
                    <a:pt x="0" y="1790"/>
                    <a:pt x="0" y="2051"/>
                  </a:cubicBezTo>
                  <a:cubicBezTo>
                    <a:pt x="0" y="2202"/>
                    <a:pt x="3" y="2345"/>
                    <a:pt x="11" y="2483"/>
                  </a:cubicBezTo>
                  <a:cubicBezTo>
                    <a:pt x="14" y="2526"/>
                    <a:pt x="16" y="2566"/>
                    <a:pt x="18" y="2605"/>
                  </a:cubicBezTo>
                  <a:cubicBezTo>
                    <a:pt x="26" y="2655"/>
                    <a:pt x="46" y="2685"/>
                    <a:pt x="78" y="2694"/>
                  </a:cubicBezTo>
                  <a:cubicBezTo>
                    <a:pt x="88" y="2699"/>
                    <a:pt x="112" y="2709"/>
                    <a:pt x="148" y="2727"/>
                  </a:cubicBezTo>
                  <a:cubicBezTo>
                    <a:pt x="168" y="2740"/>
                    <a:pt x="191" y="2747"/>
                    <a:pt x="214" y="2750"/>
                  </a:cubicBezTo>
                  <a:cubicBezTo>
                    <a:pt x="236" y="2749"/>
                    <a:pt x="256" y="2739"/>
                    <a:pt x="270" y="2723"/>
                  </a:cubicBezTo>
                  <a:cubicBezTo>
                    <a:pt x="314" y="2695"/>
                    <a:pt x="334" y="2647"/>
                    <a:pt x="332" y="2575"/>
                  </a:cubicBezTo>
                  <a:cubicBezTo>
                    <a:pt x="322" y="2380"/>
                    <a:pt x="317" y="2190"/>
                    <a:pt x="317" y="2002"/>
                  </a:cubicBezTo>
                  <a:cubicBezTo>
                    <a:pt x="315" y="1631"/>
                    <a:pt x="337" y="1259"/>
                    <a:pt x="379" y="891"/>
                  </a:cubicBezTo>
                  <a:cubicBezTo>
                    <a:pt x="383" y="856"/>
                    <a:pt x="395" y="839"/>
                    <a:pt x="412" y="839"/>
                  </a:cubicBezTo>
                  <a:cubicBezTo>
                    <a:pt x="419" y="839"/>
                    <a:pt x="426" y="847"/>
                    <a:pt x="431" y="861"/>
                  </a:cubicBezTo>
                  <a:cubicBezTo>
                    <a:pt x="666" y="1518"/>
                    <a:pt x="861" y="2001"/>
                    <a:pt x="1019" y="2309"/>
                  </a:cubicBezTo>
                  <a:cubicBezTo>
                    <a:pt x="1071" y="2412"/>
                    <a:pt x="1135" y="2464"/>
                    <a:pt x="1211" y="2464"/>
                  </a:cubicBezTo>
                  <a:cubicBezTo>
                    <a:pt x="1251" y="2464"/>
                    <a:pt x="1289" y="2448"/>
                    <a:pt x="1316" y="2419"/>
                  </a:cubicBezTo>
                  <a:cubicBezTo>
                    <a:pt x="1346" y="2393"/>
                    <a:pt x="1362" y="2355"/>
                    <a:pt x="1359" y="2315"/>
                  </a:cubicBezTo>
                  <a:cubicBezTo>
                    <a:pt x="1354" y="2233"/>
                    <a:pt x="1351" y="2148"/>
                    <a:pt x="1351" y="2061"/>
                  </a:cubicBezTo>
                  <a:cubicBezTo>
                    <a:pt x="1351" y="1798"/>
                    <a:pt x="1372" y="1468"/>
                    <a:pt x="1414" y="1075"/>
                  </a:cubicBezTo>
                  <a:cubicBezTo>
                    <a:pt x="1445" y="742"/>
                    <a:pt x="1479" y="411"/>
                    <a:pt x="1513" y="81"/>
                  </a:cubicBezTo>
                  <a:cubicBezTo>
                    <a:pt x="1505" y="57"/>
                    <a:pt x="1487" y="38"/>
                    <a:pt x="1464" y="30"/>
                  </a:cubicBezTo>
                  <a:cubicBezTo>
                    <a:pt x="1456" y="27"/>
                    <a:pt x="1434" y="21"/>
                    <a:pt x="1394" y="11"/>
                  </a:cubicBezTo>
                  <a:cubicBezTo>
                    <a:pt x="1369" y="5"/>
                    <a:pt x="1343" y="1"/>
                    <a:pt x="131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110"/>
            <p:cNvSpPr/>
            <p:nvPr/>
          </p:nvSpPr>
          <p:spPr>
            <a:xfrm>
              <a:off x="13210600" y="-748025"/>
              <a:ext cx="375950" cy="187600"/>
            </a:xfrm>
            <a:custGeom>
              <a:avLst/>
              <a:gdLst/>
              <a:ahLst/>
              <a:cxnLst/>
              <a:rect l="l" t="t" r="r" b="b"/>
              <a:pathLst>
                <a:path w="15038" h="7504" extrusionOk="0">
                  <a:moveTo>
                    <a:pt x="1306" y="0"/>
                  </a:moveTo>
                  <a:cubicBezTo>
                    <a:pt x="745" y="1630"/>
                    <a:pt x="232" y="3456"/>
                    <a:pt x="42" y="5170"/>
                  </a:cubicBezTo>
                  <a:cubicBezTo>
                    <a:pt x="20" y="5370"/>
                    <a:pt x="1" y="5580"/>
                    <a:pt x="76" y="5768"/>
                  </a:cubicBezTo>
                  <a:cubicBezTo>
                    <a:pt x="168" y="6000"/>
                    <a:pt x="387" y="6156"/>
                    <a:pt x="602" y="6284"/>
                  </a:cubicBezTo>
                  <a:cubicBezTo>
                    <a:pt x="2235" y="7263"/>
                    <a:pt x="4213" y="7450"/>
                    <a:pt x="6116" y="7503"/>
                  </a:cubicBezTo>
                  <a:cubicBezTo>
                    <a:pt x="6390" y="7503"/>
                    <a:pt x="6664" y="7503"/>
                    <a:pt x="6940" y="7503"/>
                  </a:cubicBezTo>
                  <a:cubicBezTo>
                    <a:pt x="9466" y="7503"/>
                    <a:pt x="12079" y="7489"/>
                    <a:pt x="14600" y="7209"/>
                  </a:cubicBezTo>
                  <a:cubicBezTo>
                    <a:pt x="14917" y="6058"/>
                    <a:pt x="15037" y="5287"/>
                    <a:pt x="15007" y="4062"/>
                  </a:cubicBezTo>
                  <a:cubicBezTo>
                    <a:pt x="11120" y="3006"/>
                    <a:pt x="6820" y="1247"/>
                    <a:pt x="2800" y="1247"/>
                  </a:cubicBezTo>
                  <a:cubicBezTo>
                    <a:pt x="2702" y="1247"/>
                    <a:pt x="2603" y="1248"/>
                    <a:pt x="2504" y="1250"/>
                  </a:cubicBezTo>
                  <a:lnTo>
                    <a:pt x="130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110"/>
            <p:cNvSpPr/>
            <p:nvPr/>
          </p:nvSpPr>
          <p:spPr>
            <a:xfrm>
              <a:off x="13548675" y="-661150"/>
              <a:ext cx="141475" cy="119525"/>
            </a:xfrm>
            <a:custGeom>
              <a:avLst/>
              <a:gdLst/>
              <a:ahLst/>
              <a:cxnLst/>
              <a:rect l="l" t="t" r="r" b="b"/>
              <a:pathLst>
                <a:path w="5659" h="4781" extrusionOk="0">
                  <a:moveTo>
                    <a:pt x="4508" y="1"/>
                  </a:moveTo>
                  <a:cubicBezTo>
                    <a:pt x="4503" y="1"/>
                    <a:pt x="4499" y="1"/>
                    <a:pt x="4494" y="1"/>
                  </a:cubicBezTo>
                  <a:cubicBezTo>
                    <a:pt x="4025" y="7"/>
                    <a:pt x="3585" y="213"/>
                    <a:pt x="3140" y="366"/>
                  </a:cubicBezTo>
                  <a:cubicBezTo>
                    <a:pt x="2685" y="522"/>
                    <a:pt x="2197" y="621"/>
                    <a:pt x="1718" y="621"/>
                  </a:cubicBezTo>
                  <a:cubicBezTo>
                    <a:pt x="1326" y="621"/>
                    <a:pt x="939" y="555"/>
                    <a:pt x="579" y="399"/>
                  </a:cubicBezTo>
                  <a:lnTo>
                    <a:pt x="1" y="3837"/>
                  </a:lnTo>
                  <a:cubicBezTo>
                    <a:pt x="202" y="3827"/>
                    <a:pt x="452" y="3817"/>
                    <a:pt x="719" y="3817"/>
                  </a:cubicBezTo>
                  <a:cubicBezTo>
                    <a:pt x="1353" y="3817"/>
                    <a:pt x="2083" y="3876"/>
                    <a:pt x="2478" y="4144"/>
                  </a:cubicBezTo>
                  <a:cubicBezTo>
                    <a:pt x="2760" y="4336"/>
                    <a:pt x="2984" y="4613"/>
                    <a:pt x="3294" y="4754"/>
                  </a:cubicBezTo>
                  <a:cubicBezTo>
                    <a:pt x="3323" y="4768"/>
                    <a:pt x="3356" y="4781"/>
                    <a:pt x="3388" y="4781"/>
                  </a:cubicBezTo>
                  <a:cubicBezTo>
                    <a:pt x="3394" y="4781"/>
                    <a:pt x="3400" y="4780"/>
                    <a:pt x="3406" y="4779"/>
                  </a:cubicBezTo>
                  <a:cubicBezTo>
                    <a:pt x="3532" y="4760"/>
                    <a:pt x="3524" y="4574"/>
                    <a:pt x="3479" y="4454"/>
                  </a:cubicBezTo>
                  <a:cubicBezTo>
                    <a:pt x="3285" y="3952"/>
                    <a:pt x="3028" y="3476"/>
                    <a:pt x="2712" y="3040"/>
                  </a:cubicBezTo>
                  <a:lnTo>
                    <a:pt x="2712" y="3040"/>
                  </a:lnTo>
                  <a:cubicBezTo>
                    <a:pt x="3047" y="3104"/>
                    <a:pt x="3292" y="3378"/>
                    <a:pt x="3527" y="3626"/>
                  </a:cubicBezTo>
                  <a:cubicBezTo>
                    <a:pt x="3755" y="3868"/>
                    <a:pt x="4035" y="4113"/>
                    <a:pt x="4366" y="4113"/>
                  </a:cubicBezTo>
                  <a:cubicBezTo>
                    <a:pt x="4373" y="4113"/>
                    <a:pt x="4380" y="4113"/>
                    <a:pt x="4387" y="4113"/>
                  </a:cubicBezTo>
                  <a:cubicBezTo>
                    <a:pt x="4352" y="3738"/>
                    <a:pt x="4086" y="3426"/>
                    <a:pt x="3793" y="3191"/>
                  </a:cubicBezTo>
                  <a:cubicBezTo>
                    <a:pt x="3501" y="2955"/>
                    <a:pt x="3169" y="2764"/>
                    <a:pt x="2914" y="2487"/>
                  </a:cubicBezTo>
                  <a:lnTo>
                    <a:pt x="2914" y="2487"/>
                  </a:lnTo>
                  <a:cubicBezTo>
                    <a:pt x="3374" y="2733"/>
                    <a:pt x="3844" y="2957"/>
                    <a:pt x="4323" y="3160"/>
                  </a:cubicBezTo>
                  <a:cubicBezTo>
                    <a:pt x="4399" y="3192"/>
                    <a:pt x="4480" y="3224"/>
                    <a:pt x="4562" y="3224"/>
                  </a:cubicBezTo>
                  <a:cubicBezTo>
                    <a:pt x="4570" y="3224"/>
                    <a:pt x="4578" y="3224"/>
                    <a:pt x="4586" y="3223"/>
                  </a:cubicBezTo>
                  <a:cubicBezTo>
                    <a:pt x="4677" y="3217"/>
                    <a:pt x="4770" y="3153"/>
                    <a:pt x="4780" y="3063"/>
                  </a:cubicBezTo>
                  <a:cubicBezTo>
                    <a:pt x="4785" y="3009"/>
                    <a:pt x="4761" y="2957"/>
                    <a:pt x="4732" y="2912"/>
                  </a:cubicBezTo>
                  <a:cubicBezTo>
                    <a:pt x="4632" y="2753"/>
                    <a:pt x="4472" y="2643"/>
                    <a:pt x="4314" y="2542"/>
                  </a:cubicBezTo>
                  <a:cubicBezTo>
                    <a:pt x="3912" y="2284"/>
                    <a:pt x="3491" y="2056"/>
                    <a:pt x="3057" y="1858"/>
                  </a:cubicBezTo>
                  <a:lnTo>
                    <a:pt x="3057" y="1858"/>
                  </a:lnTo>
                  <a:cubicBezTo>
                    <a:pt x="3658" y="2026"/>
                    <a:pt x="4264" y="2177"/>
                    <a:pt x="4874" y="2312"/>
                  </a:cubicBezTo>
                  <a:cubicBezTo>
                    <a:pt x="4998" y="2339"/>
                    <a:pt x="5126" y="2366"/>
                    <a:pt x="5252" y="2366"/>
                  </a:cubicBezTo>
                  <a:cubicBezTo>
                    <a:pt x="5295" y="2366"/>
                    <a:pt x="5339" y="2363"/>
                    <a:pt x="5382" y="2355"/>
                  </a:cubicBezTo>
                  <a:cubicBezTo>
                    <a:pt x="5468" y="2340"/>
                    <a:pt x="5560" y="2302"/>
                    <a:pt x="5594" y="2221"/>
                  </a:cubicBezTo>
                  <a:cubicBezTo>
                    <a:pt x="5659" y="2072"/>
                    <a:pt x="5489" y="1932"/>
                    <a:pt x="5343" y="1861"/>
                  </a:cubicBezTo>
                  <a:cubicBezTo>
                    <a:pt x="4574" y="1488"/>
                    <a:pt x="3743" y="1262"/>
                    <a:pt x="2892" y="1195"/>
                  </a:cubicBezTo>
                  <a:cubicBezTo>
                    <a:pt x="3422" y="815"/>
                    <a:pt x="4189" y="791"/>
                    <a:pt x="4603" y="287"/>
                  </a:cubicBezTo>
                  <a:cubicBezTo>
                    <a:pt x="4660" y="217"/>
                    <a:pt x="4707" y="109"/>
                    <a:pt x="4645" y="44"/>
                  </a:cubicBezTo>
                  <a:cubicBezTo>
                    <a:pt x="4611" y="7"/>
                    <a:pt x="4558" y="1"/>
                    <a:pt x="45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3" name="Google Shape;4463;p110"/>
          <p:cNvGrpSpPr/>
          <p:nvPr/>
        </p:nvGrpSpPr>
        <p:grpSpPr>
          <a:xfrm>
            <a:off x="1691473" y="3091299"/>
            <a:ext cx="811305" cy="1648871"/>
            <a:chOff x="11574225" y="-1694100"/>
            <a:chExt cx="1266675" cy="2574350"/>
          </a:xfrm>
        </p:grpSpPr>
        <p:sp>
          <p:nvSpPr>
            <p:cNvPr id="4464" name="Google Shape;4464;p110"/>
            <p:cNvSpPr/>
            <p:nvPr/>
          </p:nvSpPr>
          <p:spPr>
            <a:xfrm>
              <a:off x="12270450" y="694600"/>
              <a:ext cx="368675" cy="185650"/>
            </a:xfrm>
            <a:custGeom>
              <a:avLst/>
              <a:gdLst/>
              <a:ahLst/>
              <a:cxnLst/>
              <a:rect l="l" t="t" r="r" b="b"/>
              <a:pathLst>
                <a:path w="14747" h="7426" extrusionOk="0">
                  <a:moveTo>
                    <a:pt x="12894" y="0"/>
                  </a:moveTo>
                  <a:lnTo>
                    <a:pt x="9013" y="549"/>
                  </a:lnTo>
                  <a:lnTo>
                    <a:pt x="7754" y="3625"/>
                  </a:lnTo>
                  <a:cubicBezTo>
                    <a:pt x="7754" y="3625"/>
                    <a:pt x="488" y="4696"/>
                    <a:pt x="1" y="7325"/>
                  </a:cubicBezTo>
                  <a:cubicBezTo>
                    <a:pt x="395" y="7392"/>
                    <a:pt x="910" y="7426"/>
                    <a:pt x="1515" y="7426"/>
                  </a:cubicBezTo>
                  <a:cubicBezTo>
                    <a:pt x="4970" y="7426"/>
                    <a:pt x="11350" y="6330"/>
                    <a:pt x="14746" y="4108"/>
                  </a:cubicBezTo>
                  <a:cubicBezTo>
                    <a:pt x="13218" y="730"/>
                    <a:pt x="12894" y="0"/>
                    <a:pt x="128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110"/>
            <p:cNvSpPr/>
            <p:nvPr/>
          </p:nvSpPr>
          <p:spPr>
            <a:xfrm>
              <a:off x="11574225" y="708350"/>
              <a:ext cx="377250" cy="145600"/>
            </a:xfrm>
            <a:custGeom>
              <a:avLst/>
              <a:gdLst/>
              <a:ahLst/>
              <a:cxnLst/>
              <a:rect l="l" t="t" r="r" b="b"/>
              <a:pathLst>
                <a:path w="15090" h="5824" extrusionOk="0">
                  <a:moveTo>
                    <a:pt x="14106" y="0"/>
                  </a:moveTo>
                  <a:lnTo>
                    <a:pt x="9999" y="539"/>
                  </a:lnTo>
                  <a:lnTo>
                    <a:pt x="8401" y="2834"/>
                  </a:lnTo>
                  <a:cubicBezTo>
                    <a:pt x="8401" y="2834"/>
                    <a:pt x="7528" y="2757"/>
                    <a:pt x="6341" y="2757"/>
                  </a:cubicBezTo>
                  <a:cubicBezTo>
                    <a:pt x="4090" y="2757"/>
                    <a:pt x="709" y="3033"/>
                    <a:pt x="0" y="4632"/>
                  </a:cubicBezTo>
                  <a:cubicBezTo>
                    <a:pt x="1478" y="5263"/>
                    <a:pt x="4995" y="5823"/>
                    <a:pt x="8541" y="5823"/>
                  </a:cubicBezTo>
                  <a:cubicBezTo>
                    <a:pt x="10910" y="5823"/>
                    <a:pt x="13292" y="5573"/>
                    <a:pt x="15090" y="4927"/>
                  </a:cubicBezTo>
                  <a:cubicBezTo>
                    <a:pt x="14387" y="1287"/>
                    <a:pt x="14106" y="0"/>
                    <a:pt x="141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110"/>
            <p:cNvSpPr/>
            <p:nvPr/>
          </p:nvSpPr>
          <p:spPr>
            <a:xfrm>
              <a:off x="12270450" y="763875"/>
              <a:ext cx="368650" cy="116375"/>
            </a:xfrm>
            <a:custGeom>
              <a:avLst/>
              <a:gdLst/>
              <a:ahLst/>
              <a:cxnLst/>
              <a:rect l="l" t="t" r="r" b="b"/>
              <a:pathLst>
                <a:path w="14746" h="4655" extrusionOk="0">
                  <a:moveTo>
                    <a:pt x="14141" y="1"/>
                  </a:moveTo>
                  <a:cubicBezTo>
                    <a:pt x="10167" y="2250"/>
                    <a:pt x="5603" y="3445"/>
                    <a:pt x="1036" y="3445"/>
                  </a:cubicBezTo>
                  <a:cubicBezTo>
                    <a:pt x="912" y="3445"/>
                    <a:pt x="788" y="3444"/>
                    <a:pt x="664" y="3443"/>
                  </a:cubicBezTo>
                  <a:cubicBezTo>
                    <a:pt x="315" y="3777"/>
                    <a:pt x="76" y="4146"/>
                    <a:pt x="1" y="4554"/>
                  </a:cubicBezTo>
                  <a:cubicBezTo>
                    <a:pt x="394" y="4621"/>
                    <a:pt x="910" y="4655"/>
                    <a:pt x="1515" y="4655"/>
                  </a:cubicBezTo>
                  <a:cubicBezTo>
                    <a:pt x="4969" y="4655"/>
                    <a:pt x="11348" y="3559"/>
                    <a:pt x="14745" y="1337"/>
                  </a:cubicBezTo>
                  <a:cubicBezTo>
                    <a:pt x="14518" y="835"/>
                    <a:pt x="14319" y="392"/>
                    <a:pt x="141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110"/>
            <p:cNvSpPr/>
            <p:nvPr/>
          </p:nvSpPr>
          <p:spPr>
            <a:xfrm>
              <a:off x="12462900" y="732000"/>
              <a:ext cx="71925" cy="38100"/>
            </a:xfrm>
            <a:custGeom>
              <a:avLst/>
              <a:gdLst/>
              <a:ahLst/>
              <a:cxnLst/>
              <a:rect l="l" t="t" r="r" b="b"/>
              <a:pathLst>
                <a:path w="2877" h="1524" extrusionOk="0">
                  <a:moveTo>
                    <a:pt x="1384" y="0"/>
                  </a:moveTo>
                  <a:cubicBezTo>
                    <a:pt x="1312" y="0"/>
                    <a:pt x="1240" y="6"/>
                    <a:pt x="1169" y="18"/>
                  </a:cubicBezTo>
                  <a:cubicBezTo>
                    <a:pt x="528" y="126"/>
                    <a:pt x="1" y="694"/>
                    <a:pt x="22" y="1353"/>
                  </a:cubicBezTo>
                  <a:cubicBezTo>
                    <a:pt x="266" y="1309"/>
                    <a:pt x="480" y="1266"/>
                    <a:pt x="706" y="1266"/>
                  </a:cubicBezTo>
                  <a:cubicBezTo>
                    <a:pt x="813" y="1266"/>
                    <a:pt x="922" y="1276"/>
                    <a:pt x="1038" y="1299"/>
                  </a:cubicBezTo>
                  <a:cubicBezTo>
                    <a:pt x="1401" y="1371"/>
                    <a:pt x="1755" y="1497"/>
                    <a:pt x="2127" y="1521"/>
                  </a:cubicBezTo>
                  <a:cubicBezTo>
                    <a:pt x="2156" y="1522"/>
                    <a:pt x="2186" y="1523"/>
                    <a:pt x="2216" y="1523"/>
                  </a:cubicBezTo>
                  <a:cubicBezTo>
                    <a:pt x="2355" y="1523"/>
                    <a:pt x="2495" y="1502"/>
                    <a:pt x="2612" y="1428"/>
                  </a:cubicBezTo>
                  <a:cubicBezTo>
                    <a:pt x="2743" y="1344"/>
                    <a:pt x="2829" y="1203"/>
                    <a:pt x="2845" y="1046"/>
                  </a:cubicBezTo>
                  <a:cubicBezTo>
                    <a:pt x="2876" y="710"/>
                    <a:pt x="2488" y="404"/>
                    <a:pt x="2227" y="246"/>
                  </a:cubicBezTo>
                  <a:cubicBezTo>
                    <a:pt x="1978" y="96"/>
                    <a:pt x="1679" y="0"/>
                    <a:pt x="138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110"/>
            <p:cNvSpPr/>
            <p:nvPr/>
          </p:nvSpPr>
          <p:spPr>
            <a:xfrm>
              <a:off x="11574225" y="795525"/>
              <a:ext cx="377250" cy="58425"/>
            </a:xfrm>
            <a:custGeom>
              <a:avLst/>
              <a:gdLst/>
              <a:ahLst/>
              <a:cxnLst/>
              <a:rect l="l" t="t" r="r" b="b"/>
              <a:pathLst>
                <a:path w="15090" h="2337" extrusionOk="0">
                  <a:moveTo>
                    <a:pt x="14812" y="1"/>
                  </a:moveTo>
                  <a:cubicBezTo>
                    <a:pt x="12424" y="688"/>
                    <a:pt x="9939" y="1033"/>
                    <a:pt x="7453" y="1033"/>
                  </a:cubicBezTo>
                  <a:cubicBezTo>
                    <a:pt x="5247" y="1033"/>
                    <a:pt x="3040" y="761"/>
                    <a:pt x="902" y="218"/>
                  </a:cubicBezTo>
                  <a:cubicBezTo>
                    <a:pt x="485" y="463"/>
                    <a:pt x="168" y="767"/>
                    <a:pt x="0" y="1145"/>
                  </a:cubicBezTo>
                  <a:cubicBezTo>
                    <a:pt x="1478" y="1776"/>
                    <a:pt x="4995" y="2336"/>
                    <a:pt x="8541" y="2336"/>
                  </a:cubicBezTo>
                  <a:cubicBezTo>
                    <a:pt x="10910" y="2336"/>
                    <a:pt x="13292" y="2086"/>
                    <a:pt x="15090" y="1440"/>
                  </a:cubicBezTo>
                  <a:cubicBezTo>
                    <a:pt x="14985" y="899"/>
                    <a:pt x="14893" y="422"/>
                    <a:pt x="148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110"/>
            <p:cNvSpPr/>
            <p:nvPr/>
          </p:nvSpPr>
          <p:spPr>
            <a:xfrm>
              <a:off x="11787900" y="734250"/>
              <a:ext cx="73150" cy="43500"/>
            </a:xfrm>
            <a:custGeom>
              <a:avLst/>
              <a:gdLst/>
              <a:ahLst/>
              <a:cxnLst/>
              <a:rect l="l" t="t" r="r" b="b"/>
              <a:pathLst>
                <a:path w="2926" h="1740" extrusionOk="0">
                  <a:moveTo>
                    <a:pt x="1336" y="0"/>
                  </a:moveTo>
                  <a:cubicBezTo>
                    <a:pt x="719" y="0"/>
                    <a:pt x="127" y="420"/>
                    <a:pt x="0" y="1036"/>
                  </a:cubicBezTo>
                  <a:cubicBezTo>
                    <a:pt x="364" y="1056"/>
                    <a:pt x="664" y="1064"/>
                    <a:pt x="1001" y="1219"/>
                  </a:cubicBezTo>
                  <a:cubicBezTo>
                    <a:pt x="1338" y="1373"/>
                    <a:pt x="1652" y="1578"/>
                    <a:pt x="2010" y="1688"/>
                  </a:cubicBezTo>
                  <a:cubicBezTo>
                    <a:pt x="2107" y="1718"/>
                    <a:pt x="2211" y="1740"/>
                    <a:pt x="2313" y="1740"/>
                  </a:cubicBezTo>
                  <a:cubicBezTo>
                    <a:pt x="2377" y="1740"/>
                    <a:pt x="2441" y="1731"/>
                    <a:pt x="2502" y="1710"/>
                  </a:cubicBezTo>
                  <a:cubicBezTo>
                    <a:pt x="2650" y="1659"/>
                    <a:pt x="2766" y="1542"/>
                    <a:pt x="2817" y="1394"/>
                  </a:cubicBezTo>
                  <a:cubicBezTo>
                    <a:pt x="2925" y="1072"/>
                    <a:pt x="2619" y="685"/>
                    <a:pt x="2401" y="471"/>
                  </a:cubicBezTo>
                  <a:cubicBezTo>
                    <a:pt x="2143" y="218"/>
                    <a:pt x="1792" y="28"/>
                    <a:pt x="1427" y="3"/>
                  </a:cubicBezTo>
                  <a:cubicBezTo>
                    <a:pt x="1397" y="1"/>
                    <a:pt x="1366" y="0"/>
                    <a:pt x="13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110"/>
            <p:cNvSpPr/>
            <p:nvPr/>
          </p:nvSpPr>
          <p:spPr>
            <a:xfrm>
              <a:off x="11888725" y="-1022450"/>
              <a:ext cx="112500" cy="738825"/>
            </a:xfrm>
            <a:custGeom>
              <a:avLst/>
              <a:gdLst/>
              <a:ahLst/>
              <a:cxnLst/>
              <a:rect l="l" t="t" r="r" b="b"/>
              <a:pathLst>
                <a:path w="4500" h="29553" extrusionOk="0">
                  <a:moveTo>
                    <a:pt x="4500" y="0"/>
                  </a:moveTo>
                  <a:cubicBezTo>
                    <a:pt x="2778" y="1451"/>
                    <a:pt x="2168" y="4038"/>
                    <a:pt x="1779" y="6441"/>
                  </a:cubicBezTo>
                  <a:cubicBezTo>
                    <a:pt x="1402" y="8771"/>
                    <a:pt x="1347" y="11120"/>
                    <a:pt x="1059" y="13431"/>
                  </a:cubicBezTo>
                  <a:cubicBezTo>
                    <a:pt x="712" y="16212"/>
                    <a:pt x="1" y="18694"/>
                    <a:pt x="50" y="21562"/>
                  </a:cubicBezTo>
                  <a:cubicBezTo>
                    <a:pt x="77" y="23118"/>
                    <a:pt x="168" y="24699"/>
                    <a:pt x="699" y="26161"/>
                  </a:cubicBezTo>
                  <a:cubicBezTo>
                    <a:pt x="1230" y="27623"/>
                    <a:pt x="2259" y="28971"/>
                    <a:pt x="3702" y="29552"/>
                  </a:cubicBezTo>
                  <a:lnTo>
                    <a:pt x="450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110"/>
            <p:cNvSpPr/>
            <p:nvPr/>
          </p:nvSpPr>
          <p:spPr>
            <a:xfrm>
              <a:off x="12670925" y="-1093550"/>
              <a:ext cx="115300" cy="85800"/>
            </a:xfrm>
            <a:custGeom>
              <a:avLst/>
              <a:gdLst/>
              <a:ahLst/>
              <a:cxnLst/>
              <a:rect l="l" t="t" r="r" b="b"/>
              <a:pathLst>
                <a:path w="4612" h="3432" extrusionOk="0">
                  <a:moveTo>
                    <a:pt x="4362" y="1"/>
                  </a:moveTo>
                  <a:cubicBezTo>
                    <a:pt x="4321" y="1"/>
                    <a:pt x="4280" y="19"/>
                    <a:pt x="4245" y="62"/>
                  </a:cubicBezTo>
                  <a:cubicBezTo>
                    <a:pt x="3180" y="1374"/>
                    <a:pt x="1895" y="2650"/>
                    <a:pt x="210" y="3075"/>
                  </a:cubicBezTo>
                  <a:cubicBezTo>
                    <a:pt x="0" y="3127"/>
                    <a:pt x="66" y="3431"/>
                    <a:pt x="257" y="3431"/>
                  </a:cubicBezTo>
                  <a:cubicBezTo>
                    <a:pt x="273" y="3431"/>
                    <a:pt x="289" y="3429"/>
                    <a:pt x="307" y="3425"/>
                  </a:cubicBezTo>
                  <a:lnTo>
                    <a:pt x="307" y="3426"/>
                  </a:lnTo>
                  <a:cubicBezTo>
                    <a:pt x="2051" y="2985"/>
                    <a:pt x="3399" y="1680"/>
                    <a:pt x="4501" y="320"/>
                  </a:cubicBezTo>
                  <a:cubicBezTo>
                    <a:pt x="4612" y="183"/>
                    <a:pt x="4491" y="1"/>
                    <a:pt x="4362" y="1"/>
                  </a:cubicBezTo>
                  <a:close/>
                </a:path>
              </a:pathLst>
            </a:custGeom>
            <a:solidFill>
              <a:srgbClr val="465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110"/>
            <p:cNvSpPr/>
            <p:nvPr/>
          </p:nvSpPr>
          <p:spPr>
            <a:xfrm>
              <a:off x="12690350" y="-1071075"/>
              <a:ext cx="109075" cy="82900"/>
            </a:xfrm>
            <a:custGeom>
              <a:avLst/>
              <a:gdLst/>
              <a:ahLst/>
              <a:cxnLst/>
              <a:rect l="l" t="t" r="r" b="b"/>
              <a:pathLst>
                <a:path w="4363" h="3316" extrusionOk="0">
                  <a:moveTo>
                    <a:pt x="4110" y="1"/>
                  </a:moveTo>
                  <a:cubicBezTo>
                    <a:pt x="4068" y="1"/>
                    <a:pt x="4026" y="19"/>
                    <a:pt x="3990" y="61"/>
                  </a:cubicBezTo>
                  <a:cubicBezTo>
                    <a:pt x="2935" y="1306"/>
                    <a:pt x="1661" y="2286"/>
                    <a:pt x="185" y="2982"/>
                  </a:cubicBezTo>
                  <a:cubicBezTo>
                    <a:pt x="1" y="3069"/>
                    <a:pt x="115" y="3316"/>
                    <a:pt x="286" y="3316"/>
                  </a:cubicBezTo>
                  <a:cubicBezTo>
                    <a:pt x="312" y="3316"/>
                    <a:pt x="340" y="3310"/>
                    <a:pt x="368" y="3296"/>
                  </a:cubicBezTo>
                  <a:cubicBezTo>
                    <a:pt x="1871" y="2586"/>
                    <a:pt x="3172" y="1585"/>
                    <a:pt x="4248" y="318"/>
                  </a:cubicBezTo>
                  <a:cubicBezTo>
                    <a:pt x="4362" y="183"/>
                    <a:pt x="4241" y="1"/>
                    <a:pt x="4110" y="1"/>
                  </a:cubicBezTo>
                  <a:close/>
                </a:path>
              </a:pathLst>
            </a:custGeom>
            <a:solidFill>
              <a:srgbClr val="465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110"/>
            <p:cNvSpPr/>
            <p:nvPr/>
          </p:nvSpPr>
          <p:spPr>
            <a:xfrm>
              <a:off x="12695700" y="-1045000"/>
              <a:ext cx="118475" cy="76825"/>
            </a:xfrm>
            <a:custGeom>
              <a:avLst/>
              <a:gdLst/>
              <a:ahLst/>
              <a:cxnLst/>
              <a:rect l="l" t="t" r="r" b="b"/>
              <a:pathLst>
                <a:path w="4739" h="3073" extrusionOk="0">
                  <a:moveTo>
                    <a:pt x="4481" y="0"/>
                  </a:moveTo>
                  <a:cubicBezTo>
                    <a:pt x="4452" y="0"/>
                    <a:pt x="4420" y="9"/>
                    <a:pt x="4388" y="29"/>
                  </a:cubicBezTo>
                  <a:cubicBezTo>
                    <a:pt x="2995" y="896"/>
                    <a:pt x="1988" y="2555"/>
                    <a:pt x="235" y="2708"/>
                  </a:cubicBezTo>
                  <a:cubicBezTo>
                    <a:pt x="9" y="2727"/>
                    <a:pt x="1" y="3072"/>
                    <a:pt x="216" y="3072"/>
                  </a:cubicBezTo>
                  <a:cubicBezTo>
                    <a:pt x="222" y="3072"/>
                    <a:pt x="229" y="3072"/>
                    <a:pt x="235" y="3072"/>
                  </a:cubicBezTo>
                  <a:cubicBezTo>
                    <a:pt x="2099" y="2909"/>
                    <a:pt x="3096" y="1261"/>
                    <a:pt x="4572" y="342"/>
                  </a:cubicBezTo>
                  <a:cubicBezTo>
                    <a:pt x="4738" y="238"/>
                    <a:pt x="4636" y="0"/>
                    <a:pt x="4481" y="0"/>
                  </a:cubicBezTo>
                  <a:close/>
                </a:path>
              </a:pathLst>
            </a:custGeom>
            <a:solidFill>
              <a:srgbClr val="465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110"/>
            <p:cNvSpPr/>
            <p:nvPr/>
          </p:nvSpPr>
          <p:spPr>
            <a:xfrm>
              <a:off x="12693450" y="-977775"/>
              <a:ext cx="147450" cy="65700"/>
            </a:xfrm>
            <a:custGeom>
              <a:avLst/>
              <a:gdLst/>
              <a:ahLst/>
              <a:cxnLst/>
              <a:rect l="l" t="t" r="r" b="b"/>
              <a:pathLst>
                <a:path w="5898" h="2628" extrusionOk="0">
                  <a:moveTo>
                    <a:pt x="5651" y="0"/>
                  </a:moveTo>
                  <a:cubicBezTo>
                    <a:pt x="5620" y="0"/>
                    <a:pt x="5588" y="10"/>
                    <a:pt x="5555" y="32"/>
                  </a:cubicBezTo>
                  <a:cubicBezTo>
                    <a:pt x="3997" y="1112"/>
                    <a:pt x="2277" y="2263"/>
                    <a:pt x="315" y="2263"/>
                  </a:cubicBezTo>
                  <a:cubicBezTo>
                    <a:pt x="288" y="2263"/>
                    <a:pt x="261" y="2263"/>
                    <a:pt x="235" y="2262"/>
                  </a:cubicBezTo>
                  <a:cubicBezTo>
                    <a:pt x="234" y="2262"/>
                    <a:pt x="233" y="2262"/>
                    <a:pt x="232" y="2262"/>
                  </a:cubicBezTo>
                  <a:cubicBezTo>
                    <a:pt x="0" y="2262"/>
                    <a:pt x="1" y="2622"/>
                    <a:pt x="235" y="2626"/>
                  </a:cubicBezTo>
                  <a:cubicBezTo>
                    <a:pt x="263" y="2627"/>
                    <a:pt x="291" y="2627"/>
                    <a:pt x="319" y="2627"/>
                  </a:cubicBezTo>
                  <a:cubicBezTo>
                    <a:pt x="2346" y="2627"/>
                    <a:pt x="4128" y="1464"/>
                    <a:pt x="5739" y="347"/>
                  </a:cubicBezTo>
                  <a:cubicBezTo>
                    <a:pt x="5898" y="236"/>
                    <a:pt x="5799" y="0"/>
                    <a:pt x="5651" y="0"/>
                  </a:cubicBezTo>
                  <a:close/>
                </a:path>
              </a:pathLst>
            </a:custGeom>
            <a:solidFill>
              <a:srgbClr val="465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110"/>
            <p:cNvSpPr/>
            <p:nvPr/>
          </p:nvSpPr>
          <p:spPr>
            <a:xfrm>
              <a:off x="12080975" y="-1115775"/>
              <a:ext cx="692925" cy="311950"/>
            </a:xfrm>
            <a:custGeom>
              <a:avLst/>
              <a:gdLst/>
              <a:ahLst/>
              <a:cxnLst/>
              <a:rect l="l" t="t" r="r" b="b"/>
              <a:pathLst>
                <a:path w="27717" h="12478" extrusionOk="0">
                  <a:moveTo>
                    <a:pt x="10753" y="0"/>
                  </a:moveTo>
                  <a:cubicBezTo>
                    <a:pt x="10732" y="0"/>
                    <a:pt x="10711" y="0"/>
                    <a:pt x="10689" y="0"/>
                  </a:cubicBezTo>
                  <a:cubicBezTo>
                    <a:pt x="6830" y="19"/>
                    <a:pt x="3056" y="1690"/>
                    <a:pt x="0" y="3965"/>
                  </a:cubicBezTo>
                  <a:lnTo>
                    <a:pt x="4128" y="9131"/>
                  </a:lnTo>
                  <a:cubicBezTo>
                    <a:pt x="6341" y="8474"/>
                    <a:pt x="8634" y="8142"/>
                    <a:pt x="10935" y="8142"/>
                  </a:cubicBezTo>
                  <a:cubicBezTo>
                    <a:pt x="11593" y="8142"/>
                    <a:pt x="12252" y="8169"/>
                    <a:pt x="12910" y="8224"/>
                  </a:cubicBezTo>
                  <a:cubicBezTo>
                    <a:pt x="14680" y="8370"/>
                    <a:pt x="16334" y="9627"/>
                    <a:pt x="17899" y="10417"/>
                  </a:cubicBezTo>
                  <a:cubicBezTo>
                    <a:pt x="19859" y="11405"/>
                    <a:pt x="22059" y="12478"/>
                    <a:pt x="24199" y="12478"/>
                  </a:cubicBezTo>
                  <a:cubicBezTo>
                    <a:pt x="25408" y="12478"/>
                    <a:pt x="26599" y="12136"/>
                    <a:pt x="27716" y="11243"/>
                  </a:cubicBezTo>
                  <a:cubicBezTo>
                    <a:pt x="27571" y="8170"/>
                    <a:pt x="26914" y="5466"/>
                    <a:pt x="25506" y="2721"/>
                  </a:cubicBezTo>
                  <a:cubicBezTo>
                    <a:pt x="24471" y="3469"/>
                    <a:pt x="23184" y="3826"/>
                    <a:pt x="21902" y="3826"/>
                  </a:cubicBezTo>
                  <a:cubicBezTo>
                    <a:pt x="21669" y="3826"/>
                    <a:pt x="21437" y="3814"/>
                    <a:pt x="21206" y="3791"/>
                  </a:cubicBezTo>
                  <a:cubicBezTo>
                    <a:pt x="20173" y="3688"/>
                    <a:pt x="18932" y="3378"/>
                    <a:pt x="18054" y="2798"/>
                  </a:cubicBezTo>
                  <a:cubicBezTo>
                    <a:pt x="17352" y="2335"/>
                    <a:pt x="16865" y="1717"/>
                    <a:pt x="16094" y="1301"/>
                  </a:cubicBezTo>
                  <a:cubicBezTo>
                    <a:pt x="14455" y="416"/>
                    <a:pt x="12610" y="0"/>
                    <a:pt x="107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110"/>
            <p:cNvSpPr/>
            <p:nvPr/>
          </p:nvSpPr>
          <p:spPr>
            <a:xfrm>
              <a:off x="12037450" y="-1107125"/>
              <a:ext cx="213975" cy="88400"/>
            </a:xfrm>
            <a:custGeom>
              <a:avLst/>
              <a:gdLst/>
              <a:ahLst/>
              <a:cxnLst/>
              <a:rect l="l" t="t" r="r" b="b"/>
              <a:pathLst>
                <a:path w="8559" h="3536" extrusionOk="0">
                  <a:moveTo>
                    <a:pt x="3892" y="0"/>
                  </a:moveTo>
                  <a:cubicBezTo>
                    <a:pt x="2576" y="0"/>
                    <a:pt x="1289" y="192"/>
                    <a:pt x="89" y="785"/>
                  </a:cubicBezTo>
                  <a:lnTo>
                    <a:pt x="191" y="750"/>
                  </a:lnTo>
                  <a:lnTo>
                    <a:pt x="191" y="750"/>
                  </a:lnTo>
                  <a:cubicBezTo>
                    <a:pt x="1" y="1687"/>
                    <a:pt x="425" y="2690"/>
                    <a:pt x="1259" y="3157"/>
                  </a:cubicBezTo>
                  <a:cubicBezTo>
                    <a:pt x="1840" y="3483"/>
                    <a:pt x="2521" y="3535"/>
                    <a:pt x="3195" y="3535"/>
                  </a:cubicBezTo>
                  <a:cubicBezTo>
                    <a:pt x="3336" y="3535"/>
                    <a:pt x="3476" y="3533"/>
                    <a:pt x="3615" y="3531"/>
                  </a:cubicBezTo>
                  <a:lnTo>
                    <a:pt x="4731" y="3509"/>
                  </a:lnTo>
                  <a:cubicBezTo>
                    <a:pt x="5575" y="3493"/>
                    <a:pt x="6451" y="3470"/>
                    <a:pt x="7205" y="3094"/>
                  </a:cubicBezTo>
                  <a:cubicBezTo>
                    <a:pt x="7961" y="2720"/>
                    <a:pt x="8559" y="1884"/>
                    <a:pt x="8377" y="1061"/>
                  </a:cubicBezTo>
                  <a:cubicBezTo>
                    <a:pt x="8329" y="844"/>
                    <a:pt x="8224" y="632"/>
                    <a:pt x="8046" y="500"/>
                  </a:cubicBezTo>
                  <a:cubicBezTo>
                    <a:pt x="7862" y="367"/>
                    <a:pt x="7628" y="333"/>
                    <a:pt x="7403" y="303"/>
                  </a:cubicBezTo>
                  <a:cubicBezTo>
                    <a:pt x="6234" y="149"/>
                    <a:pt x="5051" y="0"/>
                    <a:pt x="389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110"/>
            <p:cNvSpPr/>
            <p:nvPr/>
          </p:nvSpPr>
          <p:spPr>
            <a:xfrm>
              <a:off x="11939100" y="-530900"/>
              <a:ext cx="657600" cy="1239275"/>
            </a:xfrm>
            <a:custGeom>
              <a:avLst/>
              <a:gdLst/>
              <a:ahLst/>
              <a:cxnLst/>
              <a:rect l="l" t="t" r="r" b="b"/>
              <a:pathLst>
                <a:path w="26304" h="49571" extrusionOk="0">
                  <a:moveTo>
                    <a:pt x="7163" y="0"/>
                  </a:moveTo>
                  <a:cubicBezTo>
                    <a:pt x="4425" y="0"/>
                    <a:pt x="69" y="7684"/>
                    <a:pt x="69" y="7684"/>
                  </a:cubicBezTo>
                  <a:cubicBezTo>
                    <a:pt x="69" y="7684"/>
                    <a:pt x="0" y="27303"/>
                    <a:pt x="22267" y="49569"/>
                  </a:cubicBezTo>
                  <a:cubicBezTo>
                    <a:pt x="22337" y="49570"/>
                    <a:pt x="22408" y="49571"/>
                    <a:pt x="22479" y="49571"/>
                  </a:cubicBezTo>
                  <a:cubicBezTo>
                    <a:pt x="24362" y="49571"/>
                    <a:pt x="26303" y="49243"/>
                    <a:pt x="26303" y="49243"/>
                  </a:cubicBezTo>
                  <a:cubicBezTo>
                    <a:pt x="26303" y="49243"/>
                    <a:pt x="9333" y="21298"/>
                    <a:pt x="9333" y="6321"/>
                  </a:cubicBezTo>
                  <a:cubicBezTo>
                    <a:pt x="9333" y="1614"/>
                    <a:pt x="8418" y="0"/>
                    <a:pt x="716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110"/>
            <p:cNvSpPr/>
            <p:nvPr/>
          </p:nvSpPr>
          <p:spPr>
            <a:xfrm>
              <a:off x="11824200" y="-422600"/>
              <a:ext cx="674650" cy="1144450"/>
            </a:xfrm>
            <a:custGeom>
              <a:avLst/>
              <a:gdLst/>
              <a:ahLst/>
              <a:cxnLst/>
              <a:rect l="l" t="t" r="r" b="b"/>
              <a:pathLst>
                <a:path w="26986" h="45778" extrusionOk="0">
                  <a:moveTo>
                    <a:pt x="24079" y="1"/>
                  </a:moveTo>
                  <a:lnTo>
                    <a:pt x="14497" y="4061"/>
                  </a:lnTo>
                  <a:cubicBezTo>
                    <a:pt x="14497" y="4061"/>
                    <a:pt x="371" y="29265"/>
                    <a:pt x="0" y="45777"/>
                  </a:cubicBezTo>
                  <a:cubicBezTo>
                    <a:pt x="1414" y="45757"/>
                    <a:pt x="2828" y="45742"/>
                    <a:pt x="4243" y="45740"/>
                  </a:cubicBezTo>
                  <a:cubicBezTo>
                    <a:pt x="4513" y="43501"/>
                    <a:pt x="6134" y="32481"/>
                    <a:pt x="12600" y="24263"/>
                  </a:cubicBezTo>
                  <a:cubicBezTo>
                    <a:pt x="19830" y="15072"/>
                    <a:pt x="26986" y="7354"/>
                    <a:pt x="24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110"/>
            <p:cNvSpPr/>
            <p:nvPr/>
          </p:nvSpPr>
          <p:spPr>
            <a:xfrm>
              <a:off x="11888425" y="-1033225"/>
              <a:ext cx="595650" cy="786875"/>
            </a:xfrm>
            <a:custGeom>
              <a:avLst/>
              <a:gdLst/>
              <a:ahLst/>
              <a:cxnLst/>
              <a:rect l="l" t="t" r="r" b="b"/>
              <a:pathLst>
                <a:path w="23826" h="31475" extrusionOk="0">
                  <a:moveTo>
                    <a:pt x="4614" y="0"/>
                  </a:moveTo>
                  <a:lnTo>
                    <a:pt x="1" y="30175"/>
                  </a:lnTo>
                  <a:cubicBezTo>
                    <a:pt x="1" y="30175"/>
                    <a:pt x="4194" y="31474"/>
                    <a:pt x="10285" y="31474"/>
                  </a:cubicBezTo>
                  <a:cubicBezTo>
                    <a:pt x="14214" y="31474"/>
                    <a:pt x="18933" y="30934"/>
                    <a:pt x="23826" y="29155"/>
                  </a:cubicBezTo>
                  <a:cubicBezTo>
                    <a:pt x="21776" y="22245"/>
                    <a:pt x="18206" y="9265"/>
                    <a:pt x="18206" y="9265"/>
                  </a:cubicBezTo>
                  <a:lnTo>
                    <a:pt x="461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110"/>
            <p:cNvSpPr/>
            <p:nvPr/>
          </p:nvSpPr>
          <p:spPr>
            <a:xfrm>
              <a:off x="12080975" y="-1181375"/>
              <a:ext cx="94825" cy="192425"/>
            </a:xfrm>
            <a:custGeom>
              <a:avLst/>
              <a:gdLst/>
              <a:ahLst/>
              <a:cxnLst/>
              <a:rect l="l" t="t" r="r" b="b"/>
              <a:pathLst>
                <a:path w="3793" h="7697" extrusionOk="0">
                  <a:moveTo>
                    <a:pt x="0" y="1"/>
                  </a:moveTo>
                  <a:lnTo>
                    <a:pt x="0" y="6141"/>
                  </a:lnTo>
                  <a:cubicBezTo>
                    <a:pt x="0" y="7000"/>
                    <a:pt x="698" y="7697"/>
                    <a:pt x="1556" y="7697"/>
                  </a:cubicBezTo>
                  <a:lnTo>
                    <a:pt x="2237" y="7697"/>
                  </a:lnTo>
                  <a:cubicBezTo>
                    <a:pt x="3095" y="7697"/>
                    <a:pt x="3793" y="7000"/>
                    <a:pt x="3793" y="6141"/>
                  </a:cubicBezTo>
                  <a:lnTo>
                    <a:pt x="3793"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110"/>
            <p:cNvSpPr/>
            <p:nvPr/>
          </p:nvSpPr>
          <p:spPr>
            <a:xfrm>
              <a:off x="11842925" y="-1357850"/>
              <a:ext cx="94900" cy="100625"/>
            </a:xfrm>
            <a:custGeom>
              <a:avLst/>
              <a:gdLst/>
              <a:ahLst/>
              <a:cxnLst/>
              <a:rect l="l" t="t" r="r" b="b"/>
              <a:pathLst>
                <a:path w="3796" h="4025" extrusionOk="0">
                  <a:moveTo>
                    <a:pt x="1349" y="0"/>
                  </a:moveTo>
                  <a:cubicBezTo>
                    <a:pt x="1143" y="0"/>
                    <a:pt x="948" y="50"/>
                    <a:pt x="774" y="154"/>
                  </a:cubicBezTo>
                  <a:cubicBezTo>
                    <a:pt x="70" y="581"/>
                    <a:pt x="1" y="1759"/>
                    <a:pt x="622" y="2784"/>
                  </a:cubicBezTo>
                  <a:cubicBezTo>
                    <a:pt x="1090" y="3558"/>
                    <a:pt x="1816" y="4025"/>
                    <a:pt x="2447" y="4025"/>
                  </a:cubicBezTo>
                  <a:cubicBezTo>
                    <a:pt x="2653" y="4025"/>
                    <a:pt x="2849" y="3975"/>
                    <a:pt x="3022" y="3870"/>
                  </a:cubicBezTo>
                  <a:cubicBezTo>
                    <a:pt x="3727" y="3443"/>
                    <a:pt x="3795" y="2266"/>
                    <a:pt x="3174" y="1240"/>
                  </a:cubicBezTo>
                  <a:cubicBezTo>
                    <a:pt x="2706" y="467"/>
                    <a:pt x="1980" y="0"/>
                    <a:pt x="13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110"/>
            <p:cNvSpPr/>
            <p:nvPr/>
          </p:nvSpPr>
          <p:spPr>
            <a:xfrm>
              <a:off x="11827300" y="-1694100"/>
              <a:ext cx="501375" cy="364600"/>
            </a:xfrm>
            <a:custGeom>
              <a:avLst/>
              <a:gdLst/>
              <a:ahLst/>
              <a:cxnLst/>
              <a:rect l="l" t="t" r="r" b="b"/>
              <a:pathLst>
                <a:path w="20055" h="14584" extrusionOk="0">
                  <a:moveTo>
                    <a:pt x="4528" y="1"/>
                  </a:moveTo>
                  <a:cubicBezTo>
                    <a:pt x="4365" y="1"/>
                    <a:pt x="4200" y="9"/>
                    <a:pt x="4033" y="26"/>
                  </a:cubicBezTo>
                  <a:cubicBezTo>
                    <a:pt x="2334" y="198"/>
                    <a:pt x="1411" y="1530"/>
                    <a:pt x="1243" y="3138"/>
                  </a:cubicBezTo>
                  <a:cubicBezTo>
                    <a:pt x="1158" y="3955"/>
                    <a:pt x="1605" y="4872"/>
                    <a:pt x="2398" y="5089"/>
                  </a:cubicBezTo>
                  <a:cubicBezTo>
                    <a:pt x="1852" y="5246"/>
                    <a:pt x="1293" y="5408"/>
                    <a:pt x="828" y="5736"/>
                  </a:cubicBezTo>
                  <a:cubicBezTo>
                    <a:pt x="363" y="6063"/>
                    <a:pt x="0" y="6592"/>
                    <a:pt x="27" y="7161"/>
                  </a:cubicBezTo>
                  <a:cubicBezTo>
                    <a:pt x="65" y="8010"/>
                    <a:pt x="890" y="8576"/>
                    <a:pt x="1625" y="9004"/>
                  </a:cubicBezTo>
                  <a:cubicBezTo>
                    <a:pt x="869" y="9457"/>
                    <a:pt x="633" y="10534"/>
                    <a:pt x="993" y="11338"/>
                  </a:cubicBezTo>
                  <a:cubicBezTo>
                    <a:pt x="1354" y="12142"/>
                    <a:pt x="2195" y="12662"/>
                    <a:pt x="3066" y="12802"/>
                  </a:cubicBezTo>
                  <a:cubicBezTo>
                    <a:pt x="3261" y="12833"/>
                    <a:pt x="3457" y="12848"/>
                    <a:pt x="3653" y="12848"/>
                  </a:cubicBezTo>
                  <a:cubicBezTo>
                    <a:pt x="4333" y="12848"/>
                    <a:pt x="5014" y="12674"/>
                    <a:pt x="5651" y="12428"/>
                  </a:cubicBezTo>
                  <a:lnTo>
                    <a:pt x="20054" y="14584"/>
                  </a:lnTo>
                  <a:lnTo>
                    <a:pt x="19798" y="10258"/>
                  </a:lnTo>
                  <a:cubicBezTo>
                    <a:pt x="19752" y="9470"/>
                    <a:pt x="19703" y="8669"/>
                    <a:pt x="19433" y="7928"/>
                  </a:cubicBezTo>
                  <a:cubicBezTo>
                    <a:pt x="19164" y="7186"/>
                    <a:pt x="18638" y="6498"/>
                    <a:pt x="17898" y="6224"/>
                  </a:cubicBezTo>
                  <a:cubicBezTo>
                    <a:pt x="18063" y="5038"/>
                    <a:pt x="17818" y="3018"/>
                    <a:pt x="16669" y="2347"/>
                  </a:cubicBezTo>
                  <a:cubicBezTo>
                    <a:pt x="16291" y="2126"/>
                    <a:pt x="15853" y="2031"/>
                    <a:pt x="15420" y="1963"/>
                  </a:cubicBezTo>
                  <a:cubicBezTo>
                    <a:pt x="14742" y="1856"/>
                    <a:pt x="14057" y="1764"/>
                    <a:pt x="13374" y="1764"/>
                  </a:cubicBezTo>
                  <a:cubicBezTo>
                    <a:pt x="13136" y="1764"/>
                    <a:pt x="12899" y="1775"/>
                    <a:pt x="12663" y="1801"/>
                  </a:cubicBezTo>
                  <a:cubicBezTo>
                    <a:pt x="12514" y="1817"/>
                    <a:pt x="12362" y="1824"/>
                    <a:pt x="12209" y="1824"/>
                  </a:cubicBezTo>
                  <a:cubicBezTo>
                    <a:pt x="11380" y="1824"/>
                    <a:pt x="10499" y="1616"/>
                    <a:pt x="9704" y="1491"/>
                  </a:cubicBezTo>
                  <a:cubicBezTo>
                    <a:pt x="8911" y="1365"/>
                    <a:pt x="8010" y="1260"/>
                    <a:pt x="7310" y="839"/>
                  </a:cubicBezTo>
                  <a:cubicBezTo>
                    <a:pt x="6444" y="316"/>
                    <a:pt x="5532" y="1"/>
                    <a:pt x="45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110"/>
            <p:cNvSpPr/>
            <p:nvPr/>
          </p:nvSpPr>
          <p:spPr>
            <a:xfrm>
              <a:off x="11889650" y="-1582050"/>
              <a:ext cx="401875" cy="441350"/>
            </a:xfrm>
            <a:custGeom>
              <a:avLst/>
              <a:gdLst/>
              <a:ahLst/>
              <a:cxnLst/>
              <a:rect l="l" t="t" r="r" b="b"/>
              <a:pathLst>
                <a:path w="16075" h="17654" extrusionOk="0">
                  <a:moveTo>
                    <a:pt x="8574" y="0"/>
                  </a:moveTo>
                  <a:cubicBezTo>
                    <a:pt x="8400" y="0"/>
                    <a:pt x="8225" y="7"/>
                    <a:pt x="8048" y="20"/>
                  </a:cubicBezTo>
                  <a:lnTo>
                    <a:pt x="6729" y="117"/>
                  </a:lnTo>
                  <a:cubicBezTo>
                    <a:pt x="2885" y="404"/>
                    <a:pt x="1" y="3753"/>
                    <a:pt x="287" y="7598"/>
                  </a:cubicBezTo>
                  <a:lnTo>
                    <a:pt x="661" y="12609"/>
                  </a:lnTo>
                  <a:cubicBezTo>
                    <a:pt x="875" y="15472"/>
                    <a:pt x="3264" y="17653"/>
                    <a:pt x="6089" y="17653"/>
                  </a:cubicBezTo>
                  <a:cubicBezTo>
                    <a:pt x="6225" y="17653"/>
                    <a:pt x="6363" y="17648"/>
                    <a:pt x="6501" y="17638"/>
                  </a:cubicBezTo>
                  <a:lnTo>
                    <a:pt x="9346" y="17425"/>
                  </a:lnTo>
                  <a:cubicBezTo>
                    <a:pt x="13191" y="17139"/>
                    <a:pt x="16074" y="13790"/>
                    <a:pt x="15788" y="9946"/>
                  </a:cubicBezTo>
                  <a:lnTo>
                    <a:pt x="15528" y="6461"/>
                  </a:lnTo>
                  <a:cubicBezTo>
                    <a:pt x="15254" y="2794"/>
                    <a:pt x="12194" y="0"/>
                    <a:pt x="85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110"/>
            <p:cNvSpPr/>
            <p:nvPr/>
          </p:nvSpPr>
          <p:spPr>
            <a:xfrm>
              <a:off x="11952225" y="-1604700"/>
              <a:ext cx="347150" cy="277225"/>
            </a:xfrm>
            <a:custGeom>
              <a:avLst/>
              <a:gdLst/>
              <a:ahLst/>
              <a:cxnLst/>
              <a:rect l="l" t="t" r="r" b="b"/>
              <a:pathLst>
                <a:path w="13886" h="11089" extrusionOk="0">
                  <a:moveTo>
                    <a:pt x="4763" y="0"/>
                  </a:moveTo>
                  <a:cubicBezTo>
                    <a:pt x="3179" y="0"/>
                    <a:pt x="1618" y="264"/>
                    <a:pt x="271" y="1065"/>
                  </a:cubicBezTo>
                  <a:cubicBezTo>
                    <a:pt x="165" y="1127"/>
                    <a:pt x="52" y="1205"/>
                    <a:pt x="23" y="1324"/>
                  </a:cubicBezTo>
                  <a:cubicBezTo>
                    <a:pt x="0" y="1409"/>
                    <a:pt x="26" y="1498"/>
                    <a:pt x="58" y="1580"/>
                  </a:cubicBezTo>
                  <a:cubicBezTo>
                    <a:pt x="227" y="2011"/>
                    <a:pt x="582" y="2341"/>
                    <a:pt x="948" y="2624"/>
                  </a:cubicBezTo>
                  <a:cubicBezTo>
                    <a:pt x="2296" y="3660"/>
                    <a:pt x="3923" y="4268"/>
                    <a:pt x="5620" y="4371"/>
                  </a:cubicBezTo>
                  <a:cubicBezTo>
                    <a:pt x="5780" y="4380"/>
                    <a:pt x="5940" y="4385"/>
                    <a:pt x="6100" y="4385"/>
                  </a:cubicBezTo>
                  <a:cubicBezTo>
                    <a:pt x="7490" y="4385"/>
                    <a:pt x="8860" y="4044"/>
                    <a:pt x="10089" y="3393"/>
                  </a:cubicBezTo>
                  <a:lnTo>
                    <a:pt x="10089" y="3393"/>
                  </a:lnTo>
                  <a:cubicBezTo>
                    <a:pt x="9989" y="5869"/>
                    <a:pt x="10683" y="8378"/>
                    <a:pt x="12078" y="10427"/>
                  </a:cubicBezTo>
                  <a:cubicBezTo>
                    <a:pt x="12214" y="10626"/>
                    <a:pt x="12360" y="10825"/>
                    <a:pt x="12562" y="10957"/>
                  </a:cubicBezTo>
                  <a:cubicBezTo>
                    <a:pt x="12687" y="11038"/>
                    <a:pt x="12838" y="11089"/>
                    <a:pt x="12986" y="11089"/>
                  </a:cubicBezTo>
                  <a:cubicBezTo>
                    <a:pt x="13077" y="11089"/>
                    <a:pt x="13166" y="11070"/>
                    <a:pt x="13248" y="11027"/>
                  </a:cubicBezTo>
                  <a:cubicBezTo>
                    <a:pt x="13549" y="10868"/>
                    <a:pt x="13617" y="10473"/>
                    <a:pt x="13649" y="10132"/>
                  </a:cubicBezTo>
                  <a:cubicBezTo>
                    <a:pt x="13769" y="8896"/>
                    <a:pt x="13885" y="7632"/>
                    <a:pt x="13596" y="6424"/>
                  </a:cubicBezTo>
                  <a:cubicBezTo>
                    <a:pt x="13141" y="4523"/>
                    <a:pt x="11748" y="3004"/>
                    <a:pt x="10346" y="1642"/>
                  </a:cubicBezTo>
                  <a:cubicBezTo>
                    <a:pt x="9960" y="1269"/>
                    <a:pt x="9565" y="895"/>
                    <a:pt x="9088" y="649"/>
                  </a:cubicBezTo>
                  <a:cubicBezTo>
                    <a:pt x="8545" y="368"/>
                    <a:pt x="7928" y="268"/>
                    <a:pt x="7321" y="188"/>
                  </a:cubicBezTo>
                  <a:cubicBezTo>
                    <a:pt x="6481" y="77"/>
                    <a:pt x="5619" y="0"/>
                    <a:pt x="476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110"/>
            <p:cNvSpPr/>
            <p:nvPr/>
          </p:nvSpPr>
          <p:spPr>
            <a:xfrm>
              <a:off x="12277375" y="-728425"/>
              <a:ext cx="93225" cy="42875"/>
            </a:xfrm>
            <a:custGeom>
              <a:avLst/>
              <a:gdLst/>
              <a:ahLst/>
              <a:cxnLst/>
              <a:rect l="l" t="t" r="r" b="b"/>
              <a:pathLst>
                <a:path w="3729" h="1715" extrusionOk="0">
                  <a:moveTo>
                    <a:pt x="40" y="0"/>
                  </a:moveTo>
                  <a:lnTo>
                    <a:pt x="1" y="179"/>
                  </a:lnTo>
                  <a:cubicBezTo>
                    <a:pt x="27" y="184"/>
                    <a:pt x="2658" y="772"/>
                    <a:pt x="3600" y="1715"/>
                  </a:cubicBezTo>
                  <a:lnTo>
                    <a:pt x="3728" y="1586"/>
                  </a:lnTo>
                  <a:cubicBezTo>
                    <a:pt x="2750" y="608"/>
                    <a:pt x="150" y="25"/>
                    <a:pt x="40" y="0"/>
                  </a:cubicBezTo>
                  <a:close/>
                </a:path>
              </a:pathLst>
            </a:custGeom>
            <a:solidFill>
              <a:srgbClr val="3439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110"/>
            <p:cNvSpPr/>
            <p:nvPr/>
          </p:nvSpPr>
          <p:spPr>
            <a:xfrm>
              <a:off x="11855925" y="-348900"/>
              <a:ext cx="651725" cy="122375"/>
            </a:xfrm>
            <a:custGeom>
              <a:avLst/>
              <a:gdLst/>
              <a:ahLst/>
              <a:cxnLst/>
              <a:rect l="l" t="t" r="r" b="b"/>
              <a:pathLst>
                <a:path w="26069" h="4895" extrusionOk="0">
                  <a:moveTo>
                    <a:pt x="25037" y="1"/>
                  </a:moveTo>
                  <a:cubicBezTo>
                    <a:pt x="24931" y="1"/>
                    <a:pt x="24823" y="19"/>
                    <a:pt x="24719" y="56"/>
                  </a:cubicBezTo>
                  <a:cubicBezTo>
                    <a:pt x="19961" y="1733"/>
                    <a:pt x="15487" y="2261"/>
                    <a:pt x="11739" y="2261"/>
                  </a:cubicBezTo>
                  <a:cubicBezTo>
                    <a:pt x="6592" y="2261"/>
                    <a:pt x="2815" y="1264"/>
                    <a:pt x="1557" y="882"/>
                  </a:cubicBezTo>
                  <a:cubicBezTo>
                    <a:pt x="1457" y="852"/>
                    <a:pt x="1355" y="837"/>
                    <a:pt x="1254" y="837"/>
                  </a:cubicBezTo>
                  <a:cubicBezTo>
                    <a:pt x="901" y="837"/>
                    <a:pt x="562" y="1016"/>
                    <a:pt x="383" y="1333"/>
                  </a:cubicBezTo>
                  <a:cubicBezTo>
                    <a:pt x="1" y="2012"/>
                    <a:pt x="138" y="2996"/>
                    <a:pt x="517" y="3213"/>
                  </a:cubicBezTo>
                  <a:cubicBezTo>
                    <a:pt x="4033" y="4452"/>
                    <a:pt x="7600" y="4894"/>
                    <a:pt x="10901" y="4894"/>
                  </a:cubicBezTo>
                  <a:cubicBezTo>
                    <a:pt x="17734" y="4894"/>
                    <a:pt x="23425" y="2999"/>
                    <a:pt x="25163" y="2355"/>
                  </a:cubicBezTo>
                  <a:cubicBezTo>
                    <a:pt x="25691" y="2159"/>
                    <a:pt x="26068" y="1661"/>
                    <a:pt x="26063" y="1098"/>
                  </a:cubicBezTo>
                  <a:cubicBezTo>
                    <a:pt x="26060" y="804"/>
                    <a:pt x="25955" y="492"/>
                    <a:pt x="25641" y="222"/>
                  </a:cubicBezTo>
                  <a:cubicBezTo>
                    <a:pt x="25470" y="76"/>
                    <a:pt x="25256" y="1"/>
                    <a:pt x="250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110"/>
            <p:cNvSpPr/>
            <p:nvPr/>
          </p:nvSpPr>
          <p:spPr>
            <a:xfrm>
              <a:off x="11947175" y="-1098375"/>
              <a:ext cx="377025" cy="234975"/>
            </a:xfrm>
            <a:custGeom>
              <a:avLst/>
              <a:gdLst/>
              <a:ahLst/>
              <a:cxnLst/>
              <a:rect l="l" t="t" r="r" b="b"/>
              <a:pathLst>
                <a:path w="15081" h="9399" extrusionOk="0">
                  <a:moveTo>
                    <a:pt x="11322" y="1"/>
                  </a:moveTo>
                  <a:lnTo>
                    <a:pt x="11322" y="1"/>
                  </a:lnTo>
                  <a:cubicBezTo>
                    <a:pt x="11404" y="374"/>
                    <a:pt x="11228" y="768"/>
                    <a:pt x="10962" y="1041"/>
                  </a:cubicBezTo>
                  <a:cubicBezTo>
                    <a:pt x="10278" y="1742"/>
                    <a:pt x="9062" y="2155"/>
                    <a:pt x="8133" y="2339"/>
                  </a:cubicBezTo>
                  <a:cubicBezTo>
                    <a:pt x="7818" y="2402"/>
                    <a:pt x="7499" y="2437"/>
                    <a:pt x="7181" y="2437"/>
                  </a:cubicBezTo>
                  <a:cubicBezTo>
                    <a:pt x="6888" y="2437"/>
                    <a:pt x="6596" y="2407"/>
                    <a:pt x="6309" y="2341"/>
                  </a:cubicBezTo>
                  <a:cubicBezTo>
                    <a:pt x="5443" y="2141"/>
                    <a:pt x="3965" y="1338"/>
                    <a:pt x="3802" y="400"/>
                  </a:cubicBezTo>
                  <a:cubicBezTo>
                    <a:pt x="3216" y="575"/>
                    <a:pt x="2810" y="986"/>
                    <a:pt x="2746" y="1570"/>
                  </a:cubicBezTo>
                  <a:cubicBezTo>
                    <a:pt x="2679" y="2186"/>
                    <a:pt x="3053" y="1963"/>
                    <a:pt x="2461" y="2391"/>
                  </a:cubicBezTo>
                  <a:cubicBezTo>
                    <a:pt x="1529" y="3065"/>
                    <a:pt x="378" y="3302"/>
                    <a:pt x="161" y="4652"/>
                  </a:cubicBezTo>
                  <a:cubicBezTo>
                    <a:pt x="1" y="5656"/>
                    <a:pt x="645" y="6651"/>
                    <a:pt x="1494" y="7201"/>
                  </a:cubicBezTo>
                  <a:cubicBezTo>
                    <a:pt x="2344" y="7750"/>
                    <a:pt x="4502" y="9079"/>
                    <a:pt x="5498" y="9247"/>
                  </a:cubicBezTo>
                  <a:cubicBezTo>
                    <a:pt x="6112" y="9352"/>
                    <a:pt x="6678" y="9398"/>
                    <a:pt x="7217" y="9398"/>
                  </a:cubicBezTo>
                  <a:cubicBezTo>
                    <a:pt x="9160" y="9398"/>
                    <a:pt x="10740" y="8798"/>
                    <a:pt x="12902" y="8181"/>
                  </a:cubicBezTo>
                  <a:cubicBezTo>
                    <a:pt x="14175" y="7818"/>
                    <a:pt x="15081" y="7163"/>
                    <a:pt x="14666" y="5805"/>
                  </a:cubicBezTo>
                  <a:cubicBezTo>
                    <a:pt x="14260" y="4476"/>
                    <a:pt x="14014" y="3231"/>
                    <a:pt x="12854" y="2325"/>
                  </a:cubicBezTo>
                  <a:cubicBezTo>
                    <a:pt x="12765" y="2256"/>
                    <a:pt x="12672" y="2186"/>
                    <a:pt x="12619" y="2086"/>
                  </a:cubicBezTo>
                  <a:cubicBezTo>
                    <a:pt x="12536" y="1929"/>
                    <a:pt x="12576" y="1739"/>
                    <a:pt x="12574" y="1561"/>
                  </a:cubicBezTo>
                  <a:cubicBezTo>
                    <a:pt x="12565" y="861"/>
                    <a:pt x="11910" y="373"/>
                    <a:pt x="113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110"/>
            <p:cNvSpPr/>
            <p:nvPr/>
          </p:nvSpPr>
          <p:spPr>
            <a:xfrm>
              <a:off x="12252850" y="-1392950"/>
              <a:ext cx="112750" cy="127525"/>
            </a:xfrm>
            <a:custGeom>
              <a:avLst/>
              <a:gdLst/>
              <a:ahLst/>
              <a:cxnLst/>
              <a:rect l="l" t="t" r="r" b="b"/>
              <a:pathLst>
                <a:path w="4510" h="5101" extrusionOk="0">
                  <a:moveTo>
                    <a:pt x="2781" y="1"/>
                  </a:moveTo>
                  <a:cubicBezTo>
                    <a:pt x="1956" y="1"/>
                    <a:pt x="1046" y="724"/>
                    <a:pt x="574" y="1837"/>
                  </a:cubicBezTo>
                  <a:cubicBezTo>
                    <a:pt x="1" y="3190"/>
                    <a:pt x="290" y="4604"/>
                    <a:pt x="1218" y="4998"/>
                  </a:cubicBezTo>
                  <a:cubicBezTo>
                    <a:pt x="1381" y="5067"/>
                    <a:pt x="1554" y="5100"/>
                    <a:pt x="1730" y="5100"/>
                  </a:cubicBezTo>
                  <a:cubicBezTo>
                    <a:pt x="2554" y="5100"/>
                    <a:pt x="3464" y="4377"/>
                    <a:pt x="3937" y="3263"/>
                  </a:cubicBezTo>
                  <a:cubicBezTo>
                    <a:pt x="4510" y="1912"/>
                    <a:pt x="4221" y="497"/>
                    <a:pt x="3293" y="103"/>
                  </a:cubicBezTo>
                  <a:cubicBezTo>
                    <a:pt x="3130" y="34"/>
                    <a:pt x="2957" y="1"/>
                    <a:pt x="278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110"/>
            <p:cNvSpPr/>
            <p:nvPr/>
          </p:nvSpPr>
          <p:spPr>
            <a:xfrm>
              <a:off x="11703875" y="-1104550"/>
              <a:ext cx="303250" cy="568300"/>
            </a:xfrm>
            <a:custGeom>
              <a:avLst/>
              <a:gdLst/>
              <a:ahLst/>
              <a:cxnLst/>
              <a:rect l="l" t="t" r="r" b="b"/>
              <a:pathLst>
                <a:path w="12130" h="22732" extrusionOk="0">
                  <a:moveTo>
                    <a:pt x="5552" y="0"/>
                  </a:moveTo>
                  <a:cubicBezTo>
                    <a:pt x="5290" y="0"/>
                    <a:pt x="5031" y="119"/>
                    <a:pt x="4862" y="346"/>
                  </a:cubicBezTo>
                  <a:lnTo>
                    <a:pt x="223" y="6572"/>
                  </a:lnTo>
                  <a:cubicBezTo>
                    <a:pt x="40" y="6818"/>
                    <a:pt x="1" y="7142"/>
                    <a:pt x="122" y="7424"/>
                  </a:cubicBezTo>
                  <a:lnTo>
                    <a:pt x="6463" y="22211"/>
                  </a:lnTo>
                  <a:cubicBezTo>
                    <a:pt x="6613" y="22563"/>
                    <a:pt x="6932" y="22732"/>
                    <a:pt x="7250" y="22732"/>
                  </a:cubicBezTo>
                  <a:cubicBezTo>
                    <a:pt x="7616" y="22732"/>
                    <a:pt x="7982" y="22506"/>
                    <a:pt x="8088" y="22077"/>
                  </a:cubicBezTo>
                  <a:lnTo>
                    <a:pt x="12053" y="5916"/>
                  </a:lnTo>
                  <a:cubicBezTo>
                    <a:pt x="12129" y="5601"/>
                    <a:pt x="12023" y="5270"/>
                    <a:pt x="11777" y="5059"/>
                  </a:cubicBezTo>
                  <a:lnTo>
                    <a:pt x="6110" y="207"/>
                  </a:lnTo>
                  <a:cubicBezTo>
                    <a:pt x="5948" y="68"/>
                    <a:pt x="5749" y="0"/>
                    <a:pt x="555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110"/>
            <p:cNvSpPr/>
            <p:nvPr/>
          </p:nvSpPr>
          <p:spPr>
            <a:xfrm>
              <a:off x="11808450" y="-1144700"/>
              <a:ext cx="75000" cy="181350"/>
            </a:xfrm>
            <a:custGeom>
              <a:avLst/>
              <a:gdLst/>
              <a:ahLst/>
              <a:cxnLst/>
              <a:rect l="l" t="t" r="r" b="b"/>
              <a:pathLst>
                <a:path w="3000" h="7254" extrusionOk="0">
                  <a:moveTo>
                    <a:pt x="1526" y="0"/>
                  </a:moveTo>
                  <a:cubicBezTo>
                    <a:pt x="1384" y="0"/>
                    <a:pt x="1232" y="33"/>
                    <a:pt x="1095" y="64"/>
                  </a:cubicBezTo>
                  <a:cubicBezTo>
                    <a:pt x="851" y="120"/>
                    <a:pt x="591" y="161"/>
                    <a:pt x="396" y="318"/>
                  </a:cubicBezTo>
                  <a:cubicBezTo>
                    <a:pt x="1" y="637"/>
                    <a:pt x="65" y="1246"/>
                    <a:pt x="171" y="1743"/>
                  </a:cubicBezTo>
                  <a:cubicBezTo>
                    <a:pt x="564" y="3597"/>
                    <a:pt x="1023" y="5434"/>
                    <a:pt x="1548" y="7254"/>
                  </a:cubicBezTo>
                  <a:lnTo>
                    <a:pt x="2999" y="7066"/>
                  </a:lnTo>
                  <a:cubicBezTo>
                    <a:pt x="2904" y="4833"/>
                    <a:pt x="2580" y="2616"/>
                    <a:pt x="2033" y="448"/>
                  </a:cubicBezTo>
                  <a:cubicBezTo>
                    <a:pt x="2007" y="341"/>
                    <a:pt x="1977" y="231"/>
                    <a:pt x="1906" y="148"/>
                  </a:cubicBezTo>
                  <a:cubicBezTo>
                    <a:pt x="1811" y="36"/>
                    <a:pt x="1674" y="0"/>
                    <a:pt x="1526" y="0"/>
                  </a:cubicBezTo>
                  <a:close/>
                </a:path>
              </a:pathLst>
            </a:custGeom>
            <a:solidFill>
              <a:srgbClr val="F6A8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110"/>
            <p:cNvSpPr/>
            <p:nvPr/>
          </p:nvSpPr>
          <p:spPr>
            <a:xfrm>
              <a:off x="11767175" y="-1114350"/>
              <a:ext cx="86050" cy="169475"/>
            </a:xfrm>
            <a:custGeom>
              <a:avLst/>
              <a:gdLst/>
              <a:ahLst/>
              <a:cxnLst/>
              <a:rect l="l" t="t" r="r" b="b"/>
              <a:pathLst>
                <a:path w="3442" h="6779" extrusionOk="0">
                  <a:moveTo>
                    <a:pt x="1185" y="0"/>
                  </a:moveTo>
                  <a:cubicBezTo>
                    <a:pt x="1007" y="0"/>
                    <a:pt x="816" y="51"/>
                    <a:pt x="647" y="107"/>
                  </a:cubicBezTo>
                  <a:cubicBezTo>
                    <a:pt x="434" y="177"/>
                    <a:pt x="204" y="265"/>
                    <a:pt x="99" y="461"/>
                  </a:cubicBezTo>
                  <a:cubicBezTo>
                    <a:pt x="0" y="648"/>
                    <a:pt x="45" y="875"/>
                    <a:pt x="94" y="1081"/>
                  </a:cubicBezTo>
                  <a:cubicBezTo>
                    <a:pt x="560" y="3031"/>
                    <a:pt x="1194" y="4937"/>
                    <a:pt x="1989" y="6779"/>
                  </a:cubicBezTo>
                  <a:lnTo>
                    <a:pt x="3441" y="6000"/>
                  </a:lnTo>
                  <a:lnTo>
                    <a:pt x="1809" y="565"/>
                  </a:lnTo>
                  <a:cubicBezTo>
                    <a:pt x="1764" y="417"/>
                    <a:pt x="1716" y="262"/>
                    <a:pt x="1605" y="152"/>
                  </a:cubicBezTo>
                  <a:cubicBezTo>
                    <a:pt x="1492" y="40"/>
                    <a:pt x="1343" y="0"/>
                    <a:pt x="1185" y="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110"/>
            <p:cNvSpPr/>
            <p:nvPr/>
          </p:nvSpPr>
          <p:spPr>
            <a:xfrm>
              <a:off x="11708750" y="-1142375"/>
              <a:ext cx="96775" cy="208975"/>
            </a:xfrm>
            <a:custGeom>
              <a:avLst/>
              <a:gdLst/>
              <a:ahLst/>
              <a:cxnLst/>
              <a:rect l="l" t="t" r="r" b="b"/>
              <a:pathLst>
                <a:path w="3871" h="8359" extrusionOk="0">
                  <a:moveTo>
                    <a:pt x="2237" y="1"/>
                  </a:moveTo>
                  <a:cubicBezTo>
                    <a:pt x="2163" y="1"/>
                    <a:pt x="2086" y="24"/>
                    <a:pt x="2015" y="48"/>
                  </a:cubicBezTo>
                  <a:cubicBezTo>
                    <a:pt x="1577" y="194"/>
                    <a:pt x="1147" y="353"/>
                    <a:pt x="720" y="525"/>
                  </a:cubicBezTo>
                  <a:cubicBezTo>
                    <a:pt x="473" y="625"/>
                    <a:pt x="203" y="750"/>
                    <a:pt x="97" y="995"/>
                  </a:cubicBezTo>
                  <a:cubicBezTo>
                    <a:pt x="0" y="1218"/>
                    <a:pt x="67" y="1474"/>
                    <a:pt x="136" y="1708"/>
                  </a:cubicBezTo>
                  <a:cubicBezTo>
                    <a:pt x="821" y="4000"/>
                    <a:pt x="1711" y="6226"/>
                    <a:pt x="2798" y="8358"/>
                  </a:cubicBezTo>
                  <a:lnTo>
                    <a:pt x="3870" y="7582"/>
                  </a:lnTo>
                  <a:cubicBezTo>
                    <a:pt x="3682" y="5093"/>
                    <a:pt x="3024" y="2793"/>
                    <a:pt x="2543" y="370"/>
                  </a:cubicBezTo>
                  <a:cubicBezTo>
                    <a:pt x="2517" y="239"/>
                    <a:pt x="2479" y="90"/>
                    <a:pt x="2360" y="28"/>
                  </a:cubicBezTo>
                  <a:cubicBezTo>
                    <a:pt x="2321" y="9"/>
                    <a:pt x="2280" y="1"/>
                    <a:pt x="2237" y="1"/>
                  </a:cubicBezTo>
                  <a:close/>
                </a:path>
              </a:pathLst>
            </a:custGeom>
            <a:solidFill>
              <a:srgbClr val="F6A8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110"/>
            <p:cNvSpPr/>
            <p:nvPr/>
          </p:nvSpPr>
          <p:spPr>
            <a:xfrm>
              <a:off x="11690200" y="-1072650"/>
              <a:ext cx="99475" cy="151500"/>
            </a:xfrm>
            <a:custGeom>
              <a:avLst/>
              <a:gdLst/>
              <a:ahLst/>
              <a:cxnLst/>
              <a:rect l="l" t="t" r="r" b="b"/>
              <a:pathLst>
                <a:path w="3979" h="6060" extrusionOk="0">
                  <a:moveTo>
                    <a:pt x="1804" y="0"/>
                  </a:moveTo>
                  <a:cubicBezTo>
                    <a:pt x="1282" y="113"/>
                    <a:pt x="793" y="340"/>
                    <a:pt x="371" y="665"/>
                  </a:cubicBezTo>
                  <a:cubicBezTo>
                    <a:pt x="209" y="791"/>
                    <a:pt x="48" y="948"/>
                    <a:pt x="22" y="1151"/>
                  </a:cubicBezTo>
                  <a:cubicBezTo>
                    <a:pt x="0" y="1316"/>
                    <a:pt x="74" y="1476"/>
                    <a:pt x="146" y="1626"/>
                  </a:cubicBezTo>
                  <a:cubicBezTo>
                    <a:pt x="914" y="3216"/>
                    <a:pt x="1874" y="4704"/>
                    <a:pt x="3005" y="6060"/>
                  </a:cubicBezTo>
                  <a:lnTo>
                    <a:pt x="3978" y="5019"/>
                  </a:lnTo>
                  <a:cubicBezTo>
                    <a:pt x="3537" y="3875"/>
                    <a:pt x="2316" y="1115"/>
                    <a:pt x="1804" y="0"/>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110"/>
            <p:cNvSpPr/>
            <p:nvPr/>
          </p:nvSpPr>
          <p:spPr>
            <a:xfrm>
              <a:off x="11849425" y="-1180175"/>
              <a:ext cx="56775" cy="212525"/>
            </a:xfrm>
            <a:custGeom>
              <a:avLst/>
              <a:gdLst/>
              <a:ahLst/>
              <a:cxnLst/>
              <a:rect l="l" t="t" r="r" b="b"/>
              <a:pathLst>
                <a:path w="2271" h="8501" extrusionOk="0">
                  <a:moveTo>
                    <a:pt x="1855" y="1"/>
                  </a:moveTo>
                  <a:cubicBezTo>
                    <a:pt x="1831" y="1"/>
                    <a:pt x="1808" y="2"/>
                    <a:pt x="1785" y="5"/>
                  </a:cubicBezTo>
                  <a:cubicBezTo>
                    <a:pt x="1353" y="42"/>
                    <a:pt x="923" y="101"/>
                    <a:pt x="497" y="182"/>
                  </a:cubicBezTo>
                  <a:cubicBezTo>
                    <a:pt x="317" y="217"/>
                    <a:pt x="111" y="276"/>
                    <a:pt x="39" y="446"/>
                  </a:cubicBezTo>
                  <a:cubicBezTo>
                    <a:pt x="1" y="537"/>
                    <a:pt x="12" y="640"/>
                    <a:pt x="24" y="739"/>
                  </a:cubicBezTo>
                  <a:cubicBezTo>
                    <a:pt x="178" y="2023"/>
                    <a:pt x="316" y="3317"/>
                    <a:pt x="536" y="4586"/>
                  </a:cubicBezTo>
                  <a:cubicBezTo>
                    <a:pt x="757" y="5867"/>
                    <a:pt x="740" y="7206"/>
                    <a:pt x="941" y="8501"/>
                  </a:cubicBezTo>
                  <a:lnTo>
                    <a:pt x="2271" y="8440"/>
                  </a:lnTo>
                  <a:cubicBezTo>
                    <a:pt x="2237" y="5710"/>
                    <a:pt x="2170" y="2980"/>
                    <a:pt x="2070" y="250"/>
                  </a:cubicBezTo>
                  <a:cubicBezTo>
                    <a:pt x="2067" y="179"/>
                    <a:pt x="2062" y="101"/>
                    <a:pt x="2011" y="51"/>
                  </a:cubicBezTo>
                  <a:cubicBezTo>
                    <a:pt x="1971" y="11"/>
                    <a:pt x="1913" y="1"/>
                    <a:pt x="1855" y="1"/>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110"/>
            <p:cNvSpPr/>
            <p:nvPr/>
          </p:nvSpPr>
          <p:spPr>
            <a:xfrm>
              <a:off x="11875625" y="-1147575"/>
              <a:ext cx="76950" cy="200425"/>
            </a:xfrm>
            <a:custGeom>
              <a:avLst/>
              <a:gdLst/>
              <a:ahLst/>
              <a:cxnLst/>
              <a:rect l="l" t="t" r="r" b="b"/>
              <a:pathLst>
                <a:path w="3078" h="8017" extrusionOk="0">
                  <a:moveTo>
                    <a:pt x="1492" y="1"/>
                  </a:moveTo>
                  <a:cubicBezTo>
                    <a:pt x="1355" y="1"/>
                    <a:pt x="1217" y="15"/>
                    <a:pt x="1103" y="89"/>
                  </a:cubicBezTo>
                  <a:cubicBezTo>
                    <a:pt x="933" y="201"/>
                    <a:pt x="867" y="416"/>
                    <a:pt x="821" y="614"/>
                  </a:cubicBezTo>
                  <a:cubicBezTo>
                    <a:pt x="488" y="2031"/>
                    <a:pt x="0" y="6090"/>
                    <a:pt x="317" y="7511"/>
                  </a:cubicBezTo>
                  <a:lnTo>
                    <a:pt x="1826" y="8016"/>
                  </a:lnTo>
                  <a:cubicBezTo>
                    <a:pt x="2370" y="5543"/>
                    <a:pt x="2780" y="3043"/>
                    <a:pt x="3053" y="526"/>
                  </a:cubicBezTo>
                  <a:cubicBezTo>
                    <a:pt x="3067" y="395"/>
                    <a:pt x="3077" y="248"/>
                    <a:pt x="2990" y="147"/>
                  </a:cubicBezTo>
                  <a:cubicBezTo>
                    <a:pt x="2903" y="47"/>
                    <a:pt x="2753" y="36"/>
                    <a:pt x="2621" y="33"/>
                  </a:cubicBezTo>
                  <a:lnTo>
                    <a:pt x="1599" y="3"/>
                  </a:lnTo>
                  <a:cubicBezTo>
                    <a:pt x="1563" y="2"/>
                    <a:pt x="1528" y="1"/>
                    <a:pt x="1492" y="1"/>
                  </a:cubicBezTo>
                  <a:close/>
                </a:path>
              </a:pathLst>
            </a:custGeom>
            <a:solidFill>
              <a:srgbClr val="F6A8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110"/>
            <p:cNvSpPr/>
            <p:nvPr/>
          </p:nvSpPr>
          <p:spPr>
            <a:xfrm>
              <a:off x="11915750" y="-1109325"/>
              <a:ext cx="76050" cy="173950"/>
            </a:xfrm>
            <a:custGeom>
              <a:avLst/>
              <a:gdLst/>
              <a:ahLst/>
              <a:cxnLst/>
              <a:rect l="l" t="t" r="r" b="b"/>
              <a:pathLst>
                <a:path w="3042" h="6958" extrusionOk="0">
                  <a:moveTo>
                    <a:pt x="2102" y="1"/>
                  </a:moveTo>
                  <a:cubicBezTo>
                    <a:pt x="1906" y="1"/>
                    <a:pt x="1710" y="13"/>
                    <a:pt x="1515" y="37"/>
                  </a:cubicBezTo>
                  <a:cubicBezTo>
                    <a:pt x="1397" y="52"/>
                    <a:pt x="1275" y="73"/>
                    <a:pt x="1180" y="146"/>
                  </a:cubicBezTo>
                  <a:cubicBezTo>
                    <a:pt x="1057" y="240"/>
                    <a:pt x="1007" y="399"/>
                    <a:pt x="967" y="549"/>
                  </a:cubicBezTo>
                  <a:cubicBezTo>
                    <a:pt x="477" y="2329"/>
                    <a:pt x="153" y="4151"/>
                    <a:pt x="0" y="5992"/>
                  </a:cubicBezTo>
                  <a:lnTo>
                    <a:pt x="1390" y="6958"/>
                  </a:lnTo>
                  <a:cubicBezTo>
                    <a:pt x="2021" y="4886"/>
                    <a:pt x="2552" y="2791"/>
                    <a:pt x="2981" y="671"/>
                  </a:cubicBezTo>
                  <a:cubicBezTo>
                    <a:pt x="3014" y="512"/>
                    <a:pt x="3042" y="332"/>
                    <a:pt x="2948" y="199"/>
                  </a:cubicBezTo>
                  <a:cubicBezTo>
                    <a:pt x="2853" y="66"/>
                    <a:pt x="2673" y="32"/>
                    <a:pt x="2510" y="18"/>
                  </a:cubicBezTo>
                  <a:cubicBezTo>
                    <a:pt x="2374" y="7"/>
                    <a:pt x="2238" y="1"/>
                    <a:pt x="2102" y="1"/>
                  </a:cubicBezTo>
                  <a:close/>
                </a:path>
              </a:pathLst>
            </a:custGeom>
            <a:solidFill>
              <a:srgbClr val="F4C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110"/>
            <p:cNvSpPr/>
            <p:nvPr/>
          </p:nvSpPr>
          <p:spPr>
            <a:xfrm>
              <a:off x="11705425" y="-1006000"/>
              <a:ext cx="300600" cy="469750"/>
            </a:xfrm>
            <a:custGeom>
              <a:avLst/>
              <a:gdLst/>
              <a:ahLst/>
              <a:cxnLst/>
              <a:rect l="l" t="t" r="r" b="b"/>
              <a:pathLst>
                <a:path w="12024" h="18790" extrusionOk="0">
                  <a:moveTo>
                    <a:pt x="5789" y="1"/>
                  </a:moveTo>
                  <a:cubicBezTo>
                    <a:pt x="5650" y="1"/>
                    <a:pt x="5512" y="35"/>
                    <a:pt x="5387" y="101"/>
                  </a:cubicBezTo>
                  <a:lnTo>
                    <a:pt x="564" y="2657"/>
                  </a:lnTo>
                  <a:cubicBezTo>
                    <a:pt x="169" y="2866"/>
                    <a:pt x="1" y="3344"/>
                    <a:pt x="177" y="3754"/>
                  </a:cubicBezTo>
                  <a:lnTo>
                    <a:pt x="6401" y="18269"/>
                  </a:lnTo>
                  <a:cubicBezTo>
                    <a:pt x="6552" y="18620"/>
                    <a:pt x="6870" y="18789"/>
                    <a:pt x="7188" y="18789"/>
                  </a:cubicBezTo>
                  <a:cubicBezTo>
                    <a:pt x="7555" y="18789"/>
                    <a:pt x="7920" y="18564"/>
                    <a:pt x="8026" y="18135"/>
                  </a:cubicBezTo>
                  <a:lnTo>
                    <a:pt x="11909" y="2305"/>
                  </a:lnTo>
                  <a:cubicBezTo>
                    <a:pt x="12024" y="1841"/>
                    <a:pt x="11736" y="1373"/>
                    <a:pt x="11271" y="1263"/>
                  </a:cubicBezTo>
                  <a:lnTo>
                    <a:pt x="5986" y="24"/>
                  </a:lnTo>
                  <a:cubicBezTo>
                    <a:pt x="5921" y="8"/>
                    <a:pt x="5855" y="1"/>
                    <a:pt x="57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110"/>
            <p:cNvSpPr/>
            <p:nvPr/>
          </p:nvSpPr>
          <p:spPr>
            <a:xfrm>
              <a:off x="11916225" y="-1044200"/>
              <a:ext cx="543050" cy="510650"/>
            </a:xfrm>
            <a:custGeom>
              <a:avLst/>
              <a:gdLst/>
              <a:ahLst/>
              <a:cxnLst/>
              <a:rect l="l" t="t" r="r" b="b"/>
              <a:pathLst>
                <a:path w="21722" h="20426" extrusionOk="0">
                  <a:moveTo>
                    <a:pt x="14552" y="1"/>
                  </a:moveTo>
                  <a:cubicBezTo>
                    <a:pt x="14227" y="1"/>
                    <a:pt x="13889" y="64"/>
                    <a:pt x="13539" y="205"/>
                  </a:cubicBezTo>
                  <a:cubicBezTo>
                    <a:pt x="12328" y="692"/>
                    <a:pt x="11772" y="1630"/>
                    <a:pt x="11601" y="2890"/>
                  </a:cubicBezTo>
                  <a:cubicBezTo>
                    <a:pt x="11380" y="4516"/>
                    <a:pt x="11972" y="6131"/>
                    <a:pt x="12553" y="7667"/>
                  </a:cubicBezTo>
                  <a:lnTo>
                    <a:pt x="14466" y="12721"/>
                  </a:lnTo>
                  <a:cubicBezTo>
                    <a:pt x="10059" y="11460"/>
                    <a:pt x="5566" y="10525"/>
                    <a:pt x="1022" y="9921"/>
                  </a:cubicBezTo>
                  <a:lnTo>
                    <a:pt x="0" y="12673"/>
                  </a:lnTo>
                  <a:cubicBezTo>
                    <a:pt x="2709" y="15915"/>
                    <a:pt x="6952" y="17359"/>
                    <a:pt x="10974" y="18657"/>
                  </a:cubicBezTo>
                  <a:cubicBezTo>
                    <a:pt x="13219" y="19381"/>
                    <a:pt x="15480" y="20109"/>
                    <a:pt x="17824" y="20380"/>
                  </a:cubicBezTo>
                  <a:cubicBezTo>
                    <a:pt x="18046" y="20405"/>
                    <a:pt x="18274" y="20425"/>
                    <a:pt x="18500" y="20425"/>
                  </a:cubicBezTo>
                  <a:cubicBezTo>
                    <a:pt x="18896" y="20425"/>
                    <a:pt x="19286" y="20363"/>
                    <a:pt x="19622" y="20159"/>
                  </a:cubicBezTo>
                  <a:cubicBezTo>
                    <a:pt x="20026" y="19914"/>
                    <a:pt x="20292" y="19494"/>
                    <a:pt x="20507" y="19074"/>
                  </a:cubicBezTo>
                  <a:cubicBezTo>
                    <a:pt x="21591" y="16957"/>
                    <a:pt x="21721" y="14507"/>
                    <a:pt x="21422" y="12185"/>
                  </a:cubicBezTo>
                  <a:cubicBezTo>
                    <a:pt x="21306" y="11288"/>
                    <a:pt x="21247" y="10493"/>
                    <a:pt x="21107" y="9692"/>
                  </a:cubicBezTo>
                  <a:cubicBezTo>
                    <a:pt x="21011" y="9147"/>
                    <a:pt x="20879" y="8599"/>
                    <a:pt x="20666" y="8013"/>
                  </a:cubicBezTo>
                  <a:cubicBezTo>
                    <a:pt x="20066" y="6355"/>
                    <a:pt x="19445" y="4680"/>
                    <a:pt x="18515" y="3172"/>
                  </a:cubicBezTo>
                  <a:cubicBezTo>
                    <a:pt x="17659" y="1785"/>
                    <a:pt x="16283" y="1"/>
                    <a:pt x="145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110"/>
            <p:cNvSpPr/>
            <p:nvPr/>
          </p:nvSpPr>
          <p:spPr>
            <a:xfrm>
              <a:off x="11773425" y="-882825"/>
              <a:ext cx="183925" cy="172125"/>
            </a:xfrm>
            <a:custGeom>
              <a:avLst/>
              <a:gdLst/>
              <a:ahLst/>
              <a:cxnLst/>
              <a:rect l="l" t="t" r="r" b="b"/>
              <a:pathLst>
                <a:path w="7357" h="6885" extrusionOk="0">
                  <a:moveTo>
                    <a:pt x="4050" y="0"/>
                  </a:moveTo>
                  <a:cubicBezTo>
                    <a:pt x="3898" y="834"/>
                    <a:pt x="4112" y="1728"/>
                    <a:pt x="4624" y="2404"/>
                  </a:cubicBezTo>
                  <a:cubicBezTo>
                    <a:pt x="3517" y="2093"/>
                    <a:pt x="2393" y="1779"/>
                    <a:pt x="1245" y="1779"/>
                  </a:cubicBezTo>
                  <a:cubicBezTo>
                    <a:pt x="1224" y="1779"/>
                    <a:pt x="1203" y="1779"/>
                    <a:pt x="1182" y="1779"/>
                  </a:cubicBezTo>
                  <a:cubicBezTo>
                    <a:pt x="1086" y="1779"/>
                    <a:pt x="970" y="1793"/>
                    <a:pt x="925" y="1879"/>
                  </a:cubicBezTo>
                  <a:cubicBezTo>
                    <a:pt x="856" y="2008"/>
                    <a:pt x="1012" y="2140"/>
                    <a:pt x="1146" y="2202"/>
                  </a:cubicBezTo>
                  <a:cubicBezTo>
                    <a:pt x="2027" y="2600"/>
                    <a:pt x="2988" y="2776"/>
                    <a:pt x="3939" y="2949"/>
                  </a:cubicBezTo>
                  <a:cubicBezTo>
                    <a:pt x="2590" y="3005"/>
                    <a:pt x="1186" y="3075"/>
                    <a:pt x="1" y="3720"/>
                  </a:cubicBezTo>
                  <a:cubicBezTo>
                    <a:pt x="23" y="3892"/>
                    <a:pt x="243" y="3949"/>
                    <a:pt x="417" y="3959"/>
                  </a:cubicBezTo>
                  <a:cubicBezTo>
                    <a:pt x="706" y="3978"/>
                    <a:pt x="996" y="3987"/>
                    <a:pt x="1286" y="3987"/>
                  </a:cubicBezTo>
                  <a:cubicBezTo>
                    <a:pt x="2049" y="3987"/>
                    <a:pt x="2812" y="3923"/>
                    <a:pt x="3567" y="3797"/>
                  </a:cubicBezTo>
                  <a:lnTo>
                    <a:pt x="3567" y="3797"/>
                  </a:lnTo>
                  <a:cubicBezTo>
                    <a:pt x="2962" y="3927"/>
                    <a:pt x="2367" y="4098"/>
                    <a:pt x="1784" y="4308"/>
                  </a:cubicBezTo>
                  <a:cubicBezTo>
                    <a:pt x="1287" y="4489"/>
                    <a:pt x="764" y="4729"/>
                    <a:pt x="512" y="5194"/>
                  </a:cubicBezTo>
                  <a:cubicBezTo>
                    <a:pt x="666" y="5335"/>
                    <a:pt x="866" y="5382"/>
                    <a:pt x="1077" y="5382"/>
                  </a:cubicBezTo>
                  <a:cubicBezTo>
                    <a:pt x="1247" y="5382"/>
                    <a:pt x="1422" y="5352"/>
                    <a:pt x="1586" y="5316"/>
                  </a:cubicBezTo>
                  <a:cubicBezTo>
                    <a:pt x="2453" y="5126"/>
                    <a:pt x="3305" y="4872"/>
                    <a:pt x="4136" y="4558"/>
                  </a:cubicBezTo>
                  <a:lnTo>
                    <a:pt x="4136" y="4558"/>
                  </a:lnTo>
                  <a:cubicBezTo>
                    <a:pt x="3334" y="5023"/>
                    <a:pt x="2491" y="5529"/>
                    <a:pt x="2063" y="6352"/>
                  </a:cubicBezTo>
                  <a:cubicBezTo>
                    <a:pt x="1970" y="6529"/>
                    <a:pt x="1937" y="6809"/>
                    <a:pt x="2126" y="6874"/>
                  </a:cubicBezTo>
                  <a:cubicBezTo>
                    <a:pt x="2149" y="6882"/>
                    <a:pt x="2172" y="6885"/>
                    <a:pt x="2196" y="6885"/>
                  </a:cubicBezTo>
                  <a:cubicBezTo>
                    <a:pt x="2250" y="6885"/>
                    <a:pt x="2305" y="6868"/>
                    <a:pt x="2356" y="6849"/>
                  </a:cubicBezTo>
                  <a:cubicBezTo>
                    <a:pt x="2786" y="6689"/>
                    <a:pt x="3143" y="6382"/>
                    <a:pt x="3529" y="6133"/>
                  </a:cubicBezTo>
                  <a:cubicBezTo>
                    <a:pt x="3849" y="5926"/>
                    <a:pt x="4220" y="5751"/>
                    <a:pt x="4594" y="5751"/>
                  </a:cubicBezTo>
                  <a:cubicBezTo>
                    <a:pt x="4670" y="5751"/>
                    <a:pt x="4747" y="5759"/>
                    <a:pt x="4823" y="5774"/>
                  </a:cubicBezTo>
                  <a:cubicBezTo>
                    <a:pt x="5089" y="5828"/>
                    <a:pt x="5325" y="5980"/>
                    <a:pt x="5553" y="6129"/>
                  </a:cubicBezTo>
                  <a:lnTo>
                    <a:pt x="6663" y="6851"/>
                  </a:lnTo>
                  <a:lnTo>
                    <a:pt x="7356" y="3681"/>
                  </a:lnTo>
                  <a:cubicBezTo>
                    <a:pt x="6331" y="3397"/>
                    <a:pt x="5449" y="2635"/>
                    <a:pt x="5018" y="1662"/>
                  </a:cubicBezTo>
                  <a:cubicBezTo>
                    <a:pt x="4754" y="1065"/>
                    <a:pt x="4608" y="340"/>
                    <a:pt x="40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110"/>
            <p:cNvSpPr/>
            <p:nvPr/>
          </p:nvSpPr>
          <p:spPr>
            <a:xfrm>
              <a:off x="11912725" y="-809100"/>
              <a:ext cx="79925" cy="131000"/>
            </a:xfrm>
            <a:custGeom>
              <a:avLst/>
              <a:gdLst/>
              <a:ahLst/>
              <a:cxnLst/>
              <a:rect l="l" t="t" r="r" b="b"/>
              <a:pathLst>
                <a:path w="3197" h="5240" extrusionOk="0">
                  <a:moveTo>
                    <a:pt x="1774" y="0"/>
                  </a:moveTo>
                  <a:cubicBezTo>
                    <a:pt x="1622" y="0"/>
                    <a:pt x="1471" y="19"/>
                    <a:pt x="1331" y="81"/>
                  </a:cubicBezTo>
                  <a:cubicBezTo>
                    <a:pt x="888" y="278"/>
                    <a:pt x="668" y="1079"/>
                    <a:pt x="507" y="1541"/>
                  </a:cubicBezTo>
                  <a:cubicBezTo>
                    <a:pt x="293" y="2154"/>
                    <a:pt x="140" y="2796"/>
                    <a:pt x="43" y="3447"/>
                  </a:cubicBezTo>
                  <a:cubicBezTo>
                    <a:pt x="19" y="3605"/>
                    <a:pt x="0" y="3770"/>
                    <a:pt x="36" y="3925"/>
                  </a:cubicBezTo>
                  <a:cubicBezTo>
                    <a:pt x="168" y="4476"/>
                    <a:pt x="774" y="4800"/>
                    <a:pt x="1172" y="5066"/>
                  </a:cubicBezTo>
                  <a:cubicBezTo>
                    <a:pt x="1279" y="5138"/>
                    <a:pt x="1392" y="5204"/>
                    <a:pt x="1515" y="5229"/>
                  </a:cubicBezTo>
                  <a:cubicBezTo>
                    <a:pt x="1547" y="5236"/>
                    <a:pt x="1581" y="5240"/>
                    <a:pt x="1615" y="5240"/>
                  </a:cubicBezTo>
                  <a:cubicBezTo>
                    <a:pt x="1706" y="5240"/>
                    <a:pt x="1798" y="5213"/>
                    <a:pt x="1871" y="5150"/>
                  </a:cubicBezTo>
                  <a:cubicBezTo>
                    <a:pt x="1997" y="5041"/>
                    <a:pt x="2103" y="4892"/>
                    <a:pt x="2196" y="4721"/>
                  </a:cubicBezTo>
                  <a:cubicBezTo>
                    <a:pt x="2417" y="4315"/>
                    <a:pt x="2558" y="3789"/>
                    <a:pt x="2675" y="3403"/>
                  </a:cubicBezTo>
                  <a:cubicBezTo>
                    <a:pt x="2942" y="2519"/>
                    <a:pt x="3197" y="1675"/>
                    <a:pt x="3124" y="733"/>
                  </a:cubicBezTo>
                  <a:cubicBezTo>
                    <a:pt x="3114" y="600"/>
                    <a:pt x="3097" y="460"/>
                    <a:pt x="3024" y="356"/>
                  </a:cubicBezTo>
                  <a:cubicBezTo>
                    <a:pt x="2951" y="252"/>
                    <a:pt x="2835" y="204"/>
                    <a:pt x="2724" y="166"/>
                  </a:cubicBezTo>
                  <a:cubicBezTo>
                    <a:pt x="2457" y="75"/>
                    <a:pt x="2179" y="20"/>
                    <a:pt x="1898" y="4"/>
                  </a:cubicBezTo>
                  <a:cubicBezTo>
                    <a:pt x="1857" y="2"/>
                    <a:pt x="1815" y="0"/>
                    <a:pt x="17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1" name="Google Shape;4501;p110"/>
          <p:cNvGrpSpPr/>
          <p:nvPr/>
        </p:nvGrpSpPr>
        <p:grpSpPr>
          <a:xfrm flipH="1">
            <a:off x="5953072" y="1283063"/>
            <a:ext cx="1499443" cy="1584558"/>
            <a:chOff x="5942195" y="3744966"/>
            <a:chExt cx="3056968" cy="3230495"/>
          </a:xfrm>
        </p:grpSpPr>
        <p:sp>
          <p:nvSpPr>
            <p:cNvPr id="4502" name="Google Shape;4502;p110"/>
            <p:cNvSpPr/>
            <p:nvPr/>
          </p:nvSpPr>
          <p:spPr>
            <a:xfrm>
              <a:off x="5942195" y="4001047"/>
              <a:ext cx="2358461" cy="2974414"/>
            </a:xfrm>
            <a:custGeom>
              <a:avLst/>
              <a:gdLst/>
              <a:ahLst/>
              <a:cxnLst/>
              <a:rect l="l" t="t" r="r" b="b"/>
              <a:pathLst>
                <a:path w="110389" h="139219" extrusionOk="0">
                  <a:moveTo>
                    <a:pt x="997" y="20761"/>
                  </a:moveTo>
                  <a:cubicBezTo>
                    <a:pt x="0" y="17897"/>
                    <a:pt x="3061" y="15198"/>
                    <a:pt x="4676" y="13621"/>
                  </a:cubicBezTo>
                  <a:cubicBezTo>
                    <a:pt x="6920" y="11426"/>
                    <a:pt x="8257" y="11015"/>
                    <a:pt x="8257" y="11015"/>
                  </a:cubicBezTo>
                  <a:lnTo>
                    <a:pt x="60941" y="767"/>
                  </a:lnTo>
                  <a:cubicBezTo>
                    <a:pt x="64852" y="0"/>
                    <a:pt x="69125" y="2461"/>
                    <a:pt x="70475" y="6257"/>
                  </a:cubicBezTo>
                  <a:lnTo>
                    <a:pt x="109447" y="116582"/>
                  </a:lnTo>
                  <a:cubicBezTo>
                    <a:pt x="110388" y="118474"/>
                    <a:pt x="108947" y="126254"/>
                    <a:pt x="106055" y="127566"/>
                  </a:cubicBezTo>
                  <a:lnTo>
                    <a:pt x="50492" y="138452"/>
                  </a:lnTo>
                  <a:cubicBezTo>
                    <a:pt x="46580" y="139218"/>
                    <a:pt x="42307" y="136758"/>
                    <a:pt x="40957" y="132961"/>
                  </a:cubicBezTo>
                  <a:cubicBezTo>
                    <a:pt x="40957" y="132961"/>
                    <a:pt x="5610" y="34029"/>
                    <a:pt x="997" y="2076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110"/>
            <p:cNvSpPr/>
            <p:nvPr/>
          </p:nvSpPr>
          <p:spPr>
            <a:xfrm>
              <a:off x="6033488" y="3993869"/>
              <a:ext cx="2273706" cy="2875344"/>
            </a:xfrm>
            <a:custGeom>
              <a:avLst/>
              <a:gdLst/>
              <a:ahLst/>
              <a:cxnLst/>
              <a:rect l="l" t="t" r="r" b="b"/>
              <a:pathLst>
                <a:path w="106422" h="134582" extrusionOk="0">
                  <a:moveTo>
                    <a:pt x="1253" y="18473"/>
                  </a:moveTo>
                  <a:cubicBezTo>
                    <a:pt x="0" y="14952"/>
                    <a:pt x="1928" y="11516"/>
                    <a:pt x="5555" y="10806"/>
                  </a:cubicBezTo>
                  <a:lnTo>
                    <a:pt x="57080" y="711"/>
                  </a:lnTo>
                  <a:cubicBezTo>
                    <a:pt x="60707" y="0"/>
                    <a:pt x="64668" y="2281"/>
                    <a:pt x="65921" y="5803"/>
                  </a:cubicBezTo>
                  <a:lnTo>
                    <a:pt x="105168" y="116110"/>
                  </a:lnTo>
                  <a:cubicBezTo>
                    <a:pt x="106421" y="119630"/>
                    <a:pt x="104493" y="123065"/>
                    <a:pt x="100867" y="123776"/>
                  </a:cubicBezTo>
                  <a:lnTo>
                    <a:pt x="49341" y="133871"/>
                  </a:lnTo>
                  <a:cubicBezTo>
                    <a:pt x="45715" y="134581"/>
                    <a:pt x="41752" y="132300"/>
                    <a:pt x="40500" y="12878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110"/>
            <p:cNvSpPr/>
            <p:nvPr/>
          </p:nvSpPr>
          <p:spPr>
            <a:xfrm>
              <a:off x="6168621" y="4143231"/>
              <a:ext cx="1946480" cy="2382497"/>
            </a:xfrm>
            <a:custGeom>
              <a:avLst/>
              <a:gdLst/>
              <a:ahLst/>
              <a:cxnLst/>
              <a:rect l="l" t="t" r="r" b="b"/>
              <a:pathLst>
                <a:path w="91106" h="111514" extrusionOk="0">
                  <a:moveTo>
                    <a:pt x="1137" y="16409"/>
                  </a:moveTo>
                  <a:cubicBezTo>
                    <a:pt x="0" y="13213"/>
                    <a:pt x="1751" y="10094"/>
                    <a:pt x="5044" y="9449"/>
                  </a:cubicBezTo>
                  <a:lnTo>
                    <a:pt x="49977" y="645"/>
                  </a:lnTo>
                  <a:cubicBezTo>
                    <a:pt x="53270" y="0"/>
                    <a:pt x="56868" y="2072"/>
                    <a:pt x="58006" y="5268"/>
                  </a:cubicBezTo>
                  <a:lnTo>
                    <a:pt x="89968" y="95103"/>
                  </a:lnTo>
                  <a:cubicBezTo>
                    <a:pt x="91105" y="98299"/>
                    <a:pt x="89355" y="101420"/>
                    <a:pt x="86061" y="102065"/>
                  </a:cubicBezTo>
                  <a:lnTo>
                    <a:pt x="41129" y="110868"/>
                  </a:lnTo>
                  <a:cubicBezTo>
                    <a:pt x="37835" y="111513"/>
                    <a:pt x="34237" y="109442"/>
                    <a:pt x="33100" y="10624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110"/>
            <p:cNvSpPr/>
            <p:nvPr/>
          </p:nvSpPr>
          <p:spPr>
            <a:xfrm>
              <a:off x="7474151" y="6443985"/>
              <a:ext cx="224140" cy="218222"/>
            </a:xfrm>
            <a:custGeom>
              <a:avLst/>
              <a:gdLst/>
              <a:ahLst/>
              <a:cxnLst/>
              <a:rect l="l" t="t" r="r" b="b"/>
              <a:pathLst>
                <a:path w="10491" h="10214" extrusionOk="0">
                  <a:moveTo>
                    <a:pt x="4485" y="0"/>
                  </a:moveTo>
                  <a:cubicBezTo>
                    <a:pt x="3519" y="0"/>
                    <a:pt x="2602" y="303"/>
                    <a:pt x="1875" y="932"/>
                  </a:cubicBezTo>
                  <a:cubicBezTo>
                    <a:pt x="1" y="2556"/>
                    <a:pt x="100" y="5741"/>
                    <a:pt x="2097" y="8047"/>
                  </a:cubicBezTo>
                  <a:cubicBezTo>
                    <a:pt x="3057" y="9154"/>
                    <a:pt x="4333" y="9907"/>
                    <a:pt x="5648" y="10138"/>
                  </a:cubicBezTo>
                  <a:cubicBezTo>
                    <a:pt x="5934" y="10188"/>
                    <a:pt x="6216" y="10213"/>
                    <a:pt x="6492" y="10213"/>
                  </a:cubicBezTo>
                  <a:cubicBezTo>
                    <a:pt x="7488" y="10213"/>
                    <a:pt x="8403" y="9891"/>
                    <a:pt x="9108" y="9281"/>
                  </a:cubicBezTo>
                  <a:cubicBezTo>
                    <a:pt x="10008" y="8502"/>
                    <a:pt x="10490" y="7314"/>
                    <a:pt x="10449" y="5980"/>
                  </a:cubicBezTo>
                  <a:cubicBezTo>
                    <a:pt x="10407" y="4645"/>
                    <a:pt x="9845" y="3274"/>
                    <a:pt x="8886" y="2166"/>
                  </a:cubicBezTo>
                  <a:cubicBezTo>
                    <a:pt x="7663" y="755"/>
                    <a:pt x="6012" y="0"/>
                    <a:pt x="448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110"/>
            <p:cNvSpPr/>
            <p:nvPr/>
          </p:nvSpPr>
          <p:spPr>
            <a:xfrm>
              <a:off x="6966198" y="3744966"/>
              <a:ext cx="1554111" cy="2067961"/>
            </a:xfrm>
            <a:custGeom>
              <a:avLst/>
              <a:gdLst/>
              <a:ahLst/>
              <a:cxnLst/>
              <a:rect l="l" t="t" r="r" b="b"/>
              <a:pathLst>
                <a:path w="72741" h="96792" extrusionOk="0">
                  <a:moveTo>
                    <a:pt x="50494" y="3507"/>
                  </a:moveTo>
                  <a:cubicBezTo>
                    <a:pt x="40577" y="0"/>
                    <a:pt x="20732" y="5197"/>
                    <a:pt x="20778" y="25001"/>
                  </a:cubicBezTo>
                  <a:cubicBezTo>
                    <a:pt x="20812" y="40046"/>
                    <a:pt x="8362" y="40390"/>
                    <a:pt x="5725" y="52890"/>
                  </a:cubicBezTo>
                  <a:cubicBezTo>
                    <a:pt x="1" y="80034"/>
                    <a:pt x="37244" y="96791"/>
                    <a:pt x="55193" y="74653"/>
                  </a:cubicBezTo>
                  <a:cubicBezTo>
                    <a:pt x="66360" y="60879"/>
                    <a:pt x="72740" y="11374"/>
                    <a:pt x="50494" y="3507"/>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110"/>
            <p:cNvSpPr/>
            <p:nvPr/>
          </p:nvSpPr>
          <p:spPr>
            <a:xfrm>
              <a:off x="6741652" y="3983378"/>
              <a:ext cx="1541186" cy="1840018"/>
            </a:xfrm>
            <a:custGeom>
              <a:avLst/>
              <a:gdLst/>
              <a:ahLst/>
              <a:cxnLst/>
              <a:rect l="l" t="t" r="r" b="b"/>
              <a:pathLst>
                <a:path w="72136" h="86123" extrusionOk="0">
                  <a:moveTo>
                    <a:pt x="56900" y="9609"/>
                  </a:moveTo>
                  <a:cubicBezTo>
                    <a:pt x="57719" y="3510"/>
                    <a:pt x="63107" y="0"/>
                    <a:pt x="65115" y="1517"/>
                  </a:cubicBezTo>
                  <a:cubicBezTo>
                    <a:pt x="67187" y="3081"/>
                    <a:pt x="69016" y="5876"/>
                    <a:pt x="70068" y="10433"/>
                  </a:cubicBezTo>
                  <a:cubicBezTo>
                    <a:pt x="72135" y="19408"/>
                    <a:pt x="71694" y="28691"/>
                    <a:pt x="68554" y="31652"/>
                  </a:cubicBezTo>
                  <a:cubicBezTo>
                    <a:pt x="66703" y="33398"/>
                    <a:pt x="59310" y="33989"/>
                    <a:pt x="59310" y="33989"/>
                  </a:cubicBezTo>
                  <a:cubicBezTo>
                    <a:pt x="59310" y="33989"/>
                    <a:pt x="51926" y="37315"/>
                    <a:pt x="51638" y="43293"/>
                  </a:cubicBezTo>
                  <a:cubicBezTo>
                    <a:pt x="51313" y="50029"/>
                    <a:pt x="59493" y="66396"/>
                    <a:pt x="52164" y="70807"/>
                  </a:cubicBezTo>
                  <a:cubicBezTo>
                    <a:pt x="44837" y="75216"/>
                    <a:pt x="36830" y="84499"/>
                    <a:pt x="24692" y="85305"/>
                  </a:cubicBezTo>
                  <a:cubicBezTo>
                    <a:pt x="12373" y="86123"/>
                    <a:pt x="1" y="70512"/>
                    <a:pt x="4453" y="65257"/>
                  </a:cubicBezTo>
                  <a:cubicBezTo>
                    <a:pt x="13934" y="54064"/>
                    <a:pt x="22300" y="36188"/>
                    <a:pt x="37175" y="33865"/>
                  </a:cubicBezTo>
                  <a:cubicBezTo>
                    <a:pt x="43871" y="32819"/>
                    <a:pt x="47587" y="33084"/>
                    <a:pt x="47557" y="26284"/>
                  </a:cubicBezTo>
                  <a:cubicBezTo>
                    <a:pt x="47557" y="26284"/>
                    <a:pt x="45391" y="26717"/>
                    <a:pt x="43819" y="25326"/>
                  </a:cubicBezTo>
                  <a:cubicBezTo>
                    <a:pt x="41839" y="23574"/>
                    <a:pt x="40622" y="18483"/>
                    <a:pt x="43962" y="17687"/>
                  </a:cubicBezTo>
                  <a:cubicBezTo>
                    <a:pt x="47602" y="16820"/>
                    <a:pt x="48606" y="23241"/>
                    <a:pt x="48606" y="23241"/>
                  </a:cubicBezTo>
                  <a:cubicBezTo>
                    <a:pt x="48606" y="23241"/>
                    <a:pt x="55445" y="20461"/>
                    <a:pt x="56900" y="960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110"/>
            <p:cNvSpPr/>
            <p:nvPr/>
          </p:nvSpPr>
          <p:spPr>
            <a:xfrm>
              <a:off x="6482067" y="4552328"/>
              <a:ext cx="1509694" cy="1443056"/>
            </a:xfrm>
            <a:custGeom>
              <a:avLst/>
              <a:gdLst/>
              <a:ahLst/>
              <a:cxnLst/>
              <a:rect l="l" t="t" r="r" b="b"/>
              <a:pathLst>
                <a:path w="70662" h="67543" extrusionOk="0">
                  <a:moveTo>
                    <a:pt x="53907" y="61276"/>
                  </a:moveTo>
                  <a:cubicBezTo>
                    <a:pt x="53907" y="61276"/>
                    <a:pt x="63900" y="53718"/>
                    <a:pt x="67467" y="44691"/>
                  </a:cubicBezTo>
                  <a:cubicBezTo>
                    <a:pt x="70662" y="36601"/>
                    <a:pt x="67566" y="27301"/>
                    <a:pt x="65607" y="26926"/>
                  </a:cubicBezTo>
                  <a:cubicBezTo>
                    <a:pt x="61396" y="26121"/>
                    <a:pt x="55698" y="14534"/>
                    <a:pt x="51334" y="4483"/>
                  </a:cubicBezTo>
                  <a:cubicBezTo>
                    <a:pt x="49390" y="0"/>
                    <a:pt x="13136" y="29106"/>
                    <a:pt x="6568" y="35766"/>
                  </a:cubicBezTo>
                  <a:cubicBezTo>
                    <a:pt x="1" y="42426"/>
                    <a:pt x="23355" y="60725"/>
                    <a:pt x="30538" y="64134"/>
                  </a:cubicBezTo>
                  <a:cubicBezTo>
                    <a:pt x="37722" y="67542"/>
                    <a:pt x="53907" y="61276"/>
                    <a:pt x="53907" y="6127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110"/>
            <p:cNvSpPr/>
            <p:nvPr/>
          </p:nvSpPr>
          <p:spPr>
            <a:xfrm>
              <a:off x="7241892" y="4688252"/>
              <a:ext cx="1530738" cy="990674"/>
            </a:xfrm>
            <a:custGeom>
              <a:avLst/>
              <a:gdLst/>
              <a:ahLst/>
              <a:cxnLst/>
              <a:rect l="l" t="t" r="r" b="b"/>
              <a:pathLst>
                <a:path w="71647" h="46369" extrusionOk="0">
                  <a:moveTo>
                    <a:pt x="16633" y="7375"/>
                  </a:moveTo>
                  <a:cubicBezTo>
                    <a:pt x="19518" y="12817"/>
                    <a:pt x="30041" y="25707"/>
                    <a:pt x="36246" y="29433"/>
                  </a:cubicBezTo>
                  <a:cubicBezTo>
                    <a:pt x="39176" y="31192"/>
                    <a:pt x="66976" y="12337"/>
                    <a:pt x="66976" y="12337"/>
                  </a:cubicBezTo>
                  <a:cubicBezTo>
                    <a:pt x="66976" y="12337"/>
                    <a:pt x="71646" y="11879"/>
                    <a:pt x="68804" y="16429"/>
                  </a:cubicBezTo>
                  <a:cubicBezTo>
                    <a:pt x="65951" y="20994"/>
                    <a:pt x="44786" y="46369"/>
                    <a:pt x="32942" y="42795"/>
                  </a:cubicBezTo>
                  <a:cubicBezTo>
                    <a:pt x="21096" y="39220"/>
                    <a:pt x="2916" y="22307"/>
                    <a:pt x="1647" y="14967"/>
                  </a:cubicBezTo>
                  <a:cubicBezTo>
                    <a:pt x="1" y="5452"/>
                    <a:pt x="12724" y="1"/>
                    <a:pt x="16633"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110"/>
            <p:cNvSpPr/>
            <p:nvPr/>
          </p:nvSpPr>
          <p:spPr>
            <a:xfrm>
              <a:off x="8573166" y="4836098"/>
              <a:ext cx="425997" cy="270032"/>
            </a:xfrm>
            <a:custGeom>
              <a:avLst/>
              <a:gdLst/>
              <a:ahLst/>
              <a:cxnLst/>
              <a:rect l="l" t="t" r="r" b="b"/>
              <a:pathLst>
                <a:path w="19939" h="12639" extrusionOk="0">
                  <a:moveTo>
                    <a:pt x="10074" y="1593"/>
                  </a:moveTo>
                  <a:cubicBezTo>
                    <a:pt x="8993" y="3001"/>
                    <a:pt x="3710" y="4499"/>
                    <a:pt x="539" y="9607"/>
                  </a:cubicBezTo>
                  <a:cubicBezTo>
                    <a:pt x="432" y="9779"/>
                    <a:pt x="1" y="12295"/>
                    <a:pt x="1720" y="12513"/>
                  </a:cubicBezTo>
                  <a:cubicBezTo>
                    <a:pt x="2723" y="12638"/>
                    <a:pt x="5904" y="12175"/>
                    <a:pt x="9631" y="10294"/>
                  </a:cubicBezTo>
                  <a:cubicBezTo>
                    <a:pt x="11847" y="9174"/>
                    <a:pt x="15971" y="7405"/>
                    <a:pt x="17633" y="6680"/>
                  </a:cubicBezTo>
                  <a:cubicBezTo>
                    <a:pt x="19316" y="5945"/>
                    <a:pt x="18632" y="5534"/>
                    <a:pt x="17436" y="5916"/>
                  </a:cubicBezTo>
                  <a:cubicBezTo>
                    <a:pt x="16383" y="6251"/>
                    <a:pt x="12623" y="7272"/>
                    <a:pt x="12623" y="7272"/>
                  </a:cubicBezTo>
                  <a:cubicBezTo>
                    <a:pt x="12623" y="7272"/>
                    <a:pt x="17324" y="5183"/>
                    <a:pt x="18489" y="4587"/>
                  </a:cubicBezTo>
                  <a:cubicBezTo>
                    <a:pt x="19543" y="4048"/>
                    <a:pt x="19939" y="3104"/>
                    <a:pt x="18496" y="3627"/>
                  </a:cubicBezTo>
                  <a:cubicBezTo>
                    <a:pt x="17313" y="4054"/>
                    <a:pt x="12822" y="5963"/>
                    <a:pt x="12822" y="5963"/>
                  </a:cubicBezTo>
                  <a:cubicBezTo>
                    <a:pt x="12822" y="5963"/>
                    <a:pt x="17580" y="3151"/>
                    <a:pt x="18668" y="2416"/>
                  </a:cubicBezTo>
                  <a:cubicBezTo>
                    <a:pt x="19411" y="1915"/>
                    <a:pt x="19251" y="1163"/>
                    <a:pt x="17793" y="1894"/>
                  </a:cubicBezTo>
                  <a:cubicBezTo>
                    <a:pt x="16622" y="2481"/>
                    <a:pt x="11982" y="4806"/>
                    <a:pt x="11982" y="4806"/>
                  </a:cubicBezTo>
                  <a:cubicBezTo>
                    <a:pt x="11982" y="4806"/>
                    <a:pt x="15680" y="2345"/>
                    <a:pt x="16660" y="1693"/>
                  </a:cubicBezTo>
                  <a:cubicBezTo>
                    <a:pt x="17757" y="961"/>
                    <a:pt x="17779" y="0"/>
                    <a:pt x="15880" y="1055"/>
                  </a:cubicBezTo>
                  <a:cubicBezTo>
                    <a:pt x="14450" y="1850"/>
                    <a:pt x="10966" y="3416"/>
                    <a:pt x="9017" y="4405"/>
                  </a:cubicBezTo>
                  <a:cubicBezTo>
                    <a:pt x="9764" y="3806"/>
                    <a:pt x="11390" y="2602"/>
                    <a:pt x="11243" y="1042"/>
                  </a:cubicBezTo>
                  <a:cubicBezTo>
                    <a:pt x="11214" y="742"/>
                    <a:pt x="11021" y="364"/>
                    <a:pt x="10074"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110"/>
          <p:cNvGrpSpPr/>
          <p:nvPr/>
        </p:nvGrpSpPr>
        <p:grpSpPr>
          <a:xfrm>
            <a:off x="2988148" y="2995176"/>
            <a:ext cx="3347058" cy="1744762"/>
            <a:chOff x="238125" y="994975"/>
            <a:chExt cx="7142675" cy="3723350"/>
          </a:xfrm>
        </p:grpSpPr>
        <p:sp>
          <p:nvSpPr>
            <p:cNvPr id="4512" name="Google Shape;4512;p110"/>
            <p:cNvSpPr/>
            <p:nvPr/>
          </p:nvSpPr>
          <p:spPr>
            <a:xfrm>
              <a:off x="238125" y="4269850"/>
              <a:ext cx="7142675" cy="448475"/>
            </a:xfrm>
            <a:custGeom>
              <a:avLst/>
              <a:gdLst/>
              <a:ahLst/>
              <a:cxnLst/>
              <a:rect l="l" t="t" r="r" b="b"/>
              <a:pathLst>
                <a:path w="285707" h="17939" extrusionOk="0">
                  <a:moveTo>
                    <a:pt x="142854" y="0"/>
                  </a:moveTo>
                  <a:cubicBezTo>
                    <a:pt x="104966" y="0"/>
                    <a:pt x="68631" y="944"/>
                    <a:pt x="41842" y="2627"/>
                  </a:cubicBezTo>
                  <a:cubicBezTo>
                    <a:pt x="15051" y="4309"/>
                    <a:pt x="0" y="6590"/>
                    <a:pt x="0" y="8969"/>
                  </a:cubicBezTo>
                  <a:cubicBezTo>
                    <a:pt x="0" y="11349"/>
                    <a:pt x="15051" y="13630"/>
                    <a:pt x="41842" y="15312"/>
                  </a:cubicBezTo>
                  <a:cubicBezTo>
                    <a:pt x="68631" y="16995"/>
                    <a:pt x="104966" y="17939"/>
                    <a:pt x="142854" y="17939"/>
                  </a:cubicBezTo>
                  <a:cubicBezTo>
                    <a:pt x="180741" y="17939"/>
                    <a:pt x="217076" y="16995"/>
                    <a:pt x="243867" y="15312"/>
                  </a:cubicBezTo>
                  <a:cubicBezTo>
                    <a:pt x="270658" y="13630"/>
                    <a:pt x="285707" y="11349"/>
                    <a:pt x="285707" y="8969"/>
                  </a:cubicBezTo>
                  <a:cubicBezTo>
                    <a:pt x="285707" y="6590"/>
                    <a:pt x="270658" y="4309"/>
                    <a:pt x="243867" y="2627"/>
                  </a:cubicBezTo>
                  <a:cubicBezTo>
                    <a:pt x="217076" y="944"/>
                    <a:pt x="180741" y="0"/>
                    <a:pt x="1428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110"/>
            <p:cNvSpPr/>
            <p:nvPr/>
          </p:nvSpPr>
          <p:spPr>
            <a:xfrm>
              <a:off x="523100" y="1734800"/>
              <a:ext cx="1194150" cy="1531475"/>
            </a:xfrm>
            <a:custGeom>
              <a:avLst/>
              <a:gdLst/>
              <a:ahLst/>
              <a:cxnLst/>
              <a:rect l="l" t="t" r="r" b="b"/>
              <a:pathLst>
                <a:path w="47766" h="61259" extrusionOk="0">
                  <a:moveTo>
                    <a:pt x="14708" y="1"/>
                  </a:moveTo>
                  <a:cubicBezTo>
                    <a:pt x="9256" y="1"/>
                    <a:pt x="0" y="10518"/>
                    <a:pt x="937" y="33226"/>
                  </a:cubicBezTo>
                  <a:cubicBezTo>
                    <a:pt x="1447" y="45598"/>
                    <a:pt x="6075" y="51601"/>
                    <a:pt x="10222" y="54504"/>
                  </a:cubicBezTo>
                  <a:lnTo>
                    <a:pt x="10222" y="60803"/>
                  </a:lnTo>
                  <a:cubicBezTo>
                    <a:pt x="10222" y="61055"/>
                    <a:pt x="10426" y="61259"/>
                    <a:pt x="10680" y="61259"/>
                  </a:cubicBezTo>
                  <a:lnTo>
                    <a:pt x="47310" y="61259"/>
                  </a:lnTo>
                  <a:cubicBezTo>
                    <a:pt x="47562" y="61259"/>
                    <a:pt x="47766" y="61055"/>
                    <a:pt x="47766" y="60803"/>
                  </a:cubicBezTo>
                  <a:lnTo>
                    <a:pt x="47766" y="53603"/>
                  </a:lnTo>
                  <a:cubicBezTo>
                    <a:pt x="47766" y="53351"/>
                    <a:pt x="47562" y="53147"/>
                    <a:pt x="47310" y="53145"/>
                  </a:cubicBezTo>
                  <a:lnTo>
                    <a:pt x="23811" y="53145"/>
                  </a:lnTo>
                  <a:cubicBezTo>
                    <a:pt x="16614" y="47679"/>
                    <a:pt x="13579" y="39415"/>
                    <a:pt x="13579" y="28401"/>
                  </a:cubicBezTo>
                  <a:cubicBezTo>
                    <a:pt x="13579" y="11810"/>
                    <a:pt x="20273" y="175"/>
                    <a:pt x="14841" y="3"/>
                  </a:cubicBezTo>
                  <a:cubicBezTo>
                    <a:pt x="14797" y="1"/>
                    <a:pt x="14752" y="1"/>
                    <a:pt x="1470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110"/>
            <p:cNvSpPr/>
            <p:nvPr/>
          </p:nvSpPr>
          <p:spPr>
            <a:xfrm>
              <a:off x="844475" y="3557300"/>
              <a:ext cx="863350" cy="41825"/>
            </a:xfrm>
            <a:custGeom>
              <a:avLst/>
              <a:gdLst/>
              <a:ahLst/>
              <a:cxnLst/>
              <a:rect l="l" t="t" r="r" b="b"/>
              <a:pathLst>
                <a:path w="34534" h="1673" extrusionOk="0">
                  <a:moveTo>
                    <a:pt x="0" y="1"/>
                  </a:moveTo>
                  <a:lnTo>
                    <a:pt x="0" y="1673"/>
                  </a:lnTo>
                  <a:lnTo>
                    <a:pt x="34533" y="1673"/>
                  </a:lnTo>
                  <a:lnTo>
                    <a:pt x="345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110"/>
            <p:cNvSpPr/>
            <p:nvPr/>
          </p:nvSpPr>
          <p:spPr>
            <a:xfrm>
              <a:off x="844475" y="3741225"/>
              <a:ext cx="863350" cy="41850"/>
            </a:xfrm>
            <a:custGeom>
              <a:avLst/>
              <a:gdLst/>
              <a:ahLst/>
              <a:cxnLst/>
              <a:rect l="l" t="t" r="r" b="b"/>
              <a:pathLst>
                <a:path w="34534" h="1674" extrusionOk="0">
                  <a:moveTo>
                    <a:pt x="0" y="0"/>
                  </a:moveTo>
                  <a:lnTo>
                    <a:pt x="0" y="1674"/>
                  </a:lnTo>
                  <a:lnTo>
                    <a:pt x="34533" y="1674"/>
                  </a:lnTo>
                  <a:lnTo>
                    <a:pt x="345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110"/>
            <p:cNvSpPr/>
            <p:nvPr/>
          </p:nvSpPr>
          <p:spPr>
            <a:xfrm>
              <a:off x="653500" y="3181150"/>
              <a:ext cx="297950" cy="1312925"/>
            </a:xfrm>
            <a:custGeom>
              <a:avLst/>
              <a:gdLst/>
              <a:ahLst/>
              <a:cxnLst/>
              <a:rect l="l" t="t" r="r" b="b"/>
              <a:pathLst>
                <a:path w="11918" h="52517" extrusionOk="0">
                  <a:moveTo>
                    <a:pt x="8281" y="1"/>
                  </a:moveTo>
                  <a:lnTo>
                    <a:pt x="0" y="52517"/>
                  </a:lnTo>
                  <a:lnTo>
                    <a:pt x="3727" y="52517"/>
                  </a:lnTo>
                  <a:lnTo>
                    <a:pt x="11917" y="573"/>
                  </a:lnTo>
                  <a:lnTo>
                    <a:pt x="828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110"/>
            <p:cNvSpPr/>
            <p:nvPr/>
          </p:nvSpPr>
          <p:spPr>
            <a:xfrm>
              <a:off x="1600875" y="3181150"/>
              <a:ext cx="297925" cy="1312925"/>
            </a:xfrm>
            <a:custGeom>
              <a:avLst/>
              <a:gdLst/>
              <a:ahLst/>
              <a:cxnLst/>
              <a:rect l="l" t="t" r="r" b="b"/>
              <a:pathLst>
                <a:path w="11917" h="52517" extrusionOk="0">
                  <a:moveTo>
                    <a:pt x="3635" y="1"/>
                  </a:moveTo>
                  <a:lnTo>
                    <a:pt x="1" y="573"/>
                  </a:lnTo>
                  <a:lnTo>
                    <a:pt x="8191" y="52517"/>
                  </a:lnTo>
                  <a:lnTo>
                    <a:pt x="11916" y="52517"/>
                  </a:lnTo>
                  <a:lnTo>
                    <a:pt x="363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110"/>
            <p:cNvSpPr/>
            <p:nvPr/>
          </p:nvSpPr>
          <p:spPr>
            <a:xfrm>
              <a:off x="2057500" y="2353125"/>
              <a:ext cx="278050" cy="91475"/>
            </a:xfrm>
            <a:custGeom>
              <a:avLst/>
              <a:gdLst/>
              <a:ahLst/>
              <a:cxnLst/>
              <a:rect l="l" t="t" r="r" b="b"/>
              <a:pathLst>
                <a:path w="11122" h="3659" extrusionOk="0">
                  <a:moveTo>
                    <a:pt x="4408" y="1"/>
                  </a:moveTo>
                  <a:cubicBezTo>
                    <a:pt x="2687" y="1"/>
                    <a:pt x="949" y="574"/>
                    <a:pt x="949" y="574"/>
                  </a:cubicBezTo>
                  <a:cubicBezTo>
                    <a:pt x="0" y="2329"/>
                    <a:pt x="1998" y="3659"/>
                    <a:pt x="1998" y="3659"/>
                  </a:cubicBezTo>
                  <a:lnTo>
                    <a:pt x="11122" y="3659"/>
                  </a:lnTo>
                  <a:cubicBezTo>
                    <a:pt x="11122" y="1707"/>
                    <a:pt x="7807" y="674"/>
                    <a:pt x="5795" y="157"/>
                  </a:cubicBezTo>
                  <a:cubicBezTo>
                    <a:pt x="5359" y="44"/>
                    <a:pt x="4884" y="1"/>
                    <a:pt x="44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110"/>
            <p:cNvSpPr/>
            <p:nvPr/>
          </p:nvSpPr>
          <p:spPr>
            <a:xfrm>
              <a:off x="1290675" y="1911075"/>
              <a:ext cx="819750" cy="533525"/>
            </a:xfrm>
            <a:custGeom>
              <a:avLst/>
              <a:gdLst/>
              <a:ahLst/>
              <a:cxnLst/>
              <a:rect l="l" t="t" r="r" b="b"/>
              <a:pathLst>
                <a:path w="32790" h="21341" extrusionOk="0">
                  <a:moveTo>
                    <a:pt x="4370" y="1"/>
                  </a:moveTo>
                  <a:cubicBezTo>
                    <a:pt x="2956" y="1"/>
                    <a:pt x="637" y="514"/>
                    <a:pt x="1" y="3737"/>
                  </a:cubicBezTo>
                  <a:cubicBezTo>
                    <a:pt x="1" y="3737"/>
                    <a:pt x="6737" y="18335"/>
                    <a:pt x="14416" y="21341"/>
                  </a:cubicBezTo>
                  <a:lnTo>
                    <a:pt x="32789" y="21341"/>
                  </a:lnTo>
                  <a:cubicBezTo>
                    <a:pt x="32196" y="20186"/>
                    <a:pt x="31780" y="19022"/>
                    <a:pt x="32209" y="18081"/>
                  </a:cubicBezTo>
                  <a:cubicBezTo>
                    <a:pt x="32209" y="18081"/>
                    <a:pt x="28990" y="17639"/>
                    <a:pt x="24476" y="16907"/>
                  </a:cubicBezTo>
                  <a:cubicBezTo>
                    <a:pt x="19415" y="16085"/>
                    <a:pt x="15788" y="15225"/>
                    <a:pt x="14416" y="14150"/>
                  </a:cubicBezTo>
                  <a:cubicBezTo>
                    <a:pt x="14416" y="14150"/>
                    <a:pt x="10599" y="6160"/>
                    <a:pt x="5496" y="113"/>
                  </a:cubicBezTo>
                  <a:cubicBezTo>
                    <a:pt x="5496" y="113"/>
                    <a:pt x="5032" y="1"/>
                    <a:pt x="43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110"/>
            <p:cNvSpPr/>
            <p:nvPr/>
          </p:nvSpPr>
          <p:spPr>
            <a:xfrm>
              <a:off x="991425" y="2786625"/>
              <a:ext cx="1072575" cy="1025550"/>
            </a:xfrm>
            <a:custGeom>
              <a:avLst/>
              <a:gdLst/>
              <a:ahLst/>
              <a:cxnLst/>
              <a:rect l="l" t="t" r="r" b="b"/>
              <a:pathLst>
                <a:path w="42903" h="41022" extrusionOk="0">
                  <a:moveTo>
                    <a:pt x="8750" y="0"/>
                  </a:moveTo>
                  <a:cubicBezTo>
                    <a:pt x="6794" y="0"/>
                    <a:pt x="4611" y="64"/>
                    <a:pt x="2316" y="241"/>
                  </a:cubicBezTo>
                  <a:cubicBezTo>
                    <a:pt x="2316" y="241"/>
                    <a:pt x="0" y="11507"/>
                    <a:pt x="10231" y="11519"/>
                  </a:cubicBezTo>
                  <a:cubicBezTo>
                    <a:pt x="22197" y="11533"/>
                    <a:pt x="29722" y="11865"/>
                    <a:pt x="29722" y="11865"/>
                  </a:cubicBezTo>
                  <a:lnTo>
                    <a:pt x="36867" y="40883"/>
                  </a:lnTo>
                  <a:cubicBezTo>
                    <a:pt x="36867" y="40883"/>
                    <a:pt x="37674" y="41022"/>
                    <a:pt x="38745" y="41022"/>
                  </a:cubicBezTo>
                  <a:cubicBezTo>
                    <a:pt x="39997" y="41022"/>
                    <a:pt x="41611" y="40833"/>
                    <a:pt x="42719" y="40013"/>
                  </a:cubicBezTo>
                  <a:cubicBezTo>
                    <a:pt x="42719" y="40013"/>
                    <a:pt x="42903" y="12668"/>
                    <a:pt x="37972" y="5420"/>
                  </a:cubicBezTo>
                  <a:cubicBezTo>
                    <a:pt x="35445" y="1706"/>
                    <a:pt x="17397" y="433"/>
                    <a:pt x="17397" y="433"/>
                  </a:cubicBezTo>
                  <a:cubicBezTo>
                    <a:pt x="17397" y="433"/>
                    <a:pt x="13842" y="0"/>
                    <a:pt x="875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110"/>
            <p:cNvSpPr/>
            <p:nvPr/>
          </p:nvSpPr>
          <p:spPr>
            <a:xfrm>
              <a:off x="1905675" y="3786925"/>
              <a:ext cx="429525" cy="168350"/>
            </a:xfrm>
            <a:custGeom>
              <a:avLst/>
              <a:gdLst/>
              <a:ahLst/>
              <a:cxnLst/>
              <a:rect l="l" t="t" r="r" b="b"/>
              <a:pathLst>
                <a:path w="17181" h="6734" extrusionOk="0">
                  <a:moveTo>
                    <a:pt x="6150" y="1"/>
                  </a:moveTo>
                  <a:cubicBezTo>
                    <a:pt x="6149" y="1"/>
                    <a:pt x="5395" y="833"/>
                    <a:pt x="297" y="871"/>
                  </a:cubicBezTo>
                  <a:cubicBezTo>
                    <a:pt x="297" y="871"/>
                    <a:pt x="0" y="1380"/>
                    <a:pt x="94" y="2364"/>
                  </a:cubicBezTo>
                  <a:cubicBezTo>
                    <a:pt x="186" y="3348"/>
                    <a:pt x="605" y="6734"/>
                    <a:pt x="605" y="6734"/>
                  </a:cubicBezTo>
                  <a:lnTo>
                    <a:pt x="17181" y="5163"/>
                  </a:lnTo>
                  <a:cubicBezTo>
                    <a:pt x="17181" y="5163"/>
                    <a:pt x="16997" y="2576"/>
                    <a:pt x="14767" y="1397"/>
                  </a:cubicBezTo>
                  <a:cubicBezTo>
                    <a:pt x="14029" y="1006"/>
                    <a:pt x="13197" y="927"/>
                    <a:pt x="12293" y="927"/>
                  </a:cubicBezTo>
                  <a:cubicBezTo>
                    <a:pt x="11667" y="927"/>
                    <a:pt x="11006" y="965"/>
                    <a:pt x="10320" y="965"/>
                  </a:cubicBezTo>
                  <a:cubicBezTo>
                    <a:pt x="9005" y="965"/>
                    <a:pt x="7596" y="824"/>
                    <a:pt x="61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110"/>
            <p:cNvSpPr/>
            <p:nvPr/>
          </p:nvSpPr>
          <p:spPr>
            <a:xfrm>
              <a:off x="957900" y="1827900"/>
              <a:ext cx="546850" cy="1003725"/>
            </a:xfrm>
            <a:custGeom>
              <a:avLst/>
              <a:gdLst/>
              <a:ahLst/>
              <a:cxnLst/>
              <a:rect l="l" t="t" r="r" b="b"/>
              <a:pathLst>
                <a:path w="21874" h="40149" extrusionOk="0">
                  <a:moveTo>
                    <a:pt x="13312" y="1"/>
                  </a:moveTo>
                  <a:cubicBezTo>
                    <a:pt x="13312" y="1"/>
                    <a:pt x="10230" y="222"/>
                    <a:pt x="6927" y="5465"/>
                  </a:cubicBezTo>
                  <a:cubicBezTo>
                    <a:pt x="3623" y="10711"/>
                    <a:pt x="154" y="27871"/>
                    <a:pt x="1" y="40110"/>
                  </a:cubicBezTo>
                  <a:cubicBezTo>
                    <a:pt x="1" y="40110"/>
                    <a:pt x="957" y="40149"/>
                    <a:pt x="2472" y="40149"/>
                  </a:cubicBezTo>
                  <a:cubicBezTo>
                    <a:pt x="6733" y="40149"/>
                    <a:pt x="15412" y="39842"/>
                    <a:pt x="19669" y="37505"/>
                  </a:cubicBezTo>
                  <a:cubicBezTo>
                    <a:pt x="19669" y="37505"/>
                    <a:pt x="18495" y="16793"/>
                    <a:pt x="20184" y="11128"/>
                  </a:cubicBezTo>
                  <a:cubicBezTo>
                    <a:pt x="21873" y="5465"/>
                    <a:pt x="18970" y="2233"/>
                    <a:pt x="18970" y="2233"/>
                  </a:cubicBezTo>
                  <a:lnTo>
                    <a:pt x="133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110"/>
            <p:cNvSpPr/>
            <p:nvPr/>
          </p:nvSpPr>
          <p:spPr>
            <a:xfrm>
              <a:off x="947100" y="2765500"/>
              <a:ext cx="1166150" cy="931025"/>
            </a:xfrm>
            <a:custGeom>
              <a:avLst/>
              <a:gdLst/>
              <a:ahLst/>
              <a:cxnLst/>
              <a:rect l="l" t="t" r="r" b="b"/>
              <a:pathLst>
                <a:path w="46646" h="37241" extrusionOk="0">
                  <a:moveTo>
                    <a:pt x="24652" y="1"/>
                  </a:moveTo>
                  <a:cubicBezTo>
                    <a:pt x="19799" y="1"/>
                    <a:pt x="15353" y="398"/>
                    <a:pt x="15353" y="398"/>
                  </a:cubicBezTo>
                  <a:cubicBezTo>
                    <a:pt x="15353" y="398"/>
                    <a:pt x="8495" y="664"/>
                    <a:pt x="433" y="2606"/>
                  </a:cubicBezTo>
                  <a:cubicBezTo>
                    <a:pt x="433" y="2606"/>
                    <a:pt x="1" y="12638"/>
                    <a:pt x="8187" y="12638"/>
                  </a:cubicBezTo>
                  <a:cubicBezTo>
                    <a:pt x="8761" y="12638"/>
                    <a:pt x="9379" y="12588"/>
                    <a:pt x="10042" y="12482"/>
                  </a:cubicBezTo>
                  <a:cubicBezTo>
                    <a:pt x="21857" y="10595"/>
                    <a:pt x="29339" y="9725"/>
                    <a:pt x="29339" y="9725"/>
                  </a:cubicBezTo>
                  <a:lnTo>
                    <a:pt x="41006" y="37240"/>
                  </a:lnTo>
                  <a:cubicBezTo>
                    <a:pt x="41006" y="37240"/>
                    <a:pt x="41012" y="37240"/>
                    <a:pt x="41024" y="37240"/>
                  </a:cubicBezTo>
                  <a:cubicBezTo>
                    <a:pt x="41313" y="37240"/>
                    <a:pt x="44929" y="37205"/>
                    <a:pt x="46646" y="35450"/>
                  </a:cubicBezTo>
                  <a:cubicBezTo>
                    <a:pt x="46646" y="35450"/>
                    <a:pt x="42480" y="8423"/>
                    <a:pt x="36461" y="2052"/>
                  </a:cubicBezTo>
                  <a:cubicBezTo>
                    <a:pt x="34908" y="409"/>
                    <a:pt x="29571" y="1"/>
                    <a:pt x="2465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110"/>
            <p:cNvSpPr/>
            <p:nvPr/>
          </p:nvSpPr>
          <p:spPr>
            <a:xfrm>
              <a:off x="1966975" y="3647225"/>
              <a:ext cx="439050" cy="192775"/>
            </a:xfrm>
            <a:custGeom>
              <a:avLst/>
              <a:gdLst/>
              <a:ahLst/>
              <a:cxnLst/>
              <a:rect l="l" t="t" r="r" b="b"/>
              <a:pathLst>
                <a:path w="17562" h="7711" extrusionOk="0">
                  <a:moveTo>
                    <a:pt x="13333" y="1"/>
                  </a:moveTo>
                  <a:cubicBezTo>
                    <a:pt x="11859" y="1"/>
                    <a:pt x="10227" y="628"/>
                    <a:pt x="8371" y="628"/>
                  </a:cubicBezTo>
                  <a:cubicBezTo>
                    <a:pt x="7573" y="628"/>
                    <a:pt x="6735" y="512"/>
                    <a:pt x="5849" y="181"/>
                  </a:cubicBezTo>
                  <a:cubicBezTo>
                    <a:pt x="5849" y="181"/>
                    <a:pt x="5237" y="1122"/>
                    <a:pt x="211" y="1971"/>
                  </a:cubicBezTo>
                  <a:cubicBezTo>
                    <a:pt x="211" y="1971"/>
                    <a:pt x="1" y="2519"/>
                    <a:pt x="248" y="3478"/>
                  </a:cubicBezTo>
                  <a:cubicBezTo>
                    <a:pt x="497" y="4434"/>
                    <a:pt x="1447" y="7711"/>
                    <a:pt x="1447" y="7711"/>
                  </a:cubicBezTo>
                  <a:lnTo>
                    <a:pt x="17562" y="3525"/>
                  </a:lnTo>
                  <a:cubicBezTo>
                    <a:pt x="17562" y="3525"/>
                    <a:pt x="16969" y="999"/>
                    <a:pt x="14580" y="190"/>
                  </a:cubicBezTo>
                  <a:cubicBezTo>
                    <a:pt x="14177" y="54"/>
                    <a:pt x="13762" y="1"/>
                    <a:pt x="133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110"/>
            <p:cNvSpPr/>
            <p:nvPr/>
          </p:nvSpPr>
          <p:spPr>
            <a:xfrm>
              <a:off x="1290675" y="1685950"/>
              <a:ext cx="171850" cy="198125"/>
            </a:xfrm>
            <a:custGeom>
              <a:avLst/>
              <a:gdLst/>
              <a:ahLst/>
              <a:cxnLst/>
              <a:rect l="l" t="t" r="r" b="b"/>
              <a:pathLst>
                <a:path w="6874" h="7925" extrusionOk="0">
                  <a:moveTo>
                    <a:pt x="2005" y="1"/>
                  </a:moveTo>
                  <a:cubicBezTo>
                    <a:pt x="1601" y="1"/>
                    <a:pt x="1174" y="59"/>
                    <a:pt x="748" y="214"/>
                  </a:cubicBezTo>
                  <a:lnTo>
                    <a:pt x="1" y="5680"/>
                  </a:lnTo>
                  <a:cubicBezTo>
                    <a:pt x="1552" y="6824"/>
                    <a:pt x="3319" y="7925"/>
                    <a:pt x="5299" y="7925"/>
                  </a:cubicBezTo>
                  <a:cubicBezTo>
                    <a:pt x="5418" y="7925"/>
                    <a:pt x="5538" y="7921"/>
                    <a:pt x="5659" y="7913"/>
                  </a:cubicBezTo>
                  <a:lnTo>
                    <a:pt x="6377" y="4857"/>
                  </a:lnTo>
                  <a:lnTo>
                    <a:pt x="6873" y="2751"/>
                  </a:lnTo>
                  <a:cubicBezTo>
                    <a:pt x="5978" y="1276"/>
                    <a:pt x="5341" y="956"/>
                    <a:pt x="3999" y="420"/>
                  </a:cubicBezTo>
                  <a:cubicBezTo>
                    <a:pt x="3579" y="253"/>
                    <a:pt x="2842" y="1"/>
                    <a:pt x="20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110"/>
            <p:cNvSpPr/>
            <p:nvPr/>
          </p:nvSpPr>
          <p:spPr>
            <a:xfrm>
              <a:off x="1361625" y="1709250"/>
              <a:ext cx="100900" cy="98150"/>
            </a:xfrm>
            <a:custGeom>
              <a:avLst/>
              <a:gdLst/>
              <a:ahLst/>
              <a:cxnLst/>
              <a:rect l="l" t="t" r="r" b="b"/>
              <a:pathLst>
                <a:path w="4036" h="3926" extrusionOk="0">
                  <a:moveTo>
                    <a:pt x="502" y="0"/>
                  </a:moveTo>
                  <a:cubicBezTo>
                    <a:pt x="332" y="0"/>
                    <a:pt x="165" y="9"/>
                    <a:pt x="0" y="25"/>
                  </a:cubicBezTo>
                  <a:cubicBezTo>
                    <a:pt x="442" y="834"/>
                    <a:pt x="1768" y="3030"/>
                    <a:pt x="3539" y="3925"/>
                  </a:cubicBezTo>
                  <a:lnTo>
                    <a:pt x="4035" y="1819"/>
                  </a:lnTo>
                  <a:cubicBezTo>
                    <a:pt x="3243" y="513"/>
                    <a:pt x="1816" y="0"/>
                    <a:pt x="50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110"/>
            <p:cNvSpPr/>
            <p:nvPr/>
          </p:nvSpPr>
          <p:spPr>
            <a:xfrm>
              <a:off x="1191150" y="1305150"/>
              <a:ext cx="471675" cy="479575"/>
            </a:xfrm>
            <a:custGeom>
              <a:avLst/>
              <a:gdLst/>
              <a:ahLst/>
              <a:cxnLst/>
              <a:rect l="l" t="t" r="r" b="b"/>
              <a:pathLst>
                <a:path w="18867" h="19183" extrusionOk="0">
                  <a:moveTo>
                    <a:pt x="10486" y="0"/>
                  </a:moveTo>
                  <a:cubicBezTo>
                    <a:pt x="7343" y="0"/>
                    <a:pt x="4543" y="1039"/>
                    <a:pt x="2781" y="1943"/>
                  </a:cubicBezTo>
                  <a:cubicBezTo>
                    <a:pt x="0" y="3366"/>
                    <a:pt x="1086" y="11028"/>
                    <a:pt x="3458" y="13877"/>
                  </a:cubicBezTo>
                  <a:cubicBezTo>
                    <a:pt x="5626" y="16476"/>
                    <a:pt x="12114" y="19182"/>
                    <a:pt x="14791" y="19182"/>
                  </a:cubicBezTo>
                  <a:cubicBezTo>
                    <a:pt x="15045" y="19182"/>
                    <a:pt x="15265" y="19158"/>
                    <a:pt x="15444" y="19106"/>
                  </a:cubicBezTo>
                  <a:cubicBezTo>
                    <a:pt x="18867" y="18121"/>
                    <a:pt x="18782" y="15572"/>
                    <a:pt x="18308" y="10079"/>
                  </a:cubicBezTo>
                  <a:cubicBezTo>
                    <a:pt x="17833" y="4587"/>
                    <a:pt x="16140" y="1264"/>
                    <a:pt x="16140" y="1264"/>
                  </a:cubicBezTo>
                  <a:cubicBezTo>
                    <a:pt x="14229" y="346"/>
                    <a:pt x="12300" y="0"/>
                    <a:pt x="10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110"/>
            <p:cNvSpPr/>
            <p:nvPr/>
          </p:nvSpPr>
          <p:spPr>
            <a:xfrm>
              <a:off x="1150875" y="1200175"/>
              <a:ext cx="608500" cy="543700"/>
            </a:xfrm>
            <a:custGeom>
              <a:avLst/>
              <a:gdLst/>
              <a:ahLst/>
              <a:cxnLst/>
              <a:rect l="l" t="t" r="r" b="b"/>
              <a:pathLst>
                <a:path w="24340" h="21748" extrusionOk="0">
                  <a:moveTo>
                    <a:pt x="19765" y="0"/>
                  </a:moveTo>
                  <a:cubicBezTo>
                    <a:pt x="19765" y="0"/>
                    <a:pt x="18443" y="293"/>
                    <a:pt x="14495" y="937"/>
                  </a:cubicBezTo>
                  <a:cubicBezTo>
                    <a:pt x="10449" y="1595"/>
                    <a:pt x="6598" y="3051"/>
                    <a:pt x="6598" y="3051"/>
                  </a:cubicBezTo>
                  <a:cubicBezTo>
                    <a:pt x="4737" y="3281"/>
                    <a:pt x="3675" y="4341"/>
                    <a:pt x="3078" y="5376"/>
                  </a:cubicBezTo>
                  <a:cubicBezTo>
                    <a:pt x="2553" y="4878"/>
                    <a:pt x="1882" y="4350"/>
                    <a:pt x="1402" y="4350"/>
                  </a:cubicBezTo>
                  <a:cubicBezTo>
                    <a:pt x="1162" y="4350"/>
                    <a:pt x="969" y="4482"/>
                    <a:pt x="866" y="4817"/>
                  </a:cubicBezTo>
                  <a:cubicBezTo>
                    <a:pt x="659" y="5492"/>
                    <a:pt x="1376" y="6425"/>
                    <a:pt x="2216" y="6902"/>
                  </a:cubicBezTo>
                  <a:cubicBezTo>
                    <a:pt x="1887" y="6846"/>
                    <a:pt x="1537" y="6805"/>
                    <a:pt x="1220" y="6805"/>
                  </a:cubicBezTo>
                  <a:cubicBezTo>
                    <a:pt x="531" y="6805"/>
                    <a:pt x="0" y="7000"/>
                    <a:pt x="189" y="7665"/>
                  </a:cubicBezTo>
                  <a:cubicBezTo>
                    <a:pt x="331" y="8157"/>
                    <a:pt x="951" y="8497"/>
                    <a:pt x="1650" y="8625"/>
                  </a:cubicBezTo>
                  <a:cubicBezTo>
                    <a:pt x="873" y="10689"/>
                    <a:pt x="2520" y="13136"/>
                    <a:pt x="2744" y="13733"/>
                  </a:cubicBezTo>
                  <a:cubicBezTo>
                    <a:pt x="3911" y="16864"/>
                    <a:pt x="6084" y="21747"/>
                    <a:pt x="6084" y="21747"/>
                  </a:cubicBezTo>
                  <a:cubicBezTo>
                    <a:pt x="6118" y="21747"/>
                    <a:pt x="6151" y="21747"/>
                    <a:pt x="6185" y="21747"/>
                  </a:cubicBezTo>
                  <a:cubicBezTo>
                    <a:pt x="11273" y="21747"/>
                    <a:pt x="11461" y="17818"/>
                    <a:pt x="11461" y="17818"/>
                  </a:cubicBezTo>
                  <a:cubicBezTo>
                    <a:pt x="6327" y="16901"/>
                    <a:pt x="7534" y="13111"/>
                    <a:pt x="9262" y="12705"/>
                  </a:cubicBezTo>
                  <a:cubicBezTo>
                    <a:pt x="9414" y="12669"/>
                    <a:pt x="9568" y="12651"/>
                    <a:pt x="9723" y="12651"/>
                  </a:cubicBezTo>
                  <a:cubicBezTo>
                    <a:pt x="11223" y="12651"/>
                    <a:pt x="12329" y="14340"/>
                    <a:pt x="12329" y="14340"/>
                  </a:cubicBezTo>
                  <a:cubicBezTo>
                    <a:pt x="12869" y="13982"/>
                    <a:pt x="13101" y="13306"/>
                    <a:pt x="12894" y="12692"/>
                  </a:cubicBezTo>
                  <a:lnTo>
                    <a:pt x="12297" y="10914"/>
                  </a:lnTo>
                  <a:cubicBezTo>
                    <a:pt x="13516" y="9356"/>
                    <a:pt x="12769" y="7661"/>
                    <a:pt x="12769" y="7661"/>
                  </a:cubicBezTo>
                  <a:lnTo>
                    <a:pt x="12769" y="7661"/>
                  </a:lnTo>
                  <a:cubicBezTo>
                    <a:pt x="12769" y="7661"/>
                    <a:pt x="12779" y="7661"/>
                    <a:pt x="12797" y="7661"/>
                  </a:cubicBezTo>
                  <a:cubicBezTo>
                    <a:pt x="13000" y="7661"/>
                    <a:pt x="14320" y="7638"/>
                    <a:pt x="16906" y="7083"/>
                  </a:cubicBezTo>
                  <a:cubicBezTo>
                    <a:pt x="24339" y="5497"/>
                    <a:pt x="19765" y="0"/>
                    <a:pt x="1976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110"/>
            <p:cNvSpPr/>
            <p:nvPr/>
          </p:nvSpPr>
          <p:spPr>
            <a:xfrm>
              <a:off x="1632250" y="1511125"/>
              <a:ext cx="54525" cy="115300"/>
            </a:xfrm>
            <a:custGeom>
              <a:avLst/>
              <a:gdLst/>
              <a:ahLst/>
              <a:cxnLst/>
              <a:rect l="l" t="t" r="r" b="b"/>
              <a:pathLst>
                <a:path w="2181" h="4612" extrusionOk="0">
                  <a:moveTo>
                    <a:pt x="0" y="1"/>
                  </a:moveTo>
                  <a:lnTo>
                    <a:pt x="0" y="4612"/>
                  </a:lnTo>
                  <a:lnTo>
                    <a:pt x="1275" y="4508"/>
                  </a:lnTo>
                  <a:cubicBezTo>
                    <a:pt x="1849" y="4461"/>
                    <a:pt x="2181" y="3833"/>
                    <a:pt x="1897" y="3333"/>
                  </a:cubicBez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110"/>
            <p:cNvSpPr/>
            <p:nvPr/>
          </p:nvSpPr>
          <p:spPr>
            <a:xfrm>
              <a:off x="1858200" y="2228200"/>
              <a:ext cx="433275" cy="216650"/>
            </a:xfrm>
            <a:custGeom>
              <a:avLst/>
              <a:gdLst/>
              <a:ahLst/>
              <a:cxnLst/>
              <a:rect l="l" t="t" r="r" b="b"/>
              <a:pathLst>
                <a:path w="17331" h="8666" extrusionOk="0">
                  <a:moveTo>
                    <a:pt x="0" y="1"/>
                  </a:moveTo>
                  <a:cubicBezTo>
                    <a:pt x="0" y="4787"/>
                    <a:pt x="3880" y="8665"/>
                    <a:pt x="8665" y="8665"/>
                  </a:cubicBezTo>
                  <a:cubicBezTo>
                    <a:pt x="13451" y="8665"/>
                    <a:pt x="17331" y="4787"/>
                    <a:pt x="173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110"/>
            <p:cNvSpPr/>
            <p:nvPr/>
          </p:nvSpPr>
          <p:spPr>
            <a:xfrm>
              <a:off x="1975300" y="2353125"/>
              <a:ext cx="274075" cy="91475"/>
            </a:xfrm>
            <a:custGeom>
              <a:avLst/>
              <a:gdLst/>
              <a:ahLst/>
              <a:cxnLst/>
              <a:rect l="l" t="t" r="r" b="b"/>
              <a:pathLst>
                <a:path w="10963" h="3659" extrusionOk="0">
                  <a:moveTo>
                    <a:pt x="4344" y="1"/>
                  </a:moveTo>
                  <a:cubicBezTo>
                    <a:pt x="2649" y="1"/>
                    <a:pt x="936" y="574"/>
                    <a:pt x="936" y="574"/>
                  </a:cubicBezTo>
                  <a:cubicBezTo>
                    <a:pt x="1" y="2329"/>
                    <a:pt x="1969" y="3659"/>
                    <a:pt x="1969" y="3659"/>
                  </a:cubicBezTo>
                  <a:lnTo>
                    <a:pt x="10963" y="3659"/>
                  </a:lnTo>
                  <a:cubicBezTo>
                    <a:pt x="10963" y="1707"/>
                    <a:pt x="7695" y="674"/>
                    <a:pt x="5711" y="157"/>
                  </a:cubicBezTo>
                  <a:cubicBezTo>
                    <a:pt x="5281" y="44"/>
                    <a:pt x="4813" y="1"/>
                    <a:pt x="43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110"/>
            <p:cNvSpPr/>
            <p:nvPr/>
          </p:nvSpPr>
          <p:spPr>
            <a:xfrm>
              <a:off x="1219425" y="1911075"/>
              <a:ext cx="808050" cy="533525"/>
            </a:xfrm>
            <a:custGeom>
              <a:avLst/>
              <a:gdLst/>
              <a:ahLst/>
              <a:cxnLst/>
              <a:rect l="l" t="t" r="r" b="b"/>
              <a:pathLst>
                <a:path w="32322" h="21341" extrusionOk="0">
                  <a:moveTo>
                    <a:pt x="4309" y="1"/>
                  </a:moveTo>
                  <a:cubicBezTo>
                    <a:pt x="2915" y="1"/>
                    <a:pt x="628" y="514"/>
                    <a:pt x="1" y="3737"/>
                  </a:cubicBezTo>
                  <a:cubicBezTo>
                    <a:pt x="1" y="3737"/>
                    <a:pt x="6642" y="18335"/>
                    <a:pt x="14210" y="21341"/>
                  </a:cubicBezTo>
                  <a:lnTo>
                    <a:pt x="32321" y="21341"/>
                  </a:lnTo>
                  <a:cubicBezTo>
                    <a:pt x="31736" y="20186"/>
                    <a:pt x="31328" y="19022"/>
                    <a:pt x="31748" y="18081"/>
                  </a:cubicBezTo>
                  <a:cubicBezTo>
                    <a:pt x="31748" y="18081"/>
                    <a:pt x="28576" y="17639"/>
                    <a:pt x="24126" y="16907"/>
                  </a:cubicBezTo>
                  <a:cubicBezTo>
                    <a:pt x="19137" y="16085"/>
                    <a:pt x="15563" y="15225"/>
                    <a:pt x="14210" y="14150"/>
                  </a:cubicBezTo>
                  <a:cubicBezTo>
                    <a:pt x="14210" y="14150"/>
                    <a:pt x="10448" y="6160"/>
                    <a:pt x="5418" y="113"/>
                  </a:cubicBezTo>
                  <a:cubicBezTo>
                    <a:pt x="5418" y="113"/>
                    <a:pt x="4961" y="1"/>
                    <a:pt x="43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110"/>
            <p:cNvSpPr/>
            <p:nvPr/>
          </p:nvSpPr>
          <p:spPr>
            <a:xfrm>
              <a:off x="5659650" y="1929850"/>
              <a:ext cx="775850" cy="514750"/>
            </a:xfrm>
            <a:custGeom>
              <a:avLst/>
              <a:gdLst/>
              <a:ahLst/>
              <a:cxnLst/>
              <a:rect l="l" t="t" r="r" b="b"/>
              <a:pathLst>
                <a:path w="31034" h="20590" extrusionOk="0">
                  <a:moveTo>
                    <a:pt x="27418" y="0"/>
                  </a:moveTo>
                  <a:cubicBezTo>
                    <a:pt x="26065" y="0"/>
                    <a:pt x="24699" y="707"/>
                    <a:pt x="24019" y="2172"/>
                  </a:cubicBezTo>
                  <a:cubicBezTo>
                    <a:pt x="20982" y="8725"/>
                    <a:pt x="15943" y="14288"/>
                    <a:pt x="15943" y="14288"/>
                  </a:cubicBezTo>
                  <a:cubicBezTo>
                    <a:pt x="14476" y="15363"/>
                    <a:pt x="12638" y="15789"/>
                    <a:pt x="7238" y="16642"/>
                  </a:cubicBezTo>
                  <a:cubicBezTo>
                    <a:pt x="6248" y="16799"/>
                    <a:pt x="682" y="17697"/>
                    <a:pt x="682" y="17697"/>
                  </a:cubicBezTo>
                  <a:lnTo>
                    <a:pt x="0" y="20590"/>
                  </a:lnTo>
                  <a:lnTo>
                    <a:pt x="15634" y="20590"/>
                  </a:lnTo>
                  <a:cubicBezTo>
                    <a:pt x="23837" y="17584"/>
                    <a:pt x="31033" y="2986"/>
                    <a:pt x="31033" y="2986"/>
                  </a:cubicBezTo>
                  <a:cubicBezTo>
                    <a:pt x="31018" y="2912"/>
                    <a:pt x="31001" y="2840"/>
                    <a:pt x="30984" y="2768"/>
                  </a:cubicBezTo>
                  <a:cubicBezTo>
                    <a:pt x="30538" y="949"/>
                    <a:pt x="28986" y="0"/>
                    <a:pt x="274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110"/>
            <p:cNvSpPr/>
            <p:nvPr/>
          </p:nvSpPr>
          <p:spPr>
            <a:xfrm>
              <a:off x="5436600" y="2353125"/>
              <a:ext cx="297025" cy="91475"/>
            </a:xfrm>
            <a:custGeom>
              <a:avLst/>
              <a:gdLst/>
              <a:ahLst/>
              <a:cxnLst/>
              <a:rect l="l" t="t" r="r" b="b"/>
              <a:pathLst>
                <a:path w="11881" h="3659" extrusionOk="0">
                  <a:moveTo>
                    <a:pt x="7172" y="1"/>
                  </a:moveTo>
                  <a:cubicBezTo>
                    <a:pt x="6663" y="1"/>
                    <a:pt x="6156" y="44"/>
                    <a:pt x="5690" y="157"/>
                  </a:cubicBezTo>
                  <a:cubicBezTo>
                    <a:pt x="3540" y="674"/>
                    <a:pt x="1" y="1707"/>
                    <a:pt x="1" y="3659"/>
                  </a:cubicBezTo>
                  <a:lnTo>
                    <a:pt x="9747" y="3659"/>
                  </a:lnTo>
                  <a:cubicBezTo>
                    <a:pt x="9747" y="3659"/>
                    <a:pt x="11881" y="2329"/>
                    <a:pt x="10866" y="574"/>
                  </a:cubicBezTo>
                  <a:cubicBezTo>
                    <a:pt x="10866" y="574"/>
                    <a:pt x="9010" y="1"/>
                    <a:pt x="71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110"/>
            <p:cNvSpPr/>
            <p:nvPr/>
          </p:nvSpPr>
          <p:spPr>
            <a:xfrm>
              <a:off x="5421250" y="2228200"/>
              <a:ext cx="433300" cy="216650"/>
            </a:xfrm>
            <a:custGeom>
              <a:avLst/>
              <a:gdLst/>
              <a:ahLst/>
              <a:cxnLst/>
              <a:rect l="l" t="t" r="r" b="b"/>
              <a:pathLst>
                <a:path w="17332" h="8666" extrusionOk="0">
                  <a:moveTo>
                    <a:pt x="1" y="1"/>
                  </a:moveTo>
                  <a:cubicBezTo>
                    <a:pt x="1" y="4787"/>
                    <a:pt x="3881" y="8665"/>
                    <a:pt x="8665" y="8665"/>
                  </a:cubicBezTo>
                  <a:cubicBezTo>
                    <a:pt x="13451" y="8665"/>
                    <a:pt x="17332" y="4787"/>
                    <a:pt x="173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110"/>
            <p:cNvSpPr/>
            <p:nvPr/>
          </p:nvSpPr>
          <p:spPr>
            <a:xfrm>
              <a:off x="6052450" y="1242550"/>
              <a:ext cx="703975" cy="993975"/>
            </a:xfrm>
            <a:custGeom>
              <a:avLst/>
              <a:gdLst/>
              <a:ahLst/>
              <a:cxnLst/>
              <a:rect l="l" t="t" r="r" b="b"/>
              <a:pathLst>
                <a:path w="28159" h="39759" extrusionOk="0">
                  <a:moveTo>
                    <a:pt x="10898" y="0"/>
                  </a:moveTo>
                  <a:cubicBezTo>
                    <a:pt x="4086" y="0"/>
                    <a:pt x="662" y="5735"/>
                    <a:pt x="662" y="5735"/>
                  </a:cubicBezTo>
                  <a:cubicBezTo>
                    <a:pt x="1" y="11395"/>
                    <a:pt x="3187" y="19958"/>
                    <a:pt x="6035" y="26249"/>
                  </a:cubicBezTo>
                  <a:cubicBezTo>
                    <a:pt x="8702" y="32141"/>
                    <a:pt x="13503" y="38829"/>
                    <a:pt x="19914" y="39683"/>
                  </a:cubicBezTo>
                  <a:cubicBezTo>
                    <a:pt x="20298" y="39734"/>
                    <a:pt x="20704" y="39759"/>
                    <a:pt x="21120" y="39759"/>
                  </a:cubicBezTo>
                  <a:cubicBezTo>
                    <a:pt x="24337" y="39759"/>
                    <a:pt x="28159" y="38283"/>
                    <a:pt x="27360" y="36162"/>
                  </a:cubicBezTo>
                  <a:cubicBezTo>
                    <a:pt x="20858" y="18917"/>
                    <a:pt x="27280" y="4098"/>
                    <a:pt x="14587" y="532"/>
                  </a:cubicBezTo>
                  <a:cubicBezTo>
                    <a:pt x="13264" y="160"/>
                    <a:pt x="12034" y="0"/>
                    <a:pt x="1089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110"/>
            <p:cNvSpPr/>
            <p:nvPr/>
          </p:nvSpPr>
          <p:spPr>
            <a:xfrm>
              <a:off x="5652950" y="2786625"/>
              <a:ext cx="1072600" cy="1025550"/>
            </a:xfrm>
            <a:custGeom>
              <a:avLst/>
              <a:gdLst/>
              <a:ahLst/>
              <a:cxnLst/>
              <a:rect l="l" t="t" r="r" b="b"/>
              <a:pathLst>
                <a:path w="42904" h="41022" extrusionOk="0">
                  <a:moveTo>
                    <a:pt x="34146" y="0"/>
                  </a:moveTo>
                  <a:cubicBezTo>
                    <a:pt x="29058" y="0"/>
                    <a:pt x="25507" y="431"/>
                    <a:pt x="25507" y="431"/>
                  </a:cubicBezTo>
                  <a:cubicBezTo>
                    <a:pt x="25507" y="431"/>
                    <a:pt x="7459" y="1706"/>
                    <a:pt x="4931" y="5420"/>
                  </a:cubicBezTo>
                  <a:cubicBezTo>
                    <a:pt x="1" y="12666"/>
                    <a:pt x="185" y="40013"/>
                    <a:pt x="185" y="40013"/>
                  </a:cubicBezTo>
                  <a:cubicBezTo>
                    <a:pt x="1293" y="40833"/>
                    <a:pt x="2906" y="41022"/>
                    <a:pt x="4158" y="41022"/>
                  </a:cubicBezTo>
                  <a:cubicBezTo>
                    <a:pt x="5230" y="41022"/>
                    <a:pt x="6037" y="40883"/>
                    <a:pt x="6037" y="40883"/>
                  </a:cubicBezTo>
                  <a:lnTo>
                    <a:pt x="13181" y="11865"/>
                  </a:lnTo>
                  <a:cubicBezTo>
                    <a:pt x="13181" y="11865"/>
                    <a:pt x="20707" y="11533"/>
                    <a:pt x="32673" y="11519"/>
                  </a:cubicBezTo>
                  <a:cubicBezTo>
                    <a:pt x="42903" y="11507"/>
                    <a:pt x="40590" y="241"/>
                    <a:pt x="40590" y="241"/>
                  </a:cubicBezTo>
                  <a:cubicBezTo>
                    <a:pt x="38291" y="64"/>
                    <a:pt x="36105" y="0"/>
                    <a:pt x="3414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110"/>
            <p:cNvSpPr/>
            <p:nvPr/>
          </p:nvSpPr>
          <p:spPr>
            <a:xfrm>
              <a:off x="5381750" y="3786925"/>
              <a:ext cx="429550" cy="168350"/>
            </a:xfrm>
            <a:custGeom>
              <a:avLst/>
              <a:gdLst/>
              <a:ahLst/>
              <a:cxnLst/>
              <a:rect l="l" t="t" r="r" b="b"/>
              <a:pathLst>
                <a:path w="17182" h="6734" extrusionOk="0">
                  <a:moveTo>
                    <a:pt x="11033" y="1"/>
                  </a:moveTo>
                  <a:cubicBezTo>
                    <a:pt x="9587" y="824"/>
                    <a:pt x="8178" y="965"/>
                    <a:pt x="6863" y="965"/>
                  </a:cubicBezTo>
                  <a:cubicBezTo>
                    <a:pt x="6176" y="965"/>
                    <a:pt x="5516" y="927"/>
                    <a:pt x="4889" y="927"/>
                  </a:cubicBezTo>
                  <a:cubicBezTo>
                    <a:pt x="3986" y="927"/>
                    <a:pt x="3153" y="1006"/>
                    <a:pt x="2414" y="1397"/>
                  </a:cubicBezTo>
                  <a:cubicBezTo>
                    <a:pt x="185" y="2576"/>
                    <a:pt x="1" y="5163"/>
                    <a:pt x="1" y="5163"/>
                  </a:cubicBezTo>
                  <a:lnTo>
                    <a:pt x="16578" y="6734"/>
                  </a:lnTo>
                  <a:cubicBezTo>
                    <a:pt x="16578" y="6734"/>
                    <a:pt x="16995" y="3348"/>
                    <a:pt x="17089" y="2364"/>
                  </a:cubicBezTo>
                  <a:cubicBezTo>
                    <a:pt x="17181" y="1380"/>
                    <a:pt x="16885" y="871"/>
                    <a:pt x="16885" y="871"/>
                  </a:cubicBezTo>
                  <a:cubicBezTo>
                    <a:pt x="11787" y="833"/>
                    <a:pt x="11033" y="1"/>
                    <a:pt x="1103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110"/>
            <p:cNvSpPr/>
            <p:nvPr/>
          </p:nvSpPr>
          <p:spPr>
            <a:xfrm>
              <a:off x="6212250" y="1827900"/>
              <a:ext cx="546800" cy="1003725"/>
            </a:xfrm>
            <a:custGeom>
              <a:avLst/>
              <a:gdLst/>
              <a:ahLst/>
              <a:cxnLst/>
              <a:rect l="l" t="t" r="r" b="b"/>
              <a:pathLst>
                <a:path w="21872" h="40149" extrusionOk="0">
                  <a:moveTo>
                    <a:pt x="8065" y="1"/>
                  </a:moveTo>
                  <a:lnTo>
                    <a:pt x="2904" y="2233"/>
                  </a:lnTo>
                  <a:cubicBezTo>
                    <a:pt x="2904" y="2233"/>
                    <a:pt x="1" y="5465"/>
                    <a:pt x="1688" y="11128"/>
                  </a:cubicBezTo>
                  <a:cubicBezTo>
                    <a:pt x="3377" y="16793"/>
                    <a:pt x="2204" y="37505"/>
                    <a:pt x="2204" y="37505"/>
                  </a:cubicBezTo>
                  <a:cubicBezTo>
                    <a:pt x="6461" y="39842"/>
                    <a:pt x="15140" y="40149"/>
                    <a:pt x="19400" y="40149"/>
                  </a:cubicBezTo>
                  <a:cubicBezTo>
                    <a:pt x="20916" y="40149"/>
                    <a:pt x="21872" y="40110"/>
                    <a:pt x="21872" y="40110"/>
                  </a:cubicBezTo>
                  <a:cubicBezTo>
                    <a:pt x="21718" y="27871"/>
                    <a:pt x="18250" y="10711"/>
                    <a:pt x="14947" y="5465"/>
                  </a:cubicBezTo>
                  <a:cubicBezTo>
                    <a:pt x="11643" y="222"/>
                    <a:pt x="8065" y="1"/>
                    <a:pt x="80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110"/>
            <p:cNvSpPr/>
            <p:nvPr/>
          </p:nvSpPr>
          <p:spPr>
            <a:xfrm>
              <a:off x="5603750" y="2765500"/>
              <a:ext cx="1166125" cy="931025"/>
            </a:xfrm>
            <a:custGeom>
              <a:avLst/>
              <a:gdLst/>
              <a:ahLst/>
              <a:cxnLst/>
              <a:rect l="l" t="t" r="r" b="b"/>
              <a:pathLst>
                <a:path w="46645" h="37241" extrusionOk="0">
                  <a:moveTo>
                    <a:pt x="21992" y="1"/>
                  </a:moveTo>
                  <a:cubicBezTo>
                    <a:pt x="17074" y="1"/>
                    <a:pt x="11738" y="409"/>
                    <a:pt x="10185" y="2052"/>
                  </a:cubicBezTo>
                  <a:cubicBezTo>
                    <a:pt x="4166" y="8423"/>
                    <a:pt x="0" y="35450"/>
                    <a:pt x="0" y="35450"/>
                  </a:cubicBezTo>
                  <a:cubicBezTo>
                    <a:pt x="1717" y="37205"/>
                    <a:pt x="5333" y="37240"/>
                    <a:pt x="5622" y="37240"/>
                  </a:cubicBezTo>
                  <a:cubicBezTo>
                    <a:pt x="5634" y="37240"/>
                    <a:pt x="5640" y="37240"/>
                    <a:pt x="5640" y="37240"/>
                  </a:cubicBezTo>
                  <a:lnTo>
                    <a:pt x="17307" y="9725"/>
                  </a:lnTo>
                  <a:cubicBezTo>
                    <a:pt x="17307" y="9725"/>
                    <a:pt x="24788" y="10595"/>
                    <a:pt x="36605" y="12482"/>
                  </a:cubicBezTo>
                  <a:cubicBezTo>
                    <a:pt x="37267" y="12588"/>
                    <a:pt x="37885" y="12638"/>
                    <a:pt x="38460" y="12638"/>
                  </a:cubicBezTo>
                  <a:cubicBezTo>
                    <a:pt x="46645" y="12638"/>
                    <a:pt x="46212" y="2606"/>
                    <a:pt x="46212" y="2606"/>
                  </a:cubicBezTo>
                  <a:cubicBezTo>
                    <a:pt x="38149" y="664"/>
                    <a:pt x="31292" y="398"/>
                    <a:pt x="31292" y="398"/>
                  </a:cubicBezTo>
                  <a:cubicBezTo>
                    <a:pt x="31292" y="398"/>
                    <a:pt x="26846" y="1"/>
                    <a:pt x="2199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110"/>
            <p:cNvSpPr/>
            <p:nvPr/>
          </p:nvSpPr>
          <p:spPr>
            <a:xfrm>
              <a:off x="5310925" y="3647225"/>
              <a:ext cx="439100" cy="192775"/>
            </a:xfrm>
            <a:custGeom>
              <a:avLst/>
              <a:gdLst/>
              <a:ahLst/>
              <a:cxnLst/>
              <a:rect l="l" t="t" r="r" b="b"/>
              <a:pathLst>
                <a:path w="17564" h="7711" extrusionOk="0">
                  <a:moveTo>
                    <a:pt x="4229" y="1"/>
                  </a:moveTo>
                  <a:cubicBezTo>
                    <a:pt x="3801" y="1"/>
                    <a:pt x="3386" y="54"/>
                    <a:pt x="2983" y="190"/>
                  </a:cubicBezTo>
                  <a:cubicBezTo>
                    <a:pt x="593" y="999"/>
                    <a:pt x="1" y="3525"/>
                    <a:pt x="1" y="3525"/>
                  </a:cubicBezTo>
                  <a:lnTo>
                    <a:pt x="16117" y="7711"/>
                  </a:lnTo>
                  <a:cubicBezTo>
                    <a:pt x="16117" y="7711"/>
                    <a:pt x="17068" y="4434"/>
                    <a:pt x="17316" y="3478"/>
                  </a:cubicBezTo>
                  <a:cubicBezTo>
                    <a:pt x="17564" y="2519"/>
                    <a:pt x="17353" y="1971"/>
                    <a:pt x="17353" y="1971"/>
                  </a:cubicBezTo>
                  <a:cubicBezTo>
                    <a:pt x="12326" y="1122"/>
                    <a:pt x="11713" y="181"/>
                    <a:pt x="11713" y="181"/>
                  </a:cubicBezTo>
                  <a:cubicBezTo>
                    <a:pt x="10828" y="512"/>
                    <a:pt x="9989" y="628"/>
                    <a:pt x="9192" y="628"/>
                  </a:cubicBezTo>
                  <a:cubicBezTo>
                    <a:pt x="7336" y="628"/>
                    <a:pt x="5704" y="1"/>
                    <a:pt x="42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110"/>
            <p:cNvSpPr/>
            <p:nvPr/>
          </p:nvSpPr>
          <p:spPr>
            <a:xfrm>
              <a:off x="6331225" y="1656500"/>
              <a:ext cx="50" cy="175"/>
            </a:xfrm>
            <a:custGeom>
              <a:avLst/>
              <a:gdLst/>
              <a:ahLst/>
              <a:cxnLst/>
              <a:rect l="l" t="t" r="r" b="b"/>
              <a:pathLst>
                <a:path w="2" h="7" extrusionOk="0">
                  <a:moveTo>
                    <a:pt x="0" y="1"/>
                  </a:moveTo>
                  <a:cubicBezTo>
                    <a:pt x="0" y="2"/>
                    <a:pt x="0" y="5"/>
                    <a:pt x="2" y="7"/>
                  </a:cubicBezTo>
                  <a:lnTo>
                    <a:pt x="2" y="1"/>
                  </a:lnTo>
                  <a:close/>
                </a:path>
              </a:pathLst>
            </a:custGeom>
            <a:solidFill>
              <a:srgbClr val="1332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110"/>
            <p:cNvSpPr/>
            <p:nvPr/>
          </p:nvSpPr>
          <p:spPr>
            <a:xfrm>
              <a:off x="5721675" y="1929850"/>
              <a:ext cx="775850" cy="514750"/>
            </a:xfrm>
            <a:custGeom>
              <a:avLst/>
              <a:gdLst/>
              <a:ahLst/>
              <a:cxnLst/>
              <a:rect l="l" t="t" r="r" b="b"/>
              <a:pathLst>
                <a:path w="31034" h="20590" extrusionOk="0">
                  <a:moveTo>
                    <a:pt x="27419" y="0"/>
                  </a:moveTo>
                  <a:cubicBezTo>
                    <a:pt x="26066" y="0"/>
                    <a:pt x="24700" y="707"/>
                    <a:pt x="24020" y="2172"/>
                  </a:cubicBezTo>
                  <a:cubicBezTo>
                    <a:pt x="20983" y="8725"/>
                    <a:pt x="15943" y="14287"/>
                    <a:pt x="15943" y="14287"/>
                  </a:cubicBezTo>
                  <a:cubicBezTo>
                    <a:pt x="14477" y="15362"/>
                    <a:pt x="12639" y="15789"/>
                    <a:pt x="7237" y="16641"/>
                  </a:cubicBezTo>
                  <a:cubicBezTo>
                    <a:pt x="6248" y="16799"/>
                    <a:pt x="682" y="17697"/>
                    <a:pt x="682" y="17697"/>
                  </a:cubicBezTo>
                  <a:lnTo>
                    <a:pt x="0" y="20590"/>
                  </a:lnTo>
                  <a:lnTo>
                    <a:pt x="15636" y="20590"/>
                  </a:lnTo>
                  <a:cubicBezTo>
                    <a:pt x="23839" y="17584"/>
                    <a:pt x="31034" y="2986"/>
                    <a:pt x="31034" y="2986"/>
                  </a:cubicBezTo>
                  <a:cubicBezTo>
                    <a:pt x="31018" y="2912"/>
                    <a:pt x="31002" y="2840"/>
                    <a:pt x="30985" y="2768"/>
                  </a:cubicBezTo>
                  <a:cubicBezTo>
                    <a:pt x="30539" y="949"/>
                    <a:pt x="28987" y="0"/>
                    <a:pt x="274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110"/>
            <p:cNvSpPr/>
            <p:nvPr/>
          </p:nvSpPr>
          <p:spPr>
            <a:xfrm>
              <a:off x="5498650" y="2353125"/>
              <a:ext cx="297025" cy="91475"/>
            </a:xfrm>
            <a:custGeom>
              <a:avLst/>
              <a:gdLst/>
              <a:ahLst/>
              <a:cxnLst/>
              <a:rect l="l" t="t" r="r" b="b"/>
              <a:pathLst>
                <a:path w="11881" h="3659" extrusionOk="0">
                  <a:moveTo>
                    <a:pt x="7172" y="1"/>
                  </a:moveTo>
                  <a:cubicBezTo>
                    <a:pt x="6664" y="1"/>
                    <a:pt x="6157" y="44"/>
                    <a:pt x="5691" y="157"/>
                  </a:cubicBezTo>
                  <a:cubicBezTo>
                    <a:pt x="3541" y="674"/>
                    <a:pt x="0" y="1707"/>
                    <a:pt x="0" y="3659"/>
                  </a:cubicBezTo>
                  <a:lnTo>
                    <a:pt x="9747" y="3659"/>
                  </a:lnTo>
                  <a:cubicBezTo>
                    <a:pt x="9747" y="3659"/>
                    <a:pt x="11880" y="2329"/>
                    <a:pt x="10865" y="574"/>
                  </a:cubicBezTo>
                  <a:cubicBezTo>
                    <a:pt x="10865" y="574"/>
                    <a:pt x="9009" y="1"/>
                    <a:pt x="717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110"/>
            <p:cNvSpPr/>
            <p:nvPr/>
          </p:nvSpPr>
          <p:spPr>
            <a:xfrm>
              <a:off x="6039250" y="1292650"/>
              <a:ext cx="515525" cy="426100"/>
            </a:xfrm>
            <a:custGeom>
              <a:avLst/>
              <a:gdLst/>
              <a:ahLst/>
              <a:cxnLst/>
              <a:rect l="l" t="t" r="r" b="b"/>
              <a:pathLst>
                <a:path w="20621" h="17044" extrusionOk="0">
                  <a:moveTo>
                    <a:pt x="9381" y="1"/>
                  </a:moveTo>
                  <a:cubicBezTo>
                    <a:pt x="5412" y="1"/>
                    <a:pt x="1594" y="2014"/>
                    <a:pt x="972" y="4160"/>
                  </a:cubicBezTo>
                  <a:cubicBezTo>
                    <a:pt x="0" y="7505"/>
                    <a:pt x="1722" y="9150"/>
                    <a:pt x="1722" y="9150"/>
                  </a:cubicBezTo>
                  <a:lnTo>
                    <a:pt x="13956" y="17044"/>
                  </a:lnTo>
                  <a:cubicBezTo>
                    <a:pt x="19820" y="12138"/>
                    <a:pt x="20620" y="6658"/>
                    <a:pt x="15654" y="2223"/>
                  </a:cubicBezTo>
                  <a:cubicBezTo>
                    <a:pt x="13872" y="632"/>
                    <a:pt x="11603" y="1"/>
                    <a:pt x="938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110"/>
            <p:cNvSpPr/>
            <p:nvPr/>
          </p:nvSpPr>
          <p:spPr>
            <a:xfrm>
              <a:off x="6261725" y="1678475"/>
              <a:ext cx="152150" cy="223425"/>
            </a:xfrm>
            <a:custGeom>
              <a:avLst/>
              <a:gdLst/>
              <a:ahLst/>
              <a:cxnLst/>
              <a:rect l="l" t="t" r="r" b="b"/>
              <a:pathLst>
                <a:path w="6086" h="8937" extrusionOk="0">
                  <a:moveTo>
                    <a:pt x="4442" y="0"/>
                  </a:moveTo>
                  <a:cubicBezTo>
                    <a:pt x="3002" y="0"/>
                    <a:pt x="1865" y="1179"/>
                    <a:pt x="1102" y="2319"/>
                  </a:cubicBezTo>
                  <a:cubicBezTo>
                    <a:pt x="388" y="3386"/>
                    <a:pt x="1" y="4421"/>
                    <a:pt x="1" y="4421"/>
                  </a:cubicBezTo>
                  <a:lnTo>
                    <a:pt x="687" y="6950"/>
                  </a:lnTo>
                  <a:lnTo>
                    <a:pt x="1225" y="8936"/>
                  </a:lnTo>
                  <a:cubicBezTo>
                    <a:pt x="3126" y="8821"/>
                    <a:pt x="4808" y="8204"/>
                    <a:pt x="6086" y="6174"/>
                  </a:cubicBezTo>
                  <a:lnTo>
                    <a:pt x="4681" y="11"/>
                  </a:lnTo>
                  <a:cubicBezTo>
                    <a:pt x="4600" y="4"/>
                    <a:pt x="4521" y="0"/>
                    <a:pt x="444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110"/>
            <p:cNvSpPr/>
            <p:nvPr/>
          </p:nvSpPr>
          <p:spPr>
            <a:xfrm>
              <a:off x="6261725" y="1702800"/>
              <a:ext cx="103600" cy="149425"/>
            </a:xfrm>
            <a:custGeom>
              <a:avLst/>
              <a:gdLst/>
              <a:ahLst/>
              <a:cxnLst/>
              <a:rect l="l" t="t" r="r" b="b"/>
              <a:pathLst>
                <a:path w="4144" h="5977" extrusionOk="0">
                  <a:moveTo>
                    <a:pt x="4144" y="1"/>
                  </a:moveTo>
                  <a:lnTo>
                    <a:pt x="1102" y="1346"/>
                  </a:lnTo>
                  <a:cubicBezTo>
                    <a:pt x="388" y="2413"/>
                    <a:pt x="1" y="3446"/>
                    <a:pt x="1" y="3446"/>
                  </a:cubicBezTo>
                  <a:lnTo>
                    <a:pt x="687" y="5977"/>
                  </a:lnTo>
                  <a:cubicBezTo>
                    <a:pt x="3592" y="4389"/>
                    <a:pt x="4144" y="1"/>
                    <a:pt x="414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110"/>
            <p:cNvSpPr/>
            <p:nvPr/>
          </p:nvSpPr>
          <p:spPr>
            <a:xfrm>
              <a:off x="6071675" y="1382275"/>
              <a:ext cx="378675" cy="438850"/>
            </a:xfrm>
            <a:custGeom>
              <a:avLst/>
              <a:gdLst/>
              <a:ahLst/>
              <a:cxnLst/>
              <a:rect l="l" t="t" r="r" b="b"/>
              <a:pathLst>
                <a:path w="15147" h="17554" extrusionOk="0">
                  <a:moveTo>
                    <a:pt x="5769" y="1"/>
                  </a:moveTo>
                  <a:cubicBezTo>
                    <a:pt x="4418" y="1"/>
                    <a:pt x="2781" y="415"/>
                    <a:pt x="497" y="1513"/>
                  </a:cubicBezTo>
                  <a:cubicBezTo>
                    <a:pt x="497" y="1513"/>
                    <a:pt x="945" y="3311"/>
                    <a:pt x="471" y="8803"/>
                  </a:cubicBezTo>
                  <a:cubicBezTo>
                    <a:pt x="1" y="14244"/>
                    <a:pt x="1238" y="17553"/>
                    <a:pt x="4308" y="17553"/>
                  </a:cubicBezTo>
                  <a:cubicBezTo>
                    <a:pt x="4337" y="17553"/>
                    <a:pt x="4366" y="17553"/>
                    <a:pt x="4395" y="17552"/>
                  </a:cubicBezTo>
                  <a:cubicBezTo>
                    <a:pt x="6536" y="17508"/>
                    <a:pt x="10401" y="14916"/>
                    <a:pt x="12773" y="12068"/>
                  </a:cubicBezTo>
                  <a:cubicBezTo>
                    <a:pt x="15147" y="9219"/>
                    <a:pt x="13115" y="2912"/>
                    <a:pt x="10336" y="1488"/>
                  </a:cubicBezTo>
                  <a:cubicBezTo>
                    <a:pt x="8773" y="687"/>
                    <a:pt x="7507" y="1"/>
                    <a:pt x="57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110"/>
            <p:cNvSpPr/>
            <p:nvPr/>
          </p:nvSpPr>
          <p:spPr>
            <a:xfrm>
              <a:off x="6050075" y="1567500"/>
              <a:ext cx="54675" cy="105550"/>
            </a:xfrm>
            <a:custGeom>
              <a:avLst/>
              <a:gdLst/>
              <a:ahLst/>
              <a:cxnLst/>
              <a:rect l="l" t="t" r="r" b="b"/>
              <a:pathLst>
                <a:path w="2187" h="4222" extrusionOk="0">
                  <a:moveTo>
                    <a:pt x="1980" y="0"/>
                  </a:moveTo>
                  <a:lnTo>
                    <a:pt x="105" y="3702"/>
                  </a:lnTo>
                  <a:cubicBezTo>
                    <a:pt x="0" y="3909"/>
                    <a:pt x="146" y="4157"/>
                    <a:pt x="380" y="4164"/>
                  </a:cubicBezTo>
                  <a:lnTo>
                    <a:pt x="2187" y="4221"/>
                  </a:lnTo>
                  <a:lnTo>
                    <a:pt x="198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110"/>
            <p:cNvSpPr/>
            <p:nvPr/>
          </p:nvSpPr>
          <p:spPr>
            <a:xfrm>
              <a:off x="6083400" y="1376250"/>
              <a:ext cx="655200" cy="843500"/>
            </a:xfrm>
            <a:custGeom>
              <a:avLst/>
              <a:gdLst/>
              <a:ahLst/>
              <a:cxnLst/>
              <a:rect l="l" t="t" r="r" b="b"/>
              <a:pathLst>
                <a:path w="26208" h="33740" extrusionOk="0">
                  <a:moveTo>
                    <a:pt x="5246" y="1"/>
                  </a:moveTo>
                  <a:cubicBezTo>
                    <a:pt x="3644" y="1"/>
                    <a:pt x="1984" y="454"/>
                    <a:pt x="419" y="1484"/>
                  </a:cubicBezTo>
                  <a:cubicBezTo>
                    <a:pt x="287" y="1570"/>
                    <a:pt x="158" y="1659"/>
                    <a:pt x="28" y="1754"/>
                  </a:cubicBezTo>
                  <a:lnTo>
                    <a:pt x="0" y="3243"/>
                  </a:lnTo>
                  <a:cubicBezTo>
                    <a:pt x="0" y="3243"/>
                    <a:pt x="5144" y="5189"/>
                    <a:pt x="5775" y="8022"/>
                  </a:cubicBezTo>
                  <a:cubicBezTo>
                    <a:pt x="5903" y="8598"/>
                    <a:pt x="6076" y="8829"/>
                    <a:pt x="6288" y="8829"/>
                  </a:cubicBezTo>
                  <a:cubicBezTo>
                    <a:pt x="7115" y="8829"/>
                    <a:pt x="8531" y="5303"/>
                    <a:pt x="10151" y="5130"/>
                  </a:cubicBezTo>
                  <a:cubicBezTo>
                    <a:pt x="10229" y="5122"/>
                    <a:pt x="10304" y="5118"/>
                    <a:pt x="10376" y="5118"/>
                  </a:cubicBezTo>
                  <a:cubicBezTo>
                    <a:pt x="12908" y="5118"/>
                    <a:pt x="12064" y="10064"/>
                    <a:pt x="10002" y="10437"/>
                  </a:cubicBezTo>
                  <a:cubicBezTo>
                    <a:pt x="9882" y="10458"/>
                    <a:pt x="9859" y="10750"/>
                    <a:pt x="9915" y="11211"/>
                  </a:cubicBezTo>
                  <a:lnTo>
                    <a:pt x="9915" y="11217"/>
                  </a:lnTo>
                  <a:cubicBezTo>
                    <a:pt x="9915" y="11222"/>
                    <a:pt x="9916" y="11228"/>
                    <a:pt x="9916" y="11232"/>
                  </a:cubicBezTo>
                  <a:cubicBezTo>
                    <a:pt x="9918" y="11241"/>
                    <a:pt x="9918" y="11251"/>
                    <a:pt x="9919" y="11261"/>
                  </a:cubicBezTo>
                  <a:lnTo>
                    <a:pt x="9924" y="11300"/>
                  </a:lnTo>
                  <a:cubicBezTo>
                    <a:pt x="9927" y="11323"/>
                    <a:pt x="9930" y="11349"/>
                    <a:pt x="9935" y="11383"/>
                  </a:cubicBezTo>
                  <a:cubicBezTo>
                    <a:pt x="9939" y="11415"/>
                    <a:pt x="9944" y="11450"/>
                    <a:pt x="9948" y="11484"/>
                  </a:cubicBezTo>
                  <a:cubicBezTo>
                    <a:pt x="10279" y="13867"/>
                    <a:pt x="13164" y="31554"/>
                    <a:pt x="23745" y="33739"/>
                  </a:cubicBezTo>
                  <a:cubicBezTo>
                    <a:pt x="23745" y="33739"/>
                    <a:pt x="26071" y="32815"/>
                    <a:pt x="26208" y="31130"/>
                  </a:cubicBezTo>
                  <a:lnTo>
                    <a:pt x="13564" y="11226"/>
                  </a:lnTo>
                  <a:cubicBezTo>
                    <a:pt x="15715" y="5487"/>
                    <a:pt x="10824" y="1"/>
                    <a:pt x="524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110"/>
            <p:cNvSpPr/>
            <p:nvPr/>
          </p:nvSpPr>
          <p:spPr>
            <a:xfrm>
              <a:off x="6025575" y="1734800"/>
              <a:ext cx="1194175" cy="1531475"/>
            </a:xfrm>
            <a:custGeom>
              <a:avLst/>
              <a:gdLst/>
              <a:ahLst/>
              <a:cxnLst/>
              <a:rect l="l" t="t" r="r" b="b"/>
              <a:pathLst>
                <a:path w="47767" h="61259" extrusionOk="0">
                  <a:moveTo>
                    <a:pt x="33060" y="1"/>
                  </a:moveTo>
                  <a:cubicBezTo>
                    <a:pt x="33016" y="1"/>
                    <a:pt x="32971" y="1"/>
                    <a:pt x="32927" y="3"/>
                  </a:cubicBezTo>
                  <a:cubicBezTo>
                    <a:pt x="27495" y="175"/>
                    <a:pt x="34188" y="11810"/>
                    <a:pt x="34188" y="28401"/>
                  </a:cubicBezTo>
                  <a:cubicBezTo>
                    <a:pt x="34188" y="39415"/>
                    <a:pt x="31152" y="47679"/>
                    <a:pt x="23956" y="53145"/>
                  </a:cubicBezTo>
                  <a:lnTo>
                    <a:pt x="458" y="53145"/>
                  </a:lnTo>
                  <a:cubicBezTo>
                    <a:pt x="205" y="53147"/>
                    <a:pt x="1" y="53351"/>
                    <a:pt x="1" y="53603"/>
                  </a:cubicBezTo>
                  <a:lnTo>
                    <a:pt x="1" y="60803"/>
                  </a:lnTo>
                  <a:cubicBezTo>
                    <a:pt x="2" y="61055"/>
                    <a:pt x="205" y="61259"/>
                    <a:pt x="458" y="61259"/>
                  </a:cubicBezTo>
                  <a:lnTo>
                    <a:pt x="37088" y="61259"/>
                  </a:lnTo>
                  <a:cubicBezTo>
                    <a:pt x="37340" y="61259"/>
                    <a:pt x="37545" y="61055"/>
                    <a:pt x="37545" y="60803"/>
                  </a:cubicBezTo>
                  <a:lnTo>
                    <a:pt x="37545" y="54504"/>
                  </a:lnTo>
                  <a:cubicBezTo>
                    <a:pt x="41692" y="51601"/>
                    <a:pt x="46320" y="45598"/>
                    <a:pt x="46830" y="33226"/>
                  </a:cubicBezTo>
                  <a:cubicBezTo>
                    <a:pt x="47766" y="10518"/>
                    <a:pt x="38512" y="1"/>
                    <a:pt x="3306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110"/>
            <p:cNvSpPr/>
            <p:nvPr/>
          </p:nvSpPr>
          <p:spPr>
            <a:xfrm>
              <a:off x="6035025" y="3557300"/>
              <a:ext cx="863350" cy="41825"/>
            </a:xfrm>
            <a:custGeom>
              <a:avLst/>
              <a:gdLst/>
              <a:ahLst/>
              <a:cxnLst/>
              <a:rect l="l" t="t" r="r" b="b"/>
              <a:pathLst>
                <a:path w="34534" h="1673" extrusionOk="0">
                  <a:moveTo>
                    <a:pt x="0" y="1"/>
                  </a:moveTo>
                  <a:lnTo>
                    <a:pt x="0" y="1673"/>
                  </a:lnTo>
                  <a:lnTo>
                    <a:pt x="34533" y="1673"/>
                  </a:lnTo>
                  <a:lnTo>
                    <a:pt x="345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110"/>
            <p:cNvSpPr/>
            <p:nvPr/>
          </p:nvSpPr>
          <p:spPr>
            <a:xfrm>
              <a:off x="6035025" y="3741225"/>
              <a:ext cx="863350" cy="41850"/>
            </a:xfrm>
            <a:custGeom>
              <a:avLst/>
              <a:gdLst/>
              <a:ahLst/>
              <a:cxnLst/>
              <a:rect l="l" t="t" r="r" b="b"/>
              <a:pathLst>
                <a:path w="34534" h="1674" extrusionOk="0">
                  <a:moveTo>
                    <a:pt x="0" y="0"/>
                  </a:moveTo>
                  <a:lnTo>
                    <a:pt x="0" y="1674"/>
                  </a:lnTo>
                  <a:lnTo>
                    <a:pt x="34533" y="1674"/>
                  </a:lnTo>
                  <a:lnTo>
                    <a:pt x="345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110"/>
            <p:cNvSpPr/>
            <p:nvPr/>
          </p:nvSpPr>
          <p:spPr>
            <a:xfrm>
              <a:off x="6791425" y="3181150"/>
              <a:ext cx="297925" cy="1312925"/>
            </a:xfrm>
            <a:custGeom>
              <a:avLst/>
              <a:gdLst/>
              <a:ahLst/>
              <a:cxnLst/>
              <a:rect l="l" t="t" r="r" b="b"/>
              <a:pathLst>
                <a:path w="11917" h="52517" extrusionOk="0">
                  <a:moveTo>
                    <a:pt x="3637" y="1"/>
                  </a:moveTo>
                  <a:lnTo>
                    <a:pt x="1" y="573"/>
                  </a:lnTo>
                  <a:lnTo>
                    <a:pt x="8191" y="52517"/>
                  </a:lnTo>
                  <a:lnTo>
                    <a:pt x="11916" y="52517"/>
                  </a:lnTo>
                  <a:lnTo>
                    <a:pt x="36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110"/>
            <p:cNvSpPr/>
            <p:nvPr/>
          </p:nvSpPr>
          <p:spPr>
            <a:xfrm>
              <a:off x="5844050" y="3181150"/>
              <a:ext cx="297950" cy="1312925"/>
            </a:xfrm>
            <a:custGeom>
              <a:avLst/>
              <a:gdLst/>
              <a:ahLst/>
              <a:cxnLst/>
              <a:rect l="l" t="t" r="r" b="b"/>
              <a:pathLst>
                <a:path w="11918" h="52517" extrusionOk="0">
                  <a:moveTo>
                    <a:pt x="8281" y="1"/>
                  </a:moveTo>
                  <a:lnTo>
                    <a:pt x="0" y="52517"/>
                  </a:lnTo>
                  <a:lnTo>
                    <a:pt x="3727" y="52517"/>
                  </a:lnTo>
                  <a:lnTo>
                    <a:pt x="11917" y="573"/>
                  </a:lnTo>
                  <a:lnTo>
                    <a:pt x="828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110"/>
            <p:cNvSpPr/>
            <p:nvPr/>
          </p:nvSpPr>
          <p:spPr>
            <a:xfrm>
              <a:off x="2557675" y="1844600"/>
              <a:ext cx="975400" cy="1370175"/>
            </a:xfrm>
            <a:custGeom>
              <a:avLst/>
              <a:gdLst/>
              <a:ahLst/>
              <a:cxnLst/>
              <a:rect l="l" t="t" r="r" b="b"/>
              <a:pathLst>
                <a:path w="39016" h="54807" extrusionOk="0">
                  <a:moveTo>
                    <a:pt x="6876" y="1"/>
                  </a:moveTo>
                  <a:cubicBezTo>
                    <a:pt x="3067" y="1"/>
                    <a:pt x="0" y="3067"/>
                    <a:pt x="0" y="6876"/>
                  </a:cubicBezTo>
                  <a:lnTo>
                    <a:pt x="0" y="47930"/>
                  </a:lnTo>
                  <a:cubicBezTo>
                    <a:pt x="0" y="51740"/>
                    <a:pt x="3067" y="54806"/>
                    <a:pt x="6876" y="54806"/>
                  </a:cubicBezTo>
                  <a:lnTo>
                    <a:pt x="32139" y="54806"/>
                  </a:lnTo>
                  <a:cubicBezTo>
                    <a:pt x="35949" y="54806"/>
                    <a:pt x="39015" y="51740"/>
                    <a:pt x="39015" y="47930"/>
                  </a:cubicBezTo>
                  <a:lnTo>
                    <a:pt x="39015" y="6876"/>
                  </a:lnTo>
                  <a:cubicBezTo>
                    <a:pt x="39015" y="3067"/>
                    <a:pt x="35949" y="1"/>
                    <a:pt x="321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110"/>
            <p:cNvSpPr/>
            <p:nvPr/>
          </p:nvSpPr>
          <p:spPr>
            <a:xfrm>
              <a:off x="2604775" y="3530850"/>
              <a:ext cx="866000" cy="41975"/>
            </a:xfrm>
            <a:custGeom>
              <a:avLst/>
              <a:gdLst/>
              <a:ahLst/>
              <a:cxnLst/>
              <a:rect l="l" t="t" r="r" b="b"/>
              <a:pathLst>
                <a:path w="34640" h="1679" extrusionOk="0">
                  <a:moveTo>
                    <a:pt x="1" y="1"/>
                  </a:moveTo>
                  <a:lnTo>
                    <a:pt x="1" y="1679"/>
                  </a:lnTo>
                  <a:lnTo>
                    <a:pt x="34639" y="1679"/>
                  </a:lnTo>
                  <a:lnTo>
                    <a:pt x="3463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110"/>
            <p:cNvSpPr/>
            <p:nvPr/>
          </p:nvSpPr>
          <p:spPr>
            <a:xfrm>
              <a:off x="2604775" y="3715350"/>
              <a:ext cx="866000" cy="41975"/>
            </a:xfrm>
            <a:custGeom>
              <a:avLst/>
              <a:gdLst/>
              <a:ahLst/>
              <a:cxnLst/>
              <a:rect l="l" t="t" r="r" b="b"/>
              <a:pathLst>
                <a:path w="34640" h="1679" extrusionOk="0">
                  <a:moveTo>
                    <a:pt x="1" y="0"/>
                  </a:moveTo>
                  <a:lnTo>
                    <a:pt x="1" y="1678"/>
                  </a:lnTo>
                  <a:lnTo>
                    <a:pt x="34639" y="1678"/>
                  </a:lnTo>
                  <a:lnTo>
                    <a:pt x="346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110"/>
            <p:cNvSpPr/>
            <p:nvPr/>
          </p:nvSpPr>
          <p:spPr>
            <a:xfrm>
              <a:off x="2413225" y="3153550"/>
              <a:ext cx="298825" cy="1316950"/>
            </a:xfrm>
            <a:custGeom>
              <a:avLst/>
              <a:gdLst/>
              <a:ahLst/>
              <a:cxnLst/>
              <a:rect l="l" t="t" r="r" b="b"/>
              <a:pathLst>
                <a:path w="11953" h="52678" extrusionOk="0">
                  <a:moveTo>
                    <a:pt x="8306" y="1"/>
                  </a:moveTo>
                  <a:lnTo>
                    <a:pt x="1" y="52678"/>
                  </a:lnTo>
                  <a:lnTo>
                    <a:pt x="3738" y="52678"/>
                  </a:lnTo>
                  <a:lnTo>
                    <a:pt x="11953" y="576"/>
                  </a:lnTo>
                  <a:lnTo>
                    <a:pt x="830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110"/>
            <p:cNvSpPr/>
            <p:nvPr/>
          </p:nvSpPr>
          <p:spPr>
            <a:xfrm>
              <a:off x="3363500" y="3153550"/>
              <a:ext cx="298825" cy="1316950"/>
            </a:xfrm>
            <a:custGeom>
              <a:avLst/>
              <a:gdLst/>
              <a:ahLst/>
              <a:cxnLst/>
              <a:rect l="l" t="t" r="r" b="b"/>
              <a:pathLst>
                <a:path w="11953" h="52678" extrusionOk="0">
                  <a:moveTo>
                    <a:pt x="3647" y="1"/>
                  </a:moveTo>
                  <a:lnTo>
                    <a:pt x="0" y="576"/>
                  </a:lnTo>
                  <a:lnTo>
                    <a:pt x="8215" y="52678"/>
                  </a:lnTo>
                  <a:lnTo>
                    <a:pt x="11952" y="52678"/>
                  </a:lnTo>
                  <a:lnTo>
                    <a:pt x="36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110"/>
            <p:cNvSpPr/>
            <p:nvPr/>
          </p:nvSpPr>
          <p:spPr>
            <a:xfrm>
              <a:off x="2699050" y="2738600"/>
              <a:ext cx="664475" cy="363575"/>
            </a:xfrm>
            <a:custGeom>
              <a:avLst/>
              <a:gdLst/>
              <a:ahLst/>
              <a:cxnLst/>
              <a:rect l="l" t="t" r="r" b="b"/>
              <a:pathLst>
                <a:path w="26579" h="14543" extrusionOk="0">
                  <a:moveTo>
                    <a:pt x="973" y="0"/>
                  </a:moveTo>
                  <a:lnTo>
                    <a:pt x="973" y="0"/>
                  </a:lnTo>
                  <a:cubicBezTo>
                    <a:pt x="973" y="0"/>
                    <a:pt x="1" y="11267"/>
                    <a:pt x="4547" y="13165"/>
                  </a:cubicBezTo>
                  <a:cubicBezTo>
                    <a:pt x="6652" y="14044"/>
                    <a:pt x="10520" y="14543"/>
                    <a:pt x="14289" y="14543"/>
                  </a:cubicBezTo>
                  <a:cubicBezTo>
                    <a:pt x="18659" y="14543"/>
                    <a:pt x="22895" y="13872"/>
                    <a:pt x="24089" y="12344"/>
                  </a:cubicBezTo>
                  <a:cubicBezTo>
                    <a:pt x="26312" y="9497"/>
                    <a:pt x="26578" y="0"/>
                    <a:pt x="26578" y="0"/>
                  </a:cubicBezTo>
                  <a:lnTo>
                    <a:pt x="26578" y="0"/>
                  </a:lnTo>
                  <a:cubicBezTo>
                    <a:pt x="22301" y="1802"/>
                    <a:pt x="18029" y="2703"/>
                    <a:pt x="13761" y="2703"/>
                  </a:cubicBezTo>
                  <a:cubicBezTo>
                    <a:pt x="9493" y="2703"/>
                    <a:pt x="5230" y="1802"/>
                    <a:pt x="9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110"/>
            <p:cNvSpPr/>
            <p:nvPr/>
          </p:nvSpPr>
          <p:spPr>
            <a:xfrm>
              <a:off x="2708950" y="1756625"/>
              <a:ext cx="683850" cy="1153100"/>
            </a:xfrm>
            <a:custGeom>
              <a:avLst/>
              <a:gdLst/>
              <a:ahLst/>
              <a:cxnLst/>
              <a:rect l="l" t="t" r="r" b="b"/>
              <a:pathLst>
                <a:path w="27354" h="46124" extrusionOk="0">
                  <a:moveTo>
                    <a:pt x="10445" y="0"/>
                  </a:moveTo>
                  <a:lnTo>
                    <a:pt x="1" y="3182"/>
                  </a:lnTo>
                  <a:lnTo>
                    <a:pt x="254" y="43557"/>
                  </a:lnTo>
                  <a:cubicBezTo>
                    <a:pt x="254" y="43557"/>
                    <a:pt x="5728" y="46124"/>
                    <a:pt x="13893" y="46124"/>
                  </a:cubicBezTo>
                  <a:cubicBezTo>
                    <a:pt x="17518" y="46124"/>
                    <a:pt x="21673" y="45618"/>
                    <a:pt x="26115" y="44157"/>
                  </a:cubicBezTo>
                  <a:lnTo>
                    <a:pt x="27354" y="2790"/>
                  </a:lnTo>
                  <a:lnTo>
                    <a:pt x="16503" y="2"/>
                  </a:lnTo>
                  <a:lnTo>
                    <a:pt x="1044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110"/>
            <p:cNvSpPr/>
            <p:nvPr/>
          </p:nvSpPr>
          <p:spPr>
            <a:xfrm>
              <a:off x="2473100" y="1836150"/>
              <a:ext cx="527500" cy="608450"/>
            </a:xfrm>
            <a:custGeom>
              <a:avLst/>
              <a:gdLst/>
              <a:ahLst/>
              <a:cxnLst/>
              <a:rect l="l" t="t" r="r" b="b"/>
              <a:pathLst>
                <a:path w="21100" h="24338" extrusionOk="0">
                  <a:moveTo>
                    <a:pt x="9435" y="1"/>
                  </a:moveTo>
                  <a:cubicBezTo>
                    <a:pt x="9435" y="1"/>
                    <a:pt x="4962" y="9925"/>
                    <a:pt x="747" y="20450"/>
                  </a:cubicBezTo>
                  <a:cubicBezTo>
                    <a:pt x="1" y="22311"/>
                    <a:pt x="1369" y="24338"/>
                    <a:pt x="3374" y="24338"/>
                  </a:cubicBezTo>
                  <a:lnTo>
                    <a:pt x="21100" y="24338"/>
                  </a:lnTo>
                  <a:lnTo>
                    <a:pt x="20393" y="20839"/>
                  </a:lnTo>
                  <a:cubicBezTo>
                    <a:pt x="20393" y="20839"/>
                    <a:pt x="11141" y="19610"/>
                    <a:pt x="8071" y="18784"/>
                  </a:cubicBezTo>
                  <a:lnTo>
                    <a:pt x="11580" y="10901"/>
                  </a:lnTo>
                  <a:cubicBezTo>
                    <a:pt x="11580" y="10901"/>
                    <a:pt x="12349" y="4894"/>
                    <a:pt x="94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110"/>
            <p:cNvSpPr/>
            <p:nvPr/>
          </p:nvSpPr>
          <p:spPr>
            <a:xfrm>
              <a:off x="2957500" y="2345600"/>
              <a:ext cx="287475" cy="99250"/>
            </a:xfrm>
            <a:custGeom>
              <a:avLst/>
              <a:gdLst/>
              <a:ahLst/>
              <a:cxnLst/>
              <a:rect l="l" t="t" r="r" b="b"/>
              <a:pathLst>
                <a:path w="11499" h="3970" extrusionOk="0">
                  <a:moveTo>
                    <a:pt x="4070" y="0"/>
                  </a:moveTo>
                  <a:cubicBezTo>
                    <a:pt x="2443" y="0"/>
                    <a:pt x="1017" y="459"/>
                    <a:pt x="1017" y="459"/>
                  </a:cubicBezTo>
                  <a:cubicBezTo>
                    <a:pt x="1" y="2220"/>
                    <a:pt x="1724" y="3969"/>
                    <a:pt x="1724" y="3969"/>
                  </a:cubicBezTo>
                  <a:lnTo>
                    <a:pt x="11499" y="3969"/>
                  </a:lnTo>
                  <a:cubicBezTo>
                    <a:pt x="11499" y="2013"/>
                    <a:pt x="7824" y="694"/>
                    <a:pt x="5668" y="175"/>
                  </a:cubicBezTo>
                  <a:cubicBezTo>
                    <a:pt x="5142" y="48"/>
                    <a:pt x="4595" y="0"/>
                    <a:pt x="4070" y="0"/>
                  </a:cubicBezTo>
                  <a:close/>
                </a:path>
              </a:pathLst>
            </a:custGeom>
            <a:solidFill>
              <a:srgbClr val="FDB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110"/>
            <p:cNvSpPr/>
            <p:nvPr/>
          </p:nvSpPr>
          <p:spPr>
            <a:xfrm>
              <a:off x="3101150" y="1826375"/>
              <a:ext cx="527500" cy="618225"/>
            </a:xfrm>
            <a:custGeom>
              <a:avLst/>
              <a:gdLst/>
              <a:ahLst/>
              <a:cxnLst/>
              <a:rect l="l" t="t" r="r" b="b"/>
              <a:pathLst>
                <a:path w="21100" h="24729" extrusionOk="0">
                  <a:moveTo>
                    <a:pt x="11666" y="0"/>
                  </a:moveTo>
                  <a:cubicBezTo>
                    <a:pt x="8753" y="4894"/>
                    <a:pt x="9522" y="11291"/>
                    <a:pt x="9522" y="11291"/>
                  </a:cubicBezTo>
                  <a:lnTo>
                    <a:pt x="13029" y="19175"/>
                  </a:lnTo>
                  <a:cubicBezTo>
                    <a:pt x="9960" y="20000"/>
                    <a:pt x="707" y="21228"/>
                    <a:pt x="707" y="21228"/>
                  </a:cubicBezTo>
                  <a:lnTo>
                    <a:pt x="1" y="24729"/>
                  </a:lnTo>
                  <a:lnTo>
                    <a:pt x="17726" y="24729"/>
                  </a:lnTo>
                  <a:cubicBezTo>
                    <a:pt x="19732" y="24729"/>
                    <a:pt x="21100" y="22702"/>
                    <a:pt x="20355" y="20840"/>
                  </a:cubicBezTo>
                  <a:cubicBezTo>
                    <a:pt x="16139" y="10314"/>
                    <a:pt x="11666" y="0"/>
                    <a:pt x="1166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110"/>
            <p:cNvSpPr/>
            <p:nvPr/>
          </p:nvSpPr>
          <p:spPr>
            <a:xfrm>
              <a:off x="2856775" y="2345600"/>
              <a:ext cx="287475" cy="99250"/>
            </a:xfrm>
            <a:custGeom>
              <a:avLst/>
              <a:gdLst/>
              <a:ahLst/>
              <a:cxnLst/>
              <a:rect l="l" t="t" r="r" b="b"/>
              <a:pathLst>
                <a:path w="11499" h="3970" extrusionOk="0">
                  <a:moveTo>
                    <a:pt x="7430" y="0"/>
                  </a:moveTo>
                  <a:cubicBezTo>
                    <a:pt x="6904" y="0"/>
                    <a:pt x="6358" y="48"/>
                    <a:pt x="5831" y="175"/>
                  </a:cubicBezTo>
                  <a:cubicBezTo>
                    <a:pt x="3675" y="694"/>
                    <a:pt x="1" y="2013"/>
                    <a:pt x="1" y="3969"/>
                  </a:cubicBezTo>
                  <a:lnTo>
                    <a:pt x="9776" y="3969"/>
                  </a:lnTo>
                  <a:cubicBezTo>
                    <a:pt x="9776" y="3969"/>
                    <a:pt x="11499" y="2220"/>
                    <a:pt x="10482" y="459"/>
                  </a:cubicBezTo>
                  <a:cubicBezTo>
                    <a:pt x="10482" y="459"/>
                    <a:pt x="9057" y="0"/>
                    <a:pt x="743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110"/>
            <p:cNvSpPr/>
            <p:nvPr/>
          </p:nvSpPr>
          <p:spPr>
            <a:xfrm>
              <a:off x="3246750" y="1246950"/>
              <a:ext cx="114775" cy="206975"/>
            </a:xfrm>
            <a:custGeom>
              <a:avLst/>
              <a:gdLst/>
              <a:ahLst/>
              <a:cxnLst/>
              <a:rect l="l" t="t" r="r" b="b"/>
              <a:pathLst>
                <a:path w="4591" h="8279" extrusionOk="0">
                  <a:moveTo>
                    <a:pt x="2697" y="1"/>
                  </a:moveTo>
                  <a:cubicBezTo>
                    <a:pt x="1" y="933"/>
                    <a:pt x="2129" y="8279"/>
                    <a:pt x="2129" y="8279"/>
                  </a:cubicBezTo>
                  <a:cubicBezTo>
                    <a:pt x="2129" y="8279"/>
                    <a:pt x="3411" y="7892"/>
                    <a:pt x="4001" y="4538"/>
                  </a:cubicBezTo>
                  <a:cubicBezTo>
                    <a:pt x="4590" y="1185"/>
                    <a:pt x="2697" y="1"/>
                    <a:pt x="26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110"/>
            <p:cNvSpPr/>
            <p:nvPr/>
          </p:nvSpPr>
          <p:spPr>
            <a:xfrm>
              <a:off x="2965200" y="1611550"/>
              <a:ext cx="176675" cy="206200"/>
            </a:xfrm>
            <a:custGeom>
              <a:avLst/>
              <a:gdLst/>
              <a:ahLst/>
              <a:cxnLst/>
              <a:rect l="l" t="t" r="r" b="b"/>
              <a:pathLst>
                <a:path w="7067" h="8248" extrusionOk="0">
                  <a:moveTo>
                    <a:pt x="1153" y="0"/>
                  </a:moveTo>
                  <a:cubicBezTo>
                    <a:pt x="689" y="0"/>
                    <a:pt x="289" y="77"/>
                    <a:pt x="0" y="269"/>
                  </a:cubicBezTo>
                  <a:lnTo>
                    <a:pt x="298" y="6884"/>
                  </a:lnTo>
                  <a:cubicBezTo>
                    <a:pt x="298" y="6884"/>
                    <a:pt x="2440" y="8247"/>
                    <a:pt x="4546" y="8247"/>
                  </a:cubicBezTo>
                  <a:cubicBezTo>
                    <a:pt x="5294" y="8247"/>
                    <a:pt x="6038" y="8075"/>
                    <a:pt x="6679" y="7607"/>
                  </a:cubicBezTo>
                  <a:lnTo>
                    <a:pt x="6801" y="5673"/>
                  </a:lnTo>
                  <a:lnTo>
                    <a:pt x="7066" y="1453"/>
                  </a:lnTo>
                  <a:cubicBezTo>
                    <a:pt x="7066" y="1453"/>
                    <a:pt x="6503" y="1255"/>
                    <a:pt x="5684" y="1020"/>
                  </a:cubicBezTo>
                  <a:cubicBezTo>
                    <a:pt x="4390" y="651"/>
                    <a:pt x="2501" y="0"/>
                    <a:pt x="115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110"/>
            <p:cNvSpPr/>
            <p:nvPr/>
          </p:nvSpPr>
          <p:spPr>
            <a:xfrm>
              <a:off x="3004850" y="1637000"/>
              <a:ext cx="137025" cy="142550"/>
            </a:xfrm>
            <a:custGeom>
              <a:avLst/>
              <a:gdLst/>
              <a:ahLst/>
              <a:cxnLst/>
              <a:rect l="l" t="t" r="r" b="b"/>
              <a:pathLst>
                <a:path w="5481" h="5702" extrusionOk="0">
                  <a:moveTo>
                    <a:pt x="0" y="1"/>
                  </a:moveTo>
                  <a:cubicBezTo>
                    <a:pt x="0" y="1"/>
                    <a:pt x="1642" y="5148"/>
                    <a:pt x="5149" y="5702"/>
                  </a:cubicBezTo>
                  <a:lnTo>
                    <a:pt x="5480" y="435"/>
                  </a:lnTo>
                  <a:cubicBezTo>
                    <a:pt x="5480" y="435"/>
                    <a:pt x="4917" y="237"/>
                    <a:pt x="4098" y="2"/>
                  </a:cubicBez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110"/>
            <p:cNvSpPr/>
            <p:nvPr/>
          </p:nvSpPr>
          <p:spPr>
            <a:xfrm>
              <a:off x="2897350" y="1199175"/>
              <a:ext cx="440100" cy="511750"/>
            </a:xfrm>
            <a:custGeom>
              <a:avLst/>
              <a:gdLst/>
              <a:ahLst/>
              <a:cxnLst/>
              <a:rect l="l" t="t" r="r" b="b"/>
              <a:pathLst>
                <a:path w="17604" h="20470" extrusionOk="0">
                  <a:moveTo>
                    <a:pt x="8236" y="0"/>
                  </a:moveTo>
                  <a:cubicBezTo>
                    <a:pt x="5067" y="0"/>
                    <a:pt x="1866" y="918"/>
                    <a:pt x="127" y="3185"/>
                  </a:cubicBezTo>
                  <a:cubicBezTo>
                    <a:pt x="127" y="3185"/>
                    <a:pt x="1" y="6778"/>
                    <a:pt x="82" y="10437"/>
                  </a:cubicBezTo>
                  <a:cubicBezTo>
                    <a:pt x="98" y="10492"/>
                    <a:pt x="108" y="10549"/>
                    <a:pt x="116" y="10606"/>
                  </a:cubicBezTo>
                  <a:cubicBezTo>
                    <a:pt x="205" y="11332"/>
                    <a:pt x="322" y="12055"/>
                    <a:pt x="474" y="12768"/>
                  </a:cubicBezTo>
                  <a:cubicBezTo>
                    <a:pt x="858" y="14553"/>
                    <a:pt x="1475" y="16270"/>
                    <a:pt x="2476" y="17790"/>
                  </a:cubicBezTo>
                  <a:cubicBezTo>
                    <a:pt x="2591" y="17965"/>
                    <a:pt x="2711" y="18137"/>
                    <a:pt x="2835" y="18306"/>
                  </a:cubicBezTo>
                  <a:cubicBezTo>
                    <a:pt x="3766" y="18695"/>
                    <a:pt x="4910" y="19048"/>
                    <a:pt x="6129" y="19361"/>
                  </a:cubicBezTo>
                  <a:cubicBezTo>
                    <a:pt x="6204" y="19382"/>
                    <a:pt x="6278" y="19399"/>
                    <a:pt x="6353" y="19418"/>
                  </a:cubicBezTo>
                  <a:cubicBezTo>
                    <a:pt x="7876" y="19803"/>
                    <a:pt x="9504" y="20129"/>
                    <a:pt x="10978" y="20391"/>
                  </a:cubicBezTo>
                  <a:cubicBezTo>
                    <a:pt x="11275" y="20444"/>
                    <a:pt x="11569" y="20469"/>
                    <a:pt x="11860" y="20469"/>
                  </a:cubicBezTo>
                  <a:cubicBezTo>
                    <a:pt x="13337" y="20469"/>
                    <a:pt x="14705" y="19815"/>
                    <a:pt x="15637" y="18744"/>
                  </a:cubicBezTo>
                  <a:cubicBezTo>
                    <a:pt x="16106" y="18203"/>
                    <a:pt x="16457" y="17569"/>
                    <a:pt x="16659" y="16883"/>
                  </a:cubicBezTo>
                  <a:cubicBezTo>
                    <a:pt x="16727" y="16654"/>
                    <a:pt x="16777" y="16422"/>
                    <a:pt x="16813" y="16187"/>
                  </a:cubicBezTo>
                  <a:cubicBezTo>
                    <a:pt x="16863" y="15848"/>
                    <a:pt x="16913" y="15499"/>
                    <a:pt x="16962" y="15141"/>
                  </a:cubicBezTo>
                  <a:cubicBezTo>
                    <a:pt x="17032" y="14629"/>
                    <a:pt x="17100" y="14099"/>
                    <a:pt x="17166" y="13561"/>
                  </a:cubicBezTo>
                  <a:cubicBezTo>
                    <a:pt x="17198" y="13302"/>
                    <a:pt x="17227" y="13042"/>
                    <a:pt x="17257" y="12781"/>
                  </a:cubicBezTo>
                  <a:cubicBezTo>
                    <a:pt x="17290" y="12479"/>
                    <a:pt x="17323" y="12176"/>
                    <a:pt x="17352" y="11872"/>
                  </a:cubicBezTo>
                  <a:cubicBezTo>
                    <a:pt x="17493" y="10423"/>
                    <a:pt x="17591" y="8977"/>
                    <a:pt x="17600" y="7668"/>
                  </a:cubicBezTo>
                  <a:cubicBezTo>
                    <a:pt x="17604" y="7518"/>
                    <a:pt x="17602" y="7372"/>
                    <a:pt x="17600" y="7226"/>
                  </a:cubicBezTo>
                  <a:cubicBezTo>
                    <a:pt x="17585" y="5597"/>
                    <a:pt x="17419" y="4217"/>
                    <a:pt x="17009" y="3395"/>
                  </a:cubicBezTo>
                  <a:cubicBezTo>
                    <a:pt x="16023" y="1404"/>
                    <a:pt x="12155" y="0"/>
                    <a:pt x="823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110"/>
            <p:cNvSpPr/>
            <p:nvPr/>
          </p:nvSpPr>
          <p:spPr>
            <a:xfrm>
              <a:off x="2909225" y="1518300"/>
              <a:ext cx="60375" cy="125650"/>
            </a:xfrm>
            <a:custGeom>
              <a:avLst/>
              <a:gdLst/>
              <a:ahLst/>
              <a:cxnLst/>
              <a:rect l="l" t="t" r="r" b="b"/>
              <a:pathLst>
                <a:path w="2415" h="5026" extrusionOk="0">
                  <a:moveTo>
                    <a:pt x="33" y="1"/>
                  </a:moveTo>
                  <a:cubicBezTo>
                    <a:pt x="22" y="1"/>
                    <a:pt x="11" y="1"/>
                    <a:pt x="0" y="1"/>
                  </a:cubicBezTo>
                  <a:cubicBezTo>
                    <a:pt x="384" y="1787"/>
                    <a:pt x="1000" y="3505"/>
                    <a:pt x="2003" y="5025"/>
                  </a:cubicBezTo>
                  <a:cubicBezTo>
                    <a:pt x="2414" y="3176"/>
                    <a:pt x="2148" y="538"/>
                    <a:pt x="2148" y="538"/>
                  </a:cubicBezTo>
                  <a:cubicBezTo>
                    <a:pt x="1252" y="149"/>
                    <a:pt x="561" y="1"/>
                    <a:pt x="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110"/>
            <p:cNvSpPr/>
            <p:nvPr/>
          </p:nvSpPr>
          <p:spPr>
            <a:xfrm>
              <a:off x="2870025" y="1146150"/>
              <a:ext cx="527750" cy="296800"/>
            </a:xfrm>
            <a:custGeom>
              <a:avLst/>
              <a:gdLst/>
              <a:ahLst/>
              <a:cxnLst/>
              <a:rect l="l" t="t" r="r" b="b"/>
              <a:pathLst>
                <a:path w="21110" h="11872" extrusionOk="0">
                  <a:moveTo>
                    <a:pt x="8502" y="1"/>
                  </a:moveTo>
                  <a:cubicBezTo>
                    <a:pt x="6976" y="1"/>
                    <a:pt x="5529" y="257"/>
                    <a:pt x="4363" y="868"/>
                  </a:cubicBezTo>
                  <a:cubicBezTo>
                    <a:pt x="1" y="3155"/>
                    <a:pt x="209" y="6970"/>
                    <a:pt x="1154" y="11036"/>
                  </a:cubicBezTo>
                  <a:cubicBezTo>
                    <a:pt x="1154" y="11036"/>
                    <a:pt x="1668" y="10684"/>
                    <a:pt x="2387" y="10684"/>
                  </a:cubicBezTo>
                  <a:cubicBezTo>
                    <a:pt x="2995" y="10684"/>
                    <a:pt x="3750" y="10937"/>
                    <a:pt x="4461" y="11871"/>
                  </a:cubicBezTo>
                  <a:lnTo>
                    <a:pt x="5630" y="11844"/>
                  </a:lnTo>
                  <a:cubicBezTo>
                    <a:pt x="5630" y="11844"/>
                    <a:pt x="5507" y="9444"/>
                    <a:pt x="6043" y="8129"/>
                  </a:cubicBezTo>
                  <a:cubicBezTo>
                    <a:pt x="6580" y="6815"/>
                    <a:pt x="8817" y="6797"/>
                    <a:pt x="9115" y="5254"/>
                  </a:cubicBezTo>
                  <a:cubicBezTo>
                    <a:pt x="9115" y="5254"/>
                    <a:pt x="12000" y="6658"/>
                    <a:pt x="14855" y="6658"/>
                  </a:cubicBezTo>
                  <a:cubicBezTo>
                    <a:pt x="16044" y="6658"/>
                    <a:pt x="17229" y="6414"/>
                    <a:pt x="18198" y="5723"/>
                  </a:cubicBezTo>
                  <a:cubicBezTo>
                    <a:pt x="21110" y="3647"/>
                    <a:pt x="14252" y="1"/>
                    <a:pt x="8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110"/>
            <p:cNvSpPr/>
            <p:nvPr/>
          </p:nvSpPr>
          <p:spPr>
            <a:xfrm>
              <a:off x="2859225" y="1411650"/>
              <a:ext cx="122350" cy="158000"/>
            </a:xfrm>
            <a:custGeom>
              <a:avLst/>
              <a:gdLst/>
              <a:ahLst/>
              <a:cxnLst/>
              <a:rect l="l" t="t" r="r" b="b"/>
              <a:pathLst>
                <a:path w="4894" h="6320" extrusionOk="0">
                  <a:moveTo>
                    <a:pt x="2644" y="0"/>
                  </a:moveTo>
                  <a:cubicBezTo>
                    <a:pt x="2290" y="0"/>
                    <a:pt x="1928" y="115"/>
                    <a:pt x="1586" y="416"/>
                  </a:cubicBezTo>
                  <a:cubicBezTo>
                    <a:pt x="0" y="1810"/>
                    <a:pt x="1289" y="6319"/>
                    <a:pt x="4499" y="6319"/>
                  </a:cubicBezTo>
                  <a:cubicBezTo>
                    <a:pt x="4562" y="6319"/>
                    <a:pt x="4627" y="6317"/>
                    <a:pt x="4692" y="6314"/>
                  </a:cubicBezTo>
                  <a:lnTo>
                    <a:pt x="4893" y="1251"/>
                  </a:lnTo>
                  <a:cubicBezTo>
                    <a:pt x="4893" y="1251"/>
                    <a:pt x="3811" y="0"/>
                    <a:pt x="264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110"/>
            <p:cNvSpPr/>
            <p:nvPr/>
          </p:nvSpPr>
          <p:spPr>
            <a:xfrm>
              <a:off x="3152600" y="1125475"/>
              <a:ext cx="272175" cy="158150"/>
            </a:xfrm>
            <a:custGeom>
              <a:avLst/>
              <a:gdLst/>
              <a:ahLst/>
              <a:cxnLst/>
              <a:rect l="l" t="t" r="r" b="b"/>
              <a:pathLst>
                <a:path w="10887" h="6326" extrusionOk="0">
                  <a:moveTo>
                    <a:pt x="7231" y="0"/>
                  </a:moveTo>
                  <a:cubicBezTo>
                    <a:pt x="6939" y="0"/>
                    <a:pt x="6628" y="68"/>
                    <a:pt x="6303" y="217"/>
                  </a:cubicBezTo>
                  <a:cubicBezTo>
                    <a:pt x="4586" y="1004"/>
                    <a:pt x="2706" y="1166"/>
                    <a:pt x="1449" y="1166"/>
                  </a:cubicBezTo>
                  <a:cubicBezTo>
                    <a:pt x="573" y="1166"/>
                    <a:pt x="0" y="1087"/>
                    <a:pt x="0" y="1087"/>
                  </a:cubicBezTo>
                  <a:lnTo>
                    <a:pt x="0" y="1087"/>
                  </a:lnTo>
                  <a:cubicBezTo>
                    <a:pt x="0" y="1087"/>
                    <a:pt x="3043" y="6326"/>
                    <a:pt x="6452" y="6326"/>
                  </a:cubicBezTo>
                  <a:cubicBezTo>
                    <a:pt x="6792" y="6326"/>
                    <a:pt x="7136" y="6274"/>
                    <a:pt x="7481" y="6159"/>
                  </a:cubicBezTo>
                  <a:cubicBezTo>
                    <a:pt x="10887" y="5024"/>
                    <a:pt x="9752" y="0"/>
                    <a:pt x="72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110"/>
            <p:cNvSpPr/>
            <p:nvPr/>
          </p:nvSpPr>
          <p:spPr>
            <a:xfrm>
              <a:off x="2981500" y="1442225"/>
              <a:ext cx="350925" cy="307375"/>
            </a:xfrm>
            <a:custGeom>
              <a:avLst/>
              <a:gdLst/>
              <a:ahLst/>
              <a:cxnLst/>
              <a:rect l="l" t="t" r="r" b="b"/>
              <a:pathLst>
                <a:path w="14037" h="12295" extrusionOk="0">
                  <a:moveTo>
                    <a:pt x="5976" y="4597"/>
                  </a:moveTo>
                  <a:cubicBezTo>
                    <a:pt x="5996" y="4597"/>
                    <a:pt x="6016" y="4597"/>
                    <a:pt x="6037" y="4598"/>
                  </a:cubicBezTo>
                  <a:cubicBezTo>
                    <a:pt x="6043" y="4599"/>
                    <a:pt x="6050" y="4600"/>
                    <a:pt x="6057" y="4600"/>
                  </a:cubicBezTo>
                  <a:cubicBezTo>
                    <a:pt x="6060" y="4600"/>
                    <a:pt x="6063" y="4600"/>
                    <a:pt x="6066" y="4600"/>
                  </a:cubicBezTo>
                  <a:cubicBezTo>
                    <a:pt x="7073" y="4649"/>
                    <a:pt x="8159" y="5118"/>
                    <a:pt x="9005" y="5387"/>
                  </a:cubicBezTo>
                  <a:cubicBezTo>
                    <a:pt x="9276" y="5474"/>
                    <a:pt x="9508" y="5508"/>
                    <a:pt x="9718" y="5508"/>
                  </a:cubicBezTo>
                  <a:cubicBezTo>
                    <a:pt x="10265" y="5508"/>
                    <a:pt x="10667" y="5273"/>
                    <a:pt x="11248" y="5105"/>
                  </a:cubicBezTo>
                  <a:cubicBezTo>
                    <a:pt x="11701" y="4972"/>
                    <a:pt x="12067" y="4920"/>
                    <a:pt x="12366" y="4920"/>
                  </a:cubicBezTo>
                  <a:cubicBezTo>
                    <a:pt x="12775" y="4920"/>
                    <a:pt x="13058" y="5018"/>
                    <a:pt x="13262" y="5142"/>
                  </a:cubicBezTo>
                  <a:lnTo>
                    <a:pt x="13262" y="5142"/>
                  </a:lnTo>
                  <a:cubicBezTo>
                    <a:pt x="13021" y="7803"/>
                    <a:pt x="11721" y="9173"/>
                    <a:pt x="10213" y="9349"/>
                  </a:cubicBezTo>
                  <a:cubicBezTo>
                    <a:pt x="10025" y="9371"/>
                    <a:pt x="9840" y="9381"/>
                    <a:pt x="9657" y="9381"/>
                  </a:cubicBezTo>
                  <a:cubicBezTo>
                    <a:pt x="7801" y="9381"/>
                    <a:pt x="6198" y="8285"/>
                    <a:pt x="4844" y="6843"/>
                  </a:cubicBezTo>
                  <a:cubicBezTo>
                    <a:pt x="4017" y="5960"/>
                    <a:pt x="4705" y="4597"/>
                    <a:pt x="5976" y="4597"/>
                  </a:cubicBezTo>
                  <a:close/>
                  <a:moveTo>
                    <a:pt x="1169" y="1"/>
                  </a:moveTo>
                  <a:lnTo>
                    <a:pt x="1" y="28"/>
                  </a:lnTo>
                  <a:cubicBezTo>
                    <a:pt x="1" y="28"/>
                    <a:pt x="231" y="4120"/>
                    <a:pt x="1398" y="7101"/>
                  </a:cubicBezTo>
                  <a:cubicBezTo>
                    <a:pt x="1770" y="8053"/>
                    <a:pt x="2307" y="8931"/>
                    <a:pt x="2989" y="9696"/>
                  </a:cubicBezTo>
                  <a:cubicBezTo>
                    <a:pt x="3827" y="10642"/>
                    <a:pt x="4873" y="11394"/>
                    <a:pt x="6069" y="11870"/>
                  </a:cubicBezTo>
                  <a:cubicBezTo>
                    <a:pt x="6749" y="12141"/>
                    <a:pt x="7402" y="12295"/>
                    <a:pt x="7967" y="12295"/>
                  </a:cubicBezTo>
                  <a:cubicBezTo>
                    <a:pt x="8061" y="12295"/>
                    <a:pt x="8154" y="12290"/>
                    <a:pt x="8243" y="12281"/>
                  </a:cubicBezTo>
                  <a:cubicBezTo>
                    <a:pt x="10030" y="12102"/>
                    <a:pt x="14022" y="9938"/>
                    <a:pt x="13584" y="5407"/>
                  </a:cubicBezTo>
                  <a:lnTo>
                    <a:pt x="13584" y="5407"/>
                  </a:lnTo>
                  <a:cubicBezTo>
                    <a:pt x="13588" y="5411"/>
                    <a:pt x="13592" y="5415"/>
                    <a:pt x="13596" y="5419"/>
                  </a:cubicBezTo>
                  <a:cubicBezTo>
                    <a:pt x="13732" y="5235"/>
                    <a:pt x="13915" y="4982"/>
                    <a:pt x="13980" y="4609"/>
                  </a:cubicBezTo>
                  <a:cubicBezTo>
                    <a:pt x="14023" y="4352"/>
                    <a:pt x="14036" y="4104"/>
                    <a:pt x="13950" y="3724"/>
                  </a:cubicBezTo>
                  <a:cubicBezTo>
                    <a:pt x="13861" y="3575"/>
                    <a:pt x="13699" y="3520"/>
                    <a:pt x="13480" y="3520"/>
                  </a:cubicBezTo>
                  <a:cubicBezTo>
                    <a:pt x="13220" y="3520"/>
                    <a:pt x="12881" y="3597"/>
                    <a:pt x="12490" y="3684"/>
                  </a:cubicBezTo>
                  <a:cubicBezTo>
                    <a:pt x="11739" y="3853"/>
                    <a:pt x="11004" y="3959"/>
                    <a:pt x="10277" y="3959"/>
                  </a:cubicBezTo>
                  <a:cubicBezTo>
                    <a:pt x="9498" y="3959"/>
                    <a:pt x="8729" y="3837"/>
                    <a:pt x="7961" y="3538"/>
                  </a:cubicBezTo>
                  <a:cubicBezTo>
                    <a:pt x="7412" y="3327"/>
                    <a:pt x="6802" y="3175"/>
                    <a:pt x="6172" y="3175"/>
                  </a:cubicBezTo>
                  <a:cubicBezTo>
                    <a:pt x="6129" y="3175"/>
                    <a:pt x="6085" y="3176"/>
                    <a:pt x="6041" y="3178"/>
                  </a:cubicBezTo>
                  <a:cubicBezTo>
                    <a:pt x="4742" y="3224"/>
                    <a:pt x="3574" y="3787"/>
                    <a:pt x="2831" y="4242"/>
                  </a:cubicBezTo>
                  <a:cubicBezTo>
                    <a:pt x="1611" y="2367"/>
                    <a:pt x="1169" y="1"/>
                    <a:pt x="1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110"/>
            <p:cNvSpPr/>
            <p:nvPr/>
          </p:nvSpPr>
          <p:spPr>
            <a:xfrm>
              <a:off x="2564700" y="2800825"/>
              <a:ext cx="399850" cy="1589175"/>
            </a:xfrm>
            <a:custGeom>
              <a:avLst/>
              <a:gdLst/>
              <a:ahLst/>
              <a:cxnLst/>
              <a:rect l="l" t="t" r="r" b="b"/>
              <a:pathLst>
                <a:path w="15994" h="63567" extrusionOk="0">
                  <a:moveTo>
                    <a:pt x="9753" y="1"/>
                  </a:moveTo>
                  <a:cubicBezTo>
                    <a:pt x="8770" y="1"/>
                    <a:pt x="7725" y="271"/>
                    <a:pt x="6658" y="808"/>
                  </a:cubicBezTo>
                  <a:cubicBezTo>
                    <a:pt x="0" y="4158"/>
                    <a:pt x="3144" y="17426"/>
                    <a:pt x="3144" y="17426"/>
                  </a:cubicBezTo>
                  <a:lnTo>
                    <a:pt x="6922" y="62895"/>
                  </a:lnTo>
                  <a:cubicBezTo>
                    <a:pt x="8238" y="63268"/>
                    <a:pt x="9202" y="63566"/>
                    <a:pt x="10242" y="63566"/>
                  </a:cubicBezTo>
                  <a:cubicBezTo>
                    <a:pt x="10854" y="63566"/>
                    <a:pt x="11492" y="63463"/>
                    <a:pt x="12244" y="63209"/>
                  </a:cubicBezTo>
                  <a:cubicBezTo>
                    <a:pt x="12244" y="63209"/>
                    <a:pt x="13112" y="58479"/>
                    <a:pt x="15203" y="32165"/>
                  </a:cubicBezTo>
                  <a:cubicBezTo>
                    <a:pt x="15312" y="30792"/>
                    <a:pt x="15994" y="17458"/>
                    <a:pt x="15994" y="10613"/>
                  </a:cubicBezTo>
                  <a:cubicBezTo>
                    <a:pt x="15994" y="3473"/>
                    <a:pt x="13275" y="1"/>
                    <a:pt x="975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110"/>
            <p:cNvSpPr/>
            <p:nvPr/>
          </p:nvSpPr>
          <p:spPr>
            <a:xfrm>
              <a:off x="2670525" y="4346825"/>
              <a:ext cx="273075" cy="225300"/>
            </a:xfrm>
            <a:custGeom>
              <a:avLst/>
              <a:gdLst/>
              <a:ahLst/>
              <a:cxnLst/>
              <a:rect l="l" t="t" r="r" b="b"/>
              <a:pathLst>
                <a:path w="10923" h="9012" extrusionOk="0">
                  <a:moveTo>
                    <a:pt x="5266" y="1"/>
                  </a:moveTo>
                  <a:cubicBezTo>
                    <a:pt x="5018" y="1"/>
                    <a:pt x="4762" y="30"/>
                    <a:pt x="4498" y="95"/>
                  </a:cubicBezTo>
                  <a:cubicBezTo>
                    <a:pt x="3514" y="336"/>
                    <a:pt x="2703" y="1032"/>
                    <a:pt x="2253" y="1941"/>
                  </a:cubicBezTo>
                  <a:cubicBezTo>
                    <a:pt x="2087" y="2277"/>
                    <a:pt x="1869" y="2714"/>
                    <a:pt x="1598" y="3261"/>
                  </a:cubicBezTo>
                  <a:cubicBezTo>
                    <a:pt x="901" y="4663"/>
                    <a:pt x="1" y="8595"/>
                    <a:pt x="2996" y="8872"/>
                  </a:cubicBezTo>
                  <a:cubicBezTo>
                    <a:pt x="3925" y="8958"/>
                    <a:pt x="4791" y="9011"/>
                    <a:pt x="5579" y="9011"/>
                  </a:cubicBezTo>
                  <a:cubicBezTo>
                    <a:pt x="7971" y="9011"/>
                    <a:pt x="9643" y="8517"/>
                    <a:pt x="10184" y="6935"/>
                  </a:cubicBezTo>
                  <a:cubicBezTo>
                    <a:pt x="10923" y="4780"/>
                    <a:pt x="8011" y="1369"/>
                    <a:pt x="8011" y="1369"/>
                  </a:cubicBezTo>
                  <a:cubicBezTo>
                    <a:pt x="7358" y="631"/>
                    <a:pt x="6406" y="1"/>
                    <a:pt x="5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110"/>
            <p:cNvSpPr/>
            <p:nvPr/>
          </p:nvSpPr>
          <p:spPr>
            <a:xfrm>
              <a:off x="3109950" y="2800825"/>
              <a:ext cx="399825" cy="1598725"/>
            </a:xfrm>
            <a:custGeom>
              <a:avLst/>
              <a:gdLst/>
              <a:ahLst/>
              <a:cxnLst/>
              <a:rect l="l" t="t" r="r" b="b"/>
              <a:pathLst>
                <a:path w="15993" h="63949" extrusionOk="0">
                  <a:moveTo>
                    <a:pt x="6241" y="1"/>
                  </a:moveTo>
                  <a:cubicBezTo>
                    <a:pt x="2719" y="1"/>
                    <a:pt x="0" y="3473"/>
                    <a:pt x="0" y="10613"/>
                  </a:cubicBezTo>
                  <a:cubicBezTo>
                    <a:pt x="0" y="17458"/>
                    <a:pt x="682" y="30792"/>
                    <a:pt x="791" y="32165"/>
                  </a:cubicBezTo>
                  <a:cubicBezTo>
                    <a:pt x="2882" y="58479"/>
                    <a:pt x="3910" y="63203"/>
                    <a:pt x="3910" y="63203"/>
                  </a:cubicBezTo>
                  <a:cubicBezTo>
                    <a:pt x="5221" y="63645"/>
                    <a:pt x="6365" y="63949"/>
                    <a:pt x="7575" y="63949"/>
                  </a:cubicBezTo>
                  <a:cubicBezTo>
                    <a:pt x="8238" y="63949"/>
                    <a:pt x="8919" y="63858"/>
                    <a:pt x="9658" y="63648"/>
                  </a:cubicBezTo>
                  <a:lnTo>
                    <a:pt x="12851" y="17426"/>
                  </a:lnTo>
                  <a:cubicBezTo>
                    <a:pt x="12851" y="17426"/>
                    <a:pt x="15992" y="4158"/>
                    <a:pt x="9336" y="808"/>
                  </a:cubicBezTo>
                  <a:cubicBezTo>
                    <a:pt x="8270" y="271"/>
                    <a:pt x="7224" y="1"/>
                    <a:pt x="6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110"/>
            <p:cNvSpPr/>
            <p:nvPr/>
          </p:nvSpPr>
          <p:spPr>
            <a:xfrm>
              <a:off x="3142425" y="4346825"/>
              <a:ext cx="273075" cy="225300"/>
            </a:xfrm>
            <a:custGeom>
              <a:avLst/>
              <a:gdLst/>
              <a:ahLst/>
              <a:cxnLst/>
              <a:rect l="l" t="t" r="r" b="b"/>
              <a:pathLst>
                <a:path w="10923" h="9012" extrusionOk="0">
                  <a:moveTo>
                    <a:pt x="5267" y="1"/>
                  </a:moveTo>
                  <a:cubicBezTo>
                    <a:pt x="5019" y="1"/>
                    <a:pt x="4763" y="30"/>
                    <a:pt x="4499" y="95"/>
                  </a:cubicBezTo>
                  <a:cubicBezTo>
                    <a:pt x="3514" y="336"/>
                    <a:pt x="2703" y="1032"/>
                    <a:pt x="2253" y="1941"/>
                  </a:cubicBezTo>
                  <a:cubicBezTo>
                    <a:pt x="2087" y="2277"/>
                    <a:pt x="1869" y="2714"/>
                    <a:pt x="1597" y="3261"/>
                  </a:cubicBezTo>
                  <a:cubicBezTo>
                    <a:pt x="900" y="4663"/>
                    <a:pt x="0" y="8595"/>
                    <a:pt x="2996" y="8872"/>
                  </a:cubicBezTo>
                  <a:cubicBezTo>
                    <a:pt x="3925" y="8958"/>
                    <a:pt x="4791" y="9011"/>
                    <a:pt x="5578" y="9011"/>
                  </a:cubicBezTo>
                  <a:cubicBezTo>
                    <a:pt x="7971" y="9011"/>
                    <a:pt x="9643" y="8517"/>
                    <a:pt x="10184" y="6935"/>
                  </a:cubicBezTo>
                  <a:cubicBezTo>
                    <a:pt x="10922" y="4780"/>
                    <a:pt x="8011" y="1369"/>
                    <a:pt x="8011" y="1369"/>
                  </a:cubicBezTo>
                  <a:cubicBezTo>
                    <a:pt x="7357" y="631"/>
                    <a:pt x="6407" y="1"/>
                    <a:pt x="526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110"/>
            <p:cNvSpPr/>
            <p:nvPr/>
          </p:nvSpPr>
          <p:spPr>
            <a:xfrm>
              <a:off x="2825700" y="2228200"/>
              <a:ext cx="433300" cy="216650"/>
            </a:xfrm>
            <a:custGeom>
              <a:avLst/>
              <a:gdLst/>
              <a:ahLst/>
              <a:cxnLst/>
              <a:rect l="l" t="t" r="r" b="b"/>
              <a:pathLst>
                <a:path w="17332" h="8666" extrusionOk="0">
                  <a:moveTo>
                    <a:pt x="0" y="1"/>
                  </a:moveTo>
                  <a:cubicBezTo>
                    <a:pt x="0" y="4787"/>
                    <a:pt x="3880" y="8665"/>
                    <a:pt x="8666" y="8665"/>
                  </a:cubicBezTo>
                  <a:cubicBezTo>
                    <a:pt x="13451" y="8665"/>
                    <a:pt x="17331" y="4787"/>
                    <a:pt x="1733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110"/>
            <p:cNvSpPr/>
            <p:nvPr/>
          </p:nvSpPr>
          <p:spPr>
            <a:xfrm>
              <a:off x="4172675" y="1876150"/>
              <a:ext cx="972450" cy="1366025"/>
            </a:xfrm>
            <a:custGeom>
              <a:avLst/>
              <a:gdLst/>
              <a:ahLst/>
              <a:cxnLst/>
              <a:rect l="l" t="t" r="r" b="b"/>
              <a:pathLst>
                <a:path w="38898" h="54641" extrusionOk="0">
                  <a:moveTo>
                    <a:pt x="7215" y="1"/>
                  </a:moveTo>
                  <a:cubicBezTo>
                    <a:pt x="3218" y="1"/>
                    <a:pt x="1" y="3218"/>
                    <a:pt x="1" y="7214"/>
                  </a:cubicBezTo>
                  <a:lnTo>
                    <a:pt x="1" y="47427"/>
                  </a:lnTo>
                  <a:cubicBezTo>
                    <a:pt x="1" y="51424"/>
                    <a:pt x="3218" y="54640"/>
                    <a:pt x="7215" y="54640"/>
                  </a:cubicBezTo>
                  <a:lnTo>
                    <a:pt x="31685" y="54640"/>
                  </a:lnTo>
                  <a:cubicBezTo>
                    <a:pt x="35681" y="54640"/>
                    <a:pt x="38898" y="51424"/>
                    <a:pt x="38898" y="47427"/>
                  </a:cubicBezTo>
                  <a:lnTo>
                    <a:pt x="38898" y="7214"/>
                  </a:lnTo>
                  <a:cubicBezTo>
                    <a:pt x="38898" y="3218"/>
                    <a:pt x="35681" y="1"/>
                    <a:pt x="316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110"/>
            <p:cNvSpPr/>
            <p:nvPr/>
          </p:nvSpPr>
          <p:spPr>
            <a:xfrm>
              <a:off x="4219675" y="3557300"/>
              <a:ext cx="863350" cy="41825"/>
            </a:xfrm>
            <a:custGeom>
              <a:avLst/>
              <a:gdLst/>
              <a:ahLst/>
              <a:cxnLst/>
              <a:rect l="l" t="t" r="r" b="b"/>
              <a:pathLst>
                <a:path w="34534" h="1673" extrusionOk="0">
                  <a:moveTo>
                    <a:pt x="0" y="1"/>
                  </a:moveTo>
                  <a:lnTo>
                    <a:pt x="0" y="1673"/>
                  </a:lnTo>
                  <a:lnTo>
                    <a:pt x="34533" y="1673"/>
                  </a:lnTo>
                  <a:lnTo>
                    <a:pt x="345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110"/>
            <p:cNvSpPr/>
            <p:nvPr/>
          </p:nvSpPr>
          <p:spPr>
            <a:xfrm>
              <a:off x="4219675" y="3741225"/>
              <a:ext cx="863350" cy="41850"/>
            </a:xfrm>
            <a:custGeom>
              <a:avLst/>
              <a:gdLst/>
              <a:ahLst/>
              <a:cxnLst/>
              <a:rect l="l" t="t" r="r" b="b"/>
              <a:pathLst>
                <a:path w="34534" h="1674" extrusionOk="0">
                  <a:moveTo>
                    <a:pt x="0" y="0"/>
                  </a:moveTo>
                  <a:lnTo>
                    <a:pt x="0" y="1674"/>
                  </a:lnTo>
                  <a:lnTo>
                    <a:pt x="34533" y="1674"/>
                  </a:lnTo>
                  <a:lnTo>
                    <a:pt x="345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110"/>
            <p:cNvSpPr/>
            <p:nvPr/>
          </p:nvSpPr>
          <p:spPr>
            <a:xfrm>
              <a:off x="4028700" y="3181150"/>
              <a:ext cx="297900" cy="1312925"/>
            </a:xfrm>
            <a:custGeom>
              <a:avLst/>
              <a:gdLst/>
              <a:ahLst/>
              <a:cxnLst/>
              <a:rect l="l" t="t" r="r" b="b"/>
              <a:pathLst>
                <a:path w="11916" h="52517" extrusionOk="0">
                  <a:moveTo>
                    <a:pt x="8281" y="1"/>
                  </a:moveTo>
                  <a:lnTo>
                    <a:pt x="0" y="52517"/>
                  </a:lnTo>
                  <a:lnTo>
                    <a:pt x="3725" y="52517"/>
                  </a:lnTo>
                  <a:lnTo>
                    <a:pt x="11916" y="573"/>
                  </a:lnTo>
                  <a:lnTo>
                    <a:pt x="828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110"/>
            <p:cNvSpPr/>
            <p:nvPr/>
          </p:nvSpPr>
          <p:spPr>
            <a:xfrm>
              <a:off x="4976050" y="3181150"/>
              <a:ext cx="297950" cy="1312925"/>
            </a:xfrm>
            <a:custGeom>
              <a:avLst/>
              <a:gdLst/>
              <a:ahLst/>
              <a:cxnLst/>
              <a:rect l="l" t="t" r="r" b="b"/>
              <a:pathLst>
                <a:path w="11918" h="52517" extrusionOk="0">
                  <a:moveTo>
                    <a:pt x="3636" y="1"/>
                  </a:moveTo>
                  <a:lnTo>
                    <a:pt x="0" y="573"/>
                  </a:lnTo>
                  <a:lnTo>
                    <a:pt x="8191" y="52517"/>
                  </a:lnTo>
                  <a:lnTo>
                    <a:pt x="11917" y="52517"/>
                  </a:lnTo>
                  <a:lnTo>
                    <a:pt x="363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110"/>
            <p:cNvSpPr/>
            <p:nvPr/>
          </p:nvSpPr>
          <p:spPr>
            <a:xfrm>
              <a:off x="4306425" y="1755225"/>
              <a:ext cx="722300" cy="1101825"/>
            </a:xfrm>
            <a:custGeom>
              <a:avLst/>
              <a:gdLst/>
              <a:ahLst/>
              <a:cxnLst/>
              <a:rect l="l" t="t" r="r" b="b"/>
              <a:pathLst>
                <a:path w="28892" h="44073" extrusionOk="0">
                  <a:moveTo>
                    <a:pt x="15181" y="0"/>
                  </a:moveTo>
                  <a:cubicBezTo>
                    <a:pt x="13929" y="0"/>
                    <a:pt x="12769" y="88"/>
                    <a:pt x="11629" y="264"/>
                  </a:cubicBezTo>
                  <a:cubicBezTo>
                    <a:pt x="9103" y="657"/>
                    <a:pt x="6672" y="1490"/>
                    <a:pt x="3541" y="2788"/>
                  </a:cubicBezTo>
                  <a:lnTo>
                    <a:pt x="5111" y="26204"/>
                  </a:lnTo>
                  <a:lnTo>
                    <a:pt x="1" y="42460"/>
                  </a:lnTo>
                  <a:cubicBezTo>
                    <a:pt x="1" y="42460"/>
                    <a:pt x="12636" y="44072"/>
                    <a:pt x="21729" y="44072"/>
                  </a:cubicBezTo>
                  <a:cubicBezTo>
                    <a:pt x="24669" y="44072"/>
                    <a:pt x="27239" y="43904"/>
                    <a:pt x="28892" y="43458"/>
                  </a:cubicBezTo>
                  <a:lnTo>
                    <a:pt x="25456" y="25751"/>
                  </a:lnTo>
                  <a:lnTo>
                    <a:pt x="27836" y="2631"/>
                  </a:lnTo>
                  <a:cubicBezTo>
                    <a:pt x="25565" y="1675"/>
                    <a:pt x="23200" y="956"/>
                    <a:pt x="20782" y="514"/>
                  </a:cubicBezTo>
                  <a:cubicBezTo>
                    <a:pt x="19673" y="311"/>
                    <a:pt x="18554" y="167"/>
                    <a:pt x="17430" y="85"/>
                  </a:cubicBezTo>
                  <a:cubicBezTo>
                    <a:pt x="16641" y="29"/>
                    <a:pt x="15896" y="0"/>
                    <a:pt x="1518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110"/>
            <p:cNvSpPr/>
            <p:nvPr/>
          </p:nvSpPr>
          <p:spPr>
            <a:xfrm>
              <a:off x="4564375" y="1755250"/>
              <a:ext cx="261600" cy="124225"/>
            </a:xfrm>
            <a:custGeom>
              <a:avLst/>
              <a:gdLst/>
              <a:ahLst/>
              <a:cxnLst/>
              <a:rect l="l" t="t" r="r" b="b"/>
              <a:pathLst>
                <a:path w="10464" h="4969" extrusionOk="0">
                  <a:moveTo>
                    <a:pt x="4862" y="1"/>
                  </a:moveTo>
                  <a:cubicBezTo>
                    <a:pt x="3609" y="1"/>
                    <a:pt x="2450" y="88"/>
                    <a:pt x="1309" y="264"/>
                  </a:cubicBezTo>
                  <a:cubicBezTo>
                    <a:pt x="873" y="1274"/>
                    <a:pt x="1" y="4092"/>
                    <a:pt x="3479" y="4838"/>
                  </a:cubicBezTo>
                  <a:cubicBezTo>
                    <a:pt x="3893" y="4927"/>
                    <a:pt x="4293" y="4968"/>
                    <a:pt x="4679" y="4968"/>
                  </a:cubicBezTo>
                  <a:cubicBezTo>
                    <a:pt x="7605" y="4968"/>
                    <a:pt x="9692" y="2593"/>
                    <a:pt x="10464" y="514"/>
                  </a:cubicBezTo>
                  <a:cubicBezTo>
                    <a:pt x="9355" y="310"/>
                    <a:pt x="8236" y="167"/>
                    <a:pt x="7110" y="86"/>
                  </a:cubicBezTo>
                  <a:cubicBezTo>
                    <a:pt x="6321" y="29"/>
                    <a:pt x="5576" y="1"/>
                    <a:pt x="48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110"/>
            <p:cNvSpPr/>
            <p:nvPr/>
          </p:nvSpPr>
          <p:spPr>
            <a:xfrm>
              <a:off x="4675525" y="4250800"/>
              <a:ext cx="123775" cy="101625"/>
            </a:xfrm>
            <a:custGeom>
              <a:avLst/>
              <a:gdLst/>
              <a:ahLst/>
              <a:cxnLst/>
              <a:rect l="l" t="t" r="r" b="b"/>
              <a:pathLst>
                <a:path w="4951" h="4065" extrusionOk="0">
                  <a:moveTo>
                    <a:pt x="0" y="0"/>
                  </a:moveTo>
                  <a:lnTo>
                    <a:pt x="416" y="3752"/>
                  </a:lnTo>
                  <a:lnTo>
                    <a:pt x="4950" y="4065"/>
                  </a:lnTo>
                  <a:lnTo>
                    <a:pt x="4950" y="4065"/>
                  </a:lnTo>
                  <a:lnTo>
                    <a:pt x="4742" y="730"/>
                  </a:lnTo>
                  <a:lnTo>
                    <a:pt x="0" y="0"/>
                  </a:lnTo>
                  <a:close/>
                </a:path>
              </a:pathLst>
            </a:custGeom>
            <a:solidFill>
              <a:srgbClr val="FDB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110"/>
            <p:cNvSpPr/>
            <p:nvPr/>
          </p:nvSpPr>
          <p:spPr>
            <a:xfrm>
              <a:off x="4636825" y="4334550"/>
              <a:ext cx="246275" cy="207750"/>
            </a:xfrm>
            <a:custGeom>
              <a:avLst/>
              <a:gdLst/>
              <a:ahLst/>
              <a:cxnLst/>
              <a:rect l="l" t="t" r="r" b="b"/>
              <a:pathLst>
                <a:path w="9851" h="8310" extrusionOk="0">
                  <a:moveTo>
                    <a:pt x="3772" y="1"/>
                  </a:moveTo>
                  <a:cubicBezTo>
                    <a:pt x="3152" y="1"/>
                    <a:pt x="2549" y="128"/>
                    <a:pt x="1964" y="402"/>
                  </a:cubicBezTo>
                  <a:cubicBezTo>
                    <a:pt x="1964" y="402"/>
                    <a:pt x="1084" y="1183"/>
                    <a:pt x="713" y="2682"/>
                  </a:cubicBezTo>
                  <a:cubicBezTo>
                    <a:pt x="341" y="4180"/>
                    <a:pt x="0" y="7990"/>
                    <a:pt x="3205" y="8203"/>
                  </a:cubicBezTo>
                  <a:cubicBezTo>
                    <a:pt x="4051" y="8260"/>
                    <a:pt x="4891" y="8309"/>
                    <a:pt x="5671" y="8309"/>
                  </a:cubicBezTo>
                  <a:cubicBezTo>
                    <a:pt x="7849" y="8309"/>
                    <a:pt x="9568" y="7927"/>
                    <a:pt x="9688" y="6261"/>
                  </a:cubicBezTo>
                  <a:cubicBezTo>
                    <a:pt x="9850" y="3998"/>
                    <a:pt x="6498" y="715"/>
                    <a:pt x="6498" y="715"/>
                  </a:cubicBezTo>
                  <a:cubicBezTo>
                    <a:pt x="5561" y="257"/>
                    <a:pt x="4650" y="1"/>
                    <a:pt x="37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110"/>
            <p:cNvSpPr/>
            <p:nvPr/>
          </p:nvSpPr>
          <p:spPr>
            <a:xfrm>
              <a:off x="4221900" y="2694000"/>
              <a:ext cx="689950" cy="1600200"/>
            </a:xfrm>
            <a:custGeom>
              <a:avLst/>
              <a:gdLst/>
              <a:ahLst/>
              <a:cxnLst/>
              <a:rect l="l" t="t" r="r" b="b"/>
              <a:pathLst>
                <a:path w="27598" h="64008" extrusionOk="0">
                  <a:moveTo>
                    <a:pt x="15227" y="0"/>
                  </a:moveTo>
                  <a:cubicBezTo>
                    <a:pt x="12016" y="0"/>
                    <a:pt x="6007" y="291"/>
                    <a:pt x="3501" y="2342"/>
                  </a:cubicBezTo>
                  <a:cubicBezTo>
                    <a:pt x="0" y="5205"/>
                    <a:pt x="704" y="13425"/>
                    <a:pt x="4271" y="15668"/>
                  </a:cubicBezTo>
                  <a:cubicBezTo>
                    <a:pt x="7836" y="17911"/>
                    <a:pt x="13915" y="22321"/>
                    <a:pt x="13915" y="22321"/>
                  </a:cubicBezTo>
                  <a:lnTo>
                    <a:pt x="17336" y="63370"/>
                  </a:lnTo>
                  <a:lnTo>
                    <a:pt x="23461" y="64008"/>
                  </a:lnTo>
                  <a:cubicBezTo>
                    <a:pt x="23461" y="64008"/>
                    <a:pt x="27597" y="22321"/>
                    <a:pt x="25211" y="14842"/>
                  </a:cubicBezTo>
                  <a:cubicBezTo>
                    <a:pt x="22825" y="7364"/>
                    <a:pt x="17336" y="46"/>
                    <a:pt x="17336" y="46"/>
                  </a:cubicBezTo>
                  <a:cubicBezTo>
                    <a:pt x="17336" y="46"/>
                    <a:pt x="16502" y="0"/>
                    <a:pt x="152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110"/>
            <p:cNvSpPr/>
            <p:nvPr/>
          </p:nvSpPr>
          <p:spPr>
            <a:xfrm>
              <a:off x="4209075" y="3918550"/>
              <a:ext cx="148575" cy="130325"/>
            </a:xfrm>
            <a:custGeom>
              <a:avLst/>
              <a:gdLst/>
              <a:ahLst/>
              <a:cxnLst/>
              <a:rect l="l" t="t" r="r" b="b"/>
              <a:pathLst>
                <a:path w="5943" h="5213" extrusionOk="0">
                  <a:moveTo>
                    <a:pt x="1043" y="1"/>
                  </a:moveTo>
                  <a:lnTo>
                    <a:pt x="1" y="4379"/>
                  </a:lnTo>
                  <a:lnTo>
                    <a:pt x="4222" y="5212"/>
                  </a:lnTo>
                  <a:lnTo>
                    <a:pt x="5943" y="1305"/>
                  </a:lnTo>
                  <a:lnTo>
                    <a:pt x="1043" y="1"/>
                  </a:lnTo>
                  <a:close/>
                </a:path>
              </a:pathLst>
            </a:custGeom>
            <a:solidFill>
              <a:srgbClr val="FDB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110"/>
            <p:cNvSpPr/>
            <p:nvPr/>
          </p:nvSpPr>
          <p:spPr>
            <a:xfrm>
              <a:off x="4201825" y="2665025"/>
              <a:ext cx="900700" cy="1326850"/>
            </a:xfrm>
            <a:custGeom>
              <a:avLst/>
              <a:gdLst/>
              <a:ahLst/>
              <a:cxnLst/>
              <a:rect l="l" t="t" r="r" b="b"/>
              <a:pathLst>
                <a:path w="36028" h="53074" extrusionOk="0">
                  <a:moveTo>
                    <a:pt x="19585" y="0"/>
                  </a:moveTo>
                  <a:cubicBezTo>
                    <a:pt x="17319" y="0"/>
                    <a:pt x="14489" y="626"/>
                    <a:pt x="12410" y="3193"/>
                  </a:cubicBezTo>
                  <a:cubicBezTo>
                    <a:pt x="8353" y="8205"/>
                    <a:pt x="0" y="50925"/>
                    <a:pt x="0" y="50925"/>
                  </a:cubicBezTo>
                  <a:lnTo>
                    <a:pt x="6683" y="53073"/>
                  </a:lnTo>
                  <a:lnTo>
                    <a:pt x="21188" y="14861"/>
                  </a:lnTo>
                  <a:cubicBezTo>
                    <a:pt x="21188" y="14861"/>
                    <a:pt x="25354" y="17239"/>
                    <a:pt x="29111" y="17239"/>
                  </a:cubicBezTo>
                  <a:cubicBezTo>
                    <a:pt x="31782" y="17239"/>
                    <a:pt x="34245" y="16038"/>
                    <a:pt x="34859" y="11929"/>
                  </a:cubicBezTo>
                  <a:cubicBezTo>
                    <a:pt x="36027" y="4101"/>
                    <a:pt x="23389" y="568"/>
                    <a:pt x="23389" y="568"/>
                  </a:cubicBezTo>
                  <a:cubicBezTo>
                    <a:pt x="23389" y="568"/>
                    <a:pt x="21742" y="0"/>
                    <a:pt x="1958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110"/>
            <p:cNvSpPr/>
            <p:nvPr/>
          </p:nvSpPr>
          <p:spPr>
            <a:xfrm>
              <a:off x="3971100" y="3989500"/>
              <a:ext cx="361925" cy="404975"/>
            </a:xfrm>
            <a:custGeom>
              <a:avLst/>
              <a:gdLst/>
              <a:ahLst/>
              <a:cxnLst/>
              <a:rect l="l" t="t" r="r" b="b"/>
              <a:pathLst>
                <a:path w="14477" h="16199" extrusionOk="0">
                  <a:moveTo>
                    <a:pt x="9887" y="1"/>
                  </a:moveTo>
                  <a:cubicBezTo>
                    <a:pt x="9887" y="1"/>
                    <a:pt x="6633" y="5789"/>
                    <a:pt x="3318" y="9781"/>
                  </a:cubicBezTo>
                  <a:cubicBezTo>
                    <a:pt x="1" y="13776"/>
                    <a:pt x="1426" y="16199"/>
                    <a:pt x="4084" y="16199"/>
                  </a:cubicBezTo>
                  <a:cubicBezTo>
                    <a:pt x="4758" y="16199"/>
                    <a:pt x="5513" y="16043"/>
                    <a:pt x="6289" y="15716"/>
                  </a:cubicBezTo>
                  <a:cubicBezTo>
                    <a:pt x="10121" y="14104"/>
                    <a:pt x="12282" y="9333"/>
                    <a:pt x="13380" y="7988"/>
                  </a:cubicBezTo>
                  <a:cubicBezTo>
                    <a:pt x="14476" y="6643"/>
                    <a:pt x="14290" y="1126"/>
                    <a:pt x="14290" y="1126"/>
                  </a:cubicBezTo>
                  <a:lnTo>
                    <a:pt x="14290" y="1126"/>
                  </a:lnTo>
                  <a:cubicBezTo>
                    <a:pt x="13905" y="1164"/>
                    <a:pt x="13553" y="1181"/>
                    <a:pt x="13229" y="1181"/>
                  </a:cubicBezTo>
                  <a:cubicBezTo>
                    <a:pt x="10522" y="1181"/>
                    <a:pt x="9887" y="1"/>
                    <a:pt x="98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110"/>
            <p:cNvSpPr/>
            <p:nvPr/>
          </p:nvSpPr>
          <p:spPr>
            <a:xfrm>
              <a:off x="4675025" y="994975"/>
              <a:ext cx="284575" cy="272700"/>
            </a:xfrm>
            <a:custGeom>
              <a:avLst/>
              <a:gdLst/>
              <a:ahLst/>
              <a:cxnLst/>
              <a:rect l="l" t="t" r="r" b="b"/>
              <a:pathLst>
                <a:path w="11383" h="10908" extrusionOk="0">
                  <a:moveTo>
                    <a:pt x="5689" y="1"/>
                  </a:moveTo>
                  <a:cubicBezTo>
                    <a:pt x="3123" y="1"/>
                    <a:pt x="908" y="1800"/>
                    <a:pt x="366" y="4285"/>
                  </a:cubicBezTo>
                  <a:cubicBezTo>
                    <a:pt x="315" y="4517"/>
                    <a:pt x="280" y="4752"/>
                    <a:pt x="260" y="4987"/>
                  </a:cubicBezTo>
                  <a:cubicBezTo>
                    <a:pt x="0" y="7989"/>
                    <a:pt x="2223" y="10630"/>
                    <a:pt x="5225" y="10887"/>
                  </a:cubicBezTo>
                  <a:cubicBezTo>
                    <a:pt x="5384" y="10901"/>
                    <a:pt x="5542" y="10908"/>
                    <a:pt x="5699" y="10908"/>
                  </a:cubicBezTo>
                  <a:cubicBezTo>
                    <a:pt x="8499" y="10908"/>
                    <a:pt x="10880" y="8765"/>
                    <a:pt x="11125" y="5922"/>
                  </a:cubicBezTo>
                  <a:cubicBezTo>
                    <a:pt x="11383" y="2921"/>
                    <a:pt x="9161" y="279"/>
                    <a:pt x="6160" y="21"/>
                  </a:cubicBezTo>
                  <a:cubicBezTo>
                    <a:pt x="6002" y="7"/>
                    <a:pt x="5845" y="1"/>
                    <a:pt x="568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110"/>
            <p:cNvSpPr/>
            <p:nvPr/>
          </p:nvSpPr>
          <p:spPr>
            <a:xfrm>
              <a:off x="4675025" y="1102075"/>
              <a:ext cx="198325" cy="165625"/>
            </a:xfrm>
            <a:custGeom>
              <a:avLst/>
              <a:gdLst/>
              <a:ahLst/>
              <a:cxnLst/>
              <a:rect l="l" t="t" r="r" b="b"/>
              <a:pathLst>
                <a:path w="7933" h="6625" extrusionOk="0">
                  <a:moveTo>
                    <a:pt x="366" y="1"/>
                  </a:moveTo>
                  <a:cubicBezTo>
                    <a:pt x="315" y="233"/>
                    <a:pt x="280" y="468"/>
                    <a:pt x="260" y="703"/>
                  </a:cubicBezTo>
                  <a:cubicBezTo>
                    <a:pt x="0" y="3705"/>
                    <a:pt x="2223" y="6346"/>
                    <a:pt x="5225" y="6603"/>
                  </a:cubicBezTo>
                  <a:cubicBezTo>
                    <a:pt x="5383" y="6617"/>
                    <a:pt x="5541" y="6624"/>
                    <a:pt x="5698" y="6624"/>
                  </a:cubicBezTo>
                  <a:cubicBezTo>
                    <a:pt x="6467" y="6624"/>
                    <a:pt x="7229" y="6460"/>
                    <a:pt x="7932" y="6143"/>
                  </a:cubicBezTo>
                  <a:cubicBezTo>
                    <a:pt x="6478" y="1302"/>
                    <a:pt x="2061" y="234"/>
                    <a:pt x="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110"/>
            <p:cNvSpPr/>
            <p:nvPr/>
          </p:nvSpPr>
          <p:spPr>
            <a:xfrm>
              <a:off x="4370150" y="1433600"/>
              <a:ext cx="119225" cy="319200"/>
            </a:xfrm>
            <a:custGeom>
              <a:avLst/>
              <a:gdLst/>
              <a:ahLst/>
              <a:cxnLst/>
              <a:rect l="l" t="t" r="r" b="b"/>
              <a:pathLst>
                <a:path w="4769" h="12768" extrusionOk="0">
                  <a:moveTo>
                    <a:pt x="390" y="1"/>
                  </a:moveTo>
                  <a:cubicBezTo>
                    <a:pt x="237" y="1"/>
                    <a:pt x="103" y="45"/>
                    <a:pt x="0" y="140"/>
                  </a:cubicBezTo>
                  <a:cubicBezTo>
                    <a:pt x="0" y="140"/>
                    <a:pt x="303" y="4499"/>
                    <a:pt x="1448" y="6908"/>
                  </a:cubicBezTo>
                  <a:cubicBezTo>
                    <a:pt x="2714" y="9566"/>
                    <a:pt x="3564" y="9998"/>
                    <a:pt x="3362" y="12768"/>
                  </a:cubicBezTo>
                  <a:cubicBezTo>
                    <a:pt x="3362" y="12768"/>
                    <a:pt x="4768" y="11406"/>
                    <a:pt x="4538" y="9984"/>
                  </a:cubicBezTo>
                  <a:cubicBezTo>
                    <a:pt x="4307" y="8562"/>
                    <a:pt x="1952" y="4888"/>
                    <a:pt x="2497" y="3140"/>
                  </a:cubicBezTo>
                  <a:cubicBezTo>
                    <a:pt x="2964" y="1637"/>
                    <a:pt x="1324" y="1"/>
                    <a:pt x="39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110"/>
            <p:cNvSpPr/>
            <p:nvPr/>
          </p:nvSpPr>
          <p:spPr>
            <a:xfrm>
              <a:off x="4361500" y="1112650"/>
              <a:ext cx="540500" cy="493975"/>
            </a:xfrm>
            <a:custGeom>
              <a:avLst/>
              <a:gdLst/>
              <a:ahLst/>
              <a:cxnLst/>
              <a:rect l="l" t="t" r="r" b="b"/>
              <a:pathLst>
                <a:path w="21620" h="19759" extrusionOk="0">
                  <a:moveTo>
                    <a:pt x="10882" y="0"/>
                  </a:moveTo>
                  <a:cubicBezTo>
                    <a:pt x="10741" y="0"/>
                    <a:pt x="10598" y="3"/>
                    <a:pt x="10454" y="8"/>
                  </a:cubicBezTo>
                  <a:cubicBezTo>
                    <a:pt x="4349" y="229"/>
                    <a:pt x="1635" y="2981"/>
                    <a:pt x="735" y="5904"/>
                  </a:cubicBezTo>
                  <a:cubicBezTo>
                    <a:pt x="354" y="7137"/>
                    <a:pt x="1" y="9778"/>
                    <a:pt x="136" y="11091"/>
                  </a:cubicBezTo>
                  <a:cubicBezTo>
                    <a:pt x="260" y="12293"/>
                    <a:pt x="399" y="13452"/>
                    <a:pt x="552" y="14569"/>
                  </a:cubicBezTo>
                  <a:cubicBezTo>
                    <a:pt x="959" y="17545"/>
                    <a:pt x="3508" y="19759"/>
                    <a:pt x="6511" y="19759"/>
                  </a:cubicBezTo>
                  <a:lnTo>
                    <a:pt x="15428" y="19759"/>
                  </a:lnTo>
                  <a:cubicBezTo>
                    <a:pt x="18703" y="19759"/>
                    <a:pt x="21369" y="17138"/>
                    <a:pt x="21442" y="13862"/>
                  </a:cubicBezTo>
                  <a:cubicBezTo>
                    <a:pt x="21444" y="13841"/>
                    <a:pt x="21444" y="13818"/>
                    <a:pt x="21444" y="13796"/>
                  </a:cubicBezTo>
                  <a:cubicBezTo>
                    <a:pt x="21620" y="6224"/>
                    <a:pt x="17816" y="0"/>
                    <a:pt x="1088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110"/>
            <p:cNvSpPr/>
            <p:nvPr/>
          </p:nvSpPr>
          <p:spPr>
            <a:xfrm>
              <a:off x="4612625" y="1615425"/>
              <a:ext cx="167300" cy="200150"/>
            </a:xfrm>
            <a:custGeom>
              <a:avLst/>
              <a:gdLst/>
              <a:ahLst/>
              <a:cxnLst/>
              <a:rect l="l" t="t" r="r" b="b"/>
              <a:pathLst>
                <a:path w="6692" h="8006" extrusionOk="0">
                  <a:moveTo>
                    <a:pt x="5550" y="0"/>
                  </a:moveTo>
                  <a:cubicBezTo>
                    <a:pt x="5055" y="0"/>
                    <a:pt x="4456" y="170"/>
                    <a:pt x="3834" y="408"/>
                  </a:cubicBezTo>
                  <a:cubicBezTo>
                    <a:pt x="2925" y="750"/>
                    <a:pt x="1965" y="1243"/>
                    <a:pt x="1209" y="1552"/>
                  </a:cubicBezTo>
                  <a:cubicBezTo>
                    <a:pt x="494" y="1848"/>
                    <a:pt x="1" y="2083"/>
                    <a:pt x="1" y="2083"/>
                  </a:cubicBezTo>
                  <a:lnTo>
                    <a:pt x="319" y="3866"/>
                  </a:lnTo>
                  <a:lnTo>
                    <a:pt x="677" y="5879"/>
                  </a:lnTo>
                  <a:lnTo>
                    <a:pt x="984" y="7620"/>
                  </a:lnTo>
                  <a:cubicBezTo>
                    <a:pt x="1471" y="7895"/>
                    <a:pt x="1996" y="8005"/>
                    <a:pt x="2523" y="8005"/>
                  </a:cubicBezTo>
                  <a:cubicBezTo>
                    <a:pt x="3103" y="8005"/>
                    <a:pt x="3685" y="7872"/>
                    <a:pt x="4222" y="7680"/>
                  </a:cubicBezTo>
                  <a:cubicBezTo>
                    <a:pt x="5602" y="7188"/>
                    <a:pt x="6691" y="6310"/>
                    <a:pt x="6691" y="6310"/>
                  </a:cubicBezTo>
                  <a:lnTo>
                    <a:pt x="6679" y="6170"/>
                  </a:lnTo>
                  <a:lnTo>
                    <a:pt x="6625" y="5510"/>
                  </a:lnTo>
                  <a:lnTo>
                    <a:pt x="6264" y="1065"/>
                  </a:lnTo>
                  <a:lnTo>
                    <a:pt x="6189" y="133"/>
                  </a:lnTo>
                  <a:cubicBezTo>
                    <a:pt x="6007" y="40"/>
                    <a:pt x="5791" y="0"/>
                    <a:pt x="55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110"/>
            <p:cNvSpPr/>
            <p:nvPr/>
          </p:nvSpPr>
          <p:spPr>
            <a:xfrm>
              <a:off x="4612675" y="1643650"/>
              <a:ext cx="122975" cy="118800"/>
            </a:xfrm>
            <a:custGeom>
              <a:avLst/>
              <a:gdLst/>
              <a:ahLst/>
              <a:cxnLst/>
              <a:rect l="l" t="t" r="r" b="b"/>
              <a:pathLst>
                <a:path w="4919" h="4752" extrusionOk="0">
                  <a:moveTo>
                    <a:pt x="4919" y="0"/>
                  </a:moveTo>
                  <a:lnTo>
                    <a:pt x="1207" y="423"/>
                  </a:lnTo>
                  <a:cubicBezTo>
                    <a:pt x="490" y="719"/>
                    <a:pt x="1" y="955"/>
                    <a:pt x="1" y="955"/>
                  </a:cubicBezTo>
                  <a:lnTo>
                    <a:pt x="675" y="4751"/>
                  </a:lnTo>
                  <a:cubicBezTo>
                    <a:pt x="3187" y="3842"/>
                    <a:pt x="4919" y="0"/>
                    <a:pt x="49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110"/>
            <p:cNvSpPr/>
            <p:nvPr/>
          </p:nvSpPr>
          <p:spPr>
            <a:xfrm>
              <a:off x="4390300" y="1298250"/>
              <a:ext cx="422125" cy="419175"/>
            </a:xfrm>
            <a:custGeom>
              <a:avLst/>
              <a:gdLst/>
              <a:ahLst/>
              <a:cxnLst/>
              <a:rect l="l" t="t" r="r" b="b"/>
              <a:pathLst>
                <a:path w="16885" h="16767" extrusionOk="0">
                  <a:moveTo>
                    <a:pt x="13698" y="0"/>
                  </a:moveTo>
                  <a:lnTo>
                    <a:pt x="11331" y="22"/>
                  </a:lnTo>
                  <a:lnTo>
                    <a:pt x="122" y="125"/>
                  </a:lnTo>
                  <a:cubicBezTo>
                    <a:pt x="122" y="125"/>
                    <a:pt x="108" y="293"/>
                    <a:pt x="90" y="598"/>
                  </a:cubicBezTo>
                  <a:cubicBezTo>
                    <a:pt x="53" y="1258"/>
                    <a:pt x="1" y="2558"/>
                    <a:pt x="39" y="4144"/>
                  </a:cubicBezTo>
                  <a:cubicBezTo>
                    <a:pt x="42" y="4264"/>
                    <a:pt x="45" y="4382"/>
                    <a:pt x="50" y="4507"/>
                  </a:cubicBezTo>
                  <a:cubicBezTo>
                    <a:pt x="191" y="8915"/>
                    <a:pt x="1069" y="15231"/>
                    <a:pt x="4828" y="16408"/>
                  </a:cubicBezTo>
                  <a:cubicBezTo>
                    <a:pt x="5627" y="16659"/>
                    <a:pt x="6431" y="16767"/>
                    <a:pt x="7223" y="16767"/>
                  </a:cubicBezTo>
                  <a:cubicBezTo>
                    <a:pt x="7897" y="16767"/>
                    <a:pt x="8563" y="16688"/>
                    <a:pt x="9210" y="16553"/>
                  </a:cubicBezTo>
                  <a:cubicBezTo>
                    <a:pt x="10554" y="16272"/>
                    <a:pt x="11814" y="15746"/>
                    <a:pt x="12911" y="15161"/>
                  </a:cubicBezTo>
                  <a:cubicBezTo>
                    <a:pt x="13691" y="14742"/>
                    <a:pt x="14440" y="14271"/>
                    <a:pt x="15157" y="13752"/>
                  </a:cubicBezTo>
                  <a:cubicBezTo>
                    <a:pt x="15656" y="13391"/>
                    <a:pt x="16063" y="13064"/>
                    <a:pt x="16347" y="12823"/>
                  </a:cubicBezTo>
                  <a:cubicBezTo>
                    <a:pt x="16654" y="12562"/>
                    <a:pt x="16823" y="12398"/>
                    <a:pt x="16823" y="12398"/>
                  </a:cubicBezTo>
                  <a:cubicBezTo>
                    <a:pt x="16823" y="12398"/>
                    <a:pt x="16885" y="11443"/>
                    <a:pt x="16866" y="10056"/>
                  </a:cubicBezTo>
                  <a:cubicBezTo>
                    <a:pt x="16846" y="8582"/>
                    <a:pt x="16739" y="6621"/>
                    <a:pt x="16376" y="4806"/>
                  </a:cubicBezTo>
                  <a:cubicBezTo>
                    <a:pt x="15943" y="2634"/>
                    <a:pt x="15146" y="670"/>
                    <a:pt x="1369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110"/>
            <p:cNvSpPr/>
            <p:nvPr/>
          </p:nvSpPr>
          <p:spPr>
            <a:xfrm>
              <a:off x="4752775" y="1417700"/>
              <a:ext cx="116675" cy="164600"/>
            </a:xfrm>
            <a:custGeom>
              <a:avLst/>
              <a:gdLst/>
              <a:ahLst/>
              <a:cxnLst/>
              <a:rect l="l" t="t" r="r" b="b"/>
              <a:pathLst>
                <a:path w="4667" h="6584" extrusionOk="0">
                  <a:moveTo>
                    <a:pt x="1969" y="0"/>
                  </a:moveTo>
                  <a:cubicBezTo>
                    <a:pt x="848" y="0"/>
                    <a:pt x="1" y="1401"/>
                    <a:pt x="1" y="1401"/>
                  </a:cubicBezTo>
                  <a:lnTo>
                    <a:pt x="452" y="6583"/>
                  </a:lnTo>
                  <a:cubicBezTo>
                    <a:pt x="462" y="6583"/>
                    <a:pt x="472" y="6583"/>
                    <a:pt x="482" y="6583"/>
                  </a:cubicBezTo>
                  <a:cubicBezTo>
                    <a:pt x="3901" y="6583"/>
                    <a:pt x="4667" y="1752"/>
                    <a:pt x="2944" y="377"/>
                  </a:cubicBezTo>
                  <a:cubicBezTo>
                    <a:pt x="2607" y="106"/>
                    <a:pt x="2277" y="0"/>
                    <a:pt x="196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110"/>
            <p:cNvSpPr/>
            <p:nvPr/>
          </p:nvSpPr>
          <p:spPr>
            <a:xfrm>
              <a:off x="4382250" y="1293625"/>
              <a:ext cx="430050" cy="191725"/>
            </a:xfrm>
            <a:custGeom>
              <a:avLst/>
              <a:gdLst/>
              <a:ahLst/>
              <a:cxnLst/>
              <a:rect l="l" t="t" r="r" b="b"/>
              <a:pathLst>
                <a:path w="17202" h="7669" extrusionOk="0">
                  <a:moveTo>
                    <a:pt x="13947" y="1"/>
                  </a:moveTo>
                  <a:lnTo>
                    <a:pt x="32" y="128"/>
                  </a:lnTo>
                  <a:cubicBezTo>
                    <a:pt x="32" y="128"/>
                    <a:pt x="18" y="302"/>
                    <a:pt x="0" y="614"/>
                  </a:cubicBezTo>
                  <a:cubicBezTo>
                    <a:pt x="35" y="2097"/>
                    <a:pt x="2635" y="3582"/>
                    <a:pt x="12129" y="3666"/>
                  </a:cubicBezTo>
                  <a:cubicBezTo>
                    <a:pt x="12129" y="3666"/>
                    <a:pt x="12132" y="7669"/>
                    <a:pt x="13768" y="7669"/>
                  </a:cubicBezTo>
                  <a:cubicBezTo>
                    <a:pt x="13842" y="7669"/>
                    <a:pt x="13920" y="7660"/>
                    <a:pt x="14002" y="7643"/>
                  </a:cubicBezTo>
                  <a:cubicBezTo>
                    <a:pt x="14447" y="7548"/>
                    <a:pt x="14885" y="5017"/>
                    <a:pt x="16695" y="4898"/>
                  </a:cubicBezTo>
                  <a:cubicBezTo>
                    <a:pt x="17202" y="753"/>
                    <a:pt x="15416" y="675"/>
                    <a:pt x="1394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110"/>
            <p:cNvSpPr/>
            <p:nvPr/>
          </p:nvSpPr>
          <p:spPr>
            <a:xfrm>
              <a:off x="4676925" y="1383775"/>
              <a:ext cx="118150" cy="312650"/>
            </a:xfrm>
            <a:custGeom>
              <a:avLst/>
              <a:gdLst/>
              <a:ahLst/>
              <a:cxnLst/>
              <a:rect l="l" t="t" r="r" b="b"/>
              <a:pathLst>
                <a:path w="4726" h="12506" extrusionOk="0">
                  <a:moveTo>
                    <a:pt x="870" y="1"/>
                  </a:moveTo>
                  <a:cubicBezTo>
                    <a:pt x="715" y="1"/>
                    <a:pt x="573" y="50"/>
                    <a:pt x="458" y="157"/>
                  </a:cubicBezTo>
                  <a:cubicBezTo>
                    <a:pt x="458" y="157"/>
                    <a:pt x="1" y="4378"/>
                    <a:pt x="1406" y="6646"/>
                  </a:cubicBezTo>
                  <a:cubicBezTo>
                    <a:pt x="2811" y="8914"/>
                    <a:pt x="4079" y="9767"/>
                    <a:pt x="3319" y="12505"/>
                  </a:cubicBezTo>
                  <a:cubicBezTo>
                    <a:pt x="3319" y="12505"/>
                    <a:pt x="4726" y="11143"/>
                    <a:pt x="4495" y="9721"/>
                  </a:cubicBezTo>
                  <a:cubicBezTo>
                    <a:pt x="4263" y="8299"/>
                    <a:pt x="1909" y="4627"/>
                    <a:pt x="2453" y="2878"/>
                  </a:cubicBezTo>
                  <a:cubicBezTo>
                    <a:pt x="2912" y="1404"/>
                    <a:pt x="1700" y="1"/>
                    <a:pt x="87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110"/>
            <p:cNvSpPr/>
            <p:nvPr/>
          </p:nvSpPr>
          <p:spPr>
            <a:xfrm>
              <a:off x="4751600" y="1821075"/>
              <a:ext cx="525875" cy="623525"/>
            </a:xfrm>
            <a:custGeom>
              <a:avLst/>
              <a:gdLst/>
              <a:ahLst/>
              <a:cxnLst/>
              <a:rect l="l" t="t" r="r" b="b"/>
              <a:pathLst>
                <a:path w="21035" h="24941" extrusionOk="0">
                  <a:moveTo>
                    <a:pt x="10027" y="0"/>
                  </a:moveTo>
                  <a:cubicBezTo>
                    <a:pt x="7122" y="4880"/>
                    <a:pt x="9493" y="11544"/>
                    <a:pt x="9493" y="11544"/>
                  </a:cubicBezTo>
                  <a:lnTo>
                    <a:pt x="12989" y="19403"/>
                  </a:lnTo>
                  <a:cubicBezTo>
                    <a:pt x="9929" y="20226"/>
                    <a:pt x="705" y="21451"/>
                    <a:pt x="705" y="21451"/>
                  </a:cubicBezTo>
                  <a:lnTo>
                    <a:pt x="0" y="24941"/>
                  </a:lnTo>
                  <a:lnTo>
                    <a:pt x="17672" y="24941"/>
                  </a:lnTo>
                  <a:cubicBezTo>
                    <a:pt x="19671" y="24941"/>
                    <a:pt x="21035" y="22920"/>
                    <a:pt x="20292" y="21064"/>
                  </a:cubicBezTo>
                  <a:cubicBezTo>
                    <a:pt x="16089" y="10571"/>
                    <a:pt x="10027" y="0"/>
                    <a:pt x="10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110"/>
            <p:cNvSpPr/>
            <p:nvPr/>
          </p:nvSpPr>
          <p:spPr>
            <a:xfrm>
              <a:off x="4507950" y="2345925"/>
              <a:ext cx="286625" cy="98925"/>
            </a:xfrm>
            <a:custGeom>
              <a:avLst/>
              <a:gdLst/>
              <a:ahLst/>
              <a:cxnLst/>
              <a:rect l="l" t="t" r="r" b="b"/>
              <a:pathLst>
                <a:path w="11465" h="3957" extrusionOk="0">
                  <a:moveTo>
                    <a:pt x="7409" y="0"/>
                  </a:moveTo>
                  <a:cubicBezTo>
                    <a:pt x="6885" y="0"/>
                    <a:pt x="6339" y="48"/>
                    <a:pt x="5814" y="174"/>
                  </a:cubicBezTo>
                  <a:cubicBezTo>
                    <a:pt x="3663" y="692"/>
                    <a:pt x="1" y="2006"/>
                    <a:pt x="1" y="3956"/>
                  </a:cubicBezTo>
                  <a:lnTo>
                    <a:pt x="9746" y="3956"/>
                  </a:lnTo>
                  <a:cubicBezTo>
                    <a:pt x="9746" y="3956"/>
                    <a:pt x="11465" y="2213"/>
                    <a:pt x="10451" y="457"/>
                  </a:cubicBezTo>
                  <a:cubicBezTo>
                    <a:pt x="10451" y="457"/>
                    <a:pt x="9031" y="0"/>
                    <a:pt x="74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110"/>
            <p:cNvSpPr/>
            <p:nvPr/>
          </p:nvSpPr>
          <p:spPr>
            <a:xfrm>
              <a:off x="3977800" y="1762425"/>
              <a:ext cx="476525" cy="607125"/>
            </a:xfrm>
            <a:custGeom>
              <a:avLst/>
              <a:gdLst/>
              <a:ahLst/>
              <a:cxnLst/>
              <a:rect l="l" t="t" r="r" b="b"/>
              <a:pathLst>
                <a:path w="19061" h="24285" extrusionOk="0">
                  <a:moveTo>
                    <a:pt x="3346" y="0"/>
                  </a:moveTo>
                  <a:lnTo>
                    <a:pt x="0" y="975"/>
                  </a:lnTo>
                  <a:cubicBezTo>
                    <a:pt x="0" y="975"/>
                    <a:pt x="459" y="12763"/>
                    <a:pt x="3558" y="19174"/>
                  </a:cubicBezTo>
                  <a:cubicBezTo>
                    <a:pt x="5466" y="23119"/>
                    <a:pt x="7503" y="24285"/>
                    <a:pt x="9277" y="24285"/>
                  </a:cubicBezTo>
                  <a:cubicBezTo>
                    <a:pt x="10367" y="24285"/>
                    <a:pt x="11358" y="23845"/>
                    <a:pt x="12158" y="23339"/>
                  </a:cubicBezTo>
                  <a:cubicBezTo>
                    <a:pt x="13962" y="22200"/>
                    <a:pt x="17539" y="15224"/>
                    <a:pt x="17539" y="15224"/>
                  </a:cubicBezTo>
                  <a:cubicBezTo>
                    <a:pt x="17539" y="15224"/>
                    <a:pt x="19060" y="7866"/>
                    <a:pt x="16686" y="2501"/>
                  </a:cubicBezTo>
                  <a:cubicBezTo>
                    <a:pt x="16686" y="2501"/>
                    <a:pt x="12665" y="12963"/>
                    <a:pt x="8961" y="17901"/>
                  </a:cubicBezTo>
                  <a:cubicBezTo>
                    <a:pt x="6107" y="12219"/>
                    <a:pt x="3346" y="0"/>
                    <a:pt x="33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110"/>
            <p:cNvSpPr/>
            <p:nvPr/>
          </p:nvSpPr>
          <p:spPr>
            <a:xfrm>
              <a:off x="3907925" y="1520925"/>
              <a:ext cx="192700" cy="265900"/>
            </a:xfrm>
            <a:custGeom>
              <a:avLst/>
              <a:gdLst/>
              <a:ahLst/>
              <a:cxnLst/>
              <a:rect l="l" t="t" r="r" b="b"/>
              <a:pathLst>
                <a:path w="7708" h="10636" extrusionOk="0">
                  <a:moveTo>
                    <a:pt x="3408" y="0"/>
                  </a:moveTo>
                  <a:cubicBezTo>
                    <a:pt x="3214" y="0"/>
                    <a:pt x="3010" y="25"/>
                    <a:pt x="2795" y="79"/>
                  </a:cubicBezTo>
                  <a:cubicBezTo>
                    <a:pt x="1" y="777"/>
                    <a:pt x="136" y="7048"/>
                    <a:pt x="2795" y="10635"/>
                  </a:cubicBezTo>
                  <a:cubicBezTo>
                    <a:pt x="3981" y="10257"/>
                    <a:pt x="4966" y="10253"/>
                    <a:pt x="6141" y="9660"/>
                  </a:cubicBezTo>
                  <a:cubicBezTo>
                    <a:pt x="6616" y="9137"/>
                    <a:pt x="7262" y="7097"/>
                    <a:pt x="7468" y="6273"/>
                  </a:cubicBezTo>
                  <a:cubicBezTo>
                    <a:pt x="7707" y="5316"/>
                    <a:pt x="6619" y="3779"/>
                    <a:pt x="6619" y="3779"/>
                  </a:cubicBezTo>
                  <a:cubicBezTo>
                    <a:pt x="6619" y="3779"/>
                    <a:pt x="5800" y="0"/>
                    <a:pt x="34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110"/>
            <p:cNvSpPr/>
            <p:nvPr/>
          </p:nvSpPr>
          <p:spPr>
            <a:xfrm>
              <a:off x="4458900" y="2228200"/>
              <a:ext cx="433250" cy="216650"/>
            </a:xfrm>
            <a:custGeom>
              <a:avLst/>
              <a:gdLst/>
              <a:ahLst/>
              <a:cxnLst/>
              <a:rect l="l" t="t" r="r" b="b"/>
              <a:pathLst>
                <a:path w="17330" h="8666" extrusionOk="0">
                  <a:moveTo>
                    <a:pt x="0" y="1"/>
                  </a:moveTo>
                  <a:cubicBezTo>
                    <a:pt x="0" y="4787"/>
                    <a:pt x="3879" y="8665"/>
                    <a:pt x="8665" y="8665"/>
                  </a:cubicBezTo>
                  <a:cubicBezTo>
                    <a:pt x="13450" y="8665"/>
                    <a:pt x="17330" y="4787"/>
                    <a:pt x="1733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110"/>
            <p:cNvSpPr/>
            <p:nvPr/>
          </p:nvSpPr>
          <p:spPr>
            <a:xfrm>
              <a:off x="1444675" y="2578875"/>
              <a:ext cx="4937650" cy="415500"/>
            </a:xfrm>
            <a:custGeom>
              <a:avLst/>
              <a:gdLst/>
              <a:ahLst/>
              <a:cxnLst/>
              <a:rect l="l" t="t" r="r" b="b"/>
              <a:pathLst>
                <a:path w="197506" h="16620" extrusionOk="0">
                  <a:moveTo>
                    <a:pt x="1" y="0"/>
                  </a:moveTo>
                  <a:lnTo>
                    <a:pt x="1" y="16192"/>
                  </a:lnTo>
                  <a:cubicBezTo>
                    <a:pt x="1" y="16428"/>
                    <a:pt x="191" y="16620"/>
                    <a:pt x="428" y="16620"/>
                  </a:cubicBezTo>
                  <a:lnTo>
                    <a:pt x="197079" y="16620"/>
                  </a:lnTo>
                  <a:cubicBezTo>
                    <a:pt x="197314" y="16620"/>
                    <a:pt x="197506" y="16428"/>
                    <a:pt x="197506" y="16192"/>
                  </a:cubicBezTo>
                  <a:lnTo>
                    <a:pt x="19750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110"/>
            <p:cNvSpPr/>
            <p:nvPr/>
          </p:nvSpPr>
          <p:spPr>
            <a:xfrm>
              <a:off x="1297425" y="2444575"/>
              <a:ext cx="5232150" cy="241725"/>
            </a:xfrm>
            <a:custGeom>
              <a:avLst/>
              <a:gdLst/>
              <a:ahLst/>
              <a:cxnLst/>
              <a:rect l="l" t="t" r="r" b="b"/>
              <a:pathLst>
                <a:path w="209286" h="9669" extrusionOk="0">
                  <a:moveTo>
                    <a:pt x="1" y="1"/>
                  </a:moveTo>
                  <a:lnTo>
                    <a:pt x="1" y="9668"/>
                  </a:lnTo>
                  <a:lnTo>
                    <a:pt x="209286" y="9668"/>
                  </a:lnTo>
                  <a:lnTo>
                    <a:pt x="209286" y="1"/>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110"/>
            <p:cNvSpPr/>
            <p:nvPr/>
          </p:nvSpPr>
          <p:spPr>
            <a:xfrm>
              <a:off x="1340475" y="2686225"/>
              <a:ext cx="223550" cy="870950"/>
            </a:xfrm>
            <a:custGeom>
              <a:avLst/>
              <a:gdLst/>
              <a:ahLst/>
              <a:cxnLst/>
              <a:rect l="l" t="t" r="r" b="b"/>
              <a:pathLst>
                <a:path w="8942" h="34838" extrusionOk="0">
                  <a:moveTo>
                    <a:pt x="0" y="1"/>
                  </a:moveTo>
                  <a:lnTo>
                    <a:pt x="0" y="34838"/>
                  </a:lnTo>
                  <a:lnTo>
                    <a:pt x="8941" y="34838"/>
                  </a:lnTo>
                  <a:lnTo>
                    <a:pt x="8941" y="1"/>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110"/>
            <p:cNvSpPr/>
            <p:nvPr/>
          </p:nvSpPr>
          <p:spPr>
            <a:xfrm>
              <a:off x="1340475" y="3711400"/>
              <a:ext cx="223550" cy="870900"/>
            </a:xfrm>
            <a:custGeom>
              <a:avLst/>
              <a:gdLst/>
              <a:ahLst/>
              <a:cxnLst/>
              <a:rect l="l" t="t" r="r" b="b"/>
              <a:pathLst>
                <a:path w="8942" h="34836" extrusionOk="0">
                  <a:moveTo>
                    <a:pt x="0" y="0"/>
                  </a:moveTo>
                  <a:lnTo>
                    <a:pt x="2075" y="34835"/>
                  </a:lnTo>
                  <a:lnTo>
                    <a:pt x="6867" y="34835"/>
                  </a:lnTo>
                  <a:lnTo>
                    <a:pt x="8941"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110"/>
            <p:cNvSpPr/>
            <p:nvPr/>
          </p:nvSpPr>
          <p:spPr>
            <a:xfrm>
              <a:off x="1345925" y="3530975"/>
              <a:ext cx="212650" cy="212650"/>
            </a:xfrm>
            <a:custGeom>
              <a:avLst/>
              <a:gdLst/>
              <a:ahLst/>
              <a:cxnLst/>
              <a:rect l="l" t="t" r="r" b="b"/>
              <a:pathLst>
                <a:path w="8506" h="8506" extrusionOk="0">
                  <a:moveTo>
                    <a:pt x="4252" y="0"/>
                  </a:moveTo>
                  <a:cubicBezTo>
                    <a:pt x="1904" y="0"/>
                    <a:pt x="0" y="1904"/>
                    <a:pt x="0" y="4252"/>
                  </a:cubicBezTo>
                  <a:cubicBezTo>
                    <a:pt x="0" y="6601"/>
                    <a:pt x="1904" y="8505"/>
                    <a:pt x="4252" y="8505"/>
                  </a:cubicBezTo>
                  <a:cubicBezTo>
                    <a:pt x="6601" y="8505"/>
                    <a:pt x="8505" y="6601"/>
                    <a:pt x="8505" y="4252"/>
                  </a:cubicBezTo>
                  <a:cubicBezTo>
                    <a:pt x="8505" y="1904"/>
                    <a:pt x="6601" y="0"/>
                    <a:pt x="425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110"/>
            <p:cNvSpPr/>
            <p:nvPr/>
          </p:nvSpPr>
          <p:spPr>
            <a:xfrm>
              <a:off x="6254450" y="2686225"/>
              <a:ext cx="223550" cy="870950"/>
            </a:xfrm>
            <a:custGeom>
              <a:avLst/>
              <a:gdLst/>
              <a:ahLst/>
              <a:cxnLst/>
              <a:rect l="l" t="t" r="r" b="b"/>
              <a:pathLst>
                <a:path w="8942" h="34838" extrusionOk="0">
                  <a:moveTo>
                    <a:pt x="0" y="1"/>
                  </a:moveTo>
                  <a:lnTo>
                    <a:pt x="0" y="34838"/>
                  </a:lnTo>
                  <a:lnTo>
                    <a:pt x="8941" y="34838"/>
                  </a:lnTo>
                  <a:lnTo>
                    <a:pt x="8941" y="1"/>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110"/>
            <p:cNvSpPr/>
            <p:nvPr/>
          </p:nvSpPr>
          <p:spPr>
            <a:xfrm>
              <a:off x="6254450" y="3711400"/>
              <a:ext cx="223550" cy="870900"/>
            </a:xfrm>
            <a:custGeom>
              <a:avLst/>
              <a:gdLst/>
              <a:ahLst/>
              <a:cxnLst/>
              <a:rect l="l" t="t" r="r" b="b"/>
              <a:pathLst>
                <a:path w="8942" h="34836" extrusionOk="0">
                  <a:moveTo>
                    <a:pt x="0" y="0"/>
                  </a:moveTo>
                  <a:lnTo>
                    <a:pt x="2075" y="34835"/>
                  </a:lnTo>
                  <a:lnTo>
                    <a:pt x="6867" y="34835"/>
                  </a:lnTo>
                  <a:lnTo>
                    <a:pt x="8941"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110"/>
            <p:cNvSpPr/>
            <p:nvPr/>
          </p:nvSpPr>
          <p:spPr>
            <a:xfrm>
              <a:off x="6259900" y="3530975"/>
              <a:ext cx="212650" cy="212650"/>
            </a:xfrm>
            <a:custGeom>
              <a:avLst/>
              <a:gdLst/>
              <a:ahLst/>
              <a:cxnLst/>
              <a:rect l="l" t="t" r="r" b="b"/>
              <a:pathLst>
                <a:path w="8506" h="8506" extrusionOk="0">
                  <a:moveTo>
                    <a:pt x="4252" y="0"/>
                  </a:moveTo>
                  <a:cubicBezTo>
                    <a:pt x="1904" y="0"/>
                    <a:pt x="0" y="1904"/>
                    <a:pt x="0" y="4252"/>
                  </a:cubicBezTo>
                  <a:cubicBezTo>
                    <a:pt x="0" y="6601"/>
                    <a:pt x="1904" y="8505"/>
                    <a:pt x="4252" y="8505"/>
                  </a:cubicBezTo>
                  <a:cubicBezTo>
                    <a:pt x="6601" y="8505"/>
                    <a:pt x="8505" y="6601"/>
                    <a:pt x="8505" y="4252"/>
                  </a:cubicBezTo>
                  <a:cubicBezTo>
                    <a:pt x="8505" y="1904"/>
                    <a:pt x="6601" y="0"/>
                    <a:pt x="425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110"/>
            <p:cNvSpPr/>
            <p:nvPr/>
          </p:nvSpPr>
          <p:spPr>
            <a:xfrm>
              <a:off x="5217575" y="2177825"/>
              <a:ext cx="219050" cy="266775"/>
            </a:xfrm>
            <a:custGeom>
              <a:avLst/>
              <a:gdLst/>
              <a:ahLst/>
              <a:cxnLst/>
              <a:rect l="l" t="t" r="r" b="b"/>
              <a:pathLst>
                <a:path w="8762" h="10671" extrusionOk="0">
                  <a:moveTo>
                    <a:pt x="1" y="1"/>
                  </a:moveTo>
                  <a:lnTo>
                    <a:pt x="2072" y="10671"/>
                  </a:lnTo>
                  <a:lnTo>
                    <a:pt x="6692" y="10671"/>
                  </a:lnTo>
                  <a:lnTo>
                    <a:pt x="8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110"/>
            <p:cNvSpPr/>
            <p:nvPr/>
          </p:nvSpPr>
          <p:spPr>
            <a:xfrm>
              <a:off x="2296500" y="2177825"/>
              <a:ext cx="219100" cy="266775"/>
            </a:xfrm>
            <a:custGeom>
              <a:avLst/>
              <a:gdLst/>
              <a:ahLst/>
              <a:cxnLst/>
              <a:rect l="l" t="t" r="r" b="b"/>
              <a:pathLst>
                <a:path w="8764" h="10671" extrusionOk="0">
                  <a:moveTo>
                    <a:pt x="0" y="1"/>
                  </a:moveTo>
                  <a:lnTo>
                    <a:pt x="2071" y="10671"/>
                  </a:lnTo>
                  <a:lnTo>
                    <a:pt x="6692" y="10671"/>
                  </a:lnTo>
                  <a:lnTo>
                    <a:pt x="876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9" name="Google Shape;4619;p110"/>
          <p:cNvGrpSpPr/>
          <p:nvPr/>
        </p:nvGrpSpPr>
        <p:grpSpPr>
          <a:xfrm>
            <a:off x="4243789" y="1316545"/>
            <a:ext cx="1485460" cy="1551024"/>
            <a:chOff x="1301275" y="238125"/>
            <a:chExt cx="5016750" cy="5238175"/>
          </a:xfrm>
        </p:grpSpPr>
        <p:sp>
          <p:nvSpPr>
            <p:cNvPr id="4620" name="Google Shape;4620;p110"/>
            <p:cNvSpPr/>
            <p:nvPr/>
          </p:nvSpPr>
          <p:spPr>
            <a:xfrm>
              <a:off x="1301275" y="5229900"/>
              <a:ext cx="4966425" cy="246400"/>
            </a:xfrm>
            <a:custGeom>
              <a:avLst/>
              <a:gdLst/>
              <a:ahLst/>
              <a:cxnLst/>
              <a:rect l="l" t="t" r="r" b="b"/>
              <a:pathLst>
                <a:path w="198657" h="9856" extrusionOk="0">
                  <a:moveTo>
                    <a:pt x="99328" y="0"/>
                  </a:moveTo>
                  <a:cubicBezTo>
                    <a:pt x="72985" y="0"/>
                    <a:pt x="47720" y="519"/>
                    <a:pt x="29092" y="1443"/>
                  </a:cubicBezTo>
                  <a:cubicBezTo>
                    <a:pt x="10465" y="2368"/>
                    <a:pt x="0" y="3621"/>
                    <a:pt x="0" y="4928"/>
                  </a:cubicBezTo>
                  <a:cubicBezTo>
                    <a:pt x="0" y="6235"/>
                    <a:pt x="10465" y="7489"/>
                    <a:pt x="29092" y="8413"/>
                  </a:cubicBezTo>
                  <a:cubicBezTo>
                    <a:pt x="47720" y="9337"/>
                    <a:pt x="72985" y="9856"/>
                    <a:pt x="99328" y="9856"/>
                  </a:cubicBezTo>
                  <a:cubicBezTo>
                    <a:pt x="125671" y="9856"/>
                    <a:pt x="150936" y="9337"/>
                    <a:pt x="169564" y="8413"/>
                  </a:cubicBezTo>
                  <a:cubicBezTo>
                    <a:pt x="188191" y="7489"/>
                    <a:pt x="198656" y="6235"/>
                    <a:pt x="198656" y="4928"/>
                  </a:cubicBezTo>
                  <a:cubicBezTo>
                    <a:pt x="198656" y="3621"/>
                    <a:pt x="188191" y="2368"/>
                    <a:pt x="169564" y="1443"/>
                  </a:cubicBezTo>
                  <a:cubicBezTo>
                    <a:pt x="150936" y="519"/>
                    <a:pt x="125671" y="0"/>
                    <a:pt x="99328" y="0"/>
                  </a:cubicBezTo>
                  <a:close/>
                </a:path>
              </a:pathLst>
            </a:custGeom>
            <a:solidFill>
              <a:srgbClr val="F3D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110"/>
            <p:cNvSpPr/>
            <p:nvPr/>
          </p:nvSpPr>
          <p:spPr>
            <a:xfrm>
              <a:off x="3594125" y="620825"/>
              <a:ext cx="688525" cy="924350"/>
            </a:xfrm>
            <a:custGeom>
              <a:avLst/>
              <a:gdLst/>
              <a:ahLst/>
              <a:cxnLst/>
              <a:rect l="l" t="t" r="r" b="b"/>
              <a:pathLst>
                <a:path w="27541" h="36974" extrusionOk="0">
                  <a:moveTo>
                    <a:pt x="26472" y="1"/>
                  </a:moveTo>
                  <a:lnTo>
                    <a:pt x="26472" y="1"/>
                  </a:lnTo>
                  <a:cubicBezTo>
                    <a:pt x="26472" y="1"/>
                    <a:pt x="24718" y="155"/>
                    <a:pt x="21857" y="1946"/>
                  </a:cubicBezTo>
                  <a:cubicBezTo>
                    <a:pt x="18996" y="3739"/>
                    <a:pt x="1" y="29221"/>
                    <a:pt x="1" y="29221"/>
                  </a:cubicBezTo>
                  <a:lnTo>
                    <a:pt x="992" y="35820"/>
                  </a:lnTo>
                  <a:cubicBezTo>
                    <a:pt x="992" y="35820"/>
                    <a:pt x="3179" y="36973"/>
                    <a:pt x="4816" y="36973"/>
                  </a:cubicBezTo>
                  <a:cubicBezTo>
                    <a:pt x="5939" y="36973"/>
                    <a:pt x="6802" y="36430"/>
                    <a:pt x="6523" y="34599"/>
                  </a:cubicBezTo>
                  <a:cubicBezTo>
                    <a:pt x="5838" y="30098"/>
                    <a:pt x="7934" y="27885"/>
                    <a:pt x="10643" y="24490"/>
                  </a:cubicBezTo>
                  <a:cubicBezTo>
                    <a:pt x="13351" y="21095"/>
                    <a:pt x="20446" y="13962"/>
                    <a:pt x="23459" y="11406"/>
                  </a:cubicBezTo>
                  <a:cubicBezTo>
                    <a:pt x="26472" y="8851"/>
                    <a:pt x="27540" y="3205"/>
                    <a:pt x="264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110"/>
            <p:cNvSpPr/>
            <p:nvPr/>
          </p:nvSpPr>
          <p:spPr>
            <a:xfrm>
              <a:off x="4367925" y="1773175"/>
              <a:ext cx="469775" cy="241000"/>
            </a:xfrm>
            <a:custGeom>
              <a:avLst/>
              <a:gdLst/>
              <a:ahLst/>
              <a:cxnLst/>
              <a:rect l="l" t="t" r="r" b="b"/>
              <a:pathLst>
                <a:path w="18791" h="9640" extrusionOk="0">
                  <a:moveTo>
                    <a:pt x="7469" y="1"/>
                  </a:moveTo>
                  <a:cubicBezTo>
                    <a:pt x="5108" y="1"/>
                    <a:pt x="2557" y="436"/>
                    <a:pt x="1" y="1211"/>
                  </a:cubicBezTo>
                  <a:lnTo>
                    <a:pt x="580" y="7512"/>
                  </a:lnTo>
                  <a:cubicBezTo>
                    <a:pt x="580" y="7512"/>
                    <a:pt x="659" y="7517"/>
                    <a:pt x="796" y="7517"/>
                  </a:cubicBezTo>
                  <a:cubicBezTo>
                    <a:pt x="1490" y="7517"/>
                    <a:pt x="3670" y="7390"/>
                    <a:pt x="4622" y="5851"/>
                  </a:cubicBezTo>
                  <a:cubicBezTo>
                    <a:pt x="4551" y="4478"/>
                    <a:pt x="6037" y="3600"/>
                    <a:pt x="6828" y="3600"/>
                  </a:cubicBezTo>
                  <a:cubicBezTo>
                    <a:pt x="6858" y="3600"/>
                    <a:pt x="6887" y="3601"/>
                    <a:pt x="6915" y="3603"/>
                  </a:cubicBezTo>
                  <a:cubicBezTo>
                    <a:pt x="7679" y="3673"/>
                    <a:pt x="8383" y="3962"/>
                    <a:pt x="9574" y="4198"/>
                  </a:cubicBezTo>
                  <a:cubicBezTo>
                    <a:pt x="11152" y="5809"/>
                    <a:pt x="9592" y="7820"/>
                    <a:pt x="8688" y="8188"/>
                  </a:cubicBezTo>
                  <a:cubicBezTo>
                    <a:pt x="8760" y="8526"/>
                    <a:pt x="10023" y="9640"/>
                    <a:pt x="12180" y="9640"/>
                  </a:cubicBezTo>
                  <a:cubicBezTo>
                    <a:pt x="12639" y="9640"/>
                    <a:pt x="13139" y="9589"/>
                    <a:pt x="13677" y="9470"/>
                  </a:cubicBezTo>
                  <a:cubicBezTo>
                    <a:pt x="16739" y="8790"/>
                    <a:pt x="18790" y="4720"/>
                    <a:pt x="14619" y="1896"/>
                  </a:cubicBezTo>
                  <a:cubicBezTo>
                    <a:pt x="12679" y="583"/>
                    <a:pt x="10201" y="1"/>
                    <a:pt x="74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110"/>
            <p:cNvSpPr/>
            <p:nvPr/>
          </p:nvSpPr>
          <p:spPr>
            <a:xfrm>
              <a:off x="3408875" y="1176250"/>
              <a:ext cx="1095200" cy="848500"/>
            </a:xfrm>
            <a:custGeom>
              <a:avLst/>
              <a:gdLst/>
              <a:ahLst/>
              <a:cxnLst/>
              <a:rect l="l" t="t" r="r" b="b"/>
              <a:pathLst>
                <a:path w="43808" h="33940" extrusionOk="0">
                  <a:moveTo>
                    <a:pt x="5238" y="0"/>
                  </a:moveTo>
                  <a:cubicBezTo>
                    <a:pt x="4901" y="0"/>
                    <a:pt x="4553" y="35"/>
                    <a:pt x="4194" y="106"/>
                  </a:cubicBezTo>
                  <a:cubicBezTo>
                    <a:pt x="1991" y="541"/>
                    <a:pt x="0" y="2843"/>
                    <a:pt x="643" y="7394"/>
                  </a:cubicBezTo>
                  <a:cubicBezTo>
                    <a:pt x="1683" y="14749"/>
                    <a:pt x="8057" y="33939"/>
                    <a:pt x="30832" y="33939"/>
                  </a:cubicBezTo>
                  <a:cubicBezTo>
                    <a:pt x="34673" y="33939"/>
                    <a:pt x="38980" y="33393"/>
                    <a:pt x="43807" y="32153"/>
                  </a:cubicBezTo>
                  <a:lnTo>
                    <a:pt x="40537" y="23838"/>
                  </a:lnTo>
                  <a:cubicBezTo>
                    <a:pt x="40537" y="23838"/>
                    <a:pt x="37712" y="24235"/>
                    <a:pt x="34046" y="24235"/>
                  </a:cubicBezTo>
                  <a:cubicBezTo>
                    <a:pt x="30378" y="24235"/>
                    <a:pt x="25869" y="23837"/>
                    <a:pt x="22505" y="22249"/>
                  </a:cubicBezTo>
                  <a:cubicBezTo>
                    <a:pt x="15264" y="18830"/>
                    <a:pt x="13619" y="12105"/>
                    <a:pt x="11668" y="6834"/>
                  </a:cubicBezTo>
                  <a:cubicBezTo>
                    <a:pt x="10003" y="2340"/>
                    <a:pt x="7983" y="0"/>
                    <a:pt x="523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110"/>
            <p:cNvSpPr/>
            <p:nvPr/>
          </p:nvSpPr>
          <p:spPr>
            <a:xfrm>
              <a:off x="2884075" y="2239725"/>
              <a:ext cx="1500075" cy="947300"/>
            </a:xfrm>
            <a:custGeom>
              <a:avLst/>
              <a:gdLst/>
              <a:ahLst/>
              <a:cxnLst/>
              <a:rect l="l" t="t" r="r" b="b"/>
              <a:pathLst>
                <a:path w="60003" h="37892" extrusionOk="0">
                  <a:moveTo>
                    <a:pt x="5597" y="0"/>
                  </a:moveTo>
                  <a:cubicBezTo>
                    <a:pt x="5597" y="0"/>
                    <a:pt x="1540" y="4377"/>
                    <a:pt x="826" y="8455"/>
                  </a:cubicBezTo>
                  <a:cubicBezTo>
                    <a:pt x="0" y="13173"/>
                    <a:pt x="1989" y="16911"/>
                    <a:pt x="6294" y="19879"/>
                  </a:cubicBezTo>
                  <a:cubicBezTo>
                    <a:pt x="10599" y="22845"/>
                    <a:pt x="32007" y="31935"/>
                    <a:pt x="42169" y="35787"/>
                  </a:cubicBezTo>
                  <a:cubicBezTo>
                    <a:pt x="46056" y="37261"/>
                    <a:pt x="49203" y="37892"/>
                    <a:pt x="51698" y="37892"/>
                  </a:cubicBezTo>
                  <a:cubicBezTo>
                    <a:pt x="55724" y="37892"/>
                    <a:pt x="58050" y="36248"/>
                    <a:pt x="59046" y="33853"/>
                  </a:cubicBezTo>
                  <a:cubicBezTo>
                    <a:pt x="60003" y="31549"/>
                    <a:pt x="59051" y="28489"/>
                    <a:pt x="56505" y="26590"/>
                  </a:cubicBezTo>
                  <a:cubicBezTo>
                    <a:pt x="53959" y="24692"/>
                    <a:pt x="28197" y="3940"/>
                    <a:pt x="22875" y="587"/>
                  </a:cubicBezTo>
                  <a:lnTo>
                    <a:pt x="559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110"/>
            <p:cNvSpPr/>
            <p:nvPr/>
          </p:nvSpPr>
          <p:spPr>
            <a:xfrm>
              <a:off x="3847650" y="2974125"/>
              <a:ext cx="551125" cy="1063025"/>
            </a:xfrm>
            <a:custGeom>
              <a:avLst/>
              <a:gdLst/>
              <a:ahLst/>
              <a:cxnLst/>
              <a:rect l="l" t="t" r="r" b="b"/>
              <a:pathLst>
                <a:path w="22045" h="42521" extrusionOk="0">
                  <a:moveTo>
                    <a:pt x="13911" y="0"/>
                  </a:moveTo>
                  <a:cubicBezTo>
                    <a:pt x="11065" y="0"/>
                    <a:pt x="8137" y="851"/>
                    <a:pt x="6648" y="2869"/>
                  </a:cubicBezTo>
                  <a:cubicBezTo>
                    <a:pt x="4376" y="5951"/>
                    <a:pt x="3884" y="13599"/>
                    <a:pt x="3365" y="20098"/>
                  </a:cubicBezTo>
                  <a:cubicBezTo>
                    <a:pt x="2869" y="26299"/>
                    <a:pt x="3400" y="30793"/>
                    <a:pt x="1" y="40180"/>
                  </a:cubicBezTo>
                  <a:cubicBezTo>
                    <a:pt x="1167" y="40993"/>
                    <a:pt x="2905" y="42521"/>
                    <a:pt x="5380" y="42521"/>
                  </a:cubicBezTo>
                  <a:cubicBezTo>
                    <a:pt x="5591" y="42521"/>
                    <a:pt x="5806" y="42510"/>
                    <a:pt x="6027" y="42486"/>
                  </a:cubicBezTo>
                  <a:cubicBezTo>
                    <a:pt x="6033" y="42406"/>
                    <a:pt x="19568" y="8892"/>
                    <a:pt x="21122" y="4448"/>
                  </a:cubicBezTo>
                  <a:cubicBezTo>
                    <a:pt x="22044" y="1812"/>
                    <a:pt x="18065" y="0"/>
                    <a:pt x="139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110"/>
            <p:cNvSpPr/>
            <p:nvPr/>
          </p:nvSpPr>
          <p:spPr>
            <a:xfrm>
              <a:off x="1331425" y="3238100"/>
              <a:ext cx="2105900" cy="2105875"/>
            </a:xfrm>
            <a:custGeom>
              <a:avLst/>
              <a:gdLst/>
              <a:ahLst/>
              <a:cxnLst/>
              <a:rect l="l" t="t" r="r" b="b"/>
              <a:pathLst>
                <a:path w="84236" h="84235" extrusionOk="0">
                  <a:moveTo>
                    <a:pt x="42118" y="4120"/>
                  </a:moveTo>
                  <a:cubicBezTo>
                    <a:pt x="63069" y="4120"/>
                    <a:pt x="80115" y="21165"/>
                    <a:pt x="80115" y="42118"/>
                  </a:cubicBezTo>
                  <a:cubicBezTo>
                    <a:pt x="80115" y="63069"/>
                    <a:pt x="63070" y="80114"/>
                    <a:pt x="42118" y="80114"/>
                  </a:cubicBezTo>
                  <a:cubicBezTo>
                    <a:pt x="21166" y="80114"/>
                    <a:pt x="4121" y="63068"/>
                    <a:pt x="4121" y="42117"/>
                  </a:cubicBezTo>
                  <a:cubicBezTo>
                    <a:pt x="4121" y="21166"/>
                    <a:pt x="21166" y="4120"/>
                    <a:pt x="42118" y="4120"/>
                  </a:cubicBezTo>
                  <a:close/>
                  <a:moveTo>
                    <a:pt x="42118" y="0"/>
                  </a:moveTo>
                  <a:cubicBezTo>
                    <a:pt x="18894" y="0"/>
                    <a:pt x="0" y="18893"/>
                    <a:pt x="0" y="42118"/>
                  </a:cubicBezTo>
                  <a:cubicBezTo>
                    <a:pt x="0" y="65341"/>
                    <a:pt x="18894" y="84235"/>
                    <a:pt x="42118" y="84235"/>
                  </a:cubicBezTo>
                  <a:cubicBezTo>
                    <a:pt x="65341" y="84235"/>
                    <a:pt x="84236" y="65340"/>
                    <a:pt x="84236" y="42118"/>
                  </a:cubicBezTo>
                  <a:cubicBezTo>
                    <a:pt x="84236" y="18894"/>
                    <a:pt x="65342" y="0"/>
                    <a:pt x="4211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110"/>
            <p:cNvSpPr/>
            <p:nvPr/>
          </p:nvSpPr>
          <p:spPr>
            <a:xfrm>
              <a:off x="1421525" y="3328175"/>
              <a:ext cx="1925700" cy="1925700"/>
            </a:xfrm>
            <a:custGeom>
              <a:avLst/>
              <a:gdLst/>
              <a:ahLst/>
              <a:cxnLst/>
              <a:rect l="l" t="t" r="r" b="b"/>
              <a:pathLst>
                <a:path w="77028" h="77028" extrusionOk="0">
                  <a:moveTo>
                    <a:pt x="38514" y="2608"/>
                  </a:moveTo>
                  <a:cubicBezTo>
                    <a:pt x="58312" y="2608"/>
                    <a:pt x="74420" y="18715"/>
                    <a:pt x="74420" y="38515"/>
                  </a:cubicBezTo>
                  <a:cubicBezTo>
                    <a:pt x="74420" y="58313"/>
                    <a:pt x="58312" y="74421"/>
                    <a:pt x="38514" y="74421"/>
                  </a:cubicBezTo>
                  <a:cubicBezTo>
                    <a:pt x="18715" y="74421"/>
                    <a:pt x="2608" y="58313"/>
                    <a:pt x="2608" y="38515"/>
                  </a:cubicBezTo>
                  <a:cubicBezTo>
                    <a:pt x="2608" y="18715"/>
                    <a:pt x="18715" y="2608"/>
                    <a:pt x="38514" y="2608"/>
                  </a:cubicBezTo>
                  <a:close/>
                  <a:moveTo>
                    <a:pt x="38514" y="1"/>
                  </a:moveTo>
                  <a:cubicBezTo>
                    <a:pt x="17278" y="1"/>
                    <a:pt x="1" y="17278"/>
                    <a:pt x="1" y="38515"/>
                  </a:cubicBezTo>
                  <a:cubicBezTo>
                    <a:pt x="1" y="59750"/>
                    <a:pt x="17278" y="77028"/>
                    <a:pt x="38514" y="77028"/>
                  </a:cubicBezTo>
                  <a:cubicBezTo>
                    <a:pt x="59750" y="77028"/>
                    <a:pt x="77027" y="59750"/>
                    <a:pt x="77027" y="38514"/>
                  </a:cubicBezTo>
                  <a:cubicBezTo>
                    <a:pt x="77027" y="17278"/>
                    <a:pt x="59750" y="1"/>
                    <a:pt x="385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110"/>
            <p:cNvSpPr/>
            <p:nvPr/>
          </p:nvSpPr>
          <p:spPr>
            <a:xfrm>
              <a:off x="4212125" y="3238100"/>
              <a:ext cx="2105900" cy="2105875"/>
            </a:xfrm>
            <a:custGeom>
              <a:avLst/>
              <a:gdLst/>
              <a:ahLst/>
              <a:cxnLst/>
              <a:rect l="l" t="t" r="r" b="b"/>
              <a:pathLst>
                <a:path w="84236" h="84235" extrusionOk="0">
                  <a:moveTo>
                    <a:pt x="42118" y="4120"/>
                  </a:moveTo>
                  <a:cubicBezTo>
                    <a:pt x="63070" y="4120"/>
                    <a:pt x="80115" y="21165"/>
                    <a:pt x="80115" y="42118"/>
                  </a:cubicBezTo>
                  <a:cubicBezTo>
                    <a:pt x="80115" y="63069"/>
                    <a:pt x="63070" y="80114"/>
                    <a:pt x="42118" y="80114"/>
                  </a:cubicBezTo>
                  <a:cubicBezTo>
                    <a:pt x="21167" y="80114"/>
                    <a:pt x="4121" y="63068"/>
                    <a:pt x="4121" y="42117"/>
                  </a:cubicBezTo>
                  <a:cubicBezTo>
                    <a:pt x="4121" y="21166"/>
                    <a:pt x="21167" y="4120"/>
                    <a:pt x="42118" y="4120"/>
                  </a:cubicBezTo>
                  <a:close/>
                  <a:moveTo>
                    <a:pt x="42118" y="0"/>
                  </a:moveTo>
                  <a:cubicBezTo>
                    <a:pt x="18895" y="0"/>
                    <a:pt x="0" y="18893"/>
                    <a:pt x="0" y="42118"/>
                  </a:cubicBezTo>
                  <a:cubicBezTo>
                    <a:pt x="0" y="65341"/>
                    <a:pt x="18895" y="84235"/>
                    <a:pt x="42118" y="84235"/>
                  </a:cubicBezTo>
                  <a:cubicBezTo>
                    <a:pt x="65342" y="84235"/>
                    <a:pt x="84235" y="65340"/>
                    <a:pt x="84235" y="42118"/>
                  </a:cubicBezTo>
                  <a:cubicBezTo>
                    <a:pt x="84235" y="18894"/>
                    <a:pt x="65342" y="0"/>
                    <a:pt x="4211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110"/>
            <p:cNvSpPr/>
            <p:nvPr/>
          </p:nvSpPr>
          <p:spPr>
            <a:xfrm>
              <a:off x="4302225" y="3328175"/>
              <a:ext cx="1925700" cy="1925700"/>
            </a:xfrm>
            <a:custGeom>
              <a:avLst/>
              <a:gdLst/>
              <a:ahLst/>
              <a:cxnLst/>
              <a:rect l="l" t="t" r="r" b="b"/>
              <a:pathLst>
                <a:path w="77028" h="77028" extrusionOk="0">
                  <a:moveTo>
                    <a:pt x="38514" y="2608"/>
                  </a:moveTo>
                  <a:cubicBezTo>
                    <a:pt x="58312" y="2608"/>
                    <a:pt x="74421" y="18715"/>
                    <a:pt x="74421" y="38515"/>
                  </a:cubicBezTo>
                  <a:cubicBezTo>
                    <a:pt x="74421" y="58313"/>
                    <a:pt x="58312" y="74421"/>
                    <a:pt x="38514" y="74421"/>
                  </a:cubicBezTo>
                  <a:cubicBezTo>
                    <a:pt x="18716" y="74421"/>
                    <a:pt x="2608" y="58313"/>
                    <a:pt x="2608" y="38515"/>
                  </a:cubicBezTo>
                  <a:cubicBezTo>
                    <a:pt x="2608" y="18715"/>
                    <a:pt x="18715" y="2608"/>
                    <a:pt x="38514" y="2608"/>
                  </a:cubicBezTo>
                  <a:close/>
                  <a:moveTo>
                    <a:pt x="38514" y="1"/>
                  </a:moveTo>
                  <a:cubicBezTo>
                    <a:pt x="17278" y="1"/>
                    <a:pt x="1" y="17278"/>
                    <a:pt x="1" y="38515"/>
                  </a:cubicBezTo>
                  <a:cubicBezTo>
                    <a:pt x="1" y="59750"/>
                    <a:pt x="17278" y="77028"/>
                    <a:pt x="38514" y="77028"/>
                  </a:cubicBezTo>
                  <a:cubicBezTo>
                    <a:pt x="59751" y="77028"/>
                    <a:pt x="77027" y="59750"/>
                    <a:pt x="77027" y="38514"/>
                  </a:cubicBezTo>
                  <a:cubicBezTo>
                    <a:pt x="77027" y="17278"/>
                    <a:pt x="59751" y="1"/>
                    <a:pt x="385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110"/>
            <p:cNvSpPr/>
            <p:nvPr/>
          </p:nvSpPr>
          <p:spPr>
            <a:xfrm>
              <a:off x="1591900" y="1508525"/>
              <a:ext cx="1219875" cy="1503475"/>
            </a:xfrm>
            <a:custGeom>
              <a:avLst/>
              <a:gdLst/>
              <a:ahLst/>
              <a:cxnLst/>
              <a:rect l="l" t="t" r="r" b="b"/>
              <a:pathLst>
                <a:path w="48795" h="60139" extrusionOk="0">
                  <a:moveTo>
                    <a:pt x="44015" y="0"/>
                  </a:moveTo>
                  <a:cubicBezTo>
                    <a:pt x="44014" y="0"/>
                    <a:pt x="44013" y="0"/>
                    <a:pt x="44012" y="0"/>
                  </a:cubicBezTo>
                  <a:lnTo>
                    <a:pt x="4751" y="23"/>
                  </a:lnTo>
                  <a:cubicBezTo>
                    <a:pt x="2127" y="24"/>
                    <a:pt x="1" y="2153"/>
                    <a:pt x="3" y="4777"/>
                  </a:cubicBezTo>
                  <a:lnTo>
                    <a:pt x="30" y="55389"/>
                  </a:lnTo>
                  <a:cubicBezTo>
                    <a:pt x="31" y="58013"/>
                    <a:pt x="2159" y="60138"/>
                    <a:pt x="4782" y="60138"/>
                  </a:cubicBezTo>
                  <a:cubicBezTo>
                    <a:pt x="4782" y="60138"/>
                    <a:pt x="4783" y="60138"/>
                    <a:pt x="4784" y="60138"/>
                  </a:cubicBezTo>
                  <a:lnTo>
                    <a:pt x="44044" y="60116"/>
                  </a:lnTo>
                  <a:cubicBezTo>
                    <a:pt x="46668" y="60115"/>
                    <a:pt x="48795" y="57987"/>
                    <a:pt x="48793" y="55363"/>
                  </a:cubicBezTo>
                  <a:lnTo>
                    <a:pt x="48766" y="4749"/>
                  </a:lnTo>
                  <a:cubicBezTo>
                    <a:pt x="48765" y="2126"/>
                    <a:pt x="46638" y="0"/>
                    <a:pt x="440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110"/>
            <p:cNvSpPr/>
            <p:nvPr/>
          </p:nvSpPr>
          <p:spPr>
            <a:xfrm>
              <a:off x="1661775" y="1594625"/>
              <a:ext cx="1080150" cy="1331225"/>
            </a:xfrm>
            <a:custGeom>
              <a:avLst/>
              <a:gdLst/>
              <a:ahLst/>
              <a:cxnLst/>
              <a:rect l="l" t="t" r="r" b="b"/>
              <a:pathLst>
                <a:path w="43206" h="53249" extrusionOk="0">
                  <a:moveTo>
                    <a:pt x="38429" y="0"/>
                  </a:moveTo>
                  <a:cubicBezTo>
                    <a:pt x="38428" y="0"/>
                    <a:pt x="38427" y="0"/>
                    <a:pt x="38427" y="0"/>
                  </a:cubicBezTo>
                  <a:lnTo>
                    <a:pt x="4751" y="19"/>
                  </a:lnTo>
                  <a:cubicBezTo>
                    <a:pt x="2127" y="20"/>
                    <a:pt x="1" y="2149"/>
                    <a:pt x="2" y="4773"/>
                  </a:cubicBezTo>
                  <a:lnTo>
                    <a:pt x="26" y="48501"/>
                  </a:lnTo>
                  <a:cubicBezTo>
                    <a:pt x="27" y="51123"/>
                    <a:pt x="2154" y="53249"/>
                    <a:pt x="4777" y="53249"/>
                  </a:cubicBezTo>
                  <a:cubicBezTo>
                    <a:pt x="4778" y="53249"/>
                    <a:pt x="4779" y="53249"/>
                    <a:pt x="4779" y="53249"/>
                  </a:cubicBezTo>
                  <a:lnTo>
                    <a:pt x="38455" y="53230"/>
                  </a:lnTo>
                  <a:cubicBezTo>
                    <a:pt x="41079" y="53229"/>
                    <a:pt x="43206" y="51101"/>
                    <a:pt x="43203" y="48477"/>
                  </a:cubicBezTo>
                  <a:lnTo>
                    <a:pt x="43179" y="4750"/>
                  </a:lnTo>
                  <a:cubicBezTo>
                    <a:pt x="43178" y="2126"/>
                    <a:pt x="41051" y="0"/>
                    <a:pt x="3842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110"/>
            <p:cNvSpPr/>
            <p:nvPr/>
          </p:nvSpPr>
          <p:spPr>
            <a:xfrm>
              <a:off x="1522325" y="1448950"/>
              <a:ext cx="1288775" cy="450450"/>
            </a:xfrm>
            <a:custGeom>
              <a:avLst/>
              <a:gdLst/>
              <a:ahLst/>
              <a:cxnLst/>
              <a:rect l="l" t="t" r="r" b="b"/>
              <a:pathLst>
                <a:path w="51551" h="18018" extrusionOk="0">
                  <a:moveTo>
                    <a:pt x="46799" y="0"/>
                  </a:moveTo>
                  <a:cubicBezTo>
                    <a:pt x="46798" y="0"/>
                    <a:pt x="46797" y="0"/>
                    <a:pt x="46797" y="0"/>
                  </a:cubicBezTo>
                  <a:lnTo>
                    <a:pt x="4751" y="64"/>
                  </a:lnTo>
                  <a:cubicBezTo>
                    <a:pt x="2127" y="66"/>
                    <a:pt x="1" y="2193"/>
                    <a:pt x="2" y="4817"/>
                  </a:cubicBezTo>
                  <a:lnTo>
                    <a:pt x="8" y="15237"/>
                  </a:lnTo>
                  <a:cubicBezTo>
                    <a:pt x="8" y="16773"/>
                    <a:pt x="1255" y="18018"/>
                    <a:pt x="2791" y="18018"/>
                  </a:cubicBezTo>
                  <a:lnTo>
                    <a:pt x="2786" y="7159"/>
                  </a:lnTo>
                  <a:cubicBezTo>
                    <a:pt x="2784" y="4535"/>
                    <a:pt x="4910" y="2406"/>
                    <a:pt x="7534" y="2405"/>
                  </a:cubicBezTo>
                  <a:lnTo>
                    <a:pt x="46795" y="2383"/>
                  </a:lnTo>
                  <a:cubicBezTo>
                    <a:pt x="46796" y="2383"/>
                    <a:pt x="46797" y="2383"/>
                    <a:pt x="46798" y="2383"/>
                  </a:cubicBezTo>
                  <a:cubicBezTo>
                    <a:pt x="49421" y="2383"/>
                    <a:pt x="51548" y="4509"/>
                    <a:pt x="51549" y="7132"/>
                  </a:cubicBezTo>
                  <a:lnTo>
                    <a:pt x="51550" y="4749"/>
                  </a:lnTo>
                  <a:cubicBezTo>
                    <a:pt x="51549" y="2126"/>
                    <a:pt x="49422" y="0"/>
                    <a:pt x="467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110"/>
            <p:cNvSpPr/>
            <p:nvPr/>
          </p:nvSpPr>
          <p:spPr>
            <a:xfrm>
              <a:off x="1979225" y="2262500"/>
              <a:ext cx="454100" cy="437275"/>
            </a:xfrm>
            <a:custGeom>
              <a:avLst/>
              <a:gdLst/>
              <a:ahLst/>
              <a:cxnLst/>
              <a:rect l="l" t="t" r="r" b="b"/>
              <a:pathLst>
                <a:path w="18164" h="17491" extrusionOk="0">
                  <a:moveTo>
                    <a:pt x="1" y="1"/>
                  </a:moveTo>
                  <a:lnTo>
                    <a:pt x="1" y="17452"/>
                  </a:lnTo>
                  <a:cubicBezTo>
                    <a:pt x="1" y="17473"/>
                    <a:pt x="17" y="17490"/>
                    <a:pt x="39" y="17490"/>
                  </a:cubicBezTo>
                  <a:lnTo>
                    <a:pt x="18125" y="17490"/>
                  </a:lnTo>
                  <a:cubicBezTo>
                    <a:pt x="18146" y="17490"/>
                    <a:pt x="18164" y="17473"/>
                    <a:pt x="18164" y="17452"/>
                  </a:cubicBezTo>
                  <a:lnTo>
                    <a:pt x="181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110"/>
            <p:cNvSpPr/>
            <p:nvPr/>
          </p:nvSpPr>
          <p:spPr>
            <a:xfrm>
              <a:off x="1950225" y="2262375"/>
              <a:ext cx="511900" cy="94000"/>
            </a:xfrm>
            <a:custGeom>
              <a:avLst/>
              <a:gdLst/>
              <a:ahLst/>
              <a:cxnLst/>
              <a:rect l="l" t="t" r="r" b="b"/>
              <a:pathLst>
                <a:path w="20476" h="3760" extrusionOk="0">
                  <a:moveTo>
                    <a:pt x="20474" y="0"/>
                  </a:moveTo>
                  <a:lnTo>
                    <a:pt x="0" y="11"/>
                  </a:lnTo>
                  <a:lnTo>
                    <a:pt x="2" y="1454"/>
                  </a:lnTo>
                  <a:cubicBezTo>
                    <a:pt x="2" y="2727"/>
                    <a:pt x="1034" y="3759"/>
                    <a:pt x="2309" y="3759"/>
                  </a:cubicBezTo>
                  <a:lnTo>
                    <a:pt x="18170" y="3750"/>
                  </a:lnTo>
                  <a:cubicBezTo>
                    <a:pt x="19443" y="3749"/>
                    <a:pt x="20475" y="2716"/>
                    <a:pt x="20475" y="1443"/>
                  </a:cubicBezTo>
                  <a:lnTo>
                    <a:pt x="2047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110"/>
            <p:cNvSpPr/>
            <p:nvPr/>
          </p:nvSpPr>
          <p:spPr>
            <a:xfrm>
              <a:off x="4700725" y="1929075"/>
              <a:ext cx="402925" cy="717900"/>
            </a:xfrm>
            <a:custGeom>
              <a:avLst/>
              <a:gdLst/>
              <a:ahLst/>
              <a:cxnLst/>
              <a:rect l="l" t="t" r="r" b="b"/>
              <a:pathLst>
                <a:path w="16117" h="28716" extrusionOk="0">
                  <a:moveTo>
                    <a:pt x="2310" y="1"/>
                  </a:moveTo>
                  <a:cubicBezTo>
                    <a:pt x="1368" y="1"/>
                    <a:pt x="591" y="743"/>
                    <a:pt x="532" y="1691"/>
                  </a:cubicBezTo>
                  <a:cubicBezTo>
                    <a:pt x="469" y="2686"/>
                    <a:pt x="1224" y="3541"/>
                    <a:pt x="2217" y="3604"/>
                  </a:cubicBezTo>
                  <a:cubicBezTo>
                    <a:pt x="9328" y="4052"/>
                    <a:pt x="12511" y="6046"/>
                    <a:pt x="12511" y="7824"/>
                  </a:cubicBezTo>
                  <a:cubicBezTo>
                    <a:pt x="12511" y="10370"/>
                    <a:pt x="6692" y="13918"/>
                    <a:pt x="3216" y="16037"/>
                  </a:cubicBezTo>
                  <a:cubicBezTo>
                    <a:pt x="2719" y="16340"/>
                    <a:pt x="2240" y="16632"/>
                    <a:pt x="1788" y="16912"/>
                  </a:cubicBezTo>
                  <a:cubicBezTo>
                    <a:pt x="570" y="17669"/>
                    <a:pt x="1" y="19156"/>
                    <a:pt x="403" y="20529"/>
                  </a:cubicBezTo>
                  <a:cubicBezTo>
                    <a:pt x="1387" y="23884"/>
                    <a:pt x="2702" y="27396"/>
                    <a:pt x="2757" y="27544"/>
                  </a:cubicBezTo>
                  <a:cubicBezTo>
                    <a:pt x="3020" y="28248"/>
                    <a:pt x="3693" y="28714"/>
                    <a:pt x="4445" y="28714"/>
                  </a:cubicBezTo>
                  <a:lnTo>
                    <a:pt x="4445" y="28716"/>
                  </a:lnTo>
                  <a:cubicBezTo>
                    <a:pt x="5036" y="28714"/>
                    <a:pt x="5589" y="28424"/>
                    <a:pt x="5926" y="27938"/>
                  </a:cubicBezTo>
                  <a:cubicBezTo>
                    <a:pt x="6262" y="27452"/>
                    <a:pt x="6340" y="26833"/>
                    <a:pt x="6133" y="26279"/>
                  </a:cubicBezTo>
                  <a:cubicBezTo>
                    <a:pt x="6120" y="26245"/>
                    <a:pt x="4889" y="22956"/>
                    <a:pt x="3952" y="19814"/>
                  </a:cubicBezTo>
                  <a:cubicBezTo>
                    <a:pt x="4317" y="19588"/>
                    <a:pt x="4700" y="19354"/>
                    <a:pt x="5093" y="19115"/>
                  </a:cubicBezTo>
                  <a:cubicBezTo>
                    <a:pt x="10005" y="16122"/>
                    <a:pt x="16117" y="12396"/>
                    <a:pt x="16117" y="7824"/>
                  </a:cubicBezTo>
                  <a:cubicBezTo>
                    <a:pt x="16117" y="5732"/>
                    <a:pt x="14785" y="783"/>
                    <a:pt x="2443" y="6"/>
                  </a:cubicBezTo>
                  <a:cubicBezTo>
                    <a:pt x="2398" y="2"/>
                    <a:pt x="2354" y="1"/>
                    <a:pt x="231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110"/>
            <p:cNvSpPr/>
            <p:nvPr/>
          </p:nvSpPr>
          <p:spPr>
            <a:xfrm>
              <a:off x="2398325" y="4208600"/>
              <a:ext cx="1184475" cy="153175"/>
            </a:xfrm>
            <a:custGeom>
              <a:avLst/>
              <a:gdLst/>
              <a:ahLst/>
              <a:cxnLst/>
              <a:rect l="l" t="t" r="r" b="b"/>
              <a:pathLst>
                <a:path w="47379" h="6127" extrusionOk="0">
                  <a:moveTo>
                    <a:pt x="146" y="0"/>
                  </a:moveTo>
                  <a:lnTo>
                    <a:pt x="1" y="4634"/>
                  </a:lnTo>
                  <a:lnTo>
                    <a:pt x="47232" y="6127"/>
                  </a:lnTo>
                  <a:lnTo>
                    <a:pt x="47379" y="1493"/>
                  </a:lnTo>
                  <a:lnTo>
                    <a:pt x="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110"/>
            <p:cNvSpPr/>
            <p:nvPr/>
          </p:nvSpPr>
          <p:spPr>
            <a:xfrm>
              <a:off x="1834325" y="3058050"/>
              <a:ext cx="567450" cy="1227550"/>
            </a:xfrm>
            <a:custGeom>
              <a:avLst/>
              <a:gdLst/>
              <a:ahLst/>
              <a:cxnLst/>
              <a:rect l="l" t="t" r="r" b="b"/>
              <a:pathLst>
                <a:path w="22698" h="49102" extrusionOk="0">
                  <a:moveTo>
                    <a:pt x="1892" y="0"/>
                  </a:moveTo>
                  <a:lnTo>
                    <a:pt x="0" y="815"/>
                  </a:lnTo>
                  <a:lnTo>
                    <a:pt x="20805" y="49101"/>
                  </a:lnTo>
                  <a:lnTo>
                    <a:pt x="22698" y="48287"/>
                  </a:lnTo>
                  <a:lnTo>
                    <a:pt x="18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110"/>
            <p:cNvSpPr/>
            <p:nvPr/>
          </p:nvSpPr>
          <p:spPr>
            <a:xfrm>
              <a:off x="2352475" y="3061575"/>
              <a:ext cx="51525" cy="1198425"/>
            </a:xfrm>
            <a:custGeom>
              <a:avLst/>
              <a:gdLst/>
              <a:ahLst/>
              <a:cxnLst/>
              <a:rect l="l" t="t" r="r" b="b"/>
              <a:pathLst>
                <a:path w="2061" h="47937" extrusionOk="0">
                  <a:moveTo>
                    <a:pt x="0" y="1"/>
                  </a:moveTo>
                  <a:lnTo>
                    <a:pt x="0" y="47936"/>
                  </a:lnTo>
                  <a:lnTo>
                    <a:pt x="2060" y="47936"/>
                  </a:lnTo>
                  <a:lnTo>
                    <a:pt x="206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110"/>
            <p:cNvSpPr/>
            <p:nvPr/>
          </p:nvSpPr>
          <p:spPr>
            <a:xfrm>
              <a:off x="1639425" y="3012425"/>
              <a:ext cx="1585150" cy="115900"/>
            </a:xfrm>
            <a:custGeom>
              <a:avLst/>
              <a:gdLst/>
              <a:ahLst/>
              <a:cxnLst/>
              <a:rect l="l" t="t" r="r" b="b"/>
              <a:pathLst>
                <a:path w="63406" h="4636" extrusionOk="0">
                  <a:moveTo>
                    <a:pt x="2318" y="1"/>
                  </a:moveTo>
                  <a:cubicBezTo>
                    <a:pt x="1039" y="1"/>
                    <a:pt x="1" y="1037"/>
                    <a:pt x="1" y="2318"/>
                  </a:cubicBezTo>
                  <a:cubicBezTo>
                    <a:pt x="1" y="3599"/>
                    <a:pt x="1039" y="4636"/>
                    <a:pt x="2318" y="4636"/>
                  </a:cubicBezTo>
                  <a:cubicBezTo>
                    <a:pt x="2324" y="4636"/>
                    <a:pt x="2331" y="4636"/>
                    <a:pt x="2337" y="4636"/>
                  </a:cubicBezTo>
                  <a:lnTo>
                    <a:pt x="61070" y="4636"/>
                  </a:lnTo>
                  <a:cubicBezTo>
                    <a:pt x="61076" y="4636"/>
                    <a:pt x="61082" y="4636"/>
                    <a:pt x="61088" y="4636"/>
                  </a:cubicBezTo>
                  <a:cubicBezTo>
                    <a:pt x="62367" y="4636"/>
                    <a:pt x="63405" y="3599"/>
                    <a:pt x="63405" y="2318"/>
                  </a:cubicBezTo>
                  <a:cubicBezTo>
                    <a:pt x="63405" y="1037"/>
                    <a:pt x="62367" y="1"/>
                    <a:pt x="61088" y="1"/>
                  </a:cubicBezTo>
                  <a:cubicBezTo>
                    <a:pt x="61082" y="1"/>
                    <a:pt x="61076" y="1"/>
                    <a:pt x="61070" y="1"/>
                  </a:cubicBezTo>
                  <a:lnTo>
                    <a:pt x="2337" y="1"/>
                  </a:lnTo>
                  <a:cubicBezTo>
                    <a:pt x="2331" y="1"/>
                    <a:pt x="2324" y="1"/>
                    <a:pt x="23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110"/>
            <p:cNvSpPr/>
            <p:nvPr/>
          </p:nvSpPr>
          <p:spPr>
            <a:xfrm>
              <a:off x="2364775" y="2928825"/>
              <a:ext cx="924650" cy="1340425"/>
            </a:xfrm>
            <a:custGeom>
              <a:avLst/>
              <a:gdLst/>
              <a:ahLst/>
              <a:cxnLst/>
              <a:rect l="l" t="t" r="r" b="b"/>
              <a:pathLst>
                <a:path w="36986" h="53617" extrusionOk="0">
                  <a:moveTo>
                    <a:pt x="33095" y="0"/>
                  </a:moveTo>
                  <a:lnTo>
                    <a:pt x="0" y="51097"/>
                  </a:lnTo>
                  <a:lnTo>
                    <a:pt x="3891" y="53617"/>
                  </a:lnTo>
                  <a:lnTo>
                    <a:pt x="36986" y="2519"/>
                  </a:lnTo>
                  <a:lnTo>
                    <a:pt x="3309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110"/>
            <p:cNvSpPr/>
            <p:nvPr/>
          </p:nvSpPr>
          <p:spPr>
            <a:xfrm>
              <a:off x="3101575" y="2703525"/>
              <a:ext cx="548250" cy="1581025"/>
            </a:xfrm>
            <a:custGeom>
              <a:avLst/>
              <a:gdLst/>
              <a:ahLst/>
              <a:cxnLst/>
              <a:rect l="l" t="t" r="r" b="b"/>
              <a:pathLst>
                <a:path w="21930" h="63241" extrusionOk="0">
                  <a:moveTo>
                    <a:pt x="4461" y="1"/>
                  </a:moveTo>
                  <a:lnTo>
                    <a:pt x="0" y="1259"/>
                  </a:lnTo>
                  <a:lnTo>
                    <a:pt x="17469" y="63241"/>
                  </a:lnTo>
                  <a:lnTo>
                    <a:pt x="21930" y="61983"/>
                  </a:lnTo>
                  <a:lnTo>
                    <a:pt x="446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110"/>
            <p:cNvSpPr/>
            <p:nvPr/>
          </p:nvSpPr>
          <p:spPr>
            <a:xfrm>
              <a:off x="3577750" y="2947700"/>
              <a:ext cx="1393575" cy="1368975"/>
            </a:xfrm>
            <a:custGeom>
              <a:avLst/>
              <a:gdLst/>
              <a:ahLst/>
              <a:cxnLst/>
              <a:rect l="l" t="t" r="r" b="b"/>
              <a:pathLst>
                <a:path w="55743" h="54759" extrusionOk="0">
                  <a:moveTo>
                    <a:pt x="52499" y="1"/>
                  </a:moveTo>
                  <a:lnTo>
                    <a:pt x="0" y="51449"/>
                  </a:lnTo>
                  <a:lnTo>
                    <a:pt x="3244" y="54759"/>
                  </a:lnTo>
                  <a:lnTo>
                    <a:pt x="55743" y="3311"/>
                  </a:lnTo>
                  <a:lnTo>
                    <a:pt x="524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110"/>
            <p:cNvSpPr/>
            <p:nvPr/>
          </p:nvSpPr>
          <p:spPr>
            <a:xfrm>
              <a:off x="3381350" y="2793525"/>
              <a:ext cx="1516550" cy="926300"/>
            </a:xfrm>
            <a:custGeom>
              <a:avLst/>
              <a:gdLst/>
              <a:ahLst/>
              <a:cxnLst/>
              <a:rect l="l" t="t" r="r" b="b"/>
              <a:pathLst>
                <a:path w="60662" h="37052" extrusionOk="0">
                  <a:moveTo>
                    <a:pt x="58379" y="1"/>
                  </a:moveTo>
                  <a:lnTo>
                    <a:pt x="0" y="33017"/>
                  </a:lnTo>
                  <a:lnTo>
                    <a:pt x="2282" y="37052"/>
                  </a:lnTo>
                  <a:lnTo>
                    <a:pt x="60661" y="4036"/>
                  </a:lnTo>
                  <a:lnTo>
                    <a:pt x="5837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110"/>
            <p:cNvSpPr/>
            <p:nvPr/>
          </p:nvSpPr>
          <p:spPr>
            <a:xfrm>
              <a:off x="4731800" y="2537500"/>
              <a:ext cx="626250" cy="1733025"/>
            </a:xfrm>
            <a:custGeom>
              <a:avLst/>
              <a:gdLst/>
              <a:ahLst/>
              <a:cxnLst/>
              <a:rect l="l" t="t" r="r" b="b"/>
              <a:pathLst>
                <a:path w="25050" h="69321" extrusionOk="0">
                  <a:moveTo>
                    <a:pt x="4436" y="0"/>
                  </a:moveTo>
                  <a:lnTo>
                    <a:pt x="0" y="1345"/>
                  </a:lnTo>
                  <a:lnTo>
                    <a:pt x="20613" y="69320"/>
                  </a:lnTo>
                  <a:lnTo>
                    <a:pt x="25050" y="67976"/>
                  </a:lnTo>
                  <a:lnTo>
                    <a:pt x="443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110"/>
            <p:cNvSpPr/>
            <p:nvPr/>
          </p:nvSpPr>
          <p:spPr>
            <a:xfrm>
              <a:off x="3321550" y="4018100"/>
              <a:ext cx="563775" cy="563775"/>
            </a:xfrm>
            <a:custGeom>
              <a:avLst/>
              <a:gdLst/>
              <a:ahLst/>
              <a:cxnLst/>
              <a:rect l="l" t="t" r="r" b="b"/>
              <a:pathLst>
                <a:path w="22551" h="22551" extrusionOk="0">
                  <a:moveTo>
                    <a:pt x="11276" y="0"/>
                  </a:moveTo>
                  <a:cubicBezTo>
                    <a:pt x="8285" y="0"/>
                    <a:pt x="5418" y="1189"/>
                    <a:pt x="3303" y="3303"/>
                  </a:cubicBezTo>
                  <a:cubicBezTo>
                    <a:pt x="1188" y="5417"/>
                    <a:pt x="1" y="8285"/>
                    <a:pt x="1" y="11275"/>
                  </a:cubicBezTo>
                  <a:cubicBezTo>
                    <a:pt x="1" y="14267"/>
                    <a:pt x="1188" y="17134"/>
                    <a:pt x="3303" y="19248"/>
                  </a:cubicBezTo>
                  <a:cubicBezTo>
                    <a:pt x="5418" y="21362"/>
                    <a:pt x="8285" y="22551"/>
                    <a:pt x="11276" y="22551"/>
                  </a:cubicBezTo>
                  <a:cubicBezTo>
                    <a:pt x="14266" y="22551"/>
                    <a:pt x="17133" y="21362"/>
                    <a:pt x="19249" y="19248"/>
                  </a:cubicBezTo>
                  <a:cubicBezTo>
                    <a:pt x="21363" y="17134"/>
                    <a:pt x="22550" y="14267"/>
                    <a:pt x="22550" y="11275"/>
                  </a:cubicBezTo>
                  <a:cubicBezTo>
                    <a:pt x="22550" y="8285"/>
                    <a:pt x="21363" y="5417"/>
                    <a:pt x="19249" y="3303"/>
                  </a:cubicBezTo>
                  <a:cubicBezTo>
                    <a:pt x="17133" y="1189"/>
                    <a:pt x="14266" y="0"/>
                    <a:pt x="1127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110"/>
            <p:cNvSpPr/>
            <p:nvPr/>
          </p:nvSpPr>
          <p:spPr>
            <a:xfrm>
              <a:off x="2873300" y="2644500"/>
              <a:ext cx="607275" cy="149850"/>
            </a:xfrm>
            <a:custGeom>
              <a:avLst/>
              <a:gdLst/>
              <a:ahLst/>
              <a:cxnLst/>
              <a:rect l="l" t="t" r="r" b="b"/>
              <a:pathLst>
                <a:path w="24291" h="5994" extrusionOk="0">
                  <a:moveTo>
                    <a:pt x="904" y="1"/>
                  </a:moveTo>
                  <a:cubicBezTo>
                    <a:pt x="340" y="1"/>
                    <a:pt x="0" y="625"/>
                    <a:pt x="306" y="1097"/>
                  </a:cubicBezTo>
                  <a:lnTo>
                    <a:pt x="1620" y="3129"/>
                  </a:lnTo>
                  <a:cubicBezTo>
                    <a:pt x="2774" y="4915"/>
                    <a:pt x="4756" y="5992"/>
                    <a:pt x="6881" y="5994"/>
                  </a:cubicBezTo>
                  <a:lnTo>
                    <a:pt x="24291" y="5994"/>
                  </a:lnTo>
                  <a:lnTo>
                    <a:pt x="2429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110"/>
            <p:cNvSpPr/>
            <p:nvPr/>
          </p:nvSpPr>
          <p:spPr>
            <a:xfrm>
              <a:off x="3574550" y="4290025"/>
              <a:ext cx="452550" cy="403000"/>
            </a:xfrm>
            <a:custGeom>
              <a:avLst/>
              <a:gdLst/>
              <a:ahLst/>
              <a:cxnLst/>
              <a:rect l="l" t="t" r="r" b="b"/>
              <a:pathLst>
                <a:path w="18102" h="16120" extrusionOk="0">
                  <a:moveTo>
                    <a:pt x="2326" y="0"/>
                  </a:moveTo>
                  <a:lnTo>
                    <a:pt x="1" y="1757"/>
                  </a:lnTo>
                  <a:lnTo>
                    <a:pt x="10078" y="15089"/>
                  </a:lnTo>
                  <a:cubicBezTo>
                    <a:pt x="10589" y="15764"/>
                    <a:pt x="11365" y="16120"/>
                    <a:pt x="12151" y="16120"/>
                  </a:cubicBezTo>
                  <a:cubicBezTo>
                    <a:pt x="12696" y="16120"/>
                    <a:pt x="13246" y="15948"/>
                    <a:pt x="13714" y="15594"/>
                  </a:cubicBezTo>
                  <a:lnTo>
                    <a:pt x="13969" y="15402"/>
                  </a:lnTo>
                  <a:lnTo>
                    <a:pt x="18102" y="12278"/>
                  </a:lnTo>
                  <a:lnTo>
                    <a:pt x="16800" y="10554"/>
                  </a:lnTo>
                  <a:lnTo>
                    <a:pt x="13708" y="12892"/>
                  </a:lnTo>
                  <a:cubicBezTo>
                    <a:pt x="13472" y="13070"/>
                    <a:pt x="13195" y="13156"/>
                    <a:pt x="12921" y="13156"/>
                  </a:cubicBezTo>
                  <a:cubicBezTo>
                    <a:pt x="12526" y="13156"/>
                    <a:pt x="12135" y="12977"/>
                    <a:pt x="11879" y="12638"/>
                  </a:cubicBezTo>
                  <a:lnTo>
                    <a:pt x="232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110"/>
            <p:cNvSpPr/>
            <p:nvPr/>
          </p:nvSpPr>
          <p:spPr>
            <a:xfrm>
              <a:off x="3507025" y="4203575"/>
              <a:ext cx="192850" cy="192825"/>
            </a:xfrm>
            <a:custGeom>
              <a:avLst/>
              <a:gdLst/>
              <a:ahLst/>
              <a:cxnLst/>
              <a:rect l="l" t="t" r="r" b="b"/>
              <a:pathLst>
                <a:path w="7714" h="7713" extrusionOk="0">
                  <a:moveTo>
                    <a:pt x="3857" y="1"/>
                  </a:moveTo>
                  <a:cubicBezTo>
                    <a:pt x="1727" y="1"/>
                    <a:pt x="0" y="1727"/>
                    <a:pt x="0" y="3856"/>
                  </a:cubicBezTo>
                  <a:cubicBezTo>
                    <a:pt x="0" y="5987"/>
                    <a:pt x="1727" y="7713"/>
                    <a:pt x="3857" y="7713"/>
                  </a:cubicBezTo>
                  <a:cubicBezTo>
                    <a:pt x="5986" y="7713"/>
                    <a:pt x="7713" y="5987"/>
                    <a:pt x="7713" y="3856"/>
                  </a:cubicBezTo>
                  <a:cubicBezTo>
                    <a:pt x="7713" y="1727"/>
                    <a:pt x="5986" y="1"/>
                    <a:pt x="38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110"/>
            <p:cNvSpPr/>
            <p:nvPr/>
          </p:nvSpPr>
          <p:spPr>
            <a:xfrm>
              <a:off x="2228900" y="4135575"/>
              <a:ext cx="310925" cy="310925"/>
            </a:xfrm>
            <a:custGeom>
              <a:avLst/>
              <a:gdLst/>
              <a:ahLst/>
              <a:cxnLst/>
              <a:rect l="l" t="t" r="r" b="b"/>
              <a:pathLst>
                <a:path w="12437" h="12437" extrusionOk="0">
                  <a:moveTo>
                    <a:pt x="6219" y="0"/>
                  </a:moveTo>
                  <a:cubicBezTo>
                    <a:pt x="4570" y="0"/>
                    <a:pt x="2988" y="655"/>
                    <a:pt x="1822" y="1822"/>
                  </a:cubicBezTo>
                  <a:cubicBezTo>
                    <a:pt x="656" y="2987"/>
                    <a:pt x="1" y="4569"/>
                    <a:pt x="1" y="6219"/>
                  </a:cubicBezTo>
                  <a:cubicBezTo>
                    <a:pt x="1" y="7867"/>
                    <a:pt x="656" y="9449"/>
                    <a:pt x="1822" y="10615"/>
                  </a:cubicBezTo>
                  <a:cubicBezTo>
                    <a:pt x="2988" y="11781"/>
                    <a:pt x="4570" y="12436"/>
                    <a:pt x="6219" y="12436"/>
                  </a:cubicBezTo>
                  <a:cubicBezTo>
                    <a:pt x="7868" y="12436"/>
                    <a:pt x="9450" y="11781"/>
                    <a:pt x="10615" y="10615"/>
                  </a:cubicBezTo>
                  <a:cubicBezTo>
                    <a:pt x="11782" y="9449"/>
                    <a:pt x="12437" y="7867"/>
                    <a:pt x="12437" y="6219"/>
                  </a:cubicBezTo>
                  <a:cubicBezTo>
                    <a:pt x="12437" y="4569"/>
                    <a:pt x="11782" y="2987"/>
                    <a:pt x="10615" y="1822"/>
                  </a:cubicBezTo>
                  <a:cubicBezTo>
                    <a:pt x="9450" y="655"/>
                    <a:pt x="7868" y="0"/>
                    <a:pt x="62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110"/>
            <p:cNvSpPr/>
            <p:nvPr/>
          </p:nvSpPr>
          <p:spPr>
            <a:xfrm>
              <a:off x="3751125" y="4258250"/>
              <a:ext cx="474625" cy="274600"/>
            </a:xfrm>
            <a:custGeom>
              <a:avLst/>
              <a:gdLst/>
              <a:ahLst/>
              <a:cxnLst/>
              <a:rect l="l" t="t" r="r" b="b"/>
              <a:pathLst>
                <a:path w="18985" h="10984" extrusionOk="0">
                  <a:moveTo>
                    <a:pt x="2628" y="0"/>
                  </a:moveTo>
                  <a:cubicBezTo>
                    <a:pt x="2524" y="248"/>
                    <a:pt x="2203" y="1122"/>
                    <a:pt x="1597" y="2062"/>
                  </a:cubicBezTo>
                  <a:cubicBezTo>
                    <a:pt x="1" y="4534"/>
                    <a:pt x="181" y="5259"/>
                    <a:pt x="2786" y="7213"/>
                  </a:cubicBezTo>
                  <a:cubicBezTo>
                    <a:pt x="5392" y="9167"/>
                    <a:pt x="10024" y="10791"/>
                    <a:pt x="13338" y="10967"/>
                  </a:cubicBezTo>
                  <a:cubicBezTo>
                    <a:pt x="13557" y="10978"/>
                    <a:pt x="13774" y="10984"/>
                    <a:pt x="13989" y="10984"/>
                  </a:cubicBezTo>
                  <a:cubicBezTo>
                    <a:pt x="16659" y="10984"/>
                    <a:pt x="18985" y="10123"/>
                    <a:pt x="18684" y="9038"/>
                  </a:cubicBezTo>
                  <a:cubicBezTo>
                    <a:pt x="18363" y="7887"/>
                    <a:pt x="7083" y="4487"/>
                    <a:pt x="7751" y="303"/>
                  </a:cubicBezTo>
                  <a:lnTo>
                    <a:pt x="7751" y="303"/>
                  </a:lnTo>
                  <a:cubicBezTo>
                    <a:pt x="6624" y="562"/>
                    <a:pt x="5791" y="679"/>
                    <a:pt x="5108" y="679"/>
                  </a:cubicBezTo>
                  <a:cubicBezTo>
                    <a:pt x="4113" y="679"/>
                    <a:pt x="3435" y="430"/>
                    <a:pt x="26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110"/>
            <p:cNvSpPr/>
            <p:nvPr/>
          </p:nvSpPr>
          <p:spPr>
            <a:xfrm>
              <a:off x="3788225" y="3207850"/>
              <a:ext cx="456725" cy="1085325"/>
            </a:xfrm>
            <a:custGeom>
              <a:avLst/>
              <a:gdLst/>
              <a:ahLst/>
              <a:cxnLst/>
              <a:rect l="l" t="t" r="r" b="b"/>
              <a:pathLst>
                <a:path w="18269" h="43413" extrusionOk="0">
                  <a:moveTo>
                    <a:pt x="11762" y="1"/>
                  </a:moveTo>
                  <a:cubicBezTo>
                    <a:pt x="8432" y="1"/>
                    <a:pt x="4679" y="1196"/>
                    <a:pt x="3192" y="3818"/>
                  </a:cubicBezTo>
                  <a:cubicBezTo>
                    <a:pt x="1303" y="7149"/>
                    <a:pt x="1727" y="14802"/>
                    <a:pt x="1988" y="21317"/>
                  </a:cubicBezTo>
                  <a:cubicBezTo>
                    <a:pt x="2236" y="27532"/>
                    <a:pt x="2255" y="32272"/>
                    <a:pt x="0" y="41999"/>
                  </a:cubicBezTo>
                  <a:cubicBezTo>
                    <a:pt x="1084" y="42575"/>
                    <a:pt x="3313" y="43412"/>
                    <a:pt x="5571" y="43412"/>
                  </a:cubicBezTo>
                  <a:cubicBezTo>
                    <a:pt x="6153" y="43412"/>
                    <a:pt x="6737" y="43357"/>
                    <a:pt x="7303" y="43227"/>
                  </a:cubicBezTo>
                  <a:cubicBezTo>
                    <a:pt x="7299" y="43147"/>
                    <a:pt x="16739" y="8256"/>
                    <a:pt x="17751" y="3659"/>
                  </a:cubicBezTo>
                  <a:cubicBezTo>
                    <a:pt x="18269" y="1309"/>
                    <a:pt x="15246" y="1"/>
                    <a:pt x="117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110"/>
            <p:cNvSpPr/>
            <p:nvPr/>
          </p:nvSpPr>
          <p:spPr>
            <a:xfrm>
              <a:off x="3930625" y="4532800"/>
              <a:ext cx="292425" cy="67375"/>
            </a:xfrm>
            <a:custGeom>
              <a:avLst/>
              <a:gdLst/>
              <a:ahLst/>
              <a:cxnLst/>
              <a:rect l="l" t="t" r="r" b="b"/>
              <a:pathLst>
                <a:path w="11697" h="2695" extrusionOk="0">
                  <a:moveTo>
                    <a:pt x="1" y="0"/>
                  </a:moveTo>
                  <a:lnTo>
                    <a:pt x="1" y="2694"/>
                  </a:lnTo>
                  <a:lnTo>
                    <a:pt x="11697" y="2694"/>
                  </a:lnTo>
                  <a:lnTo>
                    <a:pt x="11697"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110"/>
            <p:cNvSpPr/>
            <p:nvPr/>
          </p:nvSpPr>
          <p:spPr>
            <a:xfrm>
              <a:off x="5193325" y="4160300"/>
              <a:ext cx="191750" cy="191750"/>
            </a:xfrm>
            <a:custGeom>
              <a:avLst/>
              <a:gdLst/>
              <a:ahLst/>
              <a:cxnLst/>
              <a:rect l="l" t="t" r="r" b="b"/>
              <a:pathLst>
                <a:path w="7670" h="7670" extrusionOk="0">
                  <a:moveTo>
                    <a:pt x="3835" y="0"/>
                  </a:moveTo>
                  <a:cubicBezTo>
                    <a:pt x="1718" y="0"/>
                    <a:pt x="1" y="1717"/>
                    <a:pt x="1" y="3835"/>
                  </a:cubicBezTo>
                  <a:cubicBezTo>
                    <a:pt x="1" y="5953"/>
                    <a:pt x="1718" y="7670"/>
                    <a:pt x="3835" y="7670"/>
                  </a:cubicBezTo>
                  <a:cubicBezTo>
                    <a:pt x="5953" y="7670"/>
                    <a:pt x="7670" y="5953"/>
                    <a:pt x="7670" y="3835"/>
                  </a:cubicBezTo>
                  <a:cubicBezTo>
                    <a:pt x="7670" y="1717"/>
                    <a:pt x="5953" y="0"/>
                    <a:pt x="38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110"/>
            <p:cNvSpPr/>
            <p:nvPr/>
          </p:nvSpPr>
          <p:spPr>
            <a:xfrm>
              <a:off x="4481850" y="1893725"/>
              <a:ext cx="285775" cy="118225"/>
            </a:xfrm>
            <a:custGeom>
              <a:avLst/>
              <a:gdLst/>
              <a:ahLst/>
              <a:cxnLst/>
              <a:rect l="l" t="t" r="r" b="b"/>
              <a:pathLst>
                <a:path w="11431" h="4729" extrusionOk="0">
                  <a:moveTo>
                    <a:pt x="0" y="1"/>
                  </a:moveTo>
                  <a:lnTo>
                    <a:pt x="0" y="4360"/>
                  </a:lnTo>
                  <a:lnTo>
                    <a:pt x="9834" y="4728"/>
                  </a:lnTo>
                  <a:cubicBezTo>
                    <a:pt x="10715" y="4728"/>
                    <a:pt x="11430" y="4013"/>
                    <a:pt x="11430" y="3131"/>
                  </a:cubicBezTo>
                  <a:cubicBezTo>
                    <a:pt x="11430" y="2318"/>
                    <a:pt x="10878" y="1632"/>
                    <a:pt x="10035" y="1524"/>
                  </a:cubicBezTo>
                  <a:cubicBezTo>
                    <a:pt x="9191" y="1415"/>
                    <a:pt x="0" y="1"/>
                    <a:pt x="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110"/>
            <p:cNvSpPr/>
            <p:nvPr/>
          </p:nvSpPr>
          <p:spPr>
            <a:xfrm>
              <a:off x="4297225" y="1800975"/>
              <a:ext cx="475750" cy="231875"/>
            </a:xfrm>
            <a:custGeom>
              <a:avLst/>
              <a:gdLst/>
              <a:ahLst/>
              <a:cxnLst/>
              <a:rect l="l" t="t" r="r" b="b"/>
              <a:pathLst>
                <a:path w="19030" h="9275" extrusionOk="0">
                  <a:moveTo>
                    <a:pt x="8924" y="0"/>
                  </a:moveTo>
                  <a:cubicBezTo>
                    <a:pt x="6128" y="0"/>
                    <a:pt x="3045" y="721"/>
                    <a:pt x="1" y="1953"/>
                  </a:cubicBezTo>
                  <a:lnTo>
                    <a:pt x="1145" y="8177"/>
                  </a:lnTo>
                  <a:cubicBezTo>
                    <a:pt x="1145" y="8177"/>
                    <a:pt x="4052" y="8096"/>
                    <a:pt x="5020" y="6158"/>
                  </a:cubicBezTo>
                  <a:cubicBezTo>
                    <a:pt x="4818" y="4746"/>
                    <a:pt x="6335" y="3713"/>
                    <a:pt x="7101" y="3713"/>
                  </a:cubicBezTo>
                  <a:cubicBezTo>
                    <a:pt x="7869" y="3713"/>
                    <a:pt x="8596" y="3938"/>
                    <a:pt x="9803" y="4065"/>
                  </a:cubicBezTo>
                  <a:cubicBezTo>
                    <a:pt x="11519" y="5527"/>
                    <a:pt x="10148" y="7670"/>
                    <a:pt x="9281" y="8119"/>
                  </a:cubicBezTo>
                  <a:cubicBezTo>
                    <a:pt x="9375" y="8420"/>
                    <a:pt x="10514" y="9275"/>
                    <a:pt x="12344" y="9275"/>
                  </a:cubicBezTo>
                  <a:cubicBezTo>
                    <a:pt x="12947" y="9275"/>
                    <a:pt x="13625" y="9182"/>
                    <a:pt x="14366" y="8946"/>
                  </a:cubicBezTo>
                  <a:cubicBezTo>
                    <a:pt x="17354" y="7992"/>
                    <a:pt x="19029" y="3754"/>
                    <a:pt x="14620" y="1318"/>
                  </a:cubicBezTo>
                  <a:cubicBezTo>
                    <a:pt x="12977" y="410"/>
                    <a:pt x="11032" y="0"/>
                    <a:pt x="89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110"/>
            <p:cNvSpPr/>
            <p:nvPr/>
          </p:nvSpPr>
          <p:spPr>
            <a:xfrm>
              <a:off x="4421650" y="1893700"/>
              <a:ext cx="113250" cy="109025"/>
            </a:xfrm>
            <a:custGeom>
              <a:avLst/>
              <a:gdLst/>
              <a:ahLst/>
              <a:cxnLst/>
              <a:rect l="l" t="t" r="r" b="b"/>
              <a:pathLst>
                <a:path w="4530" h="4361" extrusionOk="0">
                  <a:moveTo>
                    <a:pt x="2180" y="1"/>
                  </a:moveTo>
                  <a:cubicBezTo>
                    <a:pt x="976" y="1"/>
                    <a:pt x="0" y="977"/>
                    <a:pt x="0" y="2181"/>
                  </a:cubicBezTo>
                  <a:cubicBezTo>
                    <a:pt x="0" y="3062"/>
                    <a:pt x="531" y="3857"/>
                    <a:pt x="1346" y="4194"/>
                  </a:cubicBezTo>
                  <a:cubicBezTo>
                    <a:pt x="1615" y="4306"/>
                    <a:pt x="1899" y="4360"/>
                    <a:pt x="2179" y="4360"/>
                  </a:cubicBezTo>
                  <a:cubicBezTo>
                    <a:pt x="2746" y="4360"/>
                    <a:pt x="3303" y="4139"/>
                    <a:pt x="3721" y="3721"/>
                  </a:cubicBezTo>
                  <a:cubicBezTo>
                    <a:pt x="4343" y="3098"/>
                    <a:pt x="4530" y="2161"/>
                    <a:pt x="4193" y="1346"/>
                  </a:cubicBezTo>
                  <a:cubicBezTo>
                    <a:pt x="3856" y="533"/>
                    <a:pt x="3061" y="1"/>
                    <a:pt x="218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110"/>
            <p:cNvSpPr/>
            <p:nvPr/>
          </p:nvSpPr>
          <p:spPr>
            <a:xfrm>
              <a:off x="2862375" y="2236600"/>
              <a:ext cx="1402800" cy="1136325"/>
            </a:xfrm>
            <a:custGeom>
              <a:avLst/>
              <a:gdLst/>
              <a:ahLst/>
              <a:cxnLst/>
              <a:rect l="l" t="t" r="r" b="b"/>
              <a:pathLst>
                <a:path w="56112" h="45453" extrusionOk="0">
                  <a:moveTo>
                    <a:pt x="5391" y="0"/>
                  </a:moveTo>
                  <a:cubicBezTo>
                    <a:pt x="5391" y="0"/>
                    <a:pt x="2981" y="3881"/>
                    <a:pt x="1600" y="7784"/>
                  </a:cubicBezTo>
                  <a:cubicBezTo>
                    <a:pt x="1" y="12299"/>
                    <a:pt x="1341" y="16317"/>
                    <a:pt x="5092" y="19957"/>
                  </a:cubicBezTo>
                  <a:cubicBezTo>
                    <a:pt x="8843" y="23598"/>
                    <a:pt x="28442" y="36123"/>
                    <a:pt x="37822" y="41611"/>
                  </a:cubicBezTo>
                  <a:cubicBezTo>
                    <a:pt x="42477" y="44335"/>
                    <a:pt x="46139" y="45452"/>
                    <a:pt x="48920" y="45452"/>
                  </a:cubicBezTo>
                  <a:cubicBezTo>
                    <a:pt x="51743" y="45452"/>
                    <a:pt x="53659" y="44301"/>
                    <a:pt x="54785" y="42509"/>
                  </a:cubicBezTo>
                  <a:cubicBezTo>
                    <a:pt x="56112" y="40397"/>
                    <a:pt x="55683" y="37220"/>
                    <a:pt x="53488" y="34925"/>
                  </a:cubicBezTo>
                  <a:cubicBezTo>
                    <a:pt x="51293" y="32630"/>
                    <a:pt x="29340" y="7883"/>
                    <a:pt x="24650" y="3692"/>
                  </a:cubicBezTo>
                  <a:lnTo>
                    <a:pt x="539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110"/>
            <p:cNvSpPr/>
            <p:nvPr/>
          </p:nvSpPr>
          <p:spPr>
            <a:xfrm>
              <a:off x="2963325" y="1143000"/>
              <a:ext cx="973025" cy="1202950"/>
            </a:xfrm>
            <a:custGeom>
              <a:avLst/>
              <a:gdLst/>
              <a:ahLst/>
              <a:cxnLst/>
              <a:rect l="l" t="t" r="r" b="b"/>
              <a:pathLst>
                <a:path w="38921" h="48118" extrusionOk="0">
                  <a:moveTo>
                    <a:pt x="21886" y="0"/>
                  </a:moveTo>
                  <a:cubicBezTo>
                    <a:pt x="17946" y="0"/>
                    <a:pt x="13923" y="2485"/>
                    <a:pt x="11892" y="5966"/>
                  </a:cubicBezTo>
                  <a:cubicBezTo>
                    <a:pt x="8410" y="11936"/>
                    <a:pt x="0" y="28263"/>
                    <a:pt x="802" y="43884"/>
                  </a:cubicBezTo>
                  <a:cubicBezTo>
                    <a:pt x="6114" y="46997"/>
                    <a:pt x="12075" y="48117"/>
                    <a:pt x="16300" y="48117"/>
                  </a:cubicBezTo>
                  <a:cubicBezTo>
                    <a:pt x="19004" y="48117"/>
                    <a:pt x="20998" y="47658"/>
                    <a:pt x="21656" y="46970"/>
                  </a:cubicBezTo>
                  <a:cubicBezTo>
                    <a:pt x="22842" y="40900"/>
                    <a:pt x="27906" y="33055"/>
                    <a:pt x="33413" y="27648"/>
                  </a:cubicBezTo>
                  <a:cubicBezTo>
                    <a:pt x="38921" y="22241"/>
                    <a:pt x="36502" y="20665"/>
                    <a:pt x="34483" y="15492"/>
                  </a:cubicBezTo>
                  <a:cubicBezTo>
                    <a:pt x="32306" y="9913"/>
                    <a:pt x="30258" y="3743"/>
                    <a:pt x="26522" y="1339"/>
                  </a:cubicBezTo>
                  <a:cubicBezTo>
                    <a:pt x="25084" y="413"/>
                    <a:pt x="23492" y="0"/>
                    <a:pt x="2188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110"/>
            <p:cNvSpPr/>
            <p:nvPr/>
          </p:nvSpPr>
          <p:spPr>
            <a:xfrm>
              <a:off x="3596025" y="1102200"/>
              <a:ext cx="191450" cy="224250"/>
            </a:xfrm>
            <a:custGeom>
              <a:avLst/>
              <a:gdLst/>
              <a:ahLst/>
              <a:cxnLst/>
              <a:rect l="l" t="t" r="r" b="b"/>
              <a:pathLst>
                <a:path w="7658" h="8970" extrusionOk="0">
                  <a:moveTo>
                    <a:pt x="3464" y="0"/>
                  </a:moveTo>
                  <a:cubicBezTo>
                    <a:pt x="3464" y="0"/>
                    <a:pt x="1021" y="2771"/>
                    <a:pt x="0" y="4485"/>
                  </a:cubicBezTo>
                  <a:cubicBezTo>
                    <a:pt x="511" y="7657"/>
                    <a:pt x="3866" y="8970"/>
                    <a:pt x="3866" y="8970"/>
                  </a:cubicBezTo>
                  <a:lnTo>
                    <a:pt x="7658" y="3682"/>
                  </a:lnTo>
                  <a:lnTo>
                    <a:pt x="3464"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110"/>
            <p:cNvSpPr/>
            <p:nvPr/>
          </p:nvSpPr>
          <p:spPr>
            <a:xfrm>
              <a:off x="3660650" y="1102200"/>
              <a:ext cx="126825" cy="151175"/>
            </a:xfrm>
            <a:custGeom>
              <a:avLst/>
              <a:gdLst/>
              <a:ahLst/>
              <a:cxnLst/>
              <a:rect l="l" t="t" r="r" b="b"/>
              <a:pathLst>
                <a:path w="5073" h="6047" extrusionOk="0">
                  <a:moveTo>
                    <a:pt x="879" y="0"/>
                  </a:moveTo>
                  <a:cubicBezTo>
                    <a:pt x="879" y="0"/>
                    <a:pt x="510" y="420"/>
                    <a:pt x="0" y="1031"/>
                  </a:cubicBezTo>
                  <a:cubicBezTo>
                    <a:pt x="574" y="2575"/>
                    <a:pt x="1649" y="4576"/>
                    <a:pt x="3377" y="6046"/>
                  </a:cubicBezTo>
                  <a:lnTo>
                    <a:pt x="5073" y="3682"/>
                  </a:lnTo>
                  <a:lnTo>
                    <a:pt x="87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110"/>
            <p:cNvSpPr/>
            <p:nvPr/>
          </p:nvSpPr>
          <p:spPr>
            <a:xfrm>
              <a:off x="3295725" y="1229675"/>
              <a:ext cx="1095225" cy="848475"/>
            </a:xfrm>
            <a:custGeom>
              <a:avLst/>
              <a:gdLst/>
              <a:ahLst/>
              <a:cxnLst/>
              <a:rect l="l" t="t" r="r" b="b"/>
              <a:pathLst>
                <a:path w="43809" h="33939" extrusionOk="0">
                  <a:moveTo>
                    <a:pt x="5240" y="0"/>
                  </a:moveTo>
                  <a:cubicBezTo>
                    <a:pt x="4903" y="0"/>
                    <a:pt x="4554" y="35"/>
                    <a:pt x="4194" y="106"/>
                  </a:cubicBezTo>
                  <a:cubicBezTo>
                    <a:pt x="1992" y="541"/>
                    <a:pt x="1" y="2843"/>
                    <a:pt x="645" y="7394"/>
                  </a:cubicBezTo>
                  <a:cubicBezTo>
                    <a:pt x="1684" y="14749"/>
                    <a:pt x="8059" y="33939"/>
                    <a:pt x="30835" y="33939"/>
                  </a:cubicBezTo>
                  <a:cubicBezTo>
                    <a:pt x="34675" y="33939"/>
                    <a:pt x="38982" y="33393"/>
                    <a:pt x="43809" y="32153"/>
                  </a:cubicBezTo>
                  <a:lnTo>
                    <a:pt x="40538" y="23837"/>
                  </a:lnTo>
                  <a:cubicBezTo>
                    <a:pt x="40538" y="23837"/>
                    <a:pt x="37711" y="24234"/>
                    <a:pt x="34043" y="24234"/>
                  </a:cubicBezTo>
                  <a:cubicBezTo>
                    <a:pt x="30376" y="24234"/>
                    <a:pt x="25869" y="23837"/>
                    <a:pt x="22506" y="22249"/>
                  </a:cubicBezTo>
                  <a:cubicBezTo>
                    <a:pt x="15266" y="18830"/>
                    <a:pt x="13621" y="12105"/>
                    <a:pt x="11669" y="6833"/>
                  </a:cubicBezTo>
                  <a:cubicBezTo>
                    <a:pt x="10005" y="2340"/>
                    <a:pt x="7986" y="0"/>
                    <a:pt x="524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110"/>
            <p:cNvSpPr/>
            <p:nvPr/>
          </p:nvSpPr>
          <p:spPr>
            <a:xfrm>
              <a:off x="3324550" y="346375"/>
              <a:ext cx="898500" cy="947250"/>
            </a:xfrm>
            <a:custGeom>
              <a:avLst/>
              <a:gdLst/>
              <a:ahLst/>
              <a:cxnLst/>
              <a:rect l="l" t="t" r="r" b="b"/>
              <a:pathLst>
                <a:path w="35940" h="37890" extrusionOk="0">
                  <a:moveTo>
                    <a:pt x="23027" y="1"/>
                  </a:moveTo>
                  <a:cubicBezTo>
                    <a:pt x="22655" y="1"/>
                    <a:pt x="22281" y="35"/>
                    <a:pt x="21906" y="107"/>
                  </a:cubicBezTo>
                  <a:cubicBezTo>
                    <a:pt x="15329" y="1362"/>
                    <a:pt x="0" y="7907"/>
                    <a:pt x="12605" y="30018"/>
                  </a:cubicBezTo>
                  <a:cubicBezTo>
                    <a:pt x="12605" y="30018"/>
                    <a:pt x="22005" y="37889"/>
                    <a:pt x="27019" y="37889"/>
                  </a:cubicBezTo>
                  <a:cubicBezTo>
                    <a:pt x="27693" y="37889"/>
                    <a:pt x="28288" y="37747"/>
                    <a:pt x="28770" y="37424"/>
                  </a:cubicBezTo>
                  <a:cubicBezTo>
                    <a:pt x="29384" y="37014"/>
                    <a:pt x="31312" y="32998"/>
                    <a:pt x="32537" y="30052"/>
                  </a:cubicBezTo>
                  <a:cubicBezTo>
                    <a:pt x="34349" y="25702"/>
                    <a:pt x="35940" y="19893"/>
                    <a:pt x="35456" y="15794"/>
                  </a:cubicBezTo>
                  <a:cubicBezTo>
                    <a:pt x="34702" y="9406"/>
                    <a:pt x="29171" y="1"/>
                    <a:pt x="2302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110"/>
            <p:cNvSpPr/>
            <p:nvPr/>
          </p:nvSpPr>
          <p:spPr>
            <a:xfrm>
              <a:off x="3725800" y="652575"/>
              <a:ext cx="159675" cy="226125"/>
            </a:xfrm>
            <a:custGeom>
              <a:avLst/>
              <a:gdLst/>
              <a:ahLst/>
              <a:cxnLst/>
              <a:rect l="l" t="t" r="r" b="b"/>
              <a:pathLst>
                <a:path w="6387" h="9045" extrusionOk="0">
                  <a:moveTo>
                    <a:pt x="2990" y="1"/>
                  </a:moveTo>
                  <a:cubicBezTo>
                    <a:pt x="2871" y="1"/>
                    <a:pt x="2750" y="14"/>
                    <a:pt x="2625" y="41"/>
                  </a:cubicBezTo>
                  <a:cubicBezTo>
                    <a:pt x="1206" y="354"/>
                    <a:pt x="1" y="2360"/>
                    <a:pt x="353" y="4541"/>
                  </a:cubicBezTo>
                  <a:cubicBezTo>
                    <a:pt x="690" y="6630"/>
                    <a:pt x="2479" y="9044"/>
                    <a:pt x="3889" y="9044"/>
                  </a:cubicBezTo>
                  <a:cubicBezTo>
                    <a:pt x="3952" y="9044"/>
                    <a:pt x="4014" y="9040"/>
                    <a:pt x="4075" y="9030"/>
                  </a:cubicBezTo>
                  <a:cubicBezTo>
                    <a:pt x="5510" y="8798"/>
                    <a:pt x="6387" y="6842"/>
                    <a:pt x="6036" y="4660"/>
                  </a:cubicBezTo>
                  <a:cubicBezTo>
                    <a:pt x="5707" y="2623"/>
                    <a:pt x="4664" y="1"/>
                    <a:pt x="2990" y="1"/>
                  </a:cubicBezTo>
                  <a:close/>
                </a:path>
              </a:pathLst>
            </a:custGeom>
            <a:solidFill>
              <a:srgbClr val="FFC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110"/>
            <p:cNvSpPr/>
            <p:nvPr/>
          </p:nvSpPr>
          <p:spPr>
            <a:xfrm>
              <a:off x="2681475" y="238125"/>
              <a:ext cx="1640750" cy="1380150"/>
            </a:xfrm>
            <a:custGeom>
              <a:avLst/>
              <a:gdLst/>
              <a:ahLst/>
              <a:cxnLst/>
              <a:rect l="l" t="t" r="r" b="b"/>
              <a:pathLst>
                <a:path w="65630" h="55206" extrusionOk="0">
                  <a:moveTo>
                    <a:pt x="46142" y="0"/>
                  </a:moveTo>
                  <a:cubicBezTo>
                    <a:pt x="40146" y="0"/>
                    <a:pt x="36085" y="2760"/>
                    <a:pt x="34540" y="6056"/>
                  </a:cubicBezTo>
                  <a:cubicBezTo>
                    <a:pt x="32702" y="9977"/>
                    <a:pt x="33937" y="10547"/>
                    <a:pt x="26392" y="10927"/>
                  </a:cubicBezTo>
                  <a:cubicBezTo>
                    <a:pt x="17948" y="11353"/>
                    <a:pt x="16382" y="12135"/>
                    <a:pt x="15308" y="19127"/>
                  </a:cubicBezTo>
                  <a:cubicBezTo>
                    <a:pt x="14129" y="26811"/>
                    <a:pt x="9321" y="24416"/>
                    <a:pt x="4661" y="31407"/>
                  </a:cubicBezTo>
                  <a:cubicBezTo>
                    <a:pt x="1" y="38399"/>
                    <a:pt x="6168" y="50652"/>
                    <a:pt x="13882" y="53269"/>
                  </a:cubicBezTo>
                  <a:cubicBezTo>
                    <a:pt x="17871" y="54623"/>
                    <a:pt x="21222" y="55205"/>
                    <a:pt x="24052" y="55205"/>
                  </a:cubicBezTo>
                  <a:cubicBezTo>
                    <a:pt x="40793" y="55205"/>
                    <a:pt x="39304" y="34853"/>
                    <a:pt x="43901" y="33707"/>
                  </a:cubicBezTo>
                  <a:cubicBezTo>
                    <a:pt x="49275" y="32367"/>
                    <a:pt x="48471" y="29403"/>
                    <a:pt x="48051" y="23219"/>
                  </a:cubicBezTo>
                  <a:cubicBezTo>
                    <a:pt x="47897" y="20946"/>
                    <a:pt x="48754" y="20352"/>
                    <a:pt x="50071" y="20352"/>
                  </a:cubicBezTo>
                  <a:cubicBezTo>
                    <a:pt x="51513" y="20352"/>
                    <a:pt x="53507" y="21065"/>
                    <a:pt x="55325" y="21065"/>
                  </a:cubicBezTo>
                  <a:cubicBezTo>
                    <a:pt x="55514" y="21065"/>
                    <a:pt x="55700" y="21057"/>
                    <a:pt x="55884" y="21041"/>
                  </a:cubicBezTo>
                  <a:cubicBezTo>
                    <a:pt x="59710" y="20687"/>
                    <a:pt x="62529" y="19630"/>
                    <a:pt x="63754" y="15004"/>
                  </a:cubicBezTo>
                  <a:cubicBezTo>
                    <a:pt x="65630" y="7907"/>
                    <a:pt x="57377" y="1780"/>
                    <a:pt x="50367" y="423"/>
                  </a:cubicBezTo>
                  <a:cubicBezTo>
                    <a:pt x="48869" y="133"/>
                    <a:pt x="47459" y="0"/>
                    <a:pt x="4614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668"/>
        <p:cNvGrpSpPr/>
        <p:nvPr/>
      </p:nvGrpSpPr>
      <p:grpSpPr>
        <a:xfrm>
          <a:off x="0" y="0"/>
          <a:ext cx="0" cy="0"/>
          <a:chOff x="0" y="0"/>
          <a:chExt cx="0" cy="0"/>
        </a:xfrm>
      </p:grpSpPr>
      <p:sp>
        <p:nvSpPr>
          <p:cNvPr id="4669" name="Google Shape;4669;p111"/>
          <p:cNvSpPr txBox="1">
            <a:spLocks noGrp="1"/>
          </p:cNvSpPr>
          <p:nvPr>
            <p:ph type="body" idx="1"/>
          </p:nvPr>
        </p:nvSpPr>
        <p:spPr>
          <a:xfrm>
            <a:off x="737000" y="1408100"/>
            <a:ext cx="3834900" cy="316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VECTORS:</a:t>
            </a:r>
            <a:endParaRPr/>
          </a:p>
          <a:p>
            <a:pPr marL="457200" lvl="0" indent="-317500" algn="l" rtl="0">
              <a:spcBef>
                <a:spcPts val="1600"/>
              </a:spcBef>
              <a:spcAft>
                <a:spcPts val="0"/>
              </a:spcAft>
              <a:buClr>
                <a:schemeClr val="dk1"/>
              </a:buClr>
              <a:buSzPts val="1400"/>
              <a:buChar char="●"/>
            </a:pPr>
            <a:r>
              <a:rPr lang="en">
                <a:solidFill>
                  <a:schemeClr val="hlink"/>
                </a:solidFill>
                <a:uFill>
                  <a:noFill/>
                </a:uFill>
                <a:hlinkClick r:id="rId3"/>
              </a:rPr>
              <a:t>Safe food delivery landing page</a:t>
            </a:r>
            <a:endParaRPr/>
          </a:p>
          <a:p>
            <a:pPr marL="457200" lvl="0" indent="-317500" algn="l" rtl="0">
              <a:spcBef>
                <a:spcPts val="0"/>
              </a:spcBef>
              <a:spcAft>
                <a:spcPts val="0"/>
              </a:spcAft>
              <a:buClr>
                <a:schemeClr val="dk1"/>
              </a:buClr>
              <a:buSzPts val="1400"/>
              <a:buChar char="●"/>
            </a:pPr>
            <a:r>
              <a:rPr lang="en">
                <a:solidFill>
                  <a:schemeClr val="hlink"/>
                </a:solidFill>
                <a:uFill>
                  <a:noFill/>
                </a:uFill>
                <a:hlinkClick r:id="rId4"/>
              </a:rPr>
              <a:t>Man delivering food while wearing medical mask</a:t>
            </a:r>
            <a:endParaRPr/>
          </a:p>
          <a:p>
            <a:pPr marL="457200" lvl="0" indent="-317500" algn="l" rtl="0">
              <a:spcBef>
                <a:spcPts val="0"/>
              </a:spcBef>
              <a:spcAft>
                <a:spcPts val="0"/>
              </a:spcAft>
              <a:buClr>
                <a:schemeClr val="dk1"/>
              </a:buClr>
              <a:buSzPts val="1400"/>
              <a:buChar char="●"/>
            </a:pPr>
            <a:r>
              <a:rPr lang="en">
                <a:solidFill>
                  <a:schemeClr val="hlink"/>
                </a:solidFill>
                <a:uFill>
                  <a:noFill/>
                </a:uFill>
                <a:hlinkClick r:id="rId5"/>
              </a:rPr>
              <a:t>Food delivery onboarding screens</a:t>
            </a:r>
            <a:endParaRPr/>
          </a:p>
          <a:p>
            <a:pPr marL="457200" lvl="0" indent="-317500" algn="l" rtl="0">
              <a:spcBef>
                <a:spcPts val="0"/>
              </a:spcBef>
              <a:spcAft>
                <a:spcPts val="0"/>
              </a:spcAft>
              <a:buClr>
                <a:schemeClr val="dk1"/>
              </a:buClr>
              <a:buSzPts val="1400"/>
              <a:buChar char="●"/>
            </a:pPr>
            <a:r>
              <a:rPr lang="en">
                <a:solidFill>
                  <a:schemeClr val="hlink"/>
                </a:solidFill>
                <a:uFill>
                  <a:noFill/>
                </a:uFill>
                <a:hlinkClick r:id="rId6"/>
              </a:rPr>
              <a:t>Safe food delivery landing page template</a:t>
            </a:r>
            <a:endParaRPr/>
          </a:p>
          <a:p>
            <a:pPr marL="457200" lvl="0" indent="0" algn="l" rtl="0">
              <a:spcBef>
                <a:spcPts val="0"/>
              </a:spcBef>
              <a:spcAft>
                <a:spcPts val="0"/>
              </a:spcAft>
              <a:buNone/>
            </a:pPr>
            <a:endParaRPr/>
          </a:p>
          <a:p>
            <a:pPr marL="0" lvl="0" indent="0" algn="l" rtl="0">
              <a:spcBef>
                <a:spcPts val="0"/>
              </a:spcBef>
              <a:spcAft>
                <a:spcPts val="0"/>
              </a:spcAft>
              <a:buNone/>
            </a:pPr>
            <a:r>
              <a:rPr lang="en"/>
              <a:t>PHOTOS:</a:t>
            </a:r>
            <a:endParaRPr/>
          </a:p>
          <a:p>
            <a:pPr marL="457200" lvl="0" indent="-317500" algn="l" rtl="0">
              <a:spcBef>
                <a:spcPts val="1600"/>
              </a:spcBef>
              <a:spcAft>
                <a:spcPts val="0"/>
              </a:spcAft>
              <a:buClr>
                <a:schemeClr val="dk1"/>
              </a:buClr>
              <a:buSzPts val="1400"/>
              <a:buChar char="●"/>
            </a:pPr>
            <a:r>
              <a:rPr lang="en">
                <a:solidFill>
                  <a:schemeClr val="hlink"/>
                </a:solidFill>
                <a:uFill>
                  <a:noFill/>
                </a:uFill>
                <a:hlinkClick r:id="rId7"/>
              </a:rPr>
              <a:t>Close up opened pizza box motorcycle</a:t>
            </a:r>
            <a:endParaRPr/>
          </a:p>
          <a:p>
            <a:pPr marL="457200" lvl="0" indent="-317500" algn="l" rtl="0">
              <a:spcBef>
                <a:spcPts val="0"/>
              </a:spcBef>
              <a:spcAft>
                <a:spcPts val="0"/>
              </a:spcAft>
              <a:buClr>
                <a:schemeClr val="dk1"/>
              </a:buClr>
              <a:buSzPts val="1400"/>
              <a:buChar char="●"/>
            </a:pPr>
            <a:r>
              <a:rPr lang="en">
                <a:solidFill>
                  <a:schemeClr val="hlink"/>
                </a:solidFill>
                <a:uFill>
                  <a:noFill/>
                </a:uFill>
                <a:hlinkClick r:id="rId8"/>
              </a:rPr>
              <a:t>High angle arrangement with pizza fries</a:t>
            </a:r>
            <a:endParaRPr/>
          </a:p>
        </p:txBody>
      </p:sp>
      <p:sp>
        <p:nvSpPr>
          <p:cNvPr id="4670" name="Google Shape;4670;p111"/>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Alternative Resources</a:t>
            </a:r>
            <a:endParaRPr/>
          </a:p>
        </p:txBody>
      </p:sp>
      <p:grpSp>
        <p:nvGrpSpPr>
          <p:cNvPr id="4671" name="Google Shape;4671;p111"/>
          <p:cNvGrpSpPr/>
          <p:nvPr/>
        </p:nvGrpSpPr>
        <p:grpSpPr>
          <a:xfrm flipH="1">
            <a:off x="5565073" y="1408100"/>
            <a:ext cx="2672475" cy="2576026"/>
            <a:chOff x="4216900" y="2323475"/>
            <a:chExt cx="1715875" cy="1685550"/>
          </a:xfrm>
        </p:grpSpPr>
        <p:sp>
          <p:nvSpPr>
            <p:cNvPr id="4672" name="Google Shape;4672;p111"/>
            <p:cNvSpPr/>
            <p:nvPr/>
          </p:nvSpPr>
          <p:spPr>
            <a:xfrm>
              <a:off x="5215400" y="3841525"/>
              <a:ext cx="92750" cy="129225"/>
            </a:xfrm>
            <a:custGeom>
              <a:avLst/>
              <a:gdLst/>
              <a:ahLst/>
              <a:cxnLst/>
              <a:rect l="l" t="t" r="r" b="b"/>
              <a:pathLst>
                <a:path w="3710" h="5169" extrusionOk="0">
                  <a:moveTo>
                    <a:pt x="1065" y="1"/>
                  </a:moveTo>
                  <a:lnTo>
                    <a:pt x="1" y="4530"/>
                  </a:lnTo>
                  <a:lnTo>
                    <a:pt x="3010" y="5168"/>
                  </a:lnTo>
                  <a:lnTo>
                    <a:pt x="3709" y="882"/>
                  </a:lnTo>
                  <a:lnTo>
                    <a:pt x="10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111"/>
            <p:cNvSpPr/>
            <p:nvPr/>
          </p:nvSpPr>
          <p:spPr>
            <a:xfrm>
              <a:off x="4750350" y="3105200"/>
              <a:ext cx="642150" cy="780425"/>
            </a:xfrm>
            <a:custGeom>
              <a:avLst/>
              <a:gdLst/>
              <a:ahLst/>
              <a:cxnLst/>
              <a:rect l="l" t="t" r="r" b="b"/>
              <a:pathLst>
                <a:path w="25686" h="31217" extrusionOk="0">
                  <a:moveTo>
                    <a:pt x="6323" y="0"/>
                  </a:moveTo>
                  <a:cubicBezTo>
                    <a:pt x="6323" y="0"/>
                    <a:pt x="1" y="8998"/>
                    <a:pt x="274" y="9575"/>
                  </a:cubicBezTo>
                  <a:cubicBezTo>
                    <a:pt x="2554" y="12007"/>
                    <a:pt x="6809" y="12128"/>
                    <a:pt x="6809" y="12128"/>
                  </a:cubicBezTo>
                  <a:lnTo>
                    <a:pt x="19393" y="16505"/>
                  </a:lnTo>
                  <a:lnTo>
                    <a:pt x="18481" y="30487"/>
                  </a:lnTo>
                  <a:lnTo>
                    <a:pt x="22311" y="31217"/>
                  </a:lnTo>
                  <a:cubicBezTo>
                    <a:pt x="22311" y="31217"/>
                    <a:pt x="25685" y="12736"/>
                    <a:pt x="24500" y="11368"/>
                  </a:cubicBezTo>
                  <a:cubicBezTo>
                    <a:pt x="23314" y="10001"/>
                    <a:pt x="6566" y="92"/>
                    <a:pt x="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111"/>
            <p:cNvSpPr/>
            <p:nvPr/>
          </p:nvSpPr>
          <p:spPr>
            <a:xfrm>
              <a:off x="5215400" y="3898525"/>
              <a:ext cx="88175" cy="72225"/>
            </a:xfrm>
            <a:custGeom>
              <a:avLst/>
              <a:gdLst/>
              <a:ahLst/>
              <a:cxnLst/>
              <a:rect l="l" t="t" r="r" b="b"/>
              <a:pathLst>
                <a:path w="3527" h="2889" extrusionOk="0">
                  <a:moveTo>
                    <a:pt x="548" y="0"/>
                  </a:moveTo>
                  <a:lnTo>
                    <a:pt x="1" y="2250"/>
                  </a:lnTo>
                  <a:lnTo>
                    <a:pt x="3010" y="2888"/>
                  </a:lnTo>
                  <a:lnTo>
                    <a:pt x="3527" y="548"/>
                  </a:lnTo>
                  <a:lnTo>
                    <a:pt x="54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111"/>
            <p:cNvSpPr/>
            <p:nvPr/>
          </p:nvSpPr>
          <p:spPr>
            <a:xfrm>
              <a:off x="5185775" y="3922850"/>
              <a:ext cx="253075" cy="86175"/>
            </a:xfrm>
            <a:custGeom>
              <a:avLst/>
              <a:gdLst/>
              <a:ahLst/>
              <a:cxnLst/>
              <a:rect l="l" t="t" r="r" b="b"/>
              <a:pathLst>
                <a:path w="10123" h="3447" extrusionOk="0">
                  <a:moveTo>
                    <a:pt x="669" y="0"/>
                  </a:moveTo>
                  <a:cubicBezTo>
                    <a:pt x="0" y="1246"/>
                    <a:pt x="426" y="3374"/>
                    <a:pt x="426" y="3374"/>
                  </a:cubicBezTo>
                  <a:cubicBezTo>
                    <a:pt x="426" y="3374"/>
                    <a:pt x="2690" y="3446"/>
                    <a:pt x="5030" y="3446"/>
                  </a:cubicBezTo>
                  <a:cubicBezTo>
                    <a:pt x="7487" y="3446"/>
                    <a:pt x="10029" y="3367"/>
                    <a:pt x="10122" y="3040"/>
                  </a:cubicBezTo>
                  <a:cubicBezTo>
                    <a:pt x="9940" y="2097"/>
                    <a:pt x="7873" y="2037"/>
                    <a:pt x="6900" y="1641"/>
                  </a:cubicBezTo>
                  <a:cubicBezTo>
                    <a:pt x="5897" y="1277"/>
                    <a:pt x="4377" y="30"/>
                    <a:pt x="4377" y="30"/>
                  </a:cubicBezTo>
                  <a:lnTo>
                    <a:pt x="2402" y="1003"/>
                  </a:lnTo>
                  <a:lnTo>
                    <a:pt x="66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111"/>
            <p:cNvSpPr/>
            <p:nvPr/>
          </p:nvSpPr>
          <p:spPr>
            <a:xfrm>
              <a:off x="4273150" y="3760225"/>
              <a:ext cx="120075" cy="85125"/>
            </a:xfrm>
            <a:custGeom>
              <a:avLst/>
              <a:gdLst/>
              <a:ahLst/>
              <a:cxnLst/>
              <a:rect l="l" t="t" r="r" b="b"/>
              <a:pathLst>
                <a:path w="4803" h="3405" extrusionOk="0">
                  <a:moveTo>
                    <a:pt x="4803" y="0"/>
                  </a:moveTo>
                  <a:lnTo>
                    <a:pt x="0" y="304"/>
                  </a:lnTo>
                  <a:lnTo>
                    <a:pt x="243" y="3405"/>
                  </a:lnTo>
                  <a:lnTo>
                    <a:pt x="4712" y="2888"/>
                  </a:lnTo>
                  <a:lnTo>
                    <a:pt x="4803"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111"/>
            <p:cNvSpPr/>
            <p:nvPr/>
          </p:nvSpPr>
          <p:spPr>
            <a:xfrm>
              <a:off x="4356725" y="3133075"/>
              <a:ext cx="661900" cy="704675"/>
            </a:xfrm>
            <a:custGeom>
              <a:avLst/>
              <a:gdLst/>
              <a:ahLst/>
              <a:cxnLst/>
              <a:rect l="l" t="t" r="r" b="b"/>
              <a:pathLst>
                <a:path w="26476" h="28187" extrusionOk="0">
                  <a:moveTo>
                    <a:pt x="15431" y="0"/>
                  </a:moveTo>
                  <a:cubicBezTo>
                    <a:pt x="15331" y="0"/>
                    <a:pt x="15262" y="13"/>
                    <a:pt x="15229" y="40"/>
                  </a:cubicBezTo>
                  <a:cubicBezTo>
                    <a:pt x="13527" y="3019"/>
                    <a:pt x="14712" y="7214"/>
                    <a:pt x="14712" y="7214"/>
                  </a:cubicBezTo>
                  <a:lnTo>
                    <a:pt x="14165" y="20892"/>
                  </a:lnTo>
                  <a:lnTo>
                    <a:pt x="1" y="24509"/>
                  </a:lnTo>
                  <a:lnTo>
                    <a:pt x="548" y="28187"/>
                  </a:lnTo>
                  <a:cubicBezTo>
                    <a:pt x="548" y="28187"/>
                    <a:pt x="19697" y="25998"/>
                    <a:pt x="20700" y="24448"/>
                  </a:cubicBezTo>
                  <a:cubicBezTo>
                    <a:pt x="21703" y="22868"/>
                    <a:pt x="26475" y="3384"/>
                    <a:pt x="26475" y="3171"/>
                  </a:cubicBezTo>
                  <a:cubicBezTo>
                    <a:pt x="26475" y="3171"/>
                    <a:pt x="17017" y="0"/>
                    <a:pt x="1543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111"/>
            <p:cNvSpPr/>
            <p:nvPr/>
          </p:nvSpPr>
          <p:spPr>
            <a:xfrm>
              <a:off x="4273150" y="3764025"/>
              <a:ext cx="68400" cy="81325"/>
            </a:xfrm>
            <a:custGeom>
              <a:avLst/>
              <a:gdLst/>
              <a:ahLst/>
              <a:cxnLst/>
              <a:rect l="l" t="t" r="r" b="b"/>
              <a:pathLst>
                <a:path w="2736" h="3253" extrusionOk="0">
                  <a:moveTo>
                    <a:pt x="2371" y="0"/>
                  </a:moveTo>
                  <a:lnTo>
                    <a:pt x="0" y="152"/>
                  </a:lnTo>
                  <a:lnTo>
                    <a:pt x="243" y="3253"/>
                  </a:lnTo>
                  <a:lnTo>
                    <a:pt x="2736" y="3101"/>
                  </a:lnTo>
                  <a:lnTo>
                    <a:pt x="237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111"/>
            <p:cNvSpPr/>
            <p:nvPr/>
          </p:nvSpPr>
          <p:spPr>
            <a:xfrm>
              <a:off x="4216900" y="3743350"/>
              <a:ext cx="111750" cy="257025"/>
            </a:xfrm>
            <a:custGeom>
              <a:avLst/>
              <a:gdLst/>
              <a:ahLst/>
              <a:cxnLst/>
              <a:rect l="l" t="t" r="r" b="b"/>
              <a:pathLst>
                <a:path w="4470" h="10281" extrusionOk="0">
                  <a:moveTo>
                    <a:pt x="2888" y="0"/>
                  </a:moveTo>
                  <a:cubicBezTo>
                    <a:pt x="1558" y="0"/>
                    <a:pt x="1" y="827"/>
                    <a:pt x="1" y="827"/>
                  </a:cubicBezTo>
                  <a:cubicBezTo>
                    <a:pt x="1" y="827"/>
                    <a:pt x="2493" y="10280"/>
                    <a:pt x="3192" y="10280"/>
                  </a:cubicBezTo>
                  <a:cubicBezTo>
                    <a:pt x="4044" y="9794"/>
                    <a:pt x="3496" y="7788"/>
                    <a:pt x="3588" y="6663"/>
                  </a:cubicBezTo>
                  <a:cubicBezTo>
                    <a:pt x="3648" y="5569"/>
                    <a:pt x="4469" y="3715"/>
                    <a:pt x="4469" y="3715"/>
                  </a:cubicBezTo>
                  <a:lnTo>
                    <a:pt x="2888" y="2074"/>
                  </a:lnTo>
                  <a:lnTo>
                    <a:pt x="3344" y="37"/>
                  </a:lnTo>
                  <a:cubicBezTo>
                    <a:pt x="3197" y="12"/>
                    <a:pt x="3044" y="0"/>
                    <a:pt x="288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111"/>
            <p:cNvSpPr/>
            <p:nvPr/>
          </p:nvSpPr>
          <p:spPr>
            <a:xfrm>
              <a:off x="5423625" y="2951825"/>
              <a:ext cx="216600" cy="108300"/>
            </a:xfrm>
            <a:custGeom>
              <a:avLst/>
              <a:gdLst/>
              <a:ahLst/>
              <a:cxnLst/>
              <a:rect l="l" t="t" r="r" b="b"/>
              <a:pathLst>
                <a:path w="8664" h="4332" extrusionOk="0">
                  <a:moveTo>
                    <a:pt x="3769" y="0"/>
                  </a:moveTo>
                  <a:cubicBezTo>
                    <a:pt x="3352" y="0"/>
                    <a:pt x="2970" y="20"/>
                    <a:pt x="2736" y="56"/>
                  </a:cubicBezTo>
                  <a:cubicBezTo>
                    <a:pt x="1946" y="208"/>
                    <a:pt x="1946" y="1090"/>
                    <a:pt x="1946" y="1090"/>
                  </a:cubicBezTo>
                  <a:lnTo>
                    <a:pt x="0" y="938"/>
                  </a:lnTo>
                  <a:lnTo>
                    <a:pt x="0" y="938"/>
                  </a:lnTo>
                  <a:lnTo>
                    <a:pt x="152" y="4069"/>
                  </a:lnTo>
                  <a:cubicBezTo>
                    <a:pt x="152" y="4069"/>
                    <a:pt x="2910" y="4331"/>
                    <a:pt x="5181" y="4331"/>
                  </a:cubicBezTo>
                  <a:cubicBezTo>
                    <a:pt x="6696" y="4331"/>
                    <a:pt x="7994" y="4214"/>
                    <a:pt x="8116" y="3825"/>
                  </a:cubicBezTo>
                  <a:cubicBezTo>
                    <a:pt x="8420" y="2914"/>
                    <a:pt x="7417" y="2214"/>
                    <a:pt x="7417" y="2214"/>
                  </a:cubicBezTo>
                  <a:cubicBezTo>
                    <a:pt x="7417" y="2214"/>
                    <a:pt x="8663" y="1850"/>
                    <a:pt x="8268" y="1485"/>
                  </a:cubicBezTo>
                  <a:cubicBezTo>
                    <a:pt x="8045" y="1262"/>
                    <a:pt x="6899" y="1213"/>
                    <a:pt x="5945" y="1213"/>
                  </a:cubicBezTo>
                  <a:cubicBezTo>
                    <a:pt x="5211" y="1213"/>
                    <a:pt x="4590" y="1242"/>
                    <a:pt x="4590" y="1242"/>
                  </a:cubicBezTo>
                  <a:cubicBezTo>
                    <a:pt x="4590" y="1242"/>
                    <a:pt x="5684" y="755"/>
                    <a:pt x="5836" y="391"/>
                  </a:cubicBezTo>
                  <a:cubicBezTo>
                    <a:pt x="5943" y="113"/>
                    <a:pt x="4757" y="0"/>
                    <a:pt x="376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111"/>
            <p:cNvSpPr/>
            <p:nvPr/>
          </p:nvSpPr>
          <p:spPr>
            <a:xfrm>
              <a:off x="5054300" y="2542125"/>
              <a:ext cx="119350" cy="142125"/>
            </a:xfrm>
            <a:custGeom>
              <a:avLst/>
              <a:gdLst/>
              <a:ahLst/>
              <a:cxnLst/>
              <a:rect l="l" t="t" r="r" b="b"/>
              <a:pathLst>
                <a:path w="4774" h="5685" extrusionOk="0">
                  <a:moveTo>
                    <a:pt x="700" y="0"/>
                  </a:moveTo>
                  <a:lnTo>
                    <a:pt x="1" y="3344"/>
                  </a:lnTo>
                  <a:lnTo>
                    <a:pt x="3648" y="5684"/>
                  </a:lnTo>
                  <a:lnTo>
                    <a:pt x="4773" y="1064"/>
                  </a:lnTo>
                  <a:lnTo>
                    <a:pt x="70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111"/>
            <p:cNvSpPr/>
            <p:nvPr/>
          </p:nvSpPr>
          <p:spPr>
            <a:xfrm>
              <a:off x="5004925" y="2380200"/>
              <a:ext cx="240150" cy="230575"/>
            </a:xfrm>
            <a:custGeom>
              <a:avLst/>
              <a:gdLst/>
              <a:ahLst/>
              <a:cxnLst/>
              <a:rect l="l" t="t" r="r" b="b"/>
              <a:pathLst>
                <a:path w="9606" h="9223" extrusionOk="0">
                  <a:moveTo>
                    <a:pt x="6343" y="1"/>
                  </a:moveTo>
                  <a:cubicBezTo>
                    <a:pt x="3747" y="1"/>
                    <a:pt x="1064" y="1371"/>
                    <a:pt x="1064" y="1371"/>
                  </a:cubicBezTo>
                  <a:lnTo>
                    <a:pt x="1125" y="3499"/>
                  </a:lnTo>
                  <a:cubicBezTo>
                    <a:pt x="1125" y="3499"/>
                    <a:pt x="920" y="3393"/>
                    <a:pt x="685" y="3393"/>
                  </a:cubicBezTo>
                  <a:cubicBezTo>
                    <a:pt x="370" y="3393"/>
                    <a:pt x="0" y="3583"/>
                    <a:pt x="0" y="4471"/>
                  </a:cubicBezTo>
                  <a:cubicBezTo>
                    <a:pt x="0" y="5778"/>
                    <a:pt x="1459" y="6325"/>
                    <a:pt x="1459" y="6325"/>
                  </a:cubicBezTo>
                  <a:cubicBezTo>
                    <a:pt x="1459" y="6325"/>
                    <a:pt x="2128" y="8271"/>
                    <a:pt x="5198" y="8909"/>
                  </a:cubicBezTo>
                  <a:cubicBezTo>
                    <a:pt x="6287" y="9146"/>
                    <a:pt x="7009" y="9223"/>
                    <a:pt x="7487" y="9223"/>
                  </a:cubicBezTo>
                  <a:cubicBezTo>
                    <a:pt x="8357" y="9223"/>
                    <a:pt x="8420" y="8970"/>
                    <a:pt x="8420" y="8970"/>
                  </a:cubicBezTo>
                  <a:cubicBezTo>
                    <a:pt x="8420" y="8970"/>
                    <a:pt x="9605" y="3894"/>
                    <a:pt x="8329" y="337"/>
                  </a:cubicBezTo>
                  <a:cubicBezTo>
                    <a:pt x="7707" y="96"/>
                    <a:pt x="7028" y="1"/>
                    <a:pt x="634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111"/>
            <p:cNvSpPr/>
            <p:nvPr/>
          </p:nvSpPr>
          <p:spPr>
            <a:xfrm>
              <a:off x="5031525" y="2414450"/>
              <a:ext cx="139075" cy="76775"/>
            </a:xfrm>
            <a:custGeom>
              <a:avLst/>
              <a:gdLst/>
              <a:ahLst/>
              <a:cxnLst/>
              <a:rect l="l" t="t" r="r" b="b"/>
              <a:pathLst>
                <a:path w="5563" h="3071" extrusionOk="0">
                  <a:moveTo>
                    <a:pt x="0" y="1"/>
                  </a:moveTo>
                  <a:lnTo>
                    <a:pt x="91" y="2341"/>
                  </a:lnTo>
                  <a:lnTo>
                    <a:pt x="1854" y="3071"/>
                  </a:lnTo>
                  <a:lnTo>
                    <a:pt x="2158" y="1277"/>
                  </a:lnTo>
                  <a:cubicBezTo>
                    <a:pt x="2158" y="1277"/>
                    <a:pt x="2230" y="1282"/>
                    <a:pt x="2354" y="1282"/>
                  </a:cubicBezTo>
                  <a:cubicBezTo>
                    <a:pt x="2913" y="1282"/>
                    <a:pt x="4543" y="1200"/>
                    <a:pt x="5563" y="305"/>
                  </a:cubicBezTo>
                  <a:cubicBezTo>
                    <a:pt x="5076" y="92"/>
                    <a:pt x="0" y="1"/>
                    <a:pt x="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111"/>
            <p:cNvSpPr/>
            <p:nvPr/>
          </p:nvSpPr>
          <p:spPr>
            <a:xfrm>
              <a:off x="5002650" y="2323475"/>
              <a:ext cx="345775" cy="110775"/>
            </a:xfrm>
            <a:custGeom>
              <a:avLst/>
              <a:gdLst/>
              <a:ahLst/>
              <a:cxnLst/>
              <a:rect l="l" t="t" r="r" b="b"/>
              <a:pathLst>
                <a:path w="13831" h="4431" extrusionOk="0">
                  <a:moveTo>
                    <a:pt x="5799" y="1"/>
                  </a:moveTo>
                  <a:cubicBezTo>
                    <a:pt x="3989" y="1"/>
                    <a:pt x="1094" y="832"/>
                    <a:pt x="608" y="1391"/>
                  </a:cubicBezTo>
                  <a:cubicBezTo>
                    <a:pt x="0" y="1999"/>
                    <a:pt x="1034" y="4430"/>
                    <a:pt x="1034" y="4430"/>
                  </a:cubicBezTo>
                  <a:lnTo>
                    <a:pt x="8845" y="4157"/>
                  </a:lnTo>
                  <a:cubicBezTo>
                    <a:pt x="8845" y="4157"/>
                    <a:pt x="13617" y="4005"/>
                    <a:pt x="13830" y="3883"/>
                  </a:cubicBezTo>
                  <a:cubicBezTo>
                    <a:pt x="13288" y="3243"/>
                    <a:pt x="11331" y="2842"/>
                    <a:pt x="10041" y="2842"/>
                  </a:cubicBezTo>
                  <a:cubicBezTo>
                    <a:pt x="9739" y="2842"/>
                    <a:pt x="9473" y="2864"/>
                    <a:pt x="9271" y="2910"/>
                  </a:cubicBezTo>
                  <a:cubicBezTo>
                    <a:pt x="9088" y="2758"/>
                    <a:pt x="8298" y="783"/>
                    <a:pt x="6900" y="175"/>
                  </a:cubicBezTo>
                  <a:cubicBezTo>
                    <a:pt x="6638" y="53"/>
                    <a:pt x="6252" y="1"/>
                    <a:pt x="579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111"/>
            <p:cNvSpPr/>
            <p:nvPr/>
          </p:nvSpPr>
          <p:spPr>
            <a:xfrm>
              <a:off x="5102175" y="2741200"/>
              <a:ext cx="375425" cy="333125"/>
            </a:xfrm>
            <a:custGeom>
              <a:avLst/>
              <a:gdLst/>
              <a:ahLst/>
              <a:cxnLst/>
              <a:rect l="l" t="t" r="r" b="b"/>
              <a:pathLst>
                <a:path w="15017" h="13325" extrusionOk="0">
                  <a:moveTo>
                    <a:pt x="1581" y="1"/>
                  </a:moveTo>
                  <a:lnTo>
                    <a:pt x="1" y="5989"/>
                  </a:lnTo>
                  <a:lnTo>
                    <a:pt x="3284" y="12402"/>
                  </a:lnTo>
                  <a:cubicBezTo>
                    <a:pt x="3284" y="12402"/>
                    <a:pt x="10113" y="13324"/>
                    <a:pt x="12885" y="13324"/>
                  </a:cubicBezTo>
                  <a:cubicBezTo>
                    <a:pt x="13452" y="13324"/>
                    <a:pt x="13849" y="13286"/>
                    <a:pt x="13983" y="13193"/>
                  </a:cubicBezTo>
                  <a:cubicBezTo>
                    <a:pt x="15016" y="12038"/>
                    <a:pt x="13922" y="9606"/>
                    <a:pt x="13922" y="9606"/>
                  </a:cubicBezTo>
                  <a:lnTo>
                    <a:pt x="6901" y="8481"/>
                  </a:lnTo>
                  <a:lnTo>
                    <a:pt x="158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111"/>
            <p:cNvSpPr/>
            <p:nvPr/>
          </p:nvSpPr>
          <p:spPr>
            <a:xfrm>
              <a:off x="4716925" y="2625700"/>
              <a:ext cx="437725" cy="599375"/>
            </a:xfrm>
            <a:custGeom>
              <a:avLst/>
              <a:gdLst/>
              <a:ahLst/>
              <a:cxnLst/>
              <a:rect l="l" t="t" r="r" b="b"/>
              <a:pathLst>
                <a:path w="17509" h="23975" extrusionOk="0">
                  <a:moveTo>
                    <a:pt x="13435" y="1"/>
                  </a:moveTo>
                  <a:cubicBezTo>
                    <a:pt x="13435" y="1"/>
                    <a:pt x="8511" y="700"/>
                    <a:pt x="7174" y="3132"/>
                  </a:cubicBezTo>
                  <a:cubicBezTo>
                    <a:pt x="5836" y="5563"/>
                    <a:pt x="3921" y="12524"/>
                    <a:pt x="3921" y="12524"/>
                  </a:cubicBezTo>
                  <a:lnTo>
                    <a:pt x="0" y="19241"/>
                  </a:lnTo>
                  <a:cubicBezTo>
                    <a:pt x="0" y="19241"/>
                    <a:pt x="1095" y="21734"/>
                    <a:pt x="4864" y="23223"/>
                  </a:cubicBezTo>
                  <a:cubicBezTo>
                    <a:pt x="6318" y="23798"/>
                    <a:pt x="8034" y="23974"/>
                    <a:pt x="9595" y="23974"/>
                  </a:cubicBezTo>
                  <a:cubicBezTo>
                    <a:pt x="12078" y="23974"/>
                    <a:pt x="14165" y="23527"/>
                    <a:pt x="14165" y="23527"/>
                  </a:cubicBezTo>
                  <a:cubicBezTo>
                    <a:pt x="14165" y="23527"/>
                    <a:pt x="16991" y="10457"/>
                    <a:pt x="17204" y="8664"/>
                  </a:cubicBezTo>
                  <a:cubicBezTo>
                    <a:pt x="17447" y="6840"/>
                    <a:pt x="17508" y="2402"/>
                    <a:pt x="17143" y="2341"/>
                  </a:cubicBezTo>
                  <a:lnTo>
                    <a:pt x="1343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111"/>
            <p:cNvSpPr/>
            <p:nvPr/>
          </p:nvSpPr>
          <p:spPr>
            <a:xfrm>
              <a:off x="5448700" y="2979050"/>
              <a:ext cx="484075" cy="92750"/>
            </a:xfrm>
            <a:custGeom>
              <a:avLst/>
              <a:gdLst/>
              <a:ahLst/>
              <a:cxnLst/>
              <a:rect l="l" t="t" r="r" b="b"/>
              <a:pathLst>
                <a:path w="19363" h="3710" extrusionOk="0">
                  <a:moveTo>
                    <a:pt x="0" y="1"/>
                  </a:moveTo>
                  <a:lnTo>
                    <a:pt x="0" y="3709"/>
                  </a:lnTo>
                  <a:lnTo>
                    <a:pt x="19362" y="3709"/>
                  </a:lnTo>
                  <a:lnTo>
                    <a:pt x="1936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111"/>
            <p:cNvSpPr/>
            <p:nvPr/>
          </p:nvSpPr>
          <p:spPr>
            <a:xfrm>
              <a:off x="5447925" y="2979050"/>
              <a:ext cx="484075" cy="89700"/>
            </a:xfrm>
            <a:custGeom>
              <a:avLst/>
              <a:gdLst/>
              <a:ahLst/>
              <a:cxnLst/>
              <a:rect l="l" t="t" r="r" b="b"/>
              <a:pathLst>
                <a:path w="19363" h="3588" extrusionOk="0">
                  <a:moveTo>
                    <a:pt x="1" y="1"/>
                  </a:moveTo>
                  <a:lnTo>
                    <a:pt x="2585" y="3587"/>
                  </a:lnTo>
                  <a:lnTo>
                    <a:pt x="16931" y="3587"/>
                  </a:lnTo>
                  <a:cubicBezTo>
                    <a:pt x="16931" y="3587"/>
                    <a:pt x="18816" y="518"/>
                    <a:pt x="193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111"/>
            <p:cNvSpPr/>
            <p:nvPr/>
          </p:nvSpPr>
          <p:spPr>
            <a:xfrm>
              <a:off x="4954000" y="2745000"/>
              <a:ext cx="539250" cy="406575"/>
            </a:xfrm>
            <a:custGeom>
              <a:avLst/>
              <a:gdLst/>
              <a:ahLst/>
              <a:cxnLst/>
              <a:rect l="l" t="t" r="r" b="b"/>
              <a:pathLst>
                <a:path w="21570" h="16263" extrusionOk="0">
                  <a:moveTo>
                    <a:pt x="21339" y="15442"/>
                  </a:moveTo>
                  <a:lnTo>
                    <a:pt x="21334" y="15442"/>
                  </a:lnTo>
                  <a:lnTo>
                    <a:pt x="21334" y="15442"/>
                  </a:lnTo>
                  <a:cubicBezTo>
                    <a:pt x="21335" y="15443"/>
                    <a:pt x="21336" y="15443"/>
                    <a:pt x="21336" y="15443"/>
                  </a:cubicBezTo>
                  <a:cubicBezTo>
                    <a:pt x="21337" y="15443"/>
                    <a:pt x="21338" y="15443"/>
                    <a:pt x="21339" y="15442"/>
                  </a:cubicBezTo>
                  <a:close/>
                  <a:moveTo>
                    <a:pt x="2725" y="0"/>
                  </a:moveTo>
                  <a:cubicBezTo>
                    <a:pt x="1406" y="0"/>
                    <a:pt x="0" y="1485"/>
                    <a:pt x="578" y="4591"/>
                  </a:cubicBezTo>
                  <a:cubicBezTo>
                    <a:pt x="1308" y="8512"/>
                    <a:pt x="8420" y="16263"/>
                    <a:pt x="8420" y="16263"/>
                  </a:cubicBezTo>
                  <a:lnTo>
                    <a:pt x="21334" y="15442"/>
                  </a:lnTo>
                  <a:lnTo>
                    <a:pt x="21334" y="15442"/>
                  </a:lnTo>
                  <a:cubicBezTo>
                    <a:pt x="21293" y="15390"/>
                    <a:pt x="21570" y="13347"/>
                    <a:pt x="21126" y="12342"/>
                  </a:cubicBezTo>
                  <a:lnTo>
                    <a:pt x="10123" y="11247"/>
                  </a:lnTo>
                  <a:cubicBezTo>
                    <a:pt x="10123" y="11247"/>
                    <a:pt x="5107" y="1217"/>
                    <a:pt x="3709" y="305"/>
                  </a:cubicBezTo>
                  <a:cubicBezTo>
                    <a:pt x="3412" y="103"/>
                    <a:pt x="3071" y="0"/>
                    <a:pt x="272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111"/>
            <p:cNvSpPr/>
            <p:nvPr/>
          </p:nvSpPr>
          <p:spPr>
            <a:xfrm>
              <a:off x="5789125" y="3013250"/>
              <a:ext cx="34225" cy="26625"/>
            </a:xfrm>
            <a:custGeom>
              <a:avLst/>
              <a:gdLst/>
              <a:ahLst/>
              <a:cxnLst/>
              <a:rect l="l" t="t" r="r" b="b"/>
              <a:pathLst>
                <a:path w="1369" h="1065" extrusionOk="0">
                  <a:moveTo>
                    <a:pt x="700" y="1"/>
                  </a:moveTo>
                  <a:cubicBezTo>
                    <a:pt x="1" y="1"/>
                    <a:pt x="1" y="1064"/>
                    <a:pt x="700" y="1064"/>
                  </a:cubicBezTo>
                  <a:cubicBezTo>
                    <a:pt x="1368" y="1064"/>
                    <a:pt x="1368" y="1"/>
                    <a:pt x="7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111"/>
            <p:cNvSpPr/>
            <p:nvPr/>
          </p:nvSpPr>
          <p:spPr>
            <a:xfrm>
              <a:off x="5576350" y="3013250"/>
              <a:ext cx="34225" cy="26625"/>
            </a:xfrm>
            <a:custGeom>
              <a:avLst/>
              <a:gdLst/>
              <a:ahLst/>
              <a:cxnLst/>
              <a:rect l="l" t="t" r="r" b="b"/>
              <a:pathLst>
                <a:path w="1369" h="1065" extrusionOk="0">
                  <a:moveTo>
                    <a:pt x="670" y="1"/>
                  </a:moveTo>
                  <a:cubicBezTo>
                    <a:pt x="1" y="1"/>
                    <a:pt x="1" y="1064"/>
                    <a:pt x="670" y="1064"/>
                  </a:cubicBezTo>
                  <a:cubicBezTo>
                    <a:pt x="1369" y="1064"/>
                    <a:pt x="1369" y="1"/>
                    <a:pt x="67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111"/>
            <p:cNvSpPr/>
            <p:nvPr/>
          </p:nvSpPr>
          <p:spPr>
            <a:xfrm>
              <a:off x="5482125" y="3029575"/>
              <a:ext cx="216600" cy="108225"/>
            </a:xfrm>
            <a:custGeom>
              <a:avLst/>
              <a:gdLst/>
              <a:ahLst/>
              <a:cxnLst/>
              <a:rect l="l" t="t" r="r" b="b"/>
              <a:pathLst>
                <a:path w="8664" h="4329" extrusionOk="0">
                  <a:moveTo>
                    <a:pt x="3918" y="1"/>
                  </a:moveTo>
                  <a:cubicBezTo>
                    <a:pt x="3448" y="1"/>
                    <a:pt x="3004" y="27"/>
                    <a:pt x="2736" y="77"/>
                  </a:cubicBezTo>
                  <a:cubicBezTo>
                    <a:pt x="1946" y="229"/>
                    <a:pt x="1946" y="1111"/>
                    <a:pt x="1946" y="1111"/>
                  </a:cubicBezTo>
                  <a:lnTo>
                    <a:pt x="1" y="959"/>
                  </a:lnTo>
                  <a:lnTo>
                    <a:pt x="1" y="959"/>
                  </a:lnTo>
                  <a:lnTo>
                    <a:pt x="153" y="4059"/>
                  </a:lnTo>
                  <a:cubicBezTo>
                    <a:pt x="153" y="4059"/>
                    <a:pt x="2992" y="4328"/>
                    <a:pt x="5288" y="4328"/>
                  </a:cubicBezTo>
                  <a:cubicBezTo>
                    <a:pt x="6771" y="4328"/>
                    <a:pt x="8028" y="4216"/>
                    <a:pt x="8147" y="3846"/>
                  </a:cubicBezTo>
                  <a:cubicBezTo>
                    <a:pt x="8451" y="2934"/>
                    <a:pt x="7417" y="2205"/>
                    <a:pt x="7417" y="2205"/>
                  </a:cubicBezTo>
                  <a:cubicBezTo>
                    <a:pt x="7417" y="2205"/>
                    <a:pt x="8664" y="1870"/>
                    <a:pt x="8299" y="1475"/>
                  </a:cubicBezTo>
                  <a:cubicBezTo>
                    <a:pt x="8067" y="1276"/>
                    <a:pt x="6994" y="1231"/>
                    <a:pt x="6066" y="1231"/>
                  </a:cubicBezTo>
                  <a:cubicBezTo>
                    <a:pt x="5293" y="1231"/>
                    <a:pt x="4621" y="1263"/>
                    <a:pt x="4621" y="1263"/>
                  </a:cubicBezTo>
                  <a:cubicBezTo>
                    <a:pt x="4621" y="1263"/>
                    <a:pt x="5715" y="746"/>
                    <a:pt x="5867" y="381"/>
                  </a:cubicBezTo>
                  <a:cubicBezTo>
                    <a:pt x="5969" y="115"/>
                    <a:pt x="4887" y="1"/>
                    <a:pt x="391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111"/>
            <p:cNvSpPr/>
            <p:nvPr/>
          </p:nvSpPr>
          <p:spPr>
            <a:xfrm>
              <a:off x="4983650" y="2567625"/>
              <a:ext cx="175550" cy="134100"/>
            </a:xfrm>
            <a:custGeom>
              <a:avLst/>
              <a:gdLst/>
              <a:ahLst/>
              <a:cxnLst/>
              <a:rect l="l" t="t" r="r" b="b"/>
              <a:pathLst>
                <a:path w="7022" h="5364" extrusionOk="0">
                  <a:moveTo>
                    <a:pt x="1765" y="0"/>
                  </a:moveTo>
                  <a:cubicBezTo>
                    <a:pt x="1687" y="0"/>
                    <a:pt x="1616" y="15"/>
                    <a:pt x="1550" y="44"/>
                  </a:cubicBezTo>
                  <a:cubicBezTo>
                    <a:pt x="243" y="652"/>
                    <a:pt x="0" y="2871"/>
                    <a:pt x="0" y="2871"/>
                  </a:cubicBezTo>
                  <a:cubicBezTo>
                    <a:pt x="0" y="2871"/>
                    <a:pt x="5715" y="4512"/>
                    <a:pt x="7022" y="5363"/>
                  </a:cubicBezTo>
                  <a:cubicBezTo>
                    <a:pt x="7022" y="5363"/>
                    <a:pt x="3281" y="0"/>
                    <a:pt x="176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111"/>
            <p:cNvSpPr/>
            <p:nvPr/>
          </p:nvSpPr>
          <p:spPr>
            <a:xfrm>
              <a:off x="4908400" y="3065675"/>
              <a:ext cx="111750" cy="80575"/>
            </a:xfrm>
            <a:custGeom>
              <a:avLst/>
              <a:gdLst/>
              <a:ahLst/>
              <a:cxnLst/>
              <a:rect l="l" t="t" r="r" b="b"/>
              <a:pathLst>
                <a:path w="4470" h="3223" extrusionOk="0">
                  <a:moveTo>
                    <a:pt x="4469" y="791"/>
                  </a:moveTo>
                  <a:lnTo>
                    <a:pt x="4469" y="791"/>
                  </a:lnTo>
                  <a:cubicBezTo>
                    <a:pt x="4468" y="794"/>
                    <a:pt x="4466" y="797"/>
                    <a:pt x="4465" y="799"/>
                  </a:cubicBezTo>
                  <a:lnTo>
                    <a:pt x="4465" y="799"/>
                  </a:lnTo>
                  <a:cubicBezTo>
                    <a:pt x="4466" y="797"/>
                    <a:pt x="4468" y="794"/>
                    <a:pt x="4469" y="791"/>
                  </a:cubicBezTo>
                  <a:close/>
                  <a:moveTo>
                    <a:pt x="3770" y="1"/>
                  </a:moveTo>
                  <a:cubicBezTo>
                    <a:pt x="3770" y="1"/>
                    <a:pt x="1916" y="1703"/>
                    <a:pt x="1" y="2281"/>
                  </a:cubicBezTo>
                  <a:lnTo>
                    <a:pt x="548" y="3223"/>
                  </a:lnTo>
                  <a:cubicBezTo>
                    <a:pt x="548" y="3223"/>
                    <a:pt x="3487" y="2526"/>
                    <a:pt x="4465" y="799"/>
                  </a:cubicBezTo>
                  <a:lnTo>
                    <a:pt x="4465" y="799"/>
                  </a:lnTo>
                  <a:cubicBezTo>
                    <a:pt x="4460" y="805"/>
                    <a:pt x="4454" y="808"/>
                    <a:pt x="4446" y="808"/>
                  </a:cubicBezTo>
                  <a:cubicBezTo>
                    <a:pt x="4317" y="808"/>
                    <a:pt x="3770" y="1"/>
                    <a:pt x="377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671"/>
                                        </p:tgtEl>
                                        <p:attrNameLst>
                                          <p:attrName>style.visibility</p:attrName>
                                        </p:attrNameLst>
                                      </p:cBhvr>
                                      <p:to>
                                        <p:strVal val="visible"/>
                                      </p:to>
                                    </p:set>
                                    <p:anim calcmode="lin" valueType="num">
                                      <p:cBhvr additive="base">
                                        <p:cTn id="7" dur="1000"/>
                                        <p:tgtEl>
                                          <p:spTgt spid="467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698"/>
        <p:cNvGrpSpPr/>
        <p:nvPr/>
      </p:nvGrpSpPr>
      <p:grpSpPr>
        <a:xfrm>
          <a:off x="0" y="0"/>
          <a:ext cx="0" cy="0"/>
          <a:chOff x="0" y="0"/>
          <a:chExt cx="0" cy="0"/>
        </a:xfrm>
      </p:grpSpPr>
      <p:cxnSp>
        <p:nvCxnSpPr>
          <p:cNvPr id="4699" name="Google Shape;4699;p112"/>
          <p:cNvCxnSpPr/>
          <p:nvPr/>
        </p:nvCxnSpPr>
        <p:spPr>
          <a:xfrm rot="10800000" flipH="1">
            <a:off x="2093163" y="1662725"/>
            <a:ext cx="457200" cy="2400"/>
          </a:xfrm>
          <a:prstGeom prst="straightConnector1">
            <a:avLst/>
          </a:prstGeom>
          <a:noFill/>
          <a:ln w="19050" cap="flat" cmpd="sng">
            <a:solidFill>
              <a:schemeClr val="accent1"/>
            </a:solidFill>
            <a:prstDash val="solid"/>
            <a:round/>
            <a:headEnd type="none" w="med" len="med"/>
            <a:tailEnd type="none" w="med" len="med"/>
          </a:ln>
        </p:spPr>
      </p:cxnSp>
      <p:cxnSp>
        <p:nvCxnSpPr>
          <p:cNvPr id="4700" name="Google Shape;4700;p112"/>
          <p:cNvCxnSpPr/>
          <p:nvPr/>
        </p:nvCxnSpPr>
        <p:spPr>
          <a:xfrm rot="10800000" flipH="1">
            <a:off x="2093163" y="2110725"/>
            <a:ext cx="457200" cy="2400"/>
          </a:xfrm>
          <a:prstGeom prst="straightConnector1">
            <a:avLst/>
          </a:prstGeom>
          <a:noFill/>
          <a:ln w="19050" cap="flat" cmpd="sng">
            <a:solidFill>
              <a:schemeClr val="accent1"/>
            </a:solidFill>
            <a:prstDash val="solid"/>
            <a:round/>
            <a:headEnd type="none" w="med" len="med"/>
            <a:tailEnd type="none" w="med" len="med"/>
          </a:ln>
        </p:spPr>
      </p:cxnSp>
      <p:sp>
        <p:nvSpPr>
          <p:cNvPr id="4701" name="Google Shape;4701;p112"/>
          <p:cNvSpPr/>
          <p:nvPr/>
        </p:nvSpPr>
        <p:spPr>
          <a:xfrm>
            <a:off x="2425038" y="1459925"/>
            <a:ext cx="898500" cy="3711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112"/>
          <p:cNvSpPr/>
          <p:nvPr/>
        </p:nvSpPr>
        <p:spPr>
          <a:xfrm>
            <a:off x="2434314" y="1924725"/>
            <a:ext cx="898500" cy="3711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112"/>
          <p:cNvSpPr/>
          <p:nvPr/>
        </p:nvSpPr>
        <p:spPr>
          <a:xfrm>
            <a:off x="2434314" y="2389525"/>
            <a:ext cx="898500" cy="371100"/>
          </a:xfrm>
          <a:prstGeom prst="roundRect">
            <a:avLst>
              <a:gd name="adj" fmla="val 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112"/>
          <p:cNvSpPr txBox="1"/>
          <p:nvPr/>
        </p:nvSpPr>
        <p:spPr>
          <a:xfrm>
            <a:off x="2436388" y="1409675"/>
            <a:ext cx="887100" cy="50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Advent Pro"/>
                <a:ea typeface="Advent Pro"/>
                <a:cs typeface="Advent Pro"/>
                <a:sym typeface="Advent Pro"/>
              </a:rPr>
              <a:t>Venus</a:t>
            </a:r>
            <a:endParaRPr sz="1600" b="1">
              <a:solidFill>
                <a:schemeClr val="lt1"/>
              </a:solidFill>
              <a:latin typeface="Advent Pro"/>
              <a:ea typeface="Advent Pro"/>
              <a:cs typeface="Advent Pro"/>
              <a:sym typeface="Advent Pro"/>
            </a:endParaRPr>
          </a:p>
        </p:txBody>
      </p:sp>
      <p:sp>
        <p:nvSpPr>
          <p:cNvPr id="4705" name="Google Shape;4705;p112"/>
          <p:cNvSpPr txBox="1"/>
          <p:nvPr/>
        </p:nvSpPr>
        <p:spPr>
          <a:xfrm>
            <a:off x="2436388" y="1859328"/>
            <a:ext cx="887100" cy="50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Advent Pro"/>
                <a:ea typeface="Advent Pro"/>
                <a:cs typeface="Advent Pro"/>
                <a:sym typeface="Advent Pro"/>
              </a:rPr>
              <a:t>Mercury</a:t>
            </a:r>
            <a:endParaRPr sz="1600" b="1">
              <a:solidFill>
                <a:schemeClr val="lt1"/>
              </a:solidFill>
              <a:latin typeface="Advent Pro"/>
              <a:ea typeface="Advent Pro"/>
              <a:cs typeface="Advent Pro"/>
              <a:sym typeface="Advent Pro"/>
            </a:endParaRPr>
          </a:p>
        </p:txBody>
      </p:sp>
      <p:sp>
        <p:nvSpPr>
          <p:cNvPr id="4706" name="Google Shape;4706;p112"/>
          <p:cNvSpPr txBox="1"/>
          <p:nvPr/>
        </p:nvSpPr>
        <p:spPr>
          <a:xfrm>
            <a:off x="2436388" y="2316550"/>
            <a:ext cx="887100" cy="50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lt1"/>
                </a:solidFill>
                <a:latin typeface="Advent Pro"/>
                <a:ea typeface="Advent Pro"/>
                <a:cs typeface="Advent Pro"/>
                <a:sym typeface="Advent Pro"/>
              </a:rPr>
              <a:t>Neptune</a:t>
            </a:r>
            <a:endParaRPr sz="1600" b="1">
              <a:solidFill>
                <a:schemeClr val="lt1"/>
              </a:solidFill>
              <a:latin typeface="Advent Pro"/>
              <a:ea typeface="Advent Pro"/>
              <a:cs typeface="Advent Pro"/>
              <a:sym typeface="Advent Pro"/>
            </a:endParaRPr>
          </a:p>
        </p:txBody>
      </p:sp>
      <p:cxnSp>
        <p:nvCxnSpPr>
          <p:cNvPr id="4707" name="Google Shape;4707;p112"/>
          <p:cNvCxnSpPr/>
          <p:nvPr/>
        </p:nvCxnSpPr>
        <p:spPr>
          <a:xfrm rot="10800000" flipH="1">
            <a:off x="2093163" y="2558725"/>
            <a:ext cx="457200" cy="2400"/>
          </a:xfrm>
          <a:prstGeom prst="straightConnector1">
            <a:avLst/>
          </a:prstGeom>
          <a:noFill/>
          <a:ln w="19050" cap="flat" cmpd="sng">
            <a:solidFill>
              <a:schemeClr val="accent1"/>
            </a:solidFill>
            <a:prstDash val="solid"/>
            <a:round/>
            <a:headEnd type="none" w="med" len="med"/>
            <a:tailEnd type="none" w="med" len="med"/>
          </a:ln>
        </p:spPr>
      </p:cxnSp>
      <p:sp>
        <p:nvSpPr>
          <p:cNvPr id="4708" name="Google Shape;4708;p112"/>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Alternative Premium Resources</a:t>
            </a:r>
            <a:endParaRPr/>
          </a:p>
        </p:txBody>
      </p:sp>
      <p:grpSp>
        <p:nvGrpSpPr>
          <p:cNvPr id="4709" name="Google Shape;4709;p112"/>
          <p:cNvGrpSpPr/>
          <p:nvPr/>
        </p:nvGrpSpPr>
        <p:grpSpPr>
          <a:xfrm>
            <a:off x="828872" y="1254667"/>
            <a:ext cx="1393371" cy="1706888"/>
            <a:chOff x="3301900" y="1427675"/>
            <a:chExt cx="1578175" cy="1933275"/>
          </a:xfrm>
        </p:grpSpPr>
        <p:sp>
          <p:nvSpPr>
            <p:cNvPr id="4710" name="Google Shape;4710;p11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11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11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11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11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11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11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11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11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11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11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11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11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11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11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11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11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11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11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11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11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11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11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11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11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11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11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11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11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11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11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11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11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11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11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11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11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11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11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11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11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11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11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11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11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11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11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11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11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11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11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11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11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11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64" name="Google Shape;4764;p112"/>
          <p:cNvSpPr txBox="1">
            <a:spLocks noGrp="1"/>
          </p:cNvSpPr>
          <p:nvPr>
            <p:ph type="subTitle" idx="4294967295"/>
          </p:nvPr>
        </p:nvSpPr>
        <p:spPr>
          <a:xfrm>
            <a:off x="3376563" y="1394525"/>
            <a:ext cx="1305300" cy="50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1100"/>
              <a:t>Venus has a beautiful name</a:t>
            </a:r>
            <a:endParaRPr sz="1100"/>
          </a:p>
        </p:txBody>
      </p:sp>
      <p:sp>
        <p:nvSpPr>
          <p:cNvPr id="4765" name="Google Shape;4765;p112"/>
          <p:cNvSpPr txBox="1">
            <a:spLocks noGrp="1"/>
          </p:cNvSpPr>
          <p:nvPr>
            <p:ph type="subTitle" idx="4294967295"/>
          </p:nvPr>
        </p:nvSpPr>
        <p:spPr>
          <a:xfrm>
            <a:off x="3376563" y="1860966"/>
            <a:ext cx="1305300" cy="50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1100"/>
              <a:t>Mercury is the smallest planet</a:t>
            </a:r>
            <a:endParaRPr sz="1100"/>
          </a:p>
        </p:txBody>
      </p:sp>
      <p:sp>
        <p:nvSpPr>
          <p:cNvPr id="4766" name="Google Shape;4766;p112"/>
          <p:cNvSpPr txBox="1">
            <a:spLocks noGrp="1"/>
          </p:cNvSpPr>
          <p:nvPr>
            <p:ph type="subTitle" idx="4294967295"/>
          </p:nvPr>
        </p:nvSpPr>
        <p:spPr>
          <a:xfrm>
            <a:off x="3376563" y="2324125"/>
            <a:ext cx="1305300" cy="50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1100"/>
              <a:t>Neptune is far away from Earth</a:t>
            </a:r>
            <a:endParaRPr sz="1100"/>
          </a:p>
        </p:txBody>
      </p:sp>
      <p:grpSp>
        <p:nvGrpSpPr>
          <p:cNvPr id="4767" name="Google Shape;4767;p112"/>
          <p:cNvGrpSpPr/>
          <p:nvPr/>
        </p:nvGrpSpPr>
        <p:grpSpPr>
          <a:xfrm>
            <a:off x="1322833" y="3244701"/>
            <a:ext cx="716684" cy="1225478"/>
            <a:chOff x="932650" y="2285275"/>
            <a:chExt cx="949125" cy="1623150"/>
          </a:xfrm>
        </p:grpSpPr>
        <p:sp>
          <p:nvSpPr>
            <p:cNvPr id="4768" name="Google Shape;4768;p112"/>
            <p:cNvSpPr/>
            <p:nvPr/>
          </p:nvSpPr>
          <p:spPr>
            <a:xfrm>
              <a:off x="933425" y="2285275"/>
              <a:ext cx="948350" cy="1623150"/>
            </a:xfrm>
            <a:custGeom>
              <a:avLst/>
              <a:gdLst/>
              <a:ahLst/>
              <a:cxnLst/>
              <a:rect l="l" t="t" r="r" b="b"/>
              <a:pathLst>
                <a:path w="37934" h="64926" extrusionOk="0">
                  <a:moveTo>
                    <a:pt x="2067" y="1"/>
                  </a:moveTo>
                  <a:cubicBezTo>
                    <a:pt x="912" y="1"/>
                    <a:pt x="0" y="913"/>
                    <a:pt x="0" y="2037"/>
                  </a:cubicBezTo>
                  <a:lnTo>
                    <a:pt x="0" y="40336"/>
                  </a:lnTo>
                  <a:lnTo>
                    <a:pt x="0" y="62859"/>
                  </a:lnTo>
                  <a:cubicBezTo>
                    <a:pt x="0" y="64014"/>
                    <a:pt x="912" y="64926"/>
                    <a:pt x="2037" y="64926"/>
                  </a:cubicBezTo>
                  <a:lnTo>
                    <a:pt x="35867" y="64926"/>
                  </a:lnTo>
                  <a:cubicBezTo>
                    <a:pt x="37022" y="64926"/>
                    <a:pt x="37934" y="64014"/>
                    <a:pt x="37934" y="62859"/>
                  </a:cubicBezTo>
                  <a:lnTo>
                    <a:pt x="37934" y="2037"/>
                  </a:lnTo>
                  <a:cubicBezTo>
                    <a:pt x="37934" y="913"/>
                    <a:pt x="37022" y="1"/>
                    <a:pt x="3586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112"/>
            <p:cNvSpPr/>
            <p:nvPr/>
          </p:nvSpPr>
          <p:spPr>
            <a:xfrm>
              <a:off x="932650" y="2316425"/>
              <a:ext cx="949125" cy="1539575"/>
            </a:xfrm>
            <a:custGeom>
              <a:avLst/>
              <a:gdLst/>
              <a:ahLst/>
              <a:cxnLst/>
              <a:rect l="l" t="t" r="r" b="b"/>
              <a:pathLst>
                <a:path w="37965" h="61583" extrusionOk="0">
                  <a:moveTo>
                    <a:pt x="2007" y="1"/>
                  </a:moveTo>
                  <a:cubicBezTo>
                    <a:pt x="913" y="1"/>
                    <a:pt x="1" y="913"/>
                    <a:pt x="1" y="2007"/>
                  </a:cubicBezTo>
                  <a:lnTo>
                    <a:pt x="1" y="59576"/>
                  </a:lnTo>
                  <a:cubicBezTo>
                    <a:pt x="31" y="60670"/>
                    <a:pt x="913" y="61582"/>
                    <a:pt x="2007" y="61582"/>
                  </a:cubicBezTo>
                  <a:lnTo>
                    <a:pt x="35928" y="61582"/>
                  </a:lnTo>
                  <a:cubicBezTo>
                    <a:pt x="37053" y="61582"/>
                    <a:pt x="37965" y="60670"/>
                    <a:pt x="37965" y="59576"/>
                  </a:cubicBezTo>
                  <a:lnTo>
                    <a:pt x="37965" y="2007"/>
                  </a:lnTo>
                  <a:cubicBezTo>
                    <a:pt x="37965" y="913"/>
                    <a:pt x="37053" y="1"/>
                    <a:pt x="359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112"/>
            <p:cNvSpPr/>
            <p:nvPr/>
          </p:nvSpPr>
          <p:spPr>
            <a:xfrm>
              <a:off x="1007875" y="2399250"/>
              <a:ext cx="796400" cy="1379225"/>
            </a:xfrm>
            <a:custGeom>
              <a:avLst/>
              <a:gdLst/>
              <a:ahLst/>
              <a:cxnLst/>
              <a:rect l="l" t="t" r="r" b="b"/>
              <a:pathLst>
                <a:path w="31856" h="55169" extrusionOk="0">
                  <a:moveTo>
                    <a:pt x="609" y="1"/>
                  </a:moveTo>
                  <a:cubicBezTo>
                    <a:pt x="244" y="1"/>
                    <a:pt x="1" y="244"/>
                    <a:pt x="1" y="609"/>
                  </a:cubicBezTo>
                  <a:lnTo>
                    <a:pt x="1" y="54591"/>
                  </a:lnTo>
                  <a:cubicBezTo>
                    <a:pt x="1" y="54895"/>
                    <a:pt x="244" y="55169"/>
                    <a:pt x="609" y="55169"/>
                  </a:cubicBezTo>
                  <a:lnTo>
                    <a:pt x="31248" y="55169"/>
                  </a:lnTo>
                  <a:cubicBezTo>
                    <a:pt x="31612" y="55169"/>
                    <a:pt x="31856" y="54895"/>
                    <a:pt x="31856" y="54561"/>
                  </a:cubicBezTo>
                  <a:lnTo>
                    <a:pt x="31856" y="609"/>
                  </a:lnTo>
                  <a:cubicBezTo>
                    <a:pt x="31856" y="244"/>
                    <a:pt x="31612" y="1"/>
                    <a:pt x="312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112"/>
            <p:cNvSpPr/>
            <p:nvPr/>
          </p:nvSpPr>
          <p:spPr>
            <a:xfrm>
              <a:off x="1092225" y="3248825"/>
              <a:ext cx="319175" cy="283450"/>
            </a:xfrm>
            <a:custGeom>
              <a:avLst/>
              <a:gdLst/>
              <a:ahLst/>
              <a:cxnLst/>
              <a:rect l="l" t="t" r="r" b="b"/>
              <a:pathLst>
                <a:path w="12767" h="11338" extrusionOk="0">
                  <a:moveTo>
                    <a:pt x="1" y="0"/>
                  </a:moveTo>
                  <a:lnTo>
                    <a:pt x="1" y="11338"/>
                  </a:lnTo>
                  <a:lnTo>
                    <a:pt x="12767" y="11338"/>
                  </a:lnTo>
                  <a:lnTo>
                    <a:pt x="1276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112"/>
            <p:cNvSpPr/>
            <p:nvPr/>
          </p:nvSpPr>
          <p:spPr>
            <a:xfrm>
              <a:off x="1092225" y="2931175"/>
              <a:ext cx="319175" cy="282725"/>
            </a:xfrm>
            <a:custGeom>
              <a:avLst/>
              <a:gdLst/>
              <a:ahLst/>
              <a:cxnLst/>
              <a:rect l="l" t="t" r="r" b="b"/>
              <a:pathLst>
                <a:path w="12767" h="11309" extrusionOk="0">
                  <a:moveTo>
                    <a:pt x="1" y="1"/>
                  </a:moveTo>
                  <a:lnTo>
                    <a:pt x="1" y="11308"/>
                  </a:lnTo>
                  <a:lnTo>
                    <a:pt x="12767" y="11308"/>
                  </a:lnTo>
                  <a:lnTo>
                    <a:pt x="1276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112"/>
            <p:cNvSpPr/>
            <p:nvPr/>
          </p:nvSpPr>
          <p:spPr>
            <a:xfrm>
              <a:off x="1453950" y="3248825"/>
              <a:ext cx="319175" cy="283450"/>
            </a:xfrm>
            <a:custGeom>
              <a:avLst/>
              <a:gdLst/>
              <a:ahLst/>
              <a:cxnLst/>
              <a:rect l="l" t="t" r="r" b="b"/>
              <a:pathLst>
                <a:path w="12767" h="11338" extrusionOk="0">
                  <a:moveTo>
                    <a:pt x="0" y="0"/>
                  </a:moveTo>
                  <a:lnTo>
                    <a:pt x="0" y="11338"/>
                  </a:lnTo>
                  <a:lnTo>
                    <a:pt x="12766" y="11338"/>
                  </a:lnTo>
                  <a:lnTo>
                    <a:pt x="127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112"/>
            <p:cNvSpPr/>
            <p:nvPr/>
          </p:nvSpPr>
          <p:spPr>
            <a:xfrm>
              <a:off x="1440275" y="2935750"/>
              <a:ext cx="319175" cy="282700"/>
            </a:xfrm>
            <a:custGeom>
              <a:avLst/>
              <a:gdLst/>
              <a:ahLst/>
              <a:cxnLst/>
              <a:rect l="l" t="t" r="r" b="b"/>
              <a:pathLst>
                <a:path w="12767" h="11308" extrusionOk="0">
                  <a:moveTo>
                    <a:pt x="0" y="0"/>
                  </a:moveTo>
                  <a:lnTo>
                    <a:pt x="0" y="11307"/>
                  </a:lnTo>
                  <a:lnTo>
                    <a:pt x="12766" y="11307"/>
                  </a:lnTo>
                  <a:lnTo>
                    <a:pt x="127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112"/>
            <p:cNvSpPr/>
            <p:nvPr/>
          </p:nvSpPr>
          <p:spPr>
            <a:xfrm>
              <a:off x="1066400" y="3580125"/>
              <a:ext cx="713550" cy="135300"/>
            </a:xfrm>
            <a:custGeom>
              <a:avLst/>
              <a:gdLst/>
              <a:ahLst/>
              <a:cxnLst/>
              <a:rect l="l" t="t" r="r" b="b"/>
              <a:pathLst>
                <a:path w="28542" h="5412" extrusionOk="0">
                  <a:moveTo>
                    <a:pt x="2736" y="1"/>
                  </a:moveTo>
                  <a:cubicBezTo>
                    <a:pt x="1247" y="1"/>
                    <a:pt x="31" y="1247"/>
                    <a:pt x="31" y="2706"/>
                  </a:cubicBezTo>
                  <a:cubicBezTo>
                    <a:pt x="0" y="4195"/>
                    <a:pt x="1216" y="5411"/>
                    <a:pt x="2736" y="5411"/>
                  </a:cubicBezTo>
                  <a:lnTo>
                    <a:pt x="25837" y="5411"/>
                  </a:lnTo>
                  <a:cubicBezTo>
                    <a:pt x="27326" y="5411"/>
                    <a:pt x="28542" y="4195"/>
                    <a:pt x="28542" y="2706"/>
                  </a:cubicBezTo>
                  <a:cubicBezTo>
                    <a:pt x="28542" y="1247"/>
                    <a:pt x="27326" y="1"/>
                    <a:pt x="258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112"/>
            <p:cNvSpPr/>
            <p:nvPr/>
          </p:nvSpPr>
          <p:spPr>
            <a:xfrm>
              <a:off x="1034475" y="2940300"/>
              <a:ext cx="38775" cy="604900"/>
            </a:xfrm>
            <a:custGeom>
              <a:avLst/>
              <a:gdLst/>
              <a:ahLst/>
              <a:cxnLst/>
              <a:rect l="l" t="t" r="r" b="b"/>
              <a:pathLst>
                <a:path w="1551" h="24196" extrusionOk="0">
                  <a:moveTo>
                    <a:pt x="791" y="1"/>
                  </a:moveTo>
                  <a:cubicBezTo>
                    <a:pt x="365" y="1"/>
                    <a:pt x="31" y="335"/>
                    <a:pt x="31" y="761"/>
                  </a:cubicBezTo>
                  <a:lnTo>
                    <a:pt x="31" y="23436"/>
                  </a:lnTo>
                  <a:cubicBezTo>
                    <a:pt x="1" y="23861"/>
                    <a:pt x="335" y="24196"/>
                    <a:pt x="791" y="24196"/>
                  </a:cubicBezTo>
                  <a:cubicBezTo>
                    <a:pt x="1217" y="24196"/>
                    <a:pt x="1551" y="23861"/>
                    <a:pt x="1551" y="23436"/>
                  </a:cubicBezTo>
                  <a:lnTo>
                    <a:pt x="1551" y="761"/>
                  </a:lnTo>
                  <a:cubicBezTo>
                    <a:pt x="1551" y="335"/>
                    <a:pt x="1217" y="1"/>
                    <a:pt x="7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112"/>
            <p:cNvSpPr/>
            <p:nvPr/>
          </p:nvSpPr>
          <p:spPr>
            <a:xfrm>
              <a:off x="1180375" y="2428375"/>
              <a:ext cx="473450" cy="457775"/>
            </a:xfrm>
            <a:custGeom>
              <a:avLst/>
              <a:gdLst/>
              <a:ahLst/>
              <a:cxnLst/>
              <a:rect l="l" t="t" r="r" b="b"/>
              <a:pathLst>
                <a:path w="18938" h="18311" extrusionOk="0">
                  <a:moveTo>
                    <a:pt x="8379" y="1"/>
                  </a:moveTo>
                  <a:cubicBezTo>
                    <a:pt x="6199" y="1"/>
                    <a:pt x="4270" y="1026"/>
                    <a:pt x="3040" y="2727"/>
                  </a:cubicBezTo>
                  <a:cubicBezTo>
                    <a:pt x="1065" y="4186"/>
                    <a:pt x="1" y="6526"/>
                    <a:pt x="365" y="9170"/>
                  </a:cubicBezTo>
                  <a:cubicBezTo>
                    <a:pt x="1" y="11784"/>
                    <a:pt x="1065" y="14125"/>
                    <a:pt x="3040" y="15584"/>
                  </a:cubicBezTo>
                  <a:cubicBezTo>
                    <a:pt x="4296" y="17285"/>
                    <a:pt x="6206" y="18310"/>
                    <a:pt x="8381" y="18310"/>
                  </a:cubicBezTo>
                  <a:cubicBezTo>
                    <a:pt x="8732" y="18310"/>
                    <a:pt x="9090" y="18283"/>
                    <a:pt x="9454" y="18228"/>
                  </a:cubicBezTo>
                  <a:cubicBezTo>
                    <a:pt x="9821" y="18283"/>
                    <a:pt x="10183" y="18310"/>
                    <a:pt x="10538" y="18310"/>
                  </a:cubicBezTo>
                  <a:cubicBezTo>
                    <a:pt x="12732" y="18310"/>
                    <a:pt x="14641" y="17285"/>
                    <a:pt x="15898" y="15584"/>
                  </a:cubicBezTo>
                  <a:cubicBezTo>
                    <a:pt x="17843" y="14125"/>
                    <a:pt x="18937" y="11784"/>
                    <a:pt x="18542" y="9170"/>
                  </a:cubicBezTo>
                  <a:cubicBezTo>
                    <a:pt x="18876" y="6526"/>
                    <a:pt x="17813" y="4186"/>
                    <a:pt x="15898" y="2727"/>
                  </a:cubicBezTo>
                  <a:cubicBezTo>
                    <a:pt x="14641" y="1026"/>
                    <a:pt x="12732" y="1"/>
                    <a:pt x="10538" y="1"/>
                  </a:cubicBezTo>
                  <a:cubicBezTo>
                    <a:pt x="10183" y="1"/>
                    <a:pt x="9821" y="27"/>
                    <a:pt x="9454" y="82"/>
                  </a:cubicBezTo>
                  <a:cubicBezTo>
                    <a:pt x="9090" y="27"/>
                    <a:pt x="8732" y="1"/>
                    <a:pt x="837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112"/>
            <p:cNvSpPr/>
            <p:nvPr/>
          </p:nvSpPr>
          <p:spPr>
            <a:xfrm>
              <a:off x="1216100" y="2464650"/>
              <a:ext cx="403525" cy="390575"/>
            </a:xfrm>
            <a:custGeom>
              <a:avLst/>
              <a:gdLst/>
              <a:ahLst/>
              <a:cxnLst/>
              <a:rect l="l" t="t" r="r" b="b"/>
              <a:pathLst>
                <a:path w="16141" h="15623" extrusionOk="0">
                  <a:moveTo>
                    <a:pt x="8914" y="1"/>
                  </a:moveTo>
                  <a:cubicBezTo>
                    <a:pt x="8632" y="1"/>
                    <a:pt x="8345" y="20"/>
                    <a:pt x="8055" y="60"/>
                  </a:cubicBezTo>
                  <a:cubicBezTo>
                    <a:pt x="7771" y="21"/>
                    <a:pt x="7490" y="2"/>
                    <a:pt x="7213" y="2"/>
                  </a:cubicBezTo>
                  <a:cubicBezTo>
                    <a:pt x="5328" y="2"/>
                    <a:pt x="3644" y="882"/>
                    <a:pt x="2584" y="2339"/>
                  </a:cubicBezTo>
                  <a:cubicBezTo>
                    <a:pt x="882" y="3616"/>
                    <a:pt x="0" y="5622"/>
                    <a:pt x="304" y="7811"/>
                  </a:cubicBezTo>
                  <a:cubicBezTo>
                    <a:pt x="0" y="10060"/>
                    <a:pt x="912" y="12066"/>
                    <a:pt x="2584" y="13282"/>
                  </a:cubicBezTo>
                  <a:cubicBezTo>
                    <a:pt x="3690" y="14783"/>
                    <a:pt x="5343" y="15622"/>
                    <a:pt x="7188" y="15622"/>
                  </a:cubicBezTo>
                  <a:cubicBezTo>
                    <a:pt x="7473" y="15622"/>
                    <a:pt x="7763" y="15602"/>
                    <a:pt x="8055" y="15562"/>
                  </a:cubicBezTo>
                  <a:cubicBezTo>
                    <a:pt x="8343" y="15600"/>
                    <a:pt x="8628" y="15619"/>
                    <a:pt x="8908" y="15619"/>
                  </a:cubicBezTo>
                  <a:cubicBezTo>
                    <a:pt x="10813" y="15619"/>
                    <a:pt x="12497" y="14740"/>
                    <a:pt x="13557" y="13282"/>
                  </a:cubicBezTo>
                  <a:cubicBezTo>
                    <a:pt x="15259" y="12036"/>
                    <a:pt x="16140" y="10030"/>
                    <a:pt x="15836" y="7811"/>
                  </a:cubicBezTo>
                  <a:cubicBezTo>
                    <a:pt x="16140" y="5592"/>
                    <a:pt x="15259" y="3555"/>
                    <a:pt x="13557" y="2339"/>
                  </a:cubicBezTo>
                  <a:cubicBezTo>
                    <a:pt x="12447" y="860"/>
                    <a:pt x="10786" y="1"/>
                    <a:pt x="89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112"/>
            <p:cNvSpPr/>
            <p:nvPr/>
          </p:nvSpPr>
          <p:spPr>
            <a:xfrm>
              <a:off x="1237375" y="2485300"/>
              <a:ext cx="361725" cy="349975"/>
            </a:xfrm>
            <a:custGeom>
              <a:avLst/>
              <a:gdLst/>
              <a:ahLst/>
              <a:cxnLst/>
              <a:rect l="l" t="t" r="r" b="b"/>
              <a:pathLst>
                <a:path w="14469" h="13999" extrusionOk="0">
                  <a:moveTo>
                    <a:pt x="6435" y="1"/>
                  </a:moveTo>
                  <a:cubicBezTo>
                    <a:pt x="4762" y="1"/>
                    <a:pt x="3261" y="771"/>
                    <a:pt x="2310" y="2091"/>
                  </a:cubicBezTo>
                  <a:cubicBezTo>
                    <a:pt x="791" y="3185"/>
                    <a:pt x="0" y="4979"/>
                    <a:pt x="274" y="6985"/>
                  </a:cubicBezTo>
                  <a:cubicBezTo>
                    <a:pt x="0" y="8960"/>
                    <a:pt x="791" y="10784"/>
                    <a:pt x="2310" y="11909"/>
                  </a:cubicBezTo>
                  <a:cubicBezTo>
                    <a:pt x="3261" y="13229"/>
                    <a:pt x="4739" y="13999"/>
                    <a:pt x="6426" y="13999"/>
                  </a:cubicBezTo>
                  <a:cubicBezTo>
                    <a:pt x="6681" y="13999"/>
                    <a:pt x="6941" y="13981"/>
                    <a:pt x="7204" y="13945"/>
                  </a:cubicBezTo>
                  <a:cubicBezTo>
                    <a:pt x="7467" y="13981"/>
                    <a:pt x="7727" y="13999"/>
                    <a:pt x="7982" y="13999"/>
                  </a:cubicBezTo>
                  <a:cubicBezTo>
                    <a:pt x="9670" y="13999"/>
                    <a:pt x="11151" y="13229"/>
                    <a:pt x="12128" y="11909"/>
                  </a:cubicBezTo>
                  <a:cubicBezTo>
                    <a:pt x="13648" y="10784"/>
                    <a:pt x="14438" y="9021"/>
                    <a:pt x="14165" y="6985"/>
                  </a:cubicBezTo>
                  <a:cubicBezTo>
                    <a:pt x="14469" y="4979"/>
                    <a:pt x="13678" y="3155"/>
                    <a:pt x="12128" y="2091"/>
                  </a:cubicBezTo>
                  <a:cubicBezTo>
                    <a:pt x="11151" y="771"/>
                    <a:pt x="9693" y="1"/>
                    <a:pt x="7991" y="1"/>
                  </a:cubicBezTo>
                  <a:cubicBezTo>
                    <a:pt x="7734" y="1"/>
                    <a:pt x="7471" y="19"/>
                    <a:pt x="7204" y="54"/>
                  </a:cubicBezTo>
                  <a:cubicBezTo>
                    <a:pt x="6945" y="19"/>
                    <a:pt x="6688" y="1"/>
                    <a:pt x="643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112"/>
            <p:cNvSpPr/>
            <p:nvPr/>
          </p:nvSpPr>
          <p:spPr>
            <a:xfrm>
              <a:off x="1249525" y="2497425"/>
              <a:ext cx="336650" cy="325750"/>
            </a:xfrm>
            <a:custGeom>
              <a:avLst/>
              <a:gdLst/>
              <a:ahLst/>
              <a:cxnLst/>
              <a:rect l="l" t="t" r="r" b="b"/>
              <a:pathLst>
                <a:path w="13466" h="13030" extrusionOk="0">
                  <a:moveTo>
                    <a:pt x="7473" y="1"/>
                  </a:moveTo>
                  <a:cubicBezTo>
                    <a:pt x="7226" y="1"/>
                    <a:pt x="6974" y="19"/>
                    <a:pt x="6718" y="56"/>
                  </a:cubicBezTo>
                  <a:cubicBezTo>
                    <a:pt x="6482" y="25"/>
                    <a:pt x="6248" y="10"/>
                    <a:pt x="6019" y="10"/>
                  </a:cubicBezTo>
                  <a:cubicBezTo>
                    <a:pt x="4448" y="10"/>
                    <a:pt x="3060" y="720"/>
                    <a:pt x="2159" y="1940"/>
                  </a:cubicBezTo>
                  <a:cubicBezTo>
                    <a:pt x="761" y="2974"/>
                    <a:pt x="1" y="4646"/>
                    <a:pt x="274" y="6500"/>
                  </a:cubicBezTo>
                  <a:cubicBezTo>
                    <a:pt x="61" y="8384"/>
                    <a:pt x="761" y="10056"/>
                    <a:pt x="2159" y="11059"/>
                  </a:cubicBezTo>
                  <a:cubicBezTo>
                    <a:pt x="3052" y="12294"/>
                    <a:pt x="4422" y="13029"/>
                    <a:pt x="5975" y="13029"/>
                  </a:cubicBezTo>
                  <a:cubicBezTo>
                    <a:pt x="6219" y="13029"/>
                    <a:pt x="6467" y="13011"/>
                    <a:pt x="6718" y="12974"/>
                  </a:cubicBezTo>
                  <a:cubicBezTo>
                    <a:pt x="6941" y="12999"/>
                    <a:pt x="7160" y="13011"/>
                    <a:pt x="7376" y="13011"/>
                  </a:cubicBezTo>
                  <a:cubicBezTo>
                    <a:pt x="8988" y="13011"/>
                    <a:pt x="10393" y="12319"/>
                    <a:pt x="11277" y="11059"/>
                  </a:cubicBezTo>
                  <a:cubicBezTo>
                    <a:pt x="12706" y="10056"/>
                    <a:pt x="13466" y="8384"/>
                    <a:pt x="13192" y="6500"/>
                  </a:cubicBezTo>
                  <a:cubicBezTo>
                    <a:pt x="13466" y="4646"/>
                    <a:pt x="12706" y="2974"/>
                    <a:pt x="11277" y="1940"/>
                  </a:cubicBezTo>
                  <a:cubicBezTo>
                    <a:pt x="10411" y="732"/>
                    <a:pt x="9045" y="1"/>
                    <a:pt x="7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112"/>
            <p:cNvSpPr/>
            <p:nvPr/>
          </p:nvSpPr>
          <p:spPr>
            <a:xfrm>
              <a:off x="1292850" y="2556000"/>
              <a:ext cx="69925" cy="44650"/>
            </a:xfrm>
            <a:custGeom>
              <a:avLst/>
              <a:gdLst/>
              <a:ahLst/>
              <a:cxnLst/>
              <a:rect l="l" t="t" r="r" b="b"/>
              <a:pathLst>
                <a:path w="2797" h="1786" extrusionOk="0">
                  <a:moveTo>
                    <a:pt x="2393" y="1"/>
                  </a:moveTo>
                  <a:cubicBezTo>
                    <a:pt x="1963" y="1"/>
                    <a:pt x="1550" y="80"/>
                    <a:pt x="1155" y="266"/>
                  </a:cubicBezTo>
                  <a:cubicBezTo>
                    <a:pt x="639" y="509"/>
                    <a:pt x="243" y="904"/>
                    <a:pt x="0" y="1391"/>
                  </a:cubicBezTo>
                  <a:cubicBezTo>
                    <a:pt x="183" y="1512"/>
                    <a:pt x="335" y="1634"/>
                    <a:pt x="517" y="1786"/>
                  </a:cubicBezTo>
                  <a:lnTo>
                    <a:pt x="547" y="1786"/>
                  </a:lnTo>
                  <a:cubicBezTo>
                    <a:pt x="760" y="1391"/>
                    <a:pt x="1094" y="1056"/>
                    <a:pt x="1520" y="874"/>
                  </a:cubicBezTo>
                  <a:cubicBezTo>
                    <a:pt x="1809" y="705"/>
                    <a:pt x="2137" y="651"/>
                    <a:pt x="2472" y="651"/>
                  </a:cubicBezTo>
                  <a:cubicBezTo>
                    <a:pt x="2560" y="651"/>
                    <a:pt x="2648" y="655"/>
                    <a:pt x="2736" y="661"/>
                  </a:cubicBezTo>
                  <a:cubicBezTo>
                    <a:pt x="2766" y="448"/>
                    <a:pt x="2766" y="205"/>
                    <a:pt x="2797" y="23"/>
                  </a:cubicBezTo>
                  <a:cubicBezTo>
                    <a:pt x="2660" y="9"/>
                    <a:pt x="2526" y="1"/>
                    <a:pt x="23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112"/>
            <p:cNvSpPr/>
            <p:nvPr/>
          </p:nvSpPr>
          <p:spPr>
            <a:xfrm>
              <a:off x="1409100" y="2628750"/>
              <a:ext cx="63100" cy="55500"/>
            </a:xfrm>
            <a:custGeom>
              <a:avLst/>
              <a:gdLst/>
              <a:ahLst/>
              <a:cxnLst/>
              <a:rect l="l" t="t" r="r" b="b"/>
              <a:pathLst>
                <a:path w="2524" h="2220" extrusionOk="0">
                  <a:moveTo>
                    <a:pt x="2432" y="0"/>
                  </a:moveTo>
                  <a:cubicBezTo>
                    <a:pt x="1946" y="92"/>
                    <a:pt x="1429" y="274"/>
                    <a:pt x="973" y="608"/>
                  </a:cubicBezTo>
                  <a:cubicBezTo>
                    <a:pt x="518" y="943"/>
                    <a:pt x="214" y="1459"/>
                    <a:pt x="1" y="1946"/>
                  </a:cubicBezTo>
                  <a:cubicBezTo>
                    <a:pt x="214" y="2007"/>
                    <a:pt x="396" y="2098"/>
                    <a:pt x="609" y="2219"/>
                  </a:cubicBezTo>
                  <a:lnTo>
                    <a:pt x="639" y="2219"/>
                  </a:lnTo>
                  <a:cubicBezTo>
                    <a:pt x="761" y="1794"/>
                    <a:pt x="1034" y="1399"/>
                    <a:pt x="1369" y="1095"/>
                  </a:cubicBezTo>
                  <a:cubicBezTo>
                    <a:pt x="1733" y="852"/>
                    <a:pt x="2128" y="700"/>
                    <a:pt x="2524" y="700"/>
                  </a:cubicBezTo>
                  <a:cubicBezTo>
                    <a:pt x="2524" y="456"/>
                    <a:pt x="2463" y="244"/>
                    <a:pt x="24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112"/>
            <p:cNvSpPr/>
            <p:nvPr/>
          </p:nvSpPr>
          <p:spPr>
            <a:xfrm>
              <a:off x="1445575" y="2747300"/>
              <a:ext cx="64625" cy="51700"/>
            </a:xfrm>
            <a:custGeom>
              <a:avLst/>
              <a:gdLst/>
              <a:ahLst/>
              <a:cxnLst/>
              <a:rect l="l" t="t" r="r" b="b"/>
              <a:pathLst>
                <a:path w="2585" h="2068" extrusionOk="0">
                  <a:moveTo>
                    <a:pt x="1976" y="0"/>
                  </a:moveTo>
                  <a:cubicBezTo>
                    <a:pt x="1825" y="426"/>
                    <a:pt x="1551" y="760"/>
                    <a:pt x="1156" y="1034"/>
                  </a:cubicBezTo>
                  <a:cubicBezTo>
                    <a:pt x="791" y="1246"/>
                    <a:pt x="396" y="1368"/>
                    <a:pt x="1" y="1368"/>
                  </a:cubicBezTo>
                  <a:lnTo>
                    <a:pt x="1" y="2067"/>
                  </a:lnTo>
                  <a:cubicBezTo>
                    <a:pt x="518" y="2037"/>
                    <a:pt x="1065" y="1885"/>
                    <a:pt x="1551" y="1581"/>
                  </a:cubicBezTo>
                  <a:cubicBezTo>
                    <a:pt x="2037" y="1277"/>
                    <a:pt x="2372" y="821"/>
                    <a:pt x="2584" y="304"/>
                  </a:cubicBezTo>
                  <a:cubicBezTo>
                    <a:pt x="2372" y="243"/>
                    <a:pt x="2189" y="122"/>
                    <a:pt x="20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112"/>
            <p:cNvSpPr/>
            <p:nvPr/>
          </p:nvSpPr>
          <p:spPr>
            <a:xfrm>
              <a:off x="1282975" y="2688025"/>
              <a:ext cx="76000" cy="31300"/>
            </a:xfrm>
            <a:custGeom>
              <a:avLst/>
              <a:gdLst/>
              <a:ahLst/>
              <a:cxnLst/>
              <a:rect l="l" t="t" r="r" b="b"/>
              <a:pathLst>
                <a:path w="3040" h="1252" extrusionOk="0">
                  <a:moveTo>
                    <a:pt x="456" y="0"/>
                  </a:moveTo>
                  <a:cubicBezTo>
                    <a:pt x="304" y="152"/>
                    <a:pt x="152" y="335"/>
                    <a:pt x="0" y="487"/>
                  </a:cubicBezTo>
                  <a:cubicBezTo>
                    <a:pt x="334" y="821"/>
                    <a:pt x="851" y="1095"/>
                    <a:pt x="1398" y="1216"/>
                  </a:cubicBezTo>
                  <a:cubicBezTo>
                    <a:pt x="1549" y="1240"/>
                    <a:pt x="1700" y="1251"/>
                    <a:pt x="1850" y="1251"/>
                  </a:cubicBezTo>
                  <a:cubicBezTo>
                    <a:pt x="2271" y="1251"/>
                    <a:pt x="2680" y="1160"/>
                    <a:pt x="3040" y="1003"/>
                  </a:cubicBezTo>
                  <a:cubicBezTo>
                    <a:pt x="2979" y="821"/>
                    <a:pt x="2888" y="608"/>
                    <a:pt x="2857" y="395"/>
                  </a:cubicBezTo>
                  <a:lnTo>
                    <a:pt x="2857" y="365"/>
                  </a:lnTo>
                  <a:cubicBezTo>
                    <a:pt x="2568" y="499"/>
                    <a:pt x="2246" y="583"/>
                    <a:pt x="1916" y="583"/>
                  </a:cubicBezTo>
                  <a:cubicBezTo>
                    <a:pt x="1795" y="583"/>
                    <a:pt x="1672" y="572"/>
                    <a:pt x="1550" y="547"/>
                  </a:cubicBezTo>
                  <a:cubicBezTo>
                    <a:pt x="1155" y="487"/>
                    <a:pt x="760" y="304"/>
                    <a:pt x="45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112"/>
            <p:cNvSpPr/>
            <p:nvPr/>
          </p:nvSpPr>
          <p:spPr>
            <a:xfrm>
              <a:off x="1431900" y="2551250"/>
              <a:ext cx="76025" cy="31300"/>
            </a:xfrm>
            <a:custGeom>
              <a:avLst/>
              <a:gdLst/>
              <a:ahLst/>
              <a:cxnLst/>
              <a:rect l="l" t="t" r="r" b="b"/>
              <a:pathLst>
                <a:path w="3041" h="1252" extrusionOk="0">
                  <a:moveTo>
                    <a:pt x="457" y="0"/>
                  </a:moveTo>
                  <a:cubicBezTo>
                    <a:pt x="305" y="152"/>
                    <a:pt x="153" y="334"/>
                    <a:pt x="1" y="486"/>
                  </a:cubicBezTo>
                  <a:cubicBezTo>
                    <a:pt x="396" y="851"/>
                    <a:pt x="882" y="1125"/>
                    <a:pt x="1429" y="1216"/>
                  </a:cubicBezTo>
                  <a:cubicBezTo>
                    <a:pt x="1572" y="1240"/>
                    <a:pt x="1717" y="1251"/>
                    <a:pt x="1862" y="1251"/>
                  </a:cubicBezTo>
                  <a:cubicBezTo>
                    <a:pt x="2272" y="1251"/>
                    <a:pt x="2681" y="1160"/>
                    <a:pt x="3040" y="1003"/>
                  </a:cubicBezTo>
                  <a:cubicBezTo>
                    <a:pt x="2979" y="821"/>
                    <a:pt x="2888" y="608"/>
                    <a:pt x="2858" y="395"/>
                  </a:cubicBezTo>
                  <a:lnTo>
                    <a:pt x="2858" y="365"/>
                  </a:lnTo>
                  <a:cubicBezTo>
                    <a:pt x="2591" y="498"/>
                    <a:pt x="2275" y="583"/>
                    <a:pt x="1946" y="583"/>
                  </a:cubicBezTo>
                  <a:cubicBezTo>
                    <a:pt x="1826" y="583"/>
                    <a:pt x="1703" y="572"/>
                    <a:pt x="1581" y="547"/>
                  </a:cubicBezTo>
                  <a:cubicBezTo>
                    <a:pt x="1156" y="486"/>
                    <a:pt x="761" y="304"/>
                    <a:pt x="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112"/>
            <p:cNvSpPr/>
            <p:nvPr/>
          </p:nvSpPr>
          <p:spPr>
            <a:xfrm>
              <a:off x="1295125" y="2638625"/>
              <a:ext cx="25100" cy="24350"/>
            </a:xfrm>
            <a:custGeom>
              <a:avLst/>
              <a:gdLst/>
              <a:ahLst/>
              <a:cxnLst/>
              <a:rect l="l" t="t" r="r" b="b"/>
              <a:pathLst>
                <a:path w="1004" h="974" fill="none" extrusionOk="0">
                  <a:moveTo>
                    <a:pt x="1003" y="487"/>
                  </a:moveTo>
                  <a:cubicBezTo>
                    <a:pt x="1003" y="760"/>
                    <a:pt x="760" y="973"/>
                    <a:pt x="487" y="973"/>
                  </a:cubicBezTo>
                  <a:cubicBezTo>
                    <a:pt x="244" y="973"/>
                    <a:pt x="0" y="760"/>
                    <a:pt x="0" y="487"/>
                  </a:cubicBezTo>
                  <a:cubicBezTo>
                    <a:pt x="0" y="213"/>
                    <a:pt x="244" y="1"/>
                    <a:pt x="487" y="1"/>
                  </a:cubicBezTo>
                  <a:cubicBezTo>
                    <a:pt x="760" y="1"/>
                    <a:pt x="1003" y="213"/>
                    <a:pt x="1003"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112"/>
            <p:cNvSpPr/>
            <p:nvPr/>
          </p:nvSpPr>
          <p:spPr>
            <a:xfrm>
              <a:off x="1478250" y="2696375"/>
              <a:ext cx="25100" cy="24350"/>
            </a:xfrm>
            <a:custGeom>
              <a:avLst/>
              <a:gdLst/>
              <a:ahLst/>
              <a:cxnLst/>
              <a:rect l="l" t="t" r="r" b="b"/>
              <a:pathLst>
                <a:path w="1004" h="974" fill="none" extrusionOk="0">
                  <a:moveTo>
                    <a:pt x="1004" y="487"/>
                  </a:moveTo>
                  <a:cubicBezTo>
                    <a:pt x="1004" y="761"/>
                    <a:pt x="791" y="973"/>
                    <a:pt x="518" y="973"/>
                  </a:cubicBezTo>
                  <a:cubicBezTo>
                    <a:pt x="244" y="973"/>
                    <a:pt x="1" y="761"/>
                    <a:pt x="1" y="487"/>
                  </a:cubicBezTo>
                  <a:cubicBezTo>
                    <a:pt x="1" y="213"/>
                    <a:pt x="244" y="1"/>
                    <a:pt x="518" y="1"/>
                  </a:cubicBezTo>
                  <a:cubicBezTo>
                    <a:pt x="791" y="1"/>
                    <a:pt x="1004" y="213"/>
                    <a:pt x="1004"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112"/>
            <p:cNvSpPr/>
            <p:nvPr/>
          </p:nvSpPr>
          <p:spPr>
            <a:xfrm>
              <a:off x="1532975" y="2671300"/>
              <a:ext cx="24325" cy="25100"/>
            </a:xfrm>
            <a:custGeom>
              <a:avLst/>
              <a:gdLst/>
              <a:ahLst/>
              <a:cxnLst/>
              <a:rect l="l" t="t" r="r" b="b"/>
              <a:pathLst>
                <a:path w="973" h="1004" fill="none" extrusionOk="0">
                  <a:moveTo>
                    <a:pt x="973" y="517"/>
                  </a:moveTo>
                  <a:cubicBezTo>
                    <a:pt x="973" y="760"/>
                    <a:pt x="760" y="1004"/>
                    <a:pt x="487" y="1004"/>
                  </a:cubicBezTo>
                  <a:cubicBezTo>
                    <a:pt x="213" y="1004"/>
                    <a:pt x="0" y="760"/>
                    <a:pt x="0" y="517"/>
                  </a:cubicBezTo>
                  <a:cubicBezTo>
                    <a:pt x="0" y="244"/>
                    <a:pt x="213" y="1"/>
                    <a:pt x="487" y="1"/>
                  </a:cubicBezTo>
                  <a:cubicBezTo>
                    <a:pt x="760" y="1"/>
                    <a:pt x="973" y="244"/>
                    <a:pt x="973" y="51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112"/>
            <p:cNvSpPr/>
            <p:nvPr/>
          </p:nvSpPr>
          <p:spPr>
            <a:xfrm>
              <a:off x="1349825" y="2665225"/>
              <a:ext cx="24350" cy="24350"/>
            </a:xfrm>
            <a:custGeom>
              <a:avLst/>
              <a:gdLst/>
              <a:ahLst/>
              <a:cxnLst/>
              <a:rect l="l" t="t" r="r" b="b"/>
              <a:pathLst>
                <a:path w="974" h="974" fill="none" extrusionOk="0">
                  <a:moveTo>
                    <a:pt x="974" y="487"/>
                  </a:moveTo>
                  <a:cubicBezTo>
                    <a:pt x="974" y="760"/>
                    <a:pt x="761" y="973"/>
                    <a:pt x="487" y="973"/>
                  </a:cubicBezTo>
                  <a:cubicBezTo>
                    <a:pt x="214" y="973"/>
                    <a:pt x="1" y="760"/>
                    <a:pt x="1" y="487"/>
                  </a:cubicBezTo>
                  <a:cubicBezTo>
                    <a:pt x="1" y="213"/>
                    <a:pt x="214" y="0"/>
                    <a:pt x="487" y="0"/>
                  </a:cubicBezTo>
                  <a:cubicBezTo>
                    <a:pt x="761" y="0"/>
                    <a:pt x="974" y="213"/>
                    <a:pt x="974" y="487"/>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112"/>
            <p:cNvSpPr/>
            <p:nvPr/>
          </p:nvSpPr>
          <p:spPr>
            <a:xfrm>
              <a:off x="1378700" y="2527675"/>
              <a:ext cx="25125" cy="25100"/>
            </a:xfrm>
            <a:custGeom>
              <a:avLst/>
              <a:gdLst/>
              <a:ahLst/>
              <a:cxnLst/>
              <a:rect l="l" t="t" r="r" b="b"/>
              <a:pathLst>
                <a:path w="1005" h="1004" fill="none" extrusionOk="0">
                  <a:moveTo>
                    <a:pt x="1004" y="518"/>
                  </a:moveTo>
                  <a:cubicBezTo>
                    <a:pt x="1004" y="791"/>
                    <a:pt x="761" y="1004"/>
                    <a:pt x="518" y="1004"/>
                  </a:cubicBezTo>
                  <a:cubicBezTo>
                    <a:pt x="244" y="1004"/>
                    <a:pt x="1" y="791"/>
                    <a:pt x="1" y="518"/>
                  </a:cubicBezTo>
                  <a:cubicBezTo>
                    <a:pt x="1" y="244"/>
                    <a:pt x="244" y="1"/>
                    <a:pt x="518" y="1"/>
                  </a:cubicBezTo>
                  <a:cubicBezTo>
                    <a:pt x="761" y="1"/>
                    <a:pt x="1004" y="244"/>
                    <a:pt x="1004" y="518"/>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112"/>
            <p:cNvSpPr/>
            <p:nvPr/>
          </p:nvSpPr>
          <p:spPr>
            <a:xfrm>
              <a:off x="1340725" y="2574800"/>
              <a:ext cx="70675" cy="69925"/>
            </a:xfrm>
            <a:custGeom>
              <a:avLst/>
              <a:gdLst/>
              <a:ahLst/>
              <a:cxnLst/>
              <a:rect l="l" t="t" r="r" b="b"/>
              <a:pathLst>
                <a:path w="2827" h="2797" extrusionOk="0">
                  <a:moveTo>
                    <a:pt x="1429" y="0"/>
                  </a:moveTo>
                  <a:cubicBezTo>
                    <a:pt x="638" y="0"/>
                    <a:pt x="0" y="608"/>
                    <a:pt x="0" y="1399"/>
                  </a:cubicBezTo>
                  <a:cubicBezTo>
                    <a:pt x="0" y="2189"/>
                    <a:pt x="638" y="2797"/>
                    <a:pt x="1429" y="2797"/>
                  </a:cubicBezTo>
                  <a:cubicBezTo>
                    <a:pt x="2189" y="2797"/>
                    <a:pt x="2827" y="2189"/>
                    <a:pt x="2827" y="1399"/>
                  </a:cubicBezTo>
                  <a:cubicBezTo>
                    <a:pt x="2827" y="608"/>
                    <a:pt x="2189" y="0"/>
                    <a:pt x="142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112"/>
            <p:cNvSpPr/>
            <p:nvPr/>
          </p:nvSpPr>
          <p:spPr>
            <a:xfrm>
              <a:off x="1355150" y="2598350"/>
              <a:ext cx="15225" cy="11425"/>
            </a:xfrm>
            <a:custGeom>
              <a:avLst/>
              <a:gdLst/>
              <a:ahLst/>
              <a:cxnLst/>
              <a:rect l="l" t="t" r="r" b="b"/>
              <a:pathLst>
                <a:path w="609" h="457" extrusionOk="0">
                  <a:moveTo>
                    <a:pt x="305" y="1"/>
                  </a:moveTo>
                  <a:cubicBezTo>
                    <a:pt x="1" y="1"/>
                    <a:pt x="1" y="457"/>
                    <a:pt x="305" y="457"/>
                  </a:cubicBezTo>
                  <a:cubicBezTo>
                    <a:pt x="609" y="457"/>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112"/>
            <p:cNvSpPr/>
            <p:nvPr/>
          </p:nvSpPr>
          <p:spPr>
            <a:xfrm>
              <a:off x="1373400" y="2597600"/>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112"/>
            <p:cNvSpPr/>
            <p:nvPr/>
          </p:nvSpPr>
          <p:spPr>
            <a:xfrm>
              <a:off x="1365800" y="2582400"/>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112"/>
            <p:cNvSpPr/>
            <p:nvPr/>
          </p:nvSpPr>
          <p:spPr>
            <a:xfrm>
              <a:off x="1393900" y="2602150"/>
              <a:ext cx="15225" cy="11425"/>
            </a:xfrm>
            <a:custGeom>
              <a:avLst/>
              <a:gdLst/>
              <a:ahLst/>
              <a:cxnLst/>
              <a:rect l="l" t="t" r="r" b="b"/>
              <a:pathLst>
                <a:path w="609" h="457" extrusionOk="0">
                  <a:moveTo>
                    <a:pt x="305" y="1"/>
                  </a:moveTo>
                  <a:cubicBezTo>
                    <a:pt x="1" y="1"/>
                    <a:pt x="1" y="457"/>
                    <a:pt x="305" y="457"/>
                  </a:cubicBezTo>
                  <a:cubicBezTo>
                    <a:pt x="609" y="457"/>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112"/>
            <p:cNvSpPr/>
            <p:nvPr/>
          </p:nvSpPr>
          <p:spPr>
            <a:xfrm>
              <a:off x="1365800" y="2623425"/>
              <a:ext cx="15225" cy="11425"/>
            </a:xfrm>
            <a:custGeom>
              <a:avLst/>
              <a:gdLst/>
              <a:ahLst/>
              <a:cxnLst/>
              <a:rect l="l" t="t" r="r" b="b"/>
              <a:pathLst>
                <a:path w="609" h="457" extrusionOk="0">
                  <a:moveTo>
                    <a:pt x="304" y="1"/>
                  </a:moveTo>
                  <a:cubicBezTo>
                    <a:pt x="0" y="1"/>
                    <a:pt x="0" y="457"/>
                    <a:pt x="304" y="457"/>
                  </a:cubicBezTo>
                  <a:cubicBezTo>
                    <a:pt x="608" y="457"/>
                    <a:pt x="608" y="1"/>
                    <a:pt x="30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112"/>
            <p:cNvSpPr/>
            <p:nvPr/>
          </p:nvSpPr>
          <p:spPr>
            <a:xfrm>
              <a:off x="1347550" y="2617350"/>
              <a:ext cx="15225" cy="11425"/>
            </a:xfrm>
            <a:custGeom>
              <a:avLst/>
              <a:gdLst/>
              <a:ahLst/>
              <a:cxnLst/>
              <a:rect l="l" t="t" r="r" b="b"/>
              <a:pathLst>
                <a:path w="609" h="457" extrusionOk="0">
                  <a:moveTo>
                    <a:pt x="305" y="1"/>
                  </a:moveTo>
                  <a:cubicBezTo>
                    <a:pt x="1" y="1"/>
                    <a:pt x="1" y="456"/>
                    <a:pt x="305" y="456"/>
                  </a:cubicBezTo>
                  <a:cubicBezTo>
                    <a:pt x="609" y="456"/>
                    <a:pt x="609"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112"/>
            <p:cNvSpPr/>
            <p:nvPr/>
          </p:nvSpPr>
          <p:spPr>
            <a:xfrm>
              <a:off x="1386300" y="2620400"/>
              <a:ext cx="15225" cy="11425"/>
            </a:xfrm>
            <a:custGeom>
              <a:avLst/>
              <a:gdLst/>
              <a:ahLst/>
              <a:cxnLst/>
              <a:rect l="l" t="t" r="r" b="b"/>
              <a:pathLst>
                <a:path w="609" h="457" extrusionOk="0">
                  <a:moveTo>
                    <a:pt x="305" y="0"/>
                  </a:moveTo>
                  <a:cubicBezTo>
                    <a:pt x="1" y="0"/>
                    <a:pt x="1" y="456"/>
                    <a:pt x="305" y="456"/>
                  </a:cubicBezTo>
                  <a:cubicBezTo>
                    <a:pt x="609" y="456"/>
                    <a:pt x="609"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112"/>
            <p:cNvSpPr/>
            <p:nvPr/>
          </p:nvSpPr>
          <p:spPr>
            <a:xfrm>
              <a:off x="1366550" y="2612025"/>
              <a:ext cx="9900" cy="7675"/>
            </a:xfrm>
            <a:custGeom>
              <a:avLst/>
              <a:gdLst/>
              <a:ahLst/>
              <a:cxnLst/>
              <a:rect l="l" t="t" r="r" b="b"/>
              <a:pathLst>
                <a:path w="396" h="307" extrusionOk="0">
                  <a:moveTo>
                    <a:pt x="183" y="1"/>
                  </a:moveTo>
                  <a:cubicBezTo>
                    <a:pt x="1" y="1"/>
                    <a:pt x="1" y="305"/>
                    <a:pt x="183" y="305"/>
                  </a:cubicBezTo>
                  <a:cubicBezTo>
                    <a:pt x="192" y="306"/>
                    <a:pt x="201" y="307"/>
                    <a:pt x="210" y="307"/>
                  </a:cubicBezTo>
                  <a:cubicBezTo>
                    <a:pt x="395" y="307"/>
                    <a:pt x="387"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112"/>
            <p:cNvSpPr/>
            <p:nvPr/>
          </p:nvSpPr>
          <p:spPr>
            <a:xfrm>
              <a:off x="1381750" y="2612025"/>
              <a:ext cx="9900" cy="7625"/>
            </a:xfrm>
            <a:custGeom>
              <a:avLst/>
              <a:gdLst/>
              <a:ahLst/>
              <a:cxnLst/>
              <a:rect l="l" t="t" r="r" b="b"/>
              <a:pathLst>
                <a:path w="396" h="305" extrusionOk="0">
                  <a:moveTo>
                    <a:pt x="183" y="1"/>
                  </a:moveTo>
                  <a:cubicBezTo>
                    <a:pt x="1" y="1"/>
                    <a:pt x="1" y="305"/>
                    <a:pt x="183" y="305"/>
                  </a:cubicBezTo>
                  <a:cubicBezTo>
                    <a:pt x="396" y="305"/>
                    <a:pt x="39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112"/>
            <p:cNvSpPr/>
            <p:nvPr/>
          </p:nvSpPr>
          <p:spPr>
            <a:xfrm>
              <a:off x="1391625" y="2589225"/>
              <a:ext cx="7625" cy="6125"/>
            </a:xfrm>
            <a:custGeom>
              <a:avLst/>
              <a:gdLst/>
              <a:ahLst/>
              <a:cxnLst/>
              <a:rect l="l" t="t" r="r" b="b"/>
              <a:pathLst>
                <a:path w="305" h="245" extrusionOk="0">
                  <a:moveTo>
                    <a:pt x="92" y="1"/>
                  </a:moveTo>
                  <a:cubicBezTo>
                    <a:pt x="61" y="1"/>
                    <a:pt x="61" y="1"/>
                    <a:pt x="31" y="31"/>
                  </a:cubicBezTo>
                  <a:cubicBezTo>
                    <a:pt x="1" y="31"/>
                    <a:pt x="1" y="62"/>
                    <a:pt x="1" y="62"/>
                  </a:cubicBezTo>
                  <a:lnTo>
                    <a:pt x="1" y="92"/>
                  </a:lnTo>
                  <a:lnTo>
                    <a:pt x="1" y="122"/>
                  </a:lnTo>
                  <a:lnTo>
                    <a:pt x="1" y="183"/>
                  </a:lnTo>
                  <a:lnTo>
                    <a:pt x="1" y="214"/>
                  </a:lnTo>
                  <a:lnTo>
                    <a:pt x="31" y="244"/>
                  </a:lnTo>
                  <a:lnTo>
                    <a:pt x="153" y="244"/>
                  </a:lnTo>
                  <a:cubicBezTo>
                    <a:pt x="183" y="244"/>
                    <a:pt x="183" y="214"/>
                    <a:pt x="213" y="214"/>
                  </a:cubicBezTo>
                  <a:cubicBezTo>
                    <a:pt x="213" y="214"/>
                    <a:pt x="213" y="183"/>
                    <a:pt x="244" y="183"/>
                  </a:cubicBezTo>
                  <a:cubicBezTo>
                    <a:pt x="244" y="122"/>
                    <a:pt x="305" y="122"/>
                    <a:pt x="305" y="92"/>
                  </a:cubicBezTo>
                  <a:lnTo>
                    <a:pt x="213" y="62"/>
                  </a:lnTo>
                  <a:cubicBezTo>
                    <a:pt x="213" y="62"/>
                    <a:pt x="213" y="31"/>
                    <a:pt x="183" y="31"/>
                  </a:cubicBezTo>
                  <a:lnTo>
                    <a:pt x="153" y="1"/>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112"/>
            <p:cNvSpPr/>
            <p:nvPr/>
          </p:nvSpPr>
          <p:spPr>
            <a:xfrm>
              <a:off x="1355925" y="2586200"/>
              <a:ext cx="9900" cy="7625"/>
            </a:xfrm>
            <a:custGeom>
              <a:avLst/>
              <a:gdLst/>
              <a:ahLst/>
              <a:cxnLst/>
              <a:rect l="l" t="t" r="r" b="b"/>
              <a:pathLst>
                <a:path w="396" h="305" extrusionOk="0">
                  <a:moveTo>
                    <a:pt x="213" y="0"/>
                  </a:moveTo>
                  <a:cubicBezTo>
                    <a:pt x="0" y="0"/>
                    <a:pt x="0" y="304"/>
                    <a:pt x="213" y="304"/>
                  </a:cubicBezTo>
                  <a:cubicBezTo>
                    <a:pt x="395" y="304"/>
                    <a:pt x="395" y="0"/>
                    <a:pt x="21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112"/>
            <p:cNvSpPr/>
            <p:nvPr/>
          </p:nvSpPr>
          <p:spPr>
            <a:xfrm>
              <a:off x="1343750" y="2602900"/>
              <a:ext cx="10675" cy="7625"/>
            </a:xfrm>
            <a:custGeom>
              <a:avLst/>
              <a:gdLst/>
              <a:ahLst/>
              <a:cxnLst/>
              <a:rect l="l" t="t" r="r" b="b"/>
              <a:pathLst>
                <a:path w="427" h="305" extrusionOk="0">
                  <a:moveTo>
                    <a:pt x="183" y="1"/>
                  </a:moveTo>
                  <a:cubicBezTo>
                    <a:pt x="1" y="1"/>
                    <a:pt x="1" y="305"/>
                    <a:pt x="183" y="305"/>
                  </a:cubicBezTo>
                  <a:cubicBezTo>
                    <a:pt x="426" y="305"/>
                    <a:pt x="42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112"/>
            <p:cNvSpPr/>
            <p:nvPr/>
          </p:nvSpPr>
          <p:spPr>
            <a:xfrm>
              <a:off x="1381000" y="2631800"/>
              <a:ext cx="10650" cy="7650"/>
            </a:xfrm>
            <a:custGeom>
              <a:avLst/>
              <a:gdLst/>
              <a:ahLst/>
              <a:cxnLst/>
              <a:rect l="l" t="t" r="r" b="b"/>
              <a:pathLst>
                <a:path w="426" h="306" extrusionOk="0">
                  <a:moveTo>
                    <a:pt x="183" y="0"/>
                  </a:moveTo>
                  <a:cubicBezTo>
                    <a:pt x="0" y="0"/>
                    <a:pt x="0" y="304"/>
                    <a:pt x="183" y="304"/>
                  </a:cubicBezTo>
                  <a:cubicBezTo>
                    <a:pt x="193" y="305"/>
                    <a:pt x="203" y="306"/>
                    <a:pt x="213" y="306"/>
                  </a:cubicBezTo>
                  <a:cubicBezTo>
                    <a:pt x="425" y="306"/>
                    <a:pt x="41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112"/>
            <p:cNvSpPr/>
            <p:nvPr/>
          </p:nvSpPr>
          <p:spPr>
            <a:xfrm>
              <a:off x="1377950" y="2751100"/>
              <a:ext cx="25100" cy="25100"/>
            </a:xfrm>
            <a:custGeom>
              <a:avLst/>
              <a:gdLst/>
              <a:ahLst/>
              <a:cxnLst/>
              <a:rect l="l" t="t" r="r" b="b"/>
              <a:pathLst>
                <a:path w="1004" h="1004" fill="none" extrusionOk="0">
                  <a:moveTo>
                    <a:pt x="1004" y="486"/>
                  </a:moveTo>
                  <a:cubicBezTo>
                    <a:pt x="1004" y="760"/>
                    <a:pt x="760" y="1003"/>
                    <a:pt x="487" y="1003"/>
                  </a:cubicBezTo>
                  <a:cubicBezTo>
                    <a:pt x="213" y="1003"/>
                    <a:pt x="1" y="760"/>
                    <a:pt x="1" y="486"/>
                  </a:cubicBezTo>
                  <a:cubicBezTo>
                    <a:pt x="1" y="243"/>
                    <a:pt x="213" y="0"/>
                    <a:pt x="487" y="0"/>
                  </a:cubicBezTo>
                  <a:cubicBezTo>
                    <a:pt x="760" y="0"/>
                    <a:pt x="1004" y="243"/>
                    <a:pt x="1004" y="486"/>
                  </a:cubicBezTo>
                  <a:close/>
                </a:path>
              </a:pathLst>
            </a:custGeom>
            <a:noFill/>
            <a:ln w="9875" cap="flat" cmpd="sng">
              <a:solidFill>
                <a:srgbClr val="231F20"/>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112"/>
            <p:cNvSpPr/>
            <p:nvPr/>
          </p:nvSpPr>
          <p:spPr>
            <a:xfrm>
              <a:off x="1484325" y="2579350"/>
              <a:ext cx="78300" cy="78300"/>
            </a:xfrm>
            <a:custGeom>
              <a:avLst/>
              <a:gdLst/>
              <a:ahLst/>
              <a:cxnLst/>
              <a:rect l="l" t="t" r="r" b="b"/>
              <a:pathLst>
                <a:path w="3132" h="3132" extrusionOk="0">
                  <a:moveTo>
                    <a:pt x="1551" y="1"/>
                  </a:moveTo>
                  <a:cubicBezTo>
                    <a:pt x="700" y="1"/>
                    <a:pt x="1" y="700"/>
                    <a:pt x="1" y="1551"/>
                  </a:cubicBezTo>
                  <a:cubicBezTo>
                    <a:pt x="1" y="2432"/>
                    <a:pt x="700" y="3131"/>
                    <a:pt x="1551" y="3131"/>
                  </a:cubicBezTo>
                  <a:cubicBezTo>
                    <a:pt x="2433" y="3131"/>
                    <a:pt x="3132" y="2432"/>
                    <a:pt x="3132" y="1551"/>
                  </a:cubicBezTo>
                  <a:cubicBezTo>
                    <a:pt x="3132" y="700"/>
                    <a:pt x="2433" y="1"/>
                    <a:pt x="155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112"/>
            <p:cNvSpPr/>
            <p:nvPr/>
          </p:nvSpPr>
          <p:spPr>
            <a:xfrm>
              <a:off x="1499525" y="2605950"/>
              <a:ext cx="17500" cy="12175"/>
            </a:xfrm>
            <a:custGeom>
              <a:avLst/>
              <a:gdLst/>
              <a:ahLst/>
              <a:cxnLst/>
              <a:rect l="l" t="t" r="r" b="b"/>
              <a:pathLst>
                <a:path w="700" h="487" extrusionOk="0">
                  <a:moveTo>
                    <a:pt x="335" y="1"/>
                  </a:moveTo>
                  <a:cubicBezTo>
                    <a:pt x="1" y="1"/>
                    <a:pt x="1" y="487"/>
                    <a:pt x="335" y="487"/>
                  </a:cubicBezTo>
                  <a:cubicBezTo>
                    <a:pt x="700" y="487"/>
                    <a:pt x="700"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112"/>
            <p:cNvSpPr/>
            <p:nvPr/>
          </p:nvSpPr>
          <p:spPr>
            <a:xfrm>
              <a:off x="1519300" y="2605200"/>
              <a:ext cx="17475" cy="12200"/>
            </a:xfrm>
            <a:custGeom>
              <a:avLst/>
              <a:gdLst/>
              <a:ahLst/>
              <a:cxnLst/>
              <a:rect l="l" t="t" r="r" b="b"/>
              <a:pathLst>
                <a:path w="699" h="488" extrusionOk="0">
                  <a:moveTo>
                    <a:pt x="365" y="0"/>
                  </a:moveTo>
                  <a:cubicBezTo>
                    <a:pt x="0" y="0"/>
                    <a:pt x="0" y="487"/>
                    <a:pt x="365" y="487"/>
                  </a:cubicBezTo>
                  <a:cubicBezTo>
                    <a:pt x="374" y="487"/>
                    <a:pt x="384" y="488"/>
                    <a:pt x="393" y="488"/>
                  </a:cubicBezTo>
                  <a:cubicBezTo>
                    <a:pt x="699" y="488"/>
                    <a:pt x="690" y="0"/>
                    <a:pt x="36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112"/>
            <p:cNvSpPr/>
            <p:nvPr/>
          </p:nvSpPr>
          <p:spPr>
            <a:xfrm>
              <a:off x="1511700" y="2589225"/>
              <a:ext cx="16725" cy="12200"/>
            </a:xfrm>
            <a:custGeom>
              <a:avLst/>
              <a:gdLst/>
              <a:ahLst/>
              <a:cxnLst/>
              <a:rect l="l" t="t" r="r" b="b"/>
              <a:pathLst>
                <a:path w="669" h="488" extrusionOk="0">
                  <a:moveTo>
                    <a:pt x="365" y="1"/>
                  </a:moveTo>
                  <a:cubicBezTo>
                    <a:pt x="0" y="1"/>
                    <a:pt x="0" y="487"/>
                    <a:pt x="365" y="487"/>
                  </a:cubicBezTo>
                  <a:cubicBezTo>
                    <a:pt x="669" y="487"/>
                    <a:pt x="669"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112"/>
            <p:cNvSpPr/>
            <p:nvPr/>
          </p:nvSpPr>
          <p:spPr>
            <a:xfrm>
              <a:off x="1543600" y="2609750"/>
              <a:ext cx="15975" cy="12300"/>
            </a:xfrm>
            <a:custGeom>
              <a:avLst/>
              <a:gdLst/>
              <a:ahLst/>
              <a:cxnLst/>
              <a:rect l="l" t="t" r="r" b="b"/>
              <a:pathLst>
                <a:path w="639" h="492" extrusionOk="0">
                  <a:moveTo>
                    <a:pt x="335" y="1"/>
                  </a:moveTo>
                  <a:cubicBezTo>
                    <a:pt x="1" y="1"/>
                    <a:pt x="1" y="487"/>
                    <a:pt x="335" y="487"/>
                  </a:cubicBezTo>
                  <a:cubicBezTo>
                    <a:pt x="351" y="490"/>
                    <a:pt x="366" y="492"/>
                    <a:pt x="381" y="492"/>
                  </a:cubicBezTo>
                  <a:cubicBezTo>
                    <a:pt x="638" y="492"/>
                    <a:pt x="623"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112"/>
            <p:cNvSpPr/>
            <p:nvPr/>
          </p:nvSpPr>
          <p:spPr>
            <a:xfrm>
              <a:off x="1511700" y="2633300"/>
              <a:ext cx="17500" cy="12950"/>
            </a:xfrm>
            <a:custGeom>
              <a:avLst/>
              <a:gdLst/>
              <a:ahLst/>
              <a:cxnLst/>
              <a:rect l="l" t="t" r="r" b="b"/>
              <a:pathLst>
                <a:path w="700" h="518" extrusionOk="0">
                  <a:moveTo>
                    <a:pt x="365" y="1"/>
                  </a:moveTo>
                  <a:cubicBezTo>
                    <a:pt x="0" y="1"/>
                    <a:pt x="0" y="518"/>
                    <a:pt x="365" y="518"/>
                  </a:cubicBezTo>
                  <a:cubicBezTo>
                    <a:pt x="699" y="518"/>
                    <a:pt x="699"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112"/>
            <p:cNvSpPr/>
            <p:nvPr/>
          </p:nvSpPr>
          <p:spPr>
            <a:xfrm>
              <a:off x="1491925" y="2627225"/>
              <a:ext cx="17525" cy="12175"/>
            </a:xfrm>
            <a:custGeom>
              <a:avLst/>
              <a:gdLst/>
              <a:ahLst/>
              <a:cxnLst/>
              <a:rect l="l" t="t" r="r" b="b"/>
              <a:pathLst>
                <a:path w="701" h="487" extrusionOk="0">
                  <a:moveTo>
                    <a:pt x="335" y="1"/>
                  </a:moveTo>
                  <a:cubicBezTo>
                    <a:pt x="1" y="1"/>
                    <a:pt x="1" y="487"/>
                    <a:pt x="335" y="487"/>
                  </a:cubicBezTo>
                  <a:cubicBezTo>
                    <a:pt x="700" y="487"/>
                    <a:pt x="700" y="1"/>
                    <a:pt x="33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112"/>
            <p:cNvSpPr/>
            <p:nvPr/>
          </p:nvSpPr>
          <p:spPr>
            <a:xfrm>
              <a:off x="1534500" y="2629500"/>
              <a:ext cx="17475" cy="12975"/>
            </a:xfrm>
            <a:custGeom>
              <a:avLst/>
              <a:gdLst/>
              <a:ahLst/>
              <a:cxnLst/>
              <a:rect l="l" t="t" r="r" b="b"/>
              <a:pathLst>
                <a:path w="699" h="519" extrusionOk="0">
                  <a:moveTo>
                    <a:pt x="365" y="1"/>
                  </a:moveTo>
                  <a:cubicBezTo>
                    <a:pt x="0" y="1"/>
                    <a:pt x="0" y="518"/>
                    <a:pt x="365" y="518"/>
                  </a:cubicBezTo>
                  <a:cubicBezTo>
                    <a:pt x="374" y="518"/>
                    <a:pt x="383" y="519"/>
                    <a:pt x="391" y="519"/>
                  </a:cubicBezTo>
                  <a:cubicBezTo>
                    <a:pt x="699" y="519"/>
                    <a:pt x="690" y="1"/>
                    <a:pt x="36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112"/>
            <p:cNvSpPr/>
            <p:nvPr/>
          </p:nvSpPr>
          <p:spPr>
            <a:xfrm>
              <a:off x="1513200" y="2621150"/>
              <a:ext cx="9925" cy="8375"/>
            </a:xfrm>
            <a:custGeom>
              <a:avLst/>
              <a:gdLst/>
              <a:ahLst/>
              <a:cxnLst/>
              <a:rect l="l" t="t" r="r" b="b"/>
              <a:pathLst>
                <a:path w="397" h="335" extrusionOk="0">
                  <a:moveTo>
                    <a:pt x="214" y="0"/>
                  </a:moveTo>
                  <a:cubicBezTo>
                    <a:pt x="1" y="0"/>
                    <a:pt x="1" y="335"/>
                    <a:pt x="214" y="335"/>
                  </a:cubicBezTo>
                  <a:cubicBezTo>
                    <a:pt x="396" y="335"/>
                    <a:pt x="396" y="0"/>
                    <a:pt x="21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112"/>
            <p:cNvSpPr/>
            <p:nvPr/>
          </p:nvSpPr>
          <p:spPr>
            <a:xfrm>
              <a:off x="1529175" y="2621150"/>
              <a:ext cx="11425" cy="8375"/>
            </a:xfrm>
            <a:custGeom>
              <a:avLst/>
              <a:gdLst/>
              <a:ahLst/>
              <a:cxnLst/>
              <a:rect l="l" t="t" r="r" b="b"/>
              <a:pathLst>
                <a:path w="457" h="335" extrusionOk="0">
                  <a:moveTo>
                    <a:pt x="213" y="0"/>
                  </a:moveTo>
                  <a:cubicBezTo>
                    <a:pt x="0" y="0"/>
                    <a:pt x="0" y="335"/>
                    <a:pt x="213" y="335"/>
                  </a:cubicBezTo>
                  <a:cubicBezTo>
                    <a:pt x="456" y="335"/>
                    <a:pt x="456" y="0"/>
                    <a:pt x="21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112"/>
            <p:cNvSpPr/>
            <p:nvPr/>
          </p:nvSpPr>
          <p:spPr>
            <a:xfrm>
              <a:off x="1538300" y="2595325"/>
              <a:ext cx="8375" cy="7600"/>
            </a:xfrm>
            <a:custGeom>
              <a:avLst/>
              <a:gdLst/>
              <a:ahLst/>
              <a:cxnLst/>
              <a:rect l="l" t="t" r="r" b="b"/>
              <a:pathLst>
                <a:path w="335" h="304" extrusionOk="0">
                  <a:moveTo>
                    <a:pt x="152" y="0"/>
                  </a:moveTo>
                  <a:cubicBezTo>
                    <a:pt x="122" y="0"/>
                    <a:pt x="122" y="0"/>
                    <a:pt x="91" y="61"/>
                  </a:cubicBezTo>
                  <a:cubicBezTo>
                    <a:pt x="61" y="61"/>
                    <a:pt x="61" y="91"/>
                    <a:pt x="0" y="122"/>
                  </a:cubicBezTo>
                  <a:lnTo>
                    <a:pt x="0" y="152"/>
                  </a:lnTo>
                  <a:lnTo>
                    <a:pt x="0" y="213"/>
                  </a:lnTo>
                  <a:lnTo>
                    <a:pt x="0" y="243"/>
                  </a:lnTo>
                  <a:lnTo>
                    <a:pt x="0" y="274"/>
                  </a:lnTo>
                  <a:lnTo>
                    <a:pt x="61" y="304"/>
                  </a:lnTo>
                  <a:lnTo>
                    <a:pt x="213" y="304"/>
                  </a:lnTo>
                  <a:cubicBezTo>
                    <a:pt x="243" y="304"/>
                    <a:pt x="243" y="274"/>
                    <a:pt x="274" y="274"/>
                  </a:cubicBezTo>
                  <a:cubicBezTo>
                    <a:pt x="274" y="274"/>
                    <a:pt x="274" y="243"/>
                    <a:pt x="304" y="243"/>
                  </a:cubicBezTo>
                  <a:cubicBezTo>
                    <a:pt x="304" y="213"/>
                    <a:pt x="334" y="213"/>
                    <a:pt x="334" y="152"/>
                  </a:cubicBezTo>
                  <a:cubicBezTo>
                    <a:pt x="304" y="122"/>
                    <a:pt x="304" y="91"/>
                    <a:pt x="304" y="91"/>
                  </a:cubicBezTo>
                  <a:cubicBezTo>
                    <a:pt x="304" y="61"/>
                    <a:pt x="304" y="61"/>
                    <a:pt x="274" y="61"/>
                  </a:cubicBezTo>
                  <a:lnTo>
                    <a:pt x="243" y="0"/>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112"/>
            <p:cNvSpPr/>
            <p:nvPr/>
          </p:nvSpPr>
          <p:spPr>
            <a:xfrm>
              <a:off x="1500300" y="2593025"/>
              <a:ext cx="11425" cy="8400"/>
            </a:xfrm>
            <a:custGeom>
              <a:avLst/>
              <a:gdLst/>
              <a:ahLst/>
              <a:cxnLst/>
              <a:rect l="l" t="t" r="r" b="b"/>
              <a:pathLst>
                <a:path w="457" h="336" extrusionOk="0">
                  <a:moveTo>
                    <a:pt x="243" y="1"/>
                  </a:moveTo>
                  <a:cubicBezTo>
                    <a:pt x="0" y="1"/>
                    <a:pt x="0" y="335"/>
                    <a:pt x="243" y="335"/>
                  </a:cubicBezTo>
                  <a:cubicBezTo>
                    <a:pt x="456" y="335"/>
                    <a:pt x="456" y="1"/>
                    <a:pt x="24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112"/>
            <p:cNvSpPr/>
            <p:nvPr/>
          </p:nvSpPr>
          <p:spPr>
            <a:xfrm>
              <a:off x="1487375" y="2612025"/>
              <a:ext cx="11425" cy="8400"/>
            </a:xfrm>
            <a:custGeom>
              <a:avLst/>
              <a:gdLst/>
              <a:ahLst/>
              <a:cxnLst/>
              <a:rect l="l" t="t" r="r" b="b"/>
              <a:pathLst>
                <a:path w="457" h="336" extrusionOk="0">
                  <a:moveTo>
                    <a:pt x="213" y="1"/>
                  </a:moveTo>
                  <a:cubicBezTo>
                    <a:pt x="1" y="1"/>
                    <a:pt x="1" y="335"/>
                    <a:pt x="213" y="335"/>
                  </a:cubicBezTo>
                  <a:cubicBezTo>
                    <a:pt x="456" y="335"/>
                    <a:pt x="456" y="1"/>
                    <a:pt x="21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112"/>
            <p:cNvSpPr/>
            <p:nvPr/>
          </p:nvSpPr>
          <p:spPr>
            <a:xfrm>
              <a:off x="1528400" y="2643175"/>
              <a:ext cx="11425" cy="8400"/>
            </a:xfrm>
            <a:custGeom>
              <a:avLst/>
              <a:gdLst/>
              <a:ahLst/>
              <a:cxnLst/>
              <a:rect l="l" t="t" r="r" b="b"/>
              <a:pathLst>
                <a:path w="457" h="336" extrusionOk="0">
                  <a:moveTo>
                    <a:pt x="214" y="1"/>
                  </a:moveTo>
                  <a:cubicBezTo>
                    <a:pt x="1" y="1"/>
                    <a:pt x="1" y="335"/>
                    <a:pt x="214" y="335"/>
                  </a:cubicBezTo>
                  <a:cubicBezTo>
                    <a:pt x="457" y="335"/>
                    <a:pt x="457" y="1"/>
                    <a:pt x="21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112"/>
            <p:cNvSpPr/>
            <p:nvPr/>
          </p:nvSpPr>
          <p:spPr>
            <a:xfrm>
              <a:off x="1405300" y="2697900"/>
              <a:ext cx="70700" cy="70700"/>
            </a:xfrm>
            <a:custGeom>
              <a:avLst/>
              <a:gdLst/>
              <a:ahLst/>
              <a:cxnLst/>
              <a:rect l="l" t="t" r="r" b="b"/>
              <a:pathLst>
                <a:path w="2828" h="2828" extrusionOk="0">
                  <a:moveTo>
                    <a:pt x="1399" y="0"/>
                  </a:moveTo>
                  <a:cubicBezTo>
                    <a:pt x="639" y="0"/>
                    <a:pt x="1" y="639"/>
                    <a:pt x="1" y="1399"/>
                  </a:cubicBezTo>
                  <a:cubicBezTo>
                    <a:pt x="1" y="2189"/>
                    <a:pt x="639" y="2827"/>
                    <a:pt x="1399" y="2827"/>
                  </a:cubicBezTo>
                  <a:cubicBezTo>
                    <a:pt x="2189" y="2827"/>
                    <a:pt x="2828" y="2189"/>
                    <a:pt x="2828" y="1399"/>
                  </a:cubicBezTo>
                  <a:cubicBezTo>
                    <a:pt x="2828" y="639"/>
                    <a:pt x="2189" y="0"/>
                    <a:pt x="139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112"/>
            <p:cNvSpPr/>
            <p:nvPr/>
          </p:nvSpPr>
          <p:spPr>
            <a:xfrm>
              <a:off x="1418975" y="2722225"/>
              <a:ext cx="15225" cy="11450"/>
            </a:xfrm>
            <a:custGeom>
              <a:avLst/>
              <a:gdLst/>
              <a:ahLst/>
              <a:cxnLst/>
              <a:rect l="l" t="t" r="r" b="b"/>
              <a:pathLst>
                <a:path w="609" h="458" extrusionOk="0">
                  <a:moveTo>
                    <a:pt x="305" y="0"/>
                  </a:moveTo>
                  <a:cubicBezTo>
                    <a:pt x="1" y="0"/>
                    <a:pt x="1" y="456"/>
                    <a:pt x="305" y="456"/>
                  </a:cubicBezTo>
                  <a:cubicBezTo>
                    <a:pt x="314" y="457"/>
                    <a:pt x="323" y="457"/>
                    <a:pt x="332" y="457"/>
                  </a:cubicBezTo>
                  <a:cubicBezTo>
                    <a:pt x="609" y="457"/>
                    <a:pt x="600"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112"/>
            <p:cNvSpPr/>
            <p:nvPr/>
          </p:nvSpPr>
          <p:spPr>
            <a:xfrm>
              <a:off x="1437225" y="272222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112"/>
            <p:cNvSpPr/>
            <p:nvPr/>
          </p:nvSpPr>
          <p:spPr>
            <a:xfrm>
              <a:off x="1429625" y="270702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112"/>
            <p:cNvSpPr/>
            <p:nvPr/>
          </p:nvSpPr>
          <p:spPr>
            <a:xfrm>
              <a:off x="1457750" y="2726775"/>
              <a:ext cx="15225" cy="11425"/>
            </a:xfrm>
            <a:custGeom>
              <a:avLst/>
              <a:gdLst/>
              <a:ahLst/>
              <a:cxnLst/>
              <a:rect l="l" t="t" r="r" b="b"/>
              <a:pathLst>
                <a:path w="609" h="457" extrusionOk="0">
                  <a:moveTo>
                    <a:pt x="304" y="0"/>
                  </a:moveTo>
                  <a:cubicBezTo>
                    <a:pt x="0" y="0"/>
                    <a:pt x="0" y="456"/>
                    <a:pt x="304" y="456"/>
                  </a:cubicBezTo>
                  <a:cubicBezTo>
                    <a:pt x="608" y="456"/>
                    <a:pt x="608" y="0"/>
                    <a:pt x="304"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112"/>
            <p:cNvSpPr/>
            <p:nvPr/>
          </p:nvSpPr>
          <p:spPr>
            <a:xfrm>
              <a:off x="1430375" y="2747300"/>
              <a:ext cx="15225" cy="11425"/>
            </a:xfrm>
            <a:custGeom>
              <a:avLst/>
              <a:gdLst/>
              <a:ahLst/>
              <a:cxnLst/>
              <a:rect l="l" t="t" r="r" b="b"/>
              <a:pathLst>
                <a:path w="609" h="457" extrusionOk="0">
                  <a:moveTo>
                    <a:pt x="305" y="0"/>
                  </a:moveTo>
                  <a:cubicBezTo>
                    <a:pt x="1" y="0"/>
                    <a:pt x="1" y="456"/>
                    <a:pt x="305" y="456"/>
                  </a:cubicBezTo>
                  <a:cubicBezTo>
                    <a:pt x="609" y="456"/>
                    <a:pt x="609" y="0"/>
                    <a:pt x="305"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112"/>
            <p:cNvSpPr/>
            <p:nvPr/>
          </p:nvSpPr>
          <p:spPr>
            <a:xfrm>
              <a:off x="1412150" y="2741200"/>
              <a:ext cx="15200" cy="11475"/>
            </a:xfrm>
            <a:custGeom>
              <a:avLst/>
              <a:gdLst/>
              <a:ahLst/>
              <a:cxnLst/>
              <a:rect l="l" t="t" r="r" b="b"/>
              <a:pathLst>
                <a:path w="608" h="459" extrusionOk="0">
                  <a:moveTo>
                    <a:pt x="304" y="1"/>
                  </a:moveTo>
                  <a:cubicBezTo>
                    <a:pt x="0" y="1"/>
                    <a:pt x="0" y="457"/>
                    <a:pt x="304" y="457"/>
                  </a:cubicBezTo>
                  <a:cubicBezTo>
                    <a:pt x="314" y="458"/>
                    <a:pt x="322" y="458"/>
                    <a:pt x="331" y="458"/>
                  </a:cubicBezTo>
                  <a:cubicBezTo>
                    <a:pt x="608" y="458"/>
                    <a:pt x="599" y="1"/>
                    <a:pt x="304"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112"/>
            <p:cNvSpPr/>
            <p:nvPr/>
          </p:nvSpPr>
          <p:spPr>
            <a:xfrm>
              <a:off x="1450900" y="2745000"/>
              <a:ext cx="15225" cy="11425"/>
            </a:xfrm>
            <a:custGeom>
              <a:avLst/>
              <a:gdLst/>
              <a:ahLst/>
              <a:cxnLst/>
              <a:rect l="l" t="t" r="r" b="b"/>
              <a:pathLst>
                <a:path w="609" h="457" extrusionOk="0">
                  <a:moveTo>
                    <a:pt x="305" y="1"/>
                  </a:moveTo>
                  <a:cubicBezTo>
                    <a:pt x="1" y="1"/>
                    <a:pt x="1" y="457"/>
                    <a:pt x="305" y="457"/>
                  </a:cubicBezTo>
                  <a:cubicBezTo>
                    <a:pt x="608" y="457"/>
                    <a:pt x="608" y="1"/>
                    <a:pt x="305"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112"/>
            <p:cNvSpPr/>
            <p:nvPr/>
          </p:nvSpPr>
          <p:spPr>
            <a:xfrm>
              <a:off x="1431150" y="2735900"/>
              <a:ext cx="9900" cy="7625"/>
            </a:xfrm>
            <a:custGeom>
              <a:avLst/>
              <a:gdLst/>
              <a:ahLst/>
              <a:cxnLst/>
              <a:rect l="l" t="t" r="r" b="b"/>
              <a:pathLst>
                <a:path w="396" h="305" extrusionOk="0">
                  <a:moveTo>
                    <a:pt x="183" y="0"/>
                  </a:moveTo>
                  <a:cubicBezTo>
                    <a:pt x="0" y="0"/>
                    <a:pt x="0" y="304"/>
                    <a:pt x="183" y="304"/>
                  </a:cubicBezTo>
                  <a:cubicBezTo>
                    <a:pt x="395" y="304"/>
                    <a:pt x="39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112"/>
            <p:cNvSpPr/>
            <p:nvPr/>
          </p:nvSpPr>
          <p:spPr>
            <a:xfrm>
              <a:off x="1445575" y="2735900"/>
              <a:ext cx="9900" cy="7625"/>
            </a:xfrm>
            <a:custGeom>
              <a:avLst/>
              <a:gdLst/>
              <a:ahLst/>
              <a:cxnLst/>
              <a:rect l="l" t="t" r="r" b="b"/>
              <a:pathLst>
                <a:path w="396" h="305" extrusionOk="0">
                  <a:moveTo>
                    <a:pt x="183" y="0"/>
                  </a:moveTo>
                  <a:cubicBezTo>
                    <a:pt x="1" y="0"/>
                    <a:pt x="1" y="304"/>
                    <a:pt x="183" y="304"/>
                  </a:cubicBezTo>
                  <a:cubicBezTo>
                    <a:pt x="396" y="304"/>
                    <a:pt x="396"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112"/>
            <p:cNvSpPr/>
            <p:nvPr/>
          </p:nvSpPr>
          <p:spPr>
            <a:xfrm>
              <a:off x="1454700" y="2712325"/>
              <a:ext cx="7625" cy="6875"/>
            </a:xfrm>
            <a:custGeom>
              <a:avLst/>
              <a:gdLst/>
              <a:ahLst/>
              <a:cxnLst/>
              <a:rect l="l" t="t" r="r" b="b"/>
              <a:pathLst>
                <a:path w="305" h="275" extrusionOk="0">
                  <a:moveTo>
                    <a:pt x="122" y="1"/>
                  </a:moveTo>
                  <a:cubicBezTo>
                    <a:pt x="92" y="1"/>
                    <a:pt x="92" y="1"/>
                    <a:pt x="61" y="31"/>
                  </a:cubicBezTo>
                  <a:cubicBezTo>
                    <a:pt x="1" y="31"/>
                    <a:pt x="1" y="92"/>
                    <a:pt x="1" y="92"/>
                  </a:cubicBezTo>
                  <a:lnTo>
                    <a:pt x="1" y="123"/>
                  </a:lnTo>
                  <a:lnTo>
                    <a:pt x="1" y="153"/>
                  </a:lnTo>
                  <a:lnTo>
                    <a:pt x="1" y="183"/>
                  </a:lnTo>
                  <a:lnTo>
                    <a:pt x="1" y="214"/>
                  </a:lnTo>
                  <a:lnTo>
                    <a:pt x="61" y="275"/>
                  </a:lnTo>
                  <a:lnTo>
                    <a:pt x="153" y="275"/>
                  </a:lnTo>
                  <a:cubicBezTo>
                    <a:pt x="213" y="275"/>
                    <a:pt x="213" y="214"/>
                    <a:pt x="244" y="214"/>
                  </a:cubicBezTo>
                  <a:cubicBezTo>
                    <a:pt x="244" y="214"/>
                    <a:pt x="244" y="183"/>
                    <a:pt x="274" y="183"/>
                  </a:cubicBezTo>
                  <a:cubicBezTo>
                    <a:pt x="274" y="153"/>
                    <a:pt x="304" y="153"/>
                    <a:pt x="304" y="123"/>
                  </a:cubicBezTo>
                  <a:cubicBezTo>
                    <a:pt x="244" y="123"/>
                    <a:pt x="244" y="123"/>
                    <a:pt x="244" y="92"/>
                  </a:cubicBezTo>
                  <a:cubicBezTo>
                    <a:pt x="244" y="92"/>
                    <a:pt x="244" y="31"/>
                    <a:pt x="213" y="31"/>
                  </a:cubicBezTo>
                  <a:lnTo>
                    <a:pt x="153" y="1"/>
                  </a:ln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112"/>
            <p:cNvSpPr/>
            <p:nvPr/>
          </p:nvSpPr>
          <p:spPr>
            <a:xfrm>
              <a:off x="1419750" y="2710825"/>
              <a:ext cx="9900" cy="7625"/>
            </a:xfrm>
            <a:custGeom>
              <a:avLst/>
              <a:gdLst/>
              <a:ahLst/>
              <a:cxnLst/>
              <a:rect l="l" t="t" r="r" b="b"/>
              <a:pathLst>
                <a:path w="396" h="305" extrusionOk="0">
                  <a:moveTo>
                    <a:pt x="183" y="0"/>
                  </a:moveTo>
                  <a:cubicBezTo>
                    <a:pt x="0" y="0"/>
                    <a:pt x="0" y="304"/>
                    <a:pt x="183" y="304"/>
                  </a:cubicBezTo>
                  <a:cubicBezTo>
                    <a:pt x="395" y="304"/>
                    <a:pt x="395" y="0"/>
                    <a:pt x="183" y="0"/>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112"/>
            <p:cNvSpPr/>
            <p:nvPr/>
          </p:nvSpPr>
          <p:spPr>
            <a:xfrm>
              <a:off x="1408350" y="2727525"/>
              <a:ext cx="9900" cy="7625"/>
            </a:xfrm>
            <a:custGeom>
              <a:avLst/>
              <a:gdLst/>
              <a:ahLst/>
              <a:cxnLst/>
              <a:rect l="l" t="t" r="r" b="b"/>
              <a:pathLst>
                <a:path w="396" h="305" extrusionOk="0">
                  <a:moveTo>
                    <a:pt x="183" y="1"/>
                  </a:moveTo>
                  <a:cubicBezTo>
                    <a:pt x="0" y="1"/>
                    <a:pt x="0" y="305"/>
                    <a:pt x="183" y="305"/>
                  </a:cubicBezTo>
                  <a:cubicBezTo>
                    <a:pt x="396" y="305"/>
                    <a:pt x="39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112"/>
            <p:cNvSpPr/>
            <p:nvPr/>
          </p:nvSpPr>
          <p:spPr>
            <a:xfrm>
              <a:off x="1445575" y="2756400"/>
              <a:ext cx="9150" cy="7625"/>
            </a:xfrm>
            <a:custGeom>
              <a:avLst/>
              <a:gdLst/>
              <a:ahLst/>
              <a:cxnLst/>
              <a:rect l="l" t="t" r="r" b="b"/>
              <a:pathLst>
                <a:path w="366" h="305" extrusionOk="0">
                  <a:moveTo>
                    <a:pt x="183" y="1"/>
                  </a:moveTo>
                  <a:cubicBezTo>
                    <a:pt x="1" y="1"/>
                    <a:pt x="1" y="305"/>
                    <a:pt x="183" y="305"/>
                  </a:cubicBezTo>
                  <a:cubicBezTo>
                    <a:pt x="366" y="305"/>
                    <a:pt x="366" y="1"/>
                    <a:pt x="183" y="1"/>
                  </a:cubicBezTo>
                  <a:close/>
                </a:path>
              </a:pathLst>
            </a:custGeom>
            <a:solidFill>
              <a:srgbClr val="FEF7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112"/>
            <p:cNvSpPr/>
            <p:nvPr/>
          </p:nvSpPr>
          <p:spPr>
            <a:xfrm>
              <a:off x="1411375" y="2581300"/>
              <a:ext cx="64625" cy="43675"/>
            </a:xfrm>
            <a:custGeom>
              <a:avLst/>
              <a:gdLst/>
              <a:ahLst/>
              <a:cxnLst/>
              <a:rect l="l" t="t" r="r" b="b"/>
              <a:pathLst>
                <a:path w="2585" h="1747" extrusionOk="0">
                  <a:moveTo>
                    <a:pt x="745" y="1"/>
                  </a:moveTo>
                  <a:cubicBezTo>
                    <a:pt x="595" y="1"/>
                    <a:pt x="444" y="70"/>
                    <a:pt x="335" y="287"/>
                  </a:cubicBezTo>
                  <a:cubicBezTo>
                    <a:pt x="1" y="956"/>
                    <a:pt x="730" y="1139"/>
                    <a:pt x="730" y="1139"/>
                  </a:cubicBezTo>
                  <a:lnTo>
                    <a:pt x="730" y="1746"/>
                  </a:lnTo>
                  <a:lnTo>
                    <a:pt x="1794" y="1746"/>
                  </a:lnTo>
                  <a:lnTo>
                    <a:pt x="1794" y="1139"/>
                  </a:lnTo>
                  <a:cubicBezTo>
                    <a:pt x="1794" y="1139"/>
                    <a:pt x="2585" y="926"/>
                    <a:pt x="2189" y="379"/>
                  </a:cubicBezTo>
                  <a:cubicBezTo>
                    <a:pt x="2038" y="164"/>
                    <a:pt x="1856" y="102"/>
                    <a:pt x="1694" y="102"/>
                  </a:cubicBezTo>
                  <a:cubicBezTo>
                    <a:pt x="1465" y="102"/>
                    <a:pt x="1278" y="227"/>
                    <a:pt x="1278" y="227"/>
                  </a:cubicBezTo>
                  <a:cubicBezTo>
                    <a:pt x="1278" y="227"/>
                    <a:pt x="1014" y="1"/>
                    <a:pt x="74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112"/>
            <p:cNvSpPr/>
            <p:nvPr/>
          </p:nvSpPr>
          <p:spPr>
            <a:xfrm>
              <a:off x="1312600" y="2729725"/>
              <a:ext cx="58525" cy="50275"/>
            </a:xfrm>
            <a:custGeom>
              <a:avLst/>
              <a:gdLst/>
              <a:ahLst/>
              <a:cxnLst/>
              <a:rect l="l" t="t" r="r" b="b"/>
              <a:pathLst>
                <a:path w="2341" h="2011" extrusionOk="0">
                  <a:moveTo>
                    <a:pt x="1443" y="0"/>
                  </a:moveTo>
                  <a:cubicBezTo>
                    <a:pt x="877" y="0"/>
                    <a:pt x="821" y="642"/>
                    <a:pt x="821" y="642"/>
                  </a:cubicBezTo>
                  <a:cubicBezTo>
                    <a:pt x="821" y="642"/>
                    <a:pt x="1" y="855"/>
                    <a:pt x="304" y="1463"/>
                  </a:cubicBezTo>
                  <a:cubicBezTo>
                    <a:pt x="426" y="1706"/>
                    <a:pt x="596" y="1779"/>
                    <a:pt x="757" y="1779"/>
                  </a:cubicBezTo>
                  <a:cubicBezTo>
                    <a:pt x="998" y="1779"/>
                    <a:pt x="1216" y="1615"/>
                    <a:pt x="1216" y="1615"/>
                  </a:cubicBezTo>
                  <a:lnTo>
                    <a:pt x="1703" y="2010"/>
                  </a:lnTo>
                  <a:lnTo>
                    <a:pt x="2341" y="1159"/>
                  </a:lnTo>
                  <a:lnTo>
                    <a:pt x="1855" y="794"/>
                  </a:lnTo>
                  <a:cubicBezTo>
                    <a:pt x="1855" y="794"/>
                    <a:pt x="2159" y="34"/>
                    <a:pt x="1520" y="4"/>
                  </a:cubicBezTo>
                  <a:cubicBezTo>
                    <a:pt x="1494" y="2"/>
                    <a:pt x="1468" y="0"/>
                    <a:pt x="14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112"/>
            <p:cNvSpPr/>
            <p:nvPr/>
          </p:nvSpPr>
          <p:spPr>
            <a:xfrm>
              <a:off x="1146500" y="3016900"/>
              <a:ext cx="218550" cy="153750"/>
            </a:xfrm>
            <a:custGeom>
              <a:avLst/>
              <a:gdLst/>
              <a:ahLst/>
              <a:cxnLst/>
              <a:rect l="l" t="t" r="r" b="b"/>
              <a:pathLst>
                <a:path w="8742" h="6150" extrusionOk="0">
                  <a:moveTo>
                    <a:pt x="6735" y="0"/>
                  </a:moveTo>
                  <a:cubicBezTo>
                    <a:pt x="5503" y="0"/>
                    <a:pt x="4395" y="1618"/>
                    <a:pt x="4395" y="1618"/>
                  </a:cubicBezTo>
                  <a:cubicBezTo>
                    <a:pt x="4395" y="1618"/>
                    <a:pt x="3340" y="1194"/>
                    <a:pt x="2325" y="1194"/>
                  </a:cubicBezTo>
                  <a:cubicBezTo>
                    <a:pt x="1558" y="1194"/>
                    <a:pt x="814" y="1436"/>
                    <a:pt x="565" y="2286"/>
                  </a:cubicBezTo>
                  <a:cubicBezTo>
                    <a:pt x="1" y="4218"/>
                    <a:pt x="1993" y="6150"/>
                    <a:pt x="4695" y="6150"/>
                  </a:cubicBezTo>
                  <a:cubicBezTo>
                    <a:pt x="4757" y="6150"/>
                    <a:pt x="4819" y="6149"/>
                    <a:pt x="4882" y="6146"/>
                  </a:cubicBezTo>
                  <a:cubicBezTo>
                    <a:pt x="7708" y="6025"/>
                    <a:pt x="8742" y="1010"/>
                    <a:pt x="7374" y="159"/>
                  </a:cubicBezTo>
                  <a:cubicBezTo>
                    <a:pt x="7161" y="47"/>
                    <a:pt x="6946" y="0"/>
                    <a:pt x="67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112"/>
            <p:cNvSpPr/>
            <p:nvPr/>
          </p:nvSpPr>
          <p:spPr>
            <a:xfrm>
              <a:off x="1202425" y="3004900"/>
              <a:ext cx="103350" cy="94250"/>
            </a:xfrm>
            <a:custGeom>
              <a:avLst/>
              <a:gdLst/>
              <a:ahLst/>
              <a:cxnLst/>
              <a:rect l="l" t="t" r="r" b="b"/>
              <a:pathLst>
                <a:path w="4134" h="3770" extrusionOk="0">
                  <a:moveTo>
                    <a:pt x="1702" y="0"/>
                  </a:moveTo>
                  <a:lnTo>
                    <a:pt x="1125" y="304"/>
                  </a:lnTo>
                  <a:lnTo>
                    <a:pt x="1429" y="1368"/>
                  </a:lnTo>
                  <a:cubicBezTo>
                    <a:pt x="1429" y="1368"/>
                    <a:pt x="213" y="1459"/>
                    <a:pt x="0" y="2006"/>
                  </a:cubicBezTo>
                  <a:cubicBezTo>
                    <a:pt x="172" y="2108"/>
                    <a:pt x="412" y="2141"/>
                    <a:pt x="655" y="2141"/>
                  </a:cubicBezTo>
                  <a:cubicBezTo>
                    <a:pt x="1142" y="2141"/>
                    <a:pt x="1641" y="2006"/>
                    <a:pt x="1642" y="2006"/>
                  </a:cubicBezTo>
                  <a:lnTo>
                    <a:pt x="1642" y="2006"/>
                  </a:lnTo>
                  <a:cubicBezTo>
                    <a:pt x="1641" y="2006"/>
                    <a:pt x="456" y="3131"/>
                    <a:pt x="882" y="3769"/>
                  </a:cubicBezTo>
                  <a:cubicBezTo>
                    <a:pt x="1733" y="3526"/>
                    <a:pt x="2189" y="2128"/>
                    <a:pt x="2189" y="2128"/>
                  </a:cubicBezTo>
                  <a:cubicBezTo>
                    <a:pt x="2189" y="2128"/>
                    <a:pt x="3261" y="2597"/>
                    <a:pt x="3873" y="2597"/>
                  </a:cubicBezTo>
                  <a:cubicBezTo>
                    <a:pt x="3975" y="2597"/>
                    <a:pt x="4064" y="2584"/>
                    <a:pt x="4134" y="2553"/>
                  </a:cubicBezTo>
                  <a:cubicBezTo>
                    <a:pt x="3556" y="1702"/>
                    <a:pt x="2736" y="1672"/>
                    <a:pt x="2736" y="1672"/>
                  </a:cubicBezTo>
                  <a:cubicBezTo>
                    <a:pt x="2736" y="1672"/>
                    <a:pt x="3830" y="1216"/>
                    <a:pt x="4134" y="578"/>
                  </a:cubicBezTo>
                  <a:cubicBezTo>
                    <a:pt x="4027" y="520"/>
                    <a:pt x="3910" y="495"/>
                    <a:pt x="3787" y="495"/>
                  </a:cubicBezTo>
                  <a:cubicBezTo>
                    <a:pt x="3067" y="495"/>
                    <a:pt x="2158" y="1338"/>
                    <a:pt x="2158" y="1338"/>
                  </a:cubicBezTo>
                  <a:lnTo>
                    <a:pt x="170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112"/>
            <p:cNvSpPr/>
            <p:nvPr/>
          </p:nvSpPr>
          <p:spPr>
            <a:xfrm>
              <a:off x="1179625" y="3096450"/>
              <a:ext cx="95775" cy="58050"/>
            </a:xfrm>
            <a:custGeom>
              <a:avLst/>
              <a:gdLst/>
              <a:ahLst/>
              <a:cxnLst/>
              <a:rect l="l" t="t" r="r" b="b"/>
              <a:pathLst>
                <a:path w="3831" h="2322" extrusionOk="0">
                  <a:moveTo>
                    <a:pt x="398" y="0"/>
                  </a:moveTo>
                  <a:cubicBezTo>
                    <a:pt x="368" y="0"/>
                    <a:pt x="337" y="5"/>
                    <a:pt x="304" y="16"/>
                  </a:cubicBezTo>
                  <a:cubicBezTo>
                    <a:pt x="122" y="77"/>
                    <a:pt x="0" y="290"/>
                    <a:pt x="61" y="442"/>
                  </a:cubicBezTo>
                  <a:cubicBezTo>
                    <a:pt x="274" y="1050"/>
                    <a:pt x="760" y="1536"/>
                    <a:pt x="1338" y="1840"/>
                  </a:cubicBezTo>
                  <a:cubicBezTo>
                    <a:pt x="1642" y="1992"/>
                    <a:pt x="2006" y="2113"/>
                    <a:pt x="2341" y="2205"/>
                  </a:cubicBezTo>
                  <a:cubicBezTo>
                    <a:pt x="2554" y="2235"/>
                    <a:pt x="2705" y="2265"/>
                    <a:pt x="2888" y="2265"/>
                  </a:cubicBezTo>
                  <a:cubicBezTo>
                    <a:pt x="3035" y="2286"/>
                    <a:pt x="3181" y="2322"/>
                    <a:pt x="3328" y="2322"/>
                  </a:cubicBezTo>
                  <a:cubicBezTo>
                    <a:pt x="3394" y="2322"/>
                    <a:pt x="3460" y="2315"/>
                    <a:pt x="3526" y="2296"/>
                  </a:cubicBezTo>
                  <a:cubicBezTo>
                    <a:pt x="3709" y="2265"/>
                    <a:pt x="3830" y="2083"/>
                    <a:pt x="3830" y="1931"/>
                  </a:cubicBezTo>
                  <a:cubicBezTo>
                    <a:pt x="3830" y="1779"/>
                    <a:pt x="3709" y="1627"/>
                    <a:pt x="3526" y="1597"/>
                  </a:cubicBezTo>
                  <a:cubicBezTo>
                    <a:pt x="3374" y="1505"/>
                    <a:pt x="3192" y="1536"/>
                    <a:pt x="3009" y="1505"/>
                  </a:cubicBezTo>
                  <a:cubicBezTo>
                    <a:pt x="2857" y="1505"/>
                    <a:pt x="2736" y="1475"/>
                    <a:pt x="2584" y="1445"/>
                  </a:cubicBezTo>
                  <a:cubicBezTo>
                    <a:pt x="2280" y="1384"/>
                    <a:pt x="1976" y="1293"/>
                    <a:pt x="1702" y="1171"/>
                  </a:cubicBezTo>
                  <a:cubicBezTo>
                    <a:pt x="1277" y="989"/>
                    <a:pt x="912" y="685"/>
                    <a:pt x="730" y="259"/>
                  </a:cubicBezTo>
                  <a:cubicBezTo>
                    <a:pt x="655" y="109"/>
                    <a:pt x="539" y="0"/>
                    <a:pt x="3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112"/>
            <p:cNvSpPr/>
            <p:nvPr/>
          </p:nvSpPr>
          <p:spPr>
            <a:xfrm>
              <a:off x="1488125" y="3000125"/>
              <a:ext cx="199875" cy="141575"/>
            </a:xfrm>
            <a:custGeom>
              <a:avLst/>
              <a:gdLst/>
              <a:ahLst/>
              <a:cxnLst/>
              <a:rect l="l" t="t" r="r" b="b"/>
              <a:pathLst>
                <a:path w="7995" h="5663" extrusionOk="0">
                  <a:moveTo>
                    <a:pt x="2494" y="1"/>
                  </a:moveTo>
                  <a:cubicBezTo>
                    <a:pt x="2184" y="1"/>
                    <a:pt x="1845" y="94"/>
                    <a:pt x="1490" y="343"/>
                  </a:cubicBezTo>
                  <a:cubicBezTo>
                    <a:pt x="1" y="1377"/>
                    <a:pt x="2068" y="2684"/>
                    <a:pt x="2068" y="2684"/>
                  </a:cubicBezTo>
                  <a:lnTo>
                    <a:pt x="1642" y="5085"/>
                  </a:lnTo>
                  <a:lnTo>
                    <a:pt x="5107" y="5662"/>
                  </a:lnTo>
                  <a:lnTo>
                    <a:pt x="5503" y="3444"/>
                  </a:lnTo>
                  <a:cubicBezTo>
                    <a:pt x="5503" y="3444"/>
                    <a:pt x="7995" y="2896"/>
                    <a:pt x="6962" y="1285"/>
                  </a:cubicBezTo>
                  <a:cubicBezTo>
                    <a:pt x="6552" y="653"/>
                    <a:pt x="6001" y="466"/>
                    <a:pt x="5493" y="466"/>
                  </a:cubicBezTo>
                  <a:cubicBezTo>
                    <a:pt x="4754" y="466"/>
                    <a:pt x="4104" y="860"/>
                    <a:pt x="4104" y="860"/>
                  </a:cubicBezTo>
                  <a:cubicBezTo>
                    <a:pt x="4104" y="860"/>
                    <a:pt x="3434" y="1"/>
                    <a:pt x="2494" y="1"/>
                  </a:cubicBezTo>
                  <a:close/>
                </a:path>
              </a:pathLst>
            </a:custGeom>
            <a:solidFill>
              <a:srgbClr val="BCB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112"/>
            <p:cNvSpPr/>
            <p:nvPr/>
          </p:nvSpPr>
          <p:spPr>
            <a:xfrm>
              <a:off x="1488125" y="3000125"/>
              <a:ext cx="199875" cy="141575"/>
            </a:xfrm>
            <a:custGeom>
              <a:avLst/>
              <a:gdLst/>
              <a:ahLst/>
              <a:cxnLst/>
              <a:rect l="l" t="t" r="r" b="b"/>
              <a:pathLst>
                <a:path w="7995" h="5663" extrusionOk="0">
                  <a:moveTo>
                    <a:pt x="2494" y="1"/>
                  </a:moveTo>
                  <a:cubicBezTo>
                    <a:pt x="2184" y="1"/>
                    <a:pt x="1845" y="94"/>
                    <a:pt x="1490" y="343"/>
                  </a:cubicBezTo>
                  <a:cubicBezTo>
                    <a:pt x="1" y="1377"/>
                    <a:pt x="2068" y="2684"/>
                    <a:pt x="2068" y="2684"/>
                  </a:cubicBezTo>
                  <a:lnTo>
                    <a:pt x="1642" y="5085"/>
                  </a:lnTo>
                  <a:lnTo>
                    <a:pt x="5107" y="5662"/>
                  </a:lnTo>
                  <a:lnTo>
                    <a:pt x="5503" y="3444"/>
                  </a:lnTo>
                  <a:cubicBezTo>
                    <a:pt x="5503" y="3444"/>
                    <a:pt x="7995" y="2896"/>
                    <a:pt x="6962" y="1285"/>
                  </a:cubicBezTo>
                  <a:cubicBezTo>
                    <a:pt x="6552" y="653"/>
                    <a:pt x="6001" y="466"/>
                    <a:pt x="5493" y="466"/>
                  </a:cubicBezTo>
                  <a:cubicBezTo>
                    <a:pt x="4754" y="466"/>
                    <a:pt x="4104" y="860"/>
                    <a:pt x="4104" y="860"/>
                  </a:cubicBezTo>
                  <a:cubicBezTo>
                    <a:pt x="4104" y="860"/>
                    <a:pt x="3434" y="1"/>
                    <a:pt x="2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112"/>
            <p:cNvSpPr/>
            <p:nvPr/>
          </p:nvSpPr>
          <p:spPr>
            <a:xfrm>
              <a:off x="1527650" y="3015525"/>
              <a:ext cx="126175" cy="109450"/>
            </a:xfrm>
            <a:custGeom>
              <a:avLst/>
              <a:gdLst/>
              <a:ahLst/>
              <a:cxnLst/>
              <a:rect l="l" t="t" r="r" b="b"/>
              <a:pathLst>
                <a:path w="5047" h="4378" extrusionOk="0">
                  <a:moveTo>
                    <a:pt x="1125" y="1"/>
                  </a:moveTo>
                  <a:cubicBezTo>
                    <a:pt x="852" y="1"/>
                    <a:pt x="578" y="122"/>
                    <a:pt x="365" y="274"/>
                  </a:cubicBezTo>
                  <a:cubicBezTo>
                    <a:pt x="122" y="426"/>
                    <a:pt x="1" y="609"/>
                    <a:pt x="1" y="791"/>
                  </a:cubicBezTo>
                  <a:cubicBezTo>
                    <a:pt x="1" y="1247"/>
                    <a:pt x="669" y="1733"/>
                    <a:pt x="882" y="1885"/>
                  </a:cubicBezTo>
                  <a:lnTo>
                    <a:pt x="1004" y="1976"/>
                  </a:lnTo>
                  <a:lnTo>
                    <a:pt x="669" y="3983"/>
                  </a:lnTo>
                  <a:lnTo>
                    <a:pt x="3162" y="4378"/>
                  </a:lnTo>
                  <a:lnTo>
                    <a:pt x="3526" y="2493"/>
                  </a:lnTo>
                  <a:lnTo>
                    <a:pt x="3678" y="2463"/>
                  </a:lnTo>
                  <a:cubicBezTo>
                    <a:pt x="3982" y="2432"/>
                    <a:pt x="4742" y="2128"/>
                    <a:pt x="4925" y="1673"/>
                  </a:cubicBezTo>
                  <a:cubicBezTo>
                    <a:pt x="5046" y="1429"/>
                    <a:pt x="4955" y="1217"/>
                    <a:pt x="4803" y="943"/>
                  </a:cubicBezTo>
                  <a:cubicBezTo>
                    <a:pt x="4529" y="518"/>
                    <a:pt x="4195" y="335"/>
                    <a:pt x="3739" y="335"/>
                  </a:cubicBezTo>
                  <a:cubicBezTo>
                    <a:pt x="3162" y="335"/>
                    <a:pt x="2645" y="669"/>
                    <a:pt x="2645" y="669"/>
                  </a:cubicBezTo>
                  <a:lnTo>
                    <a:pt x="2432" y="791"/>
                  </a:lnTo>
                  <a:lnTo>
                    <a:pt x="2341" y="639"/>
                  </a:lnTo>
                  <a:cubicBezTo>
                    <a:pt x="2341" y="639"/>
                    <a:pt x="1855" y="1"/>
                    <a:pt x="11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112"/>
            <p:cNvSpPr/>
            <p:nvPr/>
          </p:nvSpPr>
          <p:spPr>
            <a:xfrm>
              <a:off x="1558800" y="3068900"/>
              <a:ext cx="53975" cy="28725"/>
            </a:xfrm>
            <a:custGeom>
              <a:avLst/>
              <a:gdLst/>
              <a:ahLst/>
              <a:cxnLst/>
              <a:rect l="l" t="t" r="r" b="b"/>
              <a:pathLst>
                <a:path w="2159" h="1149" extrusionOk="0">
                  <a:moveTo>
                    <a:pt x="509" y="0"/>
                  </a:moveTo>
                  <a:cubicBezTo>
                    <a:pt x="480" y="0"/>
                    <a:pt x="451" y="8"/>
                    <a:pt x="426" y="24"/>
                  </a:cubicBezTo>
                  <a:cubicBezTo>
                    <a:pt x="396" y="24"/>
                    <a:pt x="365" y="24"/>
                    <a:pt x="335" y="115"/>
                  </a:cubicBezTo>
                  <a:lnTo>
                    <a:pt x="62" y="358"/>
                  </a:lnTo>
                  <a:cubicBezTo>
                    <a:pt x="1" y="449"/>
                    <a:pt x="1" y="571"/>
                    <a:pt x="62" y="632"/>
                  </a:cubicBezTo>
                  <a:cubicBezTo>
                    <a:pt x="83" y="653"/>
                    <a:pt x="150" y="675"/>
                    <a:pt x="209" y="675"/>
                  </a:cubicBezTo>
                  <a:cubicBezTo>
                    <a:pt x="233" y="675"/>
                    <a:pt x="256" y="671"/>
                    <a:pt x="274" y="662"/>
                  </a:cubicBezTo>
                  <a:cubicBezTo>
                    <a:pt x="343" y="731"/>
                    <a:pt x="428" y="765"/>
                    <a:pt x="492" y="765"/>
                  </a:cubicBezTo>
                  <a:cubicBezTo>
                    <a:pt x="514" y="765"/>
                    <a:pt x="533" y="761"/>
                    <a:pt x="548" y="753"/>
                  </a:cubicBezTo>
                  <a:cubicBezTo>
                    <a:pt x="578" y="875"/>
                    <a:pt x="700" y="936"/>
                    <a:pt x="821" y="936"/>
                  </a:cubicBezTo>
                  <a:cubicBezTo>
                    <a:pt x="892" y="989"/>
                    <a:pt x="973" y="1021"/>
                    <a:pt x="1040" y="1021"/>
                  </a:cubicBezTo>
                  <a:cubicBezTo>
                    <a:pt x="1089" y="1021"/>
                    <a:pt x="1130" y="1004"/>
                    <a:pt x="1156" y="966"/>
                  </a:cubicBezTo>
                  <a:cubicBezTo>
                    <a:pt x="1213" y="1062"/>
                    <a:pt x="1320" y="1122"/>
                    <a:pt x="1421" y="1122"/>
                  </a:cubicBezTo>
                  <a:cubicBezTo>
                    <a:pt x="1480" y="1122"/>
                    <a:pt x="1537" y="1102"/>
                    <a:pt x="1581" y="1057"/>
                  </a:cubicBezTo>
                  <a:cubicBezTo>
                    <a:pt x="1642" y="1118"/>
                    <a:pt x="1718" y="1149"/>
                    <a:pt x="1794" y="1149"/>
                  </a:cubicBezTo>
                  <a:cubicBezTo>
                    <a:pt x="1870" y="1149"/>
                    <a:pt x="1946" y="1118"/>
                    <a:pt x="2007" y="1057"/>
                  </a:cubicBezTo>
                  <a:cubicBezTo>
                    <a:pt x="2128" y="936"/>
                    <a:pt x="2159" y="693"/>
                    <a:pt x="2037" y="601"/>
                  </a:cubicBezTo>
                  <a:cubicBezTo>
                    <a:pt x="2007" y="571"/>
                    <a:pt x="1916" y="510"/>
                    <a:pt x="1885" y="449"/>
                  </a:cubicBezTo>
                  <a:lnTo>
                    <a:pt x="1855" y="419"/>
                  </a:lnTo>
                  <a:cubicBezTo>
                    <a:pt x="1855" y="358"/>
                    <a:pt x="1824" y="358"/>
                    <a:pt x="1824" y="328"/>
                  </a:cubicBezTo>
                  <a:cubicBezTo>
                    <a:pt x="1733" y="206"/>
                    <a:pt x="1672" y="176"/>
                    <a:pt x="1551" y="176"/>
                  </a:cubicBezTo>
                  <a:cubicBezTo>
                    <a:pt x="1496" y="102"/>
                    <a:pt x="1418" y="62"/>
                    <a:pt x="1345" y="62"/>
                  </a:cubicBezTo>
                  <a:cubicBezTo>
                    <a:pt x="1298" y="62"/>
                    <a:pt x="1253" y="79"/>
                    <a:pt x="1217" y="115"/>
                  </a:cubicBezTo>
                  <a:cubicBezTo>
                    <a:pt x="1156" y="145"/>
                    <a:pt x="1125" y="145"/>
                    <a:pt x="1095" y="176"/>
                  </a:cubicBezTo>
                  <a:cubicBezTo>
                    <a:pt x="1065" y="176"/>
                    <a:pt x="1004" y="145"/>
                    <a:pt x="973" y="145"/>
                  </a:cubicBezTo>
                  <a:cubicBezTo>
                    <a:pt x="943" y="145"/>
                    <a:pt x="913" y="145"/>
                    <a:pt x="852" y="176"/>
                  </a:cubicBezTo>
                  <a:cubicBezTo>
                    <a:pt x="821" y="145"/>
                    <a:pt x="730" y="145"/>
                    <a:pt x="700" y="145"/>
                  </a:cubicBezTo>
                  <a:cubicBezTo>
                    <a:pt x="678" y="56"/>
                    <a:pt x="590" y="0"/>
                    <a:pt x="509" y="0"/>
                  </a:cubicBezTo>
                  <a:close/>
                </a:path>
              </a:pathLst>
            </a:custGeom>
            <a:solidFill>
              <a:srgbClr val="747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112"/>
            <p:cNvSpPr/>
            <p:nvPr/>
          </p:nvSpPr>
          <p:spPr>
            <a:xfrm>
              <a:off x="1539800" y="3021325"/>
              <a:ext cx="25100" cy="24625"/>
            </a:xfrm>
            <a:custGeom>
              <a:avLst/>
              <a:gdLst/>
              <a:ahLst/>
              <a:cxnLst/>
              <a:rect l="l" t="t" r="r" b="b"/>
              <a:pathLst>
                <a:path w="1004" h="985" extrusionOk="0">
                  <a:moveTo>
                    <a:pt x="607" y="1"/>
                  </a:moveTo>
                  <a:cubicBezTo>
                    <a:pt x="459" y="1"/>
                    <a:pt x="328" y="35"/>
                    <a:pt x="214" y="103"/>
                  </a:cubicBezTo>
                  <a:cubicBezTo>
                    <a:pt x="153" y="134"/>
                    <a:pt x="62" y="225"/>
                    <a:pt x="31" y="286"/>
                  </a:cubicBezTo>
                  <a:cubicBezTo>
                    <a:pt x="1" y="316"/>
                    <a:pt x="1" y="377"/>
                    <a:pt x="1" y="437"/>
                  </a:cubicBezTo>
                  <a:lnTo>
                    <a:pt x="1" y="559"/>
                  </a:lnTo>
                  <a:lnTo>
                    <a:pt x="1" y="681"/>
                  </a:lnTo>
                  <a:lnTo>
                    <a:pt x="1" y="711"/>
                  </a:lnTo>
                  <a:cubicBezTo>
                    <a:pt x="1" y="741"/>
                    <a:pt x="31" y="772"/>
                    <a:pt x="62" y="863"/>
                  </a:cubicBezTo>
                  <a:cubicBezTo>
                    <a:pt x="92" y="893"/>
                    <a:pt x="183" y="924"/>
                    <a:pt x="214" y="985"/>
                  </a:cubicBezTo>
                  <a:lnTo>
                    <a:pt x="274" y="985"/>
                  </a:lnTo>
                  <a:cubicBezTo>
                    <a:pt x="335" y="985"/>
                    <a:pt x="366" y="985"/>
                    <a:pt x="366" y="924"/>
                  </a:cubicBezTo>
                  <a:cubicBezTo>
                    <a:pt x="396" y="924"/>
                    <a:pt x="426" y="893"/>
                    <a:pt x="487" y="863"/>
                  </a:cubicBezTo>
                  <a:cubicBezTo>
                    <a:pt x="487" y="833"/>
                    <a:pt x="518" y="772"/>
                    <a:pt x="518" y="741"/>
                  </a:cubicBezTo>
                  <a:cubicBezTo>
                    <a:pt x="518" y="711"/>
                    <a:pt x="518" y="681"/>
                    <a:pt x="487" y="620"/>
                  </a:cubicBezTo>
                  <a:lnTo>
                    <a:pt x="791" y="620"/>
                  </a:lnTo>
                  <a:cubicBezTo>
                    <a:pt x="822" y="620"/>
                    <a:pt x="882" y="589"/>
                    <a:pt x="943" y="559"/>
                  </a:cubicBezTo>
                  <a:cubicBezTo>
                    <a:pt x="974" y="529"/>
                    <a:pt x="1004" y="437"/>
                    <a:pt x="1004" y="407"/>
                  </a:cubicBezTo>
                  <a:cubicBezTo>
                    <a:pt x="974" y="225"/>
                    <a:pt x="974" y="134"/>
                    <a:pt x="913" y="103"/>
                  </a:cubicBezTo>
                  <a:lnTo>
                    <a:pt x="852" y="73"/>
                  </a:lnTo>
                  <a:cubicBezTo>
                    <a:pt x="822" y="12"/>
                    <a:pt x="791" y="12"/>
                    <a:pt x="761" y="12"/>
                  </a:cubicBezTo>
                  <a:cubicBezTo>
                    <a:pt x="708" y="4"/>
                    <a:pt x="656" y="1"/>
                    <a:pt x="6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112"/>
            <p:cNvSpPr/>
            <p:nvPr/>
          </p:nvSpPr>
          <p:spPr>
            <a:xfrm>
              <a:off x="1616550" y="3037750"/>
              <a:ext cx="24350" cy="22650"/>
            </a:xfrm>
            <a:custGeom>
              <a:avLst/>
              <a:gdLst/>
              <a:ahLst/>
              <a:cxnLst/>
              <a:rect l="l" t="t" r="r" b="b"/>
              <a:pathLst>
                <a:path w="974" h="906" extrusionOk="0">
                  <a:moveTo>
                    <a:pt x="320" y="1"/>
                  </a:moveTo>
                  <a:cubicBezTo>
                    <a:pt x="267" y="1"/>
                    <a:pt x="214" y="8"/>
                    <a:pt x="153" y="24"/>
                  </a:cubicBezTo>
                  <a:cubicBezTo>
                    <a:pt x="122" y="24"/>
                    <a:pt x="31" y="54"/>
                    <a:pt x="31" y="84"/>
                  </a:cubicBezTo>
                  <a:cubicBezTo>
                    <a:pt x="1" y="145"/>
                    <a:pt x="1" y="176"/>
                    <a:pt x="1" y="206"/>
                  </a:cubicBezTo>
                  <a:cubicBezTo>
                    <a:pt x="1" y="236"/>
                    <a:pt x="31" y="297"/>
                    <a:pt x="31" y="328"/>
                  </a:cubicBezTo>
                  <a:cubicBezTo>
                    <a:pt x="62" y="358"/>
                    <a:pt x="92" y="388"/>
                    <a:pt x="183" y="388"/>
                  </a:cubicBezTo>
                  <a:lnTo>
                    <a:pt x="244" y="388"/>
                  </a:lnTo>
                  <a:cubicBezTo>
                    <a:pt x="305" y="388"/>
                    <a:pt x="305" y="388"/>
                    <a:pt x="335" y="449"/>
                  </a:cubicBezTo>
                  <a:cubicBezTo>
                    <a:pt x="366" y="449"/>
                    <a:pt x="366" y="480"/>
                    <a:pt x="396" y="480"/>
                  </a:cubicBezTo>
                  <a:lnTo>
                    <a:pt x="487" y="540"/>
                  </a:lnTo>
                  <a:cubicBezTo>
                    <a:pt x="487" y="601"/>
                    <a:pt x="518" y="601"/>
                    <a:pt x="518" y="632"/>
                  </a:cubicBezTo>
                  <a:cubicBezTo>
                    <a:pt x="518" y="662"/>
                    <a:pt x="518" y="662"/>
                    <a:pt x="548" y="692"/>
                  </a:cubicBezTo>
                  <a:lnTo>
                    <a:pt x="548" y="753"/>
                  </a:lnTo>
                  <a:cubicBezTo>
                    <a:pt x="548" y="784"/>
                    <a:pt x="609" y="814"/>
                    <a:pt x="609" y="814"/>
                  </a:cubicBezTo>
                  <a:cubicBezTo>
                    <a:pt x="639" y="905"/>
                    <a:pt x="700" y="905"/>
                    <a:pt x="761" y="905"/>
                  </a:cubicBezTo>
                  <a:cubicBezTo>
                    <a:pt x="821" y="905"/>
                    <a:pt x="913" y="844"/>
                    <a:pt x="913" y="814"/>
                  </a:cubicBezTo>
                  <a:cubicBezTo>
                    <a:pt x="943" y="784"/>
                    <a:pt x="943" y="753"/>
                    <a:pt x="943" y="662"/>
                  </a:cubicBezTo>
                  <a:cubicBezTo>
                    <a:pt x="973" y="632"/>
                    <a:pt x="973" y="601"/>
                    <a:pt x="973" y="601"/>
                  </a:cubicBezTo>
                  <a:cubicBezTo>
                    <a:pt x="973" y="510"/>
                    <a:pt x="943" y="449"/>
                    <a:pt x="913" y="388"/>
                  </a:cubicBezTo>
                  <a:cubicBezTo>
                    <a:pt x="882" y="328"/>
                    <a:pt x="791" y="236"/>
                    <a:pt x="761" y="176"/>
                  </a:cubicBezTo>
                  <a:cubicBezTo>
                    <a:pt x="670" y="84"/>
                    <a:pt x="578" y="54"/>
                    <a:pt x="487" y="24"/>
                  </a:cubicBezTo>
                  <a:cubicBezTo>
                    <a:pt x="426" y="8"/>
                    <a:pt x="373"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112"/>
            <p:cNvSpPr/>
            <p:nvPr/>
          </p:nvSpPr>
          <p:spPr>
            <a:xfrm>
              <a:off x="1529925" y="3020925"/>
              <a:ext cx="196850" cy="150400"/>
            </a:xfrm>
            <a:custGeom>
              <a:avLst/>
              <a:gdLst/>
              <a:ahLst/>
              <a:cxnLst/>
              <a:rect l="l" t="t" r="r" b="b"/>
              <a:pathLst>
                <a:path w="7874" h="6016" extrusionOk="0">
                  <a:moveTo>
                    <a:pt x="5360" y="0"/>
                  </a:moveTo>
                  <a:cubicBezTo>
                    <a:pt x="4275" y="0"/>
                    <a:pt x="3527" y="1122"/>
                    <a:pt x="3527" y="1122"/>
                  </a:cubicBezTo>
                  <a:cubicBezTo>
                    <a:pt x="3527" y="1122"/>
                    <a:pt x="3020" y="851"/>
                    <a:pt x="2412" y="851"/>
                  </a:cubicBezTo>
                  <a:cubicBezTo>
                    <a:pt x="1905" y="851"/>
                    <a:pt x="1327" y="1039"/>
                    <a:pt x="913" y="1730"/>
                  </a:cubicBezTo>
                  <a:cubicBezTo>
                    <a:pt x="1" y="3250"/>
                    <a:pt x="2432" y="3645"/>
                    <a:pt x="2432" y="3645"/>
                  </a:cubicBezTo>
                  <a:lnTo>
                    <a:pt x="3040" y="6016"/>
                  </a:lnTo>
                  <a:lnTo>
                    <a:pt x="6414" y="5104"/>
                  </a:lnTo>
                  <a:lnTo>
                    <a:pt x="5897" y="2885"/>
                  </a:lnTo>
                  <a:cubicBezTo>
                    <a:pt x="5897" y="2885"/>
                    <a:pt x="7873" y="1335"/>
                    <a:pt x="6323" y="302"/>
                  </a:cubicBezTo>
                  <a:cubicBezTo>
                    <a:pt x="5982" y="85"/>
                    <a:pt x="5658" y="0"/>
                    <a:pt x="5360" y="0"/>
                  </a:cubicBezTo>
                  <a:close/>
                </a:path>
              </a:pathLst>
            </a:custGeom>
            <a:solidFill>
              <a:srgbClr val="BCB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112"/>
            <p:cNvSpPr/>
            <p:nvPr/>
          </p:nvSpPr>
          <p:spPr>
            <a:xfrm>
              <a:off x="1529925" y="3020925"/>
              <a:ext cx="196850" cy="150400"/>
            </a:xfrm>
            <a:custGeom>
              <a:avLst/>
              <a:gdLst/>
              <a:ahLst/>
              <a:cxnLst/>
              <a:rect l="l" t="t" r="r" b="b"/>
              <a:pathLst>
                <a:path w="7874" h="6016" extrusionOk="0">
                  <a:moveTo>
                    <a:pt x="5360" y="0"/>
                  </a:moveTo>
                  <a:cubicBezTo>
                    <a:pt x="4275" y="0"/>
                    <a:pt x="3527" y="1122"/>
                    <a:pt x="3527" y="1122"/>
                  </a:cubicBezTo>
                  <a:cubicBezTo>
                    <a:pt x="3527" y="1122"/>
                    <a:pt x="3020" y="851"/>
                    <a:pt x="2412" y="851"/>
                  </a:cubicBezTo>
                  <a:cubicBezTo>
                    <a:pt x="1905" y="851"/>
                    <a:pt x="1327" y="1039"/>
                    <a:pt x="913" y="1730"/>
                  </a:cubicBezTo>
                  <a:cubicBezTo>
                    <a:pt x="1" y="3250"/>
                    <a:pt x="2432" y="3645"/>
                    <a:pt x="2432" y="3645"/>
                  </a:cubicBezTo>
                  <a:lnTo>
                    <a:pt x="3040" y="6016"/>
                  </a:lnTo>
                  <a:lnTo>
                    <a:pt x="6414" y="5104"/>
                  </a:lnTo>
                  <a:lnTo>
                    <a:pt x="5897" y="2885"/>
                  </a:lnTo>
                  <a:cubicBezTo>
                    <a:pt x="5897" y="2885"/>
                    <a:pt x="7873" y="1335"/>
                    <a:pt x="6323" y="302"/>
                  </a:cubicBezTo>
                  <a:cubicBezTo>
                    <a:pt x="5982" y="85"/>
                    <a:pt x="5658" y="0"/>
                    <a:pt x="5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112"/>
            <p:cNvSpPr/>
            <p:nvPr/>
          </p:nvSpPr>
          <p:spPr>
            <a:xfrm>
              <a:off x="1564875" y="3036975"/>
              <a:ext cx="124650" cy="116875"/>
            </a:xfrm>
            <a:custGeom>
              <a:avLst/>
              <a:gdLst/>
              <a:ahLst/>
              <a:cxnLst/>
              <a:rect l="l" t="t" r="r" b="b"/>
              <a:pathLst>
                <a:path w="4986" h="4675" extrusionOk="0">
                  <a:moveTo>
                    <a:pt x="3823" y="0"/>
                  </a:moveTo>
                  <a:cubicBezTo>
                    <a:pt x="3658" y="0"/>
                    <a:pt x="3491" y="40"/>
                    <a:pt x="3314" y="115"/>
                  </a:cubicBezTo>
                  <a:cubicBezTo>
                    <a:pt x="2797" y="359"/>
                    <a:pt x="2433" y="875"/>
                    <a:pt x="2433" y="875"/>
                  </a:cubicBezTo>
                  <a:lnTo>
                    <a:pt x="2311" y="1088"/>
                  </a:lnTo>
                  <a:lnTo>
                    <a:pt x="2129" y="967"/>
                  </a:lnTo>
                  <a:cubicBezTo>
                    <a:pt x="2129" y="967"/>
                    <a:pt x="1748" y="760"/>
                    <a:pt x="1296" y="760"/>
                  </a:cubicBezTo>
                  <a:cubicBezTo>
                    <a:pt x="1122" y="760"/>
                    <a:pt x="938" y="791"/>
                    <a:pt x="761" y="875"/>
                  </a:cubicBezTo>
                  <a:cubicBezTo>
                    <a:pt x="548" y="997"/>
                    <a:pt x="366" y="1149"/>
                    <a:pt x="183" y="1422"/>
                  </a:cubicBezTo>
                  <a:cubicBezTo>
                    <a:pt x="31" y="1666"/>
                    <a:pt x="1" y="1878"/>
                    <a:pt x="92" y="2061"/>
                  </a:cubicBezTo>
                  <a:cubicBezTo>
                    <a:pt x="274" y="2426"/>
                    <a:pt x="1065" y="2669"/>
                    <a:pt x="1338" y="2699"/>
                  </a:cubicBezTo>
                  <a:lnTo>
                    <a:pt x="1490" y="2729"/>
                  </a:lnTo>
                  <a:lnTo>
                    <a:pt x="2037" y="4675"/>
                  </a:lnTo>
                  <a:lnTo>
                    <a:pt x="4499" y="4006"/>
                  </a:lnTo>
                  <a:lnTo>
                    <a:pt x="4044" y="2182"/>
                  </a:lnTo>
                  <a:lnTo>
                    <a:pt x="4165" y="2091"/>
                  </a:lnTo>
                  <a:cubicBezTo>
                    <a:pt x="4378" y="1909"/>
                    <a:pt x="4986" y="1331"/>
                    <a:pt x="4955" y="845"/>
                  </a:cubicBezTo>
                  <a:cubicBezTo>
                    <a:pt x="4955" y="632"/>
                    <a:pt x="4803" y="419"/>
                    <a:pt x="4530" y="237"/>
                  </a:cubicBezTo>
                  <a:cubicBezTo>
                    <a:pt x="4281" y="77"/>
                    <a:pt x="4054" y="0"/>
                    <a:pt x="382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112"/>
            <p:cNvSpPr/>
            <p:nvPr/>
          </p:nvSpPr>
          <p:spPr>
            <a:xfrm>
              <a:off x="1613525" y="3093600"/>
              <a:ext cx="53200" cy="27475"/>
            </a:xfrm>
            <a:custGeom>
              <a:avLst/>
              <a:gdLst/>
              <a:ahLst/>
              <a:cxnLst/>
              <a:rect l="l" t="t" r="r" b="b"/>
              <a:pathLst>
                <a:path w="2128" h="1099" extrusionOk="0">
                  <a:moveTo>
                    <a:pt x="1459" y="1"/>
                  </a:moveTo>
                  <a:cubicBezTo>
                    <a:pt x="1406" y="1"/>
                    <a:pt x="1353" y="24"/>
                    <a:pt x="1307" y="69"/>
                  </a:cubicBezTo>
                  <a:cubicBezTo>
                    <a:pt x="1259" y="33"/>
                    <a:pt x="1202" y="16"/>
                    <a:pt x="1146" y="16"/>
                  </a:cubicBezTo>
                  <a:cubicBezTo>
                    <a:pt x="1061" y="16"/>
                    <a:pt x="979" y="56"/>
                    <a:pt x="942" y="130"/>
                  </a:cubicBezTo>
                  <a:cubicBezTo>
                    <a:pt x="912" y="161"/>
                    <a:pt x="912" y="221"/>
                    <a:pt x="882" y="252"/>
                  </a:cubicBezTo>
                  <a:cubicBezTo>
                    <a:pt x="851" y="252"/>
                    <a:pt x="791" y="252"/>
                    <a:pt x="760" y="282"/>
                  </a:cubicBezTo>
                  <a:cubicBezTo>
                    <a:pt x="730" y="282"/>
                    <a:pt x="699" y="343"/>
                    <a:pt x="699" y="373"/>
                  </a:cubicBezTo>
                  <a:lnTo>
                    <a:pt x="547" y="373"/>
                  </a:lnTo>
                  <a:cubicBezTo>
                    <a:pt x="502" y="328"/>
                    <a:pt x="441" y="305"/>
                    <a:pt x="384" y="305"/>
                  </a:cubicBezTo>
                  <a:cubicBezTo>
                    <a:pt x="327" y="305"/>
                    <a:pt x="274" y="328"/>
                    <a:pt x="243" y="373"/>
                  </a:cubicBezTo>
                  <a:cubicBezTo>
                    <a:pt x="183" y="373"/>
                    <a:pt x="152" y="404"/>
                    <a:pt x="152" y="464"/>
                  </a:cubicBezTo>
                  <a:lnTo>
                    <a:pt x="31" y="829"/>
                  </a:lnTo>
                  <a:cubicBezTo>
                    <a:pt x="0" y="920"/>
                    <a:pt x="31" y="1042"/>
                    <a:pt x="152" y="1072"/>
                  </a:cubicBezTo>
                  <a:cubicBezTo>
                    <a:pt x="180" y="1091"/>
                    <a:pt x="206" y="1098"/>
                    <a:pt x="230" y="1098"/>
                  </a:cubicBezTo>
                  <a:cubicBezTo>
                    <a:pt x="284" y="1098"/>
                    <a:pt x="332" y="1063"/>
                    <a:pt x="395" y="1042"/>
                  </a:cubicBezTo>
                  <a:cubicBezTo>
                    <a:pt x="429" y="1053"/>
                    <a:pt x="466" y="1060"/>
                    <a:pt x="502" y="1060"/>
                  </a:cubicBezTo>
                  <a:cubicBezTo>
                    <a:pt x="563" y="1060"/>
                    <a:pt x="619" y="1039"/>
                    <a:pt x="639" y="981"/>
                  </a:cubicBezTo>
                  <a:cubicBezTo>
                    <a:pt x="695" y="1019"/>
                    <a:pt x="774" y="1045"/>
                    <a:pt x="856" y="1045"/>
                  </a:cubicBezTo>
                  <a:cubicBezTo>
                    <a:pt x="906" y="1045"/>
                    <a:pt x="957" y="1035"/>
                    <a:pt x="1003" y="1012"/>
                  </a:cubicBezTo>
                  <a:cubicBezTo>
                    <a:pt x="1025" y="1019"/>
                    <a:pt x="1050" y="1023"/>
                    <a:pt x="1076" y="1023"/>
                  </a:cubicBezTo>
                  <a:cubicBezTo>
                    <a:pt x="1163" y="1023"/>
                    <a:pt x="1268" y="983"/>
                    <a:pt x="1338" y="890"/>
                  </a:cubicBezTo>
                  <a:cubicBezTo>
                    <a:pt x="1377" y="919"/>
                    <a:pt x="1425" y="933"/>
                    <a:pt x="1476" y="933"/>
                  </a:cubicBezTo>
                  <a:cubicBezTo>
                    <a:pt x="1583" y="933"/>
                    <a:pt x="1701" y="872"/>
                    <a:pt x="1763" y="768"/>
                  </a:cubicBezTo>
                  <a:cubicBezTo>
                    <a:pt x="1801" y="784"/>
                    <a:pt x="1841" y="791"/>
                    <a:pt x="1880" y="791"/>
                  </a:cubicBezTo>
                  <a:cubicBezTo>
                    <a:pt x="1997" y="791"/>
                    <a:pt x="2105" y="723"/>
                    <a:pt x="2128" y="586"/>
                  </a:cubicBezTo>
                  <a:cubicBezTo>
                    <a:pt x="2128" y="434"/>
                    <a:pt x="2098" y="252"/>
                    <a:pt x="1915" y="221"/>
                  </a:cubicBezTo>
                  <a:cubicBezTo>
                    <a:pt x="1824" y="221"/>
                    <a:pt x="1794" y="161"/>
                    <a:pt x="1702" y="130"/>
                  </a:cubicBezTo>
                  <a:lnTo>
                    <a:pt x="1672" y="100"/>
                  </a:lnTo>
                  <a:cubicBezTo>
                    <a:pt x="1642" y="100"/>
                    <a:pt x="1642" y="69"/>
                    <a:pt x="1611" y="69"/>
                  </a:cubicBezTo>
                  <a:cubicBezTo>
                    <a:pt x="1566" y="24"/>
                    <a:pt x="1512" y="1"/>
                    <a:pt x="145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112"/>
            <p:cNvSpPr/>
            <p:nvPr/>
          </p:nvSpPr>
          <p:spPr>
            <a:xfrm>
              <a:off x="1575525" y="3064175"/>
              <a:ext cx="22825" cy="27375"/>
            </a:xfrm>
            <a:custGeom>
              <a:avLst/>
              <a:gdLst/>
              <a:ahLst/>
              <a:cxnLst/>
              <a:rect l="l" t="t" r="r" b="b"/>
              <a:pathLst>
                <a:path w="913" h="1095" extrusionOk="0">
                  <a:moveTo>
                    <a:pt x="700" y="0"/>
                  </a:moveTo>
                  <a:cubicBezTo>
                    <a:pt x="639" y="0"/>
                    <a:pt x="608" y="0"/>
                    <a:pt x="578" y="30"/>
                  </a:cubicBezTo>
                  <a:cubicBezTo>
                    <a:pt x="365" y="91"/>
                    <a:pt x="213" y="182"/>
                    <a:pt x="122" y="334"/>
                  </a:cubicBezTo>
                  <a:cubicBezTo>
                    <a:pt x="92" y="395"/>
                    <a:pt x="31" y="486"/>
                    <a:pt x="0" y="608"/>
                  </a:cubicBezTo>
                  <a:lnTo>
                    <a:pt x="0" y="760"/>
                  </a:lnTo>
                  <a:cubicBezTo>
                    <a:pt x="0" y="790"/>
                    <a:pt x="0" y="821"/>
                    <a:pt x="31" y="851"/>
                  </a:cubicBezTo>
                  <a:cubicBezTo>
                    <a:pt x="31" y="912"/>
                    <a:pt x="61" y="942"/>
                    <a:pt x="61" y="942"/>
                  </a:cubicBezTo>
                  <a:cubicBezTo>
                    <a:pt x="61" y="942"/>
                    <a:pt x="61" y="973"/>
                    <a:pt x="122" y="973"/>
                  </a:cubicBezTo>
                  <a:cubicBezTo>
                    <a:pt x="152" y="1003"/>
                    <a:pt x="183" y="1064"/>
                    <a:pt x="213" y="1064"/>
                  </a:cubicBezTo>
                  <a:cubicBezTo>
                    <a:pt x="304" y="1094"/>
                    <a:pt x="335" y="1094"/>
                    <a:pt x="426" y="1094"/>
                  </a:cubicBezTo>
                  <a:lnTo>
                    <a:pt x="487" y="1094"/>
                  </a:lnTo>
                  <a:cubicBezTo>
                    <a:pt x="517" y="1094"/>
                    <a:pt x="517" y="1064"/>
                    <a:pt x="578" y="1064"/>
                  </a:cubicBezTo>
                  <a:cubicBezTo>
                    <a:pt x="608" y="1003"/>
                    <a:pt x="608" y="973"/>
                    <a:pt x="639" y="942"/>
                  </a:cubicBezTo>
                  <a:cubicBezTo>
                    <a:pt x="639" y="882"/>
                    <a:pt x="639" y="851"/>
                    <a:pt x="608" y="821"/>
                  </a:cubicBezTo>
                  <a:cubicBezTo>
                    <a:pt x="608" y="790"/>
                    <a:pt x="578" y="760"/>
                    <a:pt x="517" y="760"/>
                  </a:cubicBezTo>
                  <a:lnTo>
                    <a:pt x="517" y="699"/>
                  </a:lnTo>
                  <a:lnTo>
                    <a:pt x="578" y="669"/>
                  </a:lnTo>
                  <a:cubicBezTo>
                    <a:pt x="639" y="638"/>
                    <a:pt x="669" y="578"/>
                    <a:pt x="760" y="578"/>
                  </a:cubicBezTo>
                  <a:cubicBezTo>
                    <a:pt x="791" y="547"/>
                    <a:pt x="882" y="517"/>
                    <a:pt x="882" y="486"/>
                  </a:cubicBezTo>
                  <a:cubicBezTo>
                    <a:pt x="912" y="426"/>
                    <a:pt x="912" y="365"/>
                    <a:pt x="882" y="274"/>
                  </a:cubicBezTo>
                  <a:cubicBezTo>
                    <a:pt x="852" y="30"/>
                    <a:pt x="791" y="0"/>
                    <a:pt x="73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112"/>
            <p:cNvSpPr/>
            <p:nvPr/>
          </p:nvSpPr>
          <p:spPr>
            <a:xfrm>
              <a:off x="1650000" y="3048200"/>
              <a:ext cx="28125" cy="16550"/>
            </a:xfrm>
            <a:custGeom>
              <a:avLst/>
              <a:gdLst/>
              <a:ahLst/>
              <a:cxnLst/>
              <a:rect l="l" t="t" r="r" b="b"/>
              <a:pathLst>
                <a:path w="1125" h="662" extrusionOk="0">
                  <a:moveTo>
                    <a:pt x="365" y="1"/>
                  </a:moveTo>
                  <a:cubicBezTo>
                    <a:pt x="243" y="1"/>
                    <a:pt x="152" y="92"/>
                    <a:pt x="61" y="122"/>
                  </a:cubicBezTo>
                  <a:cubicBezTo>
                    <a:pt x="31" y="183"/>
                    <a:pt x="0" y="214"/>
                    <a:pt x="0" y="244"/>
                  </a:cubicBezTo>
                  <a:cubicBezTo>
                    <a:pt x="0" y="274"/>
                    <a:pt x="0" y="335"/>
                    <a:pt x="31" y="366"/>
                  </a:cubicBezTo>
                  <a:cubicBezTo>
                    <a:pt x="61" y="396"/>
                    <a:pt x="61" y="426"/>
                    <a:pt x="152" y="426"/>
                  </a:cubicBezTo>
                  <a:cubicBezTo>
                    <a:pt x="172" y="426"/>
                    <a:pt x="206" y="453"/>
                    <a:pt x="245" y="453"/>
                  </a:cubicBezTo>
                  <a:cubicBezTo>
                    <a:pt x="264" y="453"/>
                    <a:pt x="284" y="447"/>
                    <a:pt x="304" y="426"/>
                  </a:cubicBezTo>
                  <a:cubicBezTo>
                    <a:pt x="335" y="426"/>
                    <a:pt x="335" y="396"/>
                    <a:pt x="365" y="396"/>
                  </a:cubicBezTo>
                  <a:lnTo>
                    <a:pt x="517" y="396"/>
                  </a:lnTo>
                  <a:cubicBezTo>
                    <a:pt x="547" y="396"/>
                    <a:pt x="578" y="426"/>
                    <a:pt x="578" y="426"/>
                  </a:cubicBezTo>
                  <a:cubicBezTo>
                    <a:pt x="639" y="426"/>
                    <a:pt x="639" y="487"/>
                    <a:pt x="669" y="487"/>
                  </a:cubicBezTo>
                  <a:lnTo>
                    <a:pt x="699" y="518"/>
                  </a:lnTo>
                  <a:lnTo>
                    <a:pt x="730" y="548"/>
                  </a:lnTo>
                  <a:lnTo>
                    <a:pt x="821" y="639"/>
                  </a:lnTo>
                  <a:cubicBezTo>
                    <a:pt x="836" y="654"/>
                    <a:pt x="866" y="662"/>
                    <a:pt x="901" y="662"/>
                  </a:cubicBezTo>
                  <a:cubicBezTo>
                    <a:pt x="935" y="662"/>
                    <a:pt x="973" y="654"/>
                    <a:pt x="1003" y="639"/>
                  </a:cubicBezTo>
                  <a:cubicBezTo>
                    <a:pt x="1034" y="578"/>
                    <a:pt x="1125" y="548"/>
                    <a:pt x="1125" y="487"/>
                  </a:cubicBezTo>
                  <a:cubicBezTo>
                    <a:pt x="1125" y="426"/>
                    <a:pt x="1125" y="366"/>
                    <a:pt x="1094" y="335"/>
                  </a:cubicBezTo>
                  <a:cubicBezTo>
                    <a:pt x="1064" y="244"/>
                    <a:pt x="1003" y="214"/>
                    <a:pt x="942" y="183"/>
                  </a:cubicBezTo>
                  <a:cubicBezTo>
                    <a:pt x="851" y="92"/>
                    <a:pt x="791" y="62"/>
                    <a:pt x="669" y="62"/>
                  </a:cubicBezTo>
                  <a:cubicBezTo>
                    <a:pt x="547" y="1"/>
                    <a:pt x="456" y="1"/>
                    <a:pt x="3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112"/>
            <p:cNvSpPr/>
            <p:nvPr/>
          </p:nvSpPr>
          <p:spPr>
            <a:xfrm>
              <a:off x="1503250" y="3334600"/>
              <a:ext cx="187050" cy="124525"/>
            </a:xfrm>
            <a:custGeom>
              <a:avLst/>
              <a:gdLst/>
              <a:ahLst/>
              <a:cxnLst/>
              <a:rect l="l" t="t" r="r" b="b"/>
              <a:pathLst>
                <a:path w="7482" h="4981" extrusionOk="0">
                  <a:moveTo>
                    <a:pt x="5020" y="0"/>
                  </a:moveTo>
                  <a:cubicBezTo>
                    <a:pt x="4848" y="0"/>
                    <a:pt x="4655" y="60"/>
                    <a:pt x="4442" y="217"/>
                  </a:cubicBezTo>
                  <a:cubicBezTo>
                    <a:pt x="3499" y="916"/>
                    <a:pt x="3803" y="2557"/>
                    <a:pt x="2891" y="3317"/>
                  </a:cubicBezTo>
                  <a:cubicBezTo>
                    <a:pt x="1980" y="4077"/>
                    <a:pt x="65" y="3955"/>
                    <a:pt x="34" y="4472"/>
                  </a:cubicBezTo>
                  <a:cubicBezTo>
                    <a:pt x="0" y="4779"/>
                    <a:pt x="855" y="4981"/>
                    <a:pt x="1908" y="4981"/>
                  </a:cubicBezTo>
                  <a:cubicBezTo>
                    <a:pt x="2732" y="4981"/>
                    <a:pt x="3677" y="4857"/>
                    <a:pt x="4411" y="4563"/>
                  </a:cubicBezTo>
                  <a:cubicBezTo>
                    <a:pt x="6113" y="3864"/>
                    <a:pt x="7481" y="2800"/>
                    <a:pt x="7481" y="1828"/>
                  </a:cubicBezTo>
                  <a:cubicBezTo>
                    <a:pt x="7481" y="825"/>
                    <a:pt x="5901" y="642"/>
                    <a:pt x="5901" y="642"/>
                  </a:cubicBezTo>
                  <a:cubicBezTo>
                    <a:pt x="5901" y="642"/>
                    <a:pt x="5580" y="0"/>
                    <a:pt x="502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112"/>
            <p:cNvSpPr/>
            <p:nvPr/>
          </p:nvSpPr>
          <p:spPr>
            <a:xfrm>
              <a:off x="1640125" y="3307325"/>
              <a:ext cx="50175" cy="61575"/>
            </a:xfrm>
            <a:custGeom>
              <a:avLst/>
              <a:gdLst/>
              <a:ahLst/>
              <a:cxnLst/>
              <a:rect l="l" t="t" r="r" b="b"/>
              <a:pathLst>
                <a:path w="2007" h="2463" extrusionOk="0">
                  <a:moveTo>
                    <a:pt x="1368" y="1"/>
                  </a:moveTo>
                  <a:lnTo>
                    <a:pt x="0" y="2159"/>
                  </a:lnTo>
                  <a:lnTo>
                    <a:pt x="486" y="2463"/>
                  </a:lnTo>
                  <a:lnTo>
                    <a:pt x="2006" y="639"/>
                  </a:lnTo>
                  <a:lnTo>
                    <a:pt x="13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112"/>
            <p:cNvSpPr/>
            <p:nvPr/>
          </p:nvSpPr>
          <p:spPr>
            <a:xfrm>
              <a:off x="1228250" y="3285300"/>
              <a:ext cx="36500" cy="53975"/>
            </a:xfrm>
            <a:custGeom>
              <a:avLst/>
              <a:gdLst/>
              <a:ahLst/>
              <a:cxnLst/>
              <a:rect l="l" t="t" r="r" b="b"/>
              <a:pathLst>
                <a:path w="1460" h="2159" extrusionOk="0">
                  <a:moveTo>
                    <a:pt x="1216" y="0"/>
                  </a:moveTo>
                  <a:lnTo>
                    <a:pt x="1" y="183"/>
                  </a:lnTo>
                  <a:lnTo>
                    <a:pt x="1004" y="2158"/>
                  </a:lnTo>
                  <a:lnTo>
                    <a:pt x="1460" y="2037"/>
                  </a:lnTo>
                  <a:lnTo>
                    <a:pt x="121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112"/>
            <p:cNvSpPr/>
            <p:nvPr/>
          </p:nvSpPr>
          <p:spPr>
            <a:xfrm>
              <a:off x="1164425" y="3314125"/>
              <a:ext cx="191525" cy="156125"/>
            </a:xfrm>
            <a:custGeom>
              <a:avLst/>
              <a:gdLst/>
              <a:ahLst/>
              <a:cxnLst/>
              <a:rect l="l" t="t" r="r" b="b"/>
              <a:pathLst>
                <a:path w="7661" h="6245" extrusionOk="0">
                  <a:moveTo>
                    <a:pt x="5934" y="0"/>
                  </a:moveTo>
                  <a:cubicBezTo>
                    <a:pt x="5162" y="0"/>
                    <a:pt x="4621" y="1036"/>
                    <a:pt x="4621" y="1036"/>
                  </a:cubicBezTo>
                  <a:cubicBezTo>
                    <a:pt x="4621" y="1036"/>
                    <a:pt x="4545" y="252"/>
                    <a:pt x="3863" y="252"/>
                  </a:cubicBezTo>
                  <a:cubicBezTo>
                    <a:pt x="3797" y="252"/>
                    <a:pt x="3726" y="260"/>
                    <a:pt x="3648" y="276"/>
                  </a:cubicBezTo>
                  <a:cubicBezTo>
                    <a:pt x="2766" y="549"/>
                    <a:pt x="2554" y="1340"/>
                    <a:pt x="2554" y="1340"/>
                  </a:cubicBezTo>
                  <a:cubicBezTo>
                    <a:pt x="2554" y="1340"/>
                    <a:pt x="2284" y="956"/>
                    <a:pt x="1793" y="956"/>
                  </a:cubicBezTo>
                  <a:cubicBezTo>
                    <a:pt x="1565" y="956"/>
                    <a:pt x="1290" y="1038"/>
                    <a:pt x="973" y="1279"/>
                  </a:cubicBezTo>
                  <a:cubicBezTo>
                    <a:pt x="0" y="2039"/>
                    <a:pt x="578" y="5230"/>
                    <a:pt x="2037" y="5990"/>
                  </a:cubicBezTo>
                  <a:cubicBezTo>
                    <a:pt x="2391" y="6175"/>
                    <a:pt x="2670" y="6244"/>
                    <a:pt x="2889" y="6244"/>
                  </a:cubicBezTo>
                  <a:cubicBezTo>
                    <a:pt x="3574" y="6244"/>
                    <a:pt x="3678" y="5565"/>
                    <a:pt x="3678" y="5565"/>
                  </a:cubicBezTo>
                  <a:cubicBezTo>
                    <a:pt x="3678" y="5565"/>
                    <a:pt x="4203" y="6237"/>
                    <a:pt x="4834" y="6237"/>
                  </a:cubicBezTo>
                  <a:cubicBezTo>
                    <a:pt x="4962" y="6237"/>
                    <a:pt x="5095" y="6209"/>
                    <a:pt x="5228" y="6142"/>
                  </a:cubicBezTo>
                  <a:cubicBezTo>
                    <a:pt x="6079" y="5717"/>
                    <a:pt x="5897" y="5078"/>
                    <a:pt x="5897" y="5078"/>
                  </a:cubicBezTo>
                  <a:lnTo>
                    <a:pt x="5897" y="5078"/>
                  </a:lnTo>
                  <a:cubicBezTo>
                    <a:pt x="5897" y="5078"/>
                    <a:pt x="6136" y="5249"/>
                    <a:pt x="6454" y="5249"/>
                  </a:cubicBezTo>
                  <a:cubicBezTo>
                    <a:pt x="6656" y="5249"/>
                    <a:pt x="6889" y="5181"/>
                    <a:pt x="7113" y="4957"/>
                  </a:cubicBezTo>
                  <a:cubicBezTo>
                    <a:pt x="7660" y="4379"/>
                    <a:pt x="7204" y="397"/>
                    <a:pt x="6262" y="63"/>
                  </a:cubicBezTo>
                  <a:cubicBezTo>
                    <a:pt x="6149" y="19"/>
                    <a:pt x="6039" y="0"/>
                    <a:pt x="59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112"/>
            <p:cNvSpPr/>
            <p:nvPr/>
          </p:nvSpPr>
          <p:spPr>
            <a:xfrm>
              <a:off x="1179625" y="3352450"/>
              <a:ext cx="31925" cy="63250"/>
            </a:xfrm>
            <a:custGeom>
              <a:avLst/>
              <a:gdLst/>
              <a:ahLst/>
              <a:cxnLst/>
              <a:rect l="l" t="t" r="r" b="b"/>
              <a:pathLst>
                <a:path w="1277" h="2530" extrusionOk="0">
                  <a:moveTo>
                    <a:pt x="1028" y="0"/>
                  </a:moveTo>
                  <a:cubicBezTo>
                    <a:pt x="960" y="0"/>
                    <a:pt x="886" y="31"/>
                    <a:pt x="821" y="80"/>
                  </a:cubicBezTo>
                  <a:cubicBezTo>
                    <a:pt x="152" y="627"/>
                    <a:pt x="0" y="1630"/>
                    <a:pt x="426" y="2390"/>
                  </a:cubicBezTo>
                  <a:cubicBezTo>
                    <a:pt x="475" y="2489"/>
                    <a:pt x="557" y="2530"/>
                    <a:pt x="639" y="2530"/>
                  </a:cubicBezTo>
                  <a:cubicBezTo>
                    <a:pt x="810" y="2530"/>
                    <a:pt x="984" y="2352"/>
                    <a:pt x="882" y="2147"/>
                  </a:cubicBezTo>
                  <a:cubicBezTo>
                    <a:pt x="791" y="2026"/>
                    <a:pt x="760" y="1874"/>
                    <a:pt x="730" y="1722"/>
                  </a:cubicBezTo>
                  <a:lnTo>
                    <a:pt x="730" y="1478"/>
                  </a:lnTo>
                  <a:lnTo>
                    <a:pt x="730" y="1387"/>
                  </a:lnTo>
                  <a:lnTo>
                    <a:pt x="730" y="1326"/>
                  </a:lnTo>
                  <a:lnTo>
                    <a:pt x="730" y="1266"/>
                  </a:lnTo>
                  <a:cubicBezTo>
                    <a:pt x="730" y="1174"/>
                    <a:pt x="760" y="1114"/>
                    <a:pt x="791" y="1022"/>
                  </a:cubicBezTo>
                  <a:cubicBezTo>
                    <a:pt x="821" y="962"/>
                    <a:pt x="821" y="901"/>
                    <a:pt x="882" y="840"/>
                  </a:cubicBezTo>
                  <a:cubicBezTo>
                    <a:pt x="943" y="688"/>
                    <a:pt x="1034" y="597"/>
                    <a:pt x="1186" y="445"/>
                  </a:cubicBezTo>
                  <a:cubicBezTo>
                    <a:pt x="1277" y="384"/>
                    <a:pt x="1247" y="202"/>
                    <a:pt x="1186" y="80"/>
                  </a:cubicBezTo>
                  <a:cubicBezTo>
                    <a:pt x="1143" y="24"/>
                    <a:pt x="1088" y="0"/>
                    <a:pt x="1028"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112"/>
            <p:cNvSpPr/>
            <p:nvPr/>
          </p:nvSpPr>
          <p:spPr>
            <a:xfrm>
              <a:off x="1263200" y="3438800"/>
              <a:ext cx="30425" cy="17675"/>
            </a:xfrm>
            <a:custGeom>
              <a:avLst/>
              <a:gdLst/>
              <a:ahLst/>
              <a:cxnLst/>
              <a:rect l="l" t="t" r="r" b="b"/>
              <a:pathLst>
                <a:path w="1217" h="707" extrusionOk="0">
                  <a:moveTo>
                    <a:pt x="457" y="152"/>
                  </a:moveTo>
                  <a:cubicBezTo>
                    <a:pt x="457" y="152"/>
                    <a:pt x="464" y="159"/>
                    <a:pt x="475" y="167"/>
                  </a:cubicBezTo>
                  <a:lnTo>
                    <a:pt x="475" y="167"/>
                  </a:lnTo>
                  <a:cubicBezTo>
                    <a:pt x="469" y="163"/>
                    <a:pt x="463" y="158"/>
                    <a:pt x="457" y="152"/>
                  </a:cubicBezTo>
                  <a:close/>
                  <a:moveTo>
                    <a:pt x="943" y="0"/>
                  </a:moveTo>
                  <a:cubicBezTo>
                    <a:pt x="882" y="0"/>
                    <a:pt x="791" y="61"/>
                    <a:pt x="761" y="91"/>
                  </a:cubicBezTo>
                  <a:lnTo>
                    <a:pt x="685" y="142"/>
                  </a:lnTo>
                  <a:lnTo>
                    <a:pt x="685" y="142"/>
                  </a:lnTo>
                  <a:cubicBezTo>
                    <a:pt x="671" y="147"/>
                    <a:pt x="659" y="152"/>
                    <a:pt x="648" y="157"/>
                  </a:cubicBezTo>
                  <a:lnTo>
                    <a:pt x="648" y="157"/>
                  </a:lnTo>
                  <a:cubicBezTo>
                    <a:pt x="624" y="165"/>
                    <a:pt x="601" y="182"/>
                    <a:pt x="578" y="182"/>
                  </a:cubicBezTo>
                  <a:cubicBezTo>
                    <a:pt x="553" y="182"/>
                    <a:pt x="532" y="182"/>
                    <a:pt x="515" y="180"/>
                  </a:cubicBezTo>
                  <a:lnTo>
                    <a:pt x="515" y="180"/>
                  </a:lnTo>
                  <a:cubicBezTo>
                    <a:pt x="516" y="181"/>
                    <a:pt x="517" y="182"/>
                    <a:pt x="518" y="182"/>
                  </a:cubicBezTo>
                  <a:cubicBezTo>
                    <a:pt x="502" y="182"/>
                    <a:pt x="486" y="175"/>
                    <a:pt x="475" y="167"/>
                  </a:cubicBezTo>
                  <a:lnTo>
                    <a:pt x="475" y="167"/>
                  </a:lnTo>
                  <a:cubicBezTo>
                    <a:pt x="487" y="174"/>
                    <a:pt x="500" y="178"/>
                    <a:pt x="515" y="180"/>
                  </a:cubicBezTo>
                  <a:lnTo>
                    <a:pt x="515" y="180"/>
                  </a:lnTo>
                  <a:cubicBezTo>
                    <a:pt x="487" y="152"/>
                    <a:pt x="486" y="152"/>
                    <a:pt x="457" y="152"/>
                  </a:cubicBezTo>
                  <a:cubicBezTo>
                    <a:pt x="426" y="122"/>
                    <a:pt x="335" y="91"/>
                    <a:pt x="274" y="91"/>
                  </a:cubicBezTo>
                  <a:cubicBezTo>
                    <a:pt x="183" y="91"/>
                    <a:pt x="122" y="122"/>
                    <a:pt x="62" y="152"/>
                  </a:cubicBezTo>
                  <a:cubicBezTo>
                    <a:pt x="1" y="243"/>
                    <a:pt x="1" y="426"/>
                    <a:pt x="62" y="517"/>
                  </a:cubicBezTo>
                  <a:cubicBezTo>
                    <a:pt x="188" y="643"/>
                    <a:pt x="357" y="707"/>
                    <a:pt x="515" y="707"/>
                  </a:cubicBezTo>
                  <a:cubicBezTo>
                    <a:pt x="547" y="707"/>
                    <a:pt x="578" y="704"/>
                    <a:pt x="609" y="699"/>
                  </a:cubicBezTo>
                  <a:cubicBezTo>
                    <a:pt x="791" y="699"/>
                    <a:pt x="973" y="608"/>
                    <a:pt x="1125" y="456"/>
                  </a:cubicBezTo>
                  <a:cubicBezTo>
                    <a:pt x="1186" y="426"/>
                    <a:pt x="1217" y="334"/>
                    <a:pt x="1217" y="274"/>
                  </a:cubicBezTo>
                  <a:cubicBezTo>
                    <a:pt x="1217" y="213"/>
                    <a:pt x="1186" y="122"/>
                    <a:pt x="1125" y="91"/>
                  </a:cubicBezTo>
                  <a:cubicBezTo>
                    <a:pt x="1095" y="31"/>
                    <a:pt x="1034" y="0"/>
                    <a:pt x="94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112"/>
            <p:cNvSpPr/>
            <p:nvPr/>
          </p:nvSpPr>
          <p:spPr>
            <a:xfrm>
              <a:off x="1301950" y="3332400"/>
              <a:ext cx="25125" cy="22075"/>
            </a:xfrm>
            <a:custGeom>
              <a:avLst/>
              <a:gdLst/>
              <a:ahLst/>
              <a:cxnLst/>
              <a:rect l="l" t="t" r="r" b="b"/>
              <a:pathLst>
                <a:path w="1005" h="883" extrusionOk="0">
                  <a:moveTo>
                    <a:pt x="290" y="488"/>
                  </a:moveTo>
                  <a:lnTo>
                    <a:pt x="290" y="488"/>
                  </a:lnTo>
                  <a:cubicBezTo>
                    <a:pt x="306" y="517"/>
                    <a:pt x="311" y="517"/>
                    <a:pt x="335" y="517"/>
                  </a:cubicBezTo>
                  <a:cubicBezTo>
                    <a:pt x="320" y="517"/>
                    <a:pt x="305" y="503"/>
                    <a:pt x="290" y="488"/>
                  </a:cubicBezTo>
                  <a:close/>
                  <a:moveTo>
                    <a:pt x="305" y="1"/>
                  </a:moveTo>
                  <a:cubicBezTo>
                    <a:pt x="244" y="1"/>
                    <a:pt x="153" y="1"/>
                    <a:pt x="123" y="31"/>
                  </a:cubicBezTo>
                  <a:cubicBezTo>
                    <a:pt x="92" y="92"/>
                    <a:pt x="1" y="122"/>
                    <a:pt x="1" y="183"/>
                  </a:cubicBezTo>
                  <a:cubicBezTo>
                    <a:pt x="1" y="274"/>
                    <a:pt x="1" y="335"/>
                    <a:pt x="31" y="396"/>
                  </a:cubicBezTo>
                  <a:cubicBezTo>
                    <a:pt x="123" y="396"/>
                    <a:pt x="153" y="457"/>
                    <a:pt x="244" y="457"/>
                  </a:cubicBezTo>
                  <a:cubicBezTo>
                    <a:pt x="260" y="457"/>
                    <a:pt x="275" y="472"/>
                    <a:pt x="290" y="488"/>
                  </a:cubicBezTo>
                  <a:lnTo>
                    <a:pt x="290" y="488"/>
                  </a:lnTo>
                  <a:cubicBezTo>
                    <a:pt x="286" y="480"/>
                    <a:pt x="281" y="470"/>
                    <a:pt x="275" y="457"/>
                  </a:cubicBezTo>
                  <a:lnTo>
                    <a:pt x="275" y="457"/>
                  </a:lnTo>
                  <a:cubicBezTo>
                    <a:pt x="305" y="517"/>
                    <a:pt x="366" y="517"/>
                    <a:pt x="427" y="548"/>
                  </a:cubicBezTo>
                  <a:lnTo>
                    <a:pt x="396" y="487"/>
                  </a:lnTo>
                  <a:lnTo>
                    <a:pt x="396" y="487"/>
                  </a:lnTo>
                  <a:lnTo>
                    <a:pt x="479" y="598"/>
                  </a:lnTo>
                  <a:lnTo>
                    <a:pt x="479" y="598"/>
                  </a:lnTo>
                  <a:cubicBezTo>
                    <a:pt x="471" y="591"/>
                    <a:pt x="463" y="585"/>
                    <a:pt x="457" y="578"/>
                  </a:cubicBezTo>
                  <a:lnTo>
                    <a:pt x="457" y="578"/>
                  </a:lnTo>
                  <a:lnTo>
                    <a:pt x="487" y="609"/>
                  </a:lnTo>
                  <a:lnTo>
                    <a:pt x="487" y="609"/>
                  </a:lnTo>
                  <a:lnTo>
                    <a:pt x="479" y="598"/>
                  </a:lnTo>
                  <a:lnTo>
                    <a:pt x="479" y="598"/>
                  </a:lnTo>
                  <a:cubicBezTo>
                    <a:pt x="508" y="622"/>
                    <a:pt x="542" y="653"/>
                    <a:pt x="547" y="713"/>
                  </a:cubicBezTo>
                  <a:lnTo>
                    <a:pt x="547" y="713"/>
                  </a:lnTo>
                  <a:cubicBezTo>
                    <a:pt x="545" y="696"/>
                    <a:pt x="534" y="685"/>
                    <a:pt x="487" y="639"/>
                  </a:cubicBezTo>
                  <a:lnTo>
                    <a:pt x="487" y="700"/>
                  </a:lnTo>
                  <a:cubicBezTo>
                    <a:pt x="487" y="730"/>
                    <a:pt x="548" y="761"/>
                    <a:pt x="548" y="761"/>
                  </a:cubicBezTo>
                  <a:cubicBezTo>
                    <a:pt x="548" y="791"/>
                    <a:pt x="579" y="791"/>
                    <a:pt x="609" y="852"/>
                  </a:cubicBezTo>
                  <a:cubicBezTo>
                    <a:pt x="639" y="882"/>
                    <a:pt x="761" y="882"/>
                    <a:pt x="791" y="882"/>
                  </a:cubicBezTo>
                  <a:cubicBezTo>
                    <a:pt x="882" y="852"/>
                    <a:pt x="913" y="791"/>
                    <a:pt x="943" y="761"/>
                  </a:cubicBezTo>
                  <a:cubicBezTo>
                    <a:pt x="1004" y="700"/>
                    <a:pt x="1004" y="609"/>
                    <a:pt x="1004" y="578"/>
                  </a:cubicBezTo>
                  <a:cubicBezTo>
                    <a:pt x="943" y="426"/>
                    <a:pt x="852" y="305"/>
                    <a:pt x="730" y="183"/>
                  </a:cubicBezTo>
                  <a:cubicBezTo>
                    <a:pt x="609" y="92"/>
                    <a:pt x="457" y="1"/>
                    <a:pt x="30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8" name="Google Shape;4858;p112"/>
          <p:cNvSpPr/>
          <p:nvPr/>
        </p:nvSpPr>
        <p:spPr>
          <a:xfrm>
            <a:off x="2008275" y="3817225"/>
            <a:ext cx="5383200" cy="420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112"/>
          <p:cNvSpPr txBox="1">
            <a:spLocks noGrp="1"/>
          </p:cNvSpPr>
          <p:nvPr>
            <p:ph type="title" idx="4294967295"/>
          </p:nvPr>
        </p:nvSpPr>
        <p:spPr>
          <a:xfrm>
            <a:off x="2016950" y="3064363"/>
            <a:ext cx="1393500" cy="434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rPr>
              <a:t>Venus</a:t>
            </a:r>
            <a:endParaRPr sz="1600">
              <a:solidFill>
                <a:schemeClr val="accent3"/>
              </a:solidFill>
            </a:endParaRPr>
          </a:p>
        </p:txBody>
      </p:sp>
      <p:sp>
        <p:nvSpPr>
          <p:cNvPr id="4860" name="Google Shape;4860;p112"/>
          <p:cNvSpPr txBox="1">
            <a:spLocks noGrp="1"/>
          </p:cNvSpPr>
          <p:nvPr>
            <p:ph type="subTitle" idx="4294967295"/>
          </p:nvPr>
        </p:nvSpPr>
        <p:spPr>
          <a:xfrm>
            <a:off x="2016950" y="3948750"/>
            <a:ext cx="1393500" cy="657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00"/>
              <a:t>Venus is the second planet from the Sun</a:t>
            </a:r>
            <a:endParaRPr sz="1100"/>
          </a:p>
        </p:txBody>
      </p:sp>
      <p:sp>
        <p:nvSpPr>
          <p:cNvPr id="4861" name="Google Shape;4861;p112"/>
          <p:cNvSpPr txBox="1">
            <a:spLocks noGrp="1"/>
          </p:cNvSpPr>
          <p:nvPr>
            <p:ph type="subTitle" idx="4294967295"/>
          </p:nvPr>
        </p:nvSpPr>
        <p:spPr>
          <a:xfrm>
            <a:off x="3448350" y="3948750"/>
            <a:ext cx="1393500" cy="65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00"/>
              <a:t>Despite being </a:t>
            </a:r>
            <a:endParaRPr sz="1100"/>
          </a:p>
          <a:p>
            <a:pPr marL="0" lvl="0" indent="0" algn="ctr" rtl="0">
              <a:spcBef>
                <a:spcPts val="0"/>
              </a:spcBef>
              <a:spcAft>
                <a:spcPts val="0"/>
              </a:spcAft>
              <a:buNone/>
            </a:pPr>
            <a:r>
              <a:rPr lang="en" sz="1100"/>
              <a:t>red, Mars is a </a:t>
            </a:r>
            <a:endParaRPr sz="1100"/>
          </a:p>
          <a:p>
            <a:pPr marL="0" lvl="0" indent="0" algn="ctr" rtl="0">
              <a:spcBef>
                <a:spcPts val="0"/>
              </a:spcBef>
              <a:spcAft>
                <a:spcPts val="0"/>
              </a:spcAft>
              <a:buNone/>
            </a:pPr>
            <a:r>
              <a:rPr lang="en" sz="1100"/>
              <a:t>cold place</a:t>
            </a:r>
            <a:endParaRPr sz="1100"/>
          </a:p>
        </p:txBody>
      </p:sp>
      <p:sp>
        <p:nvSpPr>
          <p:cNvPr id="4862" name="Google Shape;4862;p112"/>
          <p:cNvSpPr txBox="1">
            <a:spLocks noGrp="1"/>
          </p:cNvSpPr>
          <p:nvPr>
            <p:ph type="subTitle" idx="4294967295"/>
          </p:nvPr>
        </p:nvSpPr>
        <p:spPr>
          <a:xfrm>
            <a:off x="4879750" y="3948750"/>
            <a:ext cx="1393500" cy="65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00"/>
              <a:t>Mercury is the closest planet to the Sun</a:t>
            </a:r>
            <a:endParaRPr sz="1100"/>
          </a:p>
          <a:p>
            <a:pPr marL="0" lvl="0" indent="0" algn="ctr" rtl="0">
              <a:spcBef>
                <a:spcPts val="1600"/>
              </a:spcBef>
              <a:spcAft>
                <a:spcPts val="1600"/>
              </a:spcAft>
              <a:buNone/>
            </a:pPr>
            <a:endParaRPr sz="1100"/>
          </a:p>
        </p:txBody>
      </p:sp>
      <p:sp>
        <p:nvSpPr>
          <p:cNvPr id="4863" name="Google Shape;4863;p112"/>
          <p:cNvSpPr txBox="1">
            <a:spLocks noGrp="1"/>
          </p:cNvSpPr>
          <p:nvPr>
            <p:ph type="title" idx="4294967295"/>
          </p:nvPr>
        </p:nvSpPr>
        <p:spPr>
          <a:xfrm>
            <a:off x="3427250" y="3064363"/>
            <a:ext cx="1393500" cy="434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rPr>
              <a:t>Mars</a:t>
            </a:r>
            <a:endParaRPr sz="1600">
              <a:solidFill>
                <a:schemeClr val="accent3"/>
              </a:solidFill>
            </a:endParaRPr>
          </a:p>
        </p:txBody>
      </p:sp>
      <p:grpSp>
        <p:nvGrpSpPr>
          <p:cNvPr id="4864" name="Google Shape;4864;p112"/>
          <p:cNvGrpSpPr/>
          <p:nvPr/>
        </p:nvGrpSpPr>
        <p:grpSpPr>
          <a:xfrm>
            <a:off x="3926034" y="3449463"/>
            <a:ext cx="457202" cy="457202"/>
            <a:chOff x="1190625" y="238125"/>
            <a:chExt cx="5219200" cy="5219200"/>
          </a:xfrm>
        </p:grpSpPr>
        <p:sp>
          <p:nvSpPr>
            <p:cNvPr id="4865" name="Google Shape;4865;p112"/>
            <p:cNvSpPr/>
            <p:nvPr/>
          </p:nvSpPr>
          <p:spPr>
            <a:xfrm>
              <a:off x="1190625" y="238125"/>
              <a:ext cx="2926025" cy="5219200"/>
            </a:xfrm>
            <a:custGeom>
              <a:avLst/>
              <a:gdLst/>
              <a:ahLst/>
              <a:cxnLst/>
              <a:rect l="l" t="t" r="r" b="b"/>
              <a:pathLst>
                <a:path w="117041" h="208768" extrusionOk="0">
                  <a:moveTo>
                    <a:pt x="30597" y="0"/>
                  </a:moveTo>
                  <a:cubicBezTo>
                    <a:pt x="13733" y="0"/>
                    <a:pt x="0" y="13733"/>
                    <a:pt x="0" y="30597"/>
                  </a:cubicBezTo>
                  <a:lnTo>
                    <a:pt x="0" y="178202"/>
                  </a:lnTo>
                  <a:cubicBezTo>
                    <a:pt x="0" y="195034"/>
                    <a:pt x="13733" y="208767"/>
                    <a:pt x="30597" y="208767"/>
                  </a:cubicBezTo>
                  <a:lnTo>
                    <a:pt x="86443" y="208767"/>
                  </a:lnTo>
                  <a:cubicBezTo>
                    <a:pt x="103307" y="208767"/>
                    <a:pt x="117040" y="195034"/>
                    <a:pt x="117040" y="178202"/>
                  </a:cubicBezTo>
                  <a:lnTo>
                    <a:pt x="117040" y="30597"/>
                  </a:lnTo>
                  <a:cubicBezTo>
                    <a:pt x="117040" y="13733"/>
                    <a:pt x="103307" y="0"/>
                    <a:pt x="864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112"/>
            <p:cNvSpPr/>
            <p:nvPr/>
          </p:nvSpPr>
          <p:spPr>
            <a:xfrm>
              <a:off x="2658500" y="238125"/>
              <a:ext cx="1458150" cy="5219200"/>
            </a:xfrm>
            <a:custGeom>
              <a:avLst/>
              <a:gdLst/>
              <a:ahLst/>
              <a:cxnLst/>
              <a:rect l="l" t="t" r="r" b="b"/>
              <a:pathLst>
                <a:path w="58326" h="208768" extrusionOk="0">
                  <a:moveTo>
                    <a:pt x="1" y="0"/>
                  </a:moveTo>
                  <a:lnTo>
                    <a:pt x="1" y="208767"/>
                  </a:lnTo>
                  <a:lnTo>
                    <a:pt x="27728" y="208767"/>
                  </a:lnTo>
                  <a:cubicBezTo>
                    <a:pt x="44592" y="208767"/>
                    <a:pt x="58325" y="195034"/>
                    <a:pt x="58325" y="178202"/>
                  </a:cubicBezTo>
                  <a:lnTo>
                    <a:pt x="58325" y="30597"/>
                  </a:lnTo>
                  <a:cubicBezTo>
                    <a:pt x="58325" y="13733"/>
                    <a:pt x="44592" y="0"/>
                    <a:pt x="2772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112"/>
            <p:cNvSpPr/>
            <p:nvPr/>
          </p:nvSpPr>
          <p:spPr>
            <a:xfrm>
              <a:off x="1496425" y="543925"/>
              <a:ext cx="2314400" cy="4607575"/>
            </a:xfrm>
            <a:custGeom>
              <a:avLst/>
              <a:gdLst/>
              <a:ahLst/>
              <a:cxnLst/>
              <a:rect l="l" t="t" r="r" b="b"/>
              <a:pathLst>
                <a:path w="92576" h="184303" extrusionOk="0">
                  <a:moveTo>
                    <a:pt x="18365" y="0"/>
                  </a:moveTo>
                  <a:cubicBezTo>
                    <a:pt x="8221" y="0"/>
                    <a:pt x="0" y="8221"/>
                    <a:pt x="0" y="18365"/>
                  </a:cubicBezTo>
                  <a:lnTo>
                    <a:pt x="0" y="165970"/>
                  </a:lnTo>
                  <a:cubicBezTo>
                    <a:pt x="0" y="176082"/>
                    <a:pt x="8221" y="184303"/>
                    <a:pt x="18365" y="184303"/>
                  </a:cubicBezTo>
                  <a:lnTo>
                    <a:pt x="74211" y="184303"/>
                  </a:lnTo>
                  <a:cubicBezTo>
                    <a:pt x="84323" y="184303"/>
                    <a:pt x="92576" y="176082"/>
                    <a:pt x="92576" y="165970"/>
                  </a:cubicBezTo>
                  <a:lnTo>
                    <a:pt x="92576" y="18365"/>
                  </a:lnTo>
                  <a:cubicBezTo>
                    <a:pt x="92576" y="8221"/>
                    <a:pt x="84323" y="0"/>
                    <a:pt x="74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112"/>
            <p:cNvSpPr/>
            <p:nvPr/>
          </p:nvSpPr>
          <p:spPr>
            <a:xfrm>
              <a:off x="2658500" y="543925"/>
              <a:ext cx="1152325" cy="4607575"/>
            </a:xfrm>
            <a:custGeom>
              <a:avLst/>
              <a:gdLst/>
              <a:ahLst/>
              <a:cxnLst/>
              <a:rect l="l" t="t" r="r" b="b"/>
              <a:pathLst>
                <a:path w="46093" h="184303" extrusionOk="0">
                  <a:moveTo>
                    <a:pt x="1" y="0"/>
                  </a:moveTo>
                  <a:lnTo>
                    <a:pt x="1" y="184303"/>
                  </a:lnTo>
                  <a:lnTo>
                    <a:pt x="27728" y="184303"/>
                  </a:lnTo>
                  <a:cubicBezTo>
                    <a:pt x="37840" y="184303"/>
                    <a:pt x="46093" y="176082"/>
                    <a:pt x="46093" y="165970"/>
                  </a:cubicBezTo>
                  <a:lnTo>
                    <a:pt x="46093" y="18365"/>
                  </a:lnTo>
                  <a:cubicBezTo>
                    <a:pt x="46093" y="8221"/>
                    <a:pt x="37840" y="0"/>
                    <a:pt x="277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112"/>
            <p:cNvSpPr/>
            <p:nvPr/>
          </p:nvSpPr>
          <p:spPr>
            <a:xfrm>
              <a:off x="1496425" y="3836900"/>
              <a:ext cx="2314400" cy="1314600"/>
            </a:xfrm>
            <a:custGeom>
              <a:avLst/>
              <a:gdLst/>
              <a:ahLst/>
              <a:cxnLst/>
              <a:rect l="l" t="t" r="r" b="b"/>
              <a:pathLst>
                <a:path w="92576" h="52584" extrusionOk="0">
                  <a:moveTo>
                    <a:pt x="0" y="0"/>
                  </a:moveTo>
                  <a:lnTo>
                    <a:pt x="0" y="34251"/>
                  </a:lnTo>
                  <a:cubicBezTo>
                    <a:pt x="0" y="44363"/>
                    <a:pt x="8221" y="52584"/>
                    <a:pt x="18365" y="52584"/>
                  </a:cubicBezTo>
                  <a:lnTo>
                    <a:pt x="74211" y="52584"/>
                  </a:lnTo>
                  <a:cubicBezTo>
                    <a:pt x="84323" y="52584"/>
                    <a:pt x="92576" y="44363"/>
                    <a:pt x="92576" y="34251"/>
                  </a:cubicBezTo>
                  <a:lnTo>
                    <a:pt x="9257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112"/>
            <p:cNvSpPr/>
            <p:nvPr/>
          </p:nvSpPr>
          <p:spPr>
            <a:xfrm>
              <a:off x="3484600" y="1227300"/>
              <a:ext cx="2925225" cy="2099950"/>
            </a:xfrm>
            <a:custGeom>
              <a:avLst/>
              <a:gdLst/>
              <a:ahLst/>
              <a:cxnLst/>
              <a:rect l="l" t="t" r="r" b="b"/>
              <a:pathLst>
                <a:path w="117009" h="83998" extrusionOk="0">
                  <a:moveTo>
                    <a:pt x="18333" y="1"/>
                  </a:moveTo>
                  <a:cubicBezTo>
                    <a:pt x="8221" y="1"/>
                    <a:pt x="1" y="8221"/>
                    <a:pt x="1" y="18333"/>
                  </a:cubicBezTo>
                  <a:lnTo>
                    <a:pt x="1" y="65632"/>
                  </a:lnTo>
                  <a:cubicBezTo>
                    <a:pt x="1" y="75744"/>
                    <a:pt x="8221" y="83997"/>
                    <a:pt x="18333" y="83997"/>
                  </a:cubicBezTo>
                  <a:lnTo>
                    <a:pt x="98676" y="83997"/>
                  </a:lnTo>
                  <a:cubicBezTo>
                    <a:pt x="108788" y="83997"/>
                    <a:pt x="117008" y="75744"/>
                    <a:pt x="117008" y="65632"/>
                  </a:cubicBezTo>
                  <a:lnTo>
                    <a:pt x="117008" y="18333"/>
                  </a:lnTo>
                  <a:cubicBezTo>
                    <a:pt x="117008" y="8221"/>
                    <a:pt x="108788" y="1"/>
                    <a:pt x="98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112"/>
            <p:cNvSpPr/>
            <p:nvPr/>
          </p:nvSpPr>
          <p:spPr>
            <a:xfrm>
              <a:off x="4941900" y="1227300"/>
              <a:ext cx="1467925" cy="2099950"/>
            </a:xfrm>
            <a:custGeom>
              <a:avLst/>
              <a:gdLst/>
              <a:ahLst/>
              <a:cxnLst/>
              <a:rect l="l" t="t" r="r" b="b"/>
              <a:pathLst>
                <a:path w="58717" h="83998" extrusionOk="0">
                  <a:moveTo>
                    <a:pt x="0" y="1"/>
                  </a:moveTo>
                  <a:lnTo>
                    <a:pt x="0" y="83997"/>
                  </a:lnTo>
                  <a:lnTo>
                    <a:pt x="40384" y="83997"/>
                  </a:lnTo>
                  <a:cubicBezTo>
                    <a:pt x="50496" y="83997"/>
                    <a:pt x="58716" y="75744"/>
                    <a:pt x="58716" y="65632"/>
                  </a:cubicBezTo>
                  <a:lnTo>
                    <a:pt x="58716" y="18333"/>
                  </a:lnTo>
                  <a:cubicBezTo>
                    <a:pt x="58716" y="8221"/>
                    <a:pt x="50496" y="1"/>
                    <a:pt x="403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112"/>
            <p:cNvSpPr/>
            <p:nvPr/>
          </p:nvSpPr>
          <p:spPr>
            <a:xfrm>
              <a:off x="3484600" y="1227300"/>
              <a:ext cx="2925225" cy="958250"/>
            </a:xfrm>
            <a:custGeom>
              <a:avLst/>
              <a:gdLst/>
              <a:ahLst/>
              <a:cxnLst/>
              <a:rect l="l" t="t" r="r" b="b"/>
              <a:pathLst>
                <a:path w="117009" h="38330" extrusionOk="0">
                  <a:moveTo>
                    <a:pt x="18333" y="1"/>
                  </a:moveTo>
                  <a:cubicBezTo>
                    <a:pt x="8188" y="1"/>
                    <a:pt x="1" y="8188"/>
                    <a:pt x="1" y="18333"/>
                  </a:cubicBezTo>
                  <a:lnTo>
                    <a:pt x="1" y="38329"/>
                  </a:lnTo>
                  <a:lnTo>
                    <a:pt x="117008" y="38329"/>
                  </a:lnTo>
                  <a:lnTo>
                    <a:pt x="117008" y="18333"/>
                  </a:lnTo>
                  <a:cubicBezTo>
                    <a:pt x="117008" y="8188"/>
                    <a:pt x="108788" y="1"/>
                    <a:pt x="986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112"/>
            <p:cNvSpPr/>
            <p:nvPr/>
          </p:nvSpPr>
          <p:spPr>
            <a:xfrm>
              <a:off x="4941900" y="1227300"/>
              <a:ext cx="1467925" cy="958250"/>
            </a:xfrm>
            <a:custGeom>
              <a:avLst/>
              <a:gdLst/>
              <a:ahLst/>
              <a:cxnLst/>
              <a:rect l="l" t="t" r="r" b="b"/>
              <a:pathLst>
                <a:path w="58717" h="38330" extrusionOk="0">
                  <a:moveTo>
                    <a:pt x="0" y="1"/>
                  </a:moveTo>
                  <a:lnTo>
                    <a:pt x="0" y="38329"/>
                  </a:lnTo>
                  <a:lnTo>
                    <a:pt x="58716" y="38329"/>
                  </a:lnTo>
                  <a:lnTo>
                    <a:pt x="58716" y="18333"/>
                  </a:lnTo>
                  <a:cubicBezTo>
                    <a:pt x="58716" y="8188"/>
                    <a:pt x="50496" y="1"/>
                    <a:pt x="4038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112"/>
            <p:cNvSpPr/>
            <p:nvPr/>
          </p:nvSpPr>
          <p:spPr>
            <a:xfrm>
              <a:off x="3484600" y="1879700"/>
              <a:ext cx="2925225" cy="305850"/>
            </a:xfrm>
            <a:custGeom>
              <a:avLst/>
              <a:gdLst/>
              <a:ahLst/>
              <a:cxnLst/>
              <a:rect l="l" t="t" r="r" b="b"/>
              <a:pathLst>
                <a:path w="117009" h="12234" extrusionOk="0">
                  <a:moveTo>
                    <a:pt x="1" y="1"/>
                  </a:moveTo>
                  <a:lnTo>
                    <a:pt x="1" y="12233"/>
                  </a:lnTo>
                  <a:lnTo>
                    <a:pt x="117008" y="12233"/>
                  </a:lnTo>
                  <a:lnTo>
                    <a:pt x="11700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112"/>
            <p:cNvSpPr/>
            <p:nvPr/>
          </p:nvSpPr>
          <p:spPr>
            <a:xfrm>
              <a:off x="4941900" y="1879700"/>
              <a:ext cx="1467925" cy="305850"/>
            </a:xfrm>
            <a:custGeom>
              <a:avLst/>
              <a:gdLst/>
              <a:ahLst/>
              <a:cxnLst/>
              <a:rect l="l" t="t" r="r" b="b"/>
              <a:pathLst>
                <a:path w="58717" h="12234" extrusionOk="0">
                  <a:moveTo>
                    <a:pt x="0" y="1"/>
                  </a:moveTo>
                  <a:lnTo>
                    <a:pt x="0" y="12233"/>
                  </a:lnTo>
                  <a:lnTo>
                    <a:pt x="58716" y="12233"/>
                  </a:lnTo>
                  <a:lnTo>
                    <a:pt x="587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112"/>
            <p:cNvSpPr/>
            <p:nvPr/>
          </p:nvSpPr>
          <p:spPr>
            <a:xfrm>
              <a:off x="2658500" y="3836900"/>
              <a:ext cx="1152325" cy="1314600"/>
            </a:xfrm>
            <a:custGeom>
              <a:avLst/>
              <a:gdLst/>
              <a:ahLst/>
              <a:cxnLst/>
              <a:rect l="l" t="t" r="r" b="b"/>
              <a:pathLst>
                <a:path w="46093" h="52584" extrusionOk="0">
                  <a:moveTo>
                    <a:pt x="1" y="0"/>
                  </a:moveTo>
                  <a:lnTo>
                    <a:pt x="1" y="52584"/>
                  </a:lnTo>
                  <a:lnTo>
                    <a:pt x="27728" y="52584"/>
                  </a:lnTo>
                  <a:cubicBezTo>
                    <a:pt x="37840" y="52584"/>
                    <a:pt x="46093" y="44363"/>
                    <a:pt x="46093" y="34251"/>
                  </a:cubicBezTo>
                  <a:lnTo>
                    <a:pt x="4609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112"/>
            <p:cNvSpPr/>
            <p:nvPr/>
          </p:nvSpPr>
          <p:spPr>
            <a:xfrm>
              <a:off x="2261350" y="901100"/>
              <a:ext cx="795150" cy="305850"/>
            </a:xfrm>
            <a:custGeom>
              <a:avLst/>
              <a:gdLst/>
              <a:ahLst/>
              <a:cxnLst/>
              <a:rect l="l" t="t" r="r" b="b"/>
              <a:pathLst>
                <a:path w="31806" h="12234" extrusionOk="0">
                  <a:moveTo>
                    <a:pt x="6101" y="1"/>
                  </a:moveTo>
                  <a:cubicBezTo>
                    <a:pt x="2708" y="1"/>
                    <a:pt x="1" y="2708"/>
                    <a:pt x="1" y="6101"/>
                  </a:cubicBezTo>
                  <a:cubicBezTo>
                    <a:pt x="1" y="9493"/>
                    <a:pt x="2708" y="12233"/>
                    <a:pt x="6101" y="12233"/>
                  </a:cubicBezTo>
                  <a:lnTo>
                    <a:pt x="25673" y="12233"/>
                  </a:lnTo>
                  <a:cubicBezTo>
                    <a:pt x="29065" y="12233"/>
                    <a:pt x="31805" y="9493"/>
                    <a:pt x="31805" y="6101"/>
                  </a:cubicBezTo>
                  <a:cubicBezTo>
                    <a:pt x="31805" y="2708"/>
                    <a:pt x="29065" y="1"/>
                    <a:pt x="256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112"/>
            <p:cNvSpPr/>
            <p:nvPr/>
          </p:nvSpPr>
          <p:spPr>
            <a:xfrm>
              <a:off x="2658500" y="901100"/>
              <a:ext cx="398000" cy="305850"/>
            </a:xfrm>
            <a:custGeom>
              <a:avLst/>
              <a:gdLst/>
              <a:ahLst/>
              <a:cxnLst/>
              <a:rect l="l" t="t" r="r" b="b"/>
              <a:pathLst>
                <a:path w="15920" h="12234" extrusionOk="0">
                  <a:moveTo>
                    <a:pt x="1" y="1"/>
                  </a:moveTo>
                  <a:lnTo>
                    <a:pt x="1" y="12233"/>
                  </a:lnTo>
                  <a:lnTo>
                    <a:pt x="9787" y="12233"/>
                  </a:lnTo>
                  <a:cubicBezTo>
                    <a:pt x="13179" y="12233"/>
                    <a:pt x="15919" y="9493"/>
                    <a:pt x="15919" y="6101"/>
                  </a:cubicBezTo>
                  <a:cubicBezTo>
                    <a:pt x="15919" y="2708"/>
                    <a:pt x="13179" y="1"/>
                    <a:pt x="97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112"/>
            <p:cNvSpPr/>
            <p:nvPr/>
          </p:nvSpPr>
          <p:spPr>
            <a:xfrm>
              <a:off x="2506000" y="4489300"/>
              <a:ext cx="305850" cy="305825"/>
            </a:xfrm>
            <a:custGeom>
              <a:avLst/>
              <a:gdLst/>
              <a:ahLst/>
              <a:cxnLst/>
              <a:rect l="l" t="t" r="r" b="b"/>
              <a:pathLst>
                <a:path w="12234" h="12233" extrusionOk="0">
                  <a:moveTo>
                    <a:pt x="6101" y="0"/>
                  </a:moveTo>
                  <a:cubicBezTo>
                    <a:pt x="2708" y="0"/>
                    <a:pt x="1" y="2708"/>
                    <a:pt x="1" y="6100"/>
                  </a:cubicBezTo>
                  <a:cubicBezTo>
                    <a:pt x="1" y="9493"/>
                    <a:pt x="2708" y="12233"/>
                    <a:pt x="6101" y="12233"/>
                  </a:cubicBezTo>
                  <a:cubicBezTo>
                    <a:pt x="9493" y="12233"/>
                    <a:pt x="12233" y="9493"/>
                    <a:pt x="12233" y="6100"/>
                  </a:cubicBezTo>
                  <a:cubicBezTo>
                    <a:pt x="12233" y="2708"/>
                    <a:pt x="9493" y="0"/>
                    <a:pt x="6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112"/>
            <p:cNvSpPr/>
            <p:nvPr/>
          </p:nvSpPr>
          <p:spPr>
            <a:xfrm>
              <a:off x="2658500" y="4489300"/>
              <a:ext cx="153350" cy="305825"/>
            </a:xfrm>
            <a:custGeom>
              <a:avLst/>
              <a:gdLst/>
              <a:ahLst/>
              <a:cxnLst/>
              <a:rect l="l" t="t" r="r" b="b"/>
              <a:pathLst>
                <a:path w="6134" h="12233" extrusionOk="0">
                  <a:moveTo>
                    <a:pt x="1" y="0"/>
                  </a:moveTo>
                  <a:lnTo>
                    <a:pt x="1" y="12233"/>
                  </a:lnTo>
                  <a:cubicBezTo>
                    <a:pt x="3393" y="12233"/>
                    <a:pt x="6133" y="9493"/>
                    <a:pt x="6133" y="6100"/>
                  </a:cubicBezTo>
                  <a:cubicBezTo>
                    <a:pt x="6133" y="2708"/>
                    <a:pt x="339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1" name="Google Shape;4881;p112"/>
          <p:cNvGrpSpPr/>
          <p:nvPr/>
        </p:nvGrpSpPr>
        <p:grpSpPr>
          <a:xfrm>
            <a:off x="5347909" y="3449463"/>
            <a:ext cx="457202" cy="457202"/>
            <a:chOff x="1190625" y="238125"/>
            <a:chExt cx="5219200" cy="5219200"/>
          </a:xfrm>
        </p:grpSpPr>
        <p:sp>
          <p:nvSpPr>
            <p:cNvPr id="4882" name="Google Shape;4882;p112"/>
            <p:cNvSpPr/>
            <p:nvPr/>
          </p:nvSpPr>
          <p:spPr>
            <a:xfrm>
              <a:off x="1353700" y="1471950"/>
              <a:ext cx="2426150" cy="2426125"/>
            </a:xfrm>
            <a:custGeom>
              <a:avLst/>
              <a:gdLst/>
              <a:ahLst/>
              <a:cxnLst/>
              <a:rect l="l" t="t" r="r" b="b"/>
              <a:pathLst>
                <a:path w="97046" h="97045" extrusionOk="0">
                  <a:moveTo>
                    <a:pt x="48539" y="1"/>
                  </a:moveTo>
                  <a:cubicBezTo>
                    <a:pt x="21726" y="1"/>
                    <a:pt x="1" y="21693"/>
                    <a:pt x="1" y="48507"/>
                  </a:cubicBezTo>
                  <a:cubicBezTo>
                    <a:pt x="1" y="75320"/>
                    <a:pt x="21726" y="97045"/>
                    <a:pt x="48539" y="97045"/>
                  </a:cubicBezTo>
                  <a:cubicBezTo>
                    <a:pt x="75320" y="97045"/>
                    <a:pt x="97045" y="75320"/>
                    <a:pt x="97045" y="48507"/>
                  </a:cubicBezTo>
                  <a:cubicBezTo>
                    <a:pt x="97045" y="21693"/>
                    <a:pt x="75320" y="1"/>
                    <a:pt x="485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112"/>
            <p:cNvSpPr/>
            <p:nvPr/>
          </p:nvSpPr>
          <p:spPr>
            <a:xfrm>
              <a:off x="2567175" y="1471950"/>
              <a:ext cx="1212675" cy="2426125"/>
            </a:xfrm>
            <a:custGeom>
              <a:avLst/>
              <a:gdLst/>
              <a:ahLst/>
              <a:cxnLst/>
              <a:rect l="l" t="t" r="r" b="b"/>
              <a:pathLst>
                <a:path w="48507" h="97045" extrusionOk="0">
                  <a:moveTo>
                    <a:pt x="0" y="1"/>
                  </a:moveTo>
                  <a:lnTo>
                    <a:pt x="0" y="97045"/>
                  </a:lnTo>
                  <a:cubicBezTo>
                    <a:pt x="26749" y="97045"/>
                    <a:pt x="48506" y="75255"/>
                    <a:pt x="48506" y="48507"/>
                  </a:cubicBezTo>
                  <a:cubicBezTo>
                    <a:pt x="48506" y="21758"/>
                    <a:pt x="26749" y="1"/>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112"/>
            <p:cNvSpPr/>
            <p:nvPr/>
          </p:nvSpPr>
          <p:spPr>
            <a:xfrm>
              <a:off x="2131700" y="948750"/>
              <a:ext cx="1076475" cy="1155250"/>
            </a:xfrm>
            <a:custGeom>
              <a:avLst/>
              <a:gdLst/>
              <a:ahLst/>
              <a:cxnLst/>
              <a:rect l="l" t="t" r="r" b="b"/>
              <a:pathLst>
                <a:path w="43059" h="46210" extrusionOk="0">
                  <a:moveTo>
                    <a:pt x="36391" y="1"/>
                  </a:moveTo>
                  <a:cubicBezTo>
                    <a:pt x="35998" y="1"/>
                    <a:pt x="35598" y="39"/>
                    <a:pt x="35197" y="117"/>
                  </a:cubicBezTo>
                  <a:cubicBezTo>
                    <a:pt x="26781" y="1814"/>
                    <a:pt x="18463" y="8827"/>
                    <a:pt x="10471" y="20961"/>
                  </a:cubicBezTo>
                  <a:cubicBezTo>
                    <a:pt x="4893" y="29410"/>
                    <a:pt x="1468" y="37337"/>
                    <a:pt x="1338" y="37663"/>
                  </a:cubicBezTo>
                  <a:cubicBezTo>
                    <a:pt x="0" y="40762"/>
                    <a:pt x="1436" y="44383"/>
                    <a:pt x="4567" y="45687"/>
                  </a:cubicBezTo>
                  <a:cubicBezTo>
                    <a:pt x="5350" y="46046"/>
                    <a:pt x="6165" y="46209"/>
                    <a:pt x="6948" y="46209"/>
                  </a:cubicBezTo>
                  <a:cubicBezTo>
                    <a:pt x="9330" y="46209"/>
                    <a:pt x="11580" y="44807"/>
                    <a:pt x="12592" y="42491"/>
                  </a:cubicBezTo>
                  <a:cubicBezTo>
                    <a:pt x="15658" y="35282"/>
                    <a:pt x="26879" y="14274"/>
                    <a:pt x="37611" y="12121"/>
                  </a:cubicBezTo>
                  <a:cubicBezTo>
                    <a:pt x="40938" y="11469"/>
                    <a:pt x="43059" y="8240"/>
                    <a:pt x="42406" y="4945"/>
                  </a:cubicBezTo>
                  <a:cubicBezTo>
                    <a:pt x="41832" y="2019"/>
                    <a:pt x="39265" y="1"/>
                    <a:pt x="36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112"/>
            <p:cNvSpPr/>
            <p:nvPr/>
          </p:nvSpPr>
          <p:spPr>
            <a:xfrm>
              <a:off x="1467875" y="684850"/>
              <a:ext cx="1187400" cy="1419150"/>
            </a:xfrm>
            <a:custGeom>
              <a:avLst/>
              <a:gdLst/>
              <a:ahLst/>
              <a:cxnLst/>
              <a:rect l="l" t="t" r="r" b="b"/>
              <a:pathLst>
                <a:path w="47496" h="56766" extrusionOk="0">
                  <a:moveTo>
                    <a:pt x="14012" y="0"/>
                  </a:moveTo>
                  <a:cubicBezTo>
                    <a:pt x="11706" y="0"/>
                    <a:pt x="9533" y="1303"/>
                    <a:pt x="8482" y="3432"/>
                  </a:cubicBezTo>
                  <a:cubicBezTo>
                    <a:pt x="8156" y="4149"/>
                    <a:pt x="1" y="21210"/>
                    <a:pt x="6459" y="35758"/>
                  </a:cubicBezTo>
                  <a:cubicBezTo>
                    <a:pt x="12886" y="50209"/>
                    <a:pt x="30859" y="56211"/>
                    <a:pt x="31609" y="56439"/>
                  </a:cubicBezTo>
                  <a:cubicBezTo>
                    <a:pt x="32262" y="56667"/>
                    <a:pt x="32882" y="56765"/>
                    <a:pt x="33501" y="56765"/>
                  </a:cubicBezTo>
                  <a:cubicBezTo>
                    <a:pt x="35817" y="56765"/>
                    <a:pt x="38036" y="55428"/>
                    <a:pt x="39047" y="53242"/>
                  </a:cubicBezTo>
                  <a:cubicBezTo>
                    <a:pt x="39406" y="52492"/>
                    <a:pt x="47495" y="34877"/>
                    <a:pt x="41037" y="20394"/>
                  </a:cubicBezTo>
                  <a:cubicBezTo>
                    <a:pt x="34578" y="5813"/>
                    <a:pt x="16441" y="463"/>
                    <a:pt x="15691" y="235"/>
                  </a:cubicBezTo>
                  <a:cubicBezTo>
                    <a:pt x="15133" y="76"/>
                    <a:pt x="14568" y="0"/>
                    <a:pt x="140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112"/>
            <p:cNvSpPr/>
            <p:nvPr/>
          </p:nvSpPr>
          <p:spPr>
            <a:xfrm>
              <a:off x="4218550" y="238125"/>
              <a:ext cx="1610625" cy="3904600"/>
            </a:xfrm>
            <a:custGeom>
              <a:avLst/>
              <a:gdLst/>
              <a:ahLst/>
              <a:cxnLst/>
              <a:rect l="l" t="t" r="r" b="b"/>
              <a:pathLst>
                <a:path w="64425" h="156184" extrusionOk="0">
                  <a:moveTo>
                    <a:pt x="19148" y="0"/>
                  </a:moveTo>
                  <a:cubicBezTo>
                    <a:pt x="15789" y="0"/>
                    <a:pt x="13049" y="2740"/>
                    <a:pt x="13049" y="6133"/>
                  </a:cubicBezTo>
                  <a:lnTo>
                    <a:pt x="13049" y="48343"/>
                  </a:lnTo>
                  <a:cubicBezTo>
                    <a:pt x="4894" y="54018"/>
                    <a:pt x="1" y="63315"/>
                    <a:pt x="1" y="73395"/>
                  </a:cubicBezTo>
                  <a:lnTo>
                    <a:pt x="1" y="150051"/>
                  </a:lnTo>
                  <a:cubicBezTo>
                    <a:pt x="1" y="153444"/>
                    <a:pt x="2741" y="156184"/>
                    <a:pt x="6100" y="156184"/>
                  </a:cubicBezTo>
                  <a:lnTo>
                    <a:pt x="58292" y="156184"/>
                  </a:lnTo>
                  <a:cubicBezTo>
                    <a:pt x="61685" y="156184"/>
                    <a:pt x="64425" y="153444"/>
                    <a:pt x="64425" y="150051"/>
                  </a:cubicBezTo>
                  <a:lnTo>
                    <a:pt x="64425" y="73395"/>
                  </a:lnTo>
                  <a:cubicBezTo>
                    <a:pt x="64425" y="63380"/>
                    <a:pt x="59597" y="54410"/>
                    <a:pt x="51344" y="48734"/>
                  </a:cubicBezTo>
                  <a:lnTo>
                    <a:pt x="51377" y="6133"/>
                  </a:lnTo>
                  <a:cubicBezTo>
                    <a:pt x="51377" y="4502"/>
                    <a:pt x="50724" y="2936"/>
                    <a:pt x="49583" y="1794"/>
                  </a:cubicBezTo>
                  <a:cubicBezTo>
                    <a:pt x="48441" y="652"/>
                    <a:pt x="46875" y="0"/>
                    <a:pt x="4524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112"/>
            <p:cNvSpPr/>
            <p:nvPr/>
          </p:nvSpPr>
          <p:spPr>
            <a:xfrm>
              <a:off x="5023450" y="238125"/>
              <a:ext cx="805725" cy="3904600"/>
            </a:xfrm>
            <a:custGeom>
              <a:avLst/>
              <a:gdLst/>
              <a:ahLst/>
              <a:cxnLst/>
              <a:rect l="l" t="t" r="r" b="b"/>
              <a:pathLst>
                <a:path w="32229" h="156184" extrusionOk="0">
                  <a:moveTo>
                    <a:pt x="0" y="0"/>
                  </a:moveTo>
                  <a:lnTo>
                    <a:pt x="0" y="156184"/>
                  </a:lnTo>
                  <a:lnTo>
                    <a:pt x="26096" y="156184"/>
                  </a:lnTo>
                  <a:cubicBezTo>
                    <a:pt x="29489" y="156184"/>
                    <a:pt x="32229" y="153444"/>
                    <a:pt x="32229" y="150051"/>
                  </a:cubicBezTo>
                  <a:lnTo>
                    <a:pt x="32229" y="73395"/>
                  </a:lnTo>
                  <a:cubicBezTo>
                    <a:pt x="32229" y="63380"/>
                    <a:pt x="27401" y="54410"/>
                    <a:pt x="19148" y="48734"/>
                  </a:cubicBezTo>
                  <a:lnTo>
                    <a:pt x="19181" y="6133"/>
                  </a:lnTo>
                  <a:cubicBezTo>
                    <a:pt x="19181" y="4502"/>
                    <a:pt x="18528" y="2936"/>
                    <a:pt x="17387" y="1794"/>
                  </a:cubicBezTo>
                  <a:cubicBezTo>
                    <a:pt x="16245" y="652"/>
                    <a:pt x="14679" y="0"/>
                    <a:pt x="130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112"/>
            <p:cNvSpPr/>
            <p:nvPr/>
          </p:nvSpPr>
          <p:spPr>
            <a:xfrm>
              <a:off x="4544750" y="238125"/>
              <a:ext cx="958225" cy="968825"/>
            </a:xfrm>
            <a:custGeom>
              <a:avLst/>
              <a:gdLst/>
              <a:ahLst/>
              <a:cxnLst/>
              <a:rect l="l" t="t" r="r" b="b"/>
              <a:pathLst>
                <a:path w="38329" h="38753" extrusionOk="0">
                  <a:moveTo>
                    <a:pt x="6100" y="0"/>
                  </a:moveTo>
                  <a:cubicBezTo>
                    <a:pt x="2708" y="0"/>
                    <a:pt x="1" y="2740"/>
                    <a:pt x="1" y="6133"/>
                  </a:cubicBezTo>
                  <a:lnTo>
                    <a:pt x="1" y="32620"/>
                  </a:lnTo>
                  <a:cubicBezTo>
                    <a:pt x="1" y="36012"/>
                    <a:pt x="2708" y="38752"/>
                    <a:pt x="6100" y="38752"/>
                  </a:cubicBezTo>
                  <a:lnTo>
                    <a:pt x="32196" y="38752"/>
                  </a:lnTo>
                  <a:cubicBezTo>
                    <a:pt x="35556" y="38752"/>
                    <a:pt x="38296" y="36012"/>
                    <a:pt x="38296" y="32620"/>
                  </a:cubicBezTo>
                  <a:lnTo>
                    <a:pt x="38329" y="6133"/>
                  </a:lnTo>
                  <a:cubicBezTo>
                    <a:pt x="38329" y="4502"/>
                    <a:pt x="37676" y="2936"/>
                    <a:pt x="36535" y="1794"/>
                  </a:cubicBezTo>
                  <a:cubicBezTo>
                    <a:pt x="35360" y="652"/>
                    <a:pt x="33827" y="0"/>
                    <a:pt x="32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112"/>
            <p:cNvSpPr/>
            <p:nvPr/>
          </p:nvSpPr>
          <p:spPr>
            <a:xfrm>
              <a:off x="5023450" y="238125"/>
              <a:ext cx="479525" cy="968825"/>
            </a:xfrm>
            <a:custGeom>
              <a:avLst/>
              <a:gdLst/>
              <a:ahLst/>
              <a:cxnLst/>
              <a:rect l="l" t="t" r="r" b="b"/>
              <a:pathLst>
                <a:path w="19181" h="38753" extrusionOk="0">
                  <a:moveTo>
                    <a:pt x="0" y="0"/>
                  </a:moveTo>
                  <a:lnTo>
                    <a:pt x="0" y="38752"/>
                  </a:lnTo>
                  <a:lnTo>
                    <a:pt x="13048" y="38752"/>
                  </a:lnTo>
                  <a:cubicBezTo>
                    <a:pt x="16408" y="38752"/>
                    <a:pt x="19148" y="36012"/>
                    <a:pt x="19148" y="32620"/>
                  </a:cubicBezTo>
                  <a:lnTo>
                    <a:pt x="19181" y="6133"/>
                  </a:lnTo>
                  <a:cubicBezTo>
                    <a:pt x="19181" y="4502"/>
                    <a:pt x="18528" y="2936"/>
                    <a:pt x="17387" y="1794"/>
                  </a:cubicBezTo>
                  <a:cubicBezTo>
                    <a:pt x="16212" y="652"/>
                    <a:pt x="14679" y="0"/>
                    <a:pt x="130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112"/>
            <p:cNvSpPr/>
            <p:nvPr/>
          </p:nvSpPr>
          <p:spPr>
            <a:xfrm>
              <a:off x="4544750" y="901100"/>
              <a:ext cx="957425" cy="305850"/>
            </a:xfrm>
            <a:custGeom>
              <a:avLst/>
              <a:gdLst/>
              <a:ahLst/>
              <a:cxnLst/>
              <a:rect l="l" t="t" r="r" b="b"/>
              <a:pathLst>
                <a:path w="38297" h="12234" extrusionOk="0">
                  <a:moveTo>
                    <a:pt x="1" y="1"/>
                  </a:moveTo>
                  <a:lnTo>
                    <a:pt x="1" y="12233"/>
                  </a:lnTo>
                  <a:lnTo>
                    <a:pt x="38296" y="12233"/>
                  </a:lnTo>
                  <a:lnTo>
                    <a:pt x="3829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112"/>
            <p:cNvSpPr/>
            <p:nvPr/>
          </p:nvSpPr>
          <p:spPr>
            <a:xfrm>
              <a:off x="5023450" y="901100"/>
              <a:ext cx="478725" cy="305850"/>
            </a:xfrm>
            <a:custGeom>
              <a:avLst/>
              <a:gdLst/>
              <a:ahLst/>
              <a:cxnLst/>
              <a:rect l="l" t="t" r="r" b="b"/>
              <a:pathLst>
                <a:path w="19149" h="12234" extrusionOk="0">
                  <a:moveTo>
                    <a:pt x="0" y="1"/>
                  </a:moveTo>
                  <a:lnTo>
                    <a:pt x="0" y="12233"/>
                  </a:lnTo>
                  <a:lnTo>
                    <a:pt x="19148" y="12233"/>
                  </a:lnTo>
                  <a:lnTo>
                    <a:pt x="191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112"/>
            <p:cNvSpPr/>
            <p:nvPr/>
          </p:nvSpPr>
          <p:spPr>
            <a:xfrm>
              <a:off x="1190625" y="2776350"/>
              <a:ext cx="5219200" cy="2680975"/>
            </a:xfrm>
            <a:custGeom>
              <a:avLst/>
              <a:gdLst/>
              <a:ahLst/>
              <a:cxnLst/>
              <a:rect l="l" t="t" r="r" b="b"/>
              <a:pathLst>
                <a:path w="208768" h="107239" extrusionOk="0">
                  <a:moveTo>
                    <a:pt x="65240" y="0"/>
                  </a:moveTo>
                  <a:cubicBezTo>
                    <a:pt x="64302" y="0"/>
                    <a:pt x="63364" y="212"/>
                    <a:pt x="62500" y="636"/>
                  </a:cubicBezTo>
                  <a:lnTo>
                    <a:pt x="44722" y="9542"/>
                  </a:lnTo>
                  <a:lnTo>
                    <a:pt x="27107" y="6606"/>
                  </a:lnTo>
                  <a:cubicBezTo>
                    <a:pt x="26766" y="6549"/>
                    <a:pt x="26421" y="6520"/>
                    <a:pt x="26078" y="6520"/>
                  </a:cubicBezTo>
                  <a:cubicBezTo>
                    <a:pt x="25436" y="6520"/>
                    <a:pt x="24799" y="6622"/>
                    <a:pt x="24204" y="6834"/>
                  </a:cubicBezTo>
                  <a:lnTo>
                    <a:pt x="4208" y="13358"/>
                  </a:lnTo>
                  <a:cubicBezTo>
                    <a:pt x="1696" y="14174"/>
                    <a:pt x="0" y="16522"/>
                    <a:pt x="0" y="19164"/>
                  </a:cubicBezTo>
                  <a:lnTo>
                    <a:pt x="0" y="101138"/>
                  </a:lnTo>
                  <a:cubicBezTo>
                    <a:pt x="0" y="104498"/>
                    <a:pt x="2740" y="107238"/>
                    <a:pt x="6100" y="107238"/>
                  </a:cubicBezTo>
                  <a:lnTo>
                    <a:pt x="202667" y="107238"/>
                  </a:lnTo>
                  <a:cubicBezTo>
                    <a:pt x="206027" y="107238"/>
                    <a:pt x="208767" y="104498"/>
                    <a:pt x="208767" y="101138"/>
                  </a:cubicBezTo>
                  <a:lnTo>
                    <a:pt x="208767" y="19164"/>
                  </a:lnTo>
                  <a:cubicBezTo>
                    <a:pt x="208767" y="16522"/>
                    <a:pt x="207071" y="14174"/>
                    <a:pt x="204559" y="13358"/>
                  </a:cubicBezTo>
                  <a:lnTo>
                    <a:pt x="184563" y="6834"/>
                  </a:lnTo>
                  <a:cubicBezTo>
                    <a:pt x="183947" y="6622"/>
                    <a:pt x="183317" y="6520"/>
                    <a:pt x="182682" y="6520"/>
                  </a:cubicBezTo>
                  <a:cubicBezTo>
                    <a:pt x="182342" y="6520"/>
                    <a:pt x="182001" y="6549"/>
                    <a:pt x="181660" y="6606"/>
                  </a:cubicBezTo>
                  <a:lnTo>
                    <a:pt x="164045" y="9542"/>
                  </a:lnTo>
                  <a:lnTo>
                    <a:pt x="146267" y="636"/>
                  </a:lnTo>
                  <a:cubicBezTo>
                    <a:pt x="145403" y="212"/>
                    <a:pt x="144465" y="0"/>
                    <a:pt x="143527" y="0"/>
                  </a:cubicBezTo>
                  <a:cubicBezTo>
                    <a:pt x="142590" y="0"/>
                    <a:pt x="141652" y="212"/>
                    <a:pt x="140787" y="636"/>
                  </a:cubicBezTo>
                  <a:lnTo>
                    <a:pt x="123955" y="9052"/>
                  </a:lnTo>
                  <a:lnTo>
                    <a:pt x="107124" y="636"/>
                  </a:lnTo>
                  <a:cubicBezTo>
                    <a:pt x="106259" y="212"/>
                    <a:pt x="105321" y="0"/>
                    <a:pt x="104384" y="0"/>
                  </a:cubicBezTo>
                  <a:cubicBezTo>
                    <a:pt x="103446" y="0"/>
                    <a:pt x="102508" y="212"/>
                    <a:pt x="101644" y="636"/>
                  </a:cubicBezTo>
                  <a:lnTo>
                    <a:pt x="84812" y="9052"/>
                  </a:lnTo>
                  <a:lnTo>
                    <a:pt x="67980" y="636"/>
                  </a:lnTo>
                  <a:cubicBezTo>
                    <a:pt x="67115" y="212"/>
                    <a:pt x="66178" y="0"/>
                    <a:pt x="652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112"/>
            <p:cNvSpPr/>
            <p:nvPr/>
          </p:nvSpPr>
          <p:spPr>
            <a:xfrm>
              <a:off x="3800200" y="2775950"/>
              <a:ext cx="2609625" cy="2681375"/>
            </a:xfrm>
            <a:custGeom>
              <a:avLst/>
              <a:gdLst/>
              <a:ahLst/>
              <a:cxnLst/>
              <a:rect l="l" t="t" r="r" b="b"/>
              <a:pathLst>
                <a:path w="104385" h="107255" extrusionOk="0">
                  <a:moveTo>
                    <a:pt x="1" y="0"/>
                  </a:moveTo>
                  <a:lnTo>
                    <a:pt x="1" y="107254"/>
                  </a:lnTo>
                  <a:lnTo>
                    <a:pt x="98284" y="107254"/>
                  </a:lnTo>
                  <a:cubicBezTo>
                    <a:pt x="101644" y="107254"/>
                    <a:pt x="104384" y="104514"/>
                    <a:pt x="104384" y="101154"/>
                  </a:cubicBezTo>
                  <a:lnTo>
                    <a:pt x="104384" y="19180"/>
                  </a:lnTo>
                  <a:cubicBezTo>
                    <a:pt x="104384" y="16538"/>
                    <a:pt x="102688" y="14190"/>
                    <a:pt x="100176" y="13374"/>
                  </a:cubicBezTo>
                  <a:lnTo>
                    <a:pt x="80180" y="6850"/>
                  </a:lnTo>
                  <a:cubicBezTo>
                    <a:pt x="79564" y="6638"/>
                    <a:pt x="78934" y="6536"/>
                    <a:pt x="78299" y="6536"/>
                  </a:cubicBezTo>
                  <a:cubicBezTo>
                    <a:pt x="77959" y="6536"/>
                    <a:pt x="77618" y="6565"/>
                    <a:pt x="77277" y="6622"/>
                  </a:cubicBezTo>
                  <a:lnTo>
                    <a:pt x="59662" y="9558"/>
                  </a:lnTo>
                  <a:lnTo>
                    <a:pt x="41884" y="652"/>
                  </a:lnTo>
                  <a:cubicBezTo>
                    <a:pt x="41020" y="228"/>
                    <a:pt x="40082" y="16"/>
                    <a:pt x="39144" y="16"/>
                  </a:cubicBezTo>
                  <a:cubicBezTo>
                    <a:pt x="38207" y="16"/>
                    <a:pt x="37269" y="228"/>
                    <a:pt x="36404" y="652"/>
                  </a:cubicBezTo>
                  <a:lnTo>
                    <a:pt x="19572" y="9068"/>
                  </a:lnTo>
                  <a:lnTo>
                    <a:pt x="2741" y="652"/>
                  </a:lnTo>
                  <a:cubicBezTo>
                    <a:pt x="1860" y="228"/>
                    <a:pt x="947"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4" name="Google Shape;4894;p112"/>
          <p:cNvGrpSpPr/>
          <p:nvPr/>
        </p:nvGrpSpPr>
        <p:grpSpPr>
          <a:xfrm>
            <a:off x="2466058" y="3449506"/>
            <a:ext cx="495302" cy="457125"/>
            <a:chOff x="1190625" y="426500"/>
            <a:chExt cx="5219200" cy="4842425"/>
          </a:xfrm>
        </p:grpSpPr>
        <p:sp>
          <p:nvSpPr>
            <p:cNvPr id="4895" name="Google Shape;4895;p112"/>
            <p:cNvSpPr/>
            <p:nvPr/>
          </p:nvSpPr>
          <p:spPr>
            <a:xfrm>
              <a:off x="1684000" y="1608950"/>
              <a:ext cx="4232450" cy="2018400"/>
            </a:xfrm>
            <a:custGeom>
              <a:avLst/>
              <a:gdLst/>
              <a:ahLst/>
              <a:cxnLst/>
              <a:rect l="l" t="t" r="r" b="b"/>
              <a:pathLst>
                <a:path w="169298" h="80736" extrusionOk="0">
                  <a:moveTo>
                    <a:pt x="84649" y="1"/>
                  </a:moveTo>
                  <a:cubicBezTo>
                    <a:pt x="43906" y="1"/>
                    <a:pt x="8807" y="29065"/>
                    <a:pt x="1207" y="69057"/>
                  </a:cubicBezTo>
                  <a:lnTo>
                    <a:pt x="359" y="73494"/>
                  </a:lnTo>
                  <a:cubicBezTo>
                    <a:pt x="0" y="75288"/>
                    <a:pt x="489" y="77114"/>
                    <a:pt x="1664" y="78517"/>
                  </a:cubicBezTo>
                  <a:cubicBezTo>
                    <a:pt x="2805" y="79920"/>
                    <a:pt x="4534" y="80735"/>
                    <a:pt x="6361" y="80735"/>
                  </a:cubicBezTo>
                  <a:lnTo>
                    <a:pt x="162936" y="80735"/>
                  </a:lnTo>
                  <a:cubicBezTo>
                    <a:pt x="164763" y="80735"/>
                    <a:pt x="166492" y="79920"/>
                    <a:pt x="167634" y="78517"/>
                  </a:cubicBezTo>
                  <a:cubicBezTo>
                    <a:pt x="168808" y="77114"/>
                    <a:pt x="169297" y="75288"/>
                    <a:pt x="168938" y="73494"/>
                  </a:cubicBezTo>
                  <a:lnTo>
                    <a:pt x="168090" y="69057"/>
                  </a:lnTo>
                  <a:cubicBezTo>
                    <a:pt x="160490" y="29065"/>
                    <a:pt x="125391" y="1"/>
                    <a:pt x="846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112"/>
            <p:cNvSpPr/>
            <p:nvPr/>
          </p:nvSpPr>
          <p:spPr>
            <a:xfrm>
              <a:off x="3800200" y="1608950"/>
              <a:ext cx="2116250" cy="2018400"/>
            </a:xfrm>
            <a:custGeom>
              <a:avLst/>
              <a:gdLst/>
              <a:ahLst/>
              <a:cxnLst/>
              <a:rect l="l" t="t" r="r" b="b"/>
              <a:pathLst>
                <a:path w="84650" h="80736" extrusionOk="0">
                  <a:moveTo>
                    <a:pt x="1" y="1"/>
                  </a:moveTo>
                  <a:lnTo>
                    <a:pt x="1" y="80735"/>
                  </a:lnTo>
                  <a:lnTo>
                    <a:pt x="78288" y="80735"/>
                  </a:lnTo>
                  <a:cubicBezTo>
                    <a:pt x="80115" y="80735"/>
                    <a:pt x="81844" y="79920"/>
                    <a:pt x="82986" y="78517"/>
                  </a:cubicBezTo>
                  <a:cubicBezTo>
                    <a:pt x="84160" y="77114"/>
                    <a:pt x="84649" y="75288"/>
                    <a:pt x="84290" y="73494"/>
                  </a:cubicBezTo>
                  <a:lnTo>
                    <a:pt x="83442" y="69057"/>
                  </a:lnTo>
                  <a:cubicBezTo>
                    <a:pt x="75842" y="29065"/>
                    <a:pt x="40743"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112"/>
            <p:cNvSpPr/>
            <p:nvPr/>
          </p:nvSpPr>
          <p:spPr>
            <a:xfrm>
              <a:off x="1690500" y="3973900"/>
              <a:ext cx="4220225" cy="1295025"/>
            </a:xfrm>
            <a:custGeom>
              <a:avLst/>
              <a:gdLst/>
              <a:ahLst/>
              <a:cxnLst/>
              <a:rect l="l" t="t" r="r" b="b"/>
              <a:pathLst>
                <a:path w="168809" h="51801" extrusionOk="0">
                  <a:moveTo>
                    <a:pt x="6101" y="1"/>
                  </a:moveTo>
                  <a:cubicBezTo>
                    <a:pt x="2708" y="1"/>
                    <a:pt x="1" y="2741"/>
                    <a:pt x="1" y="6133"/>
                  </a:cubicBezTo>
                  <a:lnTo>
                    <a:pt x="1" y="45668"/>
                  </a:lnTo>
                  <a:cubicBezTo>
                    <a:pt x="1" y="49061"/>
                    <a:pt x="2708" y="51801"/>
                    <a:pt x="6101" y="51801"/>
                  </a:cubicBezTo>
                  <a:lnTo>
                    <a:pt x="162676" y="51801"/>
                  </a:lnTo>
                  <a:cubicBezTo>
                    <a:pt x="166069" y="51801"/>
                    <a:pt x="168809" y="49061"/>
                    <a:pt x="168809" y="45668"/>
                  </a:cubicBezTo>
                  <a:lnTo>
                    <a:pt x="168809" y="6133"/>
                  </a:lnTo>
                  <a:cubicBezTo>
                    <a:pt x="168809" y="2741"/>
                    <a:pt x="166069" y="1"/>
                    <a:pt x="162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112"/>
            <p:cNvSpPr/>
            <p:nvPr/>
          </p:nvSpPr>
          <p:spPr>
            <a:xfrm>
              <a:off x="3800200" y="3973900"/>
              <a:ext cx="2110525" cy="1295025"/>
            </a:xfrm>
            <a:custGeom>
              <a:avLst/>
              <a:gdLst/>
              <a:ahLst/>
              <a:cxnLst/>
              <a:rect l="l" t="t" r="r" b="b"/>
              <a:pathLst>
                <a:path w="84421" h="51801" extrusionOk="0">
                  <a:moveTo>
                    <a:pt x="1" y="1"/>
                  </a:moveTo>
                  <a:lnTo>
                    <a:pt x="1" y="51801"/>
                  </a:lnTo>
                  <a:lnTo>
                    <a:pt x="78288" y="51801"/>
                  </a:lnTo>
                  <a:cubicBezTo>
                    <a:pt x="81681" y="51801"/>
                    <a:pt x="84421" y="49061"/>
                    <a:pt x="84421" y="45668"/>
                  </a:cubicBezTo>
                  <a:lnTo>
                    <a:pt x="84421" y="6133"/>
                  </a:lnTo>
                  <a:cubicBezTo>
                    <a:pt x="84421" y="2741"/>
                    <a:pt x="81681" y="1"/>
                    <a:pt x="782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112"/>
            <p:cNvSpPr/>
            <p:nvPr/>
          </p:nvSpPr>
          <p:spPr>
            <a:xfrm>
              <a:off x="1190625" y="3321500"/>
              <a:ext cx="5219200" cy="958250"/>
            </a:xfrm>
            <a:custGeom>
              <a:avLst/>
              <a:gdLst/>
              <a:ahLst/>
              <a:cxnLst/>
              <a:rect l="l" t="t" r="r" b="b"/>
              <a:pathLst>
                <a:path w="208768" h="38330" extrusionOk="0">
                  <a:moveTo>
                    <a:pt x="19180" y="1"/>
                  </a:moveTo>
                  <a:cubicBezTo>
                    <a:pt x="8612" y="1"/>
                    <a:pt x="0" y="8612"/>
                    <a:pt x="0" y="19181"/>
                  </a:cubicBezTo>
                  <a:cubicBezTo>
                    <a:pt x="0" y="29750"/>
                    <a:pt x="8612" y="38329"/>
                    <a:pt x="19180" y="38329"/>
                  </a:cubicBezTo>
                  <a:lnTo>
                    <a:pt x="189619" y="38329"/>
                  </a:lnTo>
                  <a:cubicBezTo>
                    <a:pt x="200188" y="38329"/>
                    <a:pt x="208767" y="29750"/>
                    <a:pt x="208767" y="19181"/>
                  </a:cubicBezTo>
                  <a:cubicBezTo>
                    <a:pt x="208767" y="8612"/>
                    <a:pt x="200188" y="1"/>
                    <a:pt x="189619" y="1"/>
                  </a:cubicBezTo>
                  <a:lnTo>
                    <a:pt x="174060" y="1"/>
                  </a:lnTo>
                  <a:cubicBezTo>
                    <a:pt x="174060" y="1"/>
                    <a:pt x="124216" y="13505"/>
                    <a:pt x="104384" y="13538"/>
                  </a:cubicBezTo>
                  <a:lnTo>
                    <a:pt x="104318" y="13538"/>
                  </a:lnTo>
                  <a:cubicBezTo>
                    <a:pt x="84551" y="13538"/>
                    <a:pt x="34577" y="1"/>
                    <a:pt x="345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112"/>
            <p:cNvSpPr/>
            <p:nvPr/>
          </p:nvSpPr>
          <p:spPr>
            <a:xfrm>
              <a:off x="3800200" y="3321500"/>
              <a:ext cx="2609625" cy="958250"/>
            </a:xfrm>
            <a:custGeom>
              <a:avLst/>
              <a:gdLst/>
              <a:ahLst/>
              <a:cxnLst/>
              <a:rect l="l" t="t" r="r" b="b"/>
              <a:pathLst>
                <a:path w="104385" h="38330" extrusionOk="0">
                  <a:moveTo>
                    <a:pt x="69677" y="1"/>
                  </a:moveTo>
                  <a:cubicBezTo>
                    <a:pt x="69677" y="1"/>
                    <a:pt x="19833" y="13505"/>
                    <a:pt x="1" y="13538"/>
                  </a:cubicBezTo>
                  <a:lnTo>
                    <a:pt x="1" y="38329"/>
                  </a:lnTo>
                  <a:lnTo>
                    <a:pt x="85236" y="38329"/>
                  </a:lnTo>
                  <a:cubicBezTo>
                    <a:pt x="95805" y="38329"/>
                    <a:pt x="104384" y="29750"/>
                    <a:pt x="104384" y="19181"/>
                  </a:cubicBezTo>
                  <a:cubicBezTo>
                    <a:pt x="104384" y="8612"/>
                    <a:pt x="95805" y="1"/>
                    <a:pt x="852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112"/>
            <p:cNvSpPr/>
            <p:nvPr/>
          </p:nvSpPr>
          <p:spPr>
            <a:xfrm>
              <a:off x="2055050" y="3321500"/>
              <a:ext cx="3487075" cy="1365975"/>
            </a:xfrm>
            <a:custGeom>
              <a:avLst/>
              <a:gdLst/>
              <a:ahLst/>
              <a:cxnLst/>
              <a:rect l="l" t="t" r="r" b="b"/>
              <a:pathLst>
                <a:path w="139483" h="54639" extrusionOk="0">
                  <a:moveTo>
                    <a:pt x="0" y="1"/>
                  </a:moveTo>
                  <a:lnTo>
                    <a:pt x="70753" y="38329"/>
                  </a:lnTo>
                  <a:lnTo>
                    <a:pt x="99523" y="53921"/>
                  </a:lnTo>
                  <a:cubicBezTo>
                    <a:pt x="100437" y="54411"/>
                    <a:pt x="101448" y="54639"/>
                    <a:pt x="102426" y="54639"/>
                  </a:cubicBezTo>
                  <a:cubicBezTo>
                    <a:pt x="104481" y="54639"/>
                    <a:pt x="106471" y="53595"/>
                    <a:pt x="107646" y="51736"/>
                  </a:cubicBezTo>
                  <a:lnTo>
                    <a:pt x="115866" y="38329"/>
                  </a:lnTo>
                  <a:lnTo>
                    <a:pt x="13948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112"/>
            <p:cNvSpPr/>
            <p:nvPr/>
          </p:nvSpPr>
          <p:spPr>
            <a:xfrm>
              <a:off x="3800200" y="3321500"/>
              <a:ext cx="1741925" cy="1365975"/>
            </a:xfrm>
            <a:custGeom>
              <a:avLst/>
              <a:gdLst/>
              <a:ahLst/>
              <a:cxnLst/>
              <a:rect l="l" t="t" r="r" b="b"/>
              <a:pathLst>
                <a:path w="69677" h="54639" extrusionOk="0">
                  <a:moveTo>
                    <a:pt x="1" y="1"/>
                  </a:moveTo>
                  <a:lnTo>
                    <a:pt x="1" y="37807"/>
                  </a:lnTo>
                  <a:lnTo>
                    <a:pt x="947" y="38329"/>
                  </a:lnTo>
                  <a:lnTo>
                    <a:pt x="29717" y="53921"/>
                  </a:lnTo>
                  <a:cubicBezTo>
                    <a:pt x="30631" y="54411"/>
                    <a:pt x="31642" y="54639"/>
                    <a:pt x="32620" y="54639"/>
                  </a:cubicBezTo>
                  <a:cubicBezTo>
                    <a:pt x="34675" y="54639"/>
                    <a:pt x="36665" y="53595"/>
                    <a:pt x="37840" y="51736"/>
                  </a:cubicBezTo>
                  <a:lnTo>
                    <a:pt x="46060" y="38329"/>
                  </a:lnTo>
                  <a:lnTo>
                    <a:pt x="696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112"/>
            <p:cNvSpPr/>
            <p:nvPr/>
          </p:nvSpPr>
          <p:spPr>
            <a:xfrm>
              <a:off x="4300100" y="1668500"/>
              <a:ext cx="305825" cy="694825"/>
            </a:xfrm>
            <a:custGeom>
              <a:avLst/>
              <a:gdLst/>
              <a:ahLst/>
              <a:cxnLst/>
              <a:rect l="l" t="t" r="r" b="b"/>
              <a:pathLst>
                <a:path w="12233" h="27793" extrusionOk="0">
                  <a:moveTo>
                    <a:pt x="1" y="0"/>
                  </a:moveTo>
                  <a:lnTo>
                    <a:pt x="1" y="21692"/>
                  </a:lnTo>
                  <a:cubicBezTo>
                    <a:pt x="1" y="25052"/>
                    <a:pt x="2741" y="27792"/>
                    <a:pt x="6100" y="27792"/>
                  </a:cubicBezTo>
                  <a:cubicBezTo>
                    <a:pt x="9493" y="27792"/>
                    <a:pt x="12233" y="25052"/>
                    <a:pt x="12233" y="21692"/>
                  </a:cubicBezTo>
                  <a:lnTo>
                    <a:pt x="12233" y="3980"/>
                  </a:lnTo>
                  <a:cubicBezTo>
                    <a:pt x="8286" y="2349"/>
                    <a:pt x="4176" y="1044"/>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112"/>
            <p:cNvSpPr/>
            <p:nvPr/>
          </p:nvSpPr>
          <p:spPr>
            <a:xfrm>
              <a:off x="3647700" y="1608950"/>
              <a:ext cx="305850" cy="632050"/>
            </a:xfrm>
            <a:custGeom>
              <a:avLst/>
              <a:gdLst/>
              <a:ahLst/>
              <a:cxnLst/>
              <a:rect l="l" t="t" r="r" b="b"/>
              <a:pathLst>
                <a:path w="12234" h="25282" extrusionOk="0">
                  <a:moveTo>
                    <a:pt x="6101" y="1"/>
                  </a:moveTo>
                  <a:cubicBezTo>
                    <a:pt x="4046" y="1"/>
                    <a:pt x="2023" y="99"/>
                    <a:pt x="1" y="229"/>
                  </a:cubicBezTo>
                  <a:lnTo>
                    <a:pt x="1" y="19181"/>
                  </a:lnTo>
                  <a:cubicBezTo>
                    <a:pt x="1" y="22541"/>
                    <a:pt x="2741" y="25281"/>
                    <a:pt x="6101" y="25281"/>
                  </a:cubicBezTo>
                  <a:cubicBezTo>
                    <a:pt x="9460" y="25281"/>
                    <a:pt x="12233" y="22541"/>
                    <a:pt x="12233" y="19181"/>
                  </a:cubicBezTo>
                  <a:lnTo>
                    <a:pt x="12233" y="229"/>
                  </a:lnTo>
                  <a:cubicBezTo>
                    <a:pt x="10211" y="99"/>
                    <a:pt x="8156" y="1"/>
                    <a:pt x="61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112"/>
            <p:cNvSpPr/>
            <p:nvPr/>
          </p:nvSpPr>
          <p:spPr>
            <a:xfrm>
              <a:off x="3800200" y="1608950"/>
              <a:ext cx="153350" cy="632050"/>
            </a:xfrm>
            <a:custGeom>
              <a:avLst/>
              <a:gdLst/>
              <a:ahLst/>
              <a:cxnLst/>
              <a:rect l="l" t="t" r="r" b="b"/>
              <a:pathLst>
                <a:path w="6134" h="25282" extrusionOk="0">
                  <a:moveTo>
                    <a:pt x="1" y="1"/>
                  </a:moveTo>
                  <a:lnTo>
                    <a:pt x="1" y="25281"/>
                  </a:lnTo>
                  <a:cubicBezTo>
                    <a:pt x="3360" y="25281"/>
                    <a:pt x="6133" y="22541"/>
                    <a:pt x="6133" y="19181"/>
                  </a:cubicBezTo>
                  <a:lnTo>
                    <a:pt x="6133" y="229"/>
                  </a:lnTo>
                  <a:cubicBezTo>
                    <a:pt x="4111" y="99"/>
                    <a:pt x="2056"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112"/>
            <p:cNvSpPr/>
            <p:nvPr/>
          </p:nvSpPr>
          <p:spPr>
            <a:xfrm>
              <a:off x="2995300" y="1668500"/>
              <a:ext cx="305850" cy="685025"/>
            </a:xfrm>
            <a:custGeom>
              <a:avLst/>
              <a:gdLst/>
              <a:ahLst/>
              <a:cxnLst/>
              <a:rect l="l" t="t" r="r" b="b"/>
              <a:pathLst>
                <a:path w="12234" h="27401" extrusionOk="0">
                  <a:moveTo>
                    <a:pt x="12233" y="0"/>
                  </a:moveTo>
                  <a:cubicBezTo>
                    <a:pt x="8025" y="1044"/>
                    <a:pt x="3948" y="2349"/>
                    <a:pt x="1" y="3980"/>
                  </a:cubicBezTo>
                  <a:lnTo>
                    <a:pt x="1" y="21268"/>
                  </a:lnTo>
                  <a:cubicBezTo>
                    <a:pt x="1" y="24661"/>
                    <a:pt x="2741" y="27401"/>
                    <a:pt x="6101" y="27401"/>
                  </a:cubicBezTo>
                  <a:cubicBezTo>
                    <a:pt x="9493" y="27401"/>
                    <a:pt x="12233" y="24661"/>
                    <a:pt x="12233" y="21268"/>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112"/>
            <p:cNvSpPr/>
            <p:nvPr/>
          </p:nvSpPr>
          <p:spPr>
            <a:xfrm>
              <a:off x="4340050" y="426575"/>
              <a:ext cx="442850" cy="795050"/>
            </a:xfrm>
            <a:custGeom>
              <a:avLst/>
              <a:gdLst/>
              <a:ahLst/>
              <a:cxnLst/>
              <a:rect l="l" t="t" r="r" b="b"/>
              <a:pathLst>
                <a:path w="17714" h="31802" extrusionOk="0">
                  <a:moveTo>
                    <a:pt x="9074" y="1"/>
                  </a:moveTo>
                  <a:cubicBezTo>
                    <a:pt x="6741" y="1"/>
                    <a:pt x="4520" y="1337"/>
                    <a:pt x="3491" y="3585"/>
                  </a:cubicBezTo>
                  <a:cubicBezTo>
                    <a:pt x="2284" y="6228"/>
                    <a:pt x="1" y="11186"/>
                    <a:pt x="3556" y="18558"/>
                  </a:cubicBezTo>
                  <a:cubicBezTo>
                    <a:pt x="4437" y="20450"/>
                    <a:pt x="4274" y="20907"/>
                    <a:pt x="3720" y="22407"/>
                  </a:cubicBezTo>
                  <a:cubicBezTo>
                    <a:pt x="3556" y="22864"/>
                    <a:pt x="3361" y="23386"/>
                    <a:pt x="3165" y="24005"/>
                  </a:cubicBezTo>
                  <a:cubicBezTo>
                    <a:pt x="2252" y="27235"/>
                    <a:pt x="4111" y="30627"/>
                    <a:pt x="7340" y="31573"/>
                  </a:cubicBezTo>
                  <a:cubicBezTo>
                    <a:pt x="7928" y="31736"/>
                    <a:pt x="8482" y="31802"/>
                    <a:pt x="9069" y="31802"/>
                  </a:cubicBezTo>
                  <a:cubicBezTo>
                    <a:pt x="11711" y="31802"/>
                    <a:pt x="14158" y="30073"/>
                    <a:pt x="14941" y="27398"/>
                  </a:cubicBezTo>
                  <a:cubicBezTo>
                    <a:pt x="14973" y="27235"/>
                    <a:pt x="15071" y="26941"/>
                    <a:pt x="15202" y="26648"/>
                  </a:cubicBezTo>
                  <a:cubicBezTo>
                    <a:pt x="16083" y="24266"/>
                    <a:pt x="17714" y="19830"/>
                    <a:pt x="14582" y="13273"/>
                  </a:cubicBezTo>
                  <a:cubicBezTo>
                    <a:pt x="13506" y="11055"/>
                    <a:pt x="13767" y="10501"/>
                    <a:pt x="14615" y="8674"/>
                  </a:cubicBezTo>
                  <a:cubicBezTo>
                    <a:pt x="16017" y="5608"/>
                    <a:pt x="14680" y="1954"/>
                    <a:pt x="11614" y="552"/>
                  </a:cubicBezTo>
                  <a:cubicBezTo>
                    <a:pt x="10787" y="178"/>
                    <a:pt x="9923" y="1"/>
                    <a:pt x="90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112"/>
            <p:cNvSpPr/>
            <p:nvPr/>
          </p:nvSpPr>
          <p:spPr>
            <a:xfrm>
              <a:off x="3574300" y="426575"/>
              <a:ext cx="442850" cy="795050"/>
            </a:xfrm>
            <a:custGeom>
              <a:avLst/>
              <a:gdLst/>
              <a:ahLst/>
              <a:cxnLst/>
              <a:rect l="l" t="t" r="r" b="b"/>
              <a:pathLst>
                <a:path w="17714" h="31802" extrusionOk="0">
                  <a:moveTo>
                    <a:pt x="9061" y="1"/>
                  </a:moveTo>
                  <a:cubicBezTo>
                    <a:pt x="6741" y="1"/>
                    <a:pt x="4520" y="1337"/>
                    <a:pt x="3491" y="3585"/>
                  </a:cubicBezTo>
                  <a:cubicBezTo>
                    <a:pt x="2252" y="6228"/>
                    <a:pt x="1" y="11186"/>
                    <a:pt x="3524" y="18558"/>
                  </a:cubicBezTo>
                  <a:cubicBezTo>
                    <a:pt x="4437" y="20450"/>
                    <a:pt x="4274" y="20907"/>
                    <a:pt x="3687" y="22407"/>
                  </a:cubicBezTo>
                  <a:cubicBezTo>
                    <a:pt x="3524" y="22864"/>
                    <a:pt x="3328" y="23386"/>
                    <a:pt x="3165" y="24005"/>
                  </a:cubicBezTo>
                  <a:cubicBezTo>
                    <a:pt x="2219" y="27235"/>
                    <a:pt x="4078" y="30627"/>
                    <a:pt x="7340" y="31573"/>
                  </a:cubicBezTo>
                  <a:cubicBezTo>
                    <a:pt x="7895" y="31736"/>
                    <a:pt x="8482" y="31802"/>
                    <a:pt x="9037" y="31802"/>
                  </a:cubicBezTo>
                  <a:cubicBezTo>
                    <a:pt x="11679" y="31802"/>
                    <a:pt x="14125" y="30073"/>
                    <a:pt x="14908" y="27398"/>
                  </a:cubicBezTo>
                  <a:cubicBezTo>
                    <a:pt x="14973" y="27235"/>
                    <a:pt x="15071" y="26941"/>
                    <a:pt x="15169" y="26648"/>
                  </a:cubicBezTo>
                  <a:cubicBezTo>
                    <a:pt x="16050" y="24266"/>
                    <a:pt x="17713" y="19830"/>
                    <a:pt x="14549" y="13273"/>
                  </a:cubicBezTo>
                  <a:cubicBezTo>
                    <a:pt x="13505" y="11055"/>
                    <a:pt x="13766" y="10501"/>
                    <a:pt x="14582" y="8674"/>
                  </a:cubicBezTo>
                  <a:cubicBezTo>
                    <a:pt x="16017" y="5608"/>
                    <a:pt x="14647" y="1954"/>
                    <a:pt x="11581" y="552"/>
                  </a:cubicBezTo>
                  <a:cubicBezTo>
                    <a:pt x="10763" y="178"/>
                    <a:pt x="9906" y="1"/>
                    <a:pt x="90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112"/>
            <p:cNvSpPr/>
            <p:nvPr/>
          </p:nvSpPr>
          <p:spPr>
            <a:xfrm>
              <a:off x="3800200" y="426500"/>
              <a:ext cx="216950" cy="795125"/>
            </a:xfrm>
            <a:custGeom>
              <a:avLst/>
              <a:gdLst/>
              <a:ahLst/>
              <a:cxnLst/>
              <a:rect l="l" t="t" r="r" b="b"/>
              <a:pathLst>
                <a:path w="8678" h="31805" extrusionOk="0">
                  <a:moveTo>
                    <a:pt x="1" y="0"/>
                  </a:moveTo>
                  <a:lnTo>
                    <a:pt x="1" y="31805"/>
                  </a:lnTo>
                  <a:cubicBezTo>
                    <a:pt x="2643" y="31805"/>
                    <a:pt x="5089" y="30076"/>
                    <a:pt x="5872" y="27401"/>
                  </a:cubicBezTo>
                  <a:cubicBezTo>
                    <a:pt x="5937" y="27238"/>
                    <a:pt x="6035" y="26944"/>
                    <a:pt x="6133" y="26651"/>
                  </a:cubicBezTo>
                  <a:cubicBezTo>
                    <a:pt x="7014" y="24269"/>
                    <a:pt x="8677" y="19833"/>
                    <a:pt x="5513" y="13276"/>
                  </a:cubicBezTo>
                  <a:cubicBezTo>
                    <a:pt x="4469" y="11058"/>
                    <a:pt x="4730" y="10504"/>
                    <a:pt x="5546" y="8677"/>
                  </a:cubicBezTo>
                  <a:cubicBezTo>
                    <a:pt x="6981" y="5611"/>
                    <a:pt x="5611" y="1957"/>
                    <a:pt x="2545" y="555"/>
                  </a:cubicBezTo>
                  <a:cubicBezTo>
                    <a:pt x="1729" y="196"/>
                    <a:pt x="849"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112"/>
            <p:cNvSpPr/>
            <p:nvPr/>
          </p:nvSpPr>
          <p:spPr>
            <a:xfrm>
              <a:off x="2809375" y="426575"/>
              <a:ext cx="442025" cy="795050"/>
            </a:xfrm>
            <a:custGeom>
              <a:avLst/>
              <a:gdLst/>
              <a:ahLst/>
              <a:cxnLst/>
              <a:rect l="l" t="t" r="r" b="b"/>
              <a:pathLst>
                <a:path w="17681" h="31802" extrusionOk="0">
                  <a:moveTo>
                    <a:pt x="9060" y="1"/>
                  </a:moveTo>
                  <a:cubicBezTo>
                    <a:pt x="6738" y="1"/>
                    <a:pt x="4511" y="1337"/>
                    <a:pt x="3458" y="3585"/>
                  </a:cubicBezTo>
                  <a:cubicBezTo>
                    <a:pt x="2251" y="6228"/>
                    <a:pt x="0" y="11186"/>
                    <a:pt x="3523" y="18558"/>
                  </a:cubicBezTo>
                  <a:cubicBezTo>
                    <a:pt x="4437" y="20450"/>
                    <a:pt x="4241" y="20907"/>
                    <a:pt x="3686" y="22407"/>
                  </a:cubicBezTo>
                  <a:cubicBezTo>
                    <a:pt x="3523" y="22864"/>
                    <a:pt x="3328" y="23386"/>
                    <a:pt x="3165" y="24005"/>
                  </a:cubicBezTo>
                  <a:cubicBezTo>
                    <a:pt x="2219" y="27235"/>
                    <a:pt x="4078" y="30627"/>
                    <a:pt x="7340" y="31573"/>
                  </a:cubicBezTo>
                  <a:cubicBezTo>
                    <a:pt x="7894" y="31736"/>
                    <a:pt x="8482" y="31802"/>
                    <a:pt x="9036" y="31802"/>
                  </a:cubicBezTo>
                  <a:cubicBezTo>
                    <a:pt x="11678" y="31802"/>
                    <a:pt x="14125" y="30073"/>
                    <a:pt x="14908" y="27398"/>
                  </a:cubicBezTo>
                  <a:cubicBezTo>
                    <a:pt x="14940" y="27235"/>
                    <a:pt x="15071" y="26941"/>
                    <a:pt x="15169" y="26648"/>
                  </a:cubicBezTo>
                  <a:cubicBezTo>
                    <a:pt x="16049" y="24266"/>
                    <a:pt x="17680" y="19830"/>
                    <a:pt x="14549" y="13273"/>
                  </a:cubicBezTo>
                  <a:cubicBezTo>
                    <a:pt x="13505" y="11055"/>
                    <a:pt x="13733" y="10501"/>
                    <a:pt x="14582" y="8674"/>
                  </a:cubicBezTo>
                  <a:cubicBezTo>
                    <a:pt x="15984" y="5608"/>
                    <a:pt x="14647" y="1954"/>
                    <a:pt x="11580" y="552"/>
                  </a:cubicBezTo>
                  <a:cubicBezTo>
                    <a:pt x="10763" y="178"/>
                    <a:pt x="9905" y="1"/>
                    <a:pt x="906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11" name="Google Shape;4911;p112"/>
          <p:cNvSpPr txBox="1">
            <a:spLocks noGrp="1"/>
          </p:cNvSpPr>
          <p:nvPr>
            <p:ph type="title" idx="4294967295"/>
          </p:nvPr>
        </p:nvSpPr>
        <p:spPr>
          <a:xfrm>
            <a:off x="4837550" y="3064363"/>
            <a:ext cx="1393500" cy="434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rPr>
              <a:t>Mercury</a:t>
            </a:r>
            <a:endParaRPr sz="1600">
              <a:solidFill>
                <a:schemeClr val="accent3"/>
              </a:solidFill>
            </a:endParaRPr>
          </a:p>
        </p:txBody>
      </p:sp>
      <p:grpSp>
        <p:nvGrpSpPr>
          <p:cNvPr id="4912" name="Google Shape;4912;p112"/>
          <p:cNvGrpSpPr/>
          <p:nvPr/>
        </p:nvGrpSpPr>
        <p:grpSpPr>
          <a:xfrm>
            <a:off x="6769785" y="3433557"/>
            <a:ext cx="489039" cy="489039"/>
            <a:chOff x="1190625" y="238125"/>
            <a:chExt cx="5219200" cy="5219200"/>
          </a:xfrm>
        </p:grpSpPr>
        <p:sp>
          <p:nvSpPr>
            <p:cNvPr id="4913" name="Google Shape;4913;p112"/>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112"/>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112"/>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112"/>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112"/>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112"/>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112"/>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112"/>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112"/>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112"/>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112"/>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112"/>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112"/>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112"/>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112"/>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28" name="Google Shape;4928;p112"/>
          <p:cNvSpPr txBox="1">
            <a:spLocks noGrp="1"/>
          </p:cNvSpPr>
          <p:nvPr>
            <p:ph type="title" idx="4294967295"/>
          </p:nvPr>
        </p:nvSpPr>
        <p:spPr>
          <a:xfrm>
            <a:off x="6247850" y="3064363"/>
            <a:ext cx="1393500" cy="434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3"/>
                </a:solidFill>
              </a:rPr>
              <a:t>Neptune</a:t>
            </a:r>
            <a:endParaRPr sz="1600">
              <a:solidFill>
                <a:schemeClr val="accent3"/>
              </a:solidFill>
            </a:endParaRPr>
          </a:p>
        </p:txBody>
      </p:sp>
      <p:sp>
        <p:nvSpPr>
          <p:cNvPr id="4929" name="Google Shape;4929;p112"/>
          <p:cNvSpPr txBox="1">
            <a:spLocks noGrp="1"/>
          </p:cNvSpPr>
          <p:nvPr>
            <p:ph type="subTitle" idx="4294967295"/>
          </p:nvPr>
        </p:nvSpPr>
        <p:spPr>
          <a:xfrm>
            <a:off x="6311150" y="3948750"/>
            <a:ext cx="1393500" cy="65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00"/>
              <a:t>Neptune is the farthest planet from the Sun</a:t>
            </a:r>
            <a:endParaRPr sz="1100"/>
          </a:p>
          <a:p>
            <a:pPr marL="0" lvl="0" indent="0" algn="ctr" rtl="0">
              <a:spcBef>
                <a:spcPts val="1600"/>
              </a:spcBef>
              <a:spcAft>
                <a:spcPts val="1600"/>
              </a:spcAft>
              <a:buNone/>
            </a:pPr>
            <a:endParaRPr sz="1100"/>
          </a:p>
        </p:txBody>
      </p:sp>
      <p:sp>
        <p:nvSpPr>
          <p:cNvPr id="4930" name="Google Shape;4930;p112"/>
          <p:cNvSpPr/>
          <p:nvPr/>
        </p:nvSpPr>
        <p:spPr>
          <a:xfrm>
            <a:off x="5721163" y="1585250"/>
            <a:ext cx="1551745" cy="1130758"/>
          </a:xfrm>
          <a:custGeom>
            <a:avLst/>
            <a:gdLst/>
            <a:ahLst/>
            <a:cxnLst/>
            <a:rect l="l" t="t" r="r" b="b"/>
            <a:pathLst>
              <a:path w="280478" h="145062" fill="none" extrusionOk="0">
                <a:moveTo>
                  <a:pt x="0" y="0"/>
                </a:moveTo>
                <a:lnTo>
                  <a:pt x="245244" y="0"/>
                </a:lnTo>
                <a:cubicBezTo>
                  <a:pt x="245244" y="0"/>
                  <a:pt x="280478" y="0"/>
                  <a:pt x="280478" y="35642"/>
                </a:cubicBezTo>
                <a:cubicBezTo>
                  <a:pt x="280478" y="35642"/>
                  <a:pt x="280478" y="70508"/>
                  <a:pt x="245244" y="70917"/>
                </a:cubicBezTo>
                <a:cubicBezTo>
                  <a:pt x="214058" y="71244"/>
                  <a:pt x="35234" y="70917"/>
                  <a:pt x="35234" y="70917"/>
                </a:cubicBezTo>
                <a:cubicBezTo>
                  <a:pt x="35234" y="70917"/>
                  <a:pt x="0" y="68301"/>
                  <a:pt x="0" y="106681"/>
                </a:cubicBezTo>
                <a:cubicBezTo>
                  <a:pt x="0" y="145062"/>
                  <a:pt x="35234" y="141914"/>
                  <a:pt x="35234" y="141914"/>
                </a:cubicBezTo>
                <a:lnTo>
                  <a:pt x="280478" y="141914"/>
                </a:lnTo>
              </a:path>
            </a:pathLst>
          </a:custGeom>
          <a:noFill/>
          <a:ln w="28575" cap="flat" cmpd="sng">
            <a:solidFill>
              <a:schemeClr val="accent1"/>
            </a:solidFill>
            <a:prstDash val="solid"/>
            <a:miter lim="4087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112"/>
          <p:cNvSpPr/>
          <p:nvPr/>
        </p:nvSpPr>
        <p:spPr>
          <a:xfrm>
            <a:off x="5390962" y="1301193"/>
            <a:ext cx="547203" cy="547254"/>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112"/>
          <p:cNvSpPr txBox="1">
            <a:spLocks noGrp="1"/>
          </p:cNvSpPr>
          <p:nvPr>
            <p:ph type="subTitle" idx="4294967295"/>
          </p:nvPr>
        </p:nvSpPr>
        <p:spPr>
          <a:xfrm>
            <a:off x="5867688" y="1612325"/>
            <a:ext cx="1305300" cy="50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a:t>Venus has a beautiful name</a:t>
            </a:r>
            <a:endParaRPr sz="1100"/>
          </a:p>
        </p:txBody>
      </p:sp>
      <p:sp>
        <p:nvSpPr>
          <p:cNvPr id="4933" name="Google Shape;4933;p112"/>
          <p:cNvSpPr txBox="1">
            <a:spLocks noGrp="1"/>
          </p:cNvSpPr>
          <p:nvPr>
            <p:ph type="subTitle" idx="4294967295"/>
          </p:nvPr>
        </p:nvSpPr>
        <p:spPr>
          <a:xfrm>
            <a:off x="5867688" y="2169325"/>
            <a:ext cx="1305300" cy="50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100"/>
              <a:t>Saturn is the ringed one</a:t>
            </a:r>
            <a:endParaRPr sz="1100"/>
          </a:p>
        </p:txBody>
      </p:sp>
      <p:grpSp>
        <p:nvGrpSpPr>
          <p:cNvPr id="4934" name="Google Shape;4934;p112"/>
          <p:cNvGrpSpPr/>
          <p:nvPr/>
        </p:nvGrpSpPr>
        <p:grpSpPr>
          <a:xfrm>
            <a:off x="5504600" y="1414855"/>
            <a:ext cx="319937" cy="319937"/>
            <a:chOff x="1190625" y="238125"/>
            <a:chExt cx="5219200" cy="5219200"/>
          </a:xfrm>
        </p:grpSpPr>
        <p:sp>
          <p:nvSpPr>
            <p:cNvPr id="4935" name="Google Shape;4935;p112"/>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112"/>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112"/>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112"/>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112"/>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112"/>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112"/>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112"/>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112"/>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112"/>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112"/>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112"/>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112"/>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112"/>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112"/>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112"/>
          <p:cNvSpPr/>
          <p:nvPr/>
        </p:nvSpPr>
        <p:spPr>
          <a:xfrm>
            <a:off x="7210687" y="2400318"/>
            <a:ext cx="547203" cy="547254"/>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51" name="Google Shape;4951;p112"/>
          <p:cNvGrpSpPr/>
          <p:nvPr/>
        </p:nvGrpSpPr>
        <p:grpSpPr>
          <a:xfrm>
            <a:off x="7324305" y="2513984"/>
            <a:ext cx="319958" cy="319937"/>
            <a:chOff x="1194700" y="238125"/>
            <a:chExt cx="5211050" cy="5219200"/>
          </a:xfrm>
        </p:grpSpPr>
        <p:sp>
          <p:nvSpPr>
            <p:cNvPr id="4952" name="Google Shape;4952;p112"/>
            <p:cNvSpPr/>
            <p:nvPr/>
          </p:nvSpPr>
          <p:spPr>
            <a:xfrm>
              <a:off x="2500300" y="238125"/>
              <a:ext cx="2590050" cy="2192075"/>
            </a:xfrm>
            <a:custGeom>
              <a:avLst/>
              <a:gdLst/>
              <a:ahLst/>
              <a:cxnLst/>
              <a:rect l="l" t="t" r="r" b="b"/>
              <a:pathLst>
                <a:path w="103602" h="87683" extrusionOk="0">
                  <a:moveTo>
                    <a:pt x="51801" y="0"/>
                  </a:moveTo>
                  <a:cubicBezTo>
                    <a:pt x="37970" y="0"/>
                    <a:pt x="24955" y="5480"/>
                    <a:pt x="15136" y="15397"/>
                  </a:cubicBezTo>
                  <a:cubicBezTo>
                    <a:pt x="5383" y="25280"/>
                    <a:pt x="1" y="38361"/>
                    <a:pt x="1" y="52224"/>
                  </a:cubicBezTo>
                  <a:lnTo>
                    <a:pt x="1" y="81582"/>
                  </a:lnTo>
                  <a:cubicBezTo>
                    <a:pt x="1" y="84975"/>
                    <a:pt x="2741" y="87682"/>
                    <a:pt x="6100" y="87682"/>
                  </a:cubicBezTo>
                  <a:lnTo>
                    <a:pt x="97469" y="87682"/>
                  </a:lnTo>
                  <a:cubicBezTo>
                    <a:pt x="100861" y="87682"/>
                    <a:pt x="103601" y="84975"/>
                    <a:pt x="103601" y="81582"/>
                  </a:cubicBezTo>
                  <a:lnTo>
                    <a:pt x="103601" y="52224"/>
                  </a:lnTo>
                  <a:cubicBezTo>
                    <a:pt x="103601" y="38361"/>
                    <a:pt x="98219" y="25280"/>
                    <a:pt x="88466" y="15397"/>
                  </a:cubicBezTo>
                  <a:cubicBezTo>
                    <a:pt x="78647" y="5480"/>
                    <a:pt x="65632" y="0"/>
                    <a:pt x="5180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112"/>
            <p:cNvSpPr/>
            <p:nvPr/>
          </p:nvSpPr>
          <p:spPr>
            <a:xfrm>
              <a:off x="3795300" y="238125"/>
              <a:ext cx="1295050" cy="2192075"/>
            </a:xfrm>
            <a:custGeom>
              <a:avLst/>
              <a:gdLst/>
              <a:ahLst/>
              <a:cxnLst/>
              <a:rect l="l" t="t" r="r" b="b"/>
              <a:pathLst>
                <a:path w="51802" h="87683" extrusionOk="0">
                  <a:moveTo>
                    <a:pt x="1" y="0"/>
                  </a:moveTo>
                  <a:lnTo>
                    <a:pt x="1" y="87682"/>
                  </a:lnTo>
                  <a:lnTo>
                    <a:pt x="45669" y="87682"/>
                  </a:lnTo>
                  <a:cubicBezTo>
                    <a:pt x="49061" y="87682"/>
                    <a:pt x="51801" y="84975"/>
                    <a:pt x="51801" y="81582"/>
                  </a:cubicBezTo>
                  <a:lnTo>
                    <a:pt x="51801" y="52224"/>
                  </a:lnTo>
                  <a:cubicBezTo>
                    <a:pt x="51801" y="38361"/>
                    <a:pt x="46419" y="25280"/>
                    <a:pt x="36666" y="15397"/>
                  </a:cubicBezTo>
                  <a:cubicBezTo>
                    <a:pt x="26847" y="5480"/>
                    <a:pt x="13832" y="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112"/>
            <p:cNvSpPr/>
            <p:nvPr/>
          </p:nvSpPr>
          <p:spPr>
            <a:xfrm>
              <a:off x="3315800" y="249525"/>
              <a:ext cx="305825" cy="631225"/>
            </a:xfrm>
            <a:custGeom>
              <a:avLst/>
              <a:gdLst/>
              <a:ahLst/>
              <a:cxnLst/>
              <a:rect l="l" t="t" r="r" b="b"/>
              <a:pathLst>
                <a:path w="12233" h="25249" extrusionOk="0">
                  <a:moveTo>
                    <a:pt x="12233" y="1"/>
                  </a:moveTo>
                  <a:cubicBezTo>
                    <a:pt x="7960" y="588"/>
                    <a:pt x="3882" y="1697"/>
                    <a:pt x="0" y="3263"/>
                  </a:cubicBezTo>
                  <a:lnTo>
                    <a:pt x="0" y="19116"/>
                  </a:lnTo>
                  <a:cubicBezTo>
                    <a:pt x="0" y="22508"/>
                    <a:pt x="2740" y="25248"/>
                    <a:pt x="6133" y="25248"/>
                  </a:cubicBezTo>
                  <a:cubicBezTo>
                    <a:pt x="9493" y="25248"/>
                    <a:pt x="12233" y="22508"/>
                    <a:pt x="12233" y="19116"/>
                  </a:cubicBezTo>
                  <a:lnTo>
                    <a:pt x="122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112"/>
            <p:cNvSpPr/>
            <p:nvPr/>
          </p:nvSpPr>
          <p:spPr>
            <a:xfrm>
              <a:off x="3968200" y="249525"/>
              <a:ext cx="305825" cy="631225"/>
            </a:xfrm>
            <a:custGeom>
              <a:avLst/>
              <a:gdLst/>
              <a:ahLst/>
              <a:cxnLst/>
              <a:rect l="l" t="t" r="r" b="b"/>
              <a:pathLst>
                <a:path w="12233" h="25249" extrusionOk="0">
                  <a:moveTo>
                    <a:pt x="0" y="1"/>
                  </a:moveTo>
                  <a:lnTo>
                    <a:pt x="0" y="19116"/>
                  </a:lnTo>
                  <a:cubicBezTo>
                    <a:pt x="0" y="22508"/>
                    <a:pt x="2740" y="25248"/>
                    <a:pt x="6133" y="25248"/>
                  </a:cubicBezTo>
                  <a:cubicBezTo>
                    <a:pt x="9493" y="25248"/>
                    <a:pt x="12233" y="22508"/>
                    <a:pt x="12233" y="19116"/>
                  </a:cubicBezTo>
                  <a:lnTo>
                    <a:pt x="12233" y="3263"/>
                  </a:lnTo>
                  <a:cubicBezTo>
                    <a:pt x="8384" y="1697"/>
                    <a:pt x="4273" y="588"/>
                    <a:pt x="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112"/>
            <p:cNvSpPr/>
            <p:nvPr/>
          </p:nvSpPr>
          <p:spPr>
            <a:xfrm>
              <a:off x="2255650" y="1390400"/>
              <a:ext cx="3079350" cy="305850"/>
            </a:xfrm>
            <a:custGeom>
              <a:avLst/>
              <a:gdLst/>
              <a:ahLst/>
              <a:cxnLst/>
              <a:rect l="l" t="t" r="r" b="b"/>
              <a:pathLst>
                <a:path w="123174" h="12234" extrusionOk="0">
                  <a:moveTo>
                    <a:pt x="6100" y="1"/>
                  </a:moveTo>
                  <a:cubicBezTo>
                    <a:pt x="2741" y="1"/>
                    <a:pt x="1" y="2741"/>
                    <a:pt x="1" y="6133"/>
                  </a:cubicBezTo>
                  <a:cubicBezTo>
                    <a:pt x="1" y="9493"/>
                    <a:pt x="2741" y="12233"/>
                    <a:pt x="6100" y="12233"/>
                  </a:cubicBezTo>
                  <a:lnTo>
                    <a:pt x="117041" y="12233"/>
                  </a:lnTo>
                  <a:cubicBezTo>
                    <a:pt x="120433" y="12233"/>
                    <a:pt x="123173" y="9493"/>
                    <a:pt x="123173" y="6133"/>
                  </a:cubicBezTo>
                  <a:cubicBezTo>
                    <a:pt x="123173" y="2741"/>
                    <a:pt x="120433" y="1"/>
                    <a:pt x="1170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112"/>
            <p:cNvSpPr/>
            <p:nvPr/>
          </p:nvSpPr>
          <p:spPr>
            <a:xfrm>
              <a:off x="3795300" y="1390400"/>
              <a:ext cx="1539700" cy="305850"/>
            </a:xfrm>
            <a:custGeom>
              <a:avLst/>
              <a:gdLst/>
              <a:ahLst/>
              <a:cxnLst/>
              <a:rect l="l" t="t" r="r" b="b"/>
              <a:pathLst>
                <a:path w="61588" h="12234" extrusionOk="0">
                  <a:moveTo>
                    <a:pt x="1" y="1"/>
                  </a:moveTo>
                  <a:lnTo>
                    <a:pt x="1" y="12233"/>
                  </a:lnTo>
                  <a:lnTo>
                    <a:pt x="55455" y="12233"/>
                  </a:lnTo>
                  <a:cubicBezTo>
                    <a:pt x="58847" y="12233"/>
                    <a:pt x="61587" y="9493"/>
                    <a:pt x="61587" y="6133"/>
                  </a:cubicBezTo>
                  <a:cubicBezTo>
                    <a:pt x="61587" y="2741"/>
                    <a:pt x="58847" y="1"/>
                    <a:pt x="554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112"/>
            <p:cNvSpPr/>
            <p:nvPr/>
          </p:nvSpPr>
          <p:spPr>
            <a:xfrm>
              <a:off x="1602450" y="3257200"/>
              <a:ext cx="4803300" cy="2200125"/>
            </a:xfrm>
            <a:custGeom>
              <a:avLst/>
              <a:gdLst/>
              <a:ahLst/>
              <a:cxnLst/>
              <a:rect l="l" t="t" r="r" b="b"/>
              <a:pathLst>
                <a:path w="192132" h="88005" extrusionOk="0">
                  <a:moveTo>
                    <a:pt x="55836" y="1"/>
                  </a:moveTo>
                  <a:cubicBezTo>
                    <a:pt x="47408" y="1"/>
                    <a:pt x="39028" y="1962"/>
                    <a:pt x="31282" y="5835"/>
                  </a:cubicBezTo>
                  <a:lnTo>
                    <a:pt x="13472" y="14740"/>
                  </a:lnTo>
                  <a:lnTo>
                    <a:pt x="3393" y="19796"/>
                  </a:lnTo>
                  <a:cubicBezTo>
                    <a:pt x="1305" y="20840"/>
                    <a:pt x="0" y="22960"/>
                    <a:pt x="0" y="25276"/>
                  </a:cubicBezTo>
                  <a:lnTo>
                    <a:pt x="0" y="75021"/>
                  </a:lnTo>
                  <a:cubicBezTo>
                    <a:pt x="0" y="76881"/>
                    <a:pt x="848" y="78642"/>
                    <a:pt x="2283" y="79784"/>
                  </a:cubicBezTo>
                  <a:cubicBezTo>
                    <a:pt x="3381" y="80682"/>
                    <a:pt x="4747" y="81161"/>
                    <a:pt x="6131" y="81161"/>
                  </a:cubicBezTo>
                  <a:cubicBezTo>
                    <a:pt x="6556" y="81161"/>
                    <a:pt x="6983" y="81115"/>
                    <a:pt x="7405" y="81023"/>
                  </a:cubicBezTo>
                  <a:lnTo>
                    <a:pt x="40383" y="73945"/>
                  </a:lnTo>
                  <a:cubicBezTo>
                    <a:pt x="43323" y="73312"/>
                    <a:pt x="46315" y="72999"/>
                    <a:pt x="49305" y="72999"/>
                  </a:cubicBezTo>
                  <a:cubicBezTo>
                    <a:pt x="53715" y="72999"/>
                    <a:pt x="58118" y="73680"/>
                    <a:pt x="62337" y="75021"/>
                  </a:cubicBezTo>
                  <a:lnTo>
                    <a:pt x="95087" y="85427"/>
                  </a:lnTo>
                  <a:cubicBezTo>
                    <a:pt x="100534" y="87156"/>
                    <a:pt x="106145" y="88004"/>
                    <a:pt x="111690" y="88004"/>
                  </a:cubicBezTo>
                  <a:cubicBezTo>
                    <a:pt x="125097" y="88004"/>
                    <a:pt x="138308" y="83144"/>
                    <a:pt x="148518" y="74010"/>
                  </a:cubicBezTo>
                  <a:cubicBezTo>
                    <a:pt x="148584" y="73912"/>
                    <a:pt x="148681" y="73847"/>
                    <a:pt x="148747" y="73782"/>
                  </a:cubicBezTo>
                  <a:lnTo>
                    <a:pt x="186129" y="36628"/>
                  </a:lnTo>
                  <a:cubicBezTo>
                    <a:pt x="189946" y="33138"/>
                    <a:pt x="192131" y="28212"/>
                    <a:pt x="192131" y="23058"/>
                  </a:cubicBezTo>
                  <a:lnTo>
                    <a:pt x="192131" y="22373"/>
                  </a:lnTo>
                  <a:cubicBezTo>
                    <a:pt x="192131" y="16567"/>
                    <a:pt x="189391" y="11217"/>
                    <a:pt x="184596" y="7694"/>
                  </a:cubicBezTo>
                  <a:cubicBezTo>
                    <a:pt x="181301" y="5284"/>
                    <a:pt x="177361" y="4027"/>
                    <a:pt x="173407" y="4027"/>
                  </a:cubicBezTo>
                  <a:cubicBezTo>
                    <a:pt x="171528" y="4027"/>
                    <a:pt x="169647" y="4311"/>
                    <a:pt x="167829" y="4889"/>
                  </a:cubicBezTo>
                  <a:cubicBezTo>
                    <a:pt x="167601" y="4954"/>
                    <a:pt x="167373" y="5052"/>
                    <a:pt x="167144" y="5150"/>
                  </a:cubicBezTo>
                  <a:lnTo>
                    <a:pt x="126206" y="23808"/>
                  </a:lnTo>
                  <a:lnTo>
                    <a:pt x="126043" y="23873"/>
                  </a:lnTo>
                  <a:cubicBezTo>
                    <a:pt x="123597" y="20383"/>
                    <a:pt x="120009" y="17708"/>
                    <a:pt x="115703" y="16338"/>
                  </a:cubicBezTo>
                  <a:lnTo>
                    <a:pt x="72612" y="2638"/>
                  </a:lnTo>
                  <a:cubicBezTo>
                    <a:pt x="67114" y="875"/>
                    <a:pt x="61464" y="1"/>
                    <a:pt x="558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112"/>
            <p:cNvSpPr/>
            <p:nvPr/>
          </p:nvSpPr>
          <p:spPr>
            <a:xfrm>
              <a:off x="3795300" y="3357875"/>
              <a:ext cx="2610450" cy="2099450"/>
            </a:xfrm>
            <a:custGeom>
              <a:avLst/>
              <a:gdLst/>
              <a:ahLst/>
              <a:cxnLst/>
              <a:rect l="l" t="t" r="r" b="b"/>
              <a:pathLst>
                <a:path w="104418" h="83978" extrusionOk="0">
                  <a:moveTo>
                    <a:pt x="85693" y="0"/>
                  </a:moveTo>
                  <a:cubicBezTo>
                    <a:pt x="83814" y="0"/>
                    <a:pt x="81933" y="284"/>
                    <a:pt x="80115" y="862"/>
                  </a:cubicBezTo>
                  <a:cubicBezTo>
                    <a:pt x="79887" y="927"/>
                    <a:pt x="79659" y="1025"/>
                    <a:pt x="79430" y="1123"/>
                  </a:cubicBezTo>
                  <a:lnTo>
                    <a:pt x="38492" y="19781"/>
                  </a:lnTo>
                  <a:lnTo>
                    <a:pt x="38329" y="19846"/>
                  </a:lnTo>
                  <a:cubicBezTo>
                    <a:pt x="35883" y="16356"/>
                    <a:pt x="32295" y="13681"/>
                    <a:pt x="27989" y="12311"/>
                  </a:cubicBezTo>
                  <a:lnTo>
                    <a:pt x="1" y="3406"/>
                  </a:lnTo>
                  <a:lnTo>
                    <a:pt x="1" y="79052"/>
                  </a:lnTo>
                  <a:lnTo>
                    <a:pt x="7373" y="81400"/>
                  </a:lnTo>
                  <a:cubicBezTo>
                    <a:pt x="12820" y="83129"/>
                    <a:pt x="18431" y="83977"/>
                    <a:pt x="23976" y="83977"/>
                  </a:cubicBezTo>
                  <a:cubicBezTo>
                    <a:pt x="37383" y="83977"/>
                    <a:pt x="50594" y="79117"/>
                    <a:pt x="60804" y="69983"/>
                  </a:cubicBezTo>
                  <a:cubicBezTo>
                    <a:pt x="60870" y="69885"/>
                    <a:pt x="60967" y="69820"/>
                    <a:pt x="61033" y="69755"/>
                  </a:cubicBezTo>
                  <a:lnTo>
                    <a:pt x="98415" y="32601"/>
                  </a:lnTo>
                  <a:cubicBezTo>
                    <a:pt x="102232" y="29111"/>
                    <a:pt x="104417" y="24185"/>
                    <a:pt x="104417" y="19031"/>
                  </a:cubicBezTo>
                  <a:lnTo>
                    <a:pt x="104417" y="18346"/>
                  </a:lnTo>
                  <a:cubicBezTo>
                    <a:pt x="104417" y="12540"/>
                    <a:pt x="101677" y="7190"/>
                    <a:pt x="96882" y="3667"/>
                  </a:cubicBezTo>
                  <a:cubicBezTo>
                    <a:pt x="93587" y="1257"/>
                    <a:pt x="89647" y="0"/>
                    <a:pt x="8569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112"/>
            <p:cNvSpPr/>
            <p:nvPr/>
          </p:nvSpPr>
          <p:spPr>
            <a:xfrm>
              <a:off x="1939250" y="3257200"/>
              <a:ext cx="2834675" cy="1226400"/>
            </a:xfrm>
            <a:custGeom>
              <a:avLst/>
              <a:gdLst/>
              <a:ahLst/>
              <a:cxnLst/>
              <a:rect l="l" t="t" r="r" b="b"/>
              <a:pathLst>
                <a:path w="113387" h="49056" extrusionOk="0">
                  <a:moveTo>
                    <a:pt x="42364" y="1"/>
                  </a:moveTo>
                  <a:cubicBezTo>
                    <a:pt x="33936" y="1"/>
                    <a:pt x="25556" y="1962"/>
                    <a:pt x="17810" y="5835"/>
                  </a:cubicBezTo>
                  <a:lnTo>
                    <a:pt x="0" y="14740"/>
                  </a:lnTo>
                  <a:lnTo>
                    <a:pt x="0" y="39107"/>
                  </a:lnTo>
                  <a:cubicBezTo>
                    <a:pt x="0" y="40966"/>
                    <a:pt x="848" y="42728"/>
                    <a:pt x="2316" y="43869"/>
                  </a:cubicBezTo>
                  <a:cubicBezTo>
                    <a:pt x="3403" y="44759"/>
                    <a:pt x="4772" y="45218"/>
                    <a:pt x="6151" y="45218"/>
                  </a:cubicBezTo>
                  <a:cubicBezTo>
                    <a:pt x="6593" y="45218"/>
                    <a:pt x="7035" y="45171"/>
                    <a:pt x="7470" y="45076"/>
                  </a:cubicBezTo>
                  <a:lnTo>
                    <a:pt x="36860" y="38324"/>
                  </a:lnTo>
                  <a:cubicBezTo>
                    <a:pt x="40004" y="37610"/>
                    <a:pt x="43205" y="37255"/>
                    <a:pt x="46403" y="37255"/>
                  </a:cubicBezTo>
                  <a:cubicBezTo>
                    <a:pt x="50805" y="37255"/>
                    <a:pt x="55201" y="37929"/>
                    <a:pt x="59433" y="39270"/>
                  </a:cubicBezTo>
                  <a:lnTo>
                    <a:pt x="87193" y="48110"/>
                  </a:lnTo>
                  <a:cubicBezTo>
                    <a:pt x="89183" y="48730"/>
                    <a:pt x="91238" y="49056"/>
                    <a:pt x="93293" y="49056"/>
                  </a:cubicBezTo>
                  <a:cubicBezTo>
                    <a:pt x="104384" y="49056"/>
                    <a:pt x="113387" y="40020"/>
                    <a:pt x="113387" y="28930"/>
                  </a:cubicBezTo>
                  <a:cubicBezTo>
                    <a:pt x="113387" y="27168"/>
                    <a:pt x="113158" y="25439"/>
                    <a:pt x="112734" y="23808"/>
                  </a:cubicBezTo>
                  <a:lnTo>
                    <a:pt x="112571" y="23873"/>
                  </a:lnTo>
                  <a:cubicBezTo>
                    <a:pt x="110125" y="20383"/>
                    <a:pt x="106537" y="17708"/>
                    <a:pt x="102231" y="16338"/>
                  </a:cubicBezTo>
                  <a:lnTo>
                    <a:pt x="59140" y="2638"/>
                  </a:lnTo>
                  <a:cubicBezTo>
                    <a:pt x="53642" y="875"/>
                    <a:pt x="47992" y="1"/>
                    <a:pt x="423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112"/>
            <p:cNvSpPr/>
            <p:nvPr/>
          </p:nvSpPr>
          <p:spPr>
            <a:xfrm>
              <a:off x="3795300" y="3443025"/>
              <a:ext cx="978625" cy="1040575"/>
            </a:xfrm>
            <a:custGeom>
              <a:avLst/>
              <a:gdLst/>
              <a:ahLst/>
              <a:cxnLst/>
              <a:rect l="l" t="t" r="r" b="b"/>
              <a:pathLst>
                <a:path w="39145" h="41623" extrusionOk="0">
                  <a:moveTo>
                    <a:pt x="1" y="0"/>
                  </a:moveTo>
                  <a:lnTo>
                    <a:pt x="1" y="36567"/>
                  </a:lnTo>
                  <a:lnTo>
                    <a:pt x="12951" y="40677"/>
                  </a:lnTo>
                  <a:cubicBezTo>
                    <a:pt x="14941" y="41297"/>
                    <a:pt x="16996" y="41623"/>
                    <a:pt x="19051" y="41623"/>
                  </a:cubicBezTo>
                  <a:cubicBezTo>
                    <a:pt x="30142" y="41623"/>
                    <a:pt x="39145" y="32587"/>
                    <a:pt x="39145" y="21497"/>
                  </a:cubicBezTo>
                  <a:cubicBezTo>
                    <a:pt x="39145" y="19735"/>
                    <a:pt x="38916" y="18006"/>
                    <a:pt x="38492" y="16375"/>
                  </a:cubicBezTo>
                  <a:lnTo>
                    <a:pt x="38329" y="16440"/>
                  </a:lnTo>
                  <a:cubicBezTo>
                    <a:pt x="35883" y="12950"/>
                    <a:pt x="32295" y="10275"/>
                    <a:pt x="27989" y="8905"/>
                  </a:cubicBezTo>
                  <a:lnTo>
                    <a:pt x="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112"/>
            <p:cNvSpPr/>
            <p:nvPr/>
          </p:nvSpPr>
          <p:spPr>
            <a:xfrm>
              <a:off x="1194700" y="3185325"/>
              <a:ext cx="1203700" cy="2263825"/>
            </a:xfrm>
            <a:custGeom>
              <a:avLst/>
              <a:gdLst/>
              <a:ahLst/>
              <a:cxnLst/>
              <a:rect l="l" t="t" r="r" b="b"/>
              <a:pathLst>
                <a:path w="48148" h="90553" extrusionOk="0">
                  <a:moveTo>
                    <a:pt x="6133" y="0"/>
                  </a:moveTo>
                  <a:cubicBezTo>
                    <a:pt x="2740" y="0"/>
                    <a:pt x="0" y="2740"/>
                    <a:pt x="0" y="6100"/>
                  </a:cubicBezTo>
                  <a:lnTo>
                    <a:pt x="0" y="84420"/>
                  </a:lnTo>
                  <a:cubicBezTo>
                    <a:pt x="0" y="87813"/>
                    <a:pt x="2740" y="90553"/>
                    <a:pt x="6133" y="90553"/>
                  </a:cubicBezTo>
                  <a:lnTo>
                    <a:pt x="42014" y="90553"/>
                  </a:lnTo>
                  <a:cubicBezTo>
                    <a:pt x="45407" y="90553"/>
                    <a:pt x="48147" y="87813"/>
                    <a:pt x="48147" y="84420"/>
                  </a:cubicBezTo>
                  <a:lnTo>
                    <a:pt x="48147" y="6100"/>
                  </a:lnTo>
                  <a:cubicBezTo>
                    <a:pt x="48147" y="2740"/>
                    <a:pt x="45407" y="0"/>
                    <a:pt x="4201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966"/>
        <p:cNvGrpSpPr/>
        <p:nvPr/>
      </p:nvGrpSpPr>
      <p:grpSpPr>
        <a:xfrm>
          <a:off x="0" y="0"/>
          <a:ext cx="0" cy="0"/>
          <a:chOff x="0" y="0"/>
          <a:chExt cx="0" cy="0"/>
        </a:xfrm>
      </p:grpSpPr>
      <p:sp>
        <p:nvSpPr>
          <p:cNvPr id="4967" name="Google Shape;4967;p113"/>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grpSp>
        <p:nvGrpSpPr>
          <p:cNvPr id="4968" name="Google Shape;4968;p113"/>
          <p:cNvGrpSpPr/>
          <p:nvPr/>
        </p:nvGrpSpPr>
        <p:grpSpPr>
          <a:xfrm>
            <a:off x="3848918" y="2973223"/>
            <a:ext cx="1300647" cy="1234440"/>
            <a:chOff x="3214614" y="2158531"/>
            <a:chExt cx="2738780" cy="2599368"/>
          </a:xfrm>
        </p:grpSpPr>
        <p:sp>
          <p:nvSpPr>
            <p:cNvPr id="4969" name="Google Shape;4969;p113"/>
            <p:cNvSpPr/>
            <p:nvPr/>
          </p:nvSpPr>
          <p:spPr>
            <a:xfrm>
              <a:off x="3214614" y="2158531"/>
              <a:ext cx="900532" cy="1197192"/>
            </a:xfrm>
            <a:custGeom>
              <a:avLst/>
              <a:gdLst/>
              <a:ahLst/>
              <a:cxnLst/>
              <a:rect l="l" t="t" r="r" b="b"/>
              <a:pathLst>
                <a:path w="3488" h="4637" extrusionOk="0">
                  <a:moveTo>
                    <a:pt x="3064" y="1"/>
                  </a:moveTo>
                  <a:cubicBezTo>
                    <a:pt x="2320" y="1"/>
                    <a:pt x="1552" y="207"/>
                    <a:pt x="852" y="631"/>
                  </a:cubicBezTo>
                  <a:cubicBezTo>
                    <a:pt x="1102" y="670"/>
                    <a:pt x="1347" y="719"/>
                    <a:pt x="1577" y="792"/>
                  </a:cubicBezTo>
                  <a:cubicBezTo>
                    <a:pt x="539" y="1718"/>
                    <a:pt x="0" y="3163"/>
                    <a:pt x="299" y="4637"/>
                  </a:cubicBezTo>
                  <a:cubicBezTo>
                    <a:pt x="416" y="4617"/>
                    <a:pt x="524" y="4598"/>
                    <a:pt x="642" y="4573"/>
                  </a:cubicBezTo>
                  <a:cubicBezTo>
                    <a:pt x="363" y="3221"/>
                    <a:pt x="857" y="1899"/>
                    <a:pt x="1807" y="1052"/>
                  </a:cubicBezTo>
                  <a:cubicBezTo>
                    <a:pt x="1856" y="1287"/>
                    <a:pt x="1920" y="1512"/>
                    <a:pt x="2008" y="1728"/>
                  </a:cubicBezTo>
                  <a:cubicBezTo>
                    <a:pt x="2238" y="1091"/>
                    <a:pt x="2718" y="454"/>
                    <a:pt x="3487" y="23"/>
                  </a:cubicBezTo>
                  <a:cubicBezTo>
                    <a:pt x="3348" y="8"/>
                    <a:pt x="3206" y="1"/>
                    <a:pt x="30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113"/>
            <p:cNvSpPr/>
            <p:nvPr/>
          </p:nvSpPr>
          <p:spPr>
            <a:xfrm>
              <a:off x="3840445" y="4248247"/>
              <a:ext cx="1444259" cy="509652"/>
            </a:xfrm>
            <a:custGeom>
              <a:avLst/>
              <a:gdLst/>
              <a:ahLst/>
              <a:cxnLst/>
              <a:rect l="l" t="t" r="r" b="b"/>
              <a:pathLst>
                <a:path w="5594" h="1974" extrusionOk="0">
                  <a:moveTo>
                    <a:pt x="5593" y="0"/>
                  </a:moveTo>
                  <a:lnTo>
                    <a:pt x="5593" y="0"/>
                  </a:lnTo>
                  <a:cubicBezTo>
                    <a:pt x="5030" y="335"/>
                    <a:pt x="4448" y="475"/>
                    <a:pt x="3913" y="475"/>
                  </a:cubicBezTo>
                  <a:cubicBezTo>
                    <a:pt x="3727" y="475"/>
                    <a:pt x="3546" y="458"/>
                    <a:pt x="3375" y="426"/>
                  </a:cubicBezTo>
                  <a:lnTo>
                    <a:pt x="3375" y="426"/>
                  </a:lnTo>
                  <a:cubicBezTo>
                    <a:pt x="3517" y="608"/>
                    <a:pt x="3678" y="779"/>
                    <a:pt x="3860" y="936"/>
                  </a:cubicBezTo>
                  <a:cubicBezTo>
                    <a:pt x="3485" y="1059"/>
                    <a:pt x="3093" y="1121"/>
                    <a:pt x="2699" y="1121"/>
                  </a:cubicBezTo>
                  <a:cubicBezTo>
                    <a:pt x="1823" y="1121"/>
                    <a:pt x="940" y="812"/>
                    <a:pt x="231" y="177"/>
                  </a:cubicBezTo>
                  <a:cubicBezTo>
                    <a:pt x="152" y="265"/>
                    <a:pt x="74" y="353"/>
                    <a:pt x="0" y="436"/>
                  </a:cubicBezTo>
                  <a:cubicBezTo>
                    <a:pt x="778" y="1129"/>
                    <a:pt x="1741" y="1467"/>
                    <a:pt x="2700" y="1467"/>
                  </a:cubicBezTo>
                  <a:cubicBezTo>
                    <a:pt x="3131" y="1467"/>
                    <a:pt x="3561" y="1399"/>
                    <a:pt x="3972" y="1264"/>
                  </a:cubicBezTo>
                  <a:lnTo>
                    <a:pt x="3972" y="1264"/>
                  </a:lnTo>
                  <a:cubicBezTo>
                    <a:pt x="3913" y="1504"/>
                    <a:pt x="3840" y="1739"/>
                    <a:pt x="3742" y="1974"/>
                  </a:cubicBezTo>
                  <a:cubicBezTo>
                    <a:pt x="4599" y="1509"/>
                    <a:pt x="5236" y="799"/>
                    <a:pt x="55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113"/>
            <p:cNvSpPr/>
            <p:nvPr/>
          </p:nvSpPr>
          <p:spPr>
            <a:xfrm>
              <a:off x="5051830" y="2158531"/>
              <a:ext cx="901565" cy="1197192"/>
            </a:xfrm>
            <a:custGeom>
              <a:avLst/>
              <a:gdLst/>
              <a:ahLst/>
              <a:cxnLst/>
              <a:rect l="l" t="t" r="r" b="b"/>
              <a:pathLst>
                <a:path w="3492" h="4637" extrusionOk="0">
                  <a:moveTo>
                    <a:pt x="423" y="1"/>
                  </a:moveTo>
                  <a:cubicBezTo>
                    <a:pt x="281" y="1"/>
                    <a:pt x="140" y="8"/>
                    <a:pt x="0" y="23"/>
                  </a:cubicBezTo>
                  <a:cubicBezTo>
                    <a:pt x="774" y="454"/>
                    <a:pt x="1254" y="1091"/>
                    <a:pt x="1484" y="1728"/>
                  </a:cubicBezTo>
                  <a:cubicBezTo>
                    <a:pt x="1567" y="1512"/>
                    <a:pt x="1636" y="1287"/>
                    <a:pt x="1685" y="1052"/>
                  </a:cubicBezTo>
                  <a:cubicBezTo>
                    <a:pt x="2635" y="1899"/>
                    <a:pt x="3125" y="3221"/>
                    <a:pt x="2850" y="4573"/>
                  </a:cubicBezTo>
                  <a:cubicBezTo>
                    <a:pt x="2963" y="4598"/>
                    <a:pt x="3076" y="4617"/>
                    <a:pt x="3188" y="4637"/>
                  </a:cubicBezTo>
                  <a:cubicBezTo>
                    <a:pt x="3492" y="3163"/>
                    <a:pt x="2948" y="1718"/>
                    <a:pt x="1910" y="792"/>
                  </a:cubicBezTo>
                  <a:cubicBezTo>
                    <a:pt x="2145" y="719"/>
                    <a:pt x="2390" y="670"/>
                    <a:pt x="2640" y="631"/>
                  </a:cubicBezTo>
                  <a:cubicBezTo>
                    <a:pt x="1941" y="207"/>
                    <a:pt x="1169" y="1"/>
                    <a:pt x="42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2" name="Google Shape;4972;p113"/>
          <p:cNvGrpSpPr/>
          <p:nvPr/>
        </p:nvGrpSpPr>
        <p:grpSpPr>
          <a:xfrm>
            <a:off x="4269930" y="3252283"/>
            <a:ext cx="503794" cy="503371"/>
            <a:chOff x="3955594" y="2749765"/>
            <a:chExt cx="1213962" cy="1212941"/>
          </a:xfrm>
        </p:grpSpPr>
        <p:sp>
          <p:nvSpPr>
            <p:cNvPr id="4973" name="Google Shape;4973;p113"/>
            <p:cNvSpPr/>
            <p:nvPr/>
          </p:nvSpPr>
          <p:spPr>
            <a:xfrm>
              <a:off x="3955594" y="2749765"/>
              <a:ext cx="1213962" cy="1212941"/>
            </a:xfrm>
            <a:custGeom>
              <a:avLst/>
              <a:gdLst/>
              <a:ahLst/>
              <a:cxnLst/>
              <a:rect l="l" t="t" r="r" b="b"/>
              <a:pathLst>
                <a:path w="4702" h="4698" extrusionOk="0">
                  <a:moveTo>
                    <a:pt x="2351" y="1"/>
                  </a:moveTo>
                  <a:cubicBezTo>
                    <a:pt x="1053" y="1"/>
                    <a:pt x="0" y="1054"/>
                    <a:pt x="0" y="2347"/>
                  </a:cubicBezTo>
                  <a:cubicBezTo>
                    <a:pt x="0" y="3645"/>
                    <a:pt x="1053" y="4697"/>
                    <a:pt x="2351" y="4697"/>
                  </a:cubicBezTo>
                  <a:cubicBezTo>
                    <a:pt x="3649" y="4697"/>
                    <a:pt x="4702" y="3645"/>
                    <a:pt x="4702" y="2347"/>
                  </a:cubicBezTo>
                  <a:cubicBezTo>
                    <a:pt x="4702" y="1054"/>
                    <a:pt x="3649" y="1"/>
                    <a:pt x="2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113"/>
            <p:cNvSpPr/>
            <p:nvPr/>
          </p:nvSpPr>
          <p:spPr>
            <a:xfrm>
              <a:off x="4370232" y="3021630"/>
              <a:ext cx="384688" cy="669209"/>
            </a:xfrm>
            <a:custGeom>
              <a:avLst/>
              <a:gdLst/>
              <a:ahLst/>
              <a:cxnLst/>
              <a:rect l="l" t="t" r="r" b="b"/>
              <a:pathLst>
                <a:path w="1490" h="2592" extrusionOk="0">
                  <a:moveTo>
                    <a:pt x="1391" y="427"/>
                  </a:moveTo>
                  <a:lnTo>
                    <a:pt x="1391" y="2161"/>
                  </a:lnTo>
                  <a:lnTo>
                    <a:pt x="93" y="2161"/>
                  </a:lnTo>
                  <a:lnTo>
                    <a:pt x="93" y="427"/>
                  </a:lnTo>
                  <a:close/>
                  <a:moveTo>
                    <a:pt x="231" y="1"/>
                  </a:moveTo>
                  <a:cubicBezTo>
                    <a:pt x="103" y="1"/>
                    <a:pt x="0" y="99"/>
                    <a:pt x="0" y="226"/>
                  </a:cubicBezTo>
                  <a:lnTo>
                    <a:pt x="0" y="2366"/>
                  </a:lnTo>
                  <a:cubicBezTo>
                    <a:pt x="0" y="2489"/>
                    <a:pt x="103" y="2592"/>
                    <a:pt x="231" y="2592"/>
                  </a:cubicBezTo>
                  <a:lnTo>
                    <a:pt x="1264" y="2592"/>
                  </a:lnTo>
                  <a:cubicBezTo>
                    <a:pt x="1386" y="2592"/>
                    <a:pt x="1489" y="2489"/>
                    <a:pt x="1489" y="2366"/>
                  </a:cubicBezTo>
                  <a:lnTo>
                    <a:pt x="1489" y="226"/>
                  </a:lnTo>
                  <a:cubicBezTo>
                    <a:pt x="1489" y="99"/>
                    <a:pt x="1386"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113"/>
          <p:cNvGrpSpPr/>
          <p:nvPr/>
        </p:nvGrpSpPr>
        <p:grpSpPr>
          <a:xfrm>
            <a:off x="4286748" y="2228104"/>
            <a:ext cx="425325" cy="594989"/>
            <a:chOff x="1935150" y="238125"/>
            <a:chExt cx="3730925" cy="5219200"/>
          </a:xfrm>
        </p:grpSpPr>
        <p:sp>
          <p:nvSpPr>
            <p:cNvPr id="4976" name="Google Shape;4976;p113"/>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113"/>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113"/>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113"/>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113"/>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113"/>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113"/>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113"/>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113"/>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113"/>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113"/>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113"/>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113"/>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113"/>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113"/>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113"/>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113"/>
          <p:cNvGrpSpPr/>
          <p:nvPr/>
        </p:nvGrpSpPr>
        <p:grpSpPr>
          <a:xfrm>
            <a:off x="5149461" y="3442601"/>
            <a:ext cx="644049" cy="594650"/>
            <a:chOff x="1190625" y="426500"/>
            <a:chExt cx="5219200" cy="4842425"/>
          </a:xfrm>
        </p:grpSpPr>
        <p:sp>
          <p:nvSpPr>
            <p:cNvPr id="4993" name="Google Shape;4993;p113"/>
            <p:cNvSpPr/>
            <p:nvPr/>
          </p:nvSpPr>
          <p:spPr>
            <a:xfrm>
              <a:off x="1684000" y="1608950"/>
              <a:ext cx="4232450" cy="2018400"/>
            </a:xfrm>
            <a:custGeom>
              <a:avLst/>
              <a:gdLst/>
              <a:ahLst/>
              <a:cxnLst/>
              <a:rect l="l" t="t" r="r" b="b"/>
              <a:pathLst>
                <a:path w="169298" h="80736" extrusionOk="0">
                  <a:moveTo>
                    <a:pt x="84649" y="1"/>
                  </a:moveTo>
                  <a:cubicBezTo>
                    <a:pt x="43906" y="1"/>
                    <a:pt x="8807" y="29065"/>
                    <a:pt x="1207" y="69057"/>
                  </a:cubicBezTo>
                  <a:lnTo>
                    <a:pt x="359" y="73494"/>
                  </a:lnTo>
                  <a:cubicBezTo>
                    <a:pt x="0" y="75288"/>
                    <a:pt x="489" y="77114"/>
                    <a:pt x="1664" y="78517"/>
                  </a:cubicBezTo>
                  <a:cubicBezTo>
                    <a:pt x="2805" y="79920"/>
                    <a:pt x="4534" y="80735"/>
                    <a:pt x="6361" y="80735"/>
                  </a:cubicBezTo>
                  <a:lnTo>
                    <a:pt x="162936" y="80735"/>
                  </a:lnTo>
                  <a:cubicBezTo>
                    <a:pt x="164763" y="80735"/>
                    <a:pt x="166492" y="79920"/>
                    <a:pt x="167634" y="78517"/>
                  </a:cubicBezTo>
                  <a:cubicBezTo>
                    <a:pt x="168808" y="77114"/>
                    <a:pt x="169297" y="75288"/>
                    <a:pt x="168938" y="73494"/>
                  </a:cubicBezTo>
                  <a:lnTo>
                    <a:pt x="168090" y="69057"/>
                  </a:lnTo>
                  <a:cubicBezTo>
                    <a:pt x="160490" y="29065"/>
                    <a:pt x="125391" y="1"/>
                    <a:pt x="8464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113"/>
            <p:cNvSpPr/>
            <p:nvPr/>
          </p:nvSpPr>
          <p:spPr>
            <a:xfrm>
              <a:off x="3800200" y="1608950"/>
              <a:ext cx="2116250" cy="2018400"/>
            </a:xfrm>
            <a:custGeom>
              <a:avLst/>
              <a:gdLst/>
              <a:ahLst/>
              <a:cxnLst/>
              <a:rect l="l" t="t" r="r" b="b"/>
              <a:pathLst>
                <a:path w="84650" h="80736" extrusionOk="0">
                  <a:moveTo>
                    <a:pt x="1" y="1"/>
                  </a:moveTo>
                  <a:lnTo>
                    <a:pt x="1" y="80735"/>
                  </a:lnTo>
                  <a:lnTo>
                    <a:pt x="78288" y="80735"/>
                  </a:lnTo>
                  <a:cubicBezTo>
                    <a:pt x="80115" y="80735"/>
                    <a:pt x="81844" y="79920"/>
                    <a:pt x="82986" y="78517"/>
                  </a:cubicBezTo>
                  <a:cubicBezTo>
                    <a:pt x="84160" y="77114"/>
                    <a:pt x="84649" y="75288"/>
                    <a:pt x="84290" y="73494"/>
                  </a:cubicBezTo>
                  <a:lnTo>
                    <a:pt x="83442" y="69057"/>
                  </a:lnTo>
                  <a:cubicBezTo>
                    <a:pt x="75842" y="29065"/>
                    <a:pt x="40743"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113"/>
            <p:cNvSpPr/>
            <p:nvPr/>
          </p:nvSpPr>
          <p:spPr>
            <a:xfrm>
              <a:off x="1690500" y="3973900"/>
              <a:ext cx="4220225" cy="1295025"/>
            </a:xfrm>
            <a:custGeom>
              <a:avLst/>
              <a:gdLst/>
              <a:ahLst/>
              <a:cxnLst/>
              <a:rect l="l" t="t" r="r" b="b"/>
              <a:pathLst>
                <a:path w="168809" h="51801" extrusionOk="0">
                  <a:moveTo>
                    <a:pt x="6101" y="1"/>
                  </a:moveTo>
                  <a:cubicBezTo>
                    <a:pt x="2708" y="1"/>
                    <a:pt x="1" y="2741"/>
                    <a:pt x="1" y="6133"/>
                  </a:cubicBezTo>
                  <a:lnTo>
                    <a:pt x="1" y="45668"/>
                  </a:lnTo>
                  <a:cubicBezTo>
                    <a:pt x="1" y="49061"/>
                    <a:pt x="2708" y="51801"/>
                    <a:pt x="6101" y="51801"/>
                  </a:cubicBezTo>
                  <a:lnTo>
                    <a:pt x="162676" y="51801"/>
                  </a:lnTo>
                  <a:cubicBezTo>
                    <a:pt x="166069" y="51801"/>
                    <a:pt x="168809" y="49061"/>
                    <a:pt x="168809" y="45668"/>
                  </a:cubicBezTo>
                  <a:lnTo>
                    <a:pt x="168809" y="6133"/>
                  </a:lnTo>
                  <a:cubicBezTo>
                    <a:pt x="168809" y="2741"/>
                    <a:pt x="166069" y="1"/>
                    <a:pt x="162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113"/>
            <p:cNvSpPr/>
            <p:nvPr/>
          </p:nvSpPr>
          <p:spPr>
            <a:xfrm>
              <a:off x="3800200" y="3973900"/>
              <a:ext cx="2110525" cy="1295025"/>
            </a:xfrm>
            <a:custGeom>
              <a:avLst/>
              <a:gdLst/>
              <a:ahLst/>
              <a:cxnLst/>
              <a:rect l="l" t="t" r="r" b="b"/>
              <a:pathLst>
                <a:path w="84421" h="51801" extrusionOk="0">
                  <a:moveTo>
                    <a:pt x="1" y="1"/>
                  </a:moveTo>
                  <a:lnTo>
                    <a:pt x="1" y="51801"/>
                  </a:lnTo>
                  <a:lnTo>
                    <a:pt x="78288" y="51801"/>
                  </a:lnTo>
                  <a:cubicBezTo>
                    <a:pt x="81681" y="51801"/>
                    <a:pt x="84421" y="49061"/>
                    <a:pt x="84421" y="45668"/>
                  </a:cubicBezTo>
                  <a:lnTo>
                    <a:pt x="84421" y="6133"/>
                  </a:lnTo>
                  <a:cubicBezTo>
                    <a:pt x="84421" y="2741"/>
                    <a:pt x="81681" y="1"/>
                    <a:pt x="782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113"/>
            <p:cNvSpPr/>
            <p:nvPr/>
          </p:nvSpPr>
          <p:spPr>
            <a:xfrm>
              <a:off x="1190625" y="3321500"/>
              <a:ext cx="5219200" cy="958250"/>
            </a:xfrm>
            <a:custGeom>
              <a:avLst/>
              <a:gdLst/>
              <a:ahLst/>
              <a:cxnLst/>
              <a:rect l="l" t="t" r="r" b="b"/>
              <a:pathLst>
                <a:path w="208768" h="38330" extrusionOk="0">
                  <a:moveTo>
                    <a:pt x="19180" y="1"/>
                  </a:moveTo>
                  <a:cubicBezTo>
                    <a:pt x="8612" y="1"/>
                    <a:pt x="0" y="8612"/>
                    <a:pt x="0" y="19181"/>
                  </a:cubicBezTo>
                  <a:cubicBezTo>
                    <a:pt x="0" y="29750"/>
                    <a:pt x="8612" y="38329"/>
                    <a:pt x="19180" y="38329"/>
                  </a:cubicBezTo>
                  <a:lnTo>
                    <a:pt x="189619" y="38329"/>
                  </a:lnTo>
                  <a:cubicBezTo>
                    <a:pt x="200188" y="38329"/>
                    <a:pt x="208767" y="29750"/>
                    <a:pt x="208767" y="19181"/>
                  </a:cubicBezTo>
                  <a:cubicBezTo>
                    <a:pt x="208767" y="8612"/>
                    <a:pt x="200188" y="1"/>
                    <a:pt x="189619" y="1"/>
                  </a:cubicBezTo>
                  <a:lnTo>
                    <a:pt x="174060" y="1"/>
                  </a:lnTo>
                  <a:cubicBezTo>
                    <a:pt x="174060" y="1"/>
                    <a:pt x="124216" y="13505"/>
                    <a:pt x="104384" y="13538"/>
                  </a:cubicBezTo>
                  <a:lnTo>
                    <a:pt x="104318" y="13538"/>
                  </a:lnTo>
                  <a:cubicBezTo>
                    <a:pt x="84551" y="13538"/>
                    <a:pt x="34577" y="1"/>
                    <a:pt x="345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113"/>
            <p:cNvSpPr/>
            <p:nvPr/>
          </p:nvSpPr>
          <p:spPr>
            <a:xfrm>
              <a:off x="3800200" y="3321500"/>
              <a:ext cx="2609625" cy="958250"/>
            </a:xfrm>
            <a:custGeom>
              <a:avLst/>
              <a:gdLst/>
              <a:ahLst/>
              <a:cxnLst/>
              <a:rect l="l" t="t" r="r" b="b"/>
              <a:pathLst>
                <a:path w="104385" h="38330" extrusionOk="0">
                  <a:moveTo>
                    <a:pt x="69677" y="1"/>
                  </a:moveTo>
                  <a:cubicBezTo>
                    <a:pt x="69677" y="1"/>
                    <a:pt x="19833" y="13505"/>
                    <a:pt x="1" y="13538"/>
                  </a:cubicBezTo>
                  <a:lnTo>
                    <a:pt x="1" y="38329"/>
                  </a:lnTo>
                  <a:lnTo>
                    <a:pt x="85236" y="38329"/>
                  </a:lnTo>
                  <a:cubicBezTo>
                    <a:pt x="95805" y="38329"/>
                    <a:pt x="104384" y="29750"/>
                    <a:pt x="104384" y="19181"/>
                  </a:cubicBezTo>
                  <a:cubicBezTo>
                    <a:pt x="104384" y="8612"/>
                    <a:pt x="95805" y="1"/>
                    <a:pt x="8523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113"/>
            <p:cNvSpPr/>
            <p:nvPr/>
          </p:nvSpPr>
          <p:spPr>
            <a:xfrm>
              <a:off x="2055050" y="3321500"/>
              <a:ext cx="3487075" cy="1365975"/>
            </a:xfrm>
            <a:custGeom>
              <a:avLst/>
              <a:gdLst/>
              <a:ahLst/>
              <a:cxnLst/>
              <a:rect l="l" t="t" r="r" b="b"/>
              <a:pathLst>
                <a:path w="139483" h="54639" extrusionOk="0">
                  <a:moveTo>
                    <a:pt x="0" y="1"/>
                  </a:moveTo>
                  <a:lnTo>
                    <a:pt x="70753" y="38329"/>
                  </a:lnTo>
                  <a:lnTo>
                    <a:pt x="99523" y="53921"/>
                  </a:lnTo>
                  <a:cubicBezTo>
                    <a:pt x="100437" y="54411"/>
                    <a:pt x="101448" y="54639"/>
                    <a:pt x="102426" y="54639"/>
                  </a:cubicBezTo>
                  <a:cubicBezTo>
                    <a:pt x="104481" y="54639"/>
                    <a:pt x="106471" y="53595"/>
                    <a:pt x="107646" y="51736"/>
                  </a:cubicBezTo>
                  <a:lnTo>
                    <a:pt x="115866" y="38329"/>
                  </a:lnTo>
                  <a:lnTo>
                    <a:pt x="13948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113"/>
            <p:cNvSpPr/>
            <p:nvPr/>
          </p:nvSpPr>
          <p:spPr>
            <a:xfrm>
              <a:off x="3800200" y="3321500"/>
              <a:ext cx="1741925" cy="1365975"/>
            </a:xfrm>
            <a:custGeom>
              <a:avLst/>
              <a:gdLst/>
              <a:ahLst/>
              <a:cxnLst/>
              <a:rect l="l" t="t" r="r" b="b"/>
              <a:pathLst>
                <a:path w="69677" h="54639" extrusionOk="0">
                  <a:moveTo>
                    <a:pt x="1" y="1"/>
                  </a:moveTo>
                  <a:lnTo>
                    <a:pt x="1" y="37807"/>
                  </a:lnTo>
                  <a:lnTo>
                    <a:pt x="947" y="38329"/>
                  </a:lnTo>
                  <a:lnTo>
                    <a:pt x="29717" y="53921"/>
                  </a:lnTo>
                  <a:cubicBezTo>
                    <a:pt x="30631" y="54411"/>
                    <a:pt x="31642" y="54639"/>
                    <a:pt x="32620" y="54639"/>
                  </a:cubicBezTo>
                  <a:cubicBezTo>
                    <a:pt x="34675" y="54639"/>
                    <a:pt x="36665" y="53595"/>
                    <a:pt x="37840" y="51736"/>
                  </a:cubicBezTo>
                  <a:lnTo>
                    <a:pt x="46060" y="38329"/>
                  </a:lnTo>
                  <a:lnTo>
                    <a:pt x="6967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113"/>
            <p:cNvSpPr/>
            <p:nvPr/>
          </p:nvSpPr>
          <p:spPr>
            <a:xfrm>
              <a:off x="4300100" y="1668500"/>
              <a:ext cx="305825" cy="694825"/>
            </a:xfrm>
            <a:custGeom>
              <a:avLst/>
              <a:gdLst/>
              <a:ahLst/>
              <a:cxnLst/>
              <a:rect l="l" t="t" r="r" b="b"/>
              <a:pathLst>
                <a:path w="12233" h="27793" extrusionOk="0">
                  <a:moveTo>
                    <a:pt x="1" y="0"/>
                  </a:moveTo>
                  <a:lnTo>
                    <a:pt x="1" y="21692"/>
                  </a:lnTo>
                  <a:cubicBezTo>
                    <a:pt x="1" y="25052"/>
                    <a:pt x="2741" y="27792"/>
                    <a:pt x="6100" y="27792"/>
                  </a:cubicBezTo>
                  <a:cubicBezTo>
                    <a:pt x="9493" y="27792"/>
                    <a:pt x="12233" y="25052"/>
                    <a:pt x="12233" y="21692"/>
                  </a:cubicBezTo>
                  <a:lnTo>
                    <a:pt x="12233" y="3980"/>
                  </a:lnTo>
                  <a:cubicBezTo>
                    <a:pt x="8286" y="2349"/>
                    <a:pt x="4176" y="1044"/>
                    <a:pt x="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113"/>
            <p:cNvSpPr/>
            <p:nvPr/>
          </p:nvSpPr>
          <p:spPr>
            <a:xfrm>
              <a:off x="3647700" y="1608950"/>
              <a:ext cx="305850" cy="632050"/>
            </a:xfrm>
            <a:custGeom>
              <a:avLst/>
              <a:gdLst/>
              <a:ahLst/>
              <a:cxnLst/>
              <a:rect l="l" t="t" r="r" b="b"/>
              <a:pathLst>
                <a:path w="12234" h="25282" extrusionOk="0">
                  <a:moveTo>
                    <a:pt x="6101" y="1"/>
                  </a:moveTo>
                  <a:cubicBezTo>
                    <a:pt x="4046" y="1"/>
                    <a:pt x="2023" y="99"/>
                    <a:pt x="1" y="229"/>
                  </a:cubicBezTo>
                  <a:lnTo>
                    <a:pt x="1" y="19181"/>
                  </a:lnTo>
                  <a:cubicBezTo>
                    <a:pt x="1" y="22541"/>
                    <a:pt x="2741" y="25281"/>
                    <a:pt x="6101" y="25281"/>
                  </a:cubicBezTo>
                  <a:cubicBezTo>
                    <a:pt x="9460" y="25281"/>
                    <a:pt x="12233" y="22541"/>
                    <a:pt x="12233" y="19181"/>
                  </a:cubicBezTo>
                  <a:lnTo>
                    <a:pt x="12233" y="229"/>
                  </a:lnTo>
                  <a:cubicBezTo>
                    <a:pt x="10211" y="99"/>
                    <a:pt x="8156" y="1"/>
                    <a:pt x="61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113"/>
            <p:cNvSpPr/>
            <p:nvPr/>
          </p:nvSpPr>
          <p:spPr>
            <a:xfrm>
              <a:off x="3800200" y="1608950"/>
              <a:ext cx="153350" cy="632050"/>
            </a:xfrm>
            <a:custGeom>
              <a:avLst/>
              <a:gdLst/>
              <a:ahLst/>
              <a:cxnLst/>
              <a:rect l="l" t="t" r="r" b="b"/>
              <a:pathLst>
                <a:path w="6134" h="25282" extrusionOk="0">
                  <a:moveTo>
                    <a:pt x="1" y="1"/>
                  </a:moveTo>
                  <a:lnTo>
                    <a:pt x="1" y="25281"/>
                  </a:lnTo>
                  <a:cubicBezTo>
                    <a:pt x="3360" y="25281"/>
                    <a:pt x="6133" y="22541"/>
                    <a:pt x="6133" y="19181"/>
                  </a:cubicBezTo>
                  <a:lnTo>
                    <a:pt x="6133" y="229"/>
                  </a:lnTo>
                  <a:cubicBezTo>
                    <a:pt x="4111" y="99"/>
                    <a:pt x="2056"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113"/>
            <p:cNvSpPr/>
            <p:nvPr/>
          </p:nvSpPr>
          <p:spPr>
            <a:xfrm>
              <a:off x="2995300" y="1668500"/>
              <a:ext cx="305850" cy="685025"/>
            </a:xfrm>
            <a:custGeom>
              <a:avLst/>
              <a:gdLst/>
              <a:ahLst/>
              <a:cxnLst/>
              <a:rect l="l" t="t" r="r" b="b"/>
              <a:pathLst>
                <a:path w="12234" h="27401" extrusionOk="0">
                  <a:moveTo>
                    <a:pt x="12233" y="0"/>
                  </a:moveTo>
                  <a:cubicBezTo>
                    <a:pt x="8025" y="1044"/>
                    <a:pt x="3948" y="2349"/>
                    <a:pt x="1" y="3980"/>
                  </a:cubicBezTo>
                  <a:lnTo>
                    <a:pt x="1" y="21268"/>
                  </a:lnTo>
                  <a:cubicBezTo>
                    <a:pt x="1" y="24661"/>
                    <a:pt x="2741" y="27401"/>
                    <a:pt x="6101" y="27401"/>
                  </a:cubicBezTo>
                  <a:cubicBezTo>
                    <a:pt x="9493" y="27401"/>
                    <a:pt x="12233" y="24661"/>
                    <a:pt x="12233" y="21268"/>
                  </a:cubicBezTo>
                  <a:lnTo>
                    <a:pt x="122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113"/>
            <p:cNvSpPr/>
            <p:nvPr/>
          </p:nvSpPr>
          <p:spPr>
            <a:xfrm>
              <a:off x="4340050" y="426575"/>
              <a:ext cx="442850" cy="795050"/>
            </a:xfrm>
            <a:custGeom>
              <a:avLst/>
              <a:gdLst/>
              <a:ahLst/>
              <a:cxnLst/>
              <a:rect l="l" t="t" r="r" b="b"/>
              <a:pathLst>
                <a:path w="17714" h="31802" extrusionOk="0">
                  <a:moveTo>
                    <a:pt x="9074" y="1"/>
                  </a:moveTo>
                  <a:cubicBezTo>
                    <a:pt x="6741" y="1"/>
                    <a:pt x="4520" y="1337"/>
                    <a:pt x="3491" y="3585"/>
                  </a:cubicBezTo>
                  <a:cubicBezTo>
                    <a:pt x="2284" y="6228"/>
                    <a:pt x="1" y="11186"/>
                    <a:pt x="3556" y="18558"/>
                  </a:cubicBezTo>
                  <a:cubicBezTo>
                    <a:pt x="4437" y="20450"/>
                    <a:pt x="4274" y="20907"/>
                    <a:pt x="3720" y="22407"/>
                  </a:cubicBezTo>
                  <a:cubicBezTo>
                    <a:pt x="3556" y="22864"/>
                    <a:pt x="3361" y="23386"/>
                    <a:pt x="3165" y="24005"/>
                  </a:cubicBezTo>
                  <a:cubicBezTo>
                    <a:pt x="2252" y="27235"/>
                    <a:pt x="4111" y="30627"/>
                    <a:pt x="7340" y="31573"/>
                  </a:cubicBezTo>
                  <a:cubicBezTo>
                    <a:pt x="7928" y="31736"/>
                    <a:pt x="8482" y="31802"/>
                    <a:pt x="9069" y="31802"/>
                  </a:cubicBezTo>
                  <a:cubicBezTo>
                    <a:pt x="11711" y="31802"/>
                    <a:pt x="14158" y="30073"/>
                    <a:pt x="14941" y="27398"/>
                  </a:cubicBezTo>
                  <a:cubicBezTo>
                    <a:pt x="14973" y="27235"/>
                    <a:pt x="15071" y="26941"/>
                    <a:pt x="15202" y="26648"/>
                  </a:cubicBezTo>
                  <a:cubicBezTo>
                    <a:pt x="16083" y="24266"/>
                    <a:pt x="17714" y="19830"/>
                    <a:pt x="14582" y="13273"/>
                  </a:cubicBezTo>
                  <a:cubicBezTo>
                    <a:pt x="13506" y="11055"/>
                    <a:pt x="13767" y="10501"/>
                    <a:pt x="14615" y="8674"/>
                  </a:cubicBezTo>
                  <a:cubicBezTo>
                    <a:pt x="16017" y="5608"/>
                    <a:pt x="14680" y="1954"/>
                    <a:pt x="11614" y="552"/>
                  </a:cubicBezTo>
                  <a:cubicBezTo>
                    <a:pt x="10787" y="178"/>
                    <a:pt x="9923" y="1"/>
                    <a:pt x="90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113"/>
            <p:cNvSpPr/>
            <p:nvPr/>
          </p:nvSpPr>
          <p:spPr>
            <a:xfrm>
              <a:off x="3574300" y="426575"/>
              <a:ext cx="442850" cy="795050"/>
            </a:xfrm>
            <a:custGeom>
              <a:avLst/>
              <a:gdLst/>
              <a:ahLst/>
              <a:cxnLst/>
              <a:rect l="l" t="t" r="r" b="b"/>
              <a:pathLst>
                <a:path w="17714" h="31802" extrusionOk="0">
                  <a:moveTo>
                    <a:pt x="9061" y="1"/>
                  </a:moveTo>
                  <a:cubicBezTo>
                    <a:pt x="6741" y="1"/>
                    <a:pt x="4520" y="1337"/>
                    <a:pt x="3491" y="3585"/>
                  </a:cubicBezTo>
                  <a:cubicBezTo>
                    <a:pt x="2252" y="6228"/>
                    <a:pt x="1" y="11186"/>
                    <a:pt x="3524" y="18558"/>
                  </a:cubicBezTo>
                  <a:cubicBezTo>
                    <a:pt x="4437" y="20450"/>
                    <a:pt x="4274" y="20907"/>
                    <a:pt x="3687" y="22407"/>
                  </a:cubicBezTo>
                  <a:cubicBezTo>
                    <a:pt x="3524" y="22864"/>
                    <a:pt x="3328" y="23386"/>
                    <a:pt x="3165" y="24005"/>
                  </a:cubicBezTo>
                  <a:cubicBezTo>
                    <a:pt x="2219" y="27235"/>
                    <a:pt x="4078" y="30627"/>
                    <a:pt x="7340" y="31573"/>
                  </a:cubicBezTo>
                  <a:cubicBezTo>
                    <a:pt x="7895" y="31736"/>
                    <a:pt x="8482" y="31802"/>
                    <a:pt x="9037" y="31802"/>
                  </a:cubicBezTo>
                  <a:cubicBezTo>
                    <a:pt x="11679" y="31802"/>
                    <a:pt x="14125" y="30073"/>
                    <a:pt x="14908" y="27398"/>
                  </a:cubicBezTo>
                  <a:cubicBezTo>
                    <a:pt x="14973" y="27235"/>
                    <a:pt x="15071" y="26941"/>
                    <a:pt x="15169" y="26648"/>
                  </a:cubicBezTo>
                  <a:cubicBezTo>
                    <a:pt x="16050" y="24266"/>
                    <a:pt x="17713" y="19830"/>
                    <a:pt x="14549" y="13273"/>
                  </a:cubicBezTo>
                  <a:cubicBezTo>
                    <a:pt x="13505" y="11055"/>
                    <a:pt x="13766" y="10501"/>
                    <a:pt x="14582" y="8674"/>
                  </a:cubicBezTo>
                  <a:cubicBezTo>
                    <a:pt x="16017" y="5608"/>
                    <a:pt x="14647" y="1954"/>
                    <a:pt x="11581" y="552"/>
                  </a:cubicBezTo>
                  <a:cubicBezTo>
                    <a:pt x="10763" y="178"/>
                    <a:pt x="9906" y="1"/>
                    <a:pt x="90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113"/>
            <p:cNvSpPr/>
            <p:nvPr/>
          </p:nvSpPr>
          <p:spPr>
            <a:xfrm>
              <a:off x="3800200" y="426500"/>
              <a:ext cx="216950" cy="795125"/>
            </a:xfrm>
            <a:custGeom>
              <a:avLst/>
              <a:gdLst/>
              <a:ahLst/>
              <a:cxnLst/>
              <a:rect l="l" t="t" r="r" b="b"/>
              <a:pathLst>
                <a:path w="8678" h="31805" extrusionOk="0">
                  <a:moveTo>
                    <a:pt x="1" y="0"/>
                  </a:moveTo>
                  <a:lnTo>
                    <a:pt x="1" y="31805"/>
                  </a:lnTo>
                  <a:cubicBezTo>
                    <a:pt x="2643" y="31805"/>
                    <a:pt x="5089" y="30076"/>
                    <a:pt x="5872" y="27401"/>
                  </a:cubicBezTo>
                  <a:cubicBezTo>
                    <a:pt x="5937" y="27238"/>
                    <a:pt x="6035" y="26944"/>
                    <a:pt x="6133" y="26651"/>
                  </a:cubicBezTo>
                  <a:cubicBezTo>
                    <a:pt x="7014" y="24269"/>
                    <a:pt x="8677" y="19833"/>
                    <a:pt x="5513" y="13276"/>
                  </a:cubicBezTo>
                  <a:cubicBezTo>
                    <a:pt x="4469" y="11058"/>
                    <a:pt x="4730" y="10504"/>
                    <a:pt x="5546" y="8677"/>
                  </a:cubicBezTo>
                  <a:cubicBezTo>
                    <a:pt x="6981" y="5611"/>
                    <a:pt x="5611" y="1957"/>
                    <a:pt x="2545" y="555"/>
                  </a:cubicBezTo>
                  <a:cubicBezTo>
                    <a:pt x="1729" y="196"/>
                    <a:pt x="849"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113"/>
            <p:cNvSpPr/>
            <p:nvPr/>
          </p:nvSpPr>
          <p:spPr>
            <a:xfrm>
              <a:off x="2809375" y="426575"/>
              <a:ext cx="442025" cy="795050"/>
            </a:xfrm>
            <a:custGeom>
              <a:avLst/>
              <a:gdLst/>
              <a:ahLst/>
              <a:cxnLst/>
              <a:rect l="l" t="t" r="r" b="b"/>
              <a:pathLst>
                <a:path w="17681" h="31802" extrusionOk="0">
                  <a:moveTo>
                    <a:pt x="9060" y="1"/>
                  </a:moveTo>
                  <a:cubicBezTo>
                    <a:pt x="6738" y="1"/>
                    <a:pt x="4511" y="1337"/>
                    <a:pt x="3458" y="3585"/>
                  </a:cubicBezTo>
                  <a:cubicBezTo>
                    <a:pt x="2251" y="6228"/>
                    <a:pt x="0" y="11186"/>
                    <a:pt x="3523" y="18558"/>
                  </a:cubicBezTo>
                  <a:cubicBezTo>
                    <a:pt x="4437" y="20450"/>
                    <a:pt x="4241" y="20907"/>
                    <a:pt x="3686" y="22407"/>
                  </a:cubicBezTo>
                  <a:cubicBezTo>
                    <a:pt x="3523" y="22864"/>
                    <a:pt x="3328" y="23386"/>
                    <a:pt x="3165" y="24005"/>
                  </a:cubicBezTo>
                  <a:cubicBezTo>
                    <a:pt x="2219" y="27235"/>
                    <a:pt x="4078" y="30627"/>
                    <a:pt x="7340" y="31573"/>
                  </a:cubicBezTo>
                  <a:cubicBezTo>
                    <a:pt x="7894" y="31736"/>
                    <a:pt x="8482" y="31802"/>
                    <a:pt x="9036" y="31802"/>
                  </a:cubicBezTo>
                  <a:cubicBezTo>
                    <a:pt x="11678" y="31802"/>
                    <a:pt x="14125" y="30073"/>
                    <a:pt x="14908" y="27398"/>
                  </a:cubicBezTo>
                  <a:cubicBezTo>
                    <a:pt x="14940" y="27235"/>
                    <a:pt x="15071" y="26941"/>
                    <a:pt x="15169" y="26648"/>
                  </a:cubicBezTo>
                  <a:cubicBezTo>
                    <a:pt x="16049" y="24266"/>
                    <a:pt x="17680" y="19830"/>
                    <a:pt x="14549" y="13273"/>
                  </a:cubicBezTo>
                  <a:cubicBezTo>
                    <a:pt x="13505" y="11055"/>
                    <a:pt x="13733" y="10501"/>
                    <a:pt x="14582" y="8674"/>
                  </a:cubicBezTo>
                  <a:cubicBezTo>
                    <a:pt x="15984" y="5608"/>
                    <a:pt x="14647" y="1954"/>
                    <a:pt x="11580" y="552"/>
                  </a:cubicBezTo>
                  <a:cubicBezTo>
                    <a:pt x="10763" y="178"/>
                    <a:pt x="9905" y="1"/>
                    <a:pt x="906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9" name="Google Shape;5009;p113"/>
          <p:cNvGrpSpPr/>
          <p:nvPr/>
        </p:nvGrpSpPr>
        <p:grpSpPr>
          <a:xfrm>
            <a:off x="3254252" y="3442536"/>
            <a:ext cx="594989" cy="594989"/>
            <a:chOff x="1190625" y="238125"/>
            <a:chExt cx="5219200" cy="5219200"/>
          </a:xfrm>
        </p:grpSpPr>
        <p:sp>
          <p:nvSpPr>
            <p:cNvPr id="5010" name="Google Shape;5010;p113"/>
            <p:cNvSpPr/>
            <p:nvPr/>
          </p:nvSpPr>
          <p:spPr>
            <a:xfrm>
              <a:off x="2439950" y="4143525"/>
              <a:ext cx="2720525" cy="977000"/>
            </a:xfrm>
            <a:custGeom>
              <a:avLst/>
              <a:gdLst/>
              <a:ahLst/>
              <a:cxnLst/>
              <a:rect l="l" t="t" r="r" b="b"/>
              <a:pathLst>
                <a:path w="108821" h="39080" extrusionOk="0">
                  <a:moveTo>
                    <a:pt x="6427" y="1"/>
                  </a:moveTo>
                  <a:cubicBezTo>
                    <a:pt x="3295" y="1"/>
                    <a:pt x="686" y="2349"/>
                    <a:pt x="327" y="5448"/>
                  </a:cubicBezTo>
                  <a:cubicBezTo>
                    <a:pt x="1" y="8547"/>
                    <a:pt x="2056" y="11417"/>
                    <a:pt x="5122" y="12103"/>
                  </a:cubicBezTo>
                  <a:cubicBezTo>
                    <a:pt x="11222" y="13440"/>
                    <a:pt x="15658" y="18953"/>
                    <a:pt x="15658" y="25248"/>
                  </a:cubicBezTo>
                  <a:cubicBezTo>
                    <a:pt x="15658" y="27075"/>
                    <a:pt x="15299" y="28902"/>
                    <a:pt x="14582" y="30598"/>
                  </a:cubicBezTo>
                  <a:cubicBezTo>
                    <a:pt x="13799" y="32490"/>
                    <a:pt x="13995" y="34643"/>
                    <a:pt x="15136" y="36372"/>
                  </a:cubicBezTo>
                  <a:cubicBezTo>
                    <a:pt x="16278" y="38068"/>
                    <a:pt x="18170" y="39079"/>
                    <a:pt x="20225" y="39079"/>
                  </a:cubicBezTo>
                  <a:lnTo>
                    <a:pt x="88596" y="39079"/>
                  </a:lnTo>
                  <a:cubicBezTo>
                    <a:pt x="90651" y="39079"/>
                    <a:pt x="92543" y="38068"/>
                    <a:pt x="93685" y="36372"/>
                  </a:cubicBezTo>
                  <a:cubicBezTo>
                    <a:pt x="94827" y="34643"/>
                    <a:pt x="95022" y="32490"/>
                    <a:pt x="94239" y="30598"/>
                  </a:cubicBezTo>
                  <a:cubicBezTo>
                    <a:pt x="93522" y="28902"/>
                    <a:pt x="93130" y="27075"/>
                    <a:pt x="93130" y="25216"/>
                  </a:cubicBezTo>
                  <a:cubicBezTo>
                    <a:pt x="93130" y="18953"/>
                    <a:pt x="97599" y="13440"/>
                    <a:pt x="103699" y="12103"/>
                  </a:cubicBezTo>
                  <a:cubicBezTo>
                    <a:pt x="106765" y="11417"/>
                    <a:pt x="108821" y="8547"/>
                    <a:pt x="108494" y="5448"/>
                  </a:cubicBezTo>
                  <a:cubicBezTo>
                    <a:pt x="108135" y="2349"/>
                    <a:pt x="105526" y="1"/>
                    <a:pt x="102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113"/>
            <p:cNvSpPr/>
            <p:nvPr/>
          </p:nvSpPr>
          <p:spPr>
            <a:xfrm>
              <a:off x="3800200" y="4143525"/>
              <a:ext cx="1360275" cy="977800"/>
            </a:xfrm>
            <a:custGeom>
              <a:avLst/>
              <a:gdLst/>
              <a:ahLst/>
              <a:cxnLst/>
              <a:rect l="l" t="t" r="r" b="b"/>
              <a:pathLst>
                <a:path w="54411" h="39112" extrusionOk="0">
                  <a:moveTo>
                    <a:pt x="1" y="1"/>
                  </a:moveTo>
                  <a:lnTo>
                    <a:pt x="1" y="39112"/>
                  </a:lnTo>
                  <a:lnTo>
                    <a:pt x="34186" y="39112"/>
                  </a:lnTo>
                  <a:cubicBezTo>
                    <a:pt x="36241" y="39112"/>
                    <a:pt x="38133" y="38068"/>
                    <a:pt x="39275" y="36372"/>
                  </a:cubicBezTo>
                  <a:cubicBezTo>
                    <a:pt x="40417" y="34643"/>
                    <a:pt x="40612" y="32490"/>
                    <a:pt x="39829" y="30598"/>
                  </a:cubicBezTo>
                  <a:cubicBezTo>
                    <a:pt x="39112" y="28902"/>
                    <a:pt x="38753" y="27075"/>
                    <a:pt x="38753" y="25248"/>
                  </a:cubicBezTo>
                  <a:cubicBezTo>
                    <a:pt x="38753" y="18953"/>
                    <a:pt x="43189" y="13440"/>
                    <a:pt x="49289" y="12103"/>
                  </a:cubicBezTo>
                  <a:cubicBezTo>
                    <a:pt x="52355" y="11417"/>
                    <a:pt x="54411" y="8547"/>
                    <a:pt x="54084" y="5448"/>
                  </a:cubicBezTo>
                  <a:cubicBezTo>
                    <a:pt x="53725" y="2349"/>
                    <a:pt x="51116" y="1"/>
                    <a:pt x="4798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113"/>
            <p:cNvSpPr/>
            <p:nvPr/>
          </p:nvSpPr>
          <p:spPr>
            <a:xfrm>
              <a:off x="4463200" y="4163100"/>
              <a:ext cx="1284425" cy="1294225"/>
            </a:xfrm>
            <a:custGeom>
              <a:avLst/>
              <a:gdLst/>
              <a:ahLst/>
              <a:cxnLst/>
              <a:rect l="l" t="t" r="r" b="b"/>
              <a:pathLst>
                <a:path w="51377" h="51769" extrusionOk="0">
                  <a:moveTo>
                    <a:pt x="25672" y="0"/>
                  </a:moveTo>
                  <a:cubicBezTo>
                    <a:pt x="11515" y="0"/>
                    <a:pt x="1" y="11515"/>
                    <a:pt x="1" y="25672"/>
                  </a:cubicBezTo>
                  <a:cubicBezTo>
                    <a:pt x="1" y="32522"/>
                    <a:pt x="2643" y="39014"/>
                    <a:pt x="7438" y="43972"/>
                  </a:cubicBezTo>
                  <a:cubicBezTo>
                    <a:pt x="12331" y="48995"/>
                    <a:pt x="18790" y="51768"/>
                    <a:pt x="25672" y="51768"/>
                  </a:cubicBezTo>
                  <a:cubicBezTo>
                    <a:pt x="32555" y="51768"/>
                    <a:pt x="39014" y="48995"/>
                    <a:pt x="43907" y="43972"/>
                  </a:cubicBezTo>
                  <a:cubicBezTo>
                    <a:pt x="48702" y="39014"/>
                    <a:pt x="51377" y="32522"/>
                    <a:pt x="51377" y="25672"/>
                  </a:cubicBezTo>
                  <a:cubicBezTo>
                    <a:pt x="51377" y="11515"/>
                    <a:pt x="39829" y="0"/>
                    <a:pt x="2567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113"/>
            <p:cNvSpPr/>
            <p:nvPr/>
          </p:nvSpPr>
          <p:spPr>
            <a:xfrm>
              <a:off x="4769000" y="4468900"/>
              <a:ext cx="672825" cy="682600"/>
            </a:xfrm>
            <a:custGeom>
              <a:avLst/>
              <a:gdLst/>
              <a:ahLst/>
              <a:cxnLst/>
              <a:rect l="l" t="t" r="r" b="b"/>
              <a:pathLst>
                <a:path w="26913" h="27304" extrusionOk="0">
                  <a:moveTo>
                    <a:pt x="13440" y="1"/>
                  </a:moveTo>
                  <a:cubicBezTo>
                    <a:pt x="6036" y="1"/>
                    <a:pt x="1" y="6036"/>
                    <a:pt x="1" y="13440"/>
                  </a:cubicBezTo>
                  <a:cubicBezTo>
                    <a:pt x="1" y="20943"/>
                    <a:pt x="6134" y="27304"/>
                    <a:pt x="13440" y="27304"/>
                  </a:cubicBezTo>
                  <a:cubicBezTo>
                    <a:pt x="20747" y="27304"/>
                    <a:pt x="26912" y="20943"/>
                    <a:pt x="26912" y="13440"/>
                  </a:cubicBezTo>
                  <a:cubicBezTo>
                    <a:pt x="26912" y="6036"/>
                    <a:pt x="20845"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113"/>
            <p:cNvSpPr/>
            <p:nvPr/>
          </p:nvSpPr>
          <p:spPr>
            <a:xfrm>
              <a:off x="1853600" y="4163100"/>
              <a:ext cx="1284450" cy="1294225"/>
            </a:xfrm>
            <a:custGeom>
              <a:avLst/>
              <a:gdLst/>
              <a:ahLst/>
              <a:cxnLst/>
              <a:rect l="l" t="t" r="r" b="b"/>
              <a:pathLst>
                <a:path w="51378" h="51769" extrusionOk="0">
                  <a:moveTo>
                    <a:pt x="25673" y="0"/>
                  </a:moveTo>
                  <a:cubicBezTo>
                    <a:pt x="11516" y="0"/>
                    <a:pt x="1" y="11515"/>
                    <a:pt x="1" y="25672"/>
                  </a:cubicBezTo>
                  <a:cubicBezTo>
                    <a:pt x="1" y="32522"/>
                    <a:pt x="2643" y="39014"/>
                    <a:pt x="7438" y="43972"/>
                  </a:cubicBezTo>
                  <a:cubicBezTo>
                    <a:pt x="12331" y="48995"/>
                    <a:pt x="18790" y="51768"/>
                    <a:pt x="25673" y="51768"/>
                  </a:cubicBezTo>
                  <a:cubicBezTo>
                    <a:pt x="32556" y="51768"/>
                    <a:pt x="39014" y="48995"/>
                    <a:pt x="43907" y="43972"/>
                  </a:cubicBezTo>
                  <a:cubicBezTo>
                    <a:pt x="48702" y="39014"/>
                    <a:pt x="51377" y="32522"/>
                    <a:pt x="51377" y="25672"/>
                  </a:cubicBezTo>
                  <a:cubicBezTo>
                    <a:pt x="51377" y="11515"/>
                    <a:pt x="39830" y="0"/>
                    <a:pt x="2567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113"/>
            <p:cNvSpPr/>
            <p:nvPr/>
          </p:nvSpPr>
          <p:spPr>
            <a:xfrm>
              <a:off x="2159425" y="4468900"/>
              <a:ext cx="672800" cy="682600"/>
            </a:xfrm>
            <a:custGeom>
              <a:avLst/>
              <a:gdLst/>
              <a:ahLst/>
              <a:cxnLst/>
              <a:rect l="l" t="t" r="r" b="b"/>
              <a:pathLst>
                <a:path w="26912" h="27304" extrusionOk="0">
                  <a:moveTo>
                    <a:pt x="13440" y="1"/>
                  </a:moveTo>
                  <a:cubicBezTo>
                    <a:pt x="6035" y="1"/>
                    <a:pt x="0" y="6036"/>
                    <a:pt x="0" y="13440"/>
                  </a:cubicBezTo>
                  <a:cubicBezTo>
                    <a:pt x="0" y="20943"/>
                    <a:pt x="6133" y="27304"/>
                    <a:pt x="13440" y="27304"/>
                  </a:cubicBezTo>
                  <a:cubicBezTo>
                    <a:pt x="20747" y="27304"/>
                    <a:pt x="26912" y="20943"/>
                    <a:pt x="26912" y="13440"/>
                  </a:cubicBezTo>
                  <a:cubicBezTo>
                    <a:pt x="26912" y="6036"/>
                    <a:pt x="20844" y="1"/>
                    <a:pt x="1344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113"/>
            <p:cNvSpPr/>
            <p:nvPr/>
          </p:nvSpPr>
          <p:spPr>
            <a:xfrm>
              <a:off x="1190625" y="2532100"/>
              <a:ext cx="5219200" cy="1917250"/>
            </a:xfrm>
            <a:custGeom>
              <a:avLst/>
              <a:gdLst/>
              <a:ahLst/>
              <a:cxnLst/>
              <a:rect l="l" t="t" r="r" b="b"/>
              <a:pathLst>
                <a:path w="208768" h="76690" extrusionOk="0">
                  <a:moveTo>
                    <a:pt x="55062" y="1"/>
                  </a:moveTo>
                  <a:cubicBezTo>
                    <a:pt x="24693" y="1"/>
                    <a:pt x="0" y="24694"/>
                    <a:pt x="0" y="55030"/>
                  </a:cubicBezTo>
                  <a:lnTo>
                    <a:pt x="0" y="70557"/>
                  </a:lnTo>
                  <a:cubicBezTo>
                    <a:pt x="0" y="73950"/>
                    <a:pt x="2740" y="76690"/>
                    <a:pt x="6133" y="76690"/>
                  </a:cubicBezTo>
                  <a:lnTo>
                    <a:pt x="202667" y="76690"/>
                  </a:lnTo>
                  <a:cubicBezTo>
                    <a:pt x="206027" y="76690"/>
                    <a:pt x="208767" y="73950"/>
                    <a:pt x="208767" y="70557"/>
                  </a:cubicBezTo>
                  <a:lnTo>
                    <a:pt x="208767" y="55030"/>
                  </a:lnTo>
                  <a:cubicBezTo>
                    <a:pt x="208767" y="51573"/>
                    <a:pt x="208441" y="48180"/>
                    <a:pt x="207821" y="44886"/>
                  </a:cubicBezTo>
                  <a:cubicBezTo>
                    <a:pt x="186912" y="44886"/>
                    <a:pt x="118410" y="1"/>
                    <a:pt x="118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113"/>
            <p:cNvSpPr/>
            <p:nvPr/>
          </p:nvSpPr>
          <p:spPr>
            <a:xfrm>
              <a:off x="3800200" y="2532100"/>
              <a:ext cx="2609625" cy="1917250"/>
            </a:xfrm>
            <a:custGeom>
              <a:avLst/>
              <a:gdLst/>
              <a:ahLst/>
              <a:cxnLst/>
              <a:rect l="l" t="t" r="r" b="b"/>
              <a:pathLst>
                <a:path w="104385" h="76690" extrusionOk="0">
                  <a:moveTo>
                    <a:pt x="1" y="1"/>
                  </a:moveTo>
                  <a:lnTo>
                    <a:pt x="1" y="76690"/>
                  </a:lnTo>
                  <a:lnTo>
                    <a:pt x="98284" y="76690"/>
                  </a:lnTo>
                  <a:cubicBezTo>
                    <a:pt x="101644" y="76690"/>
                    <a:pt x="104384" y="73950"/>
                    <a:pt x="104384" y="70557"/>
                  </a:cubicBezTo>
                  <a:lnTo>
                    <a:pt x="104384" y="55030"/>
                  </a:lnTo>
                  <a:cubicBezTo>
                    <a:pt x="104384" y="51573"/>
                    <a:pt x="104058" y="48180"/>
                    <a:pt x="103438" y="44886"/>
                  </a:cubicBezTo>
                  <a:cubicBezTo>
                    <a:pt x="82529" y="44886"/>
                    <a:pt x="14027" y="1"/>
                    <a:pt x="1402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113"/>
            <p:cNvSpPr/>
            <p:nvPr/>
          </p:nvSpPr>
          <p:spPr>
            <a:xfrm>
              <a:off x="4128025" y="2531300"/>
              <a:ext cx="2258150" cy="1123775"/>
            </a:xfrm>
            <a:custGeom>
              <a:avLst/>
              <a:gdLst/>
              <a:ahLst/>
              <a:cxnLst/>
              <a:rect l="l" t="t" r="r" b="b"/>
              <a:pathLst>
                <a:path w="90326" h="44951" extrusionOk="0">
                  <a:moveTo>
                    <a:pt x="914" y="0"/>
                  </a:moveTo>
                  <a:cubicBezTo>
                    <a:pt x="1" y="17517"/>
                    <a:pt x="2806" y="28706"/>
                    <a:pt x="9885" y="35654"/>
                  </a:cubicBezTo>
                  <a:cubicBezTo>
                    <a:pt x="17909" y="43515"/>
                    <a:pt x="30044" y="44950"/>
                    <a:pt x="47267" y="44950"/>
                  </a:cubicBezTo>
                  <a:cubicBezTo>
                    <a:pt x="51801" y="44950"/>
                    <a:pt x="56694" y="44852"/>
                    <a:pt x="61946" y="44755"/>
                  </a:cubicBezTo>
                  <a:cubicBezTo>
                    <a:pt x="62951" y="44736"/>
                    <a:pt x="64305" y="44728"/>
                    <a:pt x="65899" y="44728"/>
                  </a:cubicBezTo>
                  <a:cubicBezTo>
                    <a:pt x="72529" y="44728"/>
                    <a:pt x="83303" y="44865"/>
                    <a:pt x="90325" y="44918"/>
                  </a:cubicBezTo>
                  <a:cubicBezTo>
                    <a:pt x="88303" y="34023"/>
                    <a:pt x="83051" y="24237"/>
                    <a:pt x="75614" y="16636"/>
                  </a:cubicBezTo>
                  <a:cubicBezTo>
                    <a:pt x="75450" y="16473"/>
                    <a:pt x="72417" y="13603"/>
                    <a:pt x="71928" y="13178"/>
                  </a:cubicBezTo>
                  <a:cubicBezTo>
                    <a:pt x="63218" y="5774"/>
                    <a:pt x="52258" y="1109"/>
                    <a:pt x="40515" y="196"/>
                  </a:cubicBezTo>
                  <a:cubicBezTo>
                    <a:pt x="38166" y="33"/>
                    <a:pt x="36926" y="0"/>
                    <a:pt x="362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113"/>
            <p:cNvSpPr/>
            <p:nvPr/>
          </p:nvSpPr>
          <p:spPr>
            <a:xfrm>
              <a:off x="2678900" y="238125"/>
              <a:ext cx="2263025" cy="1947425"/>
            </a:xfrm>
            <a:custGeom>
              <a:avLst/>
              <a:gdLst/>
              <a:ahLst/>
              <a:cxnLst/>
              <a:rect l="l" t="t" r="r" b="b"/>
              <a:pathLst>
                <a:path w="90521" h="77897" extrusionOk="0">
                  <a:moveTo>
                    <a:pt x="45277" y="0"/>
                  </a:moveTo>
                  <a:cubicBezTo>
                    <a:pt x="31054" y="0"/>
                    <a:pt x="19801" y="4077"/>
                    <a:pt x="11874" y="12135"/>
                  </a:cubicBezTo>
                  <a:cubicBezTo>
                    <a:pt x="3980" y="20159"/>
                    <a:pt x="0" y="31413"/>
                    <a:pt x="0" y="45668"/>
                  </a:cubicBezTo>
                  <a:lnTo>
                    <a:pt x="0" y="71764"/>
                  </a:lnTo>
                  <a:cubicBezTo>
                    <a:pt x="0" y="75156"/>
                    <a:pt x="2740" y="77896"/>
                    <a:pt x="6133" y="77896"/>
                  </a:cubicBezTo>
                  <a:lnTo>
                    <a:pt x="84420" y="77896"/>
                  </a:lnTo>
                  <a:cubicBezTo>
                    <a:pt x="87780" y="77896"/>
                    <a:pt x="90520" y="75156"/>
                    <a:pt x="90520" y="71764"/>
                  </a:cubicBezTo>
                  <a:lnTo>
                    <a:pt x="90520" y="45668"/>
                  </a:lnTo>
                  <a:cubicBezTo>
                    <a:pt x="90520" y="31413"/>
                    <a:pt x="86541" y="20159"/>
                    <a:pt x="78647" y="12135"/>
                  </a:cubicBezTo>
                  <a:cubicBezTo>
                    <a:pt x="70720" y="4077"/>
                    <a:pt x="59466" y="0"/>
                    <a:pt x="452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113"/>
            <p:cNvSpPr/>
            <p:nvPr/>
          </p:nvSpPr>
          <p:spPr>
            <a:xfrm>
              <a:off x="3800200" y="238125"/>
              <a:ext cx="1141725" cy="1947425"/>
            </a:xfrm>
            <a:custGeom>
              <a:avLst/>
              <a:gdLst/>
              <a:ahLst/>
              <a:cxnLst/>
              <a:rect l="l" t="t" r="r" b="b"/>
              <a:pathLst>
                <a:path w="45669" h="77897" extrusionOk="0">
                  <a:moveTo>
                    <a:pt x="1" y="0"/>
                  </a:moveTo>
                  <a:lnTo>
                    <a:pt x="1" y="77896"/>
                  </a:lnTo>
                  <a:lnTo>
                    <a:pt x="39568" y="77896"/>
                  </a:lnTo>
                  <a:cubicBezTo>
                    <a:pt x="42928" y="77896"/>
                    <a:pt x="45668" y="75156"/>
                    <a:pt x="45668" y="71764"/>
                  </a:cubicBezTo>
                  <a:lnTo>
                    <a:pt x="45668" y="45668"/>
                  </a:lnTo>
                  <a:cubicBezTo>
                    <a:pt x="45668" y="31413"/>
                    <a:pt x="41689" y="20159"/>
                    <a:pt x="33795" y="12135"/>
                  </a:cubicBezTo>
                  <a:cubicBezTo>
                    <a:pt x="25868" y="4077"/>
                    <a:pt x="14614" y="0"/>
                    <a:pt x="4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113"/>
            <p:cNvSpPr/>
            <p:nvPr/>
          </p:nvSpPr>
          <p:spPr>
            <a:xfrm>
              <a:off x="3331300" y="247075"/>
              <a:ext cx="305825" cy="633675"/>
            </a:xfrm>
            <a:custGeom>
              <a:avLst/>
              <a:gdLst/>
              <a:ahLst/>
              <a:cxnLst/>
              <a:rect l="l" t="t" r="r" b="b"/>
              <a:pathLst>
                <a:path w="12233" h="25347" extrusionOk="0">
                  <a:moveTo>
                    <a:pt x="12233" y="1"/>
                  </a:moveTo>
                  <a:cubicBezTo>
                    <a:pt x="7796" y="457"/>
                    <a:pt x="3719" y="1371"/>
                    <a:pt x="0" y="2741"/>
                  </a:cubicBezTo>
                  <a:lnTo>
                    <a:pt x="0" y="19214"/>
                  </a:lnTo>
                  <a:cubicBezTo>
                    <a:pt x="0" y="22606"/>
                    <a:pt x="2740" y="25346"/>
                    <a:pt x="6133" y="25346"/>
                  </a:cubicBezTo>
                  <a:cubicBezTo>
                    <a:pt x="9493" y="25346"/>
                    <a:pt x="12233" y="22606"/>
                    <a:pt x="12233" y="19214"/>
                  </a:cubicBezTo>
                  <a:lnTo>
                    <a:pt x="1223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113"/>
            <p:cNvSpPr/>
            <p:nvPr/>
          </p:nvSpPr>
          <p:spPr>
            <a:xfrm>
              <a:off x="3983700" y="247075"/>
              <a:ext cx="305825" cy="633675"/>
            </a:xfrm>
            <a:custGeom>
              <a:avLst/>
              <a:gdLst/>
              <a:ahLst/>
              <a:cxnLst/>
              <a:rect l="l" t="t" r="r" b="b"/>
              <a:pathLst>
                <a:path w="12233" h="25347" extrusionOk="0">
                  <a:moveTo>
                    <a:pt x="0" y="1"/>
                  </a:moveTo>
                  <a:lnTo>
                    <a:pt x="0" y="19214"/>
                  </a:lnTo>
                  <a:cubicBezTo>
                    <a:pt x="0" y="22606"/>
                    <a:pt x="2740" y="25346"/>
                    <a:pt x="6133" y="25346"/>
                  </a:cubicBezTo>
                  <a:cubicBezTo>
                    <a:pt x="9492" y="25346"/>
                    <a:pt x="12232" y="22606"/>
                    <a:pt x="12232" y="19214"/>
                  </a:cubicBezTo>
                  <a:lnTo>
                    <a:pt x="12232" y="2741"/>
                  </a:lnTo>
                  <a:cubicBezTo>
                    <a:pt x="8514" y="1371"/>
                    <a:pt x="4436" y="457"/>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113"/>
            <p:cNvSpPr/>
            <p:nvPr/>
          </p:nvSpPr>
          <p:spPr>
            <a:xfrm>
              <a:off x="2424450" y="1227300"/>
              <a:ext cx="2772725" cy="305850"/>
            </a:xfrm>
            <a:custGeom>
              <a:avLst/>
              <a:gdLst/>
              <a:ahLst/>
              <a:cxnLst/>
              <a:rect l="l" t="t" r="r" b="b"/>
              <a:pathLst>
                <a:path w="110909" h="12234" extrusionOk="0">
                  <a:moveTo>
                    <a:pt x="6101" y="1"/>
                  </a:moveTo>
                  <a:cubicBezTo>
                    <a:pt x="2708" y="1"/>
                    <a:pt x="1" y="2708"/>
                    <a:pt x="1" y="6101"/>
                  </a:cubicBezTo>
                  <a:cubicBezTo>
                    <a:pt x="1" y="9493"/>
                    <a:pt x="2708" y="12233"/>
                    <a:pt x="6101" y="12233"/>
                  </a:cubicBezTo>
                  <a:lnTo>
                    <a:pt x="104776" y="12233"/>
                  </a:lnTo>
                  <a:cubicBezTo>
                    <a:pt x="108168" y="12233"/>
                    <a:pt x="110908" y="9493"/>
                    <a:pt x="110908" y="6101"/>
                  </a:cubicBezTo>
                  <a:cubicBezTo>
                    <a:pt x="110908" y="2708"/>
                    <a:pt x="108168" y="1"/>
                    <a:pt x="10477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113"/>
            <p:cNvSpPr/>
            <p:nvPr/>
          </p:nvSpPr>
          <p:spPr>
            <a:xfrm>
              <a:off x="3800200" y="1227300"/>
              <a:ext cx="1396975" cy="305850"/>
            </a:xfrm>
            <a:custGeom>
              <a:avLst/>
              <a:gdLst/>
              <a:ahLst/>
              <a:cxnLst/>
              <a:rect l="l" t="t" r="r" b="b"/>
              <a:pathLst>
                <a:path w="55879" h="12234" extrusionOk="0">
                  <a:moveTo>
                    <a:pt x="1" y="1"/>
                  </a:moveTo>
                  <a:lnTo>
                    <a:pt x="1" y="12233"/>
                  </a:lnTo>
                  <a:lnTo>
                    <a:pt x="49746" y="12233"/>
                  </a:lnTo>
                  <a:cubicBezTo>
                    <a:pt x="53138" y="12233"/>
                    <a:pt x="55878" y="9493"/>
                    <a:pt x="55878" y="6101"/>
                  </a:cubicBezTo>
                  <a:cubicBezTo>
                    <a:pt x="55878" y="2708"/>
                    <a:pt x="53138" y="1"/>
                    <a:pt x="4974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25" name="Google Shape;5025;p113"/>
          <p:cNvSpPr txBox="1">
            <a:spLocks noGrp="1"/>
          </p:cNvSpPr>
          <p:nvPr>
            <p:ph type="subTitle" idx="4294967295"/>
          </p:nvPr>
        </p:nvSpPr>
        <p:spPr>
          <a:xfrm>
            <a:off x="1318126" y="3442600"/>
            <a:ext cx="1767000" cy="6531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sz="1400"/>
              <a:t>Venus has a beautiful name</a:t>
            </a:r>
            <a:endParaRPr sz="1400"/>
          </a:p>
        </p:txBody>
      </p:sp>
      <p:sp>
        <p:nvSpPr>
          <p:cNvPr id="5026" name="Google Shape;5026;p113"/>
          <p:cNvSpPr txBox="1">
            <a:spLocks noGrp="1"/>
          </p:cNvSpPr>
          <p:nvPr>
            <p:ph type="subTitle" idx="4294967295"/>
          </p:nvPr>
        </p:nvSpPr>
        <p:spPr>
          <a:xfrm>
            <a:off x="5958626" y="3442600"/>
            <a:ext cx="1767000" cy="653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sz="1400"/>
              <a:t>Earth is the planet where we live on</a:t>
            </a:r>
            <a:endParaRPr sz="1400"/>
          </a:p>
        </p:txBody>
      </p:sp>
      <p:sp>
        <p:nvSpPr>
          <p:cNvPr id="5027" name="Google Shape;5027;p113"/>
          <p:cNvSpPr txBox="1">
            <a:spLocks noGrp="1"/>
          </p:cNvSpPr>
          <p:nvPr>
            <p:ph type="subTitle" idx="4294967295"/>
          </p:nvPr>
        </p:nvSpPr>
        <p:spPr>
          <a:xfrm>
            <a:off x="3638475" y="1504175"/>
            <a:ext cx="1767000" cy="653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400"/>
              <a:t>Despite being red, Mars is cold</a:t>
            </a:r>
            <a:endParaRPr sz="140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031"/>
        <p:cNvGrpSpPr/>
        <p:nvPr/>
      </p:nvGrpSpPr>
      <p:grpSpPr>
        <a:xfrm>
          <a:off x="0" y="0"/>
          <a:ext cx="0" cy="0"/>
          <a:chOff x="0" y="0"/>
          <a:chExt cx="0" cy="0"/>
        </a:xfrm>
      </p:grpSpPr>
      <p:sp>
        <p:nvSpPr>
          <p:cNvPr id="5032" name="Google Shape;5032;p114"/>
          <p:cNvSpPr txBox="1">
            <a:spLocks noGrp="1"/>
          </p:cNvSpPr>
          <p:nvPr>
            <p:ph type="body" idx="1"/>
          </p:nvPr>
        </p:nvSpPr>
        <p:spPr>
          <a:xfrm>
            <a:off x="737000" y="1408100"/>
            <a:ext cx="3600600" cy="316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on this template? Get them for free at our other websites:</a:t>
            </a:r>
            <a:endParaRPr/>
          </a:p>
          <a:p>
            <a:pPr marL="0" lvl="0" indent="0" algn="l" rtl="0">
              <a:spcBef>
                <a:spcPts val="1600"/>
              </a:spcBef>
              <a:spcAft>
                <a:spcPts val="0"/>
              </a:spcAft>
              <a:buNone/>
            </a:pPr>
            <a:r>
              <a:rPr lang="en"/>
              <a:t>PHOTOS:</a:t>
            </a:r>
            <a:endParaRPr/>
          </a:p>
          <a:p>
            <a:pPr marL="457200" lvl="0" indent="-317500" algn="l" rtl="0">
              <a:spcBef>
                <a:spcPts val="1600"/>
              </a:spcBef>
              <a:spcAft>
                <a:spcPts val="0"/>
              </a:spcAft>
              <a:buSzPts val="1400"/>
              <a:buChar char="●"/>
            </a:pPr>
            <a:r>
              <a:rPr lang="en">
                <a:solidFill>
                  <a:srgbClr val="27343E"/>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Pretty girls having pizza on floor</a:t>
            </a:r>
            <a:endParaRPr/>
          </a:p>
          <a:p>
            <a:pPr marL="457200" lvl="0" indent="-317500" algn="l" rtl="0">
              <a:spcBef>
                <a:spcPts val="0"/>
              </a:spcBef>
              <a:spcAft>
                <a:spcPts val="0"/>
              </a:spcAft>
              <a:buClr>
                <a:schemeClr val="dk2"/>
              </a:buClr>
              <a:buSzPts val="1400"/>
              <a:buChar char="●"/>
            </a:pPr>
            <a:r>
              <a:rPr lang="en">
                <a:solidFill>
                  <a:schemeClr val="dk2"/>
                </a:solidFill>
                <a:uFill>
                  <a:noFill/>
                </a:uFil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Close-up delivery guy holding pizza slice</a:t>
            </a:r>
            <a:endParaRPr>
              <a:solidFill>
                <a:schemeClr val="dk2"/>
              </a:solidFill>
            </a:endParaRPr>
          </a:p>
          <a:p>
            <a:pPr marL="457200" lvl="0" indent="0" algn="l" rtl="0">
              <a:spcBef>
                <a:spcPts val="0"/>
              </a:spcBef>
              <a:spcAft>
                <a:spcPts val="0"/>
              </a:spcAft>
              <a:buNone/>
            </a:pPr>
            <a:endParaRPr>
              <a:solidFill>
                <a:schemeClr val="dk2"/>
              </a:solidFill>
            </a:endParaRPr>
          </a:p>
          <a:p>
            <a:pPr marL="0" lvl="0" indent="0" algn="l" rtl="0">
              <a:spcBef>
                <a:spcPts val="0"/>
              </a:spcBef>
              <a:spcAft>
                <a:spcPts val="0"/>
              </a:spcAft>
              <a:buNone/>
            </a:pPr>
            <a:r>
              <a:rPr lang="en">
                <a:solidFill>
                  <a:schemeClr val="dk2"/>
                </a:solidFill>
              </a:rPr>
              <a:t>VECTORS:</a:t>
            </a:r>
            <a:endParaRPr>
              <a:solidFill>
                <a:schemeClr val="dk2"/>
              </a:solidFill>
              <a:uFill>
                <a:noFill/>
              </a:uFil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endParaRPr>
          </a:p>
          <a:p>
            <a:pPr marL="457200" lvl="0" indent="-317500" algn="l" rtl="0">
              <a:spcBef>
                <a:spcPts val="1600"/>
              </a:spcBef>
              <a:spcAft>
                <a:spcPts val="0"/>
              </a:spcAft>
              <a:buClr>
                <a:schemeClr val="dk2"/>
              </a:buClr>
              <a:buSzPts val="1400"/>
              <a:buChar char="●"/>
            </a:pPr>
            <a:r>
              <a:rPr lang="en">
                <a:solidFill>
                  <a:schemeClr val="dk2"/>
                </a:solidFill>
                <a:uFill>
                  <a:noFill/>
                </a:uFill>
                <a:hlinkClick r:id="rId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 family sitting around table illustration</a:t>
            </a:r>
            <a:endParaRPr>
              <a:solidFill>
                <a:schemeClr val="dk2"/>
              </a:solidFill>
            </a:endParaRPr>
          </a:p>
        </p:txBody>
      </p:sp>
      <p:sp>
        <p:nvSpPr>
          <p:cNvPr id="5033" name="Google Shape;5033;p114"/>
          <p:cNvSpPr txBox="1">
            <a:spLocks noGrp="1"/>
          </p:cNvSpPr>
          <p:nvPr>
            <p:ph type="body" idx="2"/>
          </p:nvPr>
        </p:nvSpPr>
        <p:spPr>
          <a:xfrm>
            <a:off x="4806426" y="1408100"/>
            <a:ext cx="3600600" cy="31668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Clr>
                <a:srgbClr val="27343E"/>
              </a:buClr>
              <a:buSzPts val="1400"/>
              <a:buChar char="●"/>
            </a:pPr>
            <a:r>
              <a:rPr lang="en">
                <a:solidFill>
                  <a:srgbClr val="27343E"/>
                </a:solidFill>
                <a:uFill>
                  <a:noFill/>
                </a:uFill>
                <a:hlinkClick r:id="rId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 delivery girl on bike background</a:t>
            </a:r>
            <a:endParaRPr>
              <a:solidFill>
                <a:schemeClr val="dk2"/>
              </a:solidFill>
            </a:endParaRPr>
          </a:p>
          <a:p>
            <a:pPr marL="457200" lvl="0" indent="-317500" algn="l" rtl="0">
              <a:spcBef>
                <a:spcPts val="0"/>
              </a:spcBef>
              <a:spcAft>
                <a:spcPts val="0"/>
              </a:spcAft>
              <a:buClr>
                <a:schemeClr val="dk2"/>
              </a:buClr>
              <a:buSzPts val="1400"/>
              <a:buChar char="●"/>
            </a:pPr>
            <a:r>
              <a:rPr lang="en">
                <a:solidFill>
                  <a:srgbClr val="27343E"/>
                </a:solidFill>
                <a:uFill>
                  <a:noFill/>
                </a:uFill>
                <a:hlinkClick r:id="rId8">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Bicycle delivery</a:t>
            </a:r>
            <a:endParaRPr>
              <a:solidFill>
                <a:schemeClr val="dk2"/>
              </a:solidFill>
            </a:endParaRPr>
          </a:p>
          <a:p>
            <a:pPr marL="457200" lvl="0" indent="-317500" algn="l" rtl="0">
              <a:spcBef>
                <a:spcPts val="0"/>
              </a:spcBef>
              <a:spcAft>
                <a:spcPts val="0"/>
              </a:spcAft>
              <a:buSzPts val="1400"/>
              <a:buChar char="●"/>
            </a:pPr>
            <a:r>
              <a:rPr lang="en">
                <a:solidFill>
                  <a:srgbClr val="27343E"/>
                </a:solidFill>
                <a:uFill>
                  <a:noFill/>
                </a:uFill>
                <a:hlinkClick r:id="rId9">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 colorful design delivery man for landing pages</a:t>
            </a:r>
            <a:endParaRPr>
              <a:solidFill>
                <a:srgbClr val="27343E"/>
              </a:solidFill>
            </a:endParaRPr>
          </a:p>
          <a:p>
            <a:pPr marL="457200" lvl="0" indent="-317500" algn="l" rtl="0">
              <a:spcBef>
                <a:spcPts val="0"/>
              </a:spcBef>
              <a:spcAft>
                <a:spcPts val="0"/>
              </a:spcAft>
              <a:buClr>
                <a:schemeClr val="dk2"/>
              </a:buClr>
              <a:buSzPts val="1400"/>
              <a:buChar char="●"/>
            </a:pPr>
            <a:r>
              <a:rPr lang="en">
                <a:solidFill>
                  <a:srgbClr val="27343E"/>
                </a:solidFill>
                <a:uFill>
                  <a:noFill/>
                </a:uFill>
                <a:hlinkClick r:id="rId10">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People sitting on a sofa</a:t>
            </a:r>
            <a:endParaRPr>
              <a:solidFill>
                <a:schemeClr val="dk2"/>
              </a:solidFill>
            </a:endParaRPr>
          </a:p>
          <a:p>
            <a:pPr marL="457200" lvl="0" indent="-317500" algn="l" rtl="0">
              <a:spcBef>
                <a:spcPts val="0"/>
              </a:spcBef>
              <a:spcAft>
                <a:spcPts val="0"/>
              </a:spcAft>
              <a:buClr>
                <a:schemeClr val="dk2"/>
              </a:buClr>
              <a:buSzPts val="1400"/>
              <a:buChar char="●"/>
            </a:pPr>
            <a:r>
              <a:rPr lang="en">
                <a:solidFill>
                  <a:srgbClr val="27343E"/>
                </a:solidFill>
                <a:uFill>
                  <a:noFill/>
                </a:uFill>
                <a:hlinkClick r:id="rId11">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Happy students jumping with flat design</a:t>
            </a:r>
            <a:endParaRPr/>
          </a:p>
          <a:p>
            <a:pPr marL="457200" lvl="0" indent="-317500" algn="l" rtl="0">
              <a:spcBef>
                <a:spcPts val="0"/>
              </a:spcBef>
              <a:spcAft>
                <a:spcPts val="0"/>
              </a:spcAft>
              <a:buSzPts val="1400"/>
              <a:buChar char="●"/>
            </a:pPr>
            <a:r>
              <a:rPr lang="en">
                <a:solidFill>
                  <a:srgbClr val="27343E"/>
                </a:solidFill>
                <a:uFill>
                  <a:noFill/>
                </a:uFill>
                <a:hlinkClick r:id="rId1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Bicycle delivery concept in flat style</a:t>
            </a:r>
            <a:endParaRPr/>
          </a:p>
          <a:p>
            <a:pPr marL="457200" lvl="0" indent="-317500" algn="l" rtl="0">
              <a:spcBef>
                <a:spcPts val="0"/>
              </a:spcBef>
              <a:spcAft>
                <a:spcPts val="0"/>
              </a:spcAft>
              <a:buSzPts val="1400"/>
              <a:buChar char="●"/>
            </a:pPr>
            <a:r>
              <a:rPr lang="en">
                <a:solidFill>
                  <a:srgbClr val="27343E"/>
                </a:solidFill>
                <a:uFill>
                  <a:noFill/>
                </a:uFill>
                <a:hlinkClick r:id="rId1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Friendship concept killed by social media</a:t>
            </a:r>
            <a:endParaRPr/>
          </a:p>
          <a:p>
            <a:pPr marL="457200" lvl="0" indent="-317500" algn="l" rtl="0">
              <a:spcBef>
                <a:spcPts val="0"/>
              </a:spcBef>
              <a:spcAft>
                <a:spcPts val="0"/>
              </a:spcAft>
              <a:buSzPts val="1400"/>
              <a:buChar char="●"/>
            </a:pPr>
            <a:r>
              <a:rPr lang="en">
                <a:solidFill>
                  <a:srgbClr val="27343E"/>
                </a:solidFill>
                <a:uFill>
                  <a:noFill/>
                </a:uFill>
                <a:hlinkClick r:id="rId1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Delivery logo template</a:t>
            </a:r>
            <a:endParaRPr>
              <a:uFill>
                <a:noFill/>
              </a:uFill>
              <a:hlinkClick r:id="rId15"/>
            </a:endParaRPr>
          </a:p>
          <a:p>
            <a:pPr marL="457200" lvl="0" indent="-317500" algn="l" rtl="0">
              <a:spcBef>
                <a:spcPts val="0"/>
              </a:spcBef>
              <a:spcAft>
                <a:spcPts val="0"/>
              </a:spcAft>
              <a:buClr>
                <a:schemeClr val="dk2"/>
              </a:buClr>
              <a:buSzPts val="1400"/>
              <a:buChar char="●"/>
            </a:pPr>
            <a:r>
              <a:rPr lang="en">
                <a:solidFill>
                  <a:schemeClr val="dk2"/>
                </a:solidFill>
                <a:uFill>
                  <a:noFill/>
                </a:uFill>
                <a:hlinkClick r:id="rId1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Landing page with smartphone</a:t>
            </a:r>
            <a:endParaRPr>
              <a:solidFill>
                <a:schemeClr val="dk2"/>
              </a:solidFill>
            </a:endParaRPr>
          </a:p>
          <a:p>
            <a:pPr marL="457200" lvl="0" indent="-317500" algn="l" rtl="0">
              <a:spcBef>
                <a:spcPts val="0"/>
              </a:spcBef>
              <a:spcAft>
                <a:spcPts val="0"/>
              </a:spcAft>
              <a:buSzPts val="1400"/>
              <a:buChar char="●"/>
            </a:pPr>
            <a:r>
              <a:rPr lang="en">
                <a:solidFill>
                  <a:srgbClr val="27343E"/>
                </a:solidFill>
                <a:uFill>
                  <a:noFill/>
                </a:uFill>
                <a:hlinkClick r:id="rId1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People with food collection</a:t>
            </a:r>
            <a:endParaRPr/>
          </a:p>
        </p:txBody>
      </p:sp>
      <p:sp>
        <p:nvSpPr>
          <p:cNvPr id="5034" name="Google Shape;5034;p114"/>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Resources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038"/>
        <p:cNvGrpSpPr/>
        <p:nvPr/>
      </p:nvGrpSpPr>
      <p:grpSpPr>
        <a:xfrm>
          <a:off x="0" y="0"/>
          <a:ext cx="0" cy="0"/>
          <a:chOff x="0" y="0"/>
          <a:chExt cx="0" cy="0"/>
        </a:xfrm>
      </p:grpSpPr>
      <p:sp>
        <p:nvSpPr>
          <p:cNvPr id="5039" name="Google Shape;5039;p115"/>
          <p:cNvSpPr txBox="1">
            <a:spLocks noGrp="1"/>
          </p:cNvSpPr>
          <p:nvPr>
            <p:ph type="body" idx="1"/>
          </p:nvPr>
        </p:nvSpPr>
        <p:spPr>
          <a:xfrm>
            <a:off x="737000" y="1408100"/>
            <a:ext cx="3834900" cy="31668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Clr>
                <a:schemeClr val="dk1"/>
              </a:buClr>
              <a:buSzPts val="1400"/>
              <a:buChar char="●"/>
            </a:pPr>
            <a:r>
              <a:rPr lang="en">
                <a:solidFill>
                  <a:srgbClr val="27343E"/>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Mobile apps concept for landing page</a:t>
            </a:r>
            <a:endParaRPr>
              <a:solidFill>
                <a:srgbClr val="27343E"/>
              </a:solidFill>
            </a:endParaRPr>
          </a:p>
          <a:p>
            <a:pPr marL="457200" lvl="0" indent="-317500" algn="l" rtl="0">
              <a:spcBef>
                <a:spcPts val="0"/>
              </a:spcBef>
              <a:spcAft>
                <a:spcPts val="0"/>
              </a:spcAft>
              <a:buClr>
                <a:schemeClr val="dk1"/>
              </a:buClr>
              <a:buSzPts val="1400"/>
              <a:buChar char="●"/>
            </a:pPr>
            <a:r>
              <a:rPr lang="en">
                <a:solidFill>
                  <a:srgbClr val="27343E"/>
                </a:solidFill>
                <a:uFill>
                  <a:noFill/>
                </a:uFil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Delivery illustrated concept for landing page</a:t>
            </a:r>
            <a:endParaRPr>
              <a:solidFill>
                <a:schemeClr val="dk2"/>
              </a:solidFill>
            </a:endParaRPr>
          </a:p>
          <a:p>
            <a:pPr marL="457200" lvl="0" indent="-317500" algn="l" rtl="0">
              <a:spcBef>
                <a:spcPts val="0"/>
              </a:spcBef>
              <a:spcAft>
                <a:spcPts val="0"/>
              </a:spcAft>
              <a:buClr>
                <a:schemeClr val="dk1"/>
              </a:buClr>
              <a:buSzPts val="1400"/>
              <a:buChar char="●"/>
            </a:pPr>
            <a:r>
              <a:rPr lang="en">
                <a:solidFill>
                  <a:schemeClr val="dk1"/>
                </a:solidFill>
                <a:uFill>
                  <a:noFill/>
                </a:uFil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Dating app concept in flat design</a:t>
            </a:r>
            <a:endParaRPr>
              <a:solidFill>
                <a:schemeClr val="dk1"/>
              </a:solidFill>
            </a:endParaRPr>
          </a:p>
          <a:p>
            <a:pPr marL="457200" lvl="0" indent="-317500" algn="l" rtl="0">
              <a:spcBef>
                <a:spcPts val="0"/>
              </a:spcBef>
              <a:spcAft>
                <a:spcPts val="0"/>
              </a:spcAft>
              <a:buClr>
                <a:schemeClr val="dk1"/>
              </a:buClr>
              <a:buSzPts val="1400"/>
              <a:buChar char="●"/>
            </a:pPr>
            <a:r>
              <a:rPr lang="en">
                <a:solidFill>
                  <a:schemeClr val="dk1"/>
                </a:solidFill>
                <a:uFill>
                  <a:noFill/>
                </a:uFill>
                <a:hlinkClick r:id="rId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 delivery boy on bike background</a:t>
            </a:r>
            <a:endParaRPr>
              <a:solidFill>
                <a:schemeClr val="dk1"/>
              </a:solidFill>
            </a:endParaRPr>
          </a:p>
          <a:p>
            <a:pPr marL="0" lvl="0" indent="0" algn="l" rtl="0">
              <a:spcBef>
                <a:spcPts val="1600"/>
              </a:spcBef>
              <a:spcAft>
                <a:spcPts val="0"/>
              </a:spcAft>
              <a:buNone/>
            </a:pPr>
            <a:r>
              <a:rPr lang="en">
                <a:solidFill>
                  <a:schemeClr val="dk1"/>
                </a:solidFill>
              </a:rPr>
              <a:t>ICONS:</a:t>
            </a:r>
            <a:endParaRPr>
              <a:solidFill>
                <a:schemeClr val="dk1"/>
              </a:solidFill>
            </a:endParaRPr>
          </a:p>
          <a:p>
            <a:pPr marL="457200" lvl="0" indent="-317500" algn="l" rtl="0">
              <a:spcBef>
                <a:spcPts val="1600"/>
              </a:spcBef>
              <a:spcAft>
                <a:spcPts val="0"/>
              </a:spcAft>
              <a:buClr>
                <a:schemeClr val="dk1"/>
              </a:buClr>
              <a:buSzPts val="1400"/>
              <a:buChar char="●"/>
            </a:pPr>
            <a:r>
              <a:rPr lang="en">
                <a:solidFill>
                  <a:schemeClr val="dk1"/>
                </a:solidFill>
                <a:uFill>
                  <a:noFill/>
                </a:uFill>
                <a:hlinkClick r:id="rId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Food Icon Pack</a:t>
            </a:r>
            <a:endParaRPr>
              <a:solidFill>
                <a:schemeClr val="dk1"/>
              </a:solidFill>
            </a:endParaRPr>
          </a:p>
        </p:txBody>
      </p:sp>
      <p:sp>
        <p:nvSpPr>
          <p:cNvPr id="5040" name="Google Shape;5040;p115"/>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Resources</a:t>
            </a:r>
            <a:endParaRPr/>
          </a:p>
        </p:txBody>
      </p:sp>
      <p:grpSp>
        <p:nvGrpSpPr>
          <p:cNvPr id="5041" name="Google Shape;5041;p115"/>
          <p:cNvGrpSpPr/>
          <p:nvPr/>
        </p:nvGrpSpPr>
        <p:grpSpPr>
          <a:xfrm>
            <a:off x="5748893" y="1184022"/>
            <a:ext cx="2030357" cy="3390868"/>
            <a:chOff x="12254150" y="958500"/>
            <a:chExt cx="1514175" cy="2528800"/>
          </a:xfrm>
        </p:grpSpPr>
        <p:sp>
          <p:nvSpPr>
            <p:cNvPr id="5042" name="Google Shape;5042;p115"/>
            <p:cNvSpPr/>
            <p:nvPr/>
          </p:nvSpPr>
          <p:spPr>
            <a:xfrm>
              <a:off x="12968325" y="2528975"/>
              <a:ext cx="800000" cy="464500"/>
            </a:xfrm>
            <a:custGeom>
              <a:avLst/>
              <a:gdLst/>
              <a:ahLst/>
              <a:cxnLst/>
              <a:rect l="l" t="t" r="r" b="b"/>
              <a:pathLst>
                <a:path w="32000" h="18580" extrusionOk="0">
                  <a:moveTo>
                    <a:pt x="6451" y="1"/>
                  </a:moveTo>
                  <a:lnTo>
                    <a:pt x="0" y="4542"/>
                  </a:lnTo>
                  <a:lnTo>
                    <a:pt x="1344" y="8940"/>
                  </a:lnTo>
                  <a:cubicBezTo>
                    <a:pt x="2281" y="12010"/>
                    <a:pt x="3441" y="15369"/>
                    <a:pt x="6235" y="16949"/>
                  </a:cubicBezTo>
                  <a:cubicBezTo>
                    <a:pt x="7414" y="17617"/>
                    <a:pt x="8722" y="17871"/>
                    <a:pt x="10069" y="17871"/>
                  </a:cubicBezTo>
                  <a:cubicBezTo>
                    <a:pt x="11815" y="17871"/>
                    <a:pt x="13625" y="17443"/>
                    <a:pt x="15305" y="16931"/>
                  </a:cubicBezTo>
                  <a:cubicBezTo>
                    <a:pt x="16006" y="16719"/>
                    <a:pt x="25399" y="13309"/>
                    <a:pt x="25848" y="12336"/>
                  </a:cubicBezTo>
                  <a:lnTo>
                    <a:pt x="28083" y="13883"/>
                  </a:lnTo>
                  <a:cubicBezTo>
                    <a:pt x="28338" y="14059"/>
                    <a:pt x="28534" y="14307"/>
                    <a:pt x="28648" y="14595"/>
                  </a:cubicBezTo>
                  <a:cubicBezTo>
                    <a:pt x="29088" y="15709"/>
                    <a:pt x="30370" y="18580"/>
                    <a:pt x="31884" y="18580"/>
                  </a:cubicBezTo>
                  <a:cubicBezTo>
                    <a:pt x="31901" y="18580"/>
                    <a:pt x="31919" y="18579"/>
                    <a:pt x="31937" y="18578"/>
                  </a:cubicBezTo>
                  <a:cubicBezTo>
                    <a:pt x="32000" y="16343"/>
                    <a:pt x="27720" y="7597"/>
                    <a:pt x="27720" y="7597"/>
                  </a:cubicBezTo>
                  <a:lnTo>
                    <a:pt x="24373" y="9232"/>
                  </a:lnTo>
                  <a:cubicBezTo>
                    <a:pt x="21619" y="10275"/>
                    <a:pt x="18833" y="11316"/>
                    <a:pt x="15921" y="11816"/>
                  </a:cubicBezTo>
                  <a:cubicBezTo>
                    <a:pt x="15005" y="11973"/>
                    <a:pt x="13922" y="12137"/>
                    <a:pt x="12847" y="12137"/>
                  </a:cubicBezTo>
                  <a:cubicBezTo>
                    <a:pt x="11411" y="12137"/>
                    <a:pt x="9991" y="11846"/>
                    <a:pt x="9008" y="10860"/>
                  </a:cubicBezTo>
                  <a:cubicBezTo>
                    <a:pt x="8502" y="10353"/>
                    <a:pt x="8227" y="9658"/>
                    <a:pt x="8048" y="8964"/>
                  </a:cubicBezTo>
                  <a:cubicBezTo>
                    <a:pt x="7290" y="6012"/>
                    <a:pt x="6685" y="3061"/>
                    <a:pt x="645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115"/>
            <p:cNvSpPr/>
            <p:nvPr/>
          </p:nvSpPr>
          <p:spPr>
            <a:xfrm>
              <a:off x="13613750" y="2718900"/>
              <a:ext cx="154550" cy="274550"/>
            </a:xfrm>
            <a:custGeom>
              <a:avLst/>
              <a:gdLst/>
              <a:ahLst/>
              <a:cxnLst/>
              <a:rect l="l" t="t" r="r" b="b"/>
              <a:pathLst>
                <a:path w="6182" h="10982" extrusionOk="0">
                  <a:moveTo>
                    <a:pt x="1903" y="0"/>
                  </a:moveTo>
                  <a:lnTo>
                    <a:pt x="0" y="969"/>
                  </a:lnTo>
                  <a:cubicBezTo>
                    <a:pt x="391" y="1409"/>
                    <a:pt x="863" y="1775"/>
                    <a:pt x="1393" y="2030"/>
                  </a:cubicBezTo>
                  <a:cubicBezTo>
                    <a:pt x="1492" y="2077"/>
                    <a:pt x="1595" y="2123"/>
                    <a:pt x="1669" y="2204"/>
                  </a:cubicBezTo>
                  <a:cubicBezTo>
                    <a:pt x="1751" y="2294"/>
                    <a:pt x="1785" y="2417"/>
                    <a:pt x="1819" y="2535"/>
                  </a:cubicBezTo>
                  <a:cubicBezTo>
                    <a:pt x="2172" y="3762"/>
                    <a:pt x="2694" y="4934"/>
                    <a:pt x="3370" y="6016"/>
                  </a:cubicBezTo>
                  <a:cubicBezTo>
                    <a:pt x="3433" y="6118"/>
                    <a:pt x="3498" y="6222"/>
                    <a:pt x="3514" y="6341"/>
                  </a:cubicBezTo>
                  <a:cubicBezTo>
                    <a:pt x="3530" y="6453"/>
                    <a:pt x="3497" y="6566"/>
                    <a:pt x="3469" y="6675"/>
                  </a:cubicBezTo>
                  <a:cubicBezTo>
                    <a:pt x="3358" y="7088"/>
                    <a:pt x="3280" y="7510"/>
                    <a:pt x="3235" y="7935"/>
                  </a:cubicBezTo>
                  <a:cubicBezTo>
                    <a:pt x="3844" y="9233"/>
                    <a:pt x="4884" y="10981"/>
                    <a:pt x="6065" y="10981"/>
                  </a:cubicBezTo>
                  <a:cubicBezTo>
                    <a:pt x="6083" y="10981"/>
                    <a:pt x="6101" y="10981"/>
                    <a:pt x="6119" y="10980"/>
                  </a:cubicBezTo>
                  <a:cubicBezTo>
                    <a:pt x="6182" y="8746"/>
                    <a:pt x="1903" y="0"/>
                    <a:pt x="190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115"/>
            <p:cNvSpPr/>
            <p:nvPr/>
          </p:nvSpPr>
          <p:spPr>
            <a:xfrm>
              <a:off x="12428175" y="2665275"/>
              <a:ext cx="353825" cy="822025"/>
            </a:xfrm>
            <a:custGeom>
              <a:avLst/>
              <a:gdLst/>
              <a:ahLst/>
              <a:cxnLst/>
              <a:rect l="l" t="t" r="r" b="b"/>
              <a:pathLst>
                <a:path w="14153" h="32881" extrusionOk="0">
                  <a:moveTo>
                    <a:pt x="8329" y="0"/>
                  </a:moveTo>
                  <a:lnTo>
                    <a:pt x="8140" y="28962"/>
                  </a:lnTo>
                  <a:lnTo>
                    <a:pt x="5765" y="30583"/>
                  </a:lnTo>
                  <a:cubicBezTo>
                    <a:pt x="5509" y="30758"/>
                    <a:pt x="5208" y="30852"/>
                    <a:pt x="4898" y="30856"/>
                  </a:cubicBezTo>
                  <a:cubicBezTo>
                    <a:pt x="3686" y="30867"/>
                    <a:pt x="487" y="31039"/>
                    <a:pt x="0" y="32499"/>
                  </a:cubicBezTo>
                  <a:cubicBezTo>
                    <a:pt x="689" y="32785"/>
                    <a:pt x="2225" y="32881"/>
                    <a:pt x="3967" y="32881"/>
                  </a:cubicBezTo>
                  <a:cubicBezTo>
                    <a:pt x="7453" y="32881"/>
                    <a:pt x="11763" y="32499"/>
                    <a:pt x="11763" y="32499"/>
                  </a:cubicBezTo>
                  <a:lnTo>
                    <a:pt x="11399" y="29024"/>
                  </a:lnTo>
                  <a:lnTo>
                    <a:pt x="14153" y="483"/>
                  </a:lnTo>
                  <a:lnTo>
                    <a:pt x="832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115"/>
            <p:cNvSpPr/>
            <p:nvPr/>
          </p:nvSpPr>
          <p:spPr>
            <a:xfrm>
              <a:off x="12331050" y="958500"/>
              <a:ext cx="1001350" cy="988850"/>
            </a:xfrm>
            <a:custGeom>
              <a:avLst/>
              <a:gdLst/>
              <a:ahLst/>
              <a:cxnLst/>
              <a:rect l="l" t="t" r="r" b="b"/>
              <a:pathLst>
                <a:path w="40054" h="39554" extrusionOk="0">
                  <a:moveTo>
                    <a:pt x="20595" y="0"/>
                  </a:moveTo>
                  <a:cubicBezTo>
                    <a:pt x="19279" y="0"/>
                    <a:pt x="17954" y="186"/>
                    <a:pt x="16721" y="453"/>
                  </a:cubicBezTo>
                  <a:cubicBezTo>
                    <a:pt x="15259" y="769"/>
                    <a:pt x="13636" y="1621"/>
                    <a:pt x="12667" y="2780"/>
                  </a:cubicBezTo>
                  <a:cubicBezTo>
                    <a:pt x="12032" y="3541"/>
                    <a:pt x="11628" y="4449"/>
                    <a:pt x="11437" y="5418"/>
                  </a:cubicBezTo>
                  <a:cubicBezTo>
                    <a:pt x="11237" y="6435"/>
                    <a:pt x="11102" y="7335"/>
                    <a:pt x="11147" y="8371"/>
                  </a:cubicBezTo>
                  <a:cubicBezTo>
                    <a:pt x="8719" y="8480"/>
                    <a:pt x="6274" y="8703"/>
                    <a:pt x="4469" y="10576"/>
                  </a:cubicBezTo>
                  <a:cubicBezTo>
                    <a:pt x="3371" y="11717"/>
                    <a:pt x="2799" y="13347"/>
                    <a:pt x="2943" y="14923"/>
                  </a:cubicBezTo>
                  <a:cubicBezTo>
                    <a:pt x="3087" y="16500"/>
                    <a:pt x="3946" y="17998"/>
                    <a:pt x="5235" y="18920"/>
                  </a:cubicBezTo>
                  <a:cubicBezTo>
                    <a:pt x="3736" y="20026"/>
                    <a:pt x="2348" y="21330"/>
                    <a:pt x="1406" y="22937"/>
                  </a:cubicBezTo>
                  <a:cubicBezTo>
                    <a:pt x="465" y="24544"/>
                    <a:pt x="1" y="26485"/>
                    <a:pt x="409" y="28302"/>
                  </a:cubicBezTo>
                  <a:cubicBezTo>
                    <a:pt x="818" y="30119"/>
                    <a:pt x="2189" y="31757"/>
                    <a:pt x="3994" y="32221"/>
                  </a:cubicBezTo>
                  <a:cubicBezTo>
                    <a:pt x="3033" y="33873"/>
                    <a:pt x="3510" y="36121"/>
                    <a:pt x="4840" y="37493"/>
                  </a:cubicBezTo>
                  <a:cubicBezTo>
                    <a:pt x="6061" y="38752"/>
                    <a:pt x="7857" y="39330"/>
                    <a:pt x="9619" y="39330"/>
                  </a:cubicBezTo>
                  <a:cubicBezTo>
                    <a:pt x="9776" y="39330"/>
                    <a:pt x="9933" y="39326"/>
                    <a:pt x="10089" y="39317"/>
                  </a:cubicBezTo>
                  <a:cubicBezTo>
                    <a:pt x="11997" y="39205"/>
                    <a:pt x="13820" y="38487"/>
                    <a:pt x="15515" y="37603"/>
                  </a:cubicBezTo>
                  <a:lnTo>
                    <a:pt x="24411" y="38207"/>
                  </a:lnTo>
                  <a:cubicBezTo>
                    <a:pt x="25837" y="39131"/>
                    <a:pt x="27497" y="39554"/>
                    <a:pt x="29183" y="39554"/>
                  </a:cubicBezTo>
                  <a:cubicBezTo>
                    <a:pt x="31645" y="39554"/>
                    <a:pt x="34164" y="38652"/>
                    <a:pt x="36093" y="37090"/>
                  </a:cubicBezTo>
                  <a:cubicBezTo>
                    <a:pt x="37164" y="36224"/>
                    <a:pt x="38124" y="35114"/>
                    <a:pt x="38408" y="33766"/>
                  </a:cubicBezTo>
                  <a:cubicBezTo>
                    <a:pt x="38691" y="32419"/>
                    <a:pt x="38113" y="30823"/>
                    <a:pt x="36843" y="30295"/>
                  </a:cubicBezTo>
                  <a:cubicBezTo>
                    <a:pt x="38664" y="28452"/>
                    <a:pt x="40053" y="25241"/>
                    <a:pt x="38774" y="22726"/>
                  </a:cubicBezTo>
                  <a:cubicBezTo>
                    <a:pt x="38309" y="21811"/>
                    <a:pt x="37676" y="20905"/>
                    <a:pt x="36731" y="20486"/>
                  </a:cubicBezTo>
                  <a:cubicBezTo>
                    <a:pt x="36559" y="20409"/>
                    <a:pt x="35585" y="19967"/>
                    <a:pt x="35236" y="19967"/>
                  </a:cubicBezTo>
                  <a:cubicBezTo>
                    <a:pt x="35186" y="19967"/>
                    <a:pt x="35149" y="19976"/>
                    <a:pt x="35128" y="19996"/>
                  </a:cubicBezTo>
                  <a:cubicBezTo>
                    <a:pt x="37866" y="17284"/>
                    <a:pt x="36909" y="12234"/>
                    <a:pt x="32763" y="11785"/>
                  </a:cubicBezTo>
                  <a:cubicBezTo>
                    <a:pt x="32414" y="11748"/>
                    <a:pt x="32064" y="11729"/>
                    <a:pt x="31714" y="11729"/>
                  </a:cubicBezTo>
                  <a:cubicBezTo>
                    <a:pt x="31083" y="11729"/>
                    <a:pt x="30453" y="11790"/>
                    <a:pt x="29832" y="11912"/>
                  </a:cubicBezTo>
                  <a:cubicBezTo>
                    <a:pt x="28670" y="8169"/>
                    <a:pt x="29361" y="3383"/>
                    <a:pt x="25414" y="1135"/>
                  </a:cubicBezTo>
                  <a:cubicBezTo>
                    <a:pt x="23958" y="305"/>
                    <a:pt x="22283" y="0"/>
                    <a:pt x="205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115"/>
            <p:cNvSpPr/>
            <p:nvPr/>
          </p:nvSpPr>
          <p:spPr>
            <a:xfrm>
              <a:off x="12559675" y="1466975"/>
              <a:ext cx="607725" cy="383900"/>
            </a:xfrm>
            <a:custGeom>
              <a:avLst/>
              <a:gdLst/>
              <a:ahLst/>
              <a:cxnLst/>
              <a:rect l="l" t="t" r="r" b="b"/>
              <a:pathLst>
                <a:path w="24309" h="15356" extrusionOk="0">
                  <a:moveTo>
                    <a:pt x="13880" y="0"/>
                  </a:moveTo>
                  <a:lnTo>
                    <a:pt x="10739" y="171"/>
                  </a:lnTo>
                  <a:cubicBezTo>
                    <a:pt x="10739" y="171"/>
                    <a:pt x="7798" y="640"/>
                    <a:pt x="7048" y="811"/>
                  </a:cubicBezTo>
                  <a:cubicBezTo>
                    <a:pt x="6299" y="982"/>
                    <a:pt x="4765" y="1191"/>
                    <a:pt x="3561" y="4172"/>
                  </a:cubicBezTo>
                  <a:cubicBezTo>
                    <a:pt x="2485" y="6833"/>
                    <a:pt x="1" y="10102"/>
                    <a:pt x="1" y="10102"/>
                  </a:cubicBezTo>
                  <a:lnTo>
                    <a:pt x="2921" y="14415"/>
                  </a:lnTo>
                  <a:lnTo>
                    <a:pt x="6295" y="11030"/>
                  </a:lnTo>
                  <a:lnTo>
                    <a:pt x="15224" y="9098"/>
                  </a:lnTo>
                  <a:lnTo>
                    <a:pt x="17389" y="9754"/>
                  </a:lnTo>
                  <a:lnTo>
                    <a:pt x="19990" y="15355"/>
                  </a:lnTo>
                  <a:lnTo>
                    <a:pt x="24309" y="14340"/>
                  </a:lnTo>
                  <a:cubicBezTo>
                    <a:pt x="24309" y="14340"/>
                    <a:pt x="22643" y="4224"/>
                    <a:pt x="19750" y="2176"/>
                  </a:cubicBezTo>
                  <a:cubicBezTo>
                    <a:pt x="17492" y="577"/>
                    <a:pt x="13880" y="0"/>
                    <a:pt x="1388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115"/>
            <p:cNvSpPr/>
            <p:nvPr/>
          </p:nvSpPr>
          <p:spPr>
            <a:xfrm>
              <a:off x="12367775" y="1501175"/>
              <a:ext cx="294650" cy="397775"/>
            </a:xfrm>
            <a:custGeom>
              <a:avLst/>
              <a:gdLst/>
              <a:ahLst/>
              <a:cxnLst/>
              <a:rect l="l" t="t" r="r" b="b"/>
              <a:pathLst>
                <a:path w="11786" h="15911" extrusionOk="0">
                  <a:moveTo>
                    <a:pt x="2096" y="0"/>
                  </a:moveTo>
                  <a:lnTo>
                    <a:pt x="86" y="753"/>
                  </a:lnTo>
                  <a:cubicBezTo>
                    <a:pt x="55" y="764"/>
                    <a:pt x="21" y="779"/>
                    <a:pt x="9" y="809"/>
                  </a:cubicBezTo>
                  <a:cubicBezTo>
                    <a:pt x="1" y="831"/>
                    <a:pt x="6" y="856"/>
                    <a:pt x="12" y="879"/>
                  </a:cubicBezTo>
                  <a:cubicBezTo>
                    <a:pt x="484" y="2787"/>
                    <a:pt x="943" y="4645"/>
                    <a:pt x="1532" y="6529"/>
                  </a:cubicBezTo>
                  <a:cubicBezTo>
                    <a:pt x="2432" y="9407"/>
                    <a:pt x="3231" y="12743"/>
                    <a:pt x="5112" y="15153"/>
                  </a:cubicBezTo>
                  <a:cubicBezTo>
                    <a:pt x="5519" y="15672"/>
                    <a:pt x="5938" y="15911"/>
                    <a:pt x="6414" y="15911"/>
                  </a:cubicBezTo>
                  <a:cubicBezTo>
                    <a:pt x="6739" y="15911"/>
                    <a:pt x="7090" y="15799"/>
                    <a:pt x="7482" y="15590"/>
                  </a:cubicBezTo>
                  <a:cubicBezTo>
                    <a:pt x="9066" y="14744"/>
                    <a:pt x="10649" y="13245"/>
                    <a:pt x="11785" y="11855"/>
                  </a:cubicBezTo>
                  <a:lnTo>
                    <a:pt x="8143" y="8130"/>
                  </a:lnTo>
                  <a:lnTo>
                    <a:pt x="7443" y="9070"/>
                  </a:lnTo>
                  <a:cubicBezTo>
                    <a:pt x="6423" y="7097"/>
                    <a:pt x="5325" y="5168"/>
                    <a:pt x="4147" y="3282"/>
                  </a:cubicBezTo>
                  <a:cubicBezTo>
                    <a:pt x="3466" y="2194"/>
                    <a:pt x="2749" y="1125"/>
                    <a:pt x="209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115"/>
            <p:cNvSpPr/>
            <p:nvPr/>
          </p:nvSpPr>
          <p:spPr>
            <a:xfrm>
              <a:off x="12477150" y="1479875"/>
              <a:ext cx="831900" cy="1310175"/>
            </a:xfrm>
            <a:custGeom>
              <a:avLst/>
              <a:gdLst/>
              <a:ahLst/>
              <a:cxnLst/>
              <a:rect l="l" t="t" r="r" b="b"/>
              <a:pathLst>
                <a:path w="33276" h="52407" extrusionOk="0">
                  <a:moveTo>
                    <a:pt x="11145" y="1"/>
                  </a:moveTo>
                  <a:lnTo>
                    <a:pt x="10423" y="5371"/>
                  </a:lnTo>
                  <a:cubicBezTo>
                    <a:pt x="10423" y="5371"/>
                    <a:pt x="6592" y="7921"/>
                    <a:pt x="7295" y="11284"/>
                  </a:cubicBezTo>
                  <a:cubicBezTo>
                    <a:pt x="8277" y="13938"/>
                    <a:pt x="9095" y="14839"/>
                    <a:pt x="9095" y="14839"/>
                  </a:cubicBezTo>
                  <a:lnTo>
                    <a:pt x="1" y="49327"/>
                  </a:lnTo>
                  <a:cubicBezTo>
                    <a:pt x="1" y="49327"/>
                    <a:pt x="6476" y="52407"/>
                    <a:pt x="14937" y="52407"/>
                  </a:cubicBezTo>
                  <a:cubicBezTo>
                    <a:pt x="20609" y="52407"/>
                    <a:pt x="27172" y="51023"/>
                    <a:pt x="33275" y="46399"/>
                  </a:cubicBezTo>
                  <a:cubicBezTo>
                    <a:pt x="28386" y="33879"/>
                    <a:pt x="20540" y="18150"/>
                    <a:pt x="18979" y="16589"/>
                  </a:cubicBezTo>
                  <a:cubicBezTo>
                    <a:pt x="19854" y="15335"/>
                    <a:pt x="22379" y="12033"/>
                    <a:pt x="22379" y="12033"/>
                  </a:cubicBezTo>
                  <a:lnTo>
                    <a:pt x="20377" y="6781"/>
                  </a:lnTo>
                  <a:cubicBezTo>
                    <a:pt x="20377" y="6781"/>
                    <a:pt x="20751" y="2412"/>
                    <a:pt x="21049" y="618"/>
                  </a:cubicBezTo>
                  <a:cubicBezTo>
                    <a:pt x="20601" y="344"/>
                    <a:pt x="20147" y="293"/>
                    <a:pt x="20147" y="293"/>
                  </a:cubicBezTo>
                  <a:cubicBezTo>
                    <a:pt x="20147" y="293"/>
                    <a:pt x="19439" y="5500"/>
                    <a:pt x="19499" y="6781"/>
                  </a:cubicBezTo>
                  <a:cubicBezTo>
                    <a:pt x="18876" y="6889"/>
                    <a:pt x="15812" y="7426"/>
                    <a:pt x="14673" y="8209"/>
                  </a:cubicBezTo>
                  <a:cubicBezTo>
                    <a:pt x="13593" y="7267"/>
                    <a:pt x="12715" y="6484"/>
                    <a:pt x="11340" y="5644"/>
                  </a:cubicBezTo>
                  <a:cubicBezTo>
                    <a:pt x="11412" y="4668"/>
                    <a:pt x="11842" y="1"/>
                    <a:pt x="118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115"/>
            <p:cNvSpPr/>
            <p:nvPr/>
          </p:nvSpPr>
          <p:spPr>
            <a:xfrm>
              <a:off x="12260700" y="1286825"/>
              <a:ext cx="272525" cy="272525"/>
            </a:xfrm>
            <a:custGeom>
              <a:avLst/>
              <a:gdLst/>
              <a:ahLst/>
              <a:cxnLst/>
              <a:rect l="l" t="t" r="r" b="b"/>
              <a:pathLst>
                <a:path w="10901" h="10901" extrusionOk="0">
                  <a:moveTo>
                    <a:pt x="5749" y="3600"/>
                  </a:moveTo>
                  <a:cubicBezTo>
                    <a:pt x="5988" y="3600"/>
                    <a:pt x="6228" y="3646"/>
                    <a:pt x="6458" y="3741"/>
                  </a:cubicBezTo>
                  <a:cubicBezTo>
                    <a:pt x="7148" y="4027"/>
                    <a:pt x="7600" y="4702"/>
                    <a:pt x="7600" y="5451"/>
                  </a:cubicBezTo>
                  <a:cubicBezTo>
                    <a:pt x="7600" y="6473"/>
                    <a:pt x="6772" y="7302"/>
                    <a:pt x="5750" y="7302"/>
                  </a:cubicBezTo>
                  <a:cubicBezTo>
                    <a:pt x="5000" y="7302"/>
                    <a:pt x="4325" y="6851"/>
                    <a:pt x="4039" y="6159"/>
                  </a:cubicBezTo>
                  <a:cubicBezTo>
                    <a:pt x="3752" y="5468"/>
                    <a:pt x="3911" y="4672"/>
                    <a:pt x="4440" y="4142"/>
                  </a:cubicBezTo>
                  <a:cubicBezTo>
                    <a:pt x="4794" y="3788"/>
                    <a:pt x="5267" y="3600"/>
                    <a:pt x="5749" y="3600"/>
                  </a:cubicBezTo>
                  <a:close/>
                  <a:moveTo>
                    <a:pt x="5450" y="0"/>
                  </a:moveTo>
                  <a:cubicBezTo>
                    <a:pt x="2440" y="0"/>
                    <a:pt x="0" y="2440"/>
                    <a:pt x="0" y="5451"/>
                  </a:cubicBezTo>
                  <a:cubicBezTo>
                    <a:pt x="0" y="8461"/>
                    <a:pt x="2440" y="10901"/>
                    <a:pt x="5450" y="10901"/>
                  </a:cubicBezTo>
                  <a:cubicBezTo>
                    <a:pt x="8460" y="10901"/>
                    <a:pt x="10900" y="8461"/>
                    <a:pt x="10900" y="5451"/>
                  </a:cubicBezTo>
                  <a:cubicBezTo>
                    <a:pt x="10900" y="2440"/>
                    <a:pt x="8460" y="0"/>
                    <a:pt x="545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115"/>
            <p:cNvSpPr/>
            <p:nvPr/>
          </p:nvSpPr>
          <p:spPr>
            <a:xfrm>
              <a:off x="12274650" y="1309350"/>
              <a:ext cx="252725" cy="232550"/>
            </a:xfrm>
            <a:custGeom>
              <a:avLst/>
              <a:gdLst/>
              <a:ahLst/>
              <a:cxnLst/>
              <a:rect l="l" t="t" r="r" b="b"/>
              <a:pathLst>
                <a:path w="10109" h="9302" extrusionOk="0">
                  <a:moveTo>
                    <a:pt x="5191" y="2699"/>
                  </a:moveTo>
                  <a:cubicBezTo>
                    <a:pt x="5430" y="2699"/>
                    <a:pt x="5670" y="2745"/>
                    <a:pt x="5900" y="2840"/>
                  </a:cubicBezTo>
                  <a:cubicBezTo>
                    <a:pt x="6590" y="3126"/>
                    <a:pt x="7042" y="3801"/>
                    <a:pt x="7042" y="4550"/>
                  </a:cubicBezTo>
                  <a:cubicBezTo>
                    <a:pt x="7042" y="5572"/>
                    <a:pt x="6214" y="6401"/>
                    <a:pt x="5192" y="6401"/>
                  </a:cubicBezTo>
                  <a:cubicBezTo>
                    <a:pt x="4442" y="6401"/>
                    <a:pt x="3767" y="5950"/>
                    <a:pt x="3481" y="5258"/>
                  </a:cubicBezTo>
                  <a:cubicBezTo>
                    <a:pt x="3194" y="4567"/>
                    <a:pt x="3353" y="3771"/>
                    <a:pt x="3882" y="3241"/>
                  </a:cubicBezTo>
                  <a:cubicBezTo>
                    <a:pt x="4236" y="2887"/>
                    <a:pt x="4709" y="2699"/>
                    <a:pt x="5191" y="2699"/>
                  </a:cubicBezTo>
                  <a:close/>
                  <a:moveTo>
                    <a:pt x="3667" y="0"/>
                  </a:moveTo>
                  <a:cubicBezTo>
                    <a:pt x="3438" y="0"/>
                    <a:pt x="3209" y="41"/>
                    <a:pt x="2996" y="124"/>
                  </a:cubicBezTo>
                  <a:cubicBezTo>
                    <a:pt x="2412" y="349"/>
                    <a:pt x="1956" y="873"/>
                    <a:pt x="1793" y="1478"/>
                  </a:cubicBezTo>
                  <a:cubicBezTo>
                    <a:pt x="1687" y="1870"/>
                    <a:pt x="1682" y="2320"/>
                    <a:pt x="1399" y="2611"/>
                  </a:cubicBezTo>
                  <a:cubicBezTo>
                    <a:pt x="1123" y="2896"/>
                    <a:pt x="739" y="2963"/>
                    <a:pt x="479" y="3275"/>
                  </a:cubicBezTo>
                  <a:cubicBezTo>
                    <a:pt x="185" y="3627"/>
                    <a:pt x="0" y="3998"/>
                    <a:pt x="82" y="4473"/>
                  </a:cubicBezTo>
                  <a:cubicBezTo>
                    <a:pt x="166" y="4958"/>
                    <a:pt x="490" y="5379"/>
                    <a:pt x="890" y="5667"/>
                  </a:cubicBezTo>
                  <a:cubicBezTo>
                    <a:pt x="1002" y="5748"/>
                    <a:pt x="1125" y="5824"/>
                    <a:pt x="1200" y="5942"/>
                  </a:cubicBezTo>
                  <a:cubicBezTo>
                    <a:pt x="1328" y="6143"/>
                    <a:pt x="1280" y="6402"/>
                    <a:pt x="1258" y="6638"/>
                  </a:cubicBezTo>
                  <a:cubicBezTo>
                    <a:pt x="1208" y="7150"/>
                    <a:pt x="1302" y="7684"/>
                    <a:pt x="1573" y="8120"/>
                  </a:cubicBezTo>
                  <a:cubicBezTo>
                    <a:pt x="1844" y="8556"/>
                    <a:pt x="2302" y="8885"/>
                    <a:pt x="2813" y="8947"/>
                  </a:cubicBezTo>
                  <a:cubicBezTo>
                    <a:pt x="2872" y="8954"/>
                    <a:pt x="2932" y="8957"/>
                    <a:pt x="2991" y="8957"/>
                  </a:cubicBezTo>
                  <a:cubicBezTo>
                    <a:pt x="3277" y="8957"/>
                    <a:pt x="3559" y="8877"/>
                    <a:pt x="3803" y="8725"/>
                  </a:cubicBezTo>
                  <a:cubicBezTo>
                    <a:pt x="3979" y="8614"/>
                    <a:pt x="4158" y="8460"/>
                    <a:pt x="4359" y="8460"/>
                  </a:cubicBezTo>
                  <a:cubicBezTo>
                    <a:pt x="4379" y="8460"/>
                    <a:pt x="4399" y="8462"/>
                    <a:pt x="4420" y="8465"/>
                  </a:cubicBezTo>
                  <a:cubicBezTo>
                    <a:pt x="4579" y="8490"/>
                    <a:pt x="4701" y="8616"/>
                    <a:pt x="4822" y="8722"/>
                  </a:cubicBezTo>
                  <a:cubicBezTo>
                    <a:pt x="5225" y="9077"/>
                    <a:pt x="5886" y="9301"/>
                    <a:pt x="6518" y="9301"/>
                  </a:cubicBezTo>
                  <a:cubicBezTo>
                    <a:pt x="7254" y="9301"/>
                    <a:pt x="7949" y="8997"/>
                    <a:pt x="8149" y="8242"/>
                  </a:cubicBezTo>
                  <a:cubicBezTo>
                    <a:pt x="8225" y="7952"/>
                    <a:pt x="8223" y="7601"/>
                    <a:pt x="8228" y="7312"/>
                  </a:cubicBezTo>
                  <a:cubicBezTo>
                    <a:pt x="8232" y="7101"/>
                    <a:pt x="8119" y="6804"/>
                    <a:pt x="8213" y="6607"/>
                  </a:cubicBezTo>
                  <a:cubicBezTo>
                    <a:pt x="8285" y="6456"/>
                    <a:pt x="8467" y="6399"/>
                    <a:pt x="8629" y="6357"/>
                  </a:cubicBezTo>
                  <a:cubicBezTo>
                    <a:pt x="8696" y="6340"/>
                    <a:pt x="8762" y="6323"/>
                    <a:pt x="8828" y="6304"/>
                  </a:cubicBezTo>
                  <a:cubicBezTo>
                    <a:pt x="9114" y="6224"/>
                    <a:pt x="9397" y="6125"/>
                    <a:pt x="9616" y="5930"/>
                  </a:cubicBezTo>
                  <a:cubicBezTo>
                    <a:pt x="9989" y="5601"/>
                    <a:pt x="10109" y="5037"/>
                    <a:pt x="9958" y="4563"/>
                  </a:cubicBezTo>
                  <a:cubicBezTo>
                    <a:pt x="9808" y="4090"/>
                    <a:pt x="9415" y="3715"/>
                    <a:pt x="8957" y="3523"/>
                  </a:cubicBezTo>
                  <a:cubicBezTo>
                    <a:pt x="8743" y="3433"/>
                    <a:pt x="8496" y="3366"/>
                    <a:pt x="8371" y="3170"/>
                  </a:cubicBezTo>
                  <a:cubicBezTo>
                    <a:pt x="8145" y="2813"/>
                    <a:pt x="8455" y="2216"/>
                    <a:pt x="8487" y="1828"/>
                  </a:cubicBezTo>
                  <a:cubicBezTo>
                    <a:pt x="8519" y="1435"/>
                    <a:pt x="8301" y="1067"/>
                    <a:pt x="8007" y="812"/>
                  </a:cubicBezTo>
                  <a:cubicBezTo>
                    <a:pt x="7669" y="519"/>
                    <a:pt x="7220" y="364"/>
                    <a:pt x="6774" y="364"/>
                  </a:cubicBezTo>
                  <a:cubicBezTo>
                    <a:pt x="6726" y="364"/>
                    <a:pt x="6678" y="366"/>
                    <a:pt x="6630" y="370"/>
                  </a:cubicBezTo>
                  <a:cubicBezTo>
                    <a:pt x="6218" y="401"/>
                    <a:pt x="5900" y="768"/>
                    <a:pt x="5504" y="768"/>
                  </a:cubicBezTo>
                  <a:cubicBezTo>
                    <a:pt x="5480" y="768"/>
                    <a:pt x="5456" y="766"/>
                    <a:pt x="5431" y="764"/>
                  </a:cubicBezTo>
                  <a:cubicBezTo>
                    <a:pt x="5174" y="734"/>
                    <a:pt x="4984" y="523"/>
                    <a:pt x="4778" y="366"/>
                  </a:cubicBezTo>
                  <a:cubicBezTo>
                    <a:pt x="4462" y="124"/>
                    <a:pt x="4065" y="0"/>
                    <a:pt x="366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115"/>
            <p:cNvSpPr/>
            <p:nvPr/>
          </p:nvSpPr>
          <p:spPr>
            <a:xfrm>
              <a:off x="12381150" y="1376800"/>
              <a:ext cx="71775" cy="92575"/>
            </a:xfrm>
            <a:custGeom>
              <a:avLst/>
              <a:gdLst/>
              <a:ahLst/>
              <a:cxnLst/>
              <a:rect l="l" t="t" r="r" b="b"/>
              <a:pathLst>
                <a:path w="2871" h="3703" extrusionOk="0">
                  <a:moveTo>
                    <a:pt x="933" y="1"/>
                  </a:moveTo>
                  <a:cubicBezTo>
                    <a:pt x="610" y="1"/>
                    <a:pt x="287" y="86"/>
                    <a:pt x="1" y="253"/>
                  </a:cubicBezTo>
                  <a:cubicBezTo>
                    <a:pt x="405" y="642"/>
                    <a:pt x="700" y="1145"/>
                    <a:pt x="822" y="1691"/>
                  </a:cubicBezTo>
                  <a:cubicBezTo>
                    <a:pt x="970" y="2354"/>
                    <a:pt x="863" y="3064"/>
                    <a:pt x="544" y="3661"/>
                  </a:cubicBezTo>
                  <a:cubicBezTo>
                    <a:pt x="672" y="3689"/>
                    <a:pt x="801" y="3703"/>
                    <a:pt x="932" y="3703"/>
                  </a:cubicBezTo>
                  <a:cubicBezTo>
                    <a:pt x="933" y="3703"/>
                    <a:pt x="934" y="3703"/>
                    <a:pt x="935" y="3703"/>
                  </a:cubicBezTo>
                  <a:cubicBezTo>
                    <a:pt x="1510" y="3703"/>
                    <a:pt x="2052" y="3434"/>
                    <a:pt x="2403" y="2979"/>
                  </a:cubicBezTo>
                  <a:cubicBezTo>
                    <a:pt x="2753" y="2521"/>
                    <a:pt x="2871" y="1926"/>
                    <a:pt x="2721" y="1370"/>
                  </a:cubicBezTo>
                  <a:cubicBezTo>
                    <a:pt x="2570" y="814"/>
                    <a:pt x="2170" y="358"/>
                    <a:pt x="1636" y="140"/>
                  </a:cubicBezTo>
                  <a:cubicBezTo>
                    <a:pt x="1410" y="47"/>
                    <a:pt x="1171" y="1"/>
                    <a:pt x="93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115"/>
            <p:cNvSpPr/>
            <p:nvPr/>
          </p:nvSpPr>
          <p:spPr>
            <a:xfrm>
              <a:off x="12483275" y="1811775"/>
              <a:ext cx="483400" cy="200250"/>
            </a:xfrm>
            <a:custGeom>
              <a:avLst/>
              <a:gdLst/>
              <a:ahLst/>
              <a:cxnLst/>
              <a:rect l="l" t="t" r="r" b="b"/>
              <a:pathLst>
                <a:path w="19336" h="8010" extrusionOk="0">
                  <a:moveTo>
                    <a:pt x="18697" y="1"/>
                  </a:moveTo>
                  <a:lnTo>
                    <a:pt x="1" y="2001"/>
                  </a:lnTo>
                  <a:lnTo>
                    <a:pt x="631" y="7886"/>
                  </a:lnTo>
                  <a:cubicBezTo>
                    <a:pt x="638" y="7957"/>
                    <a:pt x="699" y="8010"/>
                    <a:pt x="769" y="8010"/>
                  </a:cubicBezTo>
                  <a:cubicBezTo>
                    <a:pt x="774" y="8010"/>
                    <a:pt x="779" y="8009"/>
                    <a:pt x="784" y="8009"/>
                  </a:cubicBezTo>
                  <a:lnTo>
                    <a:pt x="19204" y="6037"/>
                  </a:lnTo>
                  <a:cubicBezTo>
                    <a:pt x="19280" y="6029"/>
                    <a:pt x="19335" y="5960"/>
                    <a:pt x="19327" y="5884"/>
                  </a:cubicBezTo>
                  <a:lnTo>
                    <a:pt x="1869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115"/>
            <p:cNvSpPr/>
            <p:nvPr/>
          </p:nvSpPr>
          <p:spPr>
            <a:xfrm>
              <a:off x="12467825" y="1801200"/>
              <a:ext cx="502650" cy="111325"/>
            </a:xfrm>
            <a:custGeom>
              <a:avLst/>
              <a:gdLst/>
              <a:ahLst/>
              <a:cxnLst/>
              <a:rect l="l" t="t" r="r" b="b"/>
              <a:pathLst>
                <a:path w="20106" h="4453" extrusionOk="0">
                  <a:moveTo>
                    <a:pt x="19833" y="0"/>
                  </a:moveTo>
                  <a:cubicBezTo>
                    <a:pt x="19831" y="0"/>
                    <a:pt x="19830" y="0"/>
                    <a:pt x="19829" y="0"/>
                  </a:cubicBezTo>
                  <a:lnTo>
                    <a:pt x="28" y="2120"/>
                  </a:lnTo>
                  <a:cubicBezTo>
                    <a:pt x="12" y="2121"/>
                    <a:pt x="0" y="2136"/>
                    <a:pt x="1" y="2152"/>
                  </a:cubicBezTo>
                  <a:lnTo>
                    <a:pt x="244" y="4419"/>
                  </a:lnTo>
                  <a:cubicBezTo>
                    <a:pt x="246" y="4439"/>
                    <a:pt x="263" y="4453"/>
                    <a:pt x="283" y="4453"/>
                  </a:cubicBezTo>
                  <a:cubicBezTo>
                    <a:pt x="284" y="4453"/>
                    <a:pt x="285" y="4453"/>
                    <a:pt x="287" y="4453"/>
                  </a:cubicBezTo>
                  <a:lnTo>
                    <a:pt x="20069" y="2335"/>
                  </a:lnTo>
                  <a:cubicBezTo>
                    <a:pt x="20090" y="2333"/>
                    <a:pt x="20106" y="2314"/>
                    <a:pt x="20104" y="2293"/>
                  </a:cubicBezTo>
                  <a:lnTo>
                    <a:pt x="19861" y="26"/>
                  </a:lnTo>
                  <a:cubicBezTo>
                    <a:pt x="19860" y="11"/>
                    <a:pt x="19847" y="0"/>
                    <a:pt x="1983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115"/>
            <p:cNvSpPr/>
            <p:nvPr/>
          </p:nvSpPr>
          <p:spPr>
            <a:xfrm>
              <a:off x="12428175" y="3424600"/>
              <a:ext cx="294075" cy="62675"/>
            </a:xfrm>
            <a:custGeom>
              <a:avLst/>
              <a:gdLst/>
              <a:ahLst/>
              <a:cxnLst/>
              <a:rect l="l" t="t" r="r" b="b"/>
              <a:pathLst>
                <a:path w="11763" h="2507" extrusionOk="0">
                  <a:moveTo>
                    <a:pt x="11540" y="1"/>
                  </a:moveTo>
                  <a:cubicBezTo>
                    <a:pt x="10990" y="208"/>
                    <a:pt x="10478" y="518"/>
                    <a:pt x="10051" y="922"/>
                  </a:cubicBezTo>
                  <a:cubicBezTo>
                    <a:pt x="9971" y="997"/>
                    <a:pt x="9892" y="1077"/>
                    <a:pt x="9791" y="1116"/>
                  </a:cubicBezTo>
                  <a:cubicBezTo>
                    <a:pt x="9728" y="1141"/>
                    <a:pt x="9661" y="1148"/>
                    <a:pt x="9593" y="1148"/>
                  </a:cubicBezTo>
                  <a:cubicBezTo>
                    <a:pt x="9538" y="1148"/>
                    <a:pt x="9482" y="1143"/>
                    <a:pt x="9428" y="1139"/>
                  </a:cubicBezTo>
                  <a:cubicBezTo>
                    <a:pt x="9031" y="1104"/>
                    <a:pt x="8634" y="1087"/>
                    <a:pt x="8236" y="1087"/>
                  </a:cubicBezTo>
                  <a:cubicBezTo>
                    <a:pt x="7359" y="1087"/>
                    <a:pt x="6483" y="1171"/>
                    <a:pt x="5621" y="1338"/>
                  </a:cubicBezTo>
                  <a:cubicBezTo>
                    <a:pt x="5541" y="1353"/>
                    <a:pt x="5459" y="1370"/>
                    <a:pt x="5378" y="1370"/>
                  </a:cubicBezTo>
                  <a:cubicBezTo>
                    <a:pt x="5340" y="1370"/>
                    <a:pt x="5303" y="1366"/>
                    <a:pt x="5266" y="1357"/>
                  </a:cubicBezTo>
                  <a:cubicBezTo>
                    <a:pt x="5156" y="1331"/>
                    <a:pt x="5062" y="1261"/>
                    <a:pt x="4970" y="1194"/>
                  </a:cubicBezTo>
                  <a:cubicBezTo>
                    <a:pt x="4624" y="942"/>
                    <a:pt x="4258" y="718"/>
                    <a:pt x="3877" y="524"/>
                  </a:cubicBezTo>
                  <a:cubicBezTo>
                    <a:pt x="2426" y="629"/>
                    <a:pt x="382" y="983"/>
                    <a:pt x="0" y="2125"/>
                  </a:cubicBezTo>
                  <a:cubicBezTo>
                    <a:pt x="689" y="2411"/>
                    <a:pt x="2225" y="2507"/>
                    <a:pt x="3967" y="2507"/>
                  </a:cubicBezTo>
                  <a:cubicBezTo>
                    <a:pt x="7453" y="2507"/>
                    <a:pt x="11763" y="2125"/>
                    <a:pt x="11763" y="2125"/>
                  </a:cubicBezTo>
                  <a:lnTo>
                    <a:pt x="115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115"/>
            <p:cNvSpPr/>
            <p:nvPr/>
          </p:nvSpPr>
          <p:spPr>
            <a:xfrm>
              <a:off x="12813800" y="1349250"/>
              <a:ext cx="99025" cy="171275"/>
            </a:xfrm>
            <a:custGeom>
              <a:avLst/>
              <a:gdLst/>
              <a:ahLst/>
              <a:cxnLst/>
              <a:rect l="l" t="t" r="r" b="b"/>
              <a:pathLst>
                <a:path w="3961" h="6851" extrusionOk="0">
                  <a:moveTo>
                    <a:pt x="3194" y="1"/>
                  </a:moveTo>
                  <a:lnTo>
                    <a:pt x="1" y="410"/>
                  </a:lnTo>
                  <a:lnTo>
                    <a:pt x="666" y="5596"/>
                  </a:lnTo>
                  <a:cubicBezTo>
                    <a:pt x="759" y="6321"/>
                    <a:pt x="1377" y="6850"/>
                    <a:pt x="2089" y="6850"/>
                  </a:cubicBezTo>
                  <a:cubicBezTo>
                    <a:pt x="2150" y="6850"/>
                    <a:pt x="2211" y="6846"/>
                    <a:pt x="2273" y="6838"/>
                  </a:cubicBezTo>
                  <a:lnTo>
                    <a:pt x="2619" y="6794"/>
                  </a:lnTo>
                  <a:cubicBezTo>
                    <a:pt x="3405" y="6693"/>
                    <a:pt x="3961" y="5973"/>
                    <a:pt x="3860" y="5187"/>
                  </a:cubicBezTo>
                  <a:lnTo>
                    <a:pt x="319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115"/>
            <p:cNvSpPr/>
            <p:nvPr/>
          </p:nvSpPr>
          <p:spPr>
            <a:xfrm>
              <a:off x="12806975" y="1756775"/>
              <a:ext cx="377625" cy="215500"/>
            </a:xfrm>
            <a:custGeom>
              <a:avLst/>
              <a:gdLst/>
              <a:ahLst/>
              <a:cxnLst/>
              <a:rect l="l" t="t" r="r" b="b"/>
              <a:pathLst>
                <a:path w="15105" h="8620" extrusionOk="0">
                  <a:moveTo>
                    <a:pt x="13867" y="1"/>
                  </a:moveTo>
                  <a:lnTo>
                    <a:pt x="10404" y="3629"/>
                  </a:lnTo>
                  <a:cubicBezTo>
                    <a:pt x="6910" y="4322"/>
                    <a:pt x="3442" y="5137"/>
                    <a:pt x="1" y="6071"/>
                  </a:cubicBezTo>
                  <a:cubicBezTo>
                    <a:pt x="93" y="6871"/>
                    <a:pt x="204" y="7670"/>
                    <a:pt x="309" y="8469"/>
                  </a:cubicBezTo>
                  <a:cubicBezTo>
                    <a:pt x="1530" y="8573"/>
                    <a:pt x="2755" y="8619"/>
                    <a:pt x="3981" y="8619"/>
                  </a:cubicBezTo>
                  <a:cubicBezTo>
                    <a:pt x="4985" y="8619"/>
                    <a:pt x="5989" y="8588"/>
                    <a:pt x="6990" y="8533"/>
                  </a:cubicBezTo>
                  <a:cubicBezTo>
                    <a:pt x="9342" y="8402"/>
                    <a:pt x="11886" y="8397"/>
                    <a:pt x="14087" y="7463"/>
                  </a:cubicBezTo>
                  <a:cubicBezTo>
                    <a:pt x="14216" y="7409"/>
                    <a:pt x="14345" y="7350"/>
                    <a:pt x="14442" y="7251"/>
                  </a:cubicBezTo>
                  <a:cubicBezTo>
                    <a:pt x="14580" y="7109"/>
                    <a:pt x="14629" y="6905"/>
                    <a:pt x="14667" y="6711"/>
                  </a:cubicBezTo>
                  <a:cubicBezTo>
                    <a:pt x="15104" y="4468"/>
                    <a:pt x="14263" y="2169"/>
                    <a:pt x="1386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115"/>
            <p:cNvSpPr/>
            <p:nvPr/>
          </p:nvSpPr>
          <p:spPr>
            <a:xfrm>
              <a:off x="12477150" y="2572050"/>
              <a:ext cx="831900" cy="218000"/>
            </a:xfrm>
            <a:custGeom>
              <a:avLst/>
              <a:gdLst/>
              <a:ahLst/>
              <a:cxnLst/>
              <a:rect l="l" t="t" r="r" b="b"/>
              <a:pathLst>
                <a:path w="33276" h="8720" extrusionOk="0">
                  <a:moveTo>
                    <a:pt x="32190" y="1"/>
                  </a:moveTo>
                  <a:cubicBezTo>
                    <a:pt x="28104" y="3272"/>
                    <a:pt x="23021" y="5307"/>
                    <a:pt x="17794" y="5666"/>
                  </a:cubicBezTo>
                  <a:cubicBezTo>
                    <a:pt x="17138" y="5711"/>
                    <a:pt x="16482" y="5731"/>
                    <a:pt x="15826" y="5731"/>
                  </a:cubicBezTo>
                  <a:cubicBezTo>
                    <a:pt x="13782" y="5731"/>
                    <a:pt x="11736" y="5538"/>
                    <a:pt x="9703" y="5310"/>
                  </a:cubicBezTo>
                  <a:cubicBezTo>
                    <a:pt x="6620" y="4964"/>
                    <a:pt x="3440" y="4494"/>
                    <a:pt x="624" y="3278"/>
                  </a:cubicBezTo>
                  <a:lnTo>
                    <a:pt x="1" y="5640"/>
                  </a:lnTo>
                  <a:cubicBezTo>
                    <a:pt x="1" y="5640"/>
                    <a:pt x="6476" y="8719"/>
                    <a:pt x="14936" y="8719"/>
                  </a:cubicBezTo>
                  <a:cubicBezTo>
                    <a:pt x="20608" y="8719"/>
                    <a:pt x="27172" y="7335"/>
                    <a:pt x="33275" y="2711"/>
                  </a:cubicBezTo>
                  <a:cubicBezTo>
                    <a:pt x="32927" y="1823"/>
                    <a:pt x="32565" y="917"/>
                    <a:pt x="321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115"/>
            <p:cNvSpPr/>
            <p:nvPr/>
          </p:nvSpPr>
          <p:spPr>
            <a:xfrm>
              <a:off x="12600250" y="1222800"/>
              <a:ext cx="95550" cy="87500"/>
            </a:xfrm>
            <a:custGeom>
              <a:avLst/>
              <a:gdLst/>
              <a:ahLst/>
              <a:cxnLst/>
              <a:rect l="l" t="t" r="r" b="b"/>
              <a:pathLst>
                <a:path w="3822" h="3500" extrusionOk="0">
                  <a:moveTo>
                    <a:pt x="1466" y="1"/>
                  </a:moveTo>
                  <a:cubicBezTo>
                    <a:pt x="1142" y="1"/>
                    <a:pt x="840" y="102"/>
                    <a:pt x="608" y="313"/>
                  </a:cubicBezTo>
                  <a:cubicBezTo>
                    <a:pt x="1" y="864"/>
                    <a:pt x="92" y="1953"/>
                    <a:pt x="811" y="2747"/>
                  </a:cubicBezTo>
                  <a:cubicBezTo>
                    <a:pt x="1255" y="3237"/>
                    <a:pt x="1835" y="3499"/>
                    <a:pt x="2356" y="3499"/>
                  </a:cubicBezTo>
                  <a:cubicBezTo>
                    <a:pt x="2680" y="3499"/>
                    <a:pt x="2982" y="3398"/>
                    <a:pt x="3214" y="3187"/>
                  </a:cubicBezTo>
                  <a:cubicBezTo>
                    <a:pt x="3822" y="2636"/>
                    <a:pt x="3730" y="1547"/>
                    <a:pt x="3011" y="753"/>
                  </a:cubicBezTo>
                  <a:cubicBezTo>
                    <a:pt x="2567" y="263"/>
                    <a:pt x="1987" y="1"/>
                    <a:pt x="146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115"/>
            <p:cNvSpPr/>
            <p:nvPr/>
          </p:nvSpPr>
          <p:spPr>
            <a:xfrm>
              <a:off x="12650450" y="991100"/>
              <a:ext cx="359950" cy="410950"/>
            </a:xfrm>
            <a:custGeom>
              <a:avLst/>
              <a:gdLst/>
              <a:ahLst/>
              <a:cxnLst/>
              <a:rect l="l" t="t" r="r" b="b"/>
              <a:pathLst>
                <a:path w="14398" h="16438" extrusionOk="0">
                  <a:moveTo>
                    <a:pt x="7901" y="1"/>
                  </a:moveTo>
                  <a:cubicBezTo>
                    <a:pt x="7819" y="1"/>
                    <a:pt x="7737" y="2"/>
                    <a:pt x="7654" y="6"/>
                  </a:cubicBezTo>
                  <a:lnTo>
                    <a:pt x="6109" y="65"/>
                  </a:lnTo>
                  <a:cubicBezTo>
                    <a:pt x="2675" y="199"/>
                    <a:pt x="1" y="3090"/>
                    <a:pt x="134" y="6524"/>
                  </a:cubicBezTo>
                  <a:lnTo>
                    <a:pt x="344" y="11907"/>
                  </a:lnTo>
                  <a:cubicBezTo>
                    <a:pt x="443" y="14446"/>
                    <a:pt x="2532" y="16437"/>
                    <a:pt x="5051" y="16437"/>
                  </a:cubicBezTo>
                  <a:cubicBezTo>
                    <a:pt x="5112" y="16437"/>
                    <a:pt x="5174" y="16436"/>
                    <a:pt x="5237" y="16434"/>
                  </a:cubicBezTo>
                  <a:lnTo>
                    <a:pt x="8289" y="16314"/>
                  </a:lnTo>
                  <a:cubicBezTo>
                    <a:pt x="11723" y="16181"/>
                    <a:pt x="14397" y="13290"/>
                    <a:pt x="14264" y="9856"/>
                  </a:cubicBezTo>
                  <a:lnTo>
                    <a:pt x="14113" y="5979"/>
                  </a:lnTo>
                  <a:cubicBezTo>
                    <a:pt x="13982" y="2629"/>
                    <a:pt x="11225" y="1"/>
                    <a:pt x="79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115"/>
            <p:cNvSpPr/>
            <p:nvPr/>
          </p:nvSpPr>
          <p:spPr>
            <a:xfrm>
              <a:off x="12763000" y="974075"/>
              <a:ext cx="280375" cy="244325"/>
            </a:xfrm>
            <a:custGeom>
              <a:avLst/>
              <a:gdLst/>
              <a:ahLst/>
              <a:cxnLst/>
              <a:rect l="l" t="t" r="r" b="b"/>
              <a:pathLst>
                <a:path w="11215" h="9773" extrusionOk="0">
                  <a:moveTo>
                    <a:pt x="1577" y="0"/>
                  </a:moveTo>
                  <a:cubicBezTo>
                    <a:pt x="929" y="0"/>
                    <a:pt x="380" y="100"/>
                    <a:pt x="196" y="402"/>
                  </a:cubicBezTo>
                  <a:cubicBezTo>
                    <a:pt x="0" y="724"/>
                    <a:pt x="13" y="1128"/>
                    <a:pt x="67" y="1501"/>
                  </a:cubicBezTo>
                  <a:cubicBezTo>
                    <a:pt x="253" y="2783"/>
                    <a:pt x="877" y="4020"/>
                    <a:pt x="1883" y="4834"/>
                  </a:cubicBezTo>
                  <a:cubicBezTo>
                    <a:pt x="2619" y="5430"/>
                    <a:pt x="3566" y="5776"/>
                    <a:pt x="4507" y="5776"/>
                  </a:cubicBezTo>
                  <a:cubicBezTo>
                    <a:pt x="4854" y="5776"/>
                    <a:pt x="5200" y="5729"/>
                    <a:pt x="5534" y="5630"/>
                  </a:cubicBezTo>
                  <a:cubicBezTo>
                    <a:pt x="5809" y="6476"/>
                    <a:pt x="6089" y="7333"/>
                    <a:pt x="6568" y="8084"/>
                  </a:cubicBezTo>
                  <a:cubicBezTo>
                    <a:pt x="7045" y="8836"/>
                    <a:pt x="7749" y="9482"/>
                    <a:pt x="8612" y="9702"/>
                  </a:cubicBezTo>
                  <a:cubicBezTo>
                    <a:pt x="8793" y="9748"/>
                    <a:pt x="8997" y="9772"/>
                    <a:pt x="9207" y="9772"/>
                  </a:cubicBezTo>
                  <a:cubicBezTo>
                    <a:pt x="9774" y="9772"/>
                    <a:pt x="10388" y="9594"/>
                    <a:pt x="10730" y="9174"/>
                  </a:cubicBezTo>
                  <a:cubicBezTo>
                    <a:pt x="11215" y="8579"/>
                    <a:pt x="10821" y="7539"/>
                    <a:pt x="10670" y="6825"/>
                  </a:cubicBezTo>
                  <a:cubicBezTo>
                    <a:pt x="10305" y="5097"/>
                    <a:pt x="9666" y="3351"/>
                    <a:pt x="8322" y="2140"/>
                  </a:cubicBezTo>
                  <a:cubicBezTo>
                    <a:pt x="7231" y="1156"/>
                    <a:pt x="5769" y="621"/>
                    <a:pt x="4345" y="342"/>
                  </a:cubicBezTo>
                  <a:cubicBezTo>
                    <a:pt x="3857" y="246"/>
                    <a:pt x="2594" y="0"/>
                    <a:pt x="15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115"/>
            <p:cNvSpPr/>
            <p:nvPr/>
          </p:nvSpPr>
          <p:spPr>
            <a:xfrm>
              <a:off x="12966650" y="1186400"/>
              <a:ext cx="107775" cy="106350"/>
            </a:xfrm>
            <a:custGeom>
              <a:avLst/>
              <a:gdLst/>
              <a:ahLst/>
              <a:cxnLst/>
              <a:rect l="l" t="t" r="r" b="b"/>
              <a:pathLst>
                <a:path w="4311" h="4254" extrusionOk="0">
                  <a:moveTo>
                    <a:pt x="2686" y="0"/>
                  </a:moveTo>
                  <a:cubicBezTo>
                    <a:pt x="2024" y="0"/>
                    <a:pt x="1284" y="393"/>
                    <a:pt x="764" y="1090"/>
                  </a:cubicBezTo>
                  <a:cubicBezTo>
                    <a:pt x="0" y="2115"/>
                    <a:pt x="4" y="3410"/>
                    <a:pt x="772" y="3983"/>
                  </a:cubicBezTo>
                  <a:cubicBezTo>
                    <a:pt x="1018" y="4166"/>
                    <a:pt x="1312" y="4253"/>
                    <a:pt x="1624" y="4253"/>
                  </a:cubicBezTo>
                  <a:cubicBezTo>
                    <a:pt x="2286" y="4253"/>
                    <a:pt x="3028" y="3860"/>
                    <a:pt x="3547" y="3163"/>
                  </a:cubicBezTo>
                  <a:cubicBezTo>
                    <a:pt x="4310" y="2138"/>
                    <a:pt x="4307" y="843"/>
                    <a:pt x="3539" y="271"/>
                  </a:cubicBezTo>
                  <a:cubicBezTo>
                    <a:pt x="3293" y="87"/>
                    <a:pt x="2998" y="0"/>
                    <a:pt x="26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115"/>
            <p:cNvSpPr/>
            <p:nvPr/>
          </p:nvSpPr>
          <p:spPr>
            <a:xfrm>
              <a:off x="12704400" y="1878600"/>
              <a:ext cx="147425" cy="126950"/>
            </a:xfrm>
            <a:custGeom>
              <a:avLst/>
              <a:gdLst/>
              <a:ahLst/>
              <a:cxnLst/>
              <a:rect l="l" t="t" r="r" b="b"/>
              <a:pathLst>
                <a:path w="5897" h="5078" extrusionOk="0">
                  <a:moveTo>
                    <a:pt x="1369" y="1"/>
                  </a:moveTo>
                  <a:cubicBezTo>
                    <a:pt x="1346" y="1"/>
                    <a:pt x="1324" y="6"/>
                    <a:pt x="1306" y="21"/>
                  </a:cubicBezTo>
                  <a:cubicBezTo>
                    <a:pt x="1277" y="43"/>
                    <a:pt x="1268" y="80"/>
                    <a:pt x="1265" y="116"/>
                  </a:cubicBezTo>
                  <a:cubicBezTo>
                    <a:pt x="1242" y="372"/>
                    <a:pt x="1468" y="575"/>
                    <a:pt x="1673" y="731"/>
                  </a:cubicBezTo>
                  <a:lnTo>
                    <a:pt x="2527" y="1384"/>
                  </a:lnTo>
                  <a:cubicBezTo>
                    <a:pt x="1854" y="1424"/>
                    <a:pt x="1187" y="1533"/>
                    <a:pt x="536" y="1711"/>
                  </a:cubicBezTo>
                  <a:cubicBezTo>
                    <a:pt x="430" y="1741"/>
                    <a:pt x="321" y="1774"/>
                    <a:pt x="236" y="1844"/>
                  </a:cubicBezTo>
                  <a:cubicBezTo>
                    <a:pt x="176" y="1894"/>
                    <a:pt x="130" y="1981"/>
                    <a:pt x="169" y="2048"/>
                  </a:cubicBezTo>
                  <a:cubicBezTo>
                    <a:pt x="202" y="2102"/>
                    <a:pt x="273" y="2113"/>
                    <a:pt x="338" y="2113"/>
                  </a:cubicBezTo>
                  <a:cubicBezTo>
                    <a:pt x="349" y="2113"/>
                    <a:pt x="359" y="2113"/>
                    <a:pt x="369" y="2112"/>
                  </a:cubicBezTo>
                  <a:cubicBezTo>
                    <a:pt x="1027" y="2087"/>
                    <a:pt x="1683" y="2036"/>
                    <a:pt x="2338" y="1959"/>
                  </a:cubicBezTo>
                  <a:lnTo>
                    <a:pt x="2338" y="1959"/>
                  </a:lnTo>
                  <a:cubicBezTo>
                    <a:pt x="1605" y="2269"/>
                    <a:pt x="743" y="2354"/>
                    <a:pt x="167" y="2903"/>
                  </a:cubicBezTo>
                  <a:cubicBezTo>
                    <a:pt x="82" y="2984"/>
                    <a:pt x="0" y="3113"/>
                    <a:pt x="66" y="3211"/>
                  </a:cubicBezTo>
                  <a:cubicBezTo>
                    <a:pt x="106" y="3269"/>
                    <a:pt x="179" y="3285"/>
                    <a:pt x="252" y="3285"/>
                  </a:cubicBezTo>
                  <a:cubicBezTo>
                    <a:pt x="278" y="3285"/>
                    <a:pt x="303" y="3283"/>
                    <a:pt x="327" y="3280"/>
                  </a:cubicBezTo>
                  <a:cubicBezTo>
                    <a:pt x="1115" y="3187"/>
                    <a:pt x="1830" y="2790"/>
                    <a:pt x="2591" y="2565"/>
                  </a:cubicBezTo>
                  <a:lnTo>
                    <a:pt x="2591" y="2565"/>
                  </a:lnTo>
                  <a:cubicBezTo>
                    <a:pt x="1865" y="2865"/>
                    <a:pt x="1226" y="3343"/>
                    <a:pt x="731" y="3953"/>
                  </a:cubicBezTo>
                  <a:cubicBezTo>
                    <a:pt x="633" y="4074"/>
                    <a:pt x="544" y="4260"/>
                    <a:pt x="654" y="4369"/>
                  </a:cubicBezTo>
                  <a:cubicBezTo>
                    <a:pt x="699" y="4412"/>
                    <a:pt x="762" y="4426"/>
                    <a:pt x="825" y="4426"/>
                  </a:cubicBezTo>
                  <a:cubicBezTo>
                    <a:pt x="848" y="4426"/>
                    <a:pt x="871" y="4424"/>
                    <a:pt x="893" y="4421"/>
                  </a:cubicBezTo>
                  <a:cubicBezTo>
                    <a:pt x="1164" y="4386"/>
                    <a:pt x="1403" y="4235"/>
                    <a:pt x="1627" y="4080"/>
                  </a:cubicBezTo>
                  <a:cubicBezTo>
                    <a:pt x="2070" y="3772"/>
                    <a:pt x="2492" y="3433"/>
                    <a:pt x="2907" y="3089"/>
                  </a:cubicBezTo>
                  <a:lnTo>
                    <a:pt x="2907" y="3089"/>
                  </a:lnTo>
                  <a:cubicBezTo>
                    <a:pt x="2621" y="3569"/>
                    <a:pt x="2429" y="4099"/>
                    <a:pt x="2341" y="4651"/>
                  </a:cubicBezTo>
                  <a:cubicBezTo>
                    <a:pt x="2326" y="4744"/>
                    <a:pt x="2314" y="4843"/>
                    <a:pt x="2347" y="4932"/>
                  </a:cubicBezTo>
                  <a:cubicBezTo>
                    <a:pt x="2377" y="5011"/>
                    <a:pt x="2453" y="5077"/>
                    <a:pt x="2535" y="5077"/>
                  </a:cubicBezTo>
                  <a:cubicBezTo>
                    <a:pt x="2545" y="5077"/>
                    <a:pt x="2555" y="5076"/>
                    <a:pt x="2566" y="5074"/>
                  </a:cubicBezTo>
                  <a:cubicBezTo>
                    <a:pt x="2618" y="5062"/>
                    <a:pt x="2659" y="5025"/>
                    <a:pt x="2695" y="4987"/>
                  </a:cubicBezTo>
                  <a:cubicBezTo>
                    <a:pt x="3006" y="4658"/>
                    <a:pt x="3087" y="4179"/>
                    <a:pt x="3291" y="3776"/>
                  </a:cubicBezTo>
                  <a:cubicBezTo>
                    <a:pt x="3329" y="3698"/>
                    <a:pt x="3376" y="3621"/>
                    <a:pt x="3451" y="3578"/>
                  </a:cubicBezTo>
                  <a:cubicBezTo>
                    <a:pt x="3503" y="3548"/>
                    <a:pt x="3565" y="3528"/>
                    <a:pt x="3625" y="3528"/>
                  </a:cubicBezTo>
                  <a:cubicBezTo>
                    <a:pt x="3641" y="3528"/>
                    <a:pt x="3657" y="3530"/>
                    <a:pt x="3673" y="3533"/>
                  </a:cubicBezTo>
                  <a:cubicBezTo>
                    <a:pt x="4205" y="3630"/>
                    <a:pt x="5060" y="3646"/>
                    <a:pt x="5896" y="3695"/>
                  </a:cubicBezTo>
                  <a:lnTo>
                    <a:pt x="5626" y="793"/>
                  </a:lnTo>
                  <a:cubicBezTo>
                    <a:pt x="5172" y="889"/>
                    <a:pt x="4562" y="985"/>
                    <a:pt x="3984" y="985"/>
                  </a:cubicBezTo>
                  <a:cubicBezTo>
                    <a:pt x="3528" y="985"/>
                    <a:pt x="3091" y="925"/>
                    <a:pt x="2765" y="757"/>
                  </a:cubicBezTo>
                  <a:cubicBezTo>
                    <a:pt x="2315" y="524"/>
                    <a:pt x="1931" y="158"/>
                    <a:pt x="1445" y="14"/>
                  </a:cubicBezTo>
                  <a:cubicBezTo>
                    <a:pt x="1421" y="7"/>
                    <a:pt x="1394" y="1"/>
                    <a:pt x="136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115"/>
            <p:cNvSpPr/>
            <p:nvPr/>
          </p:nvSpPr>
          <p:spPr>
            <a:xfrm>
              <a:off x="12254150" y="1408525"/>
              <a:ext cx="112700" cy="128075"/>
            </a:xfrm>
            <a:custGeom>
              <a:avLst/>
              <a:gdLst/>
              <a:ahLst/>
              <a:cxnLst/>
              <a:rect l="l" t="t" r="r" b="b"/>
              <a:pathLst>
                <a:path w="4508" h="5123" extrusionOk="0">
                  <a:moveTo>
                    <a:pt x="2575" y="0"/>
                  </a:moveTo>
                  <a:cubicBezTo>
                    <a:pt x="2545" y="0"/>
                    <a:pt x="2515" y="3"/>
                    <a:pt x="2487" y="7"/>
                  </a:cubicBezTo>
                  <a:cubicBezTo>
                    <a:pt x="1788" y="125"/>
                    <a:pt x="1351" y="808"/>
                    <a:pt x="1004" y="1425"/>
                  </a:cubicBezTo>
                  <a:cubicBezTo>
                    <a:pt x="715" y="1936"/>
                    <a:pt x="1" y="2793"/>
                    <a:pt x="933" y="3044"/>
                  </a:cubicBezTo>
                  <a:cubicBezTo>
                    <a:pt x="784" y="3442"/>
                    <a:pt x="992" y="3939"/>
                    <a:pt x="1380" y="4113"/>
                  </a:cubicBezTo>
                  <a:cubicBezTo>
                    <a:pt x="1344" y="4470"/>
                    <a:pt x="1541" y="4840"/>
                    <a:pt x="1857" y="5010"/>
                  </a:cubicBezTo>
                  <a:cubicBezTo>
                    <a:pt x="2004" y="5088"/>
                    <a:pt x="2144" y="5122"/>
                    <a:pt x="2277" y="5122"/>
                  </a:cubicBezTo>
                  <a:cubicBezTo>
                    <a:pt x="3088" y="5122"/>
                    <a:pt x="3657" y="3847"/>
                    <a:pt x="4047" y="3293"/>
                  </a:cubicBezTo>
                  <a:lnTo>
                    <a:pt x="4352" y="2858"/>
                  </a:lnTo>
                  <a:cubicBezTo>
                    <a:pt x="4380" y="2818"/>
                    <a:pt x="4406" y="2774"/>
                    <a:pt x="4427" y="2729"/>
                  </a:cubicBezTo>
                  <a:cubicBezTo>
                    <a:pt x="4486" y="2601"/>
                    <a:pt x="4508" y="2460"/>
                    <a:pt x="4403" y="2385"/>
                  </a:cubicBezTo>
                  <a:cubicBezTo>
                    <a:pt x="4365" y="2357"/>
                    <a:pt x="4321" y="2347"/>
                    <a:pt x="4275" y="2347"/>
                  </a:cubicBezTo>
                  <a:cubicBezTo>
                    <a:pt x="4224" y="2347"/>
                    <a:pt x="4170" y="2360"/>
                    <a:pt x="4120" y="2374"/>
                  </a:cubicBezTo>
                  <a:cubicBezTo>
                    <a:pt x="3433" y="2575"/>
                    <a:pt x="2874" y="3065"/>
                    <a:pt x="2339" y="3542"/>
                  </a:cubicBezTo>
                  <a:cubicBezTo>
                    <a:pt x="2603" y="2929"/>
                    <a:pt x="2960" y="2299"/>
                    <a:pt x="3420" y="1811"/>
                  </a:cubicBezTo>
                  <a:cubicBezTo>
                    <a:pt x="3600" y="1618"/>
                    <a:pt x="3760" y="1508"/>
                    <a:pt x="3903" y="1275"/>
                  </a:cubicBezTo>
                  <a:cubicBezTo>
                    <a:pt x="3932" y="1228"/>
                    <a:pt x="4237" y="472"/>
                    <a:pt x="4117" y="472"/>
                  </a:cubicBezTo>
                  <a:cubicBezTo>
                    <a:pt x="4116" y="472"/>
                    <a:pt x="4114" y="472"/>
                    <a:pt x="4112" y="472"/>
                  </a:cubicBezTo>
                  <a:cubicBezTo>
                    <a:pt x="3534" y="573"/>
                    <a:pt x="3229" y="935"/>
                    <a:pt x="2818" y="1297"/>
                  </a:cubicBezTo>
                  <a:cubicBezTo>
                    <a:pt x="2391" y="1673"/>
                    <a:pt x="1971" y="1977"/>
                    <a:pt x="1633" y="2450"/>
                  </a:cubicBezTo>
                  <a:cubicBezTo>
                    <a:pt x="1782" y="1659"/>
                    <a:pt x="2488" y="1105"/>
                    <a:pt x="2853" y="387"/>
                  </a:cubicBezTo>
                  <a:cubicBezTo>
                    <a:pt x="2882" y="331"/>
                    <a:pt x="2909" y="269"/>
                    <a:pt x="2903" y="207"/>
                  </a:cubicBezTo>
                  <a:cubicBezTo>
                    <a:pt x="2890" y="62"/>
                    <a:pt x="2728" y="0"/>
                    <a:pt x="257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5041"/>
                                        </p:tgtEl>
                                        <p:attrNameLst>
                                          <p:attrName>style.visibility</p:attrName>
                                        </p:attrNameLst>
                                      </p:cBhvr>
                                      <p:to>
                                        <p:strVal val="visible"/>
                                      </p:to>
                                    </p:set>
                                    <p:anim calcmode="lin" valueType="num">
                                      <p:cBhvr additive="base">
                                        <p:cTn id="7" dur="1000"/>
                                        <p:tgtEl>
                                          <p:spTgt spid="5041"/>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067"/>
        <p:cNvGrpSpPr/>
        <p:nvPr/>
      </p:nvGrpSpPr>
      <p:grpSpPr>
        <a:xfrm>
          <a:off x="0" y="0"/>
          <a:ext cx="0" cy="0"/>
          <a:chOff x="0" y="0"/>
          <a:chExt cx="0" cy="0"/>
        </a:xfrm>
      </p:grpSpPr>
      <p:sp>
        <p:nvSpPr>
          <p:cNvPr id="5068" name="Google Shape;5068;p116"/>
          <p:cNvSpPr txBox="1">
            <a:spLocks noGrp="1"/>
          </p:cNvSpPr>
          <p:nvPr>
            <p:ph type="body" idx="1"/>
          </p:nvPr>
        </p:nvSpPr>
        <p:spPr>
          <a:xfrm>
            <a:off x="737000" y="1408100"/>
            <a:ext cx="3600600" cy="316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VECTORS:</a:t>
            </a:r>
            <a:endParaRPr/>
          </a:p>
          <a:p>
            <a:pPr marL="457200" lvl="0" indent="-317500" algn="l" rtl="0">
              <a:spcBef>
                <a:spcPts val="1600"/>
              </a:spcBef>
              <a:spcAft>
                <a:spcPts val="0"/>
              </a:spcAft>
              <a:buSzPts val="1400"/>
              <a:buChar char="●"/>
            </a:pPr>
            <a:r>
              <a:rPr lang="en">
                <a:solidFill>
                  <a:schemeClr val="dk1"/>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Food delivery onboarding screens</a:t>
            </a:r>
            <a:endParaRPr/>
          </a:p>
          <a:p>
            <a:pPr marL="457200" lvl="0" indent="-317500" algn="l" rtl="0">
              <a:spcBef>
                <a:spcPts val="0"/>
              </a:spcBef>
              <a:spcAft>
                <a:spcPts val="0"/>
              </a:spcAft>
              <a:buSzPts val="1400"/>
              <a:buChar char="●"/>
            </a:pPr>
            <a:r>
              <a:rPr lang="en">
                <a:solidFill>
                  <a:schemeClr val="hlink"/>
                </a:solidFill>
                <a:uFill>
                  <a:noFill/>
                </a:uFill>
                <a:hlinkClick r:id="rId4"/>
              </a:rPr>
              <a:t>Onboarding screens food delivery mobile phone</a:t>
            </a:r>
            <a:endParaRPr/>
          </a:p>
          <a:p>
            <a:pPr marL="457200" lvl="0" indent="-317500" algn="l" rtl="0">
              <a:spcBef>
                <a:spcPts val="0"/>
              </a:spcBef>
              <a:spcAft>
                <a:spcPts val="0"/>
              </a:spcAft>
              <a:buSzPts val="1400"/>
              <a:buChar char="●"/>
            </a:pPr>
            <a:r>
              <a:rPr lang="en">
                <a:solidFill>
                  <a:schemeClr val="hlink"/>
                </a:solidFill>
                <a:uFill>
                  <a:noFill/>
                </a:uFill>
                <a:hlinkClick r:id="rId5"/>
              </a:rPr>
              <a:t>Teamwork concept landing page</a:t>
            </a:r>
            <a:endParaRPr/>
          </a:p>
          <a:p>
            <a:pPr marL="457200" lvl="0" indent="-317500" algn="l" rtl="0">
              <a:spcBef>
                <a:spcPts val="0"/>
              </a:spcBef>
              <a:spcAft>
                <a:spcPts val="0"/>
              </a:spcAft>
              <a:buSzPts val="1400"/>
              <a:buChar char="●"/>
            </a:pPr>
            <a:r>
              <a:rPr lang="en">
                <a:solidFill>
                  <a:schemeClr val="hlink"/>
                </a:solidFill>
                <a:uFill>
                  <a:noFill/>
                </a:uFill>
                <a:hlinkClick r:id="rId6"/>
              </a:rPr>
              <a:t>Drive thru window </a:t>
            </a:r>
            <a:endParaRPr/>
          </a:p>
          <a:p>
            <a:pPr marL="457200" lvl="0" indent="-317500" algn="l" rtl="0">
              <a:spcBef>
                <a:spcPts val="0"/>
              </a:spcBef>
              <a:spcAft>
                <a:spcPts val="0"/>
              </a:spcAft>
              <a:buSzPts val="1400"/>
              <a:buChar char="●"/>
            </a:pPr>
            <a:r>
              <a:rPr lang="en">
                <a:solidFill>
                  <a:schemeClr val="hlink"/>
                </a:solidFill>
                <a:uFill>
                  <a:noFill/>
                </a:uFill>
                <a:hlinkClick r:id="rId7"/>
              </a:rPr>
              <a:t>Safe food delivery landing page</a:t>
            </a:r>
            <a:endParaRPr/>
          </a:p>
          <a:p>
            <a:pPr marL="457200" lvl="0" indent="-317500" algn="l" rtl="0">
              <a:spcBef>
                <a:spcPts val="0"/>
              </a:spcBef>
              <a:spcAft>
                <a:spcPts val="0"/>
              </a:spcAft>
              <a:buSzPts val="1400"/>
              <a:buChar char="●"/>
            </a:pPr>
            <a:r>
              <a:rPr lang="en">
                <a:solidFill>
                  <a:schemeClr val="hlink"/>
                </a:solidFill>
                <a:uFill>
                  <a:noFill/>
                </a:uFill>
                <a:hlinkClick r:id="rId8"/>
              </a:rPr>
              <a:t>Order by phone receive food door </a:t>
            </a:r>
            <a:endParaRPr/>
          </a:p>
          <a:p>
            <a:pPr marL="457200" lvl="0" indent="-317500" algn="l" rtl="0">
              <a:spcBef>
                <a:spcPts val="0"/>
              </a:spcBef>
              <a:spcAft>
                <a:spcPts val="0"/>
              </a:spcAft>
              <a:buSzPts val="1400"/>
              <a:buChar char="●"/>
            </a:pPr>
            <a:r>
              <a:rPr lang="en">
                <a:solidFill>
                  <a:schemeClr val="hlink"/>
                </a:solidFill>
                <a:uFill>
                  <a:noFill/>
                </a:uFill>
                <a:hlinkClick r:id="rId9"/>
              </a:rPr>
              <a:t>Man with medical mask delivering food</a:t>
            </a:r>
            <a:endParaRPr/>
          </a:p>
          <a:p>
            <a:pPr marL="457200" lvl="0" indent="-317500" algn="l" rtl="0">
              <a:spcBef>
                <a:spcPts val="0"/>
              </a:spcBef>
              <a:spcAft>
                <a:spcPts val="0"/>
              </a:spcAft>
              <a:buSzPts val="1400"/>
              <a:buChar char="●"/>
            </a:pPr>
            <a:r>
              <a:rPr lang="en">
                <a:solidFill>
                  <a:schemeClr val="hlink"/>
                </a:solidFill>
                <a:uFill>
                  <a:noFill/>
                </a:uFill>
                <a:hlinkClick r:id="rId10"/>
              </a:rPr>
              <a:t>Safe food delivery concept</a:t>
            </a:r>
            <a:endParaRPr/>
          </a:p>
          <a:p>
            <a:pPr marL="0" lvl="0" indent="0" algn="l" rtl="0">
              <a:spcBef>
                <a:spcPts val="0"/>
              </a:spcBef>
              <a:spcAft>
                <a:spcPts val="1600"/>
              </a:spcAft>
              <a:buNone/>
            </a:pPr>
            <a:endParaRPr/>
          </a:p>
        </p:txBody>
      </p:sp>
      <p:sp>
        <p:nvSpPr>
          <p:cNvPr id="5069" name="Google Shape;5069;p11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Premium Resources</a:t>
            </a:r>
            <a:endParaRPr/>
          </a:p>
        </p:txBody>
      </p:sp>
      <p:sp>
        <p:nvSpPr>
          <p:cNvPr id="5070" name="Google Shape;5070;p116"/>
          <p:cNvSpPr txBox="1">
            <a:spLocks noGrp="1"/>
          </p:cNvSpPr>
          <p:nvPr>
            <p:ph type="body" idx="2"/>
          </p:nvPr>
        </p:nvSpPr>
        <p:spPr>
          <a:xfrm>
            <a:off x="4806426" y="1408100"/>
            <a:ext cx="3600600" cy="316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ICONS:</a:t>
            </a:r>
            <a:endParaRPr/>
          </a:p>
          <a:p>
            <a:pPr marL="457200" lvl="0" indent="-317500" algn="l" rtl="0">
              <a:spcBef>
                <a:spcPts val="1600"/>
              </a:spcBef>
              <a:spcAft>
                <a:spcPts val="0"/>
              </a:spcAft>
              <a:buSzPts val="1400"/>
              <a:buChar char="●"/>
            </a:pPr>
            <a:r>
              <a:rPr lang="en">
                <a:uFill>
                  <a:noFill/>
                </a:uFill>
                <a:hlinkClick r:id="rId11"/>
              </a:rPr>
              <a:t>Food Delivery</a:t>
            </a:r>
            <a:endParaRPr/>
          </a:p>
          <a:p>
            <a:pPr marL="0" lvl="0" indent="0" algn="l" rtl="0">
              <a:spcBef>
                <a:spcPts val="1600"/>
              </a:spcBef>
              <a:spcAft>
                <a:spcPts val="0"/>
              </a:spcAft>
              <a:buClr>
                <a:schemeClr val="dk1"/>
              </a:buClr>
              <a:buSzPts val="1100"/>
              <a:buFont typeface="Arial"/>
              <a:buNone/>
            </a:pPr>
            <a:r>
              <a:rPr lang="en"/>
              <a:t>PHOTOS:</a:t>
            </a:r>
            <a:endParaRPr/>
          </a:p>
          <a:p>
            <a:pPr marL="457200" lvl="0" indent="-317500" algn="l" rtl="0">
              <a:spcBef>
                <a:spcPts val="1600"/>
              </a:spcBef>
              <a:spcAft>
                <a:spcPts val="0"/>
              </a:spcAft>
              <a:buSzPts val="1400"/>
              <a:buChar char="●"/>
            </a:pPr>
            <a:r>
              <a:rPr lang="en">
                <a:solidFill>
                  <a:schemeClr val="hlink"/>
                </a:solidFill>
                <a:uFill>
                  <a:noFill/>
                </a:uFill>
                <a:hlinkClick r:id="rId12"/>
              </a:rPr>
              <a:t>Arrangement with pizza crispy cop space</a:t>
            </a:r>
            <a:endParaRPr/>
          </a:p>
          <a:p>
            <a:pPr marL="457200" lvl="0" indent="-317500" algn="l" rtl="0">
              <a:spcBef>
                <a:spcPts val="0"/>
              </a:spcBef>
              <a:spcAft>
                <a:spcPts val="0"/>
              </a:spcAft>
              <a:buSzPts val="1400"/>
              <a:buChar char="●"/>
            </a:pPr>
            <a:r>
              <a:rPr lang="en">
                <a:solidFill>
                  <a:schemeClr val="hlink"/>
                </a:solidFill>
                <a:uFill>
                  <a:noFill/>
                </a:uFill>
                <a:hlinkClick r:id="rId13"/>
              </a:rPr>
              <a:t>Crop hands taking pizza</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74"/>
        <p:cNvGrpSpPr/>
        <p:nvPr/>
      </p:nvGrpSpPr>
      <p:grpSpPr>
        <a:xfrm>
          <a:off x="0" y="0"/>
          <a:ext cx="0" cy="0"/>
          <a:chOff x="0" y="0"/>
          <a:chExt cx="0" cy="0"/>
        </a:xfrm>
      </p:grpSpPr>
      <p:sp>
        <p:nvSpPr>
          <p:cNvPr id="5075" name="Google Shape;5075;p11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5076" name="Google Shape;5076;p117"/>
          <p:cNvSpPr txBox="1">
            <a:spLocks noGrp="1"/>
          </p:cNvSpPr>
          <p:nvPr>
            <p:ph type="body" idx="4294967295"/>
          </p:nvPr>
        </p:nvSpPr>
        <p:spPr>
          <a:xfrm>
            <a:off x="1220500" y="12998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lang="en" b="1" u="sng">
                <a:solidFill>
                  <a:srgbClr val="869FB2"/>
                </a:solidFill>
                <a:latin typeface="Arial"/>
                <a:ea typeface="Arial"/>
                <a:cs typeface="Arial"/>
                <a:sym typeface="Arial"/>
              </a:rPr>
              <a:t>S</a:t>
            </a:r>
            <a:r>
              <a:rPr lang="en" sz="1200"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lang="en" sz="1200" b="1">
                <a:solidFill>
                  <a:srgbClr val="869FB2"/>
                </a:solidFill>
                <a:uFill>
                  <a:noFill/>
                </a:uFill>
                <a:latin typeface="Arial"/>
                <a:ea typeface="Arial"/>
                <a:cs typeface="Arial"/>
                <a:sym typeface="Arial"/>
                <a:hlinkClick r:id="">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not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marL="0" lvl="0" indent="0" algn="ctr" rtl="0">
              <a:spcBef>
                <a:spcPts val="0"/>
              </a:spcBef>
              <a:spcAft>
                <a:spcPts val="0"/>
              </a:spcAft>
              <a:buNone/>
            </a:pPr>
            <a:endParaRPr sz="1100">
              <a:solidFill>
                <a:srgbClr val="435D74"/>
              </a:solidFill>
              <a:latin typeface="Arial"/>
              <a:ea typeface="Arial"/>
              <a:cs typeface="Arial"/>
              <a:sym typeface="Arial"/>
            </a:endParaRPr>
          </a:p>
          <a:p>
            <a:pPr marL="0" lvl="0" indent="0" algn="ctr" rtl="0">
              <a:spcBef>
                <a:spcPts val="0"/>
              </a:spcBef>
              <a:spcAft>
                <a:spcPts val="0"/>
              </a:spcAft>
              <a:buNone/>
            </a:pPr>
            <a:endParaRPr sz="1400">
              <a:solidFill>
                <a:srgbClr val="435D74"/>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5077" name="Google Shape;5077;p117"/>
          <p:cNvSpPr txBox="1">
            <a:spLocks noGrp="1"/>
          </p:cNvSpPr>
          <p:nvPr>
            <p:ph type="body" idx="4294967295"/>
          </p:nvPr>
        </p:nvSpPr>
        <p:spPr>
          <a:xfrm>
            <a:off x="1048350" y="412442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81"/>
        <p:cNvGrpSpPr/>
        <p:nvPr/>
      </p:nvGrpSpPr>
      <p:grpSpPr>
        <a:xfrm>
          <a:off x="0" y="0"/>
          <a:ext cx="0" cy="0"/>
          <a:chOff x="0" y="0"/>
          <a:chExt cx="0" cy="0"/>
        </a:xfrm>
      </p:grpSpPr>
      <p:sp>
        <p:nvSpPr>
          <p:cNvPr id="5082" name="Google Shape;5082;p118"/>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None/>
            </a:pPr>
            <a:r>
              <a:rPr lang="en" sz="1100">
                <a:solidFill>
                  <a:srgbClr val="FFFFFF"/>
                </a:solidFill>
              </a:rPr>
              <a:t>In order to use this template, you must credit </a:t>
            </a:r>
            <a:r>
              <a:rPr lang="en" sz="1100" b="1" u="sng">
                <a:solidFill>
                  <a:srgbClr val="869FB2"/>
                </a:solid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100">
                <a:solidFill>
                  <a:srgbClr val="435D74"/>
                </a:solidFill>
              </a:rPr>
              <a:t> </a:t>
            </a:r>
            <a:r>
              <a:rPr lang="en" sz="1100">
                <a:solidFill>
                  <a:srgbClr val="FFFFFF"/>
                </a:solidFill>
              </a:rPr>
              <a:t>by keeping the </a:t>
            </a:r>
            <a:r>
              <a:rPr lang="en" sz="1100" b="1">
                <a:solidFill>
                  <a:srgbClr val="869FB2"/>
                </a:solidFill>
                <a:uFill>
                  <a:noFill/>
                </a:uFill>
                <a:hlinkClick r:id="">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a:t>
            </a:r>
            <a:r>
              <a:rPr lang="en" sz="1100">
                <a:solidFill>
                  <a:srgbClr val="869FB2"/>
                </a:solidFill>
              </a:rPr>
              <a:t> </a:t>
            </a:r>
            <a:r>
              <a:rPr lang="en" sz="1100">
                <a:solidFill>
                  <a:srgbClr val="FFFFFF"/>
                </a:solidFill>
              </a:rPr>
              <a:t>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None/>
            </a:pPr>
            <a:r>
              <a:rPr lang="en" sz="1000">
                <a:solidFill>
                  <a:srgbClr val="FFFFFF"/>
                </a:solidFill>
              </a:rPr>
              <a:t>- Acquire the copyright of Slidesgo Content.</a:t>
            </a:r>
            <a:endParaRPr sz="1000">
              <a:solidFill>
                <a:srgbClr val="FFFFFF"/>
              </a:solidFill>
            </a:endParaRPr>
          </a:p>
        </p:txBody>
      </p:sp>
      <p:sp>
        <p:nvSpPr>
          <p:cNvPr id="5083" name="Google Shape;5083;p118"/>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000" u="sng">
              <a:solidFill>
                <a:srgbClr val="869FB2"/>
              </a:solidFill>
            </a:endParaRPr>
          </a:p>
        </p:txBody>
      </p:sp>
      <p:sp>
        <p:nvSpPr>
          <p:cNvPr id="5084" name="Google Shape;5084;p118"/>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88"/>
        <p:cNvGrpSpPr/>
        <p:nvPr/>
      </p:nvGrpSpPr>
      <p:grpSpPr>
        <a:xfrm>
          <a:off x="0" y="0"/>
          <a:ext cx="0" cy="0"/>
          <a:chOff x="0" y="0"/>
          <a:chExt cx="0" cy="0"/>
        </a:xfrm>
      </p:grpSpPr>
      <p:sp>
        <p:nvSpPr>
          <p:cNvPr id="5089" name="Google Shape;5089;p119"/>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a:solidFill>
                  <a:schemeClr val="lt1"/>
                </a:solidFill>
              </a:rPr>
              <a:t> or keeping the "Thanks" slide.</a:t>
            </a:r>
            <a:endParaRPr sz="11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5090" name="Google Shape;5090;p119"/>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000" u="sng">
              <a:solidFill>
                <a:srgbClr val="869FB2"/>
              </a:solidFill>
            </a:endParaRPr>
          </a:p>
        </p:txBody>
      </p:sp>
      <p:sp>
        <p:nvSpPr>
          <p:cNvPr id="5091" name="Google Shape;5091;p119"/>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095"/>
        <p:cNvGrpSpPr/>
        <p:nvPr/>
      </p:nvGrpSpPr>
      <p:grpSpPr>
        <a:xfrm>
          <a:off x="0" y="0"/>
          <a:ext cx="0" cy="0"/>
          <a:chOff x="0" y="0"/>
          <a:chExt cx="0" cy="0"/>
        </a:xfrm>
      </p:grpSpPr>
      <p:sp>
        <p:nvSpPr>
          <p:cNvPr id="5096" name="Google Shape;5096;p120"/>
          <p:cNvSpPr txBox="1">
            <a:spLocks noGrp="1"/>
          </p:cNvSpPr>
          <p:nvPr>
            <p:ph type="title" idx="4294967295"/>
          </p:nvPr>
        </p:nvSpPr>
        <p:spPr>
          <a:xfrm>
            <a:off x="1048350" y="95440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5097" name="Google Shape;5097;p120"/>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5098" name="Google Shape;5098;p120"/>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Advent Pro</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https://fonts.google.com/specimen/Advent+Pro</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a:p>
            <a:pPr marL="0" lvl="0" indent="0" algn="ctr" rtl="0">
              <a:spcBef>
                <a:spcPts val="0"/>
              </a:spcBef>
              <a:spcAft>
                <a:spcPts val="0"/>
              </a:spcAft>
              <a:buNone/>
            </a:pPr>
            <a:endParaRPr sz="800">
              <a:solidFill>
                <a:srgbClr val="435D74"/>
              </a:solidFill>
              <a:latin typeface="Arial"/>
              <a:ea typeface="Arial"/>
              <a:cs typeface="Arial"/>
              <a:sym typeface="Arial"/>
            </a:endParaRPr>
          </a:p>
          <a:p>
            <a:pPr marL="0" lvl="0" indent="0" algn="ctr" rtl="0">
              <a:spcBef>
                <a:spcPts val="0"/>
              </a:spcBef>
              <a:spcAft>
                <a:spcPts val="0"/>
              </a:spcAft>
              <a:buNone/>
            </a:pPr>
            <a:r>
              <a:rPr lang="en" b="1">
                <a:solidFill>
                  <a:schemeClr val="lt1"/>
                </a:solidFill>
                <a:latin typeface="Arial"/>
                <a:ea typeface="Arial"/>
                <a:cs typeface="Arial"/>
                <a:sym typeface="Arial"/>
              </a:rPr>
              <a:t>Roboto</a:t>
            </a:r>
            <a:endParaRPr b="1">
              <a:solidFill>
                <a:schemeClr val="lt1"/>
              </a:solidFill>
              <a:latin typeface="Arial"/>
              <a:ea typeface="Arial"/>
              <a:cs typeface="Arial"/>
              <a:sym typeface="Arial"/>
            </a:endParaRPr>
          </a:p>
          <a:p>
            <a:pPr marL="0" lvl="0" indent="0" algn="ctr" rtl="0">
              <a:spcBef>
                <a:spcPts val="0"/>
              </a:spcBef>
              <a:spcAft>
                <a:spcPts val="0"/>
              </a:spcAft>
              <a:buNone/>
            </a:pPr>
            <a:r>
              <a:rPr lang="en">
                <a:solidFill>
                  <a:schemeClr val="lt1"/>
                </a:solidFill>
                <a:latin typeface="Arial"/>
                <a:ea typeface="Arial"/>
                <a:cs typeface="Arial"/>
                <a:sym typeface="Arial"/>
              </a:rPr>
              <a:t>(</a:t>
            </a:r>
            <a:r>
              <a:rPr lang="en">
                <a:solidFill>
                  <a:schemeClr val="lt1"/>
                </a:solidFill>
                <a:uFill>
                  <a:noFill/>
                </a:u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https://fonts.google.com/specimen/Roboto</a:t>
            </a:r>
            <a:r>
              <a:rPr lang="en">
                <a:solidFill>
                  <a:schemeClr val="lt1"/>
                </a:solidFill>
                <a:latin typeface="Arial"/>
                <a:ea typeface="Arial"/>
                <a:cs typeface="Arial"/>
                <a:sym typeface="Arial"/>
              </a:rPr>
              <a:t>)</a:t>
            </a:r>
            <a:endParaRPr>
              <a:solidFill>
                <a:schemeClr val="lt1"/>
              </a:solidFill>
              <a:latin typeface="Arial"/>
              <a:ea typeface="Arial"/>
              <a:cs typeface="Arial"/>
              <a:sym typeface="Arial"/>
            </a:endParaRPr>
          </a:p>
        </p:txBody>
      </p:sp>
      <p:grpSp>
        <p:nvGrpSpPr>
          <p:cNvPr id="5099" name="Google Shape;5099;p120"/>
          <p:cNvGrpSpPr/>
          <p:nvPr/>
        </p:nvGrpSpPr>
        <p:grpSpPr>
          <a:xfrm>
            <a:off x="1558175" y="3498875"/>
            <a:ext cx="3976875" cy="754200"/>
            <a:chOff x="2052655" y="3498875"/>
            <a:chExt cx="3976875" cy="754200"/>
          </a:xfrm>
        </p:grpSpPr>
        <p:sp>
          <p:nvSpPr>
            <p:cNvPr id="5100" name="Google Shape;5100;p120"/>
            <p:cNvSpPr/>
            <p:nvPr/>
          </p:nvSpPr>
          <p:spPr>
            <a:xfrm>
              <a:off x="3114480" y="3498875"/>
              <a:ext cx="791400" cy="754200"/>
            </a:xfrm>
            <a:prstGeom prst="roundRect">
              <a:avLst>
                <a:gd name="adj" fmla="val 16667"/>
              </a:avLst>
            </a:prstGeom>
            <a:solidFill>
              <a:srgbClr val="A8C98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120"/>
            <p:cNvSpPr/>
            <p:nvPr/>
          </p:nvSpPr>
          <p:spPr>
            <a:xfrm>
              <a:off x="4176300" y="3498875"/>
              <a:ext cx="791400" cy="754200"/>
            </a:xfrm>
            <a:prstGeom prst="roundRect">
              <a:avLst>
                <a:gd name="adj" fmla="val 16667"/>
              </a:avLst>
            </a:prstGeom>
            <a:solidFill>
              <a:srgbClr val="F3C34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120"/>
            <p:cNvSpPr/>
            <p:nvPr/>
          </p:nvSpPr>
          <p:spPr>
            <a:xfrm>
              <a:off x="5238120" y="3498875"/>
              <a:ext cx="791400" cy="754200"/>
            </a:xfrm>
            <a:prstGeom prst="roundRect">
              <a:avLst>
                <a:gd name="adj" fmla="val 16667"/>
              </a:avLst>
            </a:prstGeom>
            <a:solidFill>
              <a:srgbClr val="66B9C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120"/>
            <p:cNvSpPr/>
            <p:nvPr/>
          </p:nvSpPr>
          <p:spPr>
            <a:xfrm>
              <a:off x="2052655" y="3498875"/>
              <a:ext cx="791400" cy="754200"/>
            </a:xfrm>
            <a:prstGeom prst="roundRect">
              <a:avLst>
                <a:gd name="adj" fmla="val 16667"/>
              </a:avLst>
            </a:prstGeom>
            <a:solidFill>
              <a:srgbClr val="D96FA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120"/>
            <p:cNvSpPr txBox="1"/>
            <p:nvPr/>
          </p:nvSpPr>
          <p:spPr>
            <a:xfrm>
              <a:off x="311448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#a8c987</a:t>
              </a:r>
              <a:endParaRPr sz="1000">
                <a:solidFill>
                  <a:srgbClr val="FFFFFF"/>
                </a:solidFill>
              </a:endParaRPr>
            </a:p>
          </p:txBody>
        </p:sp>
        <p:sp>
          <p:nvSpPr>
            <p:cNvPr id="5105" name="Google Shape;5105;p120"/>
            <p:cNvSpPr txBox="1"/>
            <p:nvPr/>
          </p:nvSpPr>
          <p:spPr>
            <a:xfrm>
              <a:off x="417630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#f3c347</a:t>
              </a:r>
              <a:endParaRPr sz="1000">
                <a:solidFill>
                  <a:srgbClr val="FFFFFF"/>
                </a:solidFill>
              </a:endParaRPr>
            </a:p>
          </p:txBody>
        </p:sp>
        <p:sp>
          <p:nvSpPr>
            <p:cNvPr id="5106" name="Google Shape;5106;p120"/>
            <p:cNvSpPr txBox="1"/>
            <p:nvPr/>
          </p:nvSpPr>
          <p:spPr>
            <a:xfrm>
              <a:off x="5238130"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#66b9cc</a:t>
              </a:r>
              <a:endParaRPr sz="1000">
                <a:solidFill>
                  <a:srgbClr val="FFFFFF"/>
                </a:solidFill>
              </a:endParaRPr>
            </a:p>
          </p:txBody>
        </p:sp>
        <p:sp>
          <p:nvSpPr>
            <p:cNvPr id="5107" name="Google Shape;5107;p120"/>
            <p:cNvSpPr txBox="1"/>
            <p:nvPr/>
          </p:nvSpPr>
          <p:spPr>
            <a:xfrm>
              <a:off x="2052655" y="36559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#d96fa0</a:t>
              </a:r>
              <a:endParaRPr sz="1000">
                <a:solidFill>
                  <a:srgbClr val="FFFFFF"/>
                </a:solidFill>
              </a:endParaRPr>
            </a:p>
          </p:txBody>
        </p:sp>
      </p:grpSp>
      <p:grpSp>
        <p:nvGrpSpPr>
          <p:cNvPr id="5108" name="Google Shape;5108;p120"/>
          <p:cNvGrpSpPr/>
          <p:nvPr/>
        </p:nvGrpSpPr>
        <p:grpSpPr>
          <a:xfrm>
            <a:off x="5788764" y="3498875"/>
            <a:ext cx="791411" cy="754200"/>
            <a:chOff x="5238120" y="3498875"/>
            <a:chExt cx="791411" cy="754200"/>
          </a:xfrm>
        </p:grpSpPr>
        <p:sp>
          <p:nvSpPr>
            <p:cNvPr id="5109" name="Google Shape;5109;p120"/>
            <p:cNvSpPr/>
            <p:nvPr/>
          </p:nvSpPr>
          <p:spPr>
            <a:xfrm>
              <a:off x="5238120" y="3498875"/>
              <a:ext cx="791400" cy="754200"/>
            </a:xfrm>
            <a:prstGeom prst="roundRect">
              <a:avLst>
                <a:gd name="adj" fmla="val 16667"/>
              </a:avLst>
            </a:prstGeom>
            <a:solidFill>
              <a:srgbClr val="FCE5C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120"/>
            <p:cNvSpPr txBox="1"/>
            <p:nvPr/>
          </p:nvSpPr>
          <p:spPr>
            <a:xfrm>
              <a:off x="5238130" y="3655925"/>
              <a:ext cx="791400" cy="440100"/>
            </a:xfrm>
            <a:prstGeom prst="rect">
              <a:avLst/>
            </a:prstGeom>
            <a:solidFill>
              <a:srgbClr val="FCE5C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66B9CC"/>
                  </a:solidFill>
                </a:rPr>
                <a:t>#fce5cd</a:t>
              </a:r>
              <a:endParaRPr sz="1000">
                <a:solidFill>
                  <a:srgbClr val="66B9CC"/>
                </a:solidFill>
              </a:endParaRPr>
            </a:p>
          </p:txBody>
        </p:sp>
      </p:grpSp>
      <p:grpSp>
        <p:nvGrpSpPr>
          <p:cNvPr id="5111" name="Google Shape;5111;p120"/>
          <p:cNvGrpSpPr/>
          <p:nvPr/>
        </p:nvGrpSpPr>
        <p:grpSpPr>
          <a:xfrm>
            <a:off x="6833889" y="3498875"/>
            <a:ext cx="791411" cy="754200"/>
            <a:chOff x="5238120" y="3498875"/>
            <a:chExt cx="791411" cy="754200"/>
          </a:xfrm>
        </p:grpSpPr>
        <p:sp>
          <p:nvSpPr>
            <p:cNvPr id="5112" name="Google Shape;5112;p120"/>
            <p:cNvSpPr/>
            <p:nvPr/>
          </p:nvSpPr>
          <p:spPr>
            <a:xfrm>
              <a:off x="5238120" y="3498875"/>
              <a:ext cx="791400" cy="754200"/>
            </a:xfrm>
            <a:prstGeom prst="roundRect">
              <a:avLst>
                <a:gd name="adj" fmla="val 16667"/>
              </a:avLst>
            </a:prstGeom>
            <a:solidFill>
              <a:srgbClr val="FFFAE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120"/>
            <p:cNvSpPr txBox="1"/>
            <p:nvPr/>
          </p:nvSpPr>
          <p:spPr>
            <a:xfrm>
              <a:off x="5238130" y="3655925"/>
              <a:ext cx="791400" cy="440100"/>
            </a:xfrm>
            <a:prstGeom prst="rect">
              <a:avLst/>
            </a:prstGeom>
            <a:solidFill>
              <a:srgbClr val="FFFAEA"/>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66B9CC"/>
                  </a:solidFill>
                </a:rPr>
                <a:t>#fffaea</a:t>
              </a:r>
              <a:endParaRPr sz="1000">
                <a:solidFill>
                  <a:srgbClr val="66B9CC"/>
                </a:solidFill>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117"/>
        <p:cNvGrpSpPr/>
        <p:nvPr/>
      </p:nvGrpSpPr>
      <p:grpSpPr>
        <a:xfrm>
          <a:off x="0" y="0"/>
          <a:ext cx="0" cy="0"/>
          <a:chOff x="0" y="0"/>
          <a:chExt cx="0" cy="0"/>
        </a:xfrm>
      </p:grpSpPr>
      <p:sp>
        <p:nvSpPr>
          <p:cNvPr id="5118" name="Google Shape;5118;p121"/>
          <p:cNvSpPr txBox="1"/>
          <p:nvPr/>
        </p:nvSpPr>
        <p:spPr>
          <a:xfrm>
            <a:off x="1068100" y="66640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Storyset</a:t>
            </a:r>
            <a:endParaRPr sz="2400">
              <a:solidFill>
                <a:srgbClr val="FFFFFF"/>
              </a:solidFill>
            </a:endParaRPr>
          </a:p>
        </p:txBody>
      </p:sp>
      <p:sp>
        <p:nvSpPr>
          <p:cNvPr id="5119" name="Google Shape;5119;p121"/>
          <p:cNvSpPr txBox="1"/>
          <p:nvPr/>
        </p:nvSpPr>
        <p:spPr>
          <a:xfrm>
            <a:off x="1252436" y="1169999"/>
            <a:ext cx="6630900" cy="318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How it Works.</a:t>
            </a:r>
            <a:endParaRPr sz="1100">
              <a:solidFill>
                <a:srgbClr val="869FB2"/>
              </a:solidFill>
            </a:endParaRPr>
          </a:p>
        </p:txBody>
      </p:sp>
      <p:pic>
        <p:nvPicPr>
          <p:cNvPr id="5120" name="Google Shape;5120;p121"/>
          <p:cNvPicPr preferRelativeResize="0"/>
          <p:nvPr/>
        </p:nvPicPr>
        <p:blipFill rotWithShape="1">
          <a:blip r:embed="rId4">
            <a:alphaModFix/>
          </a:blip>
          <a:srcRect t="16540" b="16547"/>
          <a:stretch/>
        </p:blipFill>
        <p:spPr>
          <a:xfrm>
            <a:off x="510820" y="2688639"/>
            <a:ext cx="1606719" cy="1075073"/>
          </a:xfrm>
          <a:prstGeom prst="rect">
            <a:avLst/>
          </a:prstGeom>
          <a:noFill/>
          <a:ln>
            <a:noFill/>
          </a:ln>
        </p:spPr>
      </p:pic>
      <p:sp>
        <p:nvSpPr>
          <p:cNvPr id="5121" name="Google Shape;5121;p121"/>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Pana</a:t>
            </a:r>
            <a:endParaRPr>
              <a:solidFill>
                <a:srgbClr val="869FB2"/>
              </a:solidFill>
            </a:endParaRPr>
          </a:p>
        </p:txBody>
      </p:sp>
      <p:sp>
        <p:nvSpPr>
          <p:cNvPr id="5122" name="Google Shape;5122;p121"/>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Amico</a:t>
            </a:r>
            <a:endParaRPr>
              <a:solidFill>
                <a:srgbClr val="869FB2"/>
              </a:solidFill>
            </a:endParaRPr>
          </a:p>
        </p:txBody>
      </p:sp>
      <p:sp>
        <p:nvSpPr>
          <p:cNvPr id="5123" name="Google Shape;5123;p121"/>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Bro</a:t>
            </a:r>
            <a:endParaRPr>
              <a:solidFill>
                <a:srgbClr val="869FB2"/>
              </a:solidFill>
            </a:endParaRPr>
          </a:p>
        </p:txBody>
      </p:sp>
      <p:sp>
        <p:nvSpPr>
          <p:cNvPr id="5124" name="Google Shape;5124;p121"/>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Rafiki</a:t>
            </a:r>
            <a:endParaRPr>
              <a:solidFill>
                <a:srgbClr val="869FB2"/>
              </a:solidFill>
            </a:endParaRPr>
          </a:p>
        </p:txBody>
      </p:sp>
      <p:pic>
        <p:nvPicPr>
          <p:cNvPr id="5125" name="Google Shape;5125;p121"/>
          <p:cNvPicPr preferRelativeResize="0"/>
          <p:nvPr/>
        </p:nvPicPr>
        <p:blipFill rotWithShape="1">
          <a:blip r:embed="rId9">
            <a:alphaModFix/>
          </a:blip>
          <a:srcRect/>
          <a:stretch/>
        </p:blipFill>
        <p:spPr>
          <a:xfrm>
            <a:off x="2255077" y="2410850"/>
            <a:ext cx="1340595" cy="1340603"/>
          </a:xfrm>
          <a:prstGeom prst="rect">
            <a:avLst/>
          </a:prstGeom>
          <a:noFill/>
          <a:ln>
            <a:noFill/>
          </a:ln>
        </p:spPr>
      </p:pic>
      <p:pic>
        <p:nvPicPr>
          <p:cNvPr id="5126" name="Google Shape;5126;p121"/>
          <p:cNvPicPr preferRelativeResize="0"/>
          <p:nvPr/>
        </p:nvPicPr>
        <p:blipFill rotWithShape="1">
          <a:blip r:embed="rId10">
            <a:alphaModFix/>
          </a:blip>
          <a:srcRect l="4194" t="11228" r="4213" b="8854"/>
          <a:stretch/>
        </p:blipFill>
        <p:spPr>
          <a:xfrm>
            <a:off x="3774275" y="2532512"/>
            <a:ext cx="1448304" cy="1263588"/>
          </a:xfrm>
          <a:prstGeom prst="rect">
            <a:avLst/>
          </a:prstGeom>
          <a:noFill/>
          <a:ln>
            <a:noFill/>
          </a:ln>
        </p:spPr>
      </p:pic>
      <p:pic>
        <p:nvPicPr>
          <p:cNvPr id="5127" name="Google Shape;5127;p121"/>
          <p:cNvPicPr preferRelativeResize="0"/>
          <p:nvPr/>
        </p:nvPicPr>
        <p:blipFill rotWithShape="1">
          <a:blip r:embed="rId11">
            <a:alphaModFix/>
          </a:blip>
          <a:srcRect t="6567" b="11945"/>
          <a:stretch/>
        </p:blipFill>
        <p:spPr>
          <a:xfrm>
            <a:off x="5347337" y="2581527"/>
            <a:ext cx="1448284" cy="1180164"/>
          </a:xfrm>
          <a:prstGeom prst="rect">
            <a:avLst/>
          </a:prstGeom>
          <a:noFill/>
          <a:ln>
            <a:noFill/>
          </a:ln>
        </p:spPr>
      </p:pic>
      <p:pic>
        <p:nvPicPr>
          <p:cNvPr id="5128" name="Google Shape;5128;p121"/>
          <p:cNvPicPr preferRelativeResize="0"/>
          <p:nvPr/>
        </p:nvPicPr>
        <p:blipFill rotWithShape="1">
          <a:blip r:embed="rId12">
            <a:alphaModFix/>
          </a:blip>
          <a:srcRect t="11708" b="17967"/>
          <a:stretch/>
        </p:blipFill>
        <p:spPr>
          <a:xfrm>
            <a:off x="6836257" y="2523903"/>
            <a:ext cx="1796923" cy="1263600"/>
          </a:xfrm>
          <a:prstGeom prst="rect">
            <a:avLst/>
          </a:prstGeom>
          <a:noFill/>
          <a:ln>
            <a:noFill/>
          </a:ln>
        </p:spPr>
      </p:pic>
      <p:sp>
        <p:nvSpPr>
          <p:cNvPr id="5129" name="Google Shape;5129;p121"/>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Cuate</a:t>
            </a:r>
            <a:endParaRPr>
              <a:solidFill>
                <a:srgbClr val="869FB2"/>
              </a:solidFil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133"/>
        <p:cNvGrpSpPr/>
        <p:nvPr/>
      </p:nvGrpSpPr>
      <p:grpSpPr>
        <a:xfrm>
          <a:off x="0" y="0"/>
          <a:ext cx="0" cy="0"/>
          <a:chOff x="0" y="0"/>
          <a:chExt cx="0" cy="0"/>
        </a:xfrm>
      </p:grpSpPr>
      <p:sp>
        <p:nvSpPr>
          <p:cNvPr id="5134" name="Google Shape;5134;p122"/>
          <p:cNvSpPr txBox="1"/>
          <p:nvPr/>
        </p:nvSpPr>
        <p:spPr>
          <a:xfrm>
            <a:off x="1068100" y="1534076"/>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infographics</a:t>
            </a:r>
            <a:r>
              <a:rPr lang="en" sz="1100">
                <a:solidFill>
                  <a:srgbClr val="FFFFFF"/>
                </a:solidFill>
              </a:rPr>
              <a:t> on Slidesgo.</a:t>
            </a:r>
            <a:endParaRPr sz="1100">
              <a:solidFill>
                <a:srgbClr val="FFFFFF"/>
              </a:solidFill>
            </a:endParaRPr>
          </a:p>
        </p:txBody>
      </p:sp>
      <p:grpSp>
        <p:nvGrpSpPr>
          <p:cNvPr id="5135" name="Google Shape;5135;p122"/>
          <p:cNvGrpSpPr/>
          <p:nvPr/>
        </p:nvGrpSpPr>
        <p:grpSpPr>
          <a:xfrm>
            <a:off x="5156078" y="3085736"/>
            <a:ext cx="474294" cy="551291"/>
            <a:chOff x="4727025" y="1332775"/>
            <a:chExt cx="59900" cy="69625"/>
          </a:xfrm>
        </p:grpSpPr>
        <p:sp>
          <p:nvSpPr>
            <p:cNvPr id="5136" name="Google Shape;5136;p122"/>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122"/>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38" name="Google Shape;5138;p122"/>
          <p:cNvGrpSpPr/>
          <p:nvPr/>
        </p:nvGrpSpPr>
        <p:grpSpPr>
          <a:xfrm>
            <a:off x="5769734" y="2314340"/>
            <a:ext cx="555653" cy="557031"/>
            <a:chOff x="4820425" y="1329900"/>
            <a:chExt cx="70175" cy="70350"/>
          </a:xfrm>
        </p:grpSpPr>
        <p:sp>
          <p:nvSpPr>
            <p:cNvPr id="5139" name="Google Shape;5139;p122"/>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122"/>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122"/>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122"/>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3" name="Google Shape;5143;p122"/>
          <p:cNvGrpSpPr/>
          <p:nvPr/>
        </p:nvGrpSpPr>
        <p:grpSpPr>
          <a:xfrm>
            <a:off x="6396103" y="2318845"/>
            <a:ext cx="582574" cy="533871"/>
            <a:chOff x="4903200" y="1331525"/>
            <a:chExt cx="73575" cy="67425"/>
          </a:xfrm>
        </p:grpSpPr>
        <p:sp>
          <p:nvSpPr>
            <p:cNvPr id="5144" name="Google Shape;5144;p122"/>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122"/>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6" name="Google Shape;5146;p122"/>
          <p:cNvGrpSpPr/>
          <p:nvPr/>
        </p:nvGrpSpPr>
        <p:grpSpPr>
          <a:xfrm>
            <a:off x="5755581" y="3078709"/>
            <a:ext cx="583960" cy="565345"/>
            <a:chOff x="4815575" y="1416800"/>
            <a:chExt cx="73750" cy="71400"/>
          </a:xfrm>
        </p:grpSpPr>
        <p:sp>
          <p:nvSpPr>
            <p:cNvPr id="5147" name="Google Shape;5147;p122"/>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122"/>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122"/>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122"/>
          <p:cNvGrpSpPr/>
          <p:nvPr/>
        </p:nvGrpSpPr>
        <p:grpSpPr>
          <a:xfrm>
            <a:off x="6390362" y="3108896"/>
            <a:ext cx="589898" cy="504970"/>
            <a:chOff x="4902475" y="1418875"/>
            <a:chExt cx="74500" cy="63775"/>
          </a:xfrm>
        </p:grpSpPr>
        <p:sp>
          <p:nvSpPr>
            <p:cNvPr id="5151" name="Google Shape;5151;p122"/>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122"/>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3" name="Google Shape;5153;p122"/>
          <p:cNvGrpSpPr/>
          <p:nvPr/>
        </p:nvGrpSpPr>
        <p:grpSpPr>
          <a:xfrm>
            <a:off x="5765577" y="3826000"/>
            <a:ext cx="563967" cy="567127"/>
            <a:chOff x="4818100" y="1507675"/>
            <a:chExt cx="71225" cy="71625"/>
          </a:xfrm>
        </p:grpSpPr>
        <p:sp>
          <p:nvSpPr>
            <p:cNvPr id="5154" name="Google Shape;5154;p122"/>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122"/>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122"/>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122"/>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8" name="Google Shape;5158;p122"/>
          <p:cNvGrpSpPr/>
          <p:nvPr/>
        </p:nvGrpSpPr>
        <p:grpSpPr>
          <a:xfrm>
            <a:off x="5079075" y="3829461"/>
            <a:ext cx="628301" cy="588505"/>
            <a:chOff x="4721450" y="1509475"/>
            <a:chExt cx="79350" cy="74325"/>
          </a:xfrm>
        </p:grpSpPr>
        <p:sp>
          <p:nvSpPr>
            <p:cNvPr id="5159" name="Google Shape;5159;p122"/>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122"/>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122"/>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122"/>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3" name="Google Shape;5163;p122"/>
          <p:cNvGrpSpPr/>
          <p:nvPr/>
        </p:nvGrpSpPr>
        <p:grpSpPr>
          <a:xfrm>
            <a:off x="6424608" y="3814027"/>
            <a:ext cx="557038" cy="562772"/>
            <a:chOff x="4906800" y="1507500"/>
            <a:chExt cx="70350" cy="71075"/>
          </a:xfrm>
        </p:grpSpPr>
        <p:sp>
          <p:nvSpPr>
            <p:cNvPr id="5164" name="Google Shape;5164;p122"/>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122"/>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122"/>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122"/>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122"/>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9" name="Google Shape;5169;p122"/>
          <p:cNvGrpSpPr/>
          <p:nvPr/>
        </p:nvGrpSpPr>
        <p:grpSpPr>
          <a:xfrm>
            <a:off x="4462216" y="2340963"/>
            <a:ext cx="517934" cy="517934"/>
            <a:chOff x="3736598" y="2170606"/>
            <a:chExt cx="404889" cy="404889"/>
          </a:xfrm>
        </p:grpSpPr>
        <p:sp>
          <p:nvSpPr>
            <p:cNvPr id="5170" name="Google Shape;5170;p122"/>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122"/>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122"/>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122"/>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4" name="Google Shape;5174;p122"/>
          <p:cNvGrpSpPr/>
          <p:nvPr/>
        </p:nvGrpSpPr>
        <p:grpSpPr>
          <a:xfrm>
            <a:off x="3729277" y="2341061"/>
            <a:ext cx="586986" cy="517740"/>
            <a:chOff x="3161917" y="2170682"/>
            <a:chExt cx="458870" cy="404737"/>
          </a:xfrm>
        </p:grpSpPr>
        <p:sp>
          <p:nvSpPr>
            <p:cNvPr id="5175" name="Google Shape;5175;p122"/>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122"/>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122"/>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8" name="Google Shape;5178;p122"/>
          <p:cNvGrpSpPr/>
          <p:nvPr/>
        </p:nvGrpSpPr>
        <p:grpSpPr>
          <a:xfrm>
            <a:off x="3752299" y="3102400"/>
            <a:ext cx="540943" cy="517963"/>
            <a:chOff x="3179914" y="2889488"/>
            <a:chExt cx="422876" cy="404911"/>
          </a:xfrm>
        </p:grpSpPr>
        <p:sp>
          <p:nvSpPr>
            <p:cNvPr id="5179" name="Google Shape;5179;p122"/>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122"/>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122"/>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122"/>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122"/>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122"/>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5" name="Google Shape;5185;p122"/>
          <p:cNvGrpSpPr/>
          <p:nvPr/>
        </p:nvGrpSpPr>
        <p:grpSpPr>
          <a:xfrm>
            <a:off x="4453093" y="3102358"/>
            <a:ext cx="536180" cy="518047"/>
            <a:chOff x="3729467" y="2889422"/>
            <a:chExt cx="419153" cy="404977"/>
          </a:xfrm>
        </p:grpSpPr>
        <p:sp>
          <p:nvSpPr>
            <p:cNvPr id="5186" name="Google Shape;5186;p122"/>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122"/>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122"/>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122"/>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122"/>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122"/>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122"/>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3" name="Google Shape;5193;p122"/>
          <p:cNvGrpSpPr/>
          <p:nvPr/>
        </p:nvGrpSpPr>
        <p:grpSpPr>
          <a:xfrm>
            <a:off x="1990126" y="3445787"/>
            <a:ext cx="965351" cy="134611"/>
            <a:chOff x="4411970" y="2962952"/>
            <a:chExt cx="706544" cy="104212"/>
          </a:xfrm>
        </p:grpSpPr>
        <p:sp>
          <p:nvSpPr>
            <p:cNvPr id="5194" name="Google Shape;5194;p122"/>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122"/>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122"/>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122"/>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8" name="Google Shape;5198;p122"/>
          <p:cNvGrpSpPr/>
          <p:nvPr/>
        </p:nvGrpSpPr>
        <p:grpSpPr>
          <a:xfrm>
            <a:off x="1990126" y="3041077"/>
            <a:ext cx="960158" cy="289172"/>
            <a:chOff x="4411970" y="2726085"/>
            <a:chExt cx="643107" cy="193659"/>
          </a:xfrm>
        </p:grpSpPr>
        <p:sp>
          <p:nvSpPr>
            <p:cNvPr id="5199" name="Google Shape;5199;p122"/>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122"/>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122"/>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2" name="Google Shape;5202;p122"/>
          <p:cNvGrpSpPr/>
          <p:nvPr/>
        </p:nvGrpSpPr>
        <p:grpSpPr>
          <a:xfrm>
            <a:off x="998624" y="3295400"/>
            <a:ext cx="811503" cy="252584"/>
            <a:chOff x="4411970" y="4340222"/>
            <a:chExt cx="779467" cy="242683"/>
          </a:xfrm>
        </p:grpSpPr>
        <p:sp>
          <p:nvSpPr>
            <p:cNvPr id="5203" name="Google Shape;5203;p122"/>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122"/>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122"/>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6" name="Google Shape;5206;p122"/>
          <p:cNvGrpSpPr/>
          <p:nvPr/>
        </p:nvGrpSpPr>
        <p:grpSpPr>
          <a:xfrm>
            <a:off x="1990126" y="2709308"/>
            <a:ext cx="965160" cy="216230"/>
            <a:chOff x="4411970" y="2468674"/>
            <a:chExt cx="747317" cy="167425"/>
          </a:xfrm>
        </p:grpSpPr>
        <p:sp>
          <p:nvSpPr>
            <p:cNvPr id="5207" name="Google Shape;5207;p122"/>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122"/>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9" name="Google Shape;5209;p122"/>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0" name="Google Shape;5210;p122"/>
          <p:cNvGrpSpPr/>
          <p:nvPr/>
        </p:nvGrpSpPr>
        <p:grpSpPr>
          <a:xfrm>
            <a:off x="997692" y="2334687"/>
            <a:ext cx="1959041" cy="208784"/>
            <a:chOff x="6336019" y="3733725"/>
            <a:chExt cx="2566206" cy="351310"/>
          </a:xfrm>
        </p:grpSpPr>
        <p:sp>
          <p:nvSpPr>
            <p:cNvPr id="5211" name="Google Shape;5211;p122"/>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122"/>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122"/>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122"/>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122"/>
          <p:cNvGrpSpPr/>
          <p:nvPr/>
        </p:nvGrpSpPr>
        <p:grpSpPr>
          <a:xfrm>
            <a:off x="1990126" y="3950602"/>
            <a:ext cx="946551" cy="153200"/>
            <a:chOff x="4404545" y="3301592"/>
            <a:chExt cx="782403" cy="129272"/>
          </a:xfrm>
        </p:grpSpPr>
        <p:sp>
          <p:nvSpPr>
            <p:cNvPr id="5216" name="Google Shape;5216;p122"/>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122"/>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122"/>
          <p:cNvGrpSpPr/>
          <p:nvPr/>
        </p:nvGrpSpPr>
        <p:grpSpPr>
          <a:xfrm>
            <a:off x="1990126" y="3695937"/>
            <a:ext cx="962257" cy="139127"/>
            <a:chOff x="4411970" y="3131459"/>
            <a:chExt cx="710520" cy="117397"/>
          </a:xfrm>
        </p:grpSpPr>
        <p:sp>
          <p:nvSpPr>
            <p:cNvPr id="5219" name="Google Shape;5219;p122"/>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122"/>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21" name="Google Shape;5221;p122"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22" name="Google Shape;5222;p122"/>
          <p:cNvGrpSpPr/>
          <p:nvPr/>
        </p:nvGrpSpPr>
        <p:grpSpPr>
          <a:xfrm>
            <a:off x="990271" y="3621603"/>
            <a:ext cx="823838" cy="458988"/>
            <a:chOff x="4411970" y="1801825"/>
            <a:chExt cx="734586" cy="409262"/>
          </a:xfrm>
        </p:grpSpPr>
        <p:sp>
          <p:nvSpPr>
            <p:cNvPr id="5223" name="Google Shape;5223;p122"/>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122"/>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5" name="Google Shape;5225;p122"/>
          <p:cNvGrpSpPr/>
          <p:nvPr/>
        </p:nvGrpSpPr>
        <p:grpSpPr>
          <a:xfrm>
            <a:off x="3095243" y="2339173"/>
            <a:ext cx="521514" cy="521514"/>
            <a:chOff x="5681300" y="2527788"/>
            <a:chExt cx="805800" cy="805800"/>
          </a:xfrm>
        </p:grpSpPr>
        <p:sp>
          <p:nvSpPr>
            <p:cNvPr id="5226" name="Google Shape;5226;p122"/>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122"/>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8" name="Google Shape;5228;p122"/>
          <p:cNvGrpSpPr/>
          <p:nvPr/>
        </p:nvGrpSpPr>
        <p:grpSpPr>
          <a:xfrm>
            <a:off x="3089483" y="3094865"/>
            <a:ext cx="533033" cy="533033"/>
            <a:chOff x="4049800" y="640400"/>
            <a:chExt cx="858900" cy="858900"/>
          </a:xfrm>
        </p:grpSpPr>
        <p:sp>
          <p:nvSpPr>
            <p:cNvPr id="5229" name="Google Shape;5229;p122"/>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122"/>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1" name="Google Shape;5231;p122"/>
          <p:cNvGrpSpPr/>
          <p:nvPr/>
        </p:nvGrpSpPr>
        <p:grpSpPr>
          <a:xfrm>
            <a:off x="3014966" y="3772543"/>
            <a:ext cx="682068" cy="682068"/>
            <a:chOff x="5080188" y="927900"/>
            <a:chExt cx="961200" cy="961200"/>
          </a:xfrm>
        </p:grpSpPr>
        <p:sp>
          <p:nvSpPr>
            <p:cNvPr id="5232" name="Google Shape;5232;p122"/>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122"/>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122"/>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122"/>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122"/>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122"/>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122"/>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122"/>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0" name="Google Shape;5240;p122"/>
          <p:cNvGrpSpPr/>
          <p:nvPr/>
        </p:nvGrpSpPr>
        <p:grpSpPr>
          <a:xfrm>
            <a:off x="4478465" y="3869234"/>
            <a:ext cx="505650" cy="504006"/>
            <a:chOff x="6039282" y="1042577"/>
            <a:chExt cx="734315" cy="731929"/>
          </a:xfrm>
        </p:grpSpPr>
        <p:sp>
          <p:nvSpPr>
            <p:cNvPr id="5241" name="Google Shape;5241;p122"/>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122"/>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122"/>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122"/>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122"/>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122"/>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122"/>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122"/>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122"/>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122"/>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122"/>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122"/>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122"/>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122"/>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122"/>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122"/>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122"/>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122"/>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122"/>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122"/>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122"/>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2" name="Google Shape;5262;p122"/>
          <p:cNvGrpSpPr/>
          <p:nvPr/>
        </p:nvGrpSpPr>
        <p:grpSpPr>
          <a:xfrm>
            <a:off x="5091067" y="2298862"/>
            <a:ext cx="567744" cy="602136"/>
            <a:chOff x="1825800" y="1651625"/>
            <a:chExt cx="539989" cy="571775"/>
          </a:xfrm>
        </p:grpSpPr>
        <p:sp>
          <p:nvSpPr>
            <p:cNvPr id="5263" name="Google Shape;5263;p122"/>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122"/>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122"/>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122"/>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7" name="Google Shape;5267;p122"/>
          <p:cNvGrpSpPr/>
          <p:nvPr/>
        </p:nvGrpSpPr>
        <p:grpSpPr>
          <a:xfrm>
            <a:off x="3765995" y="3855579"/>
            <a:ext cx="508123" cy="507955"/>
            <a:chOff x="1897577" y="2802432"/>
            <a:chExt cx="492176" cy="492014"/>
          </a:xfrm>
        </p:grpSpPr>
        <p:sp>
          <p:nvSpPr>
            <p:cNvPr id="5268" name="Google Shape;5268;p122"/>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122"/>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122"/>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122"/>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122"/>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122"/>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122"/>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122"/>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122"/>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122"/>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122"/>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122"/>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0" name="Google Shape;5280;p122"/>
          <p:cNvGrpSpPr/>
          <p:nvPr/>
        </p:nvGrpSpPr>
        <p:grpSpPr>
          <a:xfrm>
            <a:off x="997525" y="4169123"/>
            <a:ext cx="809227" cy="200842"/>
            <a:chOff x="2013045" y="4813233"/>
            <a:chExt cx="921986" cy="228854"/>
          </a:xfrm>
        </p:grpSpPr>
        <p:sp>
          <p:nvSpPr>
            <p:cNvPr id="5281" name="Google Shape;5281;p122"/>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122"/>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3" name="Google Shape;5283;p122"/>
          <p:cNvGrpSpPr/>
          <p:nvPr/>
        </p:nvGrpSpPr>
        <p:grpSpPr>
          <a:xfrm>
            <a:off x="1005985" y="2656004"/>
            <a:ext cx="792421" cy="269941"/>
            <a:chOff x="1046767" y="4756633"/>
            <a:chExt cx="859646" cy="292841"/>
          </a:xfrm>
        </p:grpSpPr>
        <p:sp>
          <p:nvSpPr>
            <p:cNvPr id="5284" name="Google Shape;5284;p122"/>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122"/>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122"/>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87" name="Google Shape;5287;p122"/>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122"/>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122"/>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122"/>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1" name="Google Shape;5291;p122"/>
          <p:cNvGrpSpPr/>
          <p:nvPr/>
        </p:nvGrpSpPr>
        <p:grpSpPr>
          <a:xfrm>
            <a:off x="7141841" y="2550562"/>
            <a:ext cx="166473" cy="141497"/>
            <a:chOff x="4660325" y="1866850"/>
            <a:chExt cx="68350" cy="58100"/>
          </a:xfrm>
        </p:grpSpPr>
        <p:sp>
          <p:nvSpPr>
            <p:cNvPr id="5292" name="Google Shape;5292;p122"/>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122"/>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4" name="Google Shape;5294;p122"/>
          <p:cNvGrpSpPr/>
          <p:nvPr/>
        </p:nvGrpSpPr>
        <p:grpSpPr>
          <a:xfrm>
            <a:off x="7451186" y="2576286"/>
            <a:ext cx="162515" cy="90049"/>
            <a:chOff x="4791775" y="1877500"/>
            <a:chExt cx="66725" cy="36975"/>
          </a:xfrm>
        </p:grpSpPr>
        <p:sp>
          <p:nvSpPr>
            <p:cNvPr id="5295" name="Google Shape;5295;p122"/>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122"/>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7" name="Google Shape;5297;p122"/>
          <p:cNvGrpSpPr/>
          <p:nvPr/>
        </p:nvGrpSpPr>
        <p:grpSpPr>
          <a:xfrm>
            <a:off x="7772899" y="2576286"/>
            <a:ext cx="144979" cy="90049"/>
            <a:chOff x="4923925" y="1877500"/>
            <a:chExt cx="59525" cy="36975"/>
          </a:xfrm>
        </p:grpSpPr>
        <p:sp>
          <p:nvSpPr>
            <p:cNvPr id="5298" name="Google Shape;5298;p122"/>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122"/>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0" name="Google Shape;5300;p122"/>
          <p:cNvGrpSpPr/>
          <p:nvPr/>
        </p:nvGrpSpPr>
        <p:grpSpPr>
          <a:xfrm>
            <a:off x="8067390" y="2558477"/>
            <a:ext cx="141447" cy="125667"/>
            <a:chOff x="5058450" y="1870100"/>
            <a:chExt cx="58075" cy="51600"/>
          </a:xfrm>
        </p:grpSpPr>
        <p:sp>
          <p:nvSpPr>
            <p:cNvPr id="5301" name="Google Shape;5301;p122"/>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122"/>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3" name="Google Shape;5303;p122"/>
          <p:cNvGrpSpPr/>
          <p:nvPr/>
        </p:nvGrpSpPr>
        <p:grpSpPr>
          <a:xfrm>
            <a:off x="7481905" y="2980885"/>
            <a:ext cx="101077" cy="107645"/>
            <a:chOff x="4811425" y="2065025"/>
            <a:chExt cx="41500" cy="44200"/>
          </a:xfrm>
        </p:grpSpPr>
        <p:sp>
          <p:nvSpPr>
            <p:cNvPr id="5304" name="Google Shape;5304;p122"/>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122"/>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6" name="Google Shape;5306;p122"/>
          <p:cNvGrpSpPr/>
          <p:nvPr/>
        </p:nvGrpSpPr>
        <p:grpSpPr>
          <a:xfrm>
            <a:off x="7774342" y="2981098"/>
            <a:ext cx="120867" cy="107218"/>
            <a:chOff x="4929875" y="2065025"/>
            <a:chExt cx="49625" cy="44025"/>
          </a:xfrm>
        </p:grpSpPr>
        <p:sp>
          <p:nvSpPr>
            <p:cNvPr id="5307" name="Google Shape;5307;p122"/>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122"/>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9" name="Google Shape;5309;p122"/>
          <p:cNvGrpSpPr/>
          <p:nvPr/>
        </p:nvGrpSpPr>
        <p:grpSpPr>
          <a:xfrm>
            <a:off x="8103011" y="2984112"/>
            <a:ext cx="70206" cy="101191"/>
            <a:chOff x="5083925" y="2066350"/>
            <a:chExt cx="28825" cy="41550"/>
          </a:xfrm>
        </p:grpSpPr>
        <p:sp>
          <p:nvSpPr>
            <p:cNvPr id="5310" name="Google Shape;5310;p122"/>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122"/>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2" name="Google Shape;5312;p122"/>
          <p:cNvGrpSpPr/>
          <p:nvPr/>
        </p:nvGrpSpPr>
        <p:grpSpPr>
          <a:xfrm>
            <a:off x="7134565" y="2999759"/>
            <a:ext cx="181026" cy="69896"/>
            <a:chOff x="4659775" y="2072775"/>
            <a:chExt cx="74325" cy="28700"/>
          </a:xfrm>
        </p:grpSpPr>
        <p:sp>
          <p:nvSpPr>
            <p:cNvPr id="5313" name="Google Shape;5313;p122"/>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122"/>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122"/>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6" name="Google Shape;5316;p122"/>
          <p:cNvGrpSpPr/>
          <p:nvPr/>
        </p:nvGrpSpPr>
        <p:grpSpPr>
          <a:xfrm>
            <a:off x="8054421" y="2790324"/>
            <a:ext cx="167387" cy="89197"/>
            <a:chOff x="4662475" y="1976500"/>
            <a:chExt cx="68725" cy="36625"/>
          </a:xfrm>
        </p:grpSpPr>
        <p:sp>
          <p:nvSpPr>
            <p:cNvPr id="5317" name="Google Shape;5317;p122"/>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122"/>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122"/>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0" name="Google Shape;5320;p122"/>
          <p:cNvGrpSpPr/>
          <p:nvPr/>
        </p:nvGrpSpPr>
        <p:grpSpPr>
          <a:xfrm>
            <a:off x="7751326" y="2793764"/>
            <a:ext cx="166899" cy="82317"/>
            <a:chOff x="4920150" y="1977875"/>
            <a:chExt cx="68525" cy="33800"/>
          </a:xfrm>
        </p:grpSpPr>
        <p:sp>
          <p:nvSpPr>
            <p:cNvPr id="5321" name="Google Shape;5321;p122"/>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122"/>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122"/>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4" name="Google Shape;5324;p122"/>
          <p:cNvGrpSpPr/>
          <p:nvPr/>
        </p:nvGrpSpPr>
        <p:grpSpPr>
          <a:xfrm>
            <a:off x="7162483" y="3197682"/>
            <a:ext cx="125190" cy="127859"/>
            <a:chOff x="4676550" y="2160575"/>
            <a:chExt cx="51400" cy="52500"/>
          </a:xfrm>
        </p:grpSpPr>
        <p:sp>
          <p:nvSpPr>
            <p:cNvPr id="5325" name="Google Shape;5325;p122"/>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122"/>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122"/>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8" name="Google Shape;5328;p122"/>
          <p:cNvGrpSpPr/>
          <p:nvPr/>
        </p:nvGrpSpPr>
        <p:grpSpPr>
          <a:xfrm>
            <a:off x="7459741" y="3204714"/>
            <a:ext cx="145405" cy="113794"/>
            <a:chOff x="4768325" y="2163475"/>
            <a:chExt cx="59700" cy="46725"/>
          </a:xfrm>
        </p:grpSpPr>
        <p:sp>
          <p:nvSpPr>
            <p:cNvPr id="5329" name="Google Shape;5329;p122"/>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122"/>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1" name="Google Shape;5331;p122"/>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122"/>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122"/>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122"/>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122"/>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122"/>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37" name="Google Shape;5337;p122"/>
          <p:cNvGrpSpPr/>
          <p:nvPr/>
        </p:nvGrpSpPr>
        <p:grpSpPr>
          <a:xfrm>
            <a:off x="7476059" y="3459808"/>
            <a:ext cx="112768" cy="106853"/>
            <a:chOff x="4768575" y="2253950"/>
            <a:chExt cx="46300" cy="43875"/>
          </a:xfrm>
        </p:grpSpPr>
        <p:sp>
          <p:nvSpPr>
            <p:cNvPr id="5338" name="Google Shape;5338;p122"/>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122"/>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0" name="Google Shape;5340;p122"/>
          <p:cNvGrpSpPr/>
          <p:nvPr/>
        </p:nvGrpSpPr>
        <p:grpSpPr>
          <a:xfrm>
            <a:off x="7775682" y="3948834"/>
            <a:ext cx="118187" cy="146246"/>
            <a:chOff x="4960900" y="2433225"/>
            <a:chExt cx="48525" cy="60050"/>
          </a:xfrm>
        </p:grpSpPr>
        <p:sp>
          <p:nvSpPr>
            <p:cNvPr id="5341" name="Google Shape;5341;p122"/>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122"/>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3" name="Google Shape;5343;p122"/>
          <p:cNvGrpSpPr/>
          <p:nvPr/>
        </p:nvGrpSpPr>
        <p:grpSpPr>
          <a:xfrm>
            <a:off x="7464247" y="4212895"/>
            <a:ext cx="136394" cy="143810"/>
            <a:chOff x="4854075" y="2527625"/>
            <a:chExt cx="56000" cy="59050"/>
          </a:xfrm>
        </p:grpSpPr>
        <p:sp>
          <p:nvSpPr>
            <p:cNvPr id="5344" name="Google Shape;5344;p122"/>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122"/>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122"/>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122"/>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122"/>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49" name="Google Shape;5349;p122"/>
          <p:cNvGrpSpPr/>
          <p:nvPr/>
        </p:nvGrpSpPr>
        <p:grpSpPr>
          <a:xfrm>
            <a:off x="8088458" y="3676639"/>
            <a:ext cx="99312" cy="160797"/>
            <a:chOff x="5059700" y="2334775"/>
            <a:chExt cx="40775" cy="66025"/>
          </a:xfrm>
        </p:grpSpPr>
        <p:sp>
          <p:nvSpPr>
            <p:cNvPr id="5350" name="Google Shape;5350;p122"/>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122"/>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122"/>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122"/>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122"/>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122"/>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122"/>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122"/>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122"/>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9" name="Google Shape;5359;p122"/>
          <p:cNvGrpSpPr/>
          <p:nvPr/>
        </p:nvGrpSpPr>
        <p:grpSpPr>
          <a:xfrm>
            <a:off x="8045622" y="3941771"/>
            <a:ext cx="184984" cy="160371"/>
            <a:chOff x="5037700" y="2430325"/>
            <a:chExt cx="75950" cy="65850"/>
          </a:xfrm>
        </p:grpSpPr>
        <p:sp>
          <p:nvSpPr>
            <p:cNvPr id="5360" name="Google Shape;5360;p122"/>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122"/>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122"/>
          <p:cNvGrpSpPr/>
          <p:nvPr/>
        </p:nvGrpSpPr>
        <p:grpSpPr>
          <a:xfrm>
            <a:off x="7465128" y="3708223"/>
            <a:ext cx="173014" cy="97629"/>
            <a:chOff x="4756975" y="2341800"/>
            <a:chExt cx="91975" cy="51925"/>
          </a:xfrm>
        </p:grpSpPr>
        <p:sp>
          <p:nvSpPr>
            <p:cNvPr id="5363" name="Google Shape;5363;p122"/>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122"/>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122"/>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122"/>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122"/>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122"/>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122"/>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122"/>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122"/>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122"/>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122"/>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122"/>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122"/>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122"/>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122"/>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122"/>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122"/>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122"/>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122"/>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122"/>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3" name="Google Shape;5383;p122"/>
          <p:cNvGrpSpPr/>
          <p:nvPr/>
        </p:nvGrpSpPr>
        <p:grpSpPr>
          <a:xfrm>
            <a:off x="7732065" y="4196920"/>
            <a:ext cx="212497" cy="175761"/>
            <a:chOff x="4943575" y="2516350"/>
            <a:chExt cx="98675" cy="81700"/>
          </a:xfrm>
        </p:grpSpPr>
        <p:sp>
          <p:nvSpPr>
            <p:cNvPr id="5384" name="Google Shape;5384;p122"/>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122"/>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122"/>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122"/>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122"/>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122"/>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122"/>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122"/>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122"/>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122"/>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122"/>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122"/>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122"/>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122"/>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122"/>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122"/>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122"/>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122"/>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122"/>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122"/>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122"/>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122"/>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122"/>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122"/>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122"/>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122"/>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122"/>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122"/>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122"/>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122"/>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122"/>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122"/>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122"/>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122"/>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122"/>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122"/>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122"/>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122"/>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122"/>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122"/>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122"/>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122"/>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122"/>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122"/>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122"/>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122"/>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122"/>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122"/>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122"/>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122"/>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122"/>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122"/>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122"/>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122"/>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122"/>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122"/>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122"/>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122"/>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122"/>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122"/>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122"/>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122"/>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122"/>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122"/>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122"/>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122"/>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122"/>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122"/>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122"/>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122"/>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122"/>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122"/>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122"/>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122"/>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122"/>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122"/>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122"/>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122"/>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62" name="Google Shape;5462;p122"/>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122"/>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122"/>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122"/>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122"/>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rgbClr val="FFFFFF"/>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470"/>
        <p:cNvGrpSpPr/>
        <p:nvPr/>
      </p:nvGrpSpPr>
      <p:grpSpPr>
        <a:xfrm>
          <a:off x="0" y="0"/>
          <a:ext cx="0" cy="0"/>
          <a:chOff x="0" y="0"/>
          <a:chExt cx="0" cy="0"/>
        </a:xfrm>
      </p:grpSpPr>
      <p:grpSp>
        <p:nvGrpSpPr>
          <p:cNvPr id="5471" name="Google Shape;5471;p123"/>
          <p:cNvGrpSpPr/>
          <p:nvPr/>
        </p:nvGrpSpPr>
        <p:grpSpPr>
          <a:xfrm>
            <a:off x="745571" y="1168666"/>
            <a:ext cx="2492868" cy="1379876"/>
            <a:chOff x="2654821" y="2311071"/>
            <a:chExt cx="2279715" cy="1262120"/>
          </a:xfrm>
        </p:grpSpPr>
        <p:grpSp>
          <p:nvGrpSpPr>
            <p:cNvPr id="5472" name="Google Shape;5472;p123"/>
            <p:cNvGrpSpPr/>
            <p:nvPr/>
          </p:nvGrpSpPr>
          <p:grpSpPr>
            <a:xfrm>
              <a:off x="4034269" y="2840745"/>
              <a:ext cx="40212" cy="36437"/>
              <a:chOff x="4293400" y="2574725"/>
              <a:chExt cx="84425" cy="80100"/>
            </a:xfrm>
          </p:grpSpPr>
          <p:sp>
            <p:nvSpPr>
              <p:cNvPr id="5473" name="Google Shape;5473;p123"/>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5474" name="Google Shape;5474;p123"/>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123"/>
            <p:cNvGrpSpPr/>
            <p:nvPr/>
          </p:nvGrpSpPr>
          <p:grpSpPr>
            <a:xfrm>
              <a:off x="3894606" y="2334874"/>
              <a:ext cx="913198" cy="518984"/>
              <a:chOff x="4000175" y="1462675"/>
              <a:chExt cx="1917275" cy="1140875"/>
            </a:xfrm>
          </p:grpSpPr>
          <p:sp>
            <p:nvSpPr>
              <p:cNvPr id="5476" name="Google Shape;5476;p123"/>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5477" name="Google Shape;5477;p123"/>
              <p:cNvGrpSpPr/>
              <p:nvPr/>
            </p:nvGrpSpPr>
            <p:grpSpPr>
              <a:xfrm>
                <a:off x="4000175" y="1462675"/>
                <a:ext cx="1917275" cy="1140875"/>
                <a:chOff x="4000175" y="1462675"/>
                <a:chExt cx="1917275" cy="1140875"/>
              </a:xfrm>
            </p:grpSpPr>
            <p:sp>
              <p:nvSpPr>
                <p:cNvPr id="5478" name="Google Shape;5478;p123"/>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5479" name="Google Shape;5479;p123"/>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123"/>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123"/>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123"/>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483" name="Google Shape;5483;p123"/>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84" name="Google Shape;5484;p123"/>
            <p:cNvGrpSpPr/>
            <p:nvPr/>
          </p:nvGrpSpPr>
          <p:grpSpPr>
            <a:xfrm>
              <a:off x="3875768" y="2846704"/>
              <a:ext cx="44796" cy="47366"/>
              <a:chOff x="3960625" y="2587825"/>
              <a:chExt cx="94050" cy="104125"/>
            </a:xfrm>
          </p:grpSpPr>
          <p:sp>
            <p:nvSpPr>
              <p:cNvPr id="5485" name="Google Shape;5485;p123"/>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5486" name="Google Shape;5486;p123"/>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123"/>
            <p:cNvGrpSpPr/>
            <p:nvPr/>
          </p:nvGrpSpPr>
          <p:grpSpPr>
            <a:xfrm>
              <a:off x="3782759" y="2807162"/>
              <a:ext cx="82686" cy="85487"/>
              <a:chOff x="3765350" y="2500900"/>
              <a:chExt cx="173600" cy="187925"/>
            </a:xfrm>
          </p:grpSpPr>
          <p:sp>
            <p:nvSpPr>
              <p:cNvPr id="5488" name="Google Shape;5488;p123"/>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5489" name="Google Shape;5489;p123"/>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123"/>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123"/>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123"/>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123"/>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4" name="Google Shape;5494;p123"/>
            <p:cNvGrpSpPr/>
            <p:nvPr/>
          </p:nvGrpSpPr>
          <p:grpSpPr>
            <a:xfrm>
              <a:off x="3775674" y="2798496"/>
              <a:ext cx="40545" cy="23564"/>
              <a:chOff x="3750475" y="2481850"/>
              <a:chExt cx="85125" cy="51800"/>
            </a:xfrm>
          </p:grpSpPr>
          <p:sp>
            <p:nvSpPr>
              <p:cNvPr id="5495" name="Google Shape;5495;p123"/>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123"/>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5497" name="Google Shape;5497;p123"/>
            <p:cNvGrpSpPr/>
            <p:nvPr/>
          </p:nvGrpSpPr>
          <p:grpSpPr>
            <a:xfrm>
              <a:off x="3716946" y="2776024"/>
              <a:ext cx="81971" cy="76912"/>
              <a:chOff x="3627175" y="2432450"/>
              <a:chExt cx="172100" cy="169075"/>
            </a:xfrm>
          </p:grpSpPr>
          <p:sp>
            <p:nvSpPr>
              <p:cNvPr id="5498" name="Google Shape;5498;p123"/>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123"/>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5500" name="Google Shape;5500;p123"/>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5501" name="Google Shape;5501;p123"/>
            <p:cNvGrpSpPr/>
            <p:nvPr/>
          </p:nvGrpSpPr>
          <p:grpSpPr>
            <a:xfrm>
              <a:off x="3685682" y="2845624"/>
              <a:ext cx="29311" cy="45055"/>
              <a:chOff x="3561536" y="2585450"/>
              <a:chExt cx="61539" cy="99045"/>
            </a:xfrm>
          </p:grpSpPr>
          <p:sp>
            <p:nvSpPr>
              <p:cNvPr id="5502" name="Google Shape;5502;p123"/>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123"/>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5504" name="Google Shape;5504;p123"/>
            <p:cNvGrpSpPr/>
            <p:nvPr/>
          </p:nvGrpSpPr>
          <p:grpSpPr>
            <a:xfrm>
              <a:off x="3849905" y="2572252"/>
              <a:ext cx="74339" cy="119559"/>
              <a:chOff x="3906325" y="1984500"/>
              <a:chExt cx="156075" cy="262825"/>
            </a:xfrm>
          </p:grpSpPr>
          <p:sp>
            <p:nvSpPr>
              <p:cNvPr id="5505" name="Google Shape;5505;p123"/>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5506" name="Google Shape;5506;p123"/>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7" name="Google Shape;5507;p123"/>
            <p:cNvGrpSpPr/>
            <p:nvPr/>
          </p:nvGrpSpPr>
          <p:grpSpPr>
            <a:xfrm>
              <a:off x="2654821" y="2414345"/>
              <a:ext cx="667570" cy="558731"/>
              <a:chOff x="1397225" y="1637375"/>
              <a:chExt cx="1401575" cy="1228250"/>
            </a:xfrm>
          </p:grpSpPr>
          <p:sp>
            <p:nvSpPr>
              <p:cNvPr id="5508" name="Google Shape;5508;p123"/>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5509" name="Google Shape;5509;p123"/>
              <p:cNvGrpSpPr/>
              <p:nvPr/>
            </p:nvGrpSpPr>
            <p:grpSpPr>
              <a:xfrm>
                <a:off x="1397225" y="1637375"/>
                <a:ext cx="1398775" cy="1228250"/>
                <a:chOff x="1397225" y="1637375"/>
                <a:chExt cx="1398775" cy="1228250"/>
              </a:xfrm>
            </p:grpSpPr>
            <p:sp>
              <p:nvSpPr>
                <p:cNvPr id="5510" name="Google Shape;5510;p123"/>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123"/>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12" name="Google Shape;5512;p123"/>
            <p:cNvGrpSpPr/>
            <p:nvPr/>
          </p:nvGrpSpPr>
          <p:grpSpPr>
            <a:xfrm>
              <a:off x="3230417" y="3103734"/>
              <a:ext cx="282982" cy="280332"/>
              <a:chOff x="2605700" y="3152850"/>
              <a:chExt cx="594125" cy="616250"/>
            </a:xfrm>
          </p:grpSpPr>
          <p:sp>
            <p:nvSpPr>
              <p:cNvPr id="5513" name="Google Shape;5513;p123"/>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5514" name="Google Shape;5514;p123"/>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5515" name="Google Shape;5515;p123"/>
            <p:cNvGrpSpPr/>
            <p:nvPr/>
          </p:nvGrpSpPr>
          <p:grpSpPr>
            <a:xfrm>
              <a:off x="3265985" y="3226989"/>
              <a:ext cx="87151" cy="346202"/>
              <a:chOff x="2680375" y="3423800"/>
              <a:chExt cx="182975" cy="761050"/>
            </a:xfrm>
          </p:grpSpPr>
          <p:sp>
            <p:nvSpPr>
              <p:cNvPr id="5516" name="Google Shape;5516;p123"/>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5517" name="Google Shape;5517;p123"/>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8" name="Google Shape;5518;p123"/>
            <p:cNvGrpSpPr/>
            <p:nvPr/>
          </p:nvGrpSpPr>
          <p:grpSpPr>
            <a:xfrm>
              <a:off x="3855466" y="3289811"/>
              <a:ext cx="112514" cy="94210"/>
              <a:chOff x="3918000" y="3561900"/>
              <a:chExt cx="236225" cy="207100"/>
            </a:xfrm>
          </p:grpSpPr>
          <p:sp>
            <p:nvSpPr>
              <p:cNvPr id="5519" name="Google Shape;5519;p123"/>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5520" name="Google Shape;5520;p123"/>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1" name="Google Shape;5521;p123"/>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123"/>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123"/>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5524" name="Google Shape;5524;p123"/>
            <p:cNvGrpSpPr/>
            <p:nvPr/>
          </p:nvGrpSpPr>
          <p:grpSpPr>
            <a:xfrm>
              <a:off x="2905224" y="2311071"/>
              <a:ext cx="596721" cy="528992"/>
              <a:chOff x="1922950" y="1410350"/>
              <a:chExt cx="1252825" cy="1162875"/>
            </a:xfrm>
          </p:grpSpPr>
          <p:sp>
            <p:nvSpPr>
              <p:cNvPr id="5525" name="Google Shape;5525;p123"/>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123"/>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123"/>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123"/>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123"/>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123"/>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123"/>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123"/>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123"/>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123"/>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123"/>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123"/>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123"/>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123"/>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123"/>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123"/>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5541" name="Google Shape;5541;p123"/>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123"/>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123"/>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123"/>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123"/>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123"/>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123"/>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123"/>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123"/>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123"/>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123"/>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123"/>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123"/>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123"/>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123"/>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123"/>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123"/>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123"/>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123"/>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123"/>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561" name="Google Shape;5561;p123"/>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562" name="Google Shape;5562;p123"/>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3" name="Google Shape;5563;p123"/>
            <p:cNvGrpSpPr/>
            <p:nvPr/>
          </p:nvGrpSpPr>
          <p:grpSpPr>
            <a:xfrm>
              <a:off x="3280929" y="3294542"/>
              <a:ext cx="109894" cy="272224"/>
              <a:chOff x="2711750" y="3572300"/>
              <a:chExt cx="230725" cy="598425"/>
            </a:xfrm>
          </p:grpSpPr>
          <p:sp>
            <p:nvSpPr>
              <p:cNvPr id="5564" name="Google Shape;5564;p123"/>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123"/>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66" name="Google Shape;5566;p123"/>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7" name="Google Shape;5567;p123"/>
            <p:cNvGrpSpPr/>
            <p:nvPr/>
          </p:nvGrpSpPr>
          <p:grpSpPr>
            <a:xfrm>
              <a:off x="3790439" y="2408636"/>
              <a:ext cx="73017" cy="75684"/>
              <a:chOff x="3781475" y="1624825"/>
              <a:chExt cx="153300" cy="166375"/>
            </a:xfrm>
          </p:grpSpPr>
          <p:sp>
            <p:nvSpPr>
              <p:cNvPr id="5568" name="Google Shape;5568;p123"/>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123"/>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123"/>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123"/>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72" name="Google Shape;5572;p123"/>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123"/>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123"/>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123"/>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123"/>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123"/>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123"/>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9" name="Google Shape;5579;p123"/>
            <p:cNvGrpSpPr/>
            <p:nvPr/>
          </p:nvGrpSpPr>
          <p:grpSpPr>
            <a:xfrm>
              <a:off x="4403342" y="3107749"/>
              <a:ext cx="316680" cy="101374"/>
              <a:chOff x="5068275" y="3161675"/>
              <a:chExt cx="664875" cy="222850"/>
            </a:xfrm>
          </p:grpSpPr>
          <p:sp>
            <p:nvSpPr>
              <p:cNvPr id="5580" name="Google Shape;5580;p123"/>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123"/>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123"/>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123"/>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84" name="Google Shape;5584;p123"/>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123"/>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123"/>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123"/>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123"/>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123"/>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123"/>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123"/>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123"/>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123"/>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123"/>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123"/>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123"/>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123"/>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123"/>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123"/>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123"/>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123"/>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123"/>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123"/>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123"/>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123"/>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123"/>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123"/>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123"/>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123"/>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123"/>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123"/>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123"/>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3" name="Google Shape;5613;p123"/>
            <p:cNvGrpSpPr/>
            <p:nvPr/>
          </p:nvGrpSpPr>
          <p:grpSpPr>
            <a:xfrm>
              <a:off x="3697513" y="2707266"/>
              <a:ext cx="59549" cy="79733"/>
              <a:chOff x="3586375" y="2281300"/>
              <a:chExt cx="125025" cy="175275"/>
            </a:xfrm>
          </p:grpSpPr>
          <p:sp>
            <p:nvSpPr>
              <p:cNvPr id="5614" name="Google Shape;5614;p123"/>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123"/>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16" name="Google Shape;5616;p123"/>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7" name="Google Shape;5617;p123"/>
            <p:cNvGrpSpPr/>
            <p:nvPr/>
          </p:nvGrpSpPr>
          <p:grpSpPr>
            <a:xfrm>
              <a:off x="4513224" y="3221724"/>
              <a:ext cx="274563" cy="280321"/>
              <a:chOff x="5298975" y="3412225"/>
              <a:chExt cx="576450" cy="616225"/>
            </a:xfrm>
          </p:grpSpPr>
          <p:sp>
            <p:nvSpPr>
              <p:cNvPr id="5618" name="Google Shape;5618;p123"/>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619" name="Google Shape;5619;p123"/>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0" name="Google Shape;5620;p123"/>
            <p:cNvGrpSpPr/>
            <p:nvPr/>
          </p:nvGrpSpPr>
          <p:grpSpPr>
            <a:xfrm>
              <a:off x="4824403" y="3421846"/>
              <a:ext cx="110132" cy="130647"/>
              <a:chOff x="5952300" y="3852150"/>
              <a:chExt cx="231225" cy="287200"/>
            </a:xfrm>
          </p:grpSpPr>
          <p:sp>
            <p:nvSpPr>
              <p:cNvPr id="5621" name="Google Shape;5621;p123"/>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123"/>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3" name="Google Shape;5623;p123"/>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123"/>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123"/>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123"/>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123"/>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123"/>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123"/>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123"/>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31" name="Google Shape;5631;p123"/>
            <p:cNvGrpSpPr/>
            <p:nvPr/>
          </p:nvGrpSpPr>
          <p:grpSpPr>
            <a:xfrm>
              <a:off x="4295710" y="3079670"/>
              <a:ext cx="14968" cy="27135"/>
              <a:chOff x="4842300" y="3099950"/>
              <a:chExt cx="31425" cy="59650"/>
            </a:xfrm>
          </p:grpSpPr>
          <p:sp>
            <p:nvSpPr>
              <p:cNvPr id="5632" name="Google Shape;5632;p123"/>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123"/>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123"/>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123"/>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36" name="Google Shape;5636;p123"/>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123"/>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123"/>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123"/>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123"/>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123"/>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123"/>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123"/>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4" name="Google Shape;5644;p123"/>
            <p:cNvGrpSpPr/>
            <p:nvPr/>
          </p:nvGrpSpPr>
          <p:grpSpPr>
            <a:xfrm>
              <a:off x="3831056" y="2816010"/>
              <a:ext cx="37378" cy="27612"/>
              <a:chOff x="3866750" y="2520350"/>
              <a:chExt cx="78475" cy="60700"/>
            </a:xfrm>
          </p:grpSpPr>
          <p:sp>
            <p:nvSpPr>
              <p:cNvPr id="5645" name="Google Shape;5645;p123"/>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123"/>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123"/>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123"/>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9" name="Google Shape;5649;p123"/>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123"/>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123"/>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123"/>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123"/>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123"/>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123"/>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123"/>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123"/>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123"/>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123"/>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123"/>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123"/>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123"/>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123"/>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123"/>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123"/>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666" name="Google Shape;5666;p123"/>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123"/>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123"/>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123"/>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123"/>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123"/>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123"/>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123"/>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123"/>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123"/>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123"/>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123"/>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678" name="Google Shape;5678;p123"/>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123"/>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123"/>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123"/>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123"/>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123"/>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123"/>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123"/>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123"/>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123"/>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123"/>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123"/>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123"/>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91" name="Google Shape;5691;p123"/>
            <p:cNvGrpSpPr/>
            <p:nvPr/>
          </p:nvGrpSpPr>
          <p:grpSpPr>
            <a:xfrm>
              <a:off x="3632736" y="3051591"/>
              <a:ext cx="63288" cy="45217"/>
              <a:chOff x="3450375" y="3038225"/>
              <a:chExt cx="132875" cy="99400"/>
            </a:xfrm>
          </p:grpSpPr>
          <p:sp>
            <p:nvSpPr>
              <p:cNvPr id="5692" name="Google Shape;5692;p123"/>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123"/>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94" name="Google Shape;5694;p123"/>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123"/>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123"/>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123"/>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123"/>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123"/>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123"/>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123"/>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123"/>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703" name="Google Shape;5703;p123"/>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123"/>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123"/>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123"/>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123"/>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123"/>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123"/>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123"/>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123"/>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123"/>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5713" name="Google Shape;5713;p123"/>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123"/>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123"/>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123"/>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123"/>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123"/>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5719" name="Google Shape;5719;p123"/>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123"/>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123"/>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12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12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123"/>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123"/>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123"/>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123"/>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123"/>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9" name="Google Shape;5729;p123"/>
          <p:cNvGrpSpPr/>
          <p:nvPr/>
        </p:nvGrpSpPr>
        <p:grpSpPr>
          <a:xfrm>
            <a:off x="3554131" y="1233340"/>
            <a:ext cx="2078182" cy="1366558"/>
            <a:chOff x="235800" y="830650"/>
            <a:chExt cx="6978450" cy="4588844"/>
          </a:xfrm>
        </p:grpSpPr>
        <p:sp>
          <p:nvSpPr>
            <p:cNvPr id="5730" name="Google Shape;5730;p123"/>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123"/>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123"/>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123"/>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123"/>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123"/>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6" name="Google Shape;5736;p123"/>
          <p:cNvGrpSpPr/>
          <p:nvPr/>
        </p:nvGrpSpPr>
        <p:grpSpPr>
          <a:xfrm>
            <a:off x="742628" y="3064442"/>
            <a:ext cx="2622876" cy="1333540"/>
            <a:chOff x="238125" y="1038125"/>
            <a:chExt cx="7146800" cy="3633625"/>
          </a:xfrm>
        </p:grpSpPr>
        <p:sp>
          <p:nvSpPr>
            <p:cNvPr id="5737" name="Google Shape;5737;p123"/>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123"/>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123"/>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123"/>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123"/>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123"/>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123"/>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123"/>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123"/>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123"/>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123"/>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123"/>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123"/>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123"/>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123"/>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123"/>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123"/>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123"/>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123"/>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123"/>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123"/>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123"/>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123"/>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123"/>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123"/>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123"/>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123"/>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123"/>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123"/>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123"/>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123"/>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123"/>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123"/>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123"/>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123"/>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123"/>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123"/>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123"/>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123"/>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123"/>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123"/>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123"/>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123"/>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123"/>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123"/>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123"/>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123"/>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123"/>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123"/>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123"/>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123"/>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123"/>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123"/>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123"/>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123"/>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123"/>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123"/>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123"/>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123"/>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123"/>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123"/>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123"/>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123"/>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123"/>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123"/>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123"/>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123"/>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123"/>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123"/>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123"/>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123"/>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123"/>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123"/>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123"/>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123"/>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123"/>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123"/>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123"/>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123"/>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123"/>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123"/>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123"/>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123"/>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123"/>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123"/>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123"/>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123"/>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123"/>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123"/>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123"/>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123"/>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123"/>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123"/>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123"/>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123"/>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123"/>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123"/>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123"/>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123"/>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123"/>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123"/>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123"/>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123"/>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123"/>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123"/>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123"/>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123"/>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123"/>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123"/>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123"/>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123"/>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123"/>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123"/>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123"/>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123"/>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123"/>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123"/>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123"/>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123"/>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123"/>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123"/>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123"/>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123"/>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123"/>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123"/>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123"/>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123"/>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123"/>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123"/>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123"/>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123"/>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123"/>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123"/>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123"/>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123"/>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123"/>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123"/>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123"/>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123"/>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123"/>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123"/>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123"/>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123"/>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123"/>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123"/>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123"/>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123"/>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123"/>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123"/>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123"/>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123"/>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123"/>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123"/>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123"/>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123"/>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123"/>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123"/>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123"/>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123"/>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123"/>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123"/>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123"/>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123"/>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123"/>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123"/>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123"/>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123"/>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123"/>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123"/>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123"/>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123"/>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123"/>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123"/>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123"/>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123"/>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123"/>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123"/>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123"/>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123"/>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123"/>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123"/>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123"/>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123"/>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123"/>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123"/>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123"/>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123"/>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123"/>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123"/>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123"/>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123"/>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123"/>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123"/>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123"/>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123"/>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123"/>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123"/>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123"/>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123"/>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123"/>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123"/>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123"/>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123"/>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123"/>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123"/>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123"/>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123"/>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123"/>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123"/>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123"/>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123"/>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123"/>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123"/>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123"/>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123"/>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123"/>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123"/>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123"/>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123"/>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123"/>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123"/>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123"/>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123"/>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123"/>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123"/>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123"/>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123"/>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123"/>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123"/>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123"/>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123"/>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123"/>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123"/>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123"/>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123"/>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123"/>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123"/>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123"/>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123"/>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123"/>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123"/>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123"/>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123"/>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123"/>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123"/>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123"/>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123"/>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123"/>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123"/>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123"/>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123"/>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123"/>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123"/>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123"/>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123"/>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123"/>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123"/>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123"/>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123"/>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123"/>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123"/>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123"/>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123"/>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123"/>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123"/>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123"/>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123"/>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123"/>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123"/>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123"/>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123"/>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123"/>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123"/>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123"/>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123"/>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123"/>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123"/>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123"/>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123"/>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123"/>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123"/>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123"/>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123"/>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123"/>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123"/>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123"/>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123"/>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123"/>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123"/>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123"/>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123"/>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123"/>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123"/>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123"/>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123"/>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123"/>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123"/>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123"/>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123"/>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123"/>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123"/>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123"/>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123"/>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123"/>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123"/>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123"/>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123"/>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123"/>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123"/>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123"/>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123"/>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123"/>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123"/>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123"/>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123"/>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123"/>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123"/>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123"/>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123"/>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123"/>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123"/>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123"/>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123"/>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123"/>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123"/>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123"/>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123"/>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123"/>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123"/>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123"/>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123"/>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123"/>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123"/>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123"/>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123"/>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123"/>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123"/>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123"/>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123"/>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123"/>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123"/>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123"/>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123"/>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123"/>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123"/>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123"/>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123"/>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123"/>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123"/>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123"/>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123"/>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123"/>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123"/>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123"/>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123"/>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123"/>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123"/>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123"/>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123"/>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123"/>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123"/>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123"/>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123"/>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123"/>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123"/>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123"/>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123"/>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123"/>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123"/>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123"/>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123"/>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123"/>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123"/>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123"/>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123"/>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123"/>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123"/>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123"/>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123"/>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123"/>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123"/>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123"/>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123"/>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123"/>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123"/>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123"/>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123"/>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123"/>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123"/>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123"/>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123"/>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123"/>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123"/>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123"/>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123"/>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123"/>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123"/>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123"/>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123"/>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123"/>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123"/>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123"/>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123"/>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123"/>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123"/>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123"/>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123"/>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123"/>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123"/>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123"/>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123"/>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123"/>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123"/>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123"/>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123"/>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123"/>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123"/>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123"/>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123"/>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123"/>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123"/>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123"/>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123"/>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123"/>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123"/>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123"/>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123"/>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123"/>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123"/>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123"/>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123"/>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123"/>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123"/>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123"/>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123"/>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123"/>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123"/>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123"/>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123"/>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123"/>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123"/>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123"/>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123"/>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123"/>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123"/>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123"/>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123"/>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123"/>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123"/>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123"/>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123"/>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123"/>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123"/>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123"/>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123"/>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123"/>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123"/>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123"/>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123"/>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123"/>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123"/>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123"/>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123"/>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123"/>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123"/>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123"/>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123"/>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123"/>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123"/>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123"/>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123"/>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123"/>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123"/>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123"/>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123"/>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123"/>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123"/>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123"/>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123"/>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123"/>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123"/>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123"/>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123"/>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123"/>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123"/>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123"/>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123"/>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123"/>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123"/>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123"/>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123"/>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123"/>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123"/>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123"/>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123"/>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123"/>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123"/>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123"/>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123"/>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123"/>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123"/>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123"/>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123"/>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123"/>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123"/>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123"/>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123"/>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123"/>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123"/>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123"/>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123"/>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123"/>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123"/>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123"/>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123"/>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123"/>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123"/>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123"/>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123"/>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123"/>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123"/>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123"/>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123"/>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123"/>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123"/>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123"/>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123"/>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123"/>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123"/>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123"/>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123"/>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123"/>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123"/>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123"/>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123"/>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123"/>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123"/>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123"/>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123"/>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123"/>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123"/>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123"/>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123"/>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123"/>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123"/>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123"/>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123"/>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123"/>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123"/>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123"/>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123"/>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123"/>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123"/>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123"/>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123"/>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123"/>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123"/>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123"/>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123"/>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123"/>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123"/>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123"/>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123"/>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123"/>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123"/>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123"/>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123"/>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123"/>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123"/>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123"/>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123"/>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123"/>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123"/>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123"/>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123"/>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123"/>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123"/>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123"/>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123"/>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123"/>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123"/>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123"/>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123"/>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123"/>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123"/>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123"/>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123"/>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123"/>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123"/>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123"/>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123"/>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123"/>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123"/>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123"/>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123"/>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123"/>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123"/>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123"/>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123"/>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123"/>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123"/>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123"/>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123"/>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123"/>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123"/>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123"/>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123"/>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123"/>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123"/>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123"/>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123"/>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123"/>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123"/>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123"/>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123"/>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123"/>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123"/>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123"/>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123"/>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123"/>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123"/>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123"/>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123"/>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123"/>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123"/>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123"/>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123"/>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123"/>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123"/>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123"/>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123"/>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123"/>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123"/>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123"/>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123"/>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123"/>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123"/>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123"/>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123"/>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123"/>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123"/>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123"/>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123"/>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123"/>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123"/>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123"/>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123"/>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123"/>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123"/>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123"/>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123"/>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123"/>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123"/>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123"/>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123"/>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123"/>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123"/>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123"/>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123"/>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123"/>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123"/>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123"/>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123"/>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123"/>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123"/>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123"/>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123"/>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123"/>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123"/>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123"/>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123"/>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123"/>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123"/>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123"/>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123"/>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123"/>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123"/>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123"/>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123"/>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123"/>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123"/>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123"/>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123"/>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123"/>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123"/>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123"/>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123"/>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123"/>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123"/>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123"/>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123"/>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123"/>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123"/>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123"/>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123"/>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123"/>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123"/>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123"/>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123"/>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123"/>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123"/>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123"/>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123"/>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123"/>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123"/>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123"/>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123"/>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123"/>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123"/>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123"/>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123"/>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123"/>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123"/>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123"/>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123"/>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123"/>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123"/>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123"/>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123"/>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123"/>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123"/>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123"/>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123"/>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123"/>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123"/>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123"/>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123"/>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123"/>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123"/>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123"/>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123"/>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123"/>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123"/>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123"/>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123"/>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123"/>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123"/>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123"/>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123"/>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123"/>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123"/>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123"/>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123"/>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123"/>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123"/>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123"/>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123"/>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123"/>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123"/>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123"/>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123"/>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123"/>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123"/>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123"/>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123"/>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123"/>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123"/>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123"/>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123"/>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123"/>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123"/>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123"/>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123"/>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123"/>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123"/>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123"/>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123"/>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123"/>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123"/>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123"/>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123"/>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123"/>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123"/>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123"/>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123"/>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123"/>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123"/>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123"/>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123"/>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123"/>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123"/>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123"/>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123"/>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123"/>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123"/>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123"/>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123"/>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123"/>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123"/>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123"/>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123"/>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123"/>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123"/>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123"/>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123"/>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123"/>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123"/>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123"/>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123"/>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123"/>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123"/>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123"/>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123"/>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123"/>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123"/>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123"/>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123"/>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123"/>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123"/>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123"/>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123"/>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123"/>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123"/>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123"/>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123"/>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123"/>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123"/>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123"/>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123"/>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123"/>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123"/>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123"/>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123"/>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123"/>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123"/>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123"/>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123"/>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123"/>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123"/>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123"/>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123"/>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123"/>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123"/>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123"/>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123"/>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123"/>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123"/>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123"/>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123"/>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123"/>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123"/>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123"/>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123"/>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123"/>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123"/>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123"/>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123"/>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123"/>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123"/>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123"/>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123"/>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123"/>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123"/>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123"/>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123"/>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123"/>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123"/>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123"/>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123"/>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123"/>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123"/>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123"/>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123"/>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123"/>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123"/>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123"/>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123"/>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123"/>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123"/>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123"/>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123"/>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123"/>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123"/>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123"/>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123"/>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123"/>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123"/>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123"/>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123"/>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123"/>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123"/>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123"/>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123"/>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123"/>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123"/>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123"/>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123"/>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123"/>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123"/>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123"/>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123"/>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123"/>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123"/>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123"/>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123"/>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123"/>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123"/>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123"/>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123"/>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123"/>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123"/>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123"/>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123"/>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123"/>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123"/>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123"/>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123"/>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123"/>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123"/>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123"/>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123"/>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123"/>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123"/>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123"/>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123"/>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123"/>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123"/>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123"/>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123"/>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123"/>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123"/>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123"/>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123"/>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123"/>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123"/>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123"/>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123"/>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123"/>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123"/>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123"/>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123"/>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123"/>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123"/>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123"/>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123"/>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123"/>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123"/>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123"/>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123"/>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123"/>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123"/>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123"/>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123"/>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123"/>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123"/>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123"/>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123"/>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123"/>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123"/>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123"/>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123"/>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123"/>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123"/>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123"/>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123"/>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123"/>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123"/>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123"/>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123"/>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123"/>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123"/>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123"/>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123"/>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123"/>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123"/>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123"/>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123"/>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123"/>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123"/>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123"/>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123"/>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123"/>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123"/>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123"/>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123"/>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123"/>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123"/>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123"/>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123"/>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123"/>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123"/>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123"/>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123"/>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123"/>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123"/>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123"/>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123"/>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123"/>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123"/>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123"/>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123"/>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123"/>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123"/>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123"/>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123"/>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123"/>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123"/>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123"/>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123"/>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123"/>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123"/>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123"/>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123"/>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123"/>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123"/>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123"/>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123"/>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123"/>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123"/>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123"/>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123"/>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123"/>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123"/>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123"/>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123"/>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123"/>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123"/>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123"/>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123"/>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123"/>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123"/>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123"/>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123"/>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123"/>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123"/>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123"/>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123"/>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123"/>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123"/>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123"/>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123"/>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123"/>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123"/>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123"/>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123"/>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123"/>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123"/>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123"/>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123"/>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123"/>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123"/>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123"/>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123"/>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123"/>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123"/>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123"/>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123"/>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123"/>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123"/>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123"/>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123"/>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123"/>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123"/>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123"/>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123"/>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123"/>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123"/>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123"/>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123"/>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123"/>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123"/>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123"/>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123"/>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123"/>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123"/>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123"/>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123"/>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123"/>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123"/>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123"/>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123"/>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123"/>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123"/>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123"/>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123"/>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123"/>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123"/>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123"/>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123"/>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123"/>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123"/>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123"/>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123"/>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123"/>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123"/>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123"/>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123"/>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123"/>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123"/>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123"/>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123"/>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123"/>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123"/>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123"/>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123"/>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123"/>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123"/>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123"/>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123"/>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123"/>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123"/>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123"/>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123"/>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123"/>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123"/>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123"/>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123"/>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123"/>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123"/>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123"/>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123"/>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123"/>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123"/>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123"/>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123"/>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123"/>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123"/>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123"/>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123"/>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123"/>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123"/>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123"/>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123"/>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123"/>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123"/>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123"/>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123"/>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123"/>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123"/>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123"/>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123"/>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123"/>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123"/>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123"/>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123"/>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123"/>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123"/>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123"/>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123"/>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123"/>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123"/>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123"/>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123"/>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123"/>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123"/>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123"/>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123"/>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123"/>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123"/>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123"/>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123"/>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123"/>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123"/>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123"/>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123"/>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123"/>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123"/>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123"/>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123"/>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123"/>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123"/>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123"/>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123"/>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123"/>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123"/>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123"/>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123"/>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123"/>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123"/>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123"/>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123"/>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123"/>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123"/>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123"/>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123"/>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123"/>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123"/>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123"/>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123"/>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123"/>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123"/>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123"/>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123"/>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123"/>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123"/>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123"/>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123"/>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123"/>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123"/>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123"/>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123"/>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123"/>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123"/>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123"/>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123"/>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123"/>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123"/>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123"/>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123"/>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123"/>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123"/>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123"/>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123"/>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123"/>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123"/>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123"/>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123"/>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123"/>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123"/>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123"/>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123"/>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123"/>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123"/>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123"/>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123"/>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123"/>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123"/>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123"/>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123"/>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123"/>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123"/>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123"/>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123"/>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123"/>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123"/>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123"/>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123"/>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123"/>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123"/>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123"/>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123"/>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123"/>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123"/>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123"/>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123"/>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123"/>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123"/>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123"/>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123"/>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123"/>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123"/>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123"/>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123"/>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123"/>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123"/>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123"/>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123"/>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123"/>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123"/>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123"/>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123"/>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123"/>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123"/>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123"/>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123"/>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123"/>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123"/>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123"/>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123"/>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123"/>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123"/>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123"/>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123"/>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123"/>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123"/>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123"/>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123"/>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123"/>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123"/>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123"/>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123"/>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123"/>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123"/>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123"/>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123"/>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123"/>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123"/>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123"/>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123"/>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123"/>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123"/>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123"/>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123"/>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123"/>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123"/>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123"/>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123"/>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123"/>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123"/>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123"/>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123"/>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123"/>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123"/>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123"/>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123"/>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123"/>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123"/>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123"/>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123"/>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123"/>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123"/>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123"/>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123"/>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123"/>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123"/>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123"/>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123"/>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123"/>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123"/>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123"/>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123"/>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123"/>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123"/>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123"/>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123"/>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123"/>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123"/>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123"/>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123"/>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123"/>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123"/>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123"/>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123"/>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123"/>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123"/>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123"/>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123"/>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123"/>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123"/>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123"/>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123"/>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123"/>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123"/>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123"/>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123"/>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123"/>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123"/>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123"/>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123"/>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123"/>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123"/>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123"/>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123"/>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123"/>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123"/>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123"/>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123"/>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123"/>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123"/>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123"/>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123"/>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123"/>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123"/>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123"/>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123"/>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123"/>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123"/>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123"/>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123"/>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123"/>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123"/>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123"/>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123"/>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123"/>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123"/>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123"/>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123"/>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123"/>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123"/>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123"/>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123"/>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123"/>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123"/>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123"/>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123"/>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123"/>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123"/>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123"/>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123"/>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123"/>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123"/>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123"/>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123"/>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123"/>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123"/>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123"/>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123"/>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123"/>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123"/>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123"/>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123"/>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123"/>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123"/>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123"/>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123"/>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123"/>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123"/>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123"/>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123"/>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123"/>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123"/>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123"/>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123"/>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123"/>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123"/>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123"/>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123"/>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123"/>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123"/>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123"/>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123"/>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123"/>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123"/>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123"/>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123"/>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123"/>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123"/>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123"/>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123"/>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123"/>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123"/>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123"/>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123"/>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123"/>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123"/>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123"/>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123"/>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123"/>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123"/>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123"/>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123"/>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123"/>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123"/>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123"/>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123"/>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123"/>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123"/>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123"/>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123"/>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123"/>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123"/>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123"/>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123"/>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123"/>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123"/>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123"/>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123"/>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123"/>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123"/>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123"/>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123"/>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123"/>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123"/>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123"/>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123"/>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123"/>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123"/>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123"/>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123"/>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123"/>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123"/>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123"/>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123"/>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123"/>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123"/>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123"/>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123"/>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123"/>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123"/>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123"/>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123"/>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123"/>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123"/>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123"/>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123"/>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123"/>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123"/>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123"/>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123"/>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123"/>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123"/>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123"/>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123"/>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123"/>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123"/>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123"/>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123"/>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123"/>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123"/>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123"/>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123"/>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123"/>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123"/>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123"/>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123"/>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123"/>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123"/>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123"/>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123"/>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123"/>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123"/>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123"/>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123"/>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123"/>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123"/>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123"/>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123"/>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123"/>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123"/>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123"/>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123"/>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123"/>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123"/>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123"/>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123"/>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123"/>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123"/>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123"/>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123"/>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123"/>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123"/>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123"/>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123"/>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123"/>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123"/>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123"/>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123"/>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123"/>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123"/>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123"/>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123"/>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123"/>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123"/>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123"/>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123"/>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123"/>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123"/>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123"/>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123"/>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123"/>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123"/>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123"/>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123"/>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123"/>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123"/>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123"/>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123"/>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123"/>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123"/>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123"/>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123"/>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123"/>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123"/>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123"/>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123"/>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123"/>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123"/>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123"/>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123"/>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123"/>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123"/>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123"/>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123"/>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123"/>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123"/>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123"/>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123"/>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123"/>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123"/>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123"/>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123"/>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123"/>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9" name="Google Shape;7309;p123"/>
          <p:cNvGrpSpPr/>
          <p:nvPr/>
        </p:nvGrpSpPr>
        <p:grpSpPr>
          <a:xfrm>
            <a:off x="5857556" y="1206552"/>
            <a:ext cx="2590840" cy="1380235"/>
            <a:chOff x="233350" y="949250"/>
            <a:chExt cx="7137300" cy="3802300"/>
          </a:xfrm>
        </p:grpSpPr>
        <p:sp>
          <p:nvSpPr>
            <p:cNvPr id="7310" name="Google Shape;7310;p123"/>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123"/>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123"/>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123"/>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123"/>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123"/>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123"/>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123"/>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123"/>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123"/>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123"/>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123"/>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123"/>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123"/>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123"/>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123"/>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123"/>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123"/>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123"/>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123"/>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123"/>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123"/>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123"/>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123"/>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123"/>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123"/>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123"/>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123"/>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123"/>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123"/>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123"/>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123"/>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123"/>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123"/>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123"/>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123"/>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123"/>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123"/>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123"/>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123"/>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123"/>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123"/>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123"/>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123"/>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123"/>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123"/>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123"/>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123"/>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123"/>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123"/>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123"/>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123"/>
          <p:cNvGrpSpPr/>
          <p:nvPr/>
        </p:nvGrpSpPr>
        <p:grpSpPr>
          <a:xfrm>
            <a:off x="7671985" y="3251325"/>
            <a:ext cx="104231" cy="320340"/>
            <a:chOff x="7564426" y="3224343"/>
            <a:chExt cx="119985" cy="368801"/>
          </a:xfrm>
        </p:grpSpPr>
        <p:sp>
          <p:nvSpPr>
            <p:cNvPr id="7362" name="Google Shape;7362;p123"/>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123"/>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123"/>
          <p:cNvGrpSpPr/>
          <p:nvPr/>
        </p:nvGrpSpPr>
        <p:grpSpPr>
          <a:xfrm>
            <a:off x="7371473" y="3245427"/>
            <a:ext cx="189489" cy="332132"/>
            <a:chOff x="8370831" y="3202002"/>
            <a:chExt cx="218129" cy="382376"/>
          </a:xfrm>
        </p:grpSpPr>
        <p:sp>
          <p:nvSpPr>
            <p:cNvPr id="7365" name="Google Shape;7365;p123"/>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123"/>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7" name="Google Shape;7367;p123"/>
          <p:cNvGrpSpPr/>
          <p:nvPr/>
        </p:nvGrpSpPr>
        <p:grpSpPr>
          <a:xfrm>
            <a:off x="8094863" y="3656559"/>
            <a:ext cx="309429" cy="267000"/>
            <a:chOff x="6742064" y="3750480"/>
            <a:chExt cx="399315" cy="344560"/>
          </a:xfrm>
        </p:grpSpPr>
        <p:sp>
          <p:nvSpPr>
            <p:cNvPr id="7368" name="Google Shape;7368;p123"/>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123"/>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123"/>
          <p:cNvGrpSpPr/>
          <p:nvPr/>
        </p:nvGrpSpPr>
        <p:grpSpPr>
          <a:xfrm>
            <a:off x="7633882" y="4007606"/>
            <a:ext cx="180437" cy="281608"/>
            <a:chOff x="7248525" y="3739696"/>
            <a:chExt cx="230531" cy="359790"/>
          </a:xfrm>
        </p:grpSpPr>
        <p:sp>
          <p:nvSpPr>
            <p:cNvPr id="7371" name="Google Shape;7371;p123"/>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123"/>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3" name="Google Shape;7373;p123"/>
          <p:cNvGrpSpPr/>
          <p:nvPr/>
        </p:nvGrpSpPr>
        <p:grpSpPr>
          <a:xfrm>
            <a:off x="7879801" y="3650830"/>
            <a:ext cx="162896" cy="278710"/>
            <a:chOff x="7601242" y="3729267"/>
            <a:chExt cx="222566" cy="380803"/>
          </a:xfrm>
        </p:grpSpPr>
        <p:sp>
          <p:nvSpPr>
            <p:cNvPr id="7374" name="Google Shape;7374;p123"/>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123"/>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76" name="Google Shape;7376;p123"/>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77" name="Google Shape;7377;p123"/>
          <p:cNvGrpSpPr/>
          <p:nvPr/>
        </p:nvGrpSpPr>
        <p:grpSpPr>
          <a:xfrm>
            <a:off x="7369446" y="3651971"/>
            <a:ext cx="193543" cy="275990"/>
            <a:chOff x="8304647" y="3738687"/>
            <a:chExt cx="225076" cy="320956"/>
          </a:xfrm>
        </p:grpSpPr>
        <p:sp>
          <p:nvSpPr>
            <p:cNvPr id="7378" name="Google Shape;7378;p123"/>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123"/>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123"/>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1" name="Google Shape;7381;p123"/>
          <p:cNvGrpSpPr/>
          <p:nvPr/>
        </p:nvGrpSpPr>
        <p:grpSpPr>
          <a:xfrm>
            <a:off x="7641939" y="3651971"/>
            <a:ext cx="178492" cy="275990"/>
            <a:chOff x="8615101" y="3738687"/>
            <a:chExt cx="207573" cy="320956"/>
          </a:xfrm>
        </p:grpSpPr>
        <p:sp>
          <p:nvSpPr>
            <p:cNvPr id="7382" name="Google Shape;7382;p123"/>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123"/>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123"/>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5" name="Google Shape;7385;p123"/>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6" name="Google Shape;7386;p123"/>
          <p:cNvGrpSpPr/>
          <p:nvPr/>
        </p:nvGrpSpPr>
        <p:grpSpPr>
          <a:xfrm>
            <a:off x="6036644" y="3773459"/>
            <a:ext cx="557670" cy="511283"/>
            <a:chOff x="6015419" y="3716859"/>
            <a:chExt cx="557671" cy="511283"/>
          </a:xfrm>
        </p:grpSpPr>
        <p:sp>
          <p:nvSpPr>
            <p:cNvPr id="7387" name="Google Shape;7387;p123"/>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8" name="Google Shape;7388;p123"/>
            <p:cNvGrpSpPr/>
            <p:nvPr/>
          </p:nvGrpSpPr>
          <p:grpSpPr>
            <a:xfrm>
              <a:off x="6036094" y="3716980"/>
              <a:ext cx="529860" cy="510468"/>
              <a:chOff x="6036094" y="3716980"/>
              <a:chExt cx="529860" cy="510468"/>
            </a:xfrm>
          </p:grpSpPr>
          <p:sp>
            <p:nvSpPr>
              <p:cNvPr id="7389" name="Google Shape;7389;p123"/>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123"/>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123"/>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123"/>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123"/>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123"/>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123"/>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123"/>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123"/>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123"/>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99" name="Google Shape;7399;p123"/>
          <p:cNvGrpSpPr/>
          <p:nvPr/>
        </p:nvGrpSpPr>
        <p:grpSpPr>
          <a:xfrm>
            <a:off x="6665529" y="3130228"/>
            <a:ext cx="576302" cy="511871"/>
            <a:chOff x="6644304" y="3073628"/>
            <a:chExt cx="576302" cy="511871"/>
          </a:xfrm>
        </p:grpSpPr>
        <p:sp>
          <p:nvSpPr>
            <p:cNvPr id="7400" name="Google Shape;7400;p123"/>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1" name="Google Shape;7401;p123"/>
            <p:cNvGrpSpPr/>
            <p:nvPr/>
          </p:nvGrpSpPr>
          <p:grpSpPr>
            <a:xfrm>
              <a:off x="6712169" y="3085440"/>
              <a:ext cx="481622" cy="494913"/>
              <a:chOff x="6712169" y="3085440"/>
              <a:chExt cx="481622" cy="494913"/>
            </a:xfrm>
          </p:grpSpPr>
          <p:sp>
            <p:nvSpPr>
              <p:cNvPr id="7402" name="Google Shape;7402;p123"/>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123"/>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123"/>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123"/>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123"/>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7" name="Google Shape;7407;p123"/>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123"/>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123"/>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0" name="Google Shape;7410;p123"/>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1" name="Google Shape;7411;p123"/>
          <p:cNvGrpSpPr/>
          <p:nvPr/>
        </p:nvGrpSpPr>
        <p:grpSpPr>
          <a:xfrm>
            <a:off x="6673379" y="3773223"/>
            <a:ext cx="560631" cy="511352"/>
            <a:chOff x="6652154" y="3716623"/>
            <a:chExt cx="560631" cy="511352"/>
          </a:xfrm>
        </p:grpSpPr>
        <p:sp>
          <p:nvSpPr>
            <p:cNvPr id="7412" name="Google Shape;7412;p123"/>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3" name="Google Shape;7413;p123"/>
            <p:cNvGrpSpPr/>
            <p:nvPr/>
          </p:nvGrpSpPr>
          <p:grpSpPr>
            <a:xfrm>
              <a:off x="6669657" y="3716715"/>
              <a:ext cx="466779" cy="464290"/>
              <a:chOff x="6669657" y="3716715"/>
              <a:chExt cx="466779" cy="464290"/>
            </a:xfrm>
          </p:grpSpPr>
          <p:sp>
            <p:nvSpPr>
              <p:cNvPr id="7414" name="Google Shape;7414;p123"/>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123"/>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123"/>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123"/>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123"/>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123"/>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123"/>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123"/>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123"/>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123"/>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123"/>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123"/>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123"/>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27" name="Google Shape;7427;p123"/>
          <p:cNvGrpSpPr/>
          <p:nvPr/>
        </p:nvGrpSpPr>
        <p:grpSpPr>
          <a:xfrm>
            <a:off x="7867470" y="4054631"/>
            <a:ext cx="187557" cy="187557"/>
            <a:chOff x="8565775" y="671075"/>
            <a:chExt cx="441000" cy="441000"/>
          </a:xfrm>
        </p:grpSpPr>
        <p:sp>
          <p:nvSpPr>
            <p:cNvPr id="7428" name="Google Shape;7428;p123"/>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123"/>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30" name="Google Shape;7430;p123"/>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123"/>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2" name="Google Shape;7432;p123"/>
          <p:cNvGrpSpPr/>
          <p:nvPr/>
        </p:nvGrpSpPr>
        <p:grpSpPr>
          <a:xfrm>
            <a:off x="6021325" y="3132850"/>
            <a:ext cx="587871" cy="512373"/>
            <a:chOff x="6000100" y="3076250"/>
            <a:chExt cx="587871" cy="512373"/>
          </a:xfrm>
        </p:grpSpPr>
        <p:sp>
          <p:nvSpPr>
            <p:cNvPr id="7433" name="Google Shape;7433;p123"/>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4" name="Google Shape;7434;p123"/>
            <p:cNvGrpSpPr/>
            <p:nvPr/>
          </p:nvGrpSpPr>
          <p:grpSpPr>
            <a:xfrm>
              <a:off x="6031360" y="3076713"/>
              <a:ext cx="539107" cy="480965"/>
              <a:chOff x="6031360" y="3076713"/>
              <a:chExt cx="539107" cy="480965"/>
            </a:xfrm>
          </p:grpSpPr>
          <p:sp>
            <p:nvSpPr>
              <p:cNvPr id="7435" name="Google Shape;7435;p123"/>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123"/>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123"/>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123"/>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123"/>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123"/>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123"/>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42" name="Google Shape;7442;p123"/>
          <p:cNvGrpSpPr/>
          <p:nvPr/>
        </p:nvGrpSpPr>
        <p:grpSpPr>
          <a:xfrm>
            <a:off x="3597785" y="3065882"/>
            <a:ext cx="2241344" cy="1330656"/>
            <a:chOff x="3597785" y="3065882"/>
            <a:chExt cx="2241344" cy="1330656"/>
          </a:xfrm>
        </p:grpSpPr>
        <p:grpSp>
          <p:nvGrpSpPr>
            <p:cNvPr id="7443" name="Google Shape;7443;p123"/>
            <p:cNvGrpSpPr/>
            <p:nvPr/>
          </p:nvGrpSpPr>
          <p:grpSpPr>
            <a:xfrm>
              <a:off x="5296908" y="3937355"/>
              <a:ext cx="143198" cy="32380"/>
              <a:chOff x="5296908" y="3937355"/>
              <a:chExt cx="143198" cy="32380"/>
            </a:xfrm>
          </p:grpSpPr>
          <p:sp>
            <p:nvSpPr>
              <p:cNvPr id="7444" name="Google Shape;7444;p123"/>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45" name="Google Shape;7445;p123"/>
              <p:cNvGrpSpPr/>
              <p:nvPr/>
            </p:nvGrpSpPr>
            <p:grpSpPr>
              <a:xfrm>
                <a:off x="5402331" y="3937355"/>
                <a:ext cx="37776" cy="32380"/>
                <a:chOff x="5402331" y="3937355"/>
                <a:chExt cx="37776" cy="32380"/>
              </a:xfrm>
            </p:grpSpPr>
            <p:sp>
              <p:nvSpPr>
                <p:cNvPr id="7446" name="Google Shape;7446;p123"/>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123"/>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8" name="Google Shape;7448;p123"/>
              <p:cNvGrpSpPr/>
              <p:nvPr/>
            </p:nvGrpSpPr>
            <p:grpSpPr>
              <a:xfrm>
                <a:off x="5296908" y="3937355"/>
                <a:ext cx="37783" cy="32380"/>
                <a:chOff x="5296908" y="3937355"/>
                <a:chExt cx="37783" cy="32380"/>
              </a:xfrm>
            </p:grpSpPr>
            <p:sp>
              <p:nvSpPr>
                <p:cNvPr id="7449" name="Google Shape;7449;p123"/>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123"/>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51" name="Google Shape;7451;p123"/>
            <p:cNvGrpSpPr/>
            <p:nvPr/>
          </p:nvGrpSpPr>
          <p:grpSpPr>
            <a:xfrm>
              <a:off x="4724163" y="3119631"/>
              <a:ext cx="120838" cy="84218"/>
              <a:chOff x="4724163" y="3119631"/>
              <a:chExt cx="120838" cy="84218"/>
            </a:xfrm>
          </p:grpSpPr>
          <p:grpSp>
            <p:nvGrpSpPr>
              <p:cNvPr id="7452" name="Google Shape;7452;p123"/>
              <p:cNvGrpSpPr/>
              <p:nvPr/>
            </p:nvGrpSpPr>
            <p:grpSpPr>
              <a:xfrm>
                <a:off x="4746712" y="3132773"/>
                <a:ext cx="86869" cy="56424"/>
                <a:chOff x="4746712" y="3132773"/>
                <a:chExt cx="86869" cy="56424"/>
              </a:xfrm>
            </p:grpSpPr>
            <p:sp>
              <p:nvSpPr>
                <p:cNvPr id="7453" name="Google Shape;7453;p123"/>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123"/>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5" name="Google Shape;7455;p123"/>
              <p:cNvGrpSpPr/>
              <p:nvPr/>
            </p:nvGrpSpPr>
            <p:grpSpPr>
              <a:xfrm>
                <a:off x="4773634" y="3143336"/>
                <a:ext cx="37776" cy="32451"/>
                <a:chOff x="4773634" y="3143336"/>
                <a:chExt cx="37776" cy="32451"/>
              </a:xfrm>
            </p:grpSpPr>
            <p:sp>
              <p:nvSpPr>
                <p:cNvPr id="7456" name="Google Shape;7456;p123"/>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123"/>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8" name="Google Shape;7458;p123"/>
              <p:cNvGrpSpPr/>
              <p:nvPr/>
            </p:nvGrpSpPr>
            <p:grpSpPr>
              <a:xfrm>
                <a:off x="4724163" y="3131248"/>
                <a:ext cx="37776" cy="32459"/>
                <a:chOff x="4724163" y="3131248"/>
                <a:chExt cx="37776" cy="32459"/>
              </a:xfrm>
            </p:grpSpPr>
            <p:sp>
              <p:nvSpPr>
                <p:cNvPr id="7459" name="Google Shape;7459;p123"/>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123"/>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1" name="Google Shape;7461;p123"/>
              <p:cNvGrpSpPr/>
              <p:nvPr/>
            </p:nvGrpSpPr>
            <p:grpSpPr>
              <a:xfrm>
                <a:off x="4755081" y="3176054"/>
                <a:ext cx="32357" cy="27795"/>
                <a:chOff x="4755081" y="3176054"/>
                <a:chExt cx="32357" cy="27795"/>
              </a:xfrm>
            </p:grpSpPr>
            <p:sp>
              <p:nvSpPr>
                <p:cNvPr id="7462" name="Google Shape;7462;p123"/>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123"/>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4" name="Google Shape;7464;p123"/>
              <p:cNvGrpSpPr/>
              <p:nvPr/>
            </p:nvGrpSpPr>
            <p:grpSpPr>
              <a:xfrm>
                <a:off x="4812550" y="3119631"/>
                <a:ext cx="32451" cy="27803"/>
                <a:chOff x="4812550" y="3119631"/>
                <a:chExt cx="32451" cy="27803"/>
              </a:xfrm>
            </p:grpSpPr>
            <p:sp>
              <p:nvSpPr>
                <p:cNvPr id="7465" name="Google Shape;7465;p123"/>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123"/>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67" name="Google Shape;7467;p123"/>
            <p:cNvGrpSpPr/>
            <p:nvPr/>
          </p:nvGrpSpPr>
          <p:grpSpPr>
            <a:xfrm>
              <a:off x="5382826" y="4027197"/>
              <a:ext cx="268967" cy="250422"/>
              <a:chOff x="5382826" y="4027197"/>
              <a:chExt cx="268967" cy="250422"/>
            </a:xfrm>
          </p:grpSpPr>
          <p:grpSp>
            <p:nvGrpSpPr>
              <p:cNvPr id="7468" name="Google Shape;7468;p123"/>
              <p:cNvGrpSpPr/>
              <p:nvPr/>
            </p:nvGrpSpPr>
            <p:grpSpPr>
              <a:xfrm>
                <a:off x="5405280" y="4042510"/>
                <a:ext cx="237570" cy="218647"/>
                <a:chOff x="5405280" y="4042510"/>
                <a:chExt cx="237570" cy="218647"/>
              </a:xfrm>
            </p:grpSpPr>
            <p:sp>
              <p:nvSpPr>
                <p:cNvPr id="7469" name="Google Shape;7469;p123"/>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123"/>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123"/>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123"/>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123"/>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123"/>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5" name="Google Shape;7475;p123"/>
              <p:cNvGrpSpPr/>
              <p:nvPr/>
            </p:nvGrpSpPr>
            <p:grpSpPr>
              <a:xfrm>
                <a:off x="5382826" y="4125549"/>
                <a:ext cx="37776" cy="32380"/>
                <a:chOff x="5382826" y="4125549"/>
                <a:chExt cx="37776" cy="32380"/>
              </a:xfrm>
            </p:grpSpPr>
            <p:sp>
              <p:nvSpPr>
                <p:cNvPr id="7476" name="Google Shape;7476;p123"/>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123"/>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8" name="Google Shape;7478;p123"/>
              <p:cNvGrpSpPr/>
              <p:nvPr/>
            </p:nvGrpSpPr>
            <p:grpSpPr>
              <a:xfrm>
                <a:off x="5475680" y="4195587"/>
                <a:ext cx="37783" cy="32364"/>
                <a:chOff x="5475680" y="4195587"/>
                <a:chExt cx="37783" cy="32364"/>
              </a:xfrm>
            </p:grpSpPr>
            <p:sp>
              <p:nvSpPr>
                <p:cNvPr id="7479" name="Google Shape;7479;p123"/>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123"/>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1" name="Google Shape;7481;p123"/>
              <p:cNvGrpSpPr/>
              <p:nvPr/>
            </p:nvGrpSpPr>
            <p:grpSpPr>
              <a:xfrm>
                <a:off x="5532575" y="4027197"/>
                <a:ext cx="33308" cy="32262"/>
                <a:chOff x="5532575" y="4027197"/>
                <a:chExt cx="33308" cy="32262"/>
              </a:xfrm>
            </p:grpSpPr>
            <p:sp>
              <p:nvSpPr>
                <p:cNvPr id="7482" name="Google Shape;7482;p123"/>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123"/>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4" name="Google Shape;7484;p123"/>
              <p:cNvGrpSpPr/>
              <p:nvPr/>
            </p:nvGrpSpPr>
            <p:grpSpPr>
              <a:xfrm>
                <a:off x="5590706" y="4245348"/>
                <a:ext cx="33497" cy="32270"/>
                <a:chOff x="5590706" y="4245348"/>
                <a:chExt cx="33497" cy="32270"/>
              </a:xfrm>
            </p:grpSpPr>
            <p:sp>
              <p:nvSpPr>
                <p:cNvPr id="7485" name="Google Shape;7485;p123"/>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123"/>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7" name="Google Shape;7487;p123"/>
              <p:cNvGrpSpPr/>
              <p:nvPr/>
            </p:nvGrpSpPr>
            <p:grpSpPr>
              <a:xfrm>
                <a:off x="5618681" y="4109677"/>
                <a:ext cx="33112" cy="32357"/>
                <a:chOff x="5618681" y="4109677"/>
                <a:chExt cx="33112" cy="32357"/>
              </a:xfrm>
            </p:grpSpPr>
            <p:sp>
              <p:nvSpPr>
                <p:cNvPr id="7488" name="Google Shape;7488;p123"/>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123"/>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0" name="Google Shape;7490;p123"/>
              <p:cNvGrpSpPr/>
              <p:nvPr/>
            </p:nvGrpSpPr>
            <p:grpSpPr>
              <a:xfrm>
                <a:off x="5479298" y="4128262"/>
                <a:ext cx="31405" cy="26906"/>
                <a:chOff x="5479298" y="4128262"/>
                <a:chExt cx="31405" cy="26906"/>
              </a:xfrm>
            </p:grpSpPr>
            <p:sp>
              <p:nvSpPr>
                <p:cNvPr id="7491" name="Google Shape;7491;p123"/>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123"/>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3" name="Google Shape;7493;p123"/>
              <p:cNvGrpSpPr/>
              <p:nvPr/>
            </p:nvGrpSpPr>
            <p:grpSpPr>
              <a:xfrm>
                <a:off x="5582903" y="4180116"/>
                <a:ext cx="31499" cy="26898"/>
                <a:chOff x="5582903" y="4180116"/>
                <a:chExt cx="31499" cy="26898"/>
              </a:xfrm>
            </p:grpSpPr>
            <p:sp>
              <p:nvSpPr>
                <p:cNvPr id="7494" name="Google Shape;7494;p123"/>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123"/>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96" name="Google Shape;7496;p123"/>
            <p:cNvGrpSpPr/>
            <p:nvPr/>
          </p:nvGrpSpPr>
          <p:grpSpPr>
            <a:xfrm>
              <a:off x="3977681" y="3230323"/>
              <a:ext cx="94584" cy="84085"/>
              <a:chOff x="3977681" y="3230323"/>
              <a:chExt cx="94584" cy="84085"/>
            </a:xfrm>
          </p:grpSpPr>
          <p:grpSp>
            <p:nvGrpSpPr>
              <p:cNvPr id="7497" name="Google Shape;7497;p123"/>
              <p:cNvGrpSpPr/>
              <p:nvPr/>
            </p:nvGrpSpPr>
            <p:grpSpPr>
              <a:xfrm>
                <a:off x="4000135" y="3243041"/>
                <a:ext cx="59570" cy="57186"/>
                <a:chOff x="4000135" y="3243041"/>
                <a:chExt cx="59570" cy="57186"/>
              </a:xfrm>
            </p:grpSpPr>
            <p:sp>
              <p:nvSpPr>
                <p:cNvPr id="7498" name="Google Shape;7498;p123"/>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123"/>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123"/>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1" name="Google Shape;7501;p123"/>
              <p:cNvGrpSpPr/>
              <p:nvPr/>
            </p:nvGrpSpPr>
            <p:grpSpPr>
              <a:xfrm>
                <a:off x="3977681" y="3245872"/>
                <a:ext cx="37783" cy="32380"/>
                <a:chOff x="3977681" y="3245872"/>
                <a:chExt cx="37783" cy="32380"/>
              </a:xfrm>
            </p:grpSpPr>
            <p:sp>
              <p:nvSpPr>
                <p:cNvPr id="7502" name="Google Shape;7502;p123"/>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123"/>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4" name="Google Shape;7504;p123"/>
              <p:cNvGrpSpPr/>
              <p:nvPr/>
            </p:nvGrpSpPr>
            <p:grpSpPr>
              <a:xfrm>
                <a:off x="4040860" y="3262672"/>
                <a:ext cx="31405" cy="27001"/>
                <a:chOff x="4040860" y="3262672"/>
                <a:chExt cx="31405" cy="27001"/>
              </a:xfrm>
            </p:grpSpPr>
            <p:sp>
              <p:nvSpPr>
                <p:cNvPr id="7505" name="Google Shape;7505;p123"/>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123"/>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7" name="Google Shape;7507;p123"/>
              <p:cNvGrpSpPr/>
              <p:nvPr/>
            </p:nvGrpSpPr>
            <p:grpSpPr>
              <a:xfrm>
                <a:off x="4021072" y="3230323"/>
                <a:ext cx="31397" cy="26906"/>
                <a:chOff x="4021072" y="3230323"/>
                <a:chExt cx="31397" cy="26906"/>
              </a:xfrm>
            </p:grpSpPr>
            <p:sp>
              <p:nvSpPr>
                <p:cNvPr id="7508" name="Google Shape;7508;p123"/>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123"/>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0" name="Google Shape;7510;p123"/>
              <p:cNvGrpSpPr/>
              <p:nvPr/>
            </p:nvGrpSpPr>
            <p:grpSpPr>
              <a:xfrm>
                <a:off x="4001472" y="3287462"/>
                <a:ext cx="31499" cy="26945"/>
                <a:chOff x="4001472" y="3287462"/>
                <a:chExt cx="31499" cy="26945"/>
              </a:xfrm>
            </p:grpSpPr>
            <p:sp>
              <p:nvSpPr>
                <p:cNvPr id="7511" name="Google Shape;7511;p123"/>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123"/>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13" name="Google Shape;7513;p123"/>
            <p:cNvGrpSpPr/>
            <p:nvPr/>
          </p:nvGrpSpPr>
          <p:grpSpPr>
            <a:xfrm>
              <a:off x="4084715" y="3258865"/>
              <a:ext cx="184961" cy="137268"/>
              <a:chOff x="4084715" y="3258865"/>
              <a:chExt cx="184961" cy="137268"/>
            </a:xfrm>
          </p:grpSpPr>
          <p:grpSp>
            <p:nvGrpSpPr>
              <p:cNvPr id="7514" name="Google Shape;7514;p123"/>
              <p:cNvGrpSpPr/>
              <p:nvPr/>
            </p:nvGrpSpPr>
            <p:grpSpPr>
              <a:xfrm>
                <a:off x="4107453" y="3271583"/>
                <a:ext cx="153470" cy="110275"/>
                <a:chOff x="4107453" y="3271583"/>
                <a:chExt cx="153470" cy="110275"/>
              </a:xfrm>
            </p:grpSpPr>
            <p:sp>
              <p:nvSpPr>
                <p:cNvPr id="7515" name="Google Shape;7515;p123"/>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123"/>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123"/>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123"/>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9" name="Google Shape;7519;p123"/>
              <p:cNvGrpSpPr/>
              <p:nvPr/>
            </p:nvGrpSpPr>
            <p:grpSpPr>
              <a:xfrm>
                <a:off x="4136947" y="3258865"/>
                <a:ext cx="31499" cy="27001"/>
                <a:chOff x="4136947" y="3258865"/>
                <a:chExt cx="31499" cy="27001"/>
              </a:xfrm>
            </p:grpSpPr>
            <p:sp>
              <p:nvSpPr>
                <p:cNvPr id="7520" name="Google Shape;7520;p123"/>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123"/>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2" name="Google Shape;7522;p123"/>
              <p:cNvGrpSpPr/>
              <p:nvPr/>
            </p:nvGrpSpPr>
            <p:grpSpPr>
              <a:xfrm>
                <a:off x="4084715" y="3266478"/>
                <a:ext cx="31468" cy="26898"/>
                <a:chOff x="4084715" y="3266478"/>
                <a:chExt cx="31468" cy="26898"/>
              </a:xfrm>
            </p:grpSpPr>
            <p:sp>
              <p:nvSpPr>
                <p:cNvPr id="7523" name="Google Shape;7523;p123"/>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123"/>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123"/>
              <p:cNvGrpSpPr/>
              <p:nvPr/>
            </p:nvGrpSpPr>
            <p:grpSpPr>
              <a:xfrm>
                <a:off x="4159213" y="3279849"/>
                <a:ext cx="31405" cy="26945"/>
                <a:chOff x="4159213" y="3279849"/>
                <a:chExt cx="31405" cy="26945"/>
              </a:xfrm>
            </p:grpSpPr>
            <p:sp>
              <p:nvSpPr>
                <p:cNvPr id="7526" name="Google Shape;7526;p123"/>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123"/>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8" name="Google Shape;7528;p123"/>
              <p:cNvGrpSpPr/>
              <p:nvPr/>
            </p:nvGrpSpPr>
            <p:grpSpPr>
              <a:xfrm>
                <a:off x="4201550" y="3266502"/>
                <a:ext cx="31405" cy="26883"/>
                <a:chOff x="4201550" y="3266502"/>
                <a:chExt cx="31405" cy="26883"/>
              </a:xfrm>
            </p:grpSpPr>
            <p:sp>
              <p:nvSpPr>
                <p:cNvPr id="7529" name="Google Shape;7529;p123"/>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123"/>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1" name="Google Shape;7531;p123"/>
              <p:cNvGrpSpPr/>
              <p:nvPr/>
            </p:nvGrpSpPr>
            <p:grpSpPr>
              <a:xfrm>
                <a:off x="4201550" y="3338278"/>
                <a:ext cx="31405" cy="26930"/>
                <a:chOff x="4201550" y="3338278"/>
                <a:chExt cx="31405" cy="26930"/>
              </a:xfrm>
            </p:grpSpPr>
            <p:sp>
              <p:nvSpPr>
                <p:cNvPr id="7532" name="Google Shape;7532;p123"/>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123"/>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123"/>
              <p:cNvGrpSpPr/>
              <p:nvPr/>
            </p:nvGrpSpPr>
            <p:grpSpPr>
              <a:xfrm>
                <a:off x="4238272" y="3369132"/>
                <a:ext cx="31405" cy="27001"/>
                <a:chOff x="4238272" y="3369132"/>
                <a:chExt cx="31405" cy="27001"/>
              </a:xfrm>
            </p:grpSpPr>
            <p:sp>
              <p:nvSpPr>
                <p:cNvPr id="7535" name="Google Shape;7535;p123"/>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123"/>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37" name="Google Shape;7537;p123"/>
            <p:cNvGrpSpPr/>
            <p:nvPr/>
          </p:nvGrpSpPr>
          <p:grpSpPr>
            <a:xfrm>
              <a:off x="4068639" y="3200169"/>
              <a:ext cx="77643" cy="37272"/>
              <a:chOff x="4068639" y="3200169"/>
              <a:chExt cx="77643" cy="37272"/>
            </a:xfrm>
          </p:grpSpPr>
          <p:sp>
            <p:nvSpPr>
              <p:cNvPr id="7538" name="Google Shape;7538;p123"/>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39" name="Google Shape;7539;p123"/>
              <p:cNvGrpSpPr/>
              <p:nvPr/>
            </p:nvGrpSpPr>
            <p:grpSpPr>
              <a:xfrm>
                <a:off x="4114878" y="3200169"/>
                <a:ext cx="31405" cy="26993"/>
                <a:chOff x="4114878" y="3200169"/>
                <a:chExt cx="31405" cy="26993"/>
              </a:xfrm>
            </p:grpSpPr>
            <p:sp>
              <p:nvSpPr>
                <p:cNvPr id="7540" name="Google Shape;7540;p123"/>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123"/>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2" name="Google Shape;7542;p123"/>
              <p:cNvGrpSpPr/>
              <p:nvPr/>
            </p:nvGrpSpPr>
            <p:grpSpPr>
              <a:xfrm>
                <a:off x="4068639" y="3210535"/>
                <a:ext cx="31499" cy="26906"/>
                <a:chOff x="4068639" y="3210535"/>
                <a:chExt cx="31499" cy="26906"/>
              </a:xfrm>
            </p:grpSpPr>
            <p:sp>
              <p:nvSpPr>
                <p:cNvPr id="7543" name="Google Shape;7543;p123"/>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123"/>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45" name="Google Shape;7545;p123"/>
            <p:cNvGrpSpPr/>
            <p:nvPr/>
          </p:nvGrpSpPr>
          <p:grpSpPr>
            <a:xfrm>
              <a:off x="3869702" y="3066935"/>
              <a:ext cx="382664" cy="190294"/>
              <a:chOff x="3869702" y="3066935"/>
              <a:chExt cx="382664" cy="190294"/>
            </a:xfrm>
          </p:grpSpPr>
          <p:grpSp>
            <p:nvGrpSpPr>
              <p:cNvPr id="7546" name="Google Shape;7546;p123"/>
              <p:cNvGrpSpPr/>
              <p:nvPr/>
            </p:nvGrpSpPr>
            <p:grpSpPr>
              <a:xfrm>
                <a:off x="3888633" y="3082351"/>
                <a:ext cx="351172" cy="160698"/>
                <a:chOff x="3888633" y="3082351"/>
                <a:chExt cx="351172" cy="160698"/>
              </a:xfrm>
            </p:grpSpPr>
            <p:sp>
              <p:nvSpPr>
                <p:cNvPr id="7547" name="Google Shape;7547;p123"/>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123"/>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123"/>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123"/>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123"/>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123"/>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3" name="Google Shape;7553;p123"/>
              <p:cNvGrpSpPr/>
              <p:nvPr/>
            </p:nvGrpSpPr>
            <p:grpSpPr>
              <a:xfrm>
                <a:off x="4143703" y="3066935"/>
                <a:ext cx="37783" cy="32357"/>
                <a:chOff x="4143703" y="3066935"/>
                <a:chExt cx="37783" cy="32357"/>
              </a:xfrm>
            </p:grpSpPr>
            <p:sp>
              <p:nvSpPr>
                <p:cNvPr id="7554" name="Google Shape;7554;p123"/>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123"/>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123"/>
              <p:cNvGrpSpPr/>
              <p:nvPr/>
            </p:nvGrpSpPr>
            <p:grpSpPr>
              <a:xfrm>
                <a:off x="4044565" y="3103563"/>
                <a:ext cx="37783" cy="32451"/>
                <a:chOff x="4044565" y="3103563"/>
                <a:chExt cx="37783" cy="32451"/>
              </a:xfrm>
            </p:grpSpPr>
            <p:sp>
              <p:nvSpPr>
                <p:cNvPr id="7557" name="Google Shape;7557;p123"/>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123"/>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9" name="Google Shape;7559;p123"/>
              <p:cNvGrpSpPr/>
              <p:nvPr/>
            </p:nvGrpSpPr>
            <p:grpSpPr>
              <a:xfrm>
                <a:off x="4017454" y="3188237"/>
                <a:ext cx="37776" cy="32357"/>
                <a:chOff x="4017454" y="3188237"/>
                <a:chExt cx="37776" cy="32357"/>
              </a:xfrm>
            </p:grpSpPr>
            <p:sp>
              <p:nvSpPr>
                <p:cNvPr id="7560" name="Google Shape;7560;p123"/>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123"/>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2" name="Google Shape;7562;p123"/>
              <p:cNvGrpSpPr/>
              <p:nvPr/>
            </p:nvGrpSpPr>
            <p:grpSpPr>
              <a:xfrm>
                <a:off x="3921548" y="3157509"/>
                <a:ext cx="37783" cy="32357"/>
                <a:chOff x="3921548" y="3157509"/>
                <a:chExt cx="37783" cy="32357"/>
              </a:xfrm>
            </p:grpSpPr>
            <p:sp>
              <p:nvSpPr>
                <p:cNvPr id="7563" name="Google Shape;7563;p123"/>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123"/>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5" name="Google Shape;7565;p123"/>
              <p:cNvGrpSpPr/>
              <p:nvPr/>
            </p:nvGrpSpPr>
            <p:grpSpPr>
              <a:xfrm>
                <a:off x="3939056" y="3211620"/>
                <a:ext cx="37783" cy="32380"/>
                <a:chOff x="3939056" y="3211620"/>
                <a:chExt cx="37783" cy="32380"/>
              </a:xfrm>
            </p:grpSpPr>
            <p:sp>
              <p:nvSpPr>
                <p:cNvPr id="7566" name="Google Shape;7566;p123"/>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123"/>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8" name="Google Shape;7568;p123"/>
              <p:cNvGrpSpPr/>
              <p:nvPr/>
            </p:nvGrpSpPr>
            <p:grpSpPr>
              <a:xfrm>
                <a:off x="4176240" y="3136965"/>
                <a:ext cx="31405" cy="26930"/>
                <a:chOff x="4176240" y="3136965"/>
                <a:chExt cx="31405" cy="26930"/>
              </a:xfrm>
            </p:grpSpPr>
            <p:sp>
              <p:nvSpPr>
                <p:cNvPr id="7569" name="Google Shape;7569;p123"/>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123"/>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123"/>
              <p:cNvGrpSpPr/>
              <p:nvPr/>
            </p:nvGrpSpPr>
            <p:grpSpPr>
              <a:xfrm>
                <a:off x="4133148" y="3152593"/>
                <a:ext cx="31499" cy="27001"/>
                <a:chOff x="4133148" y="3152593"/>
                <a:chExt cx="31499" cy="27001"/>
              </a:xfrm>
            </p:grpSpPr>
            <p:sp>
              <p:nvSpPr>
                <p:cNvPr id="7572" name="Google Shape;7572;p123"/>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123"/>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4" name="Google Shape;7574;p123"/>
              <p:cNvGrpSpPr/>
              <p:nvPr/>
            </p:nvGrpSpPr>
            <p:grpSpPr>
              <a:xfrm>
                <a:off x="4220866" y="3073534"/>
                <a:ext cx="31499" cy="26898"/>
                <a:chOff x="4220866" y="3073534"/>
                <a:chExt cx="31499" cy="26898"/>
              </a:xfrm>
            </p:grpSpPr>
            <p:sp>
              <p:nvSpPr>
                <p:cNvPr id="7575" name="Google Shape;7575;p123"/>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123"/>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123"/>
              <p:cNvGrpSpPr/>
              <p:nvPr/>
            </p:nvGrpSpPr>
            <p:grpSpPr>
              <a:xfrm>
                <a:off x="3869702" y="3230323"/>
                <a:ext cx="31499" cy="26906"/>
                <a:chOff x="3869702" y="3230323"/>
                <a:chExt cx="31499" cy="26906"/>
              </a:xfrm>
            </p:grpSpPr>
            <p:sp>
              <p:nvSpPr>
                <p:cNvPr id="7578" name="Google Shape;7578;p123"/>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123"/>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80" name="Google Shape;7580;p123"/>
            <p:cNvGrpSpPr/>
            <p:nvPr/>
          </p:nvGrpSpPr>
          <p:grpSpPr>
            <a:xfrm>
              <a:off x="4271383" y="3065882"/>
              <a:ext cx="304556" cy="341663"/>
              <a:chOff x="4271383" y="3065882"/>
              <a:chExt cx="304556" cy="341663"/>
            </a:xfrm>
          </p:grpSpPr>
          <p:grpSp>
            <p:nvGrpSpPr>
              <p:cNvPr id="7581" name="Google Shape;7581;p123"/>
              <p:cNvGrpSpPr/>
              <p:nvPr/>
            </p:nvGrpSpPr>
            <p:grpSpPr>
              <a:xfrm>
                <a:off x="4293838" y="3078639"/>
                <a:ext cx="269353" cy="311973"/>
                <a:chOff x="4293838" y="3078639"/>
                <a:chExt cx="269353" cy="311973"/>
              </a:xfrm>
            </p:grpSpPr>
            <p:sp>
              <p:nvSpPr>
                <p:cNvPr id="7582" name="Google Shape;7582;p123"/>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123"/>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123"/>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123"/>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123"/>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123"/>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123"/>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123"/>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123"/>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123"/>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123"/>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123"/>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123"/>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123"/>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123"/>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123"/>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123"/>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9" name="Google Shape;7599;p123"/>
              <p:cNvGrpSpPr/>
              <p:nvPr/>
            </p:nvGrpSpPr>
            <p:grpSpPr>
              <a:xfrm>
                <a:off x="4538164" y="3342061"/>
                <a:ext cx="37776" cy="32380"/>
                <a:chOff x="4538164" y="3342061"/>
                <a:chExt cx="37776" cy="32380"/>
              </a:xfrm>
            </p:grpSpPr>
            <p:sp>
              <p:nvSpPr>
                <p:cNvPr id="7600" name="Google Shape;7600;p123"/>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123"/>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2" name="Google Shape;7602;p123"/>
              <p:cNvGrpSpPr/>
              <p:nvPr/>
            </p:nvGrpSpPr>
            <p:grpSpPr>
              <a:xfrm>
                <a:off x="4271383" y="3194742"/>
                <a:ext cx="37783" cy="32420"/>
                <a:chOff x="4271383" y="3194742"/>
                <a:chExt cx="37783" cy="32420"/>
              </a:xfrm>
            </p:grpSpPr>
            <p:sp>
              <p:nvSpPr>
                <p:cNvPr id="7603" name="Google Shape;7603;p123"/>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123"/>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5" name="Google Shape;7605;p123"/>
              <p:cNvGrpSpPr/>
              <p:nvPr/>
            </p:nvGrpSpPr>
            <p:grpSpPr>
              <a:xfrm>
                <a:off x="4284416" y="3084058"/>
                <a:ext cx="37783" cy="32357"/>
                <a:chOff x="4284416" y="3084058"/>
                <a:chExt cx="37783" cy="32357"/>
              </a:xfrm>
            </p:grpSpPr>
            <p:sp>
              <p:nvSpPr>
                <p:cNvPr id="7606" name="Google Shape;7606;p123"/>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123"/>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8" name="Google Shape;7608;p123"/>
              <p:cNvGrpSpPr/>
              <p:nvPr/>
            </p:nvGrpSpPr>
            <p:grpSpPr>
              <a:xfrm>
                <a:off x="4478697" y="3297561"/>
                <a:ext cx="37776" cy="32451"/>
                <a:chOff x="4478697" y="3297561"/>
                <a:chExt cx="37776" cy="32451"/>
              </a:xfrm>
            </p:grpSpPr>
            <p:sp>
              <p:nvSpPr>
                <p:cNvPr id="7609" name="Google Shape;7609;p123"/>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123"/>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1" name="Google Shape;7611;p123"/>
              <p:cNvGrpSpPr/>
              <p:nvPr/>
            </p:nvGrpSpPr>
            <p:grpSpPr>
              <a:xfrm>
                <a:off x="4411813" y="3331711"/>
                <a:ext cx="37776" cy="32451"/>
                <a:chOff x="4411813" y="3331711"/>
                <a:chExt cx="37776" cy="32451"/>
              </a:xfrm>
            </p:grpSpPr>
            <p:sp>
              <p:nvSpPr>
                <p:cNvPr id="7612" name="Google Shape;7612;p123"/>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123"/>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123"/>
              <p:cNvGrpSpPr/>
              <p:nvPr/>
            </p:nvGrpSpPr>
            <p:grpSpPr>
              <a:xfrm>
                <a:off x="4337984" y="3375188"/>
                <a:ext cx="37776" cy="32357"/>
                <a:chOff x="4337984" y="3375188"/>
                <a:chExt cx="37776" cy="32357"/>
              </a:xfrm>
            </p:grpSpPr>
            <p:sp>
              <p:nvSpPr>
                <p:cNvPr id="7615" name="Google Shape;7615;p123"/>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123"/>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123"/>
              <p:cNvGrpSpPr/>
              <p:nvPr/>
            </p:nvGrpSpPr>
            <p:grpSpPr>
              <a:xfrm>
                <a:off x="4494867" y="3090530"/>
                <a:ext cx="37878" cy="32451"/>
                <a:chOff x="4494867" y="3090530"/>
                <a:chExt cx="37878" cy="32451"/>
              </a:xfrm>
            </p:grpSpPr>
            <p:sp>
              <p:nvSpPr>
                <p:cNvPr id="7618" name="Google Shape;7618;p123"/>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123"/>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0" name="Google Shape;7620;p123"/>
              <p:cNvGrpSpPr/>
              <p:nvPr/>
            </p:nvGrpSpPr>
            <p:grpSpPr>
              <a:xfrm>
                <a:off x="4525124" y="3207774"/>
                <a:ext cx="37783" cy="32420"/>
                <a:chOff x="4525124" y="3207774"/>
                <a:chExt cx="37783" cy="32420"/>
              </a:xfrm>
            </p:grpSpPr>
            <p:sp>
              <p:nvSpPr>
                <p:cNvPr id="7621" name="Google Shape;7621;p123"/>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123"/>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123"/>
              <p:cNvGrpSpPr/>
              <p:nvPr/>
            </p:nvGrpSpPr>
            <p:grpSpPr>
              <a:xfrm>
                <a:off x="4440544" y="3176479"/>
                <a:ext cx="31499" cy="26898"/>
                <a:chOff x="4440544" y="3176479"/>
                <a:chExt cx="31499" cy="26898"/>
              </a:xfrm>
            </p:grpSpPr>
            <p:sp>
              <p:nvSpPr>
                <p:cNvPr id="7624" name="Google Shape;7624;p123"/>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123"/>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6" name="Google Shape;7626;p123"/>
              <p:cNvGrpSpPr/>
              <p:nvPr/>
            </p:nvGrpSpPr>
            <p:grpSpPr>
              <a:xfrm>
                <a:off x="4350545" y="3156400"/>
                <a:ext cx="31405" cy="27001"/>
                <a:chOff x="4350545" y="3156400"/>
                <a:chExt cx="31405" cy="27001"/>
              </a:xfrm>
            </p:grpSpPr>
            <p:sp>
              <p:nvSpPr>
                <p:cNvPr id="7627" name="Google Shape;7627;p123"/>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123"/>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9" name="Google Shape;7629;p123"/>
              <p:cNvGrpSpPr/>
              <p:nvPr/>
            </p:nvGrpSpPr>
            <p:grpSpPr>
              <a:xfrm>
                <a:off x="4376703" y="3255058"/>
                <a:ext cx="31405" cy="27001"/>
                <a:chOff x="4376703" y="3255058"/>
                <a:chExt cx="31405" cy="27001"/>
              </a:xfrm>
            </p:grpSpPr>
            <p:sp>
              <p:nvSpPr>
                <p:cNvPr id="7630" name="Google Shape;7630;p123"/>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123"/>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2" name="Google Shape;7632;p123"/>
              <p:cNvGrpSpPr/>
              <p:nvPr/>
            </p:nvGrpSpPr>
            <p:grpSpPr>
              <a:xfrm>
                <a:off x="4331322" y="3283656"/>
                <a:ext cx="31405" cy="26945"/>
                <a:chOff x="4331322" y="3283656"/>
                <a:chExt cx="31405" cy="26945"/>
              </a:xfrm>
            </p:grpSpPr>
            <p:sp>
              <p:nvSpPr>
                <p:cNvPr id="7633" name="Google Shape;7633;p123"/>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123"/>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5" name="Google Shape;7635;p123"/>
              <p:cNvGrpSpPr/>
              <p:nvPr/>
            </p:nvGrpSpPr>
            <p:grpSpPr>
              <a:xfrm>
                <a:off x="4380510" y="3065882"/>
                <a:ext cx="31405" cy="26938"/>
                <a:chOff x="4380510" y="3065882"/>
                <a:chExt cx="31405" cy="26938"/>
              </a:xfrm>
            </p:grpSpPr>
            <p:sp>
              <p:nvSpPr>
                <p:cNvPr id="7636" name="Google Shape;7636;p123"/>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123"/>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38" name="Google Shape;7638;p123"/>
            <p:cNvGrpSpPr/>
            <p:nvPr/>
          </p:nvGrpSpPr>
          <p:grpSpPr>
            <a:xfrm>
              <a:off x="4558998" y="3188237"/>
              <a:ext cx="1280131" cy="1052746"/>
              <a:chOff x="4558998" y="3188237"/>
              <a:chExt cx="1280131" cy="1052746"/>
            </a:xfrm>
          </p:grpSpPr>
          <p:sp>
            <p:nvSpPr>
              <p:cNvPr id="7639" name="Google Shape;7639;p123"/>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40" name="Google Shape;7640;p123"/>
              <p:cNvGrpSpPr/>
              <p:nvPr/>
            </p:nvGrpSpPr>
            <p:grpSpPr>
              <a:xfrm>
                <a:off x="4579164" y="3203653"/>
                <a:ext cx="1244833" cy="1020397"/>
                <a:chOff x="4579164" y="3203653"/>
                <a:chExt cx="1244833" cy="1020397"/>
              </a:xfrm>
            </p:grpSpPr>
            <p:sp>
              <p:nvSpPr>
                <p:cNvPr id="7641" name="Google Shape;7641;p123"/>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123"/>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43" name="Google Shape;7643;p123"/>
                <p:cNvGrpSpPr/>
                <p:nvPr/>
              </p:nvGrpSpPr>
              <p:grpSpPr>
                <a:xfrm>
                  <a:off x="4579164" y="3203653"/>
                  <a:ext cx="1244833" cy="1020397"/>
                  <a:chOff x="4579164" y="3203653"/>
                  <a:chExt cx="1244833" cy="1020397"/>
                </a:xfrm>
              </p:grpSpPr>
              <p:sp>
                <p:nvSpPr>
                  <p:cNvPr id="7644" name="Google Shape;7644;p123"/>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123"/>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46" name="Google Shape;7646;p123"/>
                  <p:cNvGrpSpPr/>
                  <p:nvPr/>
                </p:nvGrpSpPr>
                <p:grpSpPr>
                  <a:xfrm>
                    <a:off x="4579164" y="3203653"/>
                    <a:ext cx="1244833" cy="1020397"/>
                    <a:chOff x="4579164" y="3203653"/>
                    <a:chExt cx="1244833" cy="1020397"/>
                  </a:xfrm>
                </p:grpSpPr>
                <p:sp>
                  <p:nvSpPr>
                    <p:cNvPr id="7647" name="Google Shape;7647;p123"/>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123"/>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123"/>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123"/>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123"/>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123"/>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123"/>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123"/>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55" name="Google Shape;7655;p123"/>
                    <p:cNvGrpSpPr/>
                    <p:nvPr/>
                  </p:nvGrpSpPr>
                  <p:grpSpPr>
                    <a:xfrm>
                      <a:off x="4579164" y="3203653"/>
                      <a:ext cx="1244833" cy="1020397"/>
                      <a:chOff x="4579164" y="3203653"/>
                      <a:chExt cx="1244833" cy="1020397"/>
                    </a:xfrm>
                  </p:grpSpPr>
                  <p:sp>
                    <p:nvSpPr>
                      <p:cNvPr id="7656" name="Google Shape;7656;p123"/>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123"/>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123"/>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123"/>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123"/>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123"/>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123"/>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123"/>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123"/>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123"/>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123"/>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123"/>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123"/>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123"/>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0" name="Google Shape;7670;p123"/>
                      <p:cNvGrpSpPr/>
                      <p:nvPr/>
                    </p:nvGrpSpPr>
                    <p:grpSpPr>
                      <a:xfrm>
                        <a:off x="4579164" y="3203653"/>
                        <a:ext cx="1244833" cy="1020397"/>
                        <a:chOff x="4579164" y="3203653"/>
                        <a:chExt cx="1244833" cy="1020397"/>
                      </a:xfrm>
                    </p:grpSpPr>
                    <p:sp>
                      <p:nvSpPr>
                        <p:cNvPr id="7671" name="Google Shape;7671;p123"/>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123"/>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123"/>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123"/>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123"/>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123"/>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123"/>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123"/>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123"/>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123"/>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123"/>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123"/>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123"/>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123"/>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123"/>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123"/>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123"/>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123"/>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123"/>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123"/>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123"/>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123"/>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123"/>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123"/>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95" name="Google Shape;7695;p123"/>
                        <p:cNvGrpSpPr/>
                        <p:nvPr/>
                      </p:nvGrpSpPr>
                      <p:grpSpPr>
                        <a:xfrm>
                          <a:off x="4579164" y="3203653"/>
                          <a:ext cx="1244833" cy="1020397"/>
                          <a:chOff x="4579164" y="3203653"/>
                          <a:chExt cx="1244833" cy="1020397"/>
                        </a:xfrm>
                      </p:grpSpPr>
                      <p:sp>
                        <p:nvSpPr>
                          <p:cNvPr id="7696" name="Google Shape;7696;p123"/>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97" name="Google Shape;7697;p123"/>
                          <p:cNvGrpSpPr/>
                          <p:nvPr/>
                        </p:nvGrpSpPr>
                        <p:grpSpPr>
                          <a:xfrm>
                            <a:off x="4579164" y="3203653"/>
                            <a:ext cx="1244833" cy="1020397"/>
                            <a:chOff x="4579164" y="3203653"/>
                            <a:chExt cx="1244833" cy="1020397"/>
                          </a:xfrm>
                        </p:grpSpPr>
                        <p:sp>
                          <p:nvSpPr>
                            <p:cNvPr id="7698" name="Google Shape;7698;p123"/>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123"/>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123"/>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123"/>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123"/>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123"/>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123"/>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05" name="Google Shape;7705;p123"/>
                            <p:cNvGrpSpPr/>
                            <p:nvPr/>
                          </p:nvGrpSpPr>
                          <p:grpSpPr>
                            <a:xfrm>
                              <a:off x="4579164" y="3203653"/>
                              <a:ext cx="1244833" cy="1020397"/>
                              <a:chOff x="4579164" y="3203653"/>
                              <a:chExt cx="1244833" cy="1020397"/>
                            </a:xfrm>
                          </p:grpSpPr>
                          <p:sp>
                            <p:nvSpPr>
                              <p:cNvPr id="7706" name="Google Shape;7706;p123"/>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123"/>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123"/>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123"/>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123"/>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123"/>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123"/>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123"/>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123"/>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123"/>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123"/>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123"/>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123"/>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19" name="Google Shape;7719;p123"/>
                              <p:cNvGrpSpPr/>
                              <p:nvPr/>
                            </p:nvGrpSpPr>
                            <p:grpSpPr>
                              <a:xfrm>
                                <a:off x="4579164" y="3203653"/>
                                <a:ext cx="1244833" cy="1020397"/>
                                <a:chOff x="4579164" y="3203653"/>
                                <a:chExt cx="1244833" cy="1020397"/>
                              </a:xfrm>
                            </p:grpSpPr>
                            <p:sp>
                              <p:nvSpPr>
                                <p:cNvPr id="7720" name="Google Shape;7720;p123"/>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123"/>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123"/>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123"/>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123"/>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123"/>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123"/>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27" name="Google Shape;7727;p123"/>
                                <p:cNvGrpSpPr/>
                                <p:nvPr/>
                              </p:nvGrpSpPr>
                              <p:grpSpPr>
                                <a:xfrm>
                                  <a:off x="4579164" y="3203653"/>
                                  <a:ext cx="1244833" cy="1020397"/>
                                  <a:chOff x="4579164" y="3203653"/>
                                  <a:chExt cx="1244833" cy="1020397"/>
                                </a:xfrm>
                              </p:grpSpPr>
                              <p:sp>
                                <p:nvSpPr>
                                  <p:cNvPr id="7728" name="Google Shape;7728;p123"/>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123"/>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123"/>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123"/>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123"/>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33" name="Google Shape;7733;p123"/>
                                  <p:cNvGrpSpPr/>
                                  <p:nvPr/>
                                </p:nvGrpSpPr>
                                <p:grpSpPr>
                                  <a:xfrm>
                                    <a:off x="4579164" y="3203653"/>
                                    <a:ext cx="1244833" cy="1020397"/>
                                    <a:chOff x="4579164" y="3203653"/>
                                    <a:chExt cx="1244833" cy="1020397"/>
                                  </a:xfrm>
                                </p:grpSpPr>
                                <p:sp>
                                  <p:nvSpPr>
                                    <p:cNvPr id="7734" name="Google Shape;7734;p123"/>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123"/>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123"/>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123"/>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7738" name="Google Shape;7738;p123"/>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123"/>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123"/>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741" name="Google Shape;7741;p123"/>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7742" name="Google Shape;7742;p123"/>
              <p:cNvGrpSpPr/>
              <p:nvPr/>
            </p:nvGrpSpPr>
            <p:grpSpPr>
              <a:xfrm>
                <a:off x="4595437" y="3598775"/>
                <a:ext cx="37776" cy="32451"/>
                <a:chOff x="4595437" y="3598775"/>
                <a:chExt cx="37776" cy="32451"/>
              </a:xfrm>
            </p:grpSpPr>
            <p:sp>
              <p:nvSpPr>
                <p:cNvPr id="7743" name="Google Shape;7743;p123"/>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123"/>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5" name="Google Shape;7745;p123"/>
              <p:cNvGrpSpPr/>
              <p:nvPr/>
            </p:nvGrpSpPr>
            <p:grpSpPr>
              <a:xfrm>
                <a:off x="4641864" y="3524443"/>
                <a:ext cx="37776" cy="32380"/>
                <a:chOff x="4641864" y="3524443"/>
                <a:chExt cx="37776" cy="32380"/>
              </a:xfrm>
            </p:grpSpPr>
            <p:sp>
              <p:nvSpPr>
                <p:cNvPr id="7746" name="Google Shape;7746;p123"/>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123"/>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8" name="Google Shape;7748;p123"/>
              <p:cNvGrpSpPr/>
              <p:nvPr/>
            </p:nvGrpSpPr>
            <p:grpSpPr>
              <a:xfrm>
                <a:off x="4648431" y="3893901"/>
                <a:ext cx="37776" cy="32357"/>
                <a:chOff x="4648431" y="3893901"/>
                <a:chExt cx="37776" cy="32357"/>
              </a:xfrm>
            </p:grpSpPr>
            <p:sp>
              <p:nvSpPr>
                <p:cNvPr id="7749" name="Google Shape;7749;p123"/>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123"/>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123"/>
              <p:cNvGrpSpPr/>
              <p:nvPr/>
            </p:nvGrpSpPr>
            <p:grpSpPr>
              <a:xfrm>
                <a:off x="4567752" y="3722908"/>
                <a:ext cx="37870" cy="32380"/>
                <a:chOff x="4567752" y="3722908"/>
                <a:chExt cx="37870" cy="32380"/>
              </a:xfrm>
            </p:grpSpPr>
            <p:sp>
              <p:nvSpPr>
                <p:cNvPr id="7752" name="Google Shape;7752;p123"/>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123"/>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4" name="Google Shape;7754;p123"/>
              <p:cNvGrpSpPr/>
              <p:nvPr/>
            </p:nvGrpSpPr>
            <p:grpSpPr>
              <a:xfrm>
                <a:off x="4617506" y="3652052"/>
                <a:ext cx="37783" cy="32357"/>
                <a:chOff x="4617506" y="3652052"/>
                <a:chExt cx="37783" cy="32357"/>
              </a:xfrm>
            </p:grpSpPr>
            <p:sp>
              <p:nvSpPr>
                <p:cNvPr id="7755" name="Google Shape;7755;p123"/>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123"/>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7" name="Google Shape;7757;p123"/>
              <p:cNvGrpSpPr/>
              <p:nvPr/>
            </p:nvGrpSpPr>
            <p:grpSpPr>
              <a:xfrm>
                <a:off x="4739005" y="3554149"/>
                <a:ext cx="37870" cy="32357"/>
                <a:chOff x="4739005" y="3554149"/>
                <a:chExt cx="37870" cy="32357"/>
              </a:xfrm>
            </p:grpSpPr>
            <p:sp>
              <p:nvSpPr>
                <p:cNvPr id="7758" name="Google Shape;7758;p123"/>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123"/>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0" name="Google Shape;7760;p123"/>
              <p:cNvGrpSpPr/>
              <p:nvPr/>
            </p:nvGrpSpPr>
            <p:grpSpPr>
              <a:xfrm>
                <a:off x="4806557" y="3630258"/>
                <a:ext cx="37776" cy="32364"/>
                <a:chOff x="4806557" y="3630258"/>
                <a:chExt cx="37776" cy="32364"/>
              </a:xfrm>
            </p:grpSpPr>
            <p:sp>
              <p:nvSpPr>
                <p:cNvPr id="7761" name="Google Shape;7761;p123"/>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123"/>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3" name="Google Shape;7763;p123"/>
              <p:cNvGrpSpPr/>
              <p:nvPr/>
            </p:nvGrpSpPr>
            <p:grpSpPr>
              <a:xfrm>
                <a:off x="4737007" y="4004357"/>
                <a:ext cx="37870" cy="32357"/>
                <a:chOff x="4737007" y="4004357"/>
                <a:chExt cx="37870" cy="32357"/>
              </a:xfrm>
            </p:grpSpPr>
            <p:sp>
              <p:nvSpPr>
                <p:cNvPr id="7764" name="Google Shape;7764;p123"/>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123"/>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6" name="Google Shape;7766;p123"/>
              <p:cNvGrpSpPr/>
              <p:nvPr/>
            </p:nvGrpSpPr>
            <p:grpSpPr>
              <a:xfrm>
                <a:off x="4773634" y="4208627"/>
                <a:ext cx="37776" cy="32357"/>
                <a:chOff x="4773634" y="4208627"/>
                <a:chExt cx="37776" cy="32357"/>
              </a:xfrm>
            </p:grpSpPr>
            <p:sp>
              <p:nvSpPr>
                <p:cNvPr id="7767" name="Google Shape;7767;p123"/>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123"/>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9" name="Google Shape;7769;p123"/>
              <p:cNvGrpSpPr/>
              <p:nvPr/>
            </p:nvGrpSpPr>
            <p:grpSpPr>
              <a:xfrm>
                <a:off x="4888282" y="4074764"/>
                <a:ext cx="37776" cy="32451"/>
                <a:chOff x="4888282" y="4074764"/>
                <a:chExt cx="37776" cy="32451"/>
              </a:xfrm>
            </p:grpSpPr>
            <p:sp>
              <p:nvSpPr>
                <p:cNvPr id="7770" name="Google Shape;7770;p123"/>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123"/>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2" name="Google Shape;7772;p123"/>
              <p:cNvGrpSpPr/>
              <p:nvPr/>
            </p:nvGrpSpPr>
            <p:grpSpPr>
              <a:xfrm>
                <a:off x="4901315" y="3804271"/>
                <a:ext cx="37776" cy="32364"/>
                <a:chOff x="4901315" y="3804271"/>
                <a:chExt cx="37776" cy="32364"/>
              </a:xfrm>
            </p:grpSpPr>
            <p:sp>
              <p:nvSpPr>
                <p:cNvPr id="7773" name="Google Shape;7773;p123"/>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123"/>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5" name="Google Shape;7775;p123"/>
              <p:cNvGrpSpPr/>
              <p:nvPr/>
            </p:nvGrpSpPr>
            <p:grpSpPr>
              <a:xfrm>
                <a:off x="4866394" y="3715035"/>
                <a:ext cx="37846" cy="32357"/>
                <a:chOff x="4866394" y="3715035"/>
                <a:chExt cx="37846" cy="32357"/>
              </a:xfrm>
            </p:grpSpPr>
            <p:sp>
              <p:nvSpPr>
                <p:cNvPr id="7776" name="Google Shape;7776;p123"/>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123"/>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8" name="Google Shape;7778;p123"/>
              <p:cNvGrpSpPr/>
              <p:nvPr/>
            </p:nvGrpSpPr>
            <p:grpSpPr>
              <a:xfrm>
                <a:off x="4979233" y="3839798"/>
                <a:ext cx="37878" cy="32420"/>
                <a:chOff x="4979233" y="3839798"/>
                <a:chExt cx="37878" cy="32420"/>
              </a:xfrm>
            </p:grpSpPr>
            <p:sp>
              <p:nvSpPr>
                <p:cNvPr id="7779" name="Google Shape;7779;p123"/>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123"/>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123"/>
              <p:cNvGrpSpPr/>
              <p:nvPr/>
            </p:nvGrpSpPr>
            <p:grpSpPr>
              <a:xfrm>
                <a:off x="4790662" y="3679147"/>
                <a:ext cx="37783" cy="32380"/>
                <a:chOff x="4790662" y="3679147"/>
                <a:chExt cx="37783" cy="32380"/>
              </a:xfrm>
            </p:grpSpPr>
            <p:sp>
              <p:nvSpPr>
                <p:cNvPr id="7782" name="Google Shape;7782;p123"/>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123"/>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4" name="Google Shape;7784;p123"/>
              <p:cNvGrpSpPr/>
              <p:nvPr/>
            </p:nvGrpSpPr>
            <p:grpSpPr>
              <a:xfrm>
                <a:off x="4857263" y="3557861"/>
                <a:ext cx="37776" cy="32357"/>
                <a:chOff x="4857263" y="3557861"/>
                <a:chExt cx="37776" cy="32357"/>
              </a:xfrm>
            </p:grpSpPr>
            <p:sp>
              <p:nvSpPr>
                <p:cNvPr id="7785" name="Google Shape;7785;p123"/>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123"/>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7" name="Google Shape;7787;p123"/>
              <p:cNvGrpSpPr/>
              <p:nvPr/>
            </p:nvGrpSpPr>
            <p:grpSpPr>
              <a:xfrm>
                <a:off x="4883902" y="3648033"/>
                <a:ext cx="37783" cy="32380"/>
                <a:chOff x="4883902" y="3648033"/>
                <a:chExt cx="37783" cy="32380"/>
              </a:xfrm>
            </p:grpSpPr>
            <p:sp>
              <p:nvSpPr>
                <p:cNvPr id="7788" name="Google Shape;7788;p123"/>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123"/>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0" name="Google Shape;7790;p123"/>
              <p:cNvGrpSpPr/>
              <p:nvPr/>
            </p:nvGrpSpPr>
            <p:grpSpPr>
              <a:xfrm>
                <a:off x="4907780" y="3347220"/>
                <a:ext cx="37878" cy="32357"/>
                <a:chOff x="4907780" y="3347220"/>
                <a:chExt cx="37878" cy="32357"/>
              </a:xfrm>
            </p:grpSpPr>
            <p:sp>
              <p:nvSpPr>
                <p:cNvPr id="7791" name="Google Shape;7791;p123"/>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123"/>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3" name="Google Shape;7793;p123"/>
              <p:cNvGrpSpPr/>
              <p:nvPr/>
            </p:nvGrpSpPr>
            <p:grpSpPr>
              <a:xfrm>
                <a:off x="5065048" y="3738150"/>
                <a:ext cx="37783" cy="32364"/>
                <a:chOff x="5065048" y="3738150"/>
                <a:chExt cx="37783" cy="32364"/>
              </a:xfrm>
            </p:grpSpPr>
            <p:sp>
              <p:nvSpPr>
                <p:cNvPr id="7794" name="Google Shape;7794;p123"/>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123"/>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6" name="Google Shape;7796;p123"/>
              <p:cNvGrpSpPr/>
              <p:nvPr/>
            </p:nvGrpSpPr>
            <p:grpSpPr>
              <a:xfrm>
                <a:off x="5071616" y="3284615"/>
                <a:ext cx="37783" cy="32357"/>
                <a:chOff x="5071616" y="3284615"/>
                <a:chExt cx="37783" cy="32357"/>
              </a:xfrm>
            </p:grpSpPr>
            <p:sp>
              <p:nvSpPr>
                <p:cNvPr id="7797" name="Google Shape;7797;p123"/>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123"/>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9" name="Google Shape;7799;p123"/>
              <p:cNvGrpSpPr/>
              <p:nvPr/>
            </p:nvGrpSpPr>
            <p:grpSpPr>
              <a:xfrm>
                <a:off x="5389291" y="3759921"/>
                <a:ext cx="37783" cy="32380"/>
                <a:chOff x="5389291" y="3759921"/>
                <a:chExt cx="37783" cy="32380"/>
              </a:xfrm>
            </p:grpSpPr>
            <p:sp>
              <p:nvSpPr>
                <p:cNvPr id="7800" name="Google Shape;7800;p123"/>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123"/>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2" name="Google Shape;7802;p123"/>
              <p:cNvGrpSpPr/>
              <p:nvPr/>
            </p:nvGrpSpPr>
            <p:grpSpPr>
              <a:xfrm>
                <a:off x="5431534" y="3632932"/>
                <a:ext cx="37878" cy="32451"/>
                <a:chOff x="5431534" y="3632932"/>
                <a:chExt cx="37878" cy="32451"/>
              </a:xfrm>
            </p:grpSpPr>
            <p:sp>
              <p:nvSpPr>
                <p:cNvPr id="7803" name="Google Shape;7803;p123"/>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123"/>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5" name="Google Shape;7805;p123"/>
              <p:cNvGrpSpPr/>
              <p:nvPr/>
            </p:nvGrpSpPr>
            <p:grpSpPr>
              <a:xfrm>
                <a:off x="5540755" y="3544829"/>
                <a:ext cx="37783" cy="32357"/>
                <a:chOff x="5540755" y="3544829"/>
                <a:chExt cx="37783" cy="32357"/>
              </a:xfrm>
            </p:grpSpPr>
            <p:sp>
              <p:nvSpPr>
                <p:cNvPr id="7806" name="Google Shape;7806;p123"/>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123"/>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8" name="Google Shape;7808;p123"/>
              <p:cNvGrpSpPr/>
              <p:nvPr/>
            </p:nvGrpSpPr>
            <p:grpSpPr>
              <a:xfrm>
                <a:off x="5579293" y="3412107"/>
                <a:ext cx="37776" cy="32357"/>
                <a:chOff x="5579293" y="3412107"/>
                <a:chExt cx="37776" cy="32357"/>
              </a:xfrm>
            </p:grpSpPr>
            <p:sp>
              <p:nvSpPr>
                <p:cNvPr id="7809" name="Google Shape;7809;p123"/>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123"/>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1" name="Google Shape;7811;p123"/>
              <p:cNvGrpSpPr/>
              <p:nvPr/>
            </p:nvGrpSpPr>
            <p:grpSpPr>
              <a:xfrm>
                <a:off x="5801346" y="3284615"/>
                <a:ext cx="37783" cy="32357"/>
                <a:chOff x="5801346" y="3284615"/>
                <a:chExt cx="37783" cy="32357"/>
              </a:xfrm>
            </p:grpSpPr>
            <p:sp>
              <p:nvSpPr>
                <p:cNvPr id="7812" name="Google Shape;7812;p123"/>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123"/>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4" name="Google Shape;7814;p123"/>
              <p:cNvGrpSpPr/>
              <p:nvPr/>
            </p:nvGrpSpPr>
            <p:grpSpPr>
              <a:xfrm>
                <a:off x="5763578" y="3399067"/>
                <a:ext cx="37776" cy="32364"/>
                <a:chOff x="5763578" y="3399067"/>
                <a:chExt cx="37776" cy="32364"/>
              </a:xfrm>
            </p:grpSpPr>
            <p:sp>
              <p:nvSpPr>
                <p:cNvPr id="7815" name="Google Shape;7815;p123"/>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123"/>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123"/>
              <p:cNvGrpSpPr/>
              <p:nvPr/>
            </p:nvGrpSpPr>
            <p:grpSpPr>
              <a:xfrm>
                <a:off x="5395858" y="3230952"/>
                <a:ext cx="37776" cy="32364"/>
                <a:chOff x="5395858" y="3230952"/>
                <a:chExt cx="37776" cy="32364"/>
              </a:xfrm>
            </p:grpSpPr>
            <p:sp>
              <p:nvSpPr>
                <p:cNvPr id="7818" name="Google Shape;7818;p123"/>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123"/>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0" name="Google Shape;7820;p123"/>
              <p:cNvGrpSpPr/>
              <p:nvPr/>
            </p:nvGrpSpPr>
            <p:grpSpPr>
              <a:xfrm>
                <a:off x="5264088" y="3188237"/>
                <a:ext cx="37776" cy="32357"/>
                <a:chOff x="5264088" y="3188237"/>
                <a:chExt cx="37776" cy="32357"/>
              </a:xfrm>
            </p:grpSpPr>
            <p:sp>
              <p:nvSpPr>
                <p:cNvPr id="7821" name="Google Shape;7821;p123"/>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123"/>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3" name="Google Shape;7823;p123"/>
              <p:cNvGrpSpPr/>
              <p:nvPr/>
            </p:nvGrpSpPr>
            <p:grpSpPr>
              <a:xfrm>
                <a:off x="5585758" y="3237425"/>
                <a:ext cx="37878" cy="32357"/>
                <a:chOff x="5585758" y="3237425"/>
                <a:chExt cx="37878" cy="32357"/>
              </a:xfrm>
            </p:grpSpPr>
            <p:sp>
              <p:nvSpPr>
                <p:cNvPr id="7824" name="Google Shape;7824;p123"/>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123"/>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6" name="Google Shape;7826;p123"/>
              <p:cNvGrpSpPr/>
              <p:nvPr/>
            </p:nvGrpSpPr>
            <p:grpSpPr>
              <a:xfrm>
                <a:off x="4874196" y="3291088"/>
                <a:ext cx="37878" cy="32451"/>
                <a:chOff x="4874196" y="3291088"/>
                <a:chExt cx="37878" cy="32451"/>
              </a:xfrm>
            </p:grpSpPr>
            <p:sp>
              <p:nvSpPr>
                <p:cNvPr id="7827" name="Google Shape;7827;p123"/>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123"/>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9" name="Google Shape;7829;p123"/>
              <p:cNvGrpSpPr/>
              <p:nvPr/>
            </p:nvGrpSpPr>
            <p:grpSpPr>
              <a:xfrm>
                <a:off x="5197770" y="3785466"/>
                <a:ext cx="37783" cy="32427"/>
                <a:chOff x="5197770" y="3785466"/>
                <a:chExt cx="37783" cy="32427"/>
              </a:xfrm>
            </p:grpSpPr>
            <p:sp>
              <p:nvSpPr>
                <p:cNvPr id="7830" name="Google Shape;7830;p123"/>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123"/>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123"/>
              <p:cNvGrpSpPr/>
              <p:nvPr/>
            </p:nvGrpSpPr>
            <p:grpSpPr>
              <a:xfrm>
                <a:off x="5177699" y="3492117"/>
                <a:ext cx="37776" cy="32357"/>
                <a:chOff x="5177699" y="3492117"/>
                <a:chExt cx="37776" cy="32357"/>
              </a:xfrm>
            </p:grpSpPr>
            <p:sp>
              <p:nvSpPr>
                <p:cNvPr id="7833" name="Google Shape;7833;p123"/>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123"/>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5" name="Google Shape;7835;p123"/>
              <p:cNvGrpSpPr/>
              <p:nvPr/>
            </p:nvGrpSpPr>
            <p:grpSpPr>
              <a:xfrm>
                <a:off x="5349431" y="3622346"/>
                <a:ext cx="37870" cy="32380"/>
                <a:chOff x="5349431" y="3622346"/>
                <a:chExt cx="37870" cy="32380"/>
              </a:xfrm>
            </p:grpSpPr>
            <p:sp>
              <p:nvSpPr>
                <p:cNvPr id="7836" name="Google Shape;7836;p123"/>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123"/>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8" name="Google Shape;7838;p123"/>
              <p:cNvGrpSpPr/>
              <p:nvPr/>
            </p:nvGrpSpPr>
            <p:grpSpPr>
              <a:xfrm>
                <a:off x="5068855" y="3563980"/>
                <a:ext cx="53954" cy="46223"/>
                <a:chOff x="5068855" y="3563980"/>
                <a:chExt cx="53954" cy="46223"/>
              </a:xfrm>
            </p:grpSpPr>
            <p:sp>
              <p:nvSpPr>
                <p:cNvPr id="7839" name="Google Shape;7839;p123"/>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123"/>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123"/>
              <p:cNvGrpSpPr/>
              <p:nvPr/>
            </p:nvGrpSpPr>
            <p:grpSpPr>
              <a:xfrm>
                <a:off x="5037654" y="3392507"/>
                <a:ext cx="37870" cy="32451"/>
                <a:chOff x="5037654" y="3392507"/>
                <a:chExt cx="37870" cy="32451"/>
              </a:xfrm>
            </p:grpSpPr>
            <p:sp>
              <p:nvSpPr>
                <p:cNvPr id="7842" name="Google Shape;7842;p123"/>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123"/>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4" name="Google Shape;7844;p123"/>
              <p:cNvGrpSpPr/>
              <p:nvPr/>
            </p:nvGrpSpPr>
            <p:grpSpPr>
              <a:xfrm>
                <a:off x="5456560" y="3368629"/>
                <a:ext cx="37870" cy="32451"/>
                <a:chOff x="5456560" y="3368629"/>
                <a:chExt cx="37870" cy="32451"/>
              </a:xfrm>
            </p:grpSpPr>
            <p:sp>
              <p:nvSpPr>
                <p:cNvPr id="7845" name="Google Shape;7845;p123"/>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123"/>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7" name="Google Shape;7847;p123"/>
              <p:cNvGrpSpPr/>
              <p:nvPr/>
            </p:nvGrpSpPr>
            <p:grpSpPr>
              <a:xfrm>
                <a:off x="4755749" y="3501516"/>
                <a:ext cx="46246" cy="39608"/>
                <a:chOff x="4755749" y="3501516"/>
                <a:chExt cx="46246" cy="39608"/>
              </a:xfrm>
            </p:grpSpPr>
            <p:sp>
              <p:nvSpPr>
                <p:cNvPr id="7848" name="Google Shape;7848;p123"/>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123"/>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123"/>
              <p:cNvGrpSpPr/>
              <p:nvPr/>
            </p:nvGrpSpPr>
            <p:grpSpPr>
              <a:xfrm>
                <a:off x="4681346" y="3485582"/>
                <a:ext cx="37783" cy="32427"/>
                <a:chOff x="4681346" y="3485582"/>
                <a:chExt cx="37783" cy="32427"/>
              </a:xfrm>
            </p:grpSpPr>
            <p:sp>
              <p:nvSpPr>
                <p:cNvPr id="7851" name="Google Shape;7851;p123"/>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123"/>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123"/>
              <p:cNvGrpSpPr/>
              <p:nvPr/>
            </p:nvGrpSpPr>
            <p:grpSpPr>
              <a:xfrm>
                <a:off x="4767067" y="3291088"/>
                <a:ext cx="37878" cy="32451"/>
                <a:chOff x="4767067" y="3291088"/>
                <a:chExt cx="37878" cy="32451"/>
              </a:xfrm>
            </p:grpSpPr>
            <p:sp>
              <p:nvSpPr>
                <p:cNvPr id="7854" name="Google Shape;7854;p123"/>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123"/>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6" name="Google Shape;7856;p123"/>
              <p:cNvGrpSpPr/>
              <p:nvPr/>
            </p:nvGrpSpPr>
            <p:grpSpPr>
              <a:xfrm>
                <a:off x="4687819" y="3405539"/>
                <a:ext cx="37776" cy="32451"/>
                <a:chOff x="4687819" y="3405539"/>
                <a:chExt cx="37776" cy="32451"/>
              </a:xfrm>
            </p:grpSpPr>
            <p:sp>
              <p:nvSpPr>
                <p:cNvPr id="7857" name="Google Shape;7857;p123"/>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123"/>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9" name="Google Shape;7859;p123"/>
              <p:cNvGrpSpPr/>
              <p:nvPr/>
            </p:nvGrpSpPr>
            <p:grpSpPr>
              <a:xfrm>
                <a:off x="4923101" y="3444809"/>
                <a:ext cx="52813" cy="45318"/>
                <a:chOff x="4923101" y="3444809"/>
                <a:chExt cx="52813" cy="45318"/>
              </a:xfrm>
            </p:grpSpPr>
            <p:sp>
              <p:nvSpPr>
                <p:cNvPr id="7860" name="Google Shape;7860;p123"/>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123"/>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2" name="Google Shape;7862;p123"/>
              <p:cNvGrpSpPr/>
              <p:nvPr/>
            </p:nvGrpSpPr>
            <p:grpSpPr>
              <a:xfrm>
                <a:off x="4846040" y="3654750"/>
                <a:ext cx="31405" cy="26993"/>
                <a:chOff x="4846040" y="3654750"/>
                <a:chExt cx="31405" cy="26993"/>
              </a:xfrm>
            </p:grpSpPr>
            <p:sp>
              <p:nvSpPr>
                <p:cNvPr id="7863" name="Google Shape;7863;p123"/>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123"/>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5" name="Google Shape;7865;p123"/>
              <p:cNvGrpSpPr/>
              <p:nvPr/>
            </p:nvGrpSpPr>
            <p:grpSpPr>
              <a:xfrm>
                <a:off x="4925673" y="3691700"/>
                <a:ext cx="40253" cy="34472"/>
                <a:chOff x="4925673" y="3691700"/>
                <a:chExt cx="40253" cy="34472"/>
              </a:xfrm>
            </p:grpSpPr>
            <p:sp>
              <p:nvSpPr>
                <p:cNvPr id="7866" name="Google Shape;7866;p123"/>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123"/>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123"/>
              <p:cNvGrpSpPr/>
              <p:nvPr/>
            </p:nvGrpSpPr>
            <p:grpSpPr>
              <a:xfrm>
                <a:off x="4894653" y="3740848"/>
                <a:ext cx="31405" cy="26906"/>
                <a:chOff x="4894653" y="3740848"/>
                <a:chExt cx="31405" cy="26906"/>
              </a:xfrm>
            </p:grpSpPr>
            <p:sp>
              <p:nvSpPr>
                <p:cNvPr id="7869" name="Google Shape;7869;p123"/>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123"/>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123"/>
              <p:cNvGrpSpPr/>
              <p:nvPr/>
            </p:nvGrpSpPr>
            <p:grpSpPr>
              <a:xfrm>
                <a:off x="4962300" y="3696348"/>
                <a:ext cx="38255" cy="32773"/>
                <a:chOff x="4962300" y="3696348"/>
                <a:chExt cx="38255" cy="32773"/>
              </a:xfrm>
            </p:grpSpPr>
            <p:sp>
              <p:nvSpPr>
                <p:cNvPr id="7872" name="Google Shape;7872;p123"/>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123"/>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4" name="Google Shape;7874;p123"/>
              <p:cNvGrpSpPr/>
              <p:nvPr/>
            </p:nvGrpSpPr>
            <p:grpSpPr>
              <a:xfrm>
                <a:off x="4980185" y="3743349"/>
                <a:ext cx="31499" cy="26969"/>
                <a:chOff x="4980185" y="3743349"/>
                <a:chExt cx="31499" cy="26969"/>
              </a:xfrm>
            </p:grpSpPr>
            <p:sp>
              <p:nvSpPr>
                <p:cNvPr id="7875" name="Google Shape;7875;p123"/>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123"/>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7" name="Google Shape;7877;p123"/>
              <p:cNvGrpSpPr/>
              <p:nvPr/>
            </p:nvGrpSpPr>
            <p:grpSpPr>
              <a:xfrm>
                <a:off x="5013768" y="3734312"/>
                <a:ext cx="31499" cy="26969"/>
                <a:chOff x="5013768" y="3734312"/>
                <a:chExt cx="31499" cy="26969"/>
              </a:xfrm>
            </p:grpSpPr>
            <p:sp>
              <p:nvSpPr>
                <p:cNvPr id="7878" name="Google Shape;7878;p123"/>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123"/>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0" name="Google Shape;7880;p123"/>
              <p:cNvGrpSpPr/>
              <p:nvPr/>
            </p:nvGrpSpPr>
            <p:grpSpPr>
              <a:xfrm>
                <a:off x="5036703" y="3764545"/>
                <a:ext cx="31499" cy="26898"/>
                <a:chOff x="5036703" y="3764545"/>
                <a:chExt cx="31499" cy="26898"/>
              </a:xfrm>
            </p:grpSpPr>
            <p:sp>
              <p:nvSpPr>
                <p:cNvPr id="7881" name="Google Shape;7881;p123"/>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123"/>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123"/>
              <p:cNvGrpSpPr/>
              <p:nvPr/>
            </p:nvGrpSpPr>
            <p:grpSpPr>
              <a:xfrm>
                <a:off x="4953546" y="3768352"/>
                <a:ext cx="31405" cy="26898"/>
                <a:chOff x="4953546" y="3768352"/>
                <a:chExt cx="31405" cy="26898"/>
              </a:xfrm>
            </p:grpSpPr>
            <p:sp>
              <p:nvSpPr>
                <p:cNvPr id="7884" name="Google Shape;7884;p123"/>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123"/>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6" name="Google Shape;7886;p123"/>
              <p:cNvGrpSpPr/>
              <p:nvPr/>
            </p:nvGrpSpPr>
            <p:grpSpPr>
              <a:xfrm>
                <a:off x="4964770" y="3814016"/>
                <a:ext cx="31499" cy="26993"/>
                <a:chOff x="4964770" y="3814016"/>
                <a:chExt cx="31499" cy="26993"/>
              </a:xfrm>
            </p:grpSpPr>
            <p:sp>
              <p:nvSpPr>
                <p:cNvPr id="7887" name="Google Shape;7887;p123"/>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123"/>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9" name="Google Shape;7889;p123"/>
              <p:cNvGrpSpPr/>
              <p:nvPr/>
            </p:nvGrpSpPr>
            <p:grpSpPr>
              <a:xfrm>
                <a:off x="4923290" y="3800504"/>
                <a:ext cx="31468" cy="26898"/>
                <a:chOff x="4923290" y="3800504"/>
                <a:chExt cx="31468" cy="26898"/>
              </a:xfrm>
            </p:grpSpPr>
            <p:sp>
              <p:nvSpPr>
                <p:cNvPr id="7890" name="Google Shape;7890;p123"/>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123"/>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2" name="Google Shape;7892;p123"/>
              <p:cNvGrpSpPr/>
              <p:nvPr/>
            </p:nvGrpSpPr>
            <p:grpSpPr>
              <a:xfrm>
                <a:off x="5108534" y="3650943"/>
                <a:ext cx="31405" cy="26993"/>
                <a:chOff x="5108534" y="3650943"/>
                <a:chExt cx="31405" cy="26993"/>
              </a:xfrm>
            </p:grpSpPr>
            <p:sp>
              <p:nvSpPr>
                <p:cNvPr id="7893" name="Google Shape;7893;p123"/>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123"/>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5" name="Google Shape;7895;p123"/>
              <p:cNvGrpSpPr/>
              <p:nvPr/>
            </p:nvGrpSpPr>
            <p:grpSpPr>
              <a:xfrm>
                <a:off x="5119380" y="3760739"/>
                <a:ext cx="31499" cy="26993"/>
                <a:chOff x="5119380" y="3760739"/>
                <a:chExt cx="31499" cy="26993"/>
              </a:xfrm>
            </p:grpSpPr>
            <p:sp>
              <p:nvSpPr>
                <p:cNvPr id="7896" name="Google Shape;7896;p123"/>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123"/>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8" name="Google Shape;7898;p123"/>
              <p:cNvGrpSpPr/>
              <p:nvPr/>
            </p:nvGrpSpPr>
            <p:grpSpPr>
              <a:xfrm>
                <a:off x="5119380" y="3788235"/>
                <a:ext cx="31499" cy="26993"/>
                <a:chOff x="5119380" y="3788235"/>
                <a:chExt cx="31499" cy="26993"/>
              </a:xfrm>
            </p:grpSpPr>
            <p:sp>
              <p:nvSpPr>
                <p:cNvPr id="7899" name="Google Shape;7899;p123"/>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123"/>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1" name="Google Shape;7901;p123"/>
              <p:cNvGrpSpPr/>
              <p:nvPr/>
            </p:nvGrpSpPr>
            <p:grpSpPr>
              <a:xfrm>
                <a:off x="5158005" y="3875284"/>
                <a:ext cx="31405" cy="27001"/>
                <a:chOff x="5158005" y="3875284"/>
                <a:chExt cx="31405" cy="27001"/>
              </a:xfrm>
            </p:grpSpPr>
            <p:sp>
              <p:nvSpPr>
                <p:cNvPr id="7902" name="Google Shape;7902;p123"/>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123"/>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4" name="Google Shape;7904;p123"/>
              <p:cNvGrpSpPr/>
              <p:nvPr/>
            </p:nvGrpSpPr>
            <p:grpSpPr>
              <a:xfrm>
                <a:off x="5233163" y="3764545"/>
                <a:ext cx="31499" cy="26898"/>
                <a:chOff x="5233163" y="3764545"/>
                <a:chExt cx="31499" cy="26898"/>
              </a:xfrm>
            </p:grpSpPr>
            <p:sp>
              <p:nvSpPr>
                <p:cNvPr id="7905" name="Google Shape;7905;p123"/>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123"/>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7" name="Google Shape;7907;p123"/>
              <p:cNvGrpSpPr/>
              <p:nvPr/>
            </p:nvGrpSpPr>
            <p:grpSpPr>
              <a:xfrm>
                <a:off x="5276168" y="3805545"/>
                <a:ext cx="31499" cy="26906"/>
                <a:chOff x="5276168" y="3805545"/>
                <a:chExt cx="31499" cy="26906"/>
              </a:xfrm>
            </p:grpSpPr>
            <p:sp>
              <p:nvSpPr>
                <p:cNvPr id="7908" name="Google Shape;7908;p123"/>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123"/>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0" name="Google Shape;7910;p123"/>
              <p:cNvGrpSpPr/>
              <p:nvPr/>
            </p:nvGrpSpPr>
            <p:grpSpPr>
              <a:xfrm>
                <a:off x="5294053" y="3851933"/>
                <a:ext cx="31405" cy="26945"/>
                <a:chOff x="5294053" y="3851933"/>
                <a:chExt cx="31405" cy="26945"/>
              </a:xfrm>
            </p:grpSpPr>
            <p:sp>
              <p:nvSpPr>
                <p:cNvPr id="7911" name="Google Shape;7911;p123"/>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123"/>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3" name="Google Shape;7913;p123"/>
              <p:cNvGrpSpPr/>
              <p:nvPr/>
            </p:nvGrpSpPr>
            <p:grpSpPr>
              <a:xfrm>
                <a:off x="5341723" y="3851902"/>
                <a:ext cx="31405" cy="26977"/>
                <a:chOff x="5341723" y="3851902"/>
                <a:chExt cx="31405" cy="26977"/>
              </a:xfrm>
            </p:grpSpPr>
            <p:sp>
              <p:nvSpPr>
                <p:cNvPr id="7914" name="Google Shape;7914;p123"/>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123"/>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123"/>
              <p:cNvGrpSpPr/>
              <p:nvPr/>
            </p:nvGrpSpPr>
            <p:grpSpPr>
              <a:xfrm>
                <a:off x="5054871" y="3507855"/>
                <a:ext cx="31405" cy="26993"/>
                <a:chOff x="5054871" y="3507855"/>
                <a:chExt cx="31405" cy="26993"/>
              </a:xfrm>
            </p:grpSpPr>
            <p:sp>
              <p:nvSpPr>
                <p:cNvPr id="7917" name="Google Shape;7917;p123"/>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123"/>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9" name="Google Shape;7919;p123"/>
              <p:cNvGrpSpPr/>
              <p:nvPr/>
            </p:nvGrpSpPr>
            <p:grpSpPr>
              <a:xfrm>
                <a:off x="4876579" y="3675325"/>
                <a:ext cx="31405" cy="26969"/>
                <a:chOff x="4876579" y="3675325"/>
                <a:chExt cx="31405" cy="26969"/>
              </a:xfrm>
            </p:grpSpPr>
            <p:sp>
              <p:nvSpPr>
                <p:cNvPr id="7920" name="Google Shape;7920;p123"/>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123"/>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123"/>
              <p:cNvGrpSpPr/>
              <p:nvPr/>
            </p:nvGrpSpPr>
            <p:grpSpPr>
              <a:xfrm>
                <a:off x="4842233" y="3688333"/>
                <a:ext cx="31405" cy="26993"/>
                <a:chOff x="4842233" y="3688333"/>
                <a:chExt cx="31405" cy="26993"/>
              </a:xfrm>
            </p:grpSpPr>
            <p:sp>
              <p:nvSpPr>
                <p:cNvPr id="7923" name="Google Shape;7923;p123"/>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123"/>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123"/>
              <p:cNvGrpSpPr/>
              <p:nvPr/>
            </p:nvGrpSpPr>
            <p:grpSpPr>
              <a:xfrm>
                <a:off x="5187876" y="3608032"/>
                <a:ext cx="31405" cy="27001"/>
                <a:chOff x="5187876" y="3608032"/>
                <a:chExt cx="31405" cy="27001"/>
              </a:xfrm>
            </p:grpSpPr>
            <p:sp>
              <p:nvSpPr>
                <p:cNvPr id="7926" name="Google Shape;7926;p123"/>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123"/>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8" name="Google Shape;7928;p123"/>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123"/>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30" name="Google Shape;7930;p123"/>
              <p:cNvGrpSpPr/>
              <p:nvPr/>
            </p:nvGrpSpPr>
            <p:grpSpPr>
              <a:xfrm>
                <a:off x="5269224" y="3304167"/>
                <a:ext cx="40253" cy="34402"/>
                <a:chOff x="5269224" y="3304167"/>
                <a:chExt cx="40253" cy="34402"/>
              </a:xfrm>
            </p:grpSpPr>
            <p:sp>
              <p:nvSpPr>
                <p:cNvPr id="7931" name="Google Shape;7931;p123"/>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123"/>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123"/>
              <p:cNvGrpSpPr/>
              <p:nvPr/>
            </p:nvGrpSpPr>
            <p:grpSpPr>
              <a:xfrm>
                <a:off x="5327354" y="3476615"/>
                <a:ext cx="49864" cy="42723"/>
                <a:chOff x="5327354" y="3476615"/>
                <a:chExt cx="49864" cy="42723"/>
              </a:xfrm>
            </p:grpSpPr>
            <p:sp>
              <p:nvSpPr>
                <p:cNvPr id="7934" name="Google Shape;7934;p123"/>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123"/>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36" name="Google Shape;7936;p123"/>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123"/>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38" name="Google Shape;7938;p123"/>
              <p:cNvGrpSpPr/>
              <p:nvPr/>
            </p:nvGrpSpPr>
            <p:grpSpPr>
              <a:xfrm>
                <a:off x="5341723" y="3775957"/>
                <a:ext cx="31405" cy="26898"/>
                <a:chOff x="5341723" y="3775957"/>
                <a:chExt cx="31405" cy="26898"/>
              </a:xfrm>
            </p:grpSpPr>
            <p:sp>
              <p:nvSpPr>
                <p:cNvPr id="7939" name="Google Shape;7939;p123"/>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123"/>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1" name="Google Shape;7941;p123"/>
              <p:cNvGrpSpPr/>
              <p:nvPr/>
            </p:nvGrpSpPr>
            <p:grpSpPr>
              <a:xfrm>
                <a:off x="5439053" y="3699274"/>
                <a:ext cx="31405" cy="26898"/>
                <a:chOff x="5439053" y="3699274"/>
                <a:chExt cx="31405" cy="26898"/>
              </a:xfrm>
            </p:grpSpPr>
            <p:sp>
              <p:nvSpPr>
                <p:cNvPr id="7942" name="Google Shape;7942;p123"/>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123"/>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123"/>
              <p:cNvGrpSpPr/>
              <p:nvPr/>
            </p:nvGrpSpPr>
            <p:grpSpPr>
              <a:xfrm>
                <a:off x="5412414" y="3622307"/>
                <a:ext cx="31499" cy="26993"/>
                <a:chOff x="5412414" y="3622307"/>
                <a:chExt cx="31499" cy="26993"/>
              </a:xfrm>
            </p:grpSpPr>
            <p:sp>
              <p:nvSpPr>
                <p:cNvPr id="7945" name="Google Shape;7945;p123"/>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123"/>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7" name="Google Shape;7947;p123"/>
              <p:cNvGrpSpPr/>
              <p:nvPr/>
            </p:nvGrpSpPr>
            <p:grpSpPr>
              <a:xfrm>
                <a:off x="5476254" y="3473949"/>
                <a:ext cx="26835" cy="26930"/>
                <a:chOff x="5476254" y="3473949"/>
                <a:chExt cx="26835" cy="26930"/>
              </a:xfrm>
            </p:grpSpPr>
            <p:sp>
              <p:nvSpPr>
                <p:cNvPr id="7948" name="Google Shape;7948;p123"/>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123"/>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0" name="Google Shape;7950;p123"/>
              <p:cNvGrpSpPr/>
              <p:nvPr/>
            </p:nvGrpSpPr>
            <p:grpSpPr>
              <a:xfrm>
                <a:off x="5564547" y="3481594"/>
                <a:ext cx="31397" cy="26898"/>
                <a:chOff x="5564547" y="3481594"/>
                <a:chExt cx="31397" cy="26898"/>
              </a:xfrm>
            </p:grpSpPr>
            <p:sp>
              <p:nvSpPr>
                <p:cNvPr id="7951" name="Google Shape;7951;p123"/>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123"/>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3" name="Google Shape;7953;p123"/>
              <p:cNvGrpSpPr/>
              <p:nvPr/>
            </p:nvGrpSpPr>
            <p:grpSpPr>
              <a:xfrm>
                <a:off x="5534101" y="3470174"/>
                <a:ext cx="31397" cy="26906"/>
                <a:chOff x="5534101" y="3470174"/>
                <a:chExt cx="31397" cy="26906"/>
              </a:xfrm>
            </p:grpSpPr>
            <p:sp>
              <p:nvSpPr>
                <p:cNvPr id="7954" name="Google Shape;7954;p123"/>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123"/>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6" name="Google Shape;7956;p123"/>
              <p:cNvGrpSpPr/>
              <p:nvPr/>
            </p:nvGrpSpPr>
            <p:grpSpPr>
              <a:xfrm>
                <a:off x="5610879" y="3314486"/>
                <a:ext cx="31499" cy="26938"/>
                <a:chOff x="5610879" y="3314486"/>
                <a:chExt cx="31499" cy="26938"/>
              </a:xfrm>
            </p:grpSpPr>
            <p:sp>
              <p:nvSpPr>
                <p:cNvPr id="7957" name="Google Shape;7957;p123"/>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123"/>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123"/>
              <p:cNvGrpSpPr/>
              <p:nvPr/>
            </p:nvGrpSpPr>
            <p:grpSpPr>
              <a:xfrm>
                <a:off x="4834525" y="3501382"/>
                <a:ext cx="31499" cy="26898"/>
                <a:chOff x="4834525" y="3501382"/>
                <a:chExt cx="31499" cy="26898"/>
              </a:xfrm>
            </p:grpSpPr>
            <p:sp>
              <p:nvSpPr>
                <p:cNvPr id="7960" name="Google Shape;7960;p123"/>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123"/>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123"/>
              <p:cNvGrpSpPr/>
              <p:nvPr/>
            </p:nvGrpSpPr>
            <p:grpSpPr>
              <a:xfrm>
                <a:off x="4898460" y="3580158"/>
                <a:ext cx="31405" cy="26898"/>
                <a:chOff x="4898460" y="3580158"/>
                <a:chExt cx="31405" cy="26898"/>
              </a:xfrm>
            </p:grpSpPr>
            <p:sp>
              <p:nvSpPr>
                <p:cNvPr id="7963" name="Google Shape;7963;p123"/>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123"/>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5" name="Google Shape;7965;p123"/>
              <p:cNvGrpSpPr/>
              <p:nvPr/>
            </p:nvGrpSpPr>
            <p:grpSpPr>
              <a:xfrm>
                <a:off x="4882667" y="3608032"/>
                <a:ext cx="31499" cy="27001"/>
                <a:chOff x="4882667" y="3608032"/>
                <a:chExt cx="31499" cy="27001"/>
              </a:xfrm>
            </p:grpSpPr>
            <p:sp>
              <p:nvSpPr>
                <p:cNvPr id="7966" name="Google Shape;7966;p123"/>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123"/>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123"/>
              <p:cNvGrpSpPr/>
              <p:nvPr/>
            </p:nvGrpSpPr>
            <p:grpSpPr>
              <a:xfrm>
                <a:off x="4843373" y="3631407"/>
                <a:ext cx="16273" cy="16186"/>
                <a:chOff x="4843373" y="3631407"/>
                <a:chExt cx="16273" cy="16186"/>
              </a:xfrm>
            </p:grpSpPr>
            <p:sp>
              <p:nvSpPr>
                <p:cNvPr id="7969" name="Google Shape;7969;p123"/>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123"/>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1" name="Google Shape;7971;p123"/>
              <p:cNvGrpSpPr/>
              <p:nvPr/>
            </p:nvGrpSpPr>
            <p:grpSpPr>
              <a:xfrm>
                <a:off x="4727773" y="3591578"/>
                <a:ext cx="31499" cy="26898"/>
                <a:chOff x="4727773" y="3591578"/>
                <a:chExt cx="31499" cy="26898"/>
              </a:xfrm>
            </p:grpSpPr>
            <p:sp>
              <p:nvSpPr>
                <p:cNvPr id="7972" name="Google Shape;7972;p123"/>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123"/>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74" name="Google Shape;7974;p123"/>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123"/>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6" name="Google Shape;7976;p123"/>
              <p:cNvGrpSpPr/>
              <p:nvPr/>
            </p:nvGrpSpPr>
            <p:grpSpPr>
              <a:xfrm>
                <a:off x="4609421" y="3577398"/>
                <a:ext cx="31499" cy="27001"/>
                <a:chOff x="4609421" y="3577398"/>
                <a:chExt cx="31499" cy="27001"/>
              </a:xfrm>
            </p:grpSpPr>
            <p:sp>
              <p:nvSpPr>
                <p:cNvPr id="7977" name="Google Shape;7977;p123"/>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123"/>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9" name="Google Shape;7979;p123"/>
              <p:cNvGrpSpPr/>
              <p:nvPr/>
            </p:nvGrpSpPr>
            <p:grpSpPr>
              <a:xfrm>
                <a:off x="4649289" y="3577398"/>
                <a:ext cx="31499" cy="27001"/>
                <a:chOff x="4649289" y="3577398"/>
                <a:chExt cx="31499" cy="27001"/>
              </a:xfrm>
            </p:grpSpPr>
            <p:sp>
              <p:nvSpPr>
                <p:cNvPr id="7980" name="Google Shape;7980;p123"/>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123"/>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2" name="Google Shape;7982;p123"/>
              <p:cNvGrpSpPr/>
              <p:nvPr/>
            </p:nvGrpSpPr>
            <p:grpSpPr>
              <a:xfrm>
                <a:off x="4605614" y="3639523"/>
                <a:ext cx="31499" cy="26906"/>
                <a:chOff x="4605614" y="3639523"/>
                <a:chExt cx="31499" cy="26906"/>
              </a:xfrm>
            </p:grpSpPr>
            <p:sp>
              <p:nvSpPr>
                <p:cNvPr id="7983" name="Google Shape;7983;p123"/>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123"/>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5" name="Google Shape;7985;p123"/>
              <p:cNvGrpSpPr/>
              <p:nvPr/>
            </p:nvGrpSpPr>
            <p:grpSpPr>
              <a:xfrm>
                <a:off x="4785149" y="3618846"/>
                <a:ext cx="26930" cy="26843"/>
                <a:chOff x="4785149" y="3618846"/>
                <a:chExt cx="26930" cy="26843"/>
              </a:xfrm>
            </p:grpSpPr>
            <p:sp>
              <p:nvSpPr>
                <p:cNvPr id="7986" name="Google Shape;7986;p123"/>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123"/>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8" name="Google Shape;7988;p123"/>
              <p:cNvGrpSpPr/>
              <p:nvPr/>
            </p:nvGrpSpPr>
            <p:grpSpPr>
              <a:xfrm>
                <a:off x="4810167" y="3601567"/>
                <a:ext cx="31405" cy="26898"/>
                <a:chOff x="4810167" y="3601567"/>
                <a:chExt cx="31405" cy="26898"/>
              </a:xfrm>
            </p:grpSpPr>
            <p:sp>
              <p:nvSpPr>
                <p:cNvPr id="7989" name="Google Shape;7989;p123"/>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123"/>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1" name="Google Shape;7991;p123"/>
              <p:cNvGrpSpPr/>
              <p:nvPr/>
            </p:nvGrpSpPr>
            <p:grpSpPr>
              <a:xfrm>
                <a:off x="4831002" y="3373230"/>
                <a:ext cx="31405" cy="26898"/>
                <a:chOff x="4831002" y="3373230"/>
                <a:chExt cx="31405" cy="26898"/>
              </a:xfrm>
            </p:grpSpPr>
            <p:sp>
              <p:nvSpPr>
                <p:cNvPr id="7992" name="Google Shape;7992;p123"/>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123"/>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4" name="Google Shape;7994;p123"/>
              <p:cNvGrpSpPr/>
              <p:nvPr/>
            </p:nvGrpSpPr>
            <p:grpSpPr>
              <a:xfrm>
                <a:off x="4719311" y="3355054"/>
                <a:ext cx="31499" cy="27001"/>
                <a:chOff x="4719311" y="3355054"/>
                <a:chExt cx="31499" cy="27001"/>
              </a:xfrm>
            </p:grpSpPr>
            <p:sp>
              <p:nvSpPr>
                <p:cNvPr id="7995" name="Google Shape;7995;p123"/>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123"/>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7" name="Google Shape;7997;p123"/>
              <p:cNvGrpSpPr/>
              <p:nvPr/>
            </p:nvGrpSpPr>
            <p:grpSpPr>
              <a:xfrm>
                <a:off x="4798755" y="3450260"/>
                <a:ext cx="26930" cy="26930"/>
                <a:chOff x="4798755" y="3450260"/>
                <a:chExt cx="26930" cy="26930"/>
              </a:xfrm>
            </p:grpSpPr>
            <p:sp>
              <p:nvSpPr>
                <p:cNvPr id="7998" name="Google Shape;7998;p123"/>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123"/>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0" name="Google Shape;8000;p123"/>
              <p:cNvGrpSpPr/>
              <p:nvPr/>
            </p:nvGrpSpPr>
            <p:grpSpPr>
              <a:xfrm>
                <a:off x="4645576" y="3467555"/>
                <a:ext cx="31405" cy="26953"/>
                <a:chOff x="4645576" y="3467555"/>
                <a:chExt cx="31405" cy="26953"/>
              </a:xfrm>
            </p:grpSpPr>
            <p:sp>
              <p:nvSpPr>
                <p:cNvPr id="8001" name="Google Shape;8001;p123"/>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123"/>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3" name="Google Shape;8003;p123"/>
              <p:cNvGrpSpPr/>
              <p:nvPr/>
            </p:nvGrpSpPr>
            <p:grpSpPr>
              <a:xfrm>
                <a:off x="4687631" y="3583965"/>
                <a:ext cx="31499" cy="26898"/>
                <a:chOff x="4687631" y="3583965"/>
                <a:chExt cx="31499" cy="26898"/>
              </a:xfrm>
            </p:grpSpPr>
            <p:sp>
              <p:nvSpPr>
                <p:cNvPr id="8004" name="Google Shape;8004;p123"/>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123"/>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123"/>
              <p:cNvGrpSpPr/>
              <p:nvPr/>
            </p:nvGrpSpPr>
            <p:grpSpPr>
              <a:xfrm>
                <a:off x="4719311" y="3471314"/>
                <a:ext cx="31499" cy="27001"/>
                <a:chOff x="4719311" y="3471314"/>
                <a:chExt cx="31499" cy="27001"/>
              </a:xfrm>
            </p:grpSpPr>
            <p:sp>
              <p:nvSpPr>
                <p:cNvPr id="8007" name="Google Shape;8007;p123"/>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123"/>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9" name="Google Shape;8009;p123"/>
              <p:cNvGrpSpPr/>
              <p:nvPr/>
            </p:nvGrpSpPr>
            <p:grpSpPr>
              <a:xfrm>
                <a:off x="4719311" y="3434404"/>
                <a:ext cx="31499" cy="26898"/>
                <a:chOff x="4719311" y="3434404"/>
                <a:chExt cx="31499" cy="26898"/>
              </a:xfrm>
            </p:grpSpPr>
            <p:sp>
              <p:nvSpPr>
                <p:cNvPr id="8010" name="Google Shape;8010;p123"/>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123"/>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2" name="Google Shape;8012;p123"/>
              <p:cNvGrpSpPr/>
              <p:nvPr/>
            </p:nvGrpSpPr>
            <p:grpSpPr>
              <a:xfrm>
                <a:off x="4768876" y="3401772"/>
                <a:ext cx="31499" cy="26898"/>
                <a:chOff x="4768876" y="3401772"/>
                <a:chExt cx="31499" cy="26898"/>
              </a:xfrm>
            </p:grpSpPr>
            <p:sp>
              <p:nvSpPr>
                <p:cNvPr id="8013" name="Google Shape;8013;p123"/>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123"/>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123"/>
              <p:cNvGrpSpPr/>
              <p:nvPr/>
            </p:nvGrpSpPr>
            <p:grpSpPr>
              <a:xfrm>
                <a:off x="4762214" y="3471377"/>
                <a:ext cx="26938" cy="26938"/>
                <a:chOff x="4762214" y="3471377"/>
                <a:chExt cx="26938" cy="26938"/>
              </a:xfrm>
            </p:grpSpPr>
            <p:sp>
              <p:nvSpPr>
                <p:cNvPr id="8016" name="Google Shape;8016;p123"/>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123"/>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123"/>
              <p:cNvGrpSpPr/>
              <p:nvPr/>
            </p:nvGrpSpPr>
            <p:grpSpPr>
              <a:xfrm>
                <a:off x="4790473" y="3344782"/>
                <a:ext cx="31405" cy="26898"/>
                <a:chOff x="4790473" y="3344782"/>
                <a:chExt cx="31405" cy="26898"/>
              </a:xfrm>
            </p:grpSpPr>
            <p:sp>
              <p:nvSpPr>
                <p:cNvPr id="8019" name="Google Shape;8019;p123"/>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123"/>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123"/>
              <p:cNvGrpSpPr/>
              <p:nvPr/>
            </p:nvGrpSpPr>
            <p:grpSpPr>
              <a:xfrm>
                <a:off x="4823774" y="3950733"/>
                <a:ext cx="37398" cy="32034"/>
                <a:chOff x="4823774" y="3950733"/>
                <a:chExt cx="37398" cy="32034"/>
              </a:xfrm>
            </p:grpSpPr>
            <p:sp>
              <p:nvSpPr>
                <p:cNvPr id="8022" name="Google Shape;8022;p123"/>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123"/>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4" name="Google Shape;8024;p123"/>
              <p:cNvGrpSpPr/>
              <p:nvPr/>
            </p:nvGrpSpPr>
            <p:grpSpPr>
              <a:xfrm>
                <a:off x="4823396" y="4110566"/>
                <a:ext cx="31405" cy="26906"/>
                <a:chOff x="4823396" y="4110566"/>
                <a:chExt cx="31405" cy="26906"/>
              </a:xfrm>
            </p:grpSpPr>
            <p:sp>
              <p:nvSpPr>
                <p:cNvPr id="8025" name="Google Shape;8025;p123"/>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123"/>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7" name="Google Shape;8027;p123"/>
              <p:cNvGrpSpPr/>
              <p:nvPr/>
            </p:nvGrpSpPr>
            <p:grpSpPr>
              <a:xfrm>
                <a:off x="4838332" y="3821150"/>
                <a:ext cx="31499" cy="26898"/>
                <a:chOff x="4838332" y="3821150"/>
                <a:chExt cx="31499" cy="26898"/>
              </a:xfrm>
            </p:grpSpPr>
            <p:sp>
              <p:nvSpPr>
                <p:cNvPr id="8028" name="Google Shape;8028;p123"/>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123"/>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0" name="Google Shape;8030;p123"/>
              <p:cNvGrpSpPr/>
              <p:nvPr/>
            </p:nvGrpSpPr>
            <p:grpSpPr>
              <a:xfrm>
                <a:off x="4661275" y="3815007"/>
                <a:ext cx="36824" cy="31523"/>
                <a:chOff x="4661275" y="3815007"/>
                <a:chExt cx="36824" cy="31523"/>
              </a:xfrm>
            </p:grpSpPr>
            <p:sp>
              <p:nvSpPr>
                <p:cNvPr id="8031" name="Google Shape;8031;p123"/>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123"/>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3" name="Google Shape;8033;p123"/>
              <p:cNvGrpSpPr/>
              <p:nvPr/>
            </p:nvGrpSpPr>
            <p:grpSpPr>
              <a:xfrm>
                <a:off x="4558998" y="3851037"/>
                <a:ext cx="33591" cy="28699"/>
                <a:chOff x="4558998" y="3851037"/>
                <a:chExt cx="33591" cy="28699"/>
              </a:xfrm>
            </p:grpSpPr>
            <p:sp>
              <p:nvSpPr>
                <p:cNvPr id="8034" name="Google Shape;8034;p123"/>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123"/>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123"/>
              <p:cNvGrpSpPr/>
              <p:nvPr/>
            </p:nvGrpSpPr>
            <p:grpSpPr>
              <a:xfrm>
                <a:off x="4696762" y="3638587"/>
                <a:ext cx="33591" cy="28794"/>
                <a:chOff x="4696762" y="3638587"/>
                <a:chExt cx="33591" cy="28794"/>
              </a:xfrm>
            </p:grpSpPr>
            <p:sp>
              <p:nvSpPr>
                <p:cNvPr id="8037" name="Google Shape;8037;p123"/>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123"/>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9" name="Google Shape;8039;p123"/>
              <p:cNvGrpSpPr/>
              <p:nvPr/>
            </p:nvGrpSpPr>
            <p:grpSpPr>
              <a:xfrm>
                <a:off x="4929479" y="3939140"/>
                <a:ext cx="33497" cy="28692"/>
                <a:chOff x="4929479" y="3939140"/>
                <a:chExt cx="33497" cy="28692"/>
              </a:xfrm>
            </p:grpSpPr>
            <p:sp>
              <p:nvSpPr>
                <p:cNvPr id="8040" name="Google Shape;8040;p123"/>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123"/>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2" name="Google Shape;8042;p123"/>
              <p:cNvGrpSpPr/>
              <p:nvPr/>
            </p:nvGrpSpPr>
            <p:grpSpPr>
              <a:xfrm>
                <a:off x="4907119" y="3986039"/>
                <a:ext cx="33497" cy="28699"/>
                <a:chOff x="4907119" y="3986039"/>
                <a:chExt cx="33497" cy="28699"/>
              </a:xfrm>
            </p:grpSpPr>
            <p:sp>
              <p:nvSpPr>
                <p:cNvPr id="8043" name="Google Shape;8043;p123"/>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123"/>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123"/>
              <p:cNvGrpSpPr/>
              <p:nvPr/>
            </p:nvGrpSpPr>
            <p:grpSpPr>
              <a:xfrm>
                <a:off x="4911783" y="4048102"/>
                <a:ext cx="33591" cy="28762"/>
                <a:chOff x="4911783" y="4048102"/>
                <a:chExt cx="33591" cy="28762"/>
              </a:xfrm>
            </p:grpSpPr>
            <p:sp>
              <p:nvSpPr>
                <p:cNvPr id="8046" name="Google Shape;8046;p123"/>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123"/>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48" name="Google Shape;8048;p123"/>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123"/>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50" name="Google Shape;8050;p123"/>
              <p:cNvGrpSpPr/>
              <p:nvPr/>
            </p:nvGrpSpPr>
            <p:grpSpPr>
              <a:xfrm>
                <a:off x="4762623" y="3837847"/>
                <a:ext cx="42416" cy="36273"/>
                <a:chOff x="4762623" y="3837847"/>
                <a:chExt cx="42416" cy="36273"/>
              </a:xfrm>
            </p:grpSpPr>
            <p:sp>
              <p:nvSpPr>
                <p:cNvPr id="8051" name="Google Shape;8051;p123"/>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123"/>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3" name="Google Shape;8053;p123"/>
              <p:cNvGrpSpPr/>
              <p:nvPr/>
            </p:nvGrpSpPr>
            <p:grpSpPr>
              <a:xfrm>
                <a:off x="4746044" y="4104966"/>
                <a:ext cx="33497" cy="28699"/>
                <a:chOff x="4746044" y="4104966"/>
                <a:chExt cx="33497" cy="28699"/>
              </a:xfrm>
            </p:grpSpPr>
            <p:sp>
              <p:nvSpPr>
                <p:cNvPr id="8054" name="Google Shape;8054;p123"/>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123"/>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123"/>
              <p:cNvGrpSpPr/>
              <p:nvPr/>
            </p:nvGrpSpPr>
            <p:grpSpPr>
              <a:xfrm>
                <a:off x="4859646" y="4162554"/>
                <a:ext cx="33591" cy="28762"/>
                <a:chOff x="4859646" y="4162554"/>
                <a:chExt cx="33591" cy="28762"/>
              </a:xfrm>
            </p:grpSpPr>
            <p:sp>
              <p:nvSpPr>
                <p:cNvPr id="8057" name="Google Shape;8057;p123"/>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123"/>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59" name="Google Shape;8059;p123"/>
            <p:cNvGrpSpPr/>
            <p:nvPr/>
          </p:nvGrpSpPr>
          <p:grpSpPr>
            <a:xfrm>
              <a:off x="3597785" y="3274438"/>
              <a:ext cx="855610" cy="1122100"/>
              <a:chOff x="3597785" y="3274438"/>
              <a:chExt cx="855610" cy="1122100"/>
            </a:xfrm>
          </p:grpSpPr>
          <p:grpSp>
            <p:nvGrpSpPr>
              <p:cNvPr id="8060" name="Google Shape;8060;p123"/>
              <p:cNvGrpSpPr/>
              <p:nvPr/>
            </p:nvGrpSpPr>
            <p:grpSpPr>
              <a:xfrm>
                <a:off x="3617857" y="3284717"/>
                <a:ext cx="826785" cy="1099165"/>
                <a:chOff x="3617857" y="3284717"/>
                <a:chExt cx="826785" cy="1099165"/>
              </a:xfrm>
            </p:grpSpPr>
            <p:sp>
              <p:nvSpPr>
                <p:cNvPr id="8061" name="Google Shape;8061;p123"/>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123"/>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123"/>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123"/>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123"/>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123"/>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123"/>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123"/>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123"/>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123"/>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123"/>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123"/>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123"/>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123"/>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123"/>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123"/>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123"/>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123"/>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123"/>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123"/>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123"/>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123"/>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123"/>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123"/>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123"/>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123"/>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123"/>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123"/>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123"/>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123"/>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123"/>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123"/>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123"/>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123"/>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123"/>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123"/>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123"/>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123"/>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123"/>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123"/>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123"/>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123"/>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123"/>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123"/>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123"/>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123"/>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123"/>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123"/>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123"/>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123"/>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123"/>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123"/>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123"/>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123"/>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123"/>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123"/>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7" name="Google Shape;8117;p123"/>
              <p:cNvGrpSpPr/>
              <p:nvPr/>
            </p:nvGrpSpPr>
            <p:grpSpPr>
              <a:xfrm>
                <a:off x="4180904" y="4251758"/>
                <a:ext cx="37783" cy="32420"/>
                <a:chOff x="4180904" y="4251758"/>
                <a:chExt cx="37783" cy="32420"/>
              </a:xfrm>
            </p:grpSpPr>
            <p:sp>
              <p:nvSpPr>
                <p:cNvPr id="8118" name="Google Shape;8118;p123"/>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123"/>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0" name="Google Shape;8120;p123"/>
              <p:cNvGrpSpPr/>
              <p:nvPr/>
            </p:nvGrpSpPr>
            <p:grpSpPr>
              <a:xfrm>
                <a:off x="4201644" y="4081324"/>
                <a:ext cx="37783" cy="32364"/>
                <a:chOff x="4201644" y="4081324"/>
                <a:chExt cx="37783" cy="32364"/>
              </a:xfrm>
            </p:grpSpPr>
            <p:sp>
              <p:nvSpPr>
                <p:cNvPr id="8121" name="Google Shape;8121;p123"/>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123"/>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3" name="Google Shape;8123;p123"/>
              <p:cNvGrpSpPr/>
              <p:nvPr/>
            </p:nvGrpSpPr>
            <p:grpSpPr>
              <a:xfrm>
                <a:off x="4284416" y="3887428"/>
                <a:ext cx="37783" cy="32451"/>
                <a:chOff x="4284416" y="3887428"/>
                <a:chExt cx="37783" cy="32451"/>
              </a:xfrm>
            </p:grpSpPr>
            <p:sp>
              <p:nvSpPr>
                <p:cNvPr id="8124" name="Google Shape;8124;p123"/>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123"/>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6" name="Google Shape;8126;p123"/>
              <p:cNvGrpSpPr/>
              <p:nvPr/>
            </p:nvGrpSpPr>
            <p:grpSpPr>
              <a:xfrm>
                <a:off x="4223721" y="3860404"/>
                <a:ext cx="37870" cy="32364"/>
                <a:chOff x="4223721" y="3860404"/>
                <a:chExt cx="37870" cy="32364"/>
              </a:xfrm>
            </p:grpSpPr>
            <p:sp>
              <p:nvSpPr>
                <p:cNvPr id="8127" name="Google Shape;8127;p123"/>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123"/>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9" name="Google Shape;8129;p123"/>
              <p:cNvGrpSpPr/>
              <p:nvPr/>
            </p:nvGrpSpPr>
            <p:grpSpPr>
              <a:xfrm>
                <a:off x="4104889" y="3699242"/>
                <a:ext cx="37776" cy="32357"/>
                <a:chOff x="4104889" y="3699242"/>
                <a:chExt cx="37776" cy="32357"/>
              </a:xfrm>
            </p:grpSpPr>
            <p:sp>
              <p:nvSpPr>
                <p:cNvPr id="8130" name="Google Shape;8130;p123"/>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123"/>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2" name="Google Shape;8132;p123"/>
              <p:cNvGrpSpPr/>
              <p:nvPr/>
            </p:nvGrpSpPr>
            <p:grpSpPr>
              <a:xfrm>
                <a:off x="4143608" y="3475121"/>
                <a:ext cx="37878" cy="32420"/>
                <a:chOff x="4143608" y="3475121"/>
                <a:chExt cx="37878" cy="32420"/>
              </a:xfrm>
            </p:grpSpPr>
            <p:sp>
              <p:nvSpPr>
                <p:cNvPr id="8133" name="Google Shape;8133;p123"/>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123"/>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5" name="Google Shape;8135;p123"/>
              <p:cNvGrpSpPr/>
              <p:nvPr/>
            </p:nvGrpSpPr>
            <p:grpSpPr>
              <a:xfrm>
                <a:off x="4217248" y="3570893"/>
                <a:ext cx="37776" cy="32364"/>
                <a:chOff x="4217248" y="3570893"/>
                <a:chExt cx="37776" cy="32364"/>
              </a:xfrm>
            </p:grpSpPr>
            <p:sp>
              <p:nvSpPr>
                <p:cNvPr id="8136" name="Google Shape;8136;p123"/>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123"/>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123"/>
              <p:cNvGrpSpPr/>
              <p:nvPr/>
            </p:nvGrpSpPr>
            <p:grpSpPr>
              <a:xfrm>
                <a:off x="4255307" y="3431612"/>
                <a:ext cx="37776" cy="32451"/>
                <a:chOff x="4255307" y="3431612"/>
                <a:chExt cx="37776" cy="32451"/>
              </a:xfrm>
            </p:grpSpPr>
            <p:sp>
              <p:nvSpPr>
                <p:cNvPr id="8139" name="Google Shape;8139;p123"/>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123"/>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1" name="Google Shape;8141;p123"/>
              <p:cNvGrpSpPr/>
              <p:nvPr/>
            </p:nvGrpSpPr>
            <p:grpSpPr>
              <a:xfrm>
                <a:off x="3853052" y="3577398"/>
                <a:ext cx="37776" cy="32420"/>
                <a:chOff x="3853052" y="3577398"/>
                <a:chExt cx="37776" cy="32420"/>
              </a:xfrm>
            </p:grpSpPr>
            <p:sp>
              <p:nvSpPr>
                <p:cNvPr id="8142" name="Google Shape;8142;p123"/>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123"/>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4" name="Google Shape;8144;p123"/>
              <p:cNvGrpSpPr/>
              <p:nvPr/>
            </p:nvGrpSpPr>
            <p:grpSpPr>
              <a:xfrm>
                <a:off x="4039908" y="3412107"/>
                <a:ext cx="37776" cy="32357"/>
                <a:chOff x="4039908" y="3412107"/>
                <a:chExt cx="37776" cy="32357"/>
              </a:xfrm>
            </p:grpSpPr>
            <p:sp>
              <p:nvSpPr>
                <p:cNvPr id="8145" name="Google Shape;8145;p123"/>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123"/>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7" name="Google Shape;8147;p123"/>
              <p:cNvGrpSpPr/>
              <p:nvPr/>
            </p:nvGrpSpPr>
            <p:grpSpPr>
              <a:xfrm>
                <a:off x="4017360" y="3342061"/>
                <a:ext cx="37870" cy="32380"/>
                <a:chOff x="4017360" y="3342061"/>
                <a:chExt cx="37870" cy="32380"/>
              </a:xfrm>
            </p:grpSpPr>
            <p:sp>
              <p:nvSpPr>
                <p:cNvPr id="8148" name="Google Shape;8148;p123"/>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123"/>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50" name="Google Shape;8150;p123"/>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123"/>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2" name="Google Shape;8152;p123"/>
              <p:cNvGrpSpPr/>
              <p:nvPr/>
            </p:nvGrpSpPr>
            <p:grpSpPr>
              <a:xfrm>
                <a:off x="3750870" y="3418650"/>
                <a:ext cx="37776" cy="32380"/>
                <a:chOff x="3750870" y="3418650"/>
                <a:chExt cx="37776" cy="32380"/>
              </a:xfrm>
            </p:grpSpPr>
            <p:sp>
              <p:nvSpPr>
                <p:cNvPr id="8153" name="Google Shape;8153;p123"/>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123"/>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5" name="Google Shape;8155;p123"/>
              <p:cNvGrpSpPr/>
              <p:nvPr/>
            </p:nvGrpSpPr>
            <p:grpSpPr>
              <a:xfrm>
                <a:off x="3632509" y="3274438"/>
                <a:ext cx="37783" cy="32357"/>
                <a:chOff x="3632509" y="3274438"/>
                <a:chExt cx="37783" cy="32357"/>
              </a:xfrm>
            </p:grpSpPr>
            <p:sp>
              <p:nvSpPr>
                <p:cNvPr id="8156" name="Google Shape;8156;p123"/>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123"/>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8" name="Google Shape;8158;p123"/>
              <p:cNvGrpSpPr/>
              <p:nvPr/>
            </p:nvGrpSpPr>
            <p:grpSpPr>
              <a:xfrm>
                <a:off x="3906424" y="3297561"/>
                <a:ext cx="37776" cy="32451"/>
                <a:chOff x="3906424" y="3297561"/>
                <a:chExt cx="37776" cy="32451"/>
              </a:xfrm>
            </p:grpSpPr>
            <p:sp>
              <p:nvSpPr>
                <p:cNvPr id="8159" name="Google Shape;8159;p123"/>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123"/>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1" name="Google Shape;8161;p123"/>
              <p:cNvGrpSpPr/>
              <p:nvPr/>
            </p:nvGrpSpPr>
            <p:grpSpPr>
              <a:xfrm>
                <a:off x="3866084" y="3412107"/>
                <a:ext cx="37776" cy="32357"/>
                <a:chOff x="3866084" y="3412107"/>
                <a:chExt cx="37776" cy="32357"/>
              </a:xfrm>
            </p:grpSpPr>
            <p:sp>
              <p:nvSpPr>
                <p:cNvPr id="8162" name="Google Shape;8162;p123"/>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123"/>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123"/>
              <p:cNvGrpSpPr/>
              <p:nvPr/>
            </p:nvGrpSpPr>
            <p:grpSpPr>
              <a:xfrm>
                <a:off x="4023919" y="3766409"/>
                <a:ext cx="37783" cy="32357"/>
                <a:chOff x="4023919" y="3766409"/>
                <a:chExt cx="37783" cy="32357"/>
              </a:xfrm>
            </p:grpSpPr>
            <p:sp>
              <p:nvSpPr>
                <p:cNvPr id="8165" name="Google Shape;8165;p123"/>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123"/>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123"/>
              <p:cNvGrpSpPr/>
              <p:nvPr/>
            </p:nvGrpSpPr>
            <p:grpSpPr>
              <a:xfrm>
                <a:off x="3973882" y="3779449"/>
                <a:ext cx="37776" cy="32357"/>
                <a:chOff x="3973882" y="3779449"/>
                <a:chExt cx="37776" cy="32357"/>
              </a:xfrm>
            </p:grpSpPr>
            <p:sp>
              <p:nvSpPr>
                <p:cNvPr id="8168" name="Google Shape;8168;p123"/>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123"/>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0" name="Google Shape;8170;p123"/>
              <p:cNvGrpSpPr/>
              <p:nvPr/>
            </p:nvGrpSpPr>
            <p:grpSpPr>
              <a:xfrm>
                <a:off x="4073398" y="3838028"/>
                <a:ext cx="37776" cy="32380"/>
                <a:chOff x="4073398" y="3838028"/>
                <a:chExt cx="37776" cy="32380"/>
              </a:xfrm>
            </p:grpSpPr>
            <p:sp>
              <p:nvSpPr>
                <p:cNvPr id="8171" name="Google Shape;8171;p123"/>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123"/>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3" name="Google Shape;8173;p123"/>
              <p:cNvGrpSpPr/>
              <p:nvPr/>
            </p:nvGrpSpPr>
            <p:grpSpPr>
              <a:xfrm>
                <a:off x="4342672" y="4144496"/>
                <a:ext cx="37752" cy="32364"/>
                <a:chOff x="4342672" y="4144496"/>
                <a:chExt cx="37752" cy="32364"/>
              </a:xfrm>
            </p:grpSpPr>
            <p:sp>
              <p:nvSpPr>
                <p:cNvPr id="8174" name="Google Shape;8174;p123"/>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123"/>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123"/>
              <p:cNvGrpSpPr/>
              <p:nvPr/>
            </p:nvGrpSpPr>
            <p:grpSpPr>
              <a:xfrm>
                <a:off x="4406386" y="4056872"/>
                <a:ext cx="37783" cy="32364"/>
                <a:chOff x="4406386" y="4056872"/>
                <a:chExt cx="37783" cy="32364"/>
              </a:xfrm>
            </p:grpSpPr>
            <p:sp>
              <p:nvSpPr>
                <p:cNvPr id="8177" name="Google Shape;8177;p123"/>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123"/>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9" name="Google Shape;8179;p123"/>
              <p:cNvGrpSpPr/>
              <p:nvPr/>
            </p:nvGrpSpPr>
            <p:grpSpPr>
              <a:xfrm>
                <a:off x="4284416" y="4245254"/>
                <a:ext cx="37783" cy="32357"/>
                <a:chOff x="4284416" y="4245254"/>
                <a:chExt cx="37783" cy="32357"/>
              </a:xfrm>
            </p:grpSpPr>
            <p:sp>
              <p:nvSpPr>
                <p:cNvPr id="8180" name="Google Shape;8180;p123"/>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123"/>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2" name="Google Shape;8182;p123"/>
              <p:cNvGrpSpPr/>
              <p:nvPr/>
            </p:nvGrpSpPr>
            <p:grpSpPr>
              <a:xfrm>
                <a:off x="4219057" y="4331258"/>
                <a:ext cx="37776" cy="32364"/>
                <a:chOff x="4219057" y="4331258"/>
                <a:chExt cx="37776" cy="32364"/>
              </a:xfrm>
            </p:grpSpPr>
            <p:sp>
              <p:nvSpPr>
                <p:cNvPr id="8183" name="Google Shape;8183;p123"/>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123"/>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5" name="Google Shape;8185;p123"/>
              <p:cNvGrpSpPr/>
              <p:nvPr/>
            </p:nvGrpSpPr>
            <p:grpSpPr>
              <a:xfrm>
                <a:off x="4204122" y="4141688"/>
                <a:ext cx="33497" cy="28699"/>
                <a:chOff x="4204122" y="4141688"/>
                <a:chExt cx="33497" cy="28699"/>
              </a:xfrm>
            </p:grpSpPr>
            <p:sp>
              <p:nvSpPr>
                <p:cNvPr id="8186" name="Google Shape;8186;p123"/>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123"/>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123"/>
              <p:cNvGrpSpPr/>
              <p:nvPr/>
            </p:nvGrpSpPr>
            <p:grpSpPr>
              <a:xfrm>
                <a:off x="4301546" y="4003869"/>
                <a:ext cx="38916" cy="33324"/>
                <a:chOff x="4301546" y="4003869"/>
                <a:chExt cx="38916" cy="33324"/>
              </a:xfrm>
            </p:grpSpPr>
            <p:sp>
              <p:nvSpPr>
                <p:cNvPr id="8189" name="Google Shape;8189;p123"/>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123"/>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1" name="Google Shape;8191;p123"/>
              <p:cNvGrpSpPr/>
              <p:nvPr/>
            </p:nvGrpSpPr>
            <p:grpSpPr>
              <a:xfrm>
                <a:off x="4210681" y="3924669"/>
                <a:ext cx="36549" cy="31366"/>
                <a:chOff x="4210681" y="3924669"/>
                <a:chExt cx="36549" cy="31366"/>
              </a:xfrm>
            </p:grpSpPr>
            <p:sp>
              <p:nvSpPr>
                <p:cNvPr id="8192" name="Google Shape;8192;p123"/>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123"/>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4" name="Google Shape;8194;p123"/>
              <p:cNvGrpSpPr/>
              <p:nvPr/>
            </p:nvGrpSpPr>
            <p:grpSpPr>
              <a:xfrm>
                <a:off x="3987771" y="3628874"/>
                <a:ext cx="31499" cy="26993"/>
                <a:chOff x="3987771" y="3628874"/>
                <a:chExt cx="31499" cy="26993"/>
              </a:xfrm>
            </p:grpSpPr>
            <p:sp>
              <p:nvSpPr>
                <p:cNvPr id="8195" name="Google Shape;8195;p123"/>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123"/>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7" name="Google Shape;8197;p123"/>
              <p:cNvGrpSpPr/>
              <p:nvPr/>
            </p:nvGrpSpPr>
            <p:grpSpPr>
              <a:xfrm>
                <a:off x="4087382" y="3775674"/>
                <a:ext cx="31405" cy="26898"/>
                <a:chOff x="4087382" y="3775674"/>
                <a:chExt cx="31405" cy="26898"/>
              </a:xfrm>
            </p:grpSpPr>
            <p:sp>
              <p:nvSpPr>
                <p:cNvPr id="8198" name="Google Shape;8198;p123"/>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123"/>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0" name="Google Shape;8200;p123"/>
              <p:cNvGrpSpPr/>
              <p:nvPr/>
            </p:nvGrpSpPr>
            <p:grpSpPr>
              <a:xfrm>
                <a:off x="4118873" y="3856637"/>
                <a:ext cx="31405" cy="26906"/>
                <a:chOff x="4118873" y="3856637"/>
                <a:chExt cx="31405" cy="26906"/>
              </a:xfrm>
            </p:grpSpPr>
            <p:sp>
              <p:nvSpPr>
                <p:cNvPr id="8201" name="Google Shape;8201;p123"/>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123"/>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123"/>
              <p:cNvGrpSpPr/>
              <p:nvPr/>
            </p:nvGrpSpPr>
            <p:grpSpPr>
              <a:xfrm>
                <a:off x="4168541" y="3639523"/>
                <a:ext cx="31499" cy="26906"/>
                <a:chOff x="4168541" y="3639523"/>
                <a:chExt cx="31499" cy="26906"/>
              </a:xfrm>
            </p:grpSpPr>
            <p:sp>
              <p:nvSpPr>
                <p:cNvPr id="8204" name="Google Shape;8204;p123"/>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123"/>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6" name="Google Shape;8206;p123"/>
              <p:cNvGrpSpPr/>
              <p:nvPr/>
            </p:nvGrpSpPr>
            <p:grpSpPr>
              <a:xfrm>
                <a:off x="3965789" y="3393545"/>
                <a:ext cx="31405" cy="26945"/>
                <a:chOff x="3965789" y="3393545"/>
                <a:chExt cx="31405" cy="26945"/>
              </a:xfrm>
            </p:grpSpPr>
            <p:sp>
              <p:nvSpPr>
                <p:cNvPr id="8207" name="Google Shape;8207;p123"/>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123"/>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123"/>
              <p:cNvGrpSpPr/>
              <p:nvPr/>
            </p:nvGrpSpPr>
            <p:grpSpPr>
              <a:xfrm>
                <a:off x="3925166" y="3491008"/>
                <a:ext cx="31405" cy="27001"/>
                <a:chOff x="3925166" y="3491008"/>
                <a:chExt cx="31405" cy="27001"/>
              </a:xfrm>
            </p:grpSpPr>
            <p:sp>
              <p:nvSpPr>
                <p:cNvPr id="8210" name="Google Shape;8210;p123"/>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123"/>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2" name="Google Shape;8212;p123"/>
              <p:cNvGrpSpPr/>
              <p:nvPr/>
            </p:nvGrpSpPr>
            <p:grpSpPr>
              <a:xfrm>
                <a:off x="3682845" y="3340976"/>
                <a:ext cx="31397" cy="26898"/>
                <a:chOff x="3682845" y="3340976"/>
                <a:chExt cx="31397" cy="26898"/>
              </a:xfrm>
            </p:grpSpPr>
            <p:sp>
              <p:nvSpPr>
                <p:cNvPr id="8213" name="Google Shape;8213;p123"/>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123"/>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5" name="Google Shape;8215;p123"/>
              <p:cNvGrpSpPr/>
              <p:nvPr/>
            </p:nvGrpSpPr>
            <p:grpSpPr>
              <a:xfrm>
                <a:off x="3795393" y="3353725"/>
                <a:ext cx="31499" cy="26993"/>
                <a:chOff x="3795393" y="3353725"/>
                <a:chExt cx="31499" cy="26993"/>
              </a:xfrm>
            </p:grpSpPr>
            <p:sp>
              <p:nvSpPr>
                <p:cNvPr id="8216" name="Google Shape;8216;p123"/>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123"/>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8" name="Google Shape;8218;p123"/>
              <p:cNvGrpSpPr/>
              <p:nvPr/>
            </p:nvGrpSpPr>
            <p:grpSpPr>
              <a:xfrm>
                <a:off x="4176909" y="4363221"/>
                <a:ext cx="38924" cy="33316"/>
                <a:chOff x="4176909" y="4363221"/>
                <a:chExt cx="38924" cy="33316"/>
              </a:xfrm>
            </p:grpSpPr>
            <p:sp>
              <p:nvSpPr>
                <p:cNvPr id="8219" name="Google Shape;8219;p123"/>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123"/>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1" name="Google Shape;8221;p123"/>
              <p:cNvGrpSpPr/>
              <p:nvPr/>
            </p:nvGrpSpPr>
            <p:grpSpPr>
              <a:xfrm>
                <a:off x="4226191" y="4007660"/>
                <a:ext cx="33560" cy="28770"/>
                <a:chOff x="4226191" y="4007660"/>
                <a:chExt cx="33560" cy="28770"/>
              </a:xfrm>
            </p:grpSpPr>
            <p:sp>
              <p:nvSpPr>
                <p:cNvPr id="8222" name="Google Shape;8222;p123"/>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123"/>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4" name="Google Shape;8224;p123"/>
              <p:cNvGrpSpPr/>
              <p:nvPr/>
            </p:nvGrpSpPr>
            <p:grpSpPr>
              <a:xfrm>
                <a:off x="3597785" y="3377045"/>
                <a:ext cx="33591" cy="28699"/>
                <a:chOff x="3597785" y="3377045"/>
                <a:chExt cx="33591" cy="28699"/>
              </a:xfrm>
            </p:grpSpPr>
            <p:sp>
              <p:nvSpPr>
                <p:cNvPr id="8225" name="Google Shape;8225;p123"/>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123"/>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7" name="Google Shape;8227;p123"/>
              <p:cNvGrpSpPr/>
              <p:nvPr/>
            </p:nvGrpSpPr>
            <p:grpSpPr>
              <a:xfrm>
                <a:off x="3887870" y="3669796"/>
                <a:ext cx="33591" cy="28692"/>
                <a:chOff x="3887870" y="3669796"/>
                <a:chExt cx="33591" cy="28692"/>
              </a:xfrm>
            </p:grpSpPr>
            <p:sp>
              <p:nvSpPr>
                <p:cNvPr id="8228" name="Google Shape;8228;p123"/>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123"/>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0" name="Google Shape;8230;p123"/>
              <p:cNvGrpSpPr/>
              <p:nvPr/>
            </p:nvGrpSpPr>
            <p:grpSpPr>
              <a:xfrm>
                <a:off x="3818320" y="3481625"/>
                <a:ext cx="33497" cy="28770"/>
                <a:chOff x="3818320" y="3481625"/>
                <a:chExt cx="33497" cy="28770"/>
              </a:xfrm>
            </p:grpSpPr>
            <p:sp>
              <p:nvSpPr>
                <p:cNvPr id="8231" name="Google Shape;8231;p123"/>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123"/>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3" name="Google Shape;8233;p123"/>
              <p:cNvGrpSpPr/>
              <p:nvPr/>
            </p:nvGrpSpPr>
            <p:grpSpPr>
              <a:xfrm>
                <a:off x="4278139" y="4120948"/>
                <a:ext cx="37492" cy="32129"/>
                <a:chOff x="4278139" y="4120948"/>
                <a:chExt cx="37492" cy="32129"/>
              </a:xfrm>
            </p:grpSpPr>
            <p:sp>
              <p:nvSpPr>
                <p:cNvPr id="8234" name="Google Shape;8234;p123"/>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123"/>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6" name="Google Shape;8236;p123"/>
              <p:cNvGrpSpPr/>
              <p:nvPr/>
            </p:nvGrpSpPr>
            <p:grpSpPr>
              <a:xfrm>
                <a:off x="4419898" y="3977388"/>
                <a:ext cx="33497" cy="28692"/>
                <a:chOff x="4419898" y="3977388"/>
                <a:chExt cx="33497" cy="28692"/>
              </a:xfrm>
            </p:grpSpPr>
            <p:sp>
              <p:nvSpPr>
                <p:cNvPr id="8237" name="Google Shape;8237;p123"/>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123"/>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123"/>
              <p:cNvGrpSpPr/>
              <p:nvPr/>
            </p:nvGrpSpPr>
            <p:grpSpPr>
              <a:xfrm>
                <a:off x="4158930" y="4034684"/>
                <a:ext cx="33497" cy="28762"/>
                <a:chOff x="4158930" y="4034684"/>
                <a:chExt cx="33497" cy="28762"/>
              </a:xfrm>
            </p:grpSpPr>
            <p:sp>
              <p:nvSpPr>
                <p:cNvPr id="8240" name="Google Shape;8240;p123"/>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123"/>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2" name="Google Shape;8242;p123"/>
              <p:cNvGrpSpPr/>
              <p:nvPr/>
            </p:nvGrpSpPr>
            <p:grpSpPr>
              <a:xfrm>
                <a:off x="4134949" y="3957049"/>
                <a:ext cx="33497" cy="28770"/>
                <a:chOff x="4134949" y="3957049"/>
                <a:chExt cx="33497" cy="28770"/>
              </a:xfrm>
            </p:grpSpPr>
            <p:sp>
              <p:nvSpPr>
                <p:cNvPr id="8243" name="Google Shape;8243;p123"/>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123"/>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5" name="Google Shape;8245;p123"/>
              <p:cNvGrpSpPr/>
              <p:nvPr/>
            </p:nvGrpSpPr>
            <p:grpSpPr>
              <a:xfrm>
                <a:off x="4193653" y="4184403"/>
                <a:ext cx="43580" cy="37264"/>
                <a:chOff x="4193653" y="4184403"/>
                <a:chExt cx="43580" cy="37264"/>
              </a:xfrm>
            </p:grpSpPr>
            <p:sp>
              <p:nvSpPr>
                <p:cNvPr id="8246" name="Google Shape;8246;p123"/>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123"/>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8" name="Google Shape;8248;p123"/>
              <p:cNvGrpSpPr/>
              <p:nvPr/>
            </p:nvGrpSpPr>
            <p:grpSpPr>
              <a:xfrm>
                <a:off x="4343600" y="3943844"/>
                <a:ext cx="43580" cy="37312"/>
                <a:chOff x="4343600" y="3943844"/>
                <a:chExt cx="43580" cy="37312"/>
              </a:xfrm>
            </p:grpSpPr>
            <p:sp>
              <p:nvSpPr>
                <p:cNvPr id="8249" name="Google Shape;8249;p123"/>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123"/>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1" name="Google Shape;8251;p123"/>
              <p:cNvGrpSpPr/>
              <p:nvPr/>
            </p:nvGrpSpPr>
            <p:grpSpPr>
              <a:xfrm>
                <a:off x="4172339" y="3381693"/>
                <a:ext cx="31499" cy="27001"/>
                <a:chOff x="4172339" y="3381693"/>
                <a:chExt cx="31499" cy="27001"/>
              </a:xfrm>
            </p:grpSpPr>
            <p:sp>
              <p:nvSpPr>
                <p:cNvPr id="8252" name="Google Shape;8252;p123"/>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123"/>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257"/>
        <p:cNvGrpSpPr/>
        <p:nvPr/>
      </p:nvGrpSpPr>
      <p:grpSpPr>
        <a:xfrm>
          <a:off x="0" y="0"/>
          <a:ext cx="0" cy="0"/>
          <a:chOff x="0" y="0"/>
          <a:chExt cx="0" cy="0"/>
        </a:xfrm>
      </p:grpSpPr>
      <p:grpSp>
        <p:nvGrpSpPr>
          <p:cNvPr id="8258" name="Google Shape;8258;p124"/>
          <p:cNvGrpSpPr/>
          <p:nvPr/>
        </p:nvGrpSpPr>
        <p:grpSpPr>
          <a:xfrm>
            <a:off x="729274" y="1175734"/>
            <a:ext cx="2507799" cy="206239"/>
            <a:chOff x="106648" y="895722"/>
            <a:chExt cx="4481413" cy="374300"/>
          </a:xfrm>
        </p:grpSpPr>
        <p:grpSp>
          <p:nvGrpSpPr>
            <p:cNvPr id="8259" name="Google Shape;8259;p124"/>
            <p:cNvGrpSpPr/>
            <p:nvPr/>
          </p:nvGrpSpPr>
          <p:grpSpPr>
            <a:xfrm>
              <a:off x="2233276" y="895722"/>
              <a:ext cx="1082667" cy="223591"/>
              <a:chOff x="4808316" y="2800065"/>
              <a:chExt cx="1999386" cy="412910"/>
            </a:xfrm>
          </p:grpSpPr>
          <p:sp>
            <p:nvSpPr>
              <p:cNvPr id="8260" name="Google Shape;8260;p124"/>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1" name="Google Shape;8261;p124"/>
              <p:cNvGrpSpPr/>
              <p:nvPr/>
            </p:nvGrpSpPr>
            <p:grpSpPr>
              <a:xfrm>
                <a:off x="4808316" y="2800065"/>
                <a:ext cx="92400" cy="411825"/>
                <a:chOff x="845575" y="2563700"/>
                <a:chExt cx="92400" cy="411825"/>
              </a:xfrm>
            </p:grpSpPr>
            <p:cxnSp>
              <p:nvCxnSpPr>
                <p:cNvPr id="8262" name="Google Shape;8262;p12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263" name="Google Shape;8263;p12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64" name="Google Shape;8264;p124"/>
            <p:cNvGrpSpPr/>
            <p:nvPr/>
          </p:nvGrpSpPr>
          <p:grpSpPr>
            <a:xfrm>
              <a:off x="106648" y="895722"/>
              <a:ext cx="1088401" cy="223591"/>
              <a:chOff x="881025" y="2800065"/>
              <a:chExt cx="2009975" cy="412910"/>
            </a:xfrm>
          </p:grpSpPr>
          <p:sp>
            <p:nvSpPr>
              <p:cNvPr id="8265" name="Google Shape;8265;p124"/>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6" name="Google Shape;8266;p124"/>
              <p:cNvGrpSpPr/>
              <p:nvPr/>
            </p:nvGrpSpPr>
            <p:grpSpPr>
              <a:xfrm>
                <a:off x="881025" y="2800065"/>
                <a:ext cx="92400" cy="411825"/>
                <a:chOff x="845575" y="2563700"/>
                <a:chExt cx="92400" cy="411825"/>
              </a:xfrm>
            </p:grpSpPr>
            <p:cxnSp>
              <p:nvCxnSpPr>
                <p:cNvPr id="8267" name="Google Shape;8267;p12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268" name="Google Shape;8268;p12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69" name="Google Shape;8269;p124"/>
            <p:cNvGrpSpPr/>
            <p:nvPr/>
          </p:nvGrpSpPr>
          <p:grpSpPr>
            <a:xfrm>
              <a:off x="1172346" y="1047018"/>
              <a:ext cx="1083151" cy="223003"/>
              <a:chOff x="2849073" y="3079467"/>
              <a:chExt cx="2000279" cy="411825"/>
            </a:xfrm>
          </p:grpSpPr>
          <p:sp>
            <p:nvSpPr>
              <p:cNvPr id="8270" name="Google Shape;8270;p124"/>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1" name="Google Shape;8271;p124"/>
              <p:cNvGrpSpPr/>
              <p:nvPr/>
            </p:nvGrpSpPr>
            <p:grpSpPr>
              <a:xfrm rot="10800000">
                <a:off x="2849073" y="3079467"/>
                <a:ext cx="92400" cy="411825"/>
                <a:chOff x="2070100" y="2563700"/>
                <a:chExt cx="92400" cy="411825"/>
              </a:xfrm>
            </p:grpSpPr>
            <p:cxnSp>
              <p:nvCxnSpPr>
                <p:cNvPr id="8272" name="Google Shape;8272;p12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273" name="Google Shape;8273;p12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74" name="Google Shape;8274;p124"/>
            <p:cNvGrpSpPr/>
            <p:nvPr/>
          </p:nvGrpSpPr>
          <p:grpSpPr>
            <a:xfrm>
              <a:off x="3290132" y="1047018"/>
              <a:ext cx="1297929" cy="223003"/>
              <a:chOff x="6760035" y="3079467"/>
              <a:chExt cx="2396914" cy="411825"/>
            </a:xfrm>
          </p:grpSpPr>
          <p:sp>
            <p:nvSpPr>
              <p:cNvPr id="8275" name="Google Shape;8275;p124"/>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6" name="Google Shape;8276;p124"/>
              <p:cNvGrpSpPr/>
              <p:nvPr/>
            </p:nvGrpSpPr>
            <p:grpSpPr>
              <a:xfrm rot="10800000">
                <a:off x="6760035" y="3079467"/>
                <a:ext cx="92400" cy="411825"/>
                <a:chOff x="2070100" y="2563700"/>
                <a:chExt cx="92400" cy="411825"/>
              </a:xfrm>
            </p:grpSpPr>
            <p:cxnSp>
              <p:nvCxnSpPr>
                <p:cNvPr id="8277" name="Google Shape;8277;p12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278" name="Google Shape;8278;p12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279" name="Google Shape;8279;p124"/>
          <p:cNvGrpSpPr/>
          <p:nvPr/>
        </p:nvGrpSpPr>
        <p:grpSpPr>
          <a:xfrm>
            <a:off x="2147036" y="3575105"/>
            <a:ext cx="1086701" cy="799429"/>
            <a:chOff x="2183288" y="3555572"/>
            <a:chExt cx="1136241" cy="835873"/>
          </a:xfrm>
        </p:grpSpPr>
        <p:sp>
          <p:nvSpPr>
            <p:cNvPr id="8280" name="Google Shape;8280;p124"/>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81" name="Google Shape;8281;p124"/>
            <p:cNvGrpSpPr/>
            <p:nvPr/>
          </p:nvGrpSpPr>
          <p:grpSpPr>
            <a:xfrm>
              <a:off x="2205895" y="3637269"/>
              <a:ext cx="1089848" cy="724993"/>
              <a:chOff x="2205895" y="3637269"/>
              <a:chExt cx="1089848" cy="724993"/>
            </a:xfrm>
          </p:grpSpPr>
          <p:sp>
            <p:nvSpPr>
              <p:cNvPr id="8282" name="Google Shape;8282;p124"/>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124"/>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124"/>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124"/>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124"/>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124"/>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88" name="Google Shape;8288;p124"/>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89" name="Google Shape;8289;p124"/>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8290" name="Google Shape;8290;p124"/>
            <p:cNvGrpSpPr/>
            <p:nvPr/>
          </p:nvGrpSpPr>
          <p:grpSpPr>
            <a:xfrm>
              <a:off x="3173850" y="3779426"/>
              <a:ext cx="145679" cy="70048"/>
              <a:chOff x="3173850" y="3779426"/>
              <a:chExt cx="145679" cy="70048"/>
            </a:xfrm>
          </p:grpSpPr>
          <p:cxnSp>
            <p:nvCxnSpPr>
              <p:cNvPr id="8291" name="Google Shape;8291;p124"/>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8292" name="Google Shape;8292;p124"/>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3" name="Google Shape;8293;p124"/>
            <p:cNvGrpSpPr/>
            <p:nvPr/>
          </p:nvGrpSpPr>
          <p:grpSpPr>
            <a:xfrm>
              <a:off x="2183288" y="4139483"/>
              <a:ext cx="145133" cy="70048"/>
              <a:chOff x="2183288" y="4139483"/>
              <a:chExt cx="145133" cy="70048"/>
            </a:xfrm>
          </p:grpSpPr>
          <p:cxnSp>
            <p:nvCxnSpPr>
              <p:cNvPr id="8294" name="Google Shape;8294;p124"/>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8295" name="Google Shape;8295;p124"/>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96" name="Google Shape;8296;p124"/>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97" name="Google Shape;8297;p124"/>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8298" name="Google Shape;8298;p124"/>
            <p:cNvGrpSpPr/>
            <p:nvPr/>
          </p:nvGrpSpPr>
          <p:grpSpPr>
            <a:xfrm>
              <a:off x="2943836" y="4268886"/>
              <a:ext cx="60717" cy="122559"/>
              <a:chOff x="2943836" y="4268886"/>
              <a:chExt cx="60717" cy="122559"/>
            </a:xfrm>
          </p:grpSpPr>
          <p:sp>
            <p:nvSpPr>
              <p:cNvPr id="8299" name="Google Shape;8299;p124"/>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00" name="Google Shape;8300;p124"/>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8301" name="Google Shape;8301;p124"/>
          <p:cNvGrpSpPr/>
          <p:nvPr/>
        </p:nvGrpSpPr>
        <p:grpSpPr>
          <a:xfrm>
            <a:off x="3409981" y="1496104"/>
            <a:ext cx="1675870" cy="758251"/>
            <a:chOff x="3530532" y="1496185"/>
            <a:chExt cx="1562000" cy="706730"/>
          </a:xfrm>
        </p:grpSpPr>
        <p:cxnSp>
          <p:nvCxnSpPr>
            <p:cNvPr id="8302" name="Google Shape;8302;p124"/>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8303" name="Google Shape;8303;p124"/>
            <p:cNvGrpSpPr/>
            <p:nvPr/>
          </p:nvGrpSpPr>
          <p:grpSpPr>
            <a:xfrm>
              <a:off x="3530532" y="1496185"/>
              <a:ext cx="323430" cy="463587"/>
              <a:chOff x="3530532" y="1496185"/>
              <a:chExt cx="323430" cy="463587"/>
            </a:xfrm>
          </p:grpSpPr>
          <p:grpSp>
            <p:nvGrpSpPr>
              <p:cNvPr id="8304" name="Google Shape;8304;p124"/>
              <p:cNvGrpSpPr/>
              <p:nvPr/>
            </p:nvGrpSpPr>
            <p:grpSpPr>
              <a:xfrm>
                <a:off x="3567462" y="1496185"/>
                <a:ext cx="286500" cy="361376"/>
                <a:chOff x="3567462" y="1496185"/>
                <a:chExt cx="286500" cy="361376"/>
              </a:xfrm>
            </p:grpSpPr>
            <p:cxnSp>
              <p:nvCxnSpPr>
                <p:cNvPr id="8305" name="Google Shape;8305;p124"/>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8306" name="Google Shape;8306;p124"/>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7" name="Google Shape;8307;p124"/>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8" name="Google Shape;8308;p124"/>
            <p:cNvGrpSpPr/>
            <p:nvPr/>
          </p:nvGrpSpPr>
          <p:grpSpPr>
            <a:xfrm>
              <a:off x="3891569" y="1779209"/>
              <a:ext cx="323945" cy="423706"/>
              <a:chOff x="3891569" y="1779209"/>
              <a:chExt cx="323945" cy="423706"/>
            </a:xfrm>
          </p:grpSpPr>
          <p:grpSp>
            <p:nvGrpSpPr>
              <p:cNvPr id="8309" name="Google Shape;8309;p124"/>
              <p:cNvGrpSpPr/>
              <p:nvPr/>
            </p:nvGrpSpPr>
            <p:grpSpPr>
              <a:xfrm>
                <a:off x="3929014" y="1881638"/>
                <a:ext cx="286500" cy="321278"/>
                <a:chOff x="3929014" y="1881638"/>
                <a:chExt cx="286500" cy="321278"/>
              </a:xfrm>
            </p:grpSpPr>
            <p:cxnSp>
              <p:nvCxnSpPr>
                <p:cNvPr id="8310" name="Google Shape;8310;p124"/>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8311" name="Google Shape;8311;p124"/>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2" name="Google Shape;8312;p124"/>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3" name="Google Shape;8313;p124"/>
            <p:cNvGrpSpPr/>
            <p:nvPr/>
          </p:nvGrpSpPr>
          <p:grpSpPr>
            <a:xfrm>
              <a:off x="4252606" y="1496185"/>
              <a:ext cx="324721" cy="463587"/>
              <a:chOff x="4252606" y="1496185"/>
              <a:chExt cx="324721" cy="463587"/>
            </a:xfrm>
          </p:grpSpPr>
          <p:grpSp>
            <p:nvGrpSpPr>
              <p:cNvPr id="8314" name="Google Shape;8314;p124"/>
              <p:cNvGrpSpPr/>
              <p:nvPr/>
            </p:nvGrpSpPr>
            <p:grpSpPr>
              <a:xfrm>
                <a:off x="4290828" y="1496185"/>
                <a:ext cx="286500" cy="361376"/>
                <a:chOff x="4290828" y="1496185"/>
                <a:chExt cx="286500" cy="361376"/>
              </a:xfrm>
            </p:grpSpPr>
            <p:cxnSp>
              <p:nvCxnSpPr>
                <p:cNvPr id="8315" name="Google Shape;8315;p124"/>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8316" name="Google Shape;8316;p124"/>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7" name="Google Shape;8317;p124"/>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8" name="Google Shape;8318;p124"/>
            <p:cNvGrpSpPr/>
            <p:nvPr/>
          </p:nvGrpSpPr>
          <p:grpSpPr>
            <a:xfrm>
              <a:off x="4613643" y="1763716"/>
              <a:ext cx="325308" cy="439200"/>
              <a:chOff x="4613643" y="1763716"/>
              <a:chExt cx="325308" cy="439200"/>
            </a:xfrm>
          </p:grpSpPr>
          <p:grpSp>
            <p:nvGrpSpPr>
              <p:cNvPr id="8319" name="Google Shape;8319;p124"/>
              <p:cNvGrpSpPr/>
              <p:nvPr/>
            </p:nvGrpSpPr>
            <p:grpSpPr>
              <a:xfrm>
                <a:off x="4652451" y="1879538"/>
                <a:ext cx="286500" cy="323378"/>
                <a:chOff x="4652451" y="1879538"/>
                <a:chExt cx="286500" cy="323378"/>
              </a:xfrm>
            </p:grpSpPr>
            <p:cxnSp>
              <p:nvCxnSpPr>
                <p:cNvPr id="8320" name="Google Shape;8320;p124"/>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8321" name="Google Shape;8321;p124"/>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22" name="Google Shape;8322;p124"/>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23" name="Google Shape;8323;p124"/>
          <p:cNvGrpSpPr/>
          <p:nvPr/>
        </p:nvGrpSpPr>
        <p:grpSpPr>
          <a:xfrm>
            <a:off x="3421841" y="2349730"/>
            <a:ext cx="1652173" cy="391517"/>
            <a:chOff x="3512551" y="2358270"/>
            <a:chExt cx="1597383" cy="378533"/>
          </a:xfrm>
        </p:grpSpPr>
        <p:cxnSp>
          <p:nvCxnSpPr>
            <p:cNvPr id="8324" name="Google Shape;8324;p124"/>
            <p:cNvCxnSpPr>
              <a:stCxn id="8325" idx="6"/>
              <a:endCxn id="8326"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8327" name="Google Shape;8327;p124"/>
            <p:cNvGrpSpPr/>
            <p:nvPr/>
          </p:nvGrpSpPr>
          <p:grpSpPr>
            <a:xfrm>
              <a:off x="3512551" y="2358270"/>
              <a:ext cx="225647" cy="307714"/>
              <a:chOff x="2182679" y="2004714"/>
              <a:chExt cx="792300" cy="1080458"/>
            </a:xfrm>
          </p:grpSpPr>
          <p:cxnSp>
            <p:nvCxnSpPr>
              <p:cNvPr id="8328" name="Google Shape;8328;p124"/>
              <p:cNvCxnSpPr>
                <a:stCxn id="8329"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8325" name="Google Shape;8325;p124"/>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124"/>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0" name="Google Shape;8330;p124"/>
            <p:cNvGrpSpPr/>
            <p:nvPr/>
          </p:nvGrpSpPr>
          <p:grpSpPr>
            <a:xfrm>
              <a:off x="3969644" y="2440153"/>
              <a:ext cx="225853" cy="296651"/>
              <a:chOff x="3775710" y="1729289"/>
              <a:chExt cx="136500" cy="179289"/>
            </a:xfrm>
          </p:grpSpPr>
          <p:cxnSp>
            <p:nvCxnSpPr>
              <p:cNvPr id="8331" name="Google Shape;8331;p124"/>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8332" name="Google Shape;8332;p124"/>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124"/>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4" name="Google Shape;8334;p124"/>
            <p:cNvGrpSpPr/>
            <p:nvPr/>
          </p:nvGrpSpPr>
          <p:grpSpPr>
            <a:xfrm>
              <a:off x="4427051" y="2358270"/>
              <a:ext cx="225647" cy="307714"/>
              <a:chOff x="5393704" y="2004714"/>
              <a:chExt cx="792300" cy="1080458"/>
            </a:xfrm>
          </p:grpSpPr>
          <p:cxnSp>
            <p:nvCxnSpPr>
              <p:cNvPr id="8335" name="Google Shape;8335;p124"/>
              <p:cNvCxnSpPr>
                <a:stCxn id="8336"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8337" name="Google Shape;8337;p124"/>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124"/>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8" name="Google Shape;8338;p124"/>
            <p:cNvGrpSpPr/>
            <p:nvPr/>
          </p:nvGrpSpPr>
          <p:grpSpPr>
            <a:xfrm>
              <a:off x="4884287" y="2440252"/>
              <a:ext cx="225647" cy="296532"/>
              <a:chOff x="6999166" y="2292572"/>
              <a:chExt cx="792300" cy="1041192"/>
            </a:xfrm>
          </p:grpSpPr>
          <p:cxnSp>
            <p:nvCxnSpPr>
              <p:cNvPr id="8339" name="Google Shape;8339;p124"/>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8326" name="Google Shape;8326;p124"/>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124"/>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41" name="Google Shape;8341;p124"/>
          <p:cNvGrpSpPr/>
          <p:nvPr/>
        </p:nvGrpSpPr>
        <p:grpSpPr>
          <a:xfrm>
            <a:off x="6842649" y="1185930"/>
            <a:ext cx="1581844" cy="732818"/>
            <a:chOff x="634175" y="2986275"/>
            <a:chExt cx="3147949" cy="1458344"/>
          </a:xfrm>
        </p:grpSpPr>
        <p:cxnSp>
          <p:nvCxnSpPr>
            <p:cNvPr id="8342" name="Google Shape;8342;p124"/>
            <p:cNvCxnSpPr>
              <a:stCxn id="8343" idx="4"/>
              <a:endCxn id="8344"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8345" name="Google Shape;8345;p124"/>
            <p:cNvCxnSpPr>
              <a:stCxn id="8344" idx="0"/>
              <a:endCxn id="8346"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8347" name="Google Shape;8347;p124"/>
            <p:cNvCxnSpPr>
              <a:stCxn id="8346" idx="4"/>
              <a:endCxn id="8348"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8349" name="Google Shape;8349;p124"/>
            <p:cNvCxnSpPr>
              <a:stCxn id="8348" idx="0"/>
              <a:endCxn id="8350"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8350" name="Google Shape;8350;p124"/>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346" name="Google Shape;8346;p124"/>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343" name="Google Shape;8343;p124"/>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348" name="Google Shape;8348;p124"/>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344" name="Google Shape;8344;p124"/>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351" name="Google Shape;8351;p124"/>
          <p:cNvGrpSpPr/>
          <p:nvPr/>
        </p:nvGrpSpPr>
        <p:grpSpPr>
          <a:xfrm>
            <a:off x="3410364" y="2880240"/>
            <a:ext cx="1675128" cy="313674"/>
            <a:chOff x="998425" y="1182125"/>
            <a:chExt cx="1065400" cy="199500"/>
          </a:xfrm>
        </p:grpSpPr>
        <p:sp>
          <p:nvSpPr>
            <p:cNvPr id="8352" name="Google Shape;8352;p124"/>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124"/>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124"/>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124"/>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124"/>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7" name="Google Shape;8357;p124"/>
          <p:cNvGrpSpPr/>
          <p:nvPr/>
        </p:nvGrpSpPr>
        <p:grpSpPr>
          <a:xfrm>
            <a:off x="3410363" y="3836206"/>
            <a:ext cx="1675129" cy="525345"/>
            <a:chOff x="5194708" y="3484366"/>
            <a:chExt cx="3148148" cy="987304"/>
          </a:xfrm>
        </p:grpSpPr>
        <p:grpSp>
          <p:nvGrpSpPr>
            <p:cNvPr id="8358" name="Google Shape;8358;p124"/>
            <p:cNvGrpSpPr/>
            <p:nvPr/>
          </p:nvGrpSpPr>
          <p:grpSpPr>
            <a:xfrm>
              <a:off x="7531521" y="3484366"/>
              <a:ext cx="811335" cy="987304"/>
              <a:chOff x="3379425" y="1617275"/>
              <a:chExt cx="1090650" cy="1327200"/>
            </a:xfrm>
          </p:grpSpPr>
          <p:sp>
            <p:nvSpPr>
              <p:cNvPr id="8359" name="Google Shape;8359;p124"/>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124"/>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124"/>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2" name="Google Shape;8362;p124"/>
            <p:cNvGrpSpPr/>
            <p:nvPr/>
          </p:nvGrpSpPr>
          <p:grpSpPr>
            <a:xfrm>
              <a:off x="6752546" y="3484366"/>
              <a:ext cx="811428" cy="987304"/>
              <a:chOff x="2332275" y="1617275"/>
              <a:chExt cx="1090775" cy="1327200"/>
            </a:xfrm>
          </p:grpSpPr>
          <p:sp>
            <p:nvSpPr>
              <p:cNvPr id="8363" name="Google Shape;8363;p124"/>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124"/>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124"/>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6" name="Google Shape;8366;p124"/>
            <p:cNvGrpSpPr/>
            <p:nvPr/>
          </p:nvGrpSpPr>
          <p:grpSpPr>
            <a:xfrm>
              <a:off x="5973664" y="3484366"/>
              <a:ext cx="811335" cy="987304"/>
              <a:chOff x="1285250" y="1617275"/>
              <a:chExt cx="1090650" cy="1327200"/>
            </a:xfrm>
          </p:grpSpPr>
          <p:sp>
            <p:nvSpPr>
              <p:cNvPr id="8367" name="Google Shape;8367;p124"/>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124"/>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124"/>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124"/>
            <p:cNvGrpSpPr/>
            <p:nvPr/>
          </p:nvGrpSpPr>
          <p:grpSpPr>
            <a:xfrm>
              <a:off x="5194708" y="3484366"/>
              <a:ext cx="811409" cy="987304"/>
              <a:chOff x="238125" y="1617275"/>
              <a:chExt cx="1090750" cy="1327200"/>
            </a:xfrm>
          </p:grpSpPr>
          <p:sp>
            <p:nvSpPr>
              <p:cNvPr id="8371" name="Google Shape;8371;p124"/>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124"/>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124"/>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74" name="Google Shape;8374;p124"/>
          <p:cNvGrpSpPr/>
          <p:nvPr/>
        </p:nvGrpSpPr>
        <p:grpSpPr>
          <a:xfrm>
            <a:off x="6844048" y="2482095"/>
            <a:ext cx="1579046" cy="522230"/>
            <a:chOff x="6853641" y="2534077"/>
            <a:chExt cx="1515545" cy="501229"/>
          </a:xfrm>
        </p:grpSpPr>
        <p:grpSp>
          <p:nvGrpSpPr>
            <p:cNvPr id="8375" name="Google Shape;8375;p124"/>
            <p:cNvGrpSpPr/>
            <p:nvPr/>
          </p:nvGrpSpPr>
          <p:grpSpPr>
            <a:xfrm>
              <a:off x="6853641" y="2618923"/>
              <a:ext cx="1515545" cy="324556"/>
              <a:chOff x="6853641" y="2618923"/>
              <a:chExt cx="1515545" cy="324556"/>
            </a:xfrm>
          </p:grpSpPr>
          <p:sp>
            <p:nvSpPr>
              <p:cNvPr id="8376" name="Google Shape;8376;p124"/>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124"/>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124"/>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124"/>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124"/>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81" name="Google Shape;8381;p124"/>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124"/>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124"/>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124"/>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124"/>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6" name="Google Shape;8386;p124"/>
          <p:cNvGrpSpPr/>
          <p:nvPr/>
        </p:nvGrpSpPr>
        <p:grpSpPr>
          <a:xfrm>
            <a:off x="3438940" y="3357136"/>
            <a:ext cx="1617976" cy="346616"/>
            <a:chOff x="1808063" y="4294338"/>
            <a:chExt cx="3370782" cy="721817"/>
          </a:xfrm>
        </p:grpSpPr>
        <p:sp>
          <p:nvSpPr>
            <p:cNvPr id="8387" name="Google Shape;8387;p124"/>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124"/>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124"/>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124"/>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124"/>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124"/>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124"/>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124"/>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124"/>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124"/>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7" name="Google Shape;8397;p124"/>
          <p:cNvGrpSpPr/>
          <p:nvPr/>
        </p:nvGrpSpPr>
        <p:grpSpPr>
          <a:xfrm>
            <a:off x="5264936" y="4023886"/>
            <a:ext cx="1417067" cy="350605"/>
            <a:chOff x="4234950" y="2101012"/>
            <a:chExt cx="4219974" cy="1044090"/>
          </a:xfrm>
        </p:grpSpPr>
        <p:sp>
          <p:nvSpPr>
            <p:cNvPr id="8398" name="Google Shape;8398;p124"/>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124"/>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124"/>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124"/>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124"/>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124"/>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124"/>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124"/>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124"/>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124"/>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124"/>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124"/>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124"/>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124"/>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124"/>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124"/>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124"/>
          <p:cNvGrpSpPr/>
          <p:nvPr/>
        </p:nvGrpSpPr>
        <p:grpSpPr>
          <a:xfrm>
            <a:off x="6840408" y="2014643"/>
            <a:ext cx="1586327" cy="371557"/>
            <a:chOff x="1247650" y="2075423"/>
            <a:chExt cx="6648477" cy="1557238"/>
          </a:xfrm>
        </p:grpSpPr>
        <p:sp>
          <p:nvSpPr>
            <p:cNvPr id="8415" name="Google Shape;8415;p124"/>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124"/>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124"/>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124"/>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124"/>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124"/>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124"/>
          <p:cNvGrpSpPr/>
          <p:nvPr/>
        </p:nvGrpSpPr>
        <p:grpSpPr>
          <a:xfrm>
            <a:off x="5271678" y="1167833"/>
            <a:ext cx="1415601" cy="1648533"/>
            <a:chOff x="1839112" y="2209163"/>
            <a:chExt cx="1918159" cy="2233784"/>
          </a:xfrm>
        </p:grpSpPr>
        <p:sp>
          <p:nvSpPr>
            <p:cNvPr id="8422" name="Google Shape;8422;p124"/>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124"/>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124"/>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25" name="Google Shape;8425;p124"/>
            <p:cNvCxnSpPr>
              <a:stCxn id="8422" idx="6"/>
              <a:endCxn id="8423"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8426" name="Google Shape;8426;p124"/>
            <p:cNvCxnSpPr>
              <a:stCxn id="8423" idx="4"/>
              <a:endCxn id="8427"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8428" name="Google Shape;8428;p124"/>
            <p:cNvCxnSpPr>
              <a:stCxn id="8427" idx="6"/>
              <a:endCxn id="8424"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8429" name="Google Shape;8429;p124"/>
            <p:cNvCxnSpPr>
              <a:stCxn id="8424" idx="4"/>
              <a:endCxn id="8430"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8427" name="Google Shape;8427;p124"/>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124"/>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124"/>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32" name="Google Shape;8432;p124"/>
            <p:cNvCxnSpPr>
              <a:endCxn id="8431"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8433" name="Google Shape;8433;p124"/>
          <p:cNvGrpSpPr/>
          <p:nvPr/>
        </p:nvGrpSpPr>
        <p:grpSpPr>
          <a:xfrm>
            <a:off x="3428944" y="1185917"/>
            <a:ext cx="1637968" cy="154942"/>
            <a:chOff x="238125" y="2506075"/>
            <a:chExt cx="7115411" cy="673075"/>
          </a:xfrm>
        </p:grpSpPr>
        <p:sp>
          <p:nvSpPr>
            <p:cNvPr id="8434" name="Google Shape;8434;p124"/>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124"/>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124"/>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124"/>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124"/>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124"/>
          <p:cNvGrpSpPr/>
          <p:nvPr/>
        </p:nvGrpSpPr>
        <p:grpSpPr>
          <a:xfrm>
            <a:off x="1969680" y="1500635"/>
            <a:ext cx="1262932" cy="785408"/>
            <a:chOff x="548861" y="389676"/>
            <a:chExt cx="3843371" cy="2390163"/>
          </a:xfrm>
        </p:grpSpPr>
        <p:cxnSp>
          <p:nvCxnSpPr>
            <p:cNvPr id="8440" name="Google Shape;8440;p124"/>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441" name="Google Shape;8441;p124"/>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442" name="Google Shape;8442;p124"/>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8443" name="Google Shape;8443;p124"/>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8444" name="Google Shape;8444;p124"/>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445" name="Google Shape;8445;p124"/>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46" name="Google Shape;8446;p124"/>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447" name="Google Shape;8447;p124"/>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124"/>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124"/>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124"/>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124"/>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124"/>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124"/>
          <p:cNvGrpSpPr/>
          <p:nvPr/>
        </p:nvGrpSpPr>
        <p:grpSpPr>
          <a:xfrm>
            <a:off x="757812" y="2607512"/>
            <a:ext cx="1412054" cy="633562"/>
            <a:chOff x="1187400" y="2529299"/>
            <a:chExt cx="6769193" cy="2241903"/>
          </a:xfrm>
        </p:grpSpPr>
        <p:sp>
          <p:nvSpPr>
            <p:cNvPr id="8454" name="Google Shape;8454;p124"/>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8455" name="Google Shape;8455;p124"/>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456" name="Google Shape;8456;p124"/>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457" name="Google Shape;8457;p124"/>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458" name="Google Shape;8458;p124"/>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459" name="Google Shape;8459;p124"/>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460" name="Google Shape;8460;p124"/>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8461" name="Google Shape;8461;p124"/>
            <p:cNvCxnSpPr>
              <a:stCxn id="8454" idx="2"/>
              <a:endCxn id="8455"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462" name="Google Shape;8462;p124"/>
            <p:cNvCxnSpPr>
              <a:stCxn id="8456" idx="0"/>
              <a:endCxn id="8454"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463" name="Google Shape;8463;p124"/>
            <p:cNvCxnSpPr>
              <a:stCxn id="8456" idx="2"/>
              <a:endCxn id="8458"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464" name="Google Shape;8464;p124"/>
            <p:cNvCxnSpPr>
              <a:stCxn id="8457" idx="0"/>
              <a:endCxn id="8456"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465" name="Google Shape;8465;p124"/>
            <p:cNvCxnSpPr>
              <a:stCxn id="8455" idx="2"/>
              <a:endCxn id="8460"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8466" name="Google Shape;8466;p124"/>
            <p:cNvCxnSpPr>
              <a:stCxn id="8459" idx="0"/>
              <a:endCxn id="8455"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8467" name="Google Shape;8467;p124"/>
          <p:cNvGrpSpPr/>
          <p:nvPr/>
        </p:nvGrpSpPr>
        <p:grpSpPr>
          <a:xfrm>
            <a:off x="6844058" y="3100221"/>
            <a:ext cx="1579035" cy="540873"/>
            <a:chOff x="6895650" y="3126697"/>
            <a:chExt cx="1436662" cy="492105"/>
          </a:xfrm>
        </p:grpSpPr>
        <p:sp>
          <p:nvSpPr>
            <p:cNvPr id="8468" name="Google Shape;8468;p124"/>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124"/>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124"/>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124"/>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124"/>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73" name="Google Shape;8473;p124"/>
            <p:cNvGrpSpPr/>
            <p:nvPr/>
          </p:nvGrpSpPr>
          <p:grpSpPr>
            <a:xfrm>
              <a:off x="6995957" y="3335810"/>
              <a:ext cx="1230393" cy="71754"/>
              <a:chOff x="6995957" y="3287964"/>
              <a:chExt cx="1230393" cy="71754"/>
            </a:xfrm>
          </p:grpSpPr>
          <p:sp>
            <p:nvSpPr>
              <p:cNvPr id="8474" name="Google Shape;8474;p124"/>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124"/>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124"/>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124"/>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124"/>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79" name="Google Shape;8479;p124"/>
          <p:cNvGrpSpPr/>
          <p:nvPr/>
        </p:nvGrpSpPr>
        <p:grpSpPr>
          <a:xfrm>
            <a:off x="6842640" y="3736984"/>
            <a:ext cx="1581862" cy="650625"/>
            <a:chOff x="6777990" y="3710194"/>
            <a:chExt cx="1646915" cy="677382"/>
          </a:xfrm>
        </p:grpSpPr>
        <p:grpSp>
          <p:nvGrpSpPr>
            <p:cNvPr id="8480" name="Google Shape;8480;p124"/>
            <p:cNvGrpSpPr/>
            <p:nvPr/>
          </p:nvGrpSpPr>
          <p:grpSpPr>
            <a:xfrm>
              <a:off x="6777990" y="3874492"/>
              <a:ext cx="411129" cy="513083"/>
              <a:chOff x="6777990" y="3874492"/>
              <a:chExt cx="411129" cy="513083"/>
            </a:xfrm>
          </p:grpSpPr>
          <p:cxnSp>
            <p:nvCxnSpPr>
              <p:cNvPr id="8481" name="Google Shape;8481;p124"/>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8482" name="Google Shape;8482;p124"/>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3" name="Google Shape;8483;p124"/>
            <p:cNvGrpSpPr/>
            <p:nvPr/>
          </p:nvGrpSpPr>
          <p:grpSpPr>
            <a:xfrm>
              <a:off x="7188425" y="3710194"/>
              <a:ext cx="411123" cy="520535"/>
              <a:chOff x="7188425" y="3710194"/>
              <a:chExt cx="411123" cy="520535"/>
            </a:xfrm>
          </p:grpSpPr>
          <p:cxnSp>
            <p:nvCxnSpPr>
              <p:cNvPr id="8484" name="Google Shape;8484;p124"/>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8485" name="Google Shape;8485;p124"/>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6" name="Google Shape;8486;p124"/>
            <p:cNvGrpSpPr/>
            <p:nvPr/>
          </p:nvGrpSpPr>
          <p:grpSpPr>
            <a:xfrm>
              <a:off x="7603341" y="3874492"/>
              <a:ext cx="411474" cy="513083"/>
              <a:chOff x="7603341" y="3874492"/>
              <a:chExt cx="411474" cy="513083"/>
            </a:xfrm>
          </p:grpSpPr>
          <p:cxnSp>
            <p:nvCxnSpPr>
              <p:cNvPr id="8487" name="Google Shape;8487;p124"/>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8488" name="Google Shape;8488;p124"/>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9" name="Google Shape;8489;p124"/>
            <p:cNvGrpSpPr/>
            <p:nvPr/>
          </p:nvGrpSpPr>
          <p:grpSpPr>
            <a:xfrm>
              <a:off x="8013776" y="3722847"/>
              <a:ext cx="411129" cy="507881"/>
              <a:chOff x="8013776" y="3722847"/>
              <a:chExt cx="411129" cy="507881"/>
            </a:xfrm>
          </p:grpSpPr>
          <p:cxnSp>
            <p:nvCxnSpPr>
              <p:cNvPr id="8490" name="Google Shape;8490;p124"/>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8491" name="Google Shape;8491;p124"/>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92" name="Google Shape;8492;p124"/>
          <p:cNvGrpSpPr/>
          <p:nvPr/>
        </p:nvGrpSpPr>
        <p:grpSpPr>
          <a:xfrm>
            <a:off x="5262155" y="2909824"/>
            <a:ext cx="1421889" cy="1020603"/>
            <a:chOff x="5190863" y="2824811"/>
            <a:chExt cx="1544860" cy="1108869"/>
          </a:xfrm>
        </p:grpSpPr>
        <p:grpSp>
          <p:nvGrpSpPr>
            <p:cNvPr id="8493" name="Google Shape;8493;p124"/>
            <p:cNvGrpSpPr/>
            <p:nvPr/>
          </p:nvGrpSpPr>
          <p:grpSpPr>
            <a:xfrm>
              <a:off x="5938695" y="3176919"/>
              <a:ext cx="685761" cy="404739"/>
              <a:chOff x="5938695" y="3176919"/>
              <a:chExt cx="685761" cy="404739"/>
            </a:xfrm>
          </p:grpSpPr>
          <p:grpSp>
            <p:nvGrpSpPr>
              <p:cNvPr id="8494" name="Google Shape;8494;p124"/>
              <p:cNvGrpSpPr/>
              <p:nvPr/>
            </p:nvGrpSpPr>
            <p:grpSpPr>
              <a:xfrm>
                <a:off x="5938695" y="3176919"/>
                <a:ext cx="685761" cy="404739"/>
                <a:chOff x="5938695" y="3176919"/>
                <a:chExt cx="685761" cy="404739"/>
              </a:xfrm>
            </p:grpSpPr>
            <p:sp>
              <p:nvSpPr>
                <p:cNvPr id="8495" name="Google Shape;8495;p124"/>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124"/>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97" name="Google Shape;8497;p124"/>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8" name="Google Shape;8498;p124"/>
            <p:cNvGrpSpPr/>
            <p:nvPr/>
          </p:nvGrpSpPr>
          <p:grpSpPr>
            <a:xfrm>
              <a:off x="5305233" y="3176835"/>
              <a:ext cx="685971" cy="404655"/>
              <a:chOff x="5305233" y="3176835"/>
              <a:chExt cx="685971" cy="404655"/>
            </a:xfrm>
          </p:grpSpPr>
          <p:grpSp>
            <p:nvGrpSpPr>
              <p:cNvPr id="8499" name="Google Shape;8499;p124"/>
              <p:cNvGrpSpPr/>
              <p:nvPr/>
            </p:nvGrpSpPr>
            <p:grpSpPr>
              <a:xfrm>
                <a:off x="5305233" y="3176835"/>
                <a:ext cx="685971" cy="404655"/>
                <a:chOff x="5305233" y="3176835"/>
                <a:chExt cx="685971" cy="404655"/>
              </a:xfrm>
            </p:grpSpPr>
            <p:sp>
              <p:nvSpPr>
                <p:cNvPr id="8500" name="Google Shape;8500;p124"/>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124"/>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2" name="Google Shape;8502;p124"/>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3" name="Google Shape;8503;p124"/>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04" name="Google Shape;8504;p124"/>
            <p:cNvGrpSpPr/>
            <p:nvPr/>
          </p:nvGrpSpPr>
          <p:grpSpPr>
            <a:xfrm>
              <a:off x="5657361" y="2824811"/>
              <a:ext cx="1078361" cy="404655"/>
              <a:chOff x="5657361" y="2824811"/>
              <a:chExt cx="1078361" cy="404655"/>
            </a:xfrm>
          </p:grpSpPr>
          <p:grpSp>
            <p:nvGrpSpPr>
              <p:cNvPr id="8505" name="Google Shape;8505;p124"/>
              <p:cNvGrpSpPr/>
              <p:nvPr/>
            </p:nvGrpSpPr>
            <p:grpSpPr>
              <a:xfrm>
                <a:off x="5657361" y="2824811"/>
                <a:ext cx="1078361" cy="404655"/>
                <a:chOff x="5657361" y="2824811"/>
                <a:chExt cx="1078361" cy="404655"/>
              </a:xfrm>
            </p:grpSpPr>
            <p:grpSp>
              <p:nvGrpSpPr>
                <p:cNvPr id="8506" name="Google Shape;8506;p124"/>
                <p:cNvGrpSpPr/>
                <p:nvPr/>
              </p:nvGrpSpPr>
              <p:grpSpPr>
                <a:xfrm>
                  <a:off x="5938485" y="2824811"/>
                  <a:ext cx="797237" cy="404655"/>
                  <a:chOff x="5938485" y="2824811"/>
                  <a:chExt cx="797237" cy="404655"/>
                </a:xfrm>
              </p:grpSpPr>
              <p:sp>
                <p:nvSpPr>
                  <p:cNvPr id="8507" name="Google Shape;8507;p124"/>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124"/>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9" name="Google Shape;8509;p124"/>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0" name="Google Shape;8510;p124"/>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124"/>
            <p:cNvGrpSpPr/>
            <p:nvPr/>
          </p:nvGrpSpPr>
          <p:grpSpPr>
            <a:xfrm>
              <a:off x="5190863" y="3528942"/>
              <a:ext cx="1078026" cy="404739"/>
              <a:chOff x="5190863" y="3528942"/>
              <a:chExt cx="1078026" cy="404739"/>
            </a:xfrm>
          </p:grpSpPr>
          <p:sp>
            <p:nvSpPr>
              <p:cNvPr id="8512" name="Google Shape;8512;p124"/>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13" name="Google Shape;8513;p124"/>
              <p:cNvGrpSpPr/>
              <p:nvPr/>
            </p:nvGrpSpPr>
            <p:grpSpPr>
              <a:xfrm>
                <a:off x="5190863" y="3528942"/>
                <a:ext cx="1078026" cy="404739"/>
                <a:chOff x="5190863" y="3528942"/>
                <a:chExt cx="1078026" cy="404739"/>
              </a:xfrm>
            </p:grpSpPr>
            <p:sp>
              <p:nvSpPr>
                <p:cNvPr id="8514" name="Google Shape;8514;p124"/>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124"/>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516" name="Google Shape;8516;p124"/>
          <p:cNvGrpSpPr/>
          <p:nvPr/>
        </p:nvGrpSpPr>
        <p:grpSpPr>
          <a:xfrm>
            <a:off x="728162" y="1474292"/>
            <a:ext cx="1086719" cy="879487"/>
            <a:chOff x="803162" y="1474292"/>
            <a:chExt cx="1086719" cy="879487"/>
          </a:xfrm>
        </p:grpSpPr>
        <p:grpSp>
          <p:nvGrpSpPr>
            <p:cNvPr id="8517" name="Google Shape;8517;p124"/>
            <p:cNvGrpSpPr/>
            <p:nvPr/>
          </p:nvGrpSpPr>
          <p:grpSpPr>
            <a:xfrm>
              <a:off x="803162" y="1625948"/>
              <a:ext cx="445856" cy="576579"/>
              <a:chOff x="803162" y="1625948"/>
              <a:chExt cx="445856" cy="576579"/>
            </a:xfrm>
          </p:grpSpPr>
          <p:sp>
            <p:nvSpPr>
              <p:cNvPr id="8518" name="Google Shape;8518;p124"/>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19" name="Google Shape;8519;p124"/>
              <p:cNvGrpSpPr/>
              <p:nvPr/>
            </p:nvGrpSpPr>
            <p:grpSpPr>
              <a:xfrm>
                <a:off x="1056023" y="1625948"/>
                <a:ext cx="192995" cy="576579"/>
                <a:chOff x="1056023" y="1625948"/>
                <a:chExt cx="192995" cy="576579"/>
              </a:xfrm>
            </p:grpSpPr>
            <p:sp>
              <p:nvSpPr>
                <p:cNvPr id="8520" name="Google Shape;8520;p124"/>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124"/>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124"/>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124"/>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124"/>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525" name="Google Shape;8525;p124"/>
            <p:cNvGrpSpPr/>
            <p:nvPr/>
          </p:nvGrpSpPr>
          <p:grpSpPr>
            <a:xfrm>
              <a:off x="1371406" y="1474292"/>
              <a:ext cx="518475" cy="879487"/>
              <a:chOff x="1398231" y="1474292"/>
              <a:chExt cx="518475" cy="879487"/>
            </a:xfrm>
          </p:grpSpPr>
          <p:grpSp>
            <p:nvGrpSpPr>
              <p:cNvPr id="8526" name="Google Shape;8526;p124"/>
              <p:cNvGrpSpPr/>
              <p:nvPr/>
            </p:nvGrpSpPr>
            <p:grpSpPr>
              <a:xfrm>
                <a:off x="1398231" y="1474292"/>
                <a:ext cx="518475" cy="341643"/>
                <a:chOff x="1398231" y="1474292"/>
                <a:chExt cx="518475" cy="341643"/>
              </a:xfrm>
            </p:grpSpPr>
            <p:sp>
              <p:nvSpPr>
                <p:cNvPr id="8527" name="Google Shape;8527;p124"/>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28" name="Google Shape;8528;p124"/>
                <p:cNvGrpSpPr/>
                <p:nvPr/>
              </p:nvGrpSpPr>
              <p:grpSpPr>
                <a:xfrm>
                  <a:off x="1616453" y="1474292"/>
                  <a:ext cx="300253" cy="341643"/>
                  <a:chOff x="1616453" y="1475379"/>
                  <a:chExt cx="300253" cy="341643"/>
                </a:xfrm>
              </p:grpSpPr>
              <p:sp>
                <p:nvSpPr>
                  <p:cNvPr id="8529" name="Google Shape;8529;p124"/>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124"/>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124"/>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124"/>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124"/>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124"/>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124"/>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36" name="Google Shape;8536;p124"/>
                  <p:cNvGrpSpPr/>
                  <p:nvPr/>
                </p:nvGrpSpPr>
                <p:grpSpPr>
                  <a:xfrm>
                    <a:off x="1839639" y="1475379"/>
                    <a:ext cx="77067" cy="341643"/>
                    <a:chOff x="1839639" y="1475379"/>
                    <a:chExt cx="77067" cy="341643"/>
                  </a:xfrm>
                </p:grpSpPr>
                <p:sp>
                  <p:nvSpPr>
                    <p:cNvPr id="8537" name="Google Shape;8537;p124"/>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124"/>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539" name="Google Shape;8539;p124"/>
              <p:cNvGrpSpPr/>
              <p:nvPr/>
            </p:nvGrpSpPr>
            <p:grpSpPr>
              <a:xfrm>
                <a:off x="1398451" y="2012951"/>
                <a:ext cx="518255" cy="340828"/>
                <a:chOff x="1398451" y="2012951"/>
                <a:chExt cx="518255" cy="340828"/>
              </a:xfrm>
            </p:grpSpPr>
            <p:sp>
              <p:nvSpPr>
                <p:cNvPr id="8540" name="Google Shape;8540;p124"/>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1" name="Google Shape;8541;p124"/>
                <p:cNvGrpSpPr/>
                <p:nvPr/>
              </p:nvGrpSpPr>
              <p:grpSpPr>
                <a:xfrm>
                  <a:off x="1616453" y="2012951"/>
                  <a:ext cx="300253" cy="340828"/>
                  <a:chOff x="1616453" y="2013538"/>
                  <a:chExt cx="300253" cy="340828"/>
                </a:xfrm>
              </p:grpSpPr>
              <p:sp>
                <p:nvSpPr>
                  <p:cNvPr id="8542" name="Google Shape;8542;p124"/>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124"/>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124"/>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124"/>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124"/>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124"/>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124"/>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9" name="Google Shape;8549;p124"/>
                  <p:cNvGrpSpPr/>
                  <p:nvPr/>
                </p:nvGrpSpPr>
                <p:grpSpPr>
                  <a:xfrm>
                    <a:off x="1839639" y="2013538"/>
                    <a:ext cx="77067" cy="340828"/>
                    <a:chOff x="1839639" y="2013538"/>
                    <a:chExt cx="77067" cy="340828"/>
                  </a:xfrm>
                </p:grpSpPr>
                <p:sp>
                  <p:nvSpPr>
                    <p:cNvPr id="8550" name="Google Shape;8550;p124"/>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124"/>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8552" name="Google Shape;8552;p124"/>
          <p:cNvGrpSpPr/>
          <p:nvPr/>
        </p:nvGrpSpPr>
        <p:grpSpPr>
          <a:xfrm>
            <a:off x="724986" y="3605478"/>
            <a:ext cx="1368681" cy="682918"/>
            <a:chOff x="724986" y="3605478"/>
            <a:chExt cx="1368681" cy="682918"/>
          </a:xfrm>
        </p:grpSpPr>
        <p:grpSp>
          <p:nvGrpSpPr>
            <p:cNvPr id="8553" name="Google Shape;8553;p124"/>
            <p:cNvGrpSpPr/>
            <p:nvPr/>
          </p:nvGrpSpPr>
          <p:grpSpPr>
            <a:xfrm>
              <a:off x="1289102" y="3823629"/>
              <a:ext cx="240442" cy="250435"/>
              <a:chOff x="-165066" y="3843615"/>
              <a:chExt cx="221259" cy="230455"/>
            </a:xfrm>
          </p:grpSpPr>
          <p:sp>
            <p:nvSpPr>
              <p:cNvPr id="8554" name="Google Shape;8554;p124"/>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124"/>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124"/>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124"/>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124"/>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124"/>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124"/>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124"/>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124"/>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124"/>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124"/>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124"/>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124"/>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124"/>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124"/>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124"/>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124"/>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124"/>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124"/>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124"/>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124"/>
            <p:cNvGrpSpPr/>
            <p:nvPr/>
          </p:nvGrpSpPr>
          <p:grpSpPr>
            <a:xfrm>
              <a:off x="724986" y="3605478"/>
              <a:ext cx="1368681" cy="682918"/>
              <a:chOff x="724986" y="3605478"/>
              <a:chExt cx="1368681" cy="682918"/>
            </a:xfrm>
          </p:grpSpPr>
          <p:grpSp>
            <p:nvGrpSpPr>
              <p:cNvPr id="8575" name="Google Shape;8575;p124"/>
              <p:cNvGrpSpPr/>
              <p:nvPr/>
            </p:nvGrpSpPr>
            <p:grpSpPr>
              <a:xfrm>
                <a:off x="1498221" y="4047614"/>
                <a:ext cx="529172" cy="240783"/>
                <a:chOff x="1498221" y="4047614"/>
                <a:chExt cx="529172" cy="240783"/>
              </a:xfrm>
            </p:grpSpPr>
            <p:grpSp>
              <p:nvGrpSpPr>
                <p:cNvPr id="8576" name="Google Shape;8576;p124"/>
                <p:cNvGrpSpPr/>
                <p:nvPr/>
              </p:nvGrpSpPr>
              <p:grpSpPr>
                <a:xfrm>
                  <a:off x="1826655" y="4224370"/>
                  <a:ext cx="200738" cy="25631"/>
                  <a:chOff x="1826655" y="4224370"/>
                  <a:chExt cx="200738" cy="25631"/>
                </a:xfrm>
              </p:grpSpPr>
              <p:sp>
                <p:nvSpPr>
                  <p:cNvPr id="8577" name="Google Shape;8577;p124"/>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124"/>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9" name="Google Shape;8579;p124"/>
                <p:cNvGrpSpPr/>
                <p:nvPr/>
              </p:nvGrpSpPr>
              <p:grpSpPr>
                <a:xfrm>
                  <a:off x="1498221" y="4047614"/>
                  <a:ext cx="328444" cy="240783"/>
                  <a:chOff x="1498221" y="4047614"/>
                  <a:chExt cx="328444" cy="240783"/>
                </a:xfrm>
              </p:grpSpPr>
              <p:sp>
                <p:nvSpPr>
                  <p:cNvPr id="8580" name="Google Shape;8580;p124"/>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81" name="Google Shape;8581;p124"/>
                  <p:cNvGrpSpPr/>
                  <p:nvPr/>
                </p:nvGrpSpPr>
                <p:grpSpPr>
                  <a:xfrm>
                    <a:off x="1498221" y="4047614"/>
                    <a:ext cx="150566" cy="190416"/>
                    <a:chOff x="1498221" y="4047614"/>
                    <a:chExt cx="150566" cy="190416"/>
                  </a:xfrm>
                </p:grpSpPr>
                <p:sp>
                  <p:nvSpPr>
                    <p:cNvPr id="8582" name="Google Shape;8582;p124"/>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124"/>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584" name="Google Shape;8584;p124"/>
              <p:cNvGrpSpPr/>
              <p:nvPr/>
            </p:nvGrpSpPr>
            <p:grpSpPr>
              <a:xfrm>
                <a:off x="1560718" y="3800594"/>
                <a:ext cx="532948" cy="302090"/>
                <a:chOff x="1560718" y="3800594"/>
                <a:chExt cx="532948" cy="302090"/>
              </a:xfrm>
            </p:grpSpPr>
            <p:grpSp>
              <p:nvGrpSpPr>
                <p:cNvPr id="8585" name="Google Shape;8585;p124"/>
                <p:cNvGrpSpPr/>
                <p:nvPr/>
              </p:nvGrpSpPr>
              <p:grpSpPr>
                <a:xfrm>
                  <a:off x="1912179" y="3827344"/>
                  <a:ext cx="181487" cy="25631"/>
                  <a:chOff x="1912179" y="3827344"/>
                  <a:chExt cx="181487" cy="25631"/>
                </a:xfrm>
              </p:grpSpPr>
              <p:sp>
                <p:nvSpPr>
                  <p:cNvPr id="8586" name="Google Shape;8586;p124"/>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124"/>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8" name="Google Shape;8588;p124"/>
                <p:cNvGrpSpPr/>
                <p:nvPr/>
              </p:nvGrpSpPr>
              <p:grpSpPr>
                <a:xfrm>
                  <a:off x="1912179" y="4044505"/>
                  <a:ext cx="181487" cy="25622"/>
                  <a:chOff x="1912179" y="4044506"/>
                  <a:chExt cx="181487" cy="25622"/>
                </a:xfrm>
              </p:grpSpPr>
              <p:sp>
                <p:nvSpPr>
                  <p:cNvPr id="8589" name="Google Shape;8589;p124"/>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124"/>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124"/>
                <p:cNvGrpSpPr/>
                <p:nvPr/>
              </p:nvGrpSpPr>
              <p:grpSpPr>
                <a:xfrm>
                  <a:off x="1560718" y="3800594"/>
                  <a:ext cx="351472" cy="302090"/>
                  <a:chOff x="1560718" y="3800594"/>
                  <a:chExt cx="351472" cy="302090"/>
                </a:xfrm>
              </p:grpSpPr>
              <p:grpSp>
                <p:nvGrpSpPr>
                  <p:cNvPr id="8592" name="Google Shape;8592;p124"/>
                  <p:cNvGrpSpPr/>
                  <p:nvPr/>
                </p:nvGrpSpPr>
                <p:grpSpPr>
                  <a:xfrm>
                    <a:off x="1560718" y="3842857"/>
                    <a:ext cx="173586" cy="217131"/>
                    <a:chOff x="1560718" y="3842857"/>
                    <a:chExt cx="173586" cy="217131"/>
                  </a:xfrm>
                </p:grpSpPr>
                <p:sp>
                  <p:nvSpPr>
                    <p:cNvPr id="8593" name="Google Shape;8593;p124"/>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124"/>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124"/>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96" name="Google Shape;8596;p124"/>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124"/>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598" name="Google Shape;8598;p124"/>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99" name="Google Shape;8599;p124"/>
              <p:cNvGrpSpPr/>
              <p:nvPr/>
            </p:nvGrpSpPr>
            <p:grpSpPr>
              <a:xfrm>
                <a:off x="785350" y="3605478"/>
                <a:ext cx="535311" cy="249245"/>
                <a:chOff x="785350" y="3605478"/>
                <a:chExt cx="535311" cy="249245"/>
              </a:xfrm>
            </p:grpSpPr>
            <p:grpSp>
              <p:nvGrpSpPr>
                <p:cNvPr id="8600" name="Google Shape;8600;p124"/>
                <p:cNvGrpSpPr/>
                <p:nvPr/>
              </p:nvGrpSpPr>
              <p:grpSpPr>
                <a:xfrm>
                  <a:off x="785350" y="3605478"/>
                  <a:ext cx="376191" cy="102736"/>
                  <a:chOff x="785350" y="3605478"/>
                  <a:chExt cx="376191" cy="102736"/>
                </a:xfrm>
              </p:grpSpPr>
              <p:sp>
                <p:nvSpPr>
                  <p:cNvPr id="8601" name="Google Shape;8601;p124"/>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124"/>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124"/>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124"/>
                <p:cNvGrpSpPr/>
                <p:nvPr/>
              </p:nvGrpSpPr>
              <p:grpSpPr>
                <a:xfrm>
                  <a:off x="1161530" y="3655851"/>
                  <a:ext cx="159131" cy="198872"/>
                  <a:chOff x="1161530" y="3655851"/>
                  <a:chExt cx="159131" cy="198872"/>
                </a:xfrm>
              </p:grpSpPr>
              <p:sp>
                <p:nvSpPr>
                  <p:cNvPr id="8605" name="Google Shape;8605;p124"/>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124"/>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607" name="Google Shape;8607;p124"/>
              <p:cNvGrpSpPr/>
              <p:nvPr/>
            </p:nvGrpSpPr>
            <p:grpSpPr>
              <a:xfrm>
                <a:off x="785350" y="4047614"/>
                <a:ext cx="535311" cy="240783"/>
                <a:chOff x="785350" y="4047614"/>
                <a:chExt cx="535311" cy="240783"/>
              </a:xfrm>
            </p:grpSpPr>
            <p:grpSp>
              <p:nvGrpSpPr>
                <p:cNvPr id="8608" name="Google Shape;8608;p124"/>
                <p:cNvGrpSpPr/>
                <p:nvPr/>
              </p:nvGrpSpPr>
              <p:grpSpPr>
                <a:xfrm>
                  <a:off x="1161636" y="4047614"/>
                  <a:ext cx="159025" cy="190415"/>
                  <a:chOff x="1161636" y="4047614"/>
                  <a:chExt cx="159025" cy="190415"/>
                </a:xfrm>
              </p:grpSpPr>
              <p:sp>
                <p:nvSpPr>
                  <p:cNvPr id="8609" name="Google Shape;8609;p124"/>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124"/>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124"/>
                <p:cNvGrpSpPr/>
                <p:nvPr/>
              </p:nvGrpSpPr>
              <p:grpSpPr>
                <a:xfrm>
                  <a:off x="785350" y="4185661"/>
                  <a:ext cx="376191" cy="102736"/>
                  <a:chOff x="785350" y="4185661"/>
                  <a:chExt cx="376191" cy="102736"/>
                </a:xfrm>
              </p:grpSpPr>
              <p:sp>
                <p:nvSpPr>
                  <p:cNvPr id="8612" name="Google Shape;8612;p124"/>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124"/>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124"/>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615" name="Google Shape;8615;p124"/>
              <p:cNvGrpSpPr/>
              <p:nvPr/>
            </p:nvGrpSpPr>
            <p:grpSpPr>
              <a:xfrm>
                <a:off x="1501054" y="3605478"/>
                <a:ext cx="526340" cy="249240"/>
                <a:chOff x="1501054" y="3605478"/>
                <a:chExt cx="526340" cy="249240"/>
              </a:xfrm>
            </p:grpSpPr>
            <p:grpSp>
              <p:nvGrpSpPr>
                <p:cNvPr id="8616" name="Google Shape;8616;p124"/>
                <p:cNvGrpSpPr/>
                <p:nvPr/>
              </p:nvGrpSpPr>
              <p:grpSpPr>
                <a:xfrm>
                  <a:off x="1834208" y="3643867"/>
                  <a:ext cx="193185" cy="25622"/>
                  <a:chOff x="1834208" y="3643867"/>
                  <a:chExt cx="193185" cy="25622"/>
                </a:xfrm>
              </p:grpSpPr>
              <p:sp>
                <p:nvSpPr>
                  <p:cNvPr id="8617" name="Google Shape;8617;p124"/>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124"/>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9" name="Google Shape;8619;p124"/>
                <p:cNvGrpSpPr/>
                <p:nvPr/>
              </p:nvGrpSpPr>
              <p:grpSpPr>
                <a:xfrm>
                  <a:off x="1501054" y="3605478"/>
                  <a:ext cx="333165" cy="249240"/>
                  <a:chOff x="1501054" y="3605478"/>
                  <a:chExt cx="333165" cy="249240"/>
                </a:xfrm>
              </p:grpSpPr>
              <p:sp>
                <p:nvSpPr>
                  <p:cNvPr id="8620" name="Google Shape;8620;p124"/>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1" name="Google Shape;8621;p124"/>
                  <p:cNvGrpSpPr/>
                  <p:nvPr/>
                </p:nvGrpSpPr>
                <p:grpSpPr>
                  <a:xfrm>
                    <a:off x="1501054" y="3655851"/>
                    <a:ext cx="155286" cy="198867"/>
                    <a:chOff x="1501054" y="3655851"/>
                    <a:chExt cx="155286" cy="198867"/>
                  </a:xfrm>
                </p:grpSpPr>
                <p:sp>
                  <p:nvSpPr>
                    <p:cNvPr id="8622" name="Google Shape;8622;p124"/>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124"/>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624" name="Google Shape;8624;p124"/>
              <p:cNvGrpSpPr/>
              <p:nvPr/>
            </p:nvGrpSpPr>
            <p:grpSpPr>
              <a:xfrm>
                <a:off x="724986" y="3800594"/>
                <a:ext cx="532950" cy="302090"/>
                <a:chOff x="724986" y="3800594"/>
                <a:chExt cx="532950" cy="302090"/>
              </a:xfrm>
            </p:grpSpPr>
            <p:grpSp>
              <p:nvGrpSpPr>
                <p:cNvPr id="8625" name="Google Shape;8625;p124"/>
                <p:cNvGrpSpPr/>
                <p:nvPr/>
              </p:nvGrpSpPr>
              <p:grpSpPr>
                <a:xfrm>
                  <a:off x="724986" y="4044367"/>
                  <a:ext cx="181314" cy="25626"/>
                  <a:chOff x="724986" y="4044367"/>
                  <a:chExt cx="181314" cy="25626"/>
                </a:xfrm>
              </p:grpSpPr>
              <p:sp>
                <p:nvSpPr>
                  <p:cNvPr id="8626" name="Google Shape;8626;p124"/>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124"/>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8" name="Google Shape;8628;p124"/>
                <p:cNvGrpSpPr/>
                <p:nvPr/>
              </p:nvGrpSpPr>
              <p:grpSpPr>
                <a:xfrm>
                  <a:off x="906290" y="3800594"/>
                  <a:ext cx="351646" cy="302090"/>
                  <a:chOff x="906290" y="3800594"/>
                  <a:chExt cx="351646" cy="302090"/>
                </a:xfrm>
              </p:grpSpPr>
              <p:grpSp>
                <p:nvGrpSpPr>
                  <p:cNvPr id="8629" name="Google Shape;8629;p124"/>
                  <p:cNvGrpSpPr/>
                  <p:nvPr/>
                </p:nvGrpSpPr>
                <p:grpSpPr>
                  <a:xfrm>
                    <a:off x="1084172" y="3842857"/>
                    <a:ext cx="173764" cy="217131"/>
                    <a:chOff x="1084172" y="3842857"/>
                    <a:chExt cx="173764" cy="217131"/>
                  </a:xfrm>
                </p:grpSpPr>
                <p:grpSp>
                  <p:nvGrpSpPr>
                    <p:cNvPr id="8630" name="Google Shape;8630;p124"/>
                    <p:cNvGrpSpPr/>
                    <p:nvPr/>
                  </p:nvGrpSpPr>
                  <p:grpSpPr>
                    <a:xfrm>
                      <a:off x="1156862" y="3936509"/>
                      <a:ext cx="101073" cy="25622"/>
                      <a:chOff x="1156862" y="3936509"/>
                      <a:chExt cx="101073" cy="25622"/>
                    </a:xfrm>
                  </p:grpSpPr>
                  <p:sp>
                    <p:nvSpPr>
                      <p:cNvPr id="8631" name="Google Shape;8631;p124"/>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124"/>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3" name="Google Shape;8633;p124"/>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4" name="Google Shape;8634;p124"/>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124"/>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124"/>
                <p:cNvGrpSpPr/>
                <p:nvPr/>
              </p:nvGrpSpPr>
              <p:grpSpPr>
                <a:xfrm>
                  <a:off x="724986" y="3830189"/>
                  <a:ext cx="189533" cy="25626"/>
                  <a:chOff x="724986" y="3830189"/>
                  <a:chExt cx="189533" cy="25626"/>
                </a:xfrm>
              </p:grpSpPr>
              <p:sp>
                <p:nvSpPr>
                  <p:cNvPr id="8637" name="Google Shape;8637;p124"/>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124"/>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8639" name="Google Shape;8639;p124"/>
          <p:cNvGrpSpPr/>
          <p:nvPr/>
        </p:nvGrpSpPr>
        <p:grpSpPr>
          <a:xfrm>
            <a:off x="2253298" y="2455640"/>
            <a:ext cx="948701" cy="935378"/>
            <a:chOff x="2253298" y="2428317"/>
            <a:chExt cx="948701" cy="935378"/>
          </a:xfrm>
        </p:grpSpPr>
        <p:sp>
          <p:nvSpPr>
            <p:cNvPr id="8640" name="Google Shape;8640;p124"/>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124"/>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124"/>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124"/>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124"/>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124"/>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124"/>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124"/>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124"/>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124"/>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124"/>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124"/>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124"/>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124"/>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124"/>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124"/>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124"/>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124"/>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124"/>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124"/>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124"/>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124"/>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124"/>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124"/>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124"/>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124"/>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124"/>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124"/>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124"/>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124"/>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124"/>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124"/>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124"/>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676"/>
        <p:cNvGrpSpPr/>
        <p:nvPr/>
      </p:nvGrpSpPr>
      <p:grpSpPr>
        <a:xfrm>
          <a:off x="0" y="0"/>
          <a:ext cx="0" cy="0"/>
          <a:chOff x="0" y="0"/>
          <a:chExt cx="0" cy="0"/>
        </a:xfrm>
      </p:grpSpPr>
      <p:grpSp>
        <p:nvGrpSpPr>
          <p:cNvPr id="8677" name="Google Shape;8677;p125"/>
          <p:cNvGrpSpPr/>
          <p:nvPr/>
        </p:nvGrpSpPr>
        <p:grpSpPr>
          <a:xfrm>
            <a:off x="3353582" y="1145627"/>
            <a:ext cx="2363393" cy="1017867"/>
            <a:chOff x="3292400" y="1219146"/>
            <a:chExt cx="2615240" cy="1110239"/>
          </a:xfrm>
        </p:grpSpPr>
        <p:sp>
          <p:nvSpPr>
            <p:cNvPr id="8678" name="Google Shape;8678;p125"/>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8679" name="Google Shape;8679;p125"/>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80" name="Google Shape;8680;p125"/>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8681" name="Google Shape;8681;p125"/>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8682" name="Google Shape;8682;p125"/>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8683" name="Google Shape;8683;p125"/>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8684" name="Google Shape;8684;p125"/>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8685" name="Google Shape;8685;p125"/>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8686" name="Google Shape;8686;p125"/>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8687" name="Google Shape;8687;p125"/>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8688" name="Google Shape;8688;p125"/>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689" name="Google Shape;8689;p125"/>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8690" name="Google Shape;8690;p125"/>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691" name="Google Shape;8691;p125"/>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8692" name="Google Shape;8692;p125"/>
            <p:cNvGrpSpPr/>
            <p:nvPr/>
          </p:nvGrpSpPr>
          <p:grpSpPr>
            <a:xfrm>
              <a:off x="3748438" y="1378608"/>
              <a:ext cx="2159202" cy="903971"/>
              <a:chOff x="1683525" y="2179850"/>
              <a:chExt cx="4519050" cy="2134525"/>
            </a:xfrm>
          </p:grpSpPr>
          <p:sp>
            <p:nvSpPr>
              <p:cNvPr id="8693" name="Google Shape;8693;p125"/>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4" name="Google Shape;8694;p125"/>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5" name="Google Shape;8695;p125"/>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6" name="Google Shape;8696;p125"/>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7" name="Google Shape;8697;p125"/>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8" name="Google Shape;8698;p125"/>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99" name="Google Shape;8699;p125"/>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700" name="Google Shape;8700;p125"/>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701" name="Google Shape;8701;p125"/>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702" name="Google Shape;8702;p125"/>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703" name="Google Shape;8703;p125"/>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704" name="Google Shape;8704;p125"/>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8705" name="Google Shape;8705;p125"/>
          <p:cNvGraphicFramePr/>
          <p:nvPr/>
        </p:nvGraphicFramePr>
        <p:xfrm>
          <a:off x="5949675" y="2323100"/>
          <a:ext cx="2491300" cy="868600"/>
        </p:xfrm>
        <a:graphic>
          <a:graphicData uri="http://schemas.openxmlformats.org/drawingml/2006/table">
            <a:tbl>
              <a:tblPr>
                <a:noFill/>
                <a:tableStyleId>{2D9B3CA8-FAFD-465C-A473-1ECED00D8140}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8706" name="Google Shape;8706;p125"/>
          <p:cNvGrpSpPr/>
          <p:nvPr/>
        </p:nvGrpSpPr>
        <p:grpSpPr>
          <a:xfrm>
            <a:off x="5926924" y="3381697"/>
            <a:ext cx="2519825" cy="1001454"/>
            <a:chOff x="1906114" y="789980"/>
            <a:chExt cx="1487676" cy="606868"/>
          </a:xfrm>
        </p:grpSpPr>
        <p:cxnSp>
          <p:nvCxnSpPr>
            <p:cNvPr id="8707" name="Google Shape;8707;p125"/>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708" name="Google Shape;8708;p125"/>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709" name="Google Shape;8709;p125"/>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8710" name="Google Shape;8710;p125"/>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8711" name="Google Shape;8711;p125"/>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8712" name="Google Shape;8712;p125"/>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8713" name="Google Shape;8713;p125"/>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8714" name="Google Shape;8714;p125"/>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125"/>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125"/>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125"/>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125"/>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125"/>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125"/>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8721" name="Google Shape;8721;p125"/>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8722" name="Google Shape;8722;p125"/>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8723" name="Google Shape;8723;p125"/>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4" name="Google Shape;8724;p125"/>
          <p:cNvGrpSpPr/>
          <p:nvPr/>
        </p:nvGrpSpPr>
        <p:grpSpPr>
          <a:xfrm>
            <a:off x="726399" y="1190655"/>
            <a:ext cx="2394370" cy="976502"/>
            <a:chOff x="749309" y="1112739"/>
            <a:chExt cx="2371603" cy="976502"/>
          </a:xfrm>
        </p:grpSpPr>
        <p:sp>
          <p:nvSpPr>
            <p:cNvPr id="8725" name="Google Shape;8725;p125"/>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125"/>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125"/>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125"/>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125"/>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125"/>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125"/>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125"/>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125"/>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125"/>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125"/>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125"/>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125"/>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125"/>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125"/>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125"/>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125"/>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125"/>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125"/>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125"/>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125"/>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125"/>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125"/>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125"/>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125"/>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125"/>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125"/>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125"/>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125"/>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125"/>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125"/>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125"/>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757" name="Google Shape;8757;p125"/>
          <p:cNvGraphicFramePr/>
          <p:nvPr/>
        </p:nvGraphicFramePr>
        <p:xfrm>
          <a:off x="5949700" y="1188950"/>
          <a:ext cx="2491300" cy="976425"/>
        </p:xfrm>
        <a:graphic>
          <a:graphicData uri="http://schemas.openxmlformats.org/drawingml/2006/table">
            <a:tbl>
              <a:tblPr>
                <a:noFill/>
                <a:tableStyleId>{2D9B3CA8-FAFD-465C-A473-1ECED00D8140}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8758" name="Google Shape;8758;p125"/>
          <p:cNvGraphicFramePr/>
          <p:nvPr/>
        </p:nvGraphicFramePr>
        <p:xfrm>
          <a:off x="3356413" y="2323100"/>
          <a:ext cx="2363400" cy="868575"/>
        </p:xfrm>
        <a:graphic>
          <a:graphicData uri="http://schemas.openxmlformats.org/drawingml/2006/table">
            <a:tbl>
              <a:tblPr>
                <a:noFill/>
                <a:tableStyleId>{2D9B3CA8-FAFD-465C-A473-1ECED00D8140}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8759" name="Google Shape;8759;p125"/>
          <p:cNvGrpSpPr/>
          <p:nvPr/>
        </p:nvGrpSpPr>
        <p:grpSpPr>
          <a:xfrm>
            <a:off x="4100342" y="2709743"/>
            <a:ext cx="1517436" cy="74460"/>
            <a:chOff x="3980086" y="2804397"/>
            <a:chExt cx="1227600" cy="66900"/>
          </a:xfrm>
        </p:grpSpPr>
        <p:sp>
          <p:nvSpPr>
            <p:cNvPr id="8760" name="Google Shape;8760;p12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12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2" name="Google Shape;8762;p125"/>
          <p:cNvGrpSpPr/>
          <p:nvPr/>
        </p:nvGrpSpPr>
        <p:grpSpPr>
          <a:xfrm>
            <a:off x="4725406" y="3002330"/>
            <a:ext cx="892956" cy="74460"/>
            <a:chOff x="3980086" y="2804397"/>
            <a:chExt cx="1227600" cy="66900"/>
          </a:xfrm>
        </p:grpSpPr>
        <p:sp>
          <p:nvSpPr>
            <p:cNvPr id="8763" name="Google Shape;8763;p12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12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5" name="Google Shape;8765;p125"/>
          <p:cNvGrpSpPr/>
          <p:nvPr/>
        </p:nvGrpSpPr>
        <p:grpSpPr>
          <a:xfrm>
            <a:off x="3358498" y="3361213"/>
            <a:ext cx="2363244" cy="1005943"/>
            <a:chOff x="3358415" y="3361302"/>
            <a:chExt cx="2363244" cy="1024695"/>
          </a:xfrm>
        </p:grpSpPr>
        <p:grpSp>
          <p:nvGrpSpPr>
            <p:cNvPr id="8766" name="Google Shape;8766;p125"/>
            <p:cNvGrpSpPr/>
            <p:nvPr/>
          </p:nvGrpSpPr>
          <p:grpSpPr>
            <a:xfrm>
              <a:off x="3358415" y="3361302"/>
              <a:ext cx="441300" cy="1024695"/>
              <a:chOff x="3358415" y="3361302"/>
              <a:chExt cx="441300" cy="1024695"/>
            </a:xfrm>
          </p:grpSpPr>
          <p:sp>
            <p:nvSpPr>
              <p:cNvPr id="8767" name="Google Shape;8767;p125"/>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125"/>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125"/>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125"/>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125"/>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125"/>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3" name="Google Shape;8773;p125"/>
            <p:cNvGrpSpPr/>
            <p:nvPr/>
          </p:nvGrpSpPr>
          <p:grpSpPr>
            <a:xfrm>
              <a:off x="3838901" y="3361302"/>
              <a:ext cx="441300" cy="1024695"/>
              <a:chOff x="3838901" y="3361302"/>
              <a:chExt cx="441300" cy="1024695"/>
            </a:xfrm>
          </p:grpSpPr>
          <p:sp>
            <p:nvSpPr>
              <p:cNvPr id="8774" name="Google Shape;8774;p125"/>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125"/>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125"/>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125"/>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125"/>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125"/>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0" name="Google Shape;8780;p125"/>
            <p:cNvGrpSpPr/>
            <p:nvPr/>
          </p:nvGrpSpPr>
          <p:grpSpPr>
            <a:xfrm>
              <a:off x="4319387" y="3361302"/>
              <a:ext cx="441300" cy="1024695"/>
              <a:chOff x="4319387" y="3361302"/>
              <a:chExt cx="441300" cy="1024695"/>
            </a:xfrm>
          </p:grpSpPr>
          <p:sp>
            <p:nvSpPr>
              <p:cNvPr id="8781" name="Google Shape;8781;p125"/>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125"/>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125"/>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125"/>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125"/>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125"/>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7" name="Google Shape;8787;p125"/>
            <p:cNvGrpSpPr/>
            <p:nvPr/>
          </p:nvGrpSpPr>
          <p:grpSpPr>
            <a:xfrm>
              <a:off x="4799873" y="3361302"/>
              <a:ext cx="441300" cy="1024695"/>
              <a:chOff x="4799873" y="3361302"/>
              <a:chExt cx="441300" cy="1024695"/>
            </a:xfrm>
          </p:grpSpPr>
          <p:sp>
            <p:nvSpPr>
              <p:cNvPr id="8788" name="Google Shape;8788;p125"/>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125"/>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125"/>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125"/>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125"/>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125"/>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4" name="Google Shape;8794;p125"/>
            <p:cNvGrpSpPr/>
            <p:nvPr/>
          </p:nvGrpSpPr>
          <p:grpSpPr>
            <a:xfrm>
              <a:off x="5280360" y="3361302"/>
              <a:ext cx="441300" cy="1024695"/>
              <a:chOff x="5280360" y="3361302"/>
              <a:chExt cx="441300" cy="1024695"/>
            </a:xfrm>
          </p:grpSpPr>
          <p:sp>
            <p:nvSpPr>
              <p:cNvPr id="8795" name="Google Shape;8795;p125"/>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125"/>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125"/>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125"/>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125"/>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125"/>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801" name="Google Shape;8801;p125"/>
          <p:cNvGraphicFramePr/>
          <p:nvPr/>
        </p:nvGraphicFramePr>
        <p:xfrm>
          <a:off x="724925" y="2323100"/>
          <a:ext cx="2403600" cy="881400"/>
        </p:xfrm>
        <a:graphic>
          <a:graphicData uri="http://schemas.openxmlformats.org/drawingml/2006/table">
            <a:tbl>
              <a:tblPr>
                <a:noFill/>
                <a:tableStyleId>{2D9B3CA8-FAFD-465C-A473-1ECED00D8140}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8802" name="Google Shape;8802;p125"/>
          <p:cNvGrpSpPr/>
          <p:nvPr/>
        </p:nvGrpSpPr>
        <p:grpSpPr>
          <a:xfrm>
            <a:off x="726450" y="3372825"/>
            <a:ext cx="2403614" cy="1005900"/>
            <a:chOff x="726450" y="3372825"/>
            <a:chExt cx="2403614" cy="1005900"/>
          </a:xfrm>
        </p:grpSpPr>
        <p:grpSp>
          <p:nvGrpSpPr>
            <p:cNvPr id="8803" name="Google Shape;8803;p125"/>
            <p:cNvGrpSpPr/>
            <p:nvPr/>
          </p:nvGrpSpPr>
          <p:grpSpPr>
            <a:xfrm>
              <a:off x="726450" y="3696000"/>
              <a:ext cx="2403614" cy="500898"/>
              <a:chOff x="726450" y="3696000"/>
              <a:chExt cx="2403614" cy="500898"/>
            </a:xfrm>
          </p:grpSpPr>
          <p:sp>
            <p:nvSpPr>
              <p:cNvPr id="8804" name="Google Shape;8804;p125"/>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805" name="Google Shape;8805;p125"/>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806" name="Google Shape;8806;p125"/>
            <p:cNvGrpSpPr/>
            <p:nvPr/>
          </p:nvGrpSpPr>
          <p:grpSpPr>
            <a:xfrm>
              <a:off x="1348050" y="3372825"/>
              <a:ext cx="1720425" cy="1005900"/>
              <a:chOff x="1348050" y="3372825"/>
              <a:chExt cx="1720425" cy="1005900"/>
            </a:xfrm>
          </p:grpSpPr>
          <p:sp>
            <p:nvSpPr>
              <p:cNvPr id="8807" name="Google Shape;8807;p125"/>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808" name="Google Shape;8808;p125"/>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809" name="Google Shape;8809;p125"/>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810" name="Google Shape;8810;p125"/>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811" name="Google Shape;8811;p125"/>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812" name="Google Shape;8812;p125"/>
            <p:cNvGrpSpPr/>
            <p:nvPr/>
          </p:nvGrpSpPr>
          <p:grpSpPr>
            <a:xfrm>
              <a:off x="1455707" y="3731058"/>
              <a:ext cx="1491150" cy="417657"/>
              <a:chOff x="1455707" y="3731058"/>
              <a:chExt cx="1491150" cy="417657"/>
            </a:xfrm>
          </p:grpSpPr>
          <p:grpSp>
            <p:nvGrpSpPr>
              <p:cNvPr id="8813" name="Google Shape;8813;p125"/>
              <p:cNvGrpSpPr/>
              <p:nvPr/>
            </p:nvGrpSpPr>
            <p:grpSpPr>
              <a:xfrm>
                <a:off x="1472938" y="3745828"/>
                <a:ext cx="72126" cy="53788"/>
                <a:chOff x="1472938" y="3745828"/>
                <a:chExt cx="72126" cy="53788"/>
              </a:xfrm>
            </p:grpSpPr>
            <p:sp>
              <p:nvSpPr>
                <p:cNvPr id="8814" name="Google Shape;8814;p125"/>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125"/>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6" name="Google Shape;8816;p125"/>
              <p:cNvGrpSpPr/>
              <p:nvPr/>
            </p:nvGrpSpPr>
            <p:grpSpPr>
              <a:xfrm>
                <a:off x="1819181" y="4089633"/>
                <a:ext cx="72126" cy="53788"/>
                <a:chOff x="1819181" y="4089633"/>
                <a:chExt cx="72126" cy="53788"/>
              </a:xfrm>
            </p:grpSpPr>
            <p:sp>
              <p:nvSpPr>
                <p:cNvPr id="8817" name="Google Shape;8817;p125"/>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125"/>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9" name="Google Shape;8819;p125"/>
              <p:cNvGrpSpPr/>
              <p:nvPr/>
            </p:nvGrpSpPr>
            <p:grpSpPr>
              <a:xfrm>
                <a:off x="1455707" y="4084171"/>
                <a:ext cx="64321" cy="64544"/>
                <a:chOff x="1455707" y="4084171"/>
                <a:chExt cx="64321" cy="64544"/>
              </a:xfrm>
            </p:grpSpPr>
            <p:sp>
              <p:nvSpPr>
                <p:cNvPr id="8820" name="Google Shape;8820;p125"/>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125"/>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2" name="Google Shape;8822;p125"/>
              <p:cNvGrpSpPr/>
              <p:nvPr/>
            </p:nvGrpSpPr>
            <p:grpSpPr>
              <a:xfrm>
                <a:off x="1818610" y="3731058"/>
                <a:ext cx="64321" cy="64544"/>
                <a:chOff x="1818610" y="3731058"/>
                <a:chExt cx="64321" cy="64544"/>
              </a:xfrm>
            </p:grpSpPr>
            <p:sp>
              <p:nvSpPr>
                <p:cNvPr id="8823" name="Google Shape;8823;p125"/>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125"/>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5" name="Google Shape;8825;p125"/>
              <p:cNvGrpSpPr/>
              <p:nvPr/>
            </p:nvGrpSpPr>
            <p:grpSpPr>
              <a:xfrm>
                <a:off x="2172491" y="4089633"/>
                <a:ext cx="72126" cy="53788"/>
                <a:chOff x="2172491" y="4089633"/>
                <a:chExt cx="72126" cy="53788"/>
              </a:xfrm>
            </p:grpSpPr>
            <p:sp>
              <p:nvSpPr>
                <p:cNvPr id="8826" name="Google Shape;8826;p125"/>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125"/>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125"/>
              <p:cNvGrpSpPr/>
              <p:nvPr/>
            </p:nvGrpSpPr>
            <p:grpSpPr>
              <a:xfrm>
                <a:off x="2171920" y="3731058"/>
                <a:ext cx="64321" cy="64544"/>
                <a:chOff x="2171920" y="3731058"/>
                <a:chExt cx="64321" cy="64544"/>
              </a:xfrm>
            </p:grpSpPr>
            <p:sp>
              <p:nvSpPr>
                <p:cNvPr id="8829" name="Google Shape;8829;p125"/>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125"/>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1" name="Google Shape;8831;p125"/>
              <p:cNvGrpSpPr/>
              <p:nvPr/>
            </p:nvGrpSpPr>
            <p:grpSpPr>
              <a:xfrm>
                <a:off x="2874730" y="3745828"/>
                <a:ext cx="72126" cy="53788"/>
                <a:chOff x="2874730" y="3745828"/>
                <a:chExt cx="72126" cy="53788"/>
              </a:xfrm>
            </p:grpSpPr>
            <p:sp>
              <p:nvSpPr>
                <p:cNvPr id="8832" name="Google Shape;8832;p125"/>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125"/>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4" name="Google Shape;8834;p125"/>
              <p:cNvGrpSpPr/>
              <p:nvPr/>
            </p:nvGrpSpPr>
            <p:grpSpPr>
              <a:xfrm>
                <a:off x="2878589" y="4081481"/>
                <a:ext cx="64321" cy="64544"/>
                <a:chOff x="2878589" y="4081481"/>
                <a:chExt cx="64321" cy="64544"/>
              </a:xfrm>
            </p:grpSpPr>
            <p:sp>
              <p:nvSpPr>
                <p:cNvPr id="8835" name="Google Shape;8835;p125"/>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125"/>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7" name="Google Shape;8837;p125"/>
              <p:cNvGrpSpPr/>
              <p:nvPr/>
            </p:nvGrpSpPr>
            <p:grpSpPr>
              <a:xfrm>
                <a:off x="2525796" y="4089633"/>
                <a:ext cx="72126" cy="53788"/>
                <a:chOff x="2525796" y="4089633"/>
                <a:chExt cx="72126" cy="53788"/>
              </a:xfrm>
            </p:grpSpPr>
            <p:sp>
              <p:nvSpPr>
                <p:cNvPr id="8838" name="Google Shape;8838;p125"/>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125"/>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0" name="Google Shape;8840;p125"/>
              <p:cNvGrpSpPr/>
              <p:nvPr/>
            </p:nvGrpSpPr>
            <p:grpSpPr>
              <a:xfrm>
                <a:off x="2525225" y="3731058"/>
                <a:ext cx="64321" cy="64544"/>
                <a:chOff x="2525225" y="3731058"/>
                <a:chExt cx="64321" cy="64544"/>
              </a:xfrm>
            </p:grpSpPr>
            <p:sp>
              <p:nvSpPr>
                <p:cNvPr id="8841" name="Google Shape;8841;p125"/>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125"/>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846"/>
        <p:cNvGrpSpPr/>
        <p:nvPr/>
      </p:nvGrpSpPr>
      <p:grpSpPr>
        <a:xfrm>
          <a:off x="0" y="0"/>
          <a:ext cx="0" cy="0"/>
          <a:chOff x="0" y="0"/>
          <a:chExt cx="0" cy="0"/>
        </a:xfrm>
      </p:grpSpPr>
      <p:grpSp>
        <p:nvGrpSpPr>
          <p:cNvPr id="8847" name="Google Shape;8847;p126"/>
          <p:cNvGrpSpPr/>
          <p:nvPr/>
        </p:nvGrpSpPr>
        <p:grpSpPr>
          <a:xfrm>
            <a:off x="732428" y="1171356"/>
            <a:ext cx="845921" cy="690752"/>
            <a:chOff x="732428" y="1198513"/>
            <a:chExt cx="845921" cy="690752"/>
          </a:xfrm>
        </p:grpSpPr>
        <p:grpSp>
          <p:nvGrpSpPr>
            <p:cNvPr id="8848" name="Google Shape;8848;p126"/>
            <p:cNvGrpSpPr/>
            <p:nvPr/>
          </p:nvGrpSpPr>
          <p:grpSpPr>
            <a:xfrm>
              <a:off x="823030" y="1198513"/>
              <a:ext cx="755319" cy="690752"/>
              <a:chOff x="823030" y="1198513"/>
              <a:chExt cx="755319" cy="690752"/>
            </a:xfrm>
          </p:grpSpPr>
          <p:sp>
            <p:nvSpPr>
              <p:cNvPr id="8849" name="Google Shape;8849;p126"/>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126"/>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126"/>
            <p:cNvGrpSpPr/>
            <p:nvPr/>
          </p:nvGrpSpPr>
          <p:grpSpPr>
            <a:xfrm>
              <a:off x="732428" y="1239937"/>
              <a:ext cx="739912" cy="607886"/>
              <a:chOff x="732428" y="1239937"/>
              <a:chExt cx="739912" cy="607886"/>
            </a:xfrm>
          </p:grpSpPr>
          <p:sp>
            <p:nvSpPr>
              <p:cNvPr id="8852" name="Google Shape;8852;p126"/>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126"/>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4" name="Google Shape;8854;p126"/>
            <p:cNvGrpSpPr/>
            <p:nvPr/>
          </p:nvGrpSpPr>
          <p:grpSpPr>
            <a:xfrm>
              <a:off x="732428" y="1277018"/>
              <a:ext cx="702832" cy="533758"/>
              <a:chOff x="732428" y="1277018"/>
              <a:chExt cx="702832" cy="533758"/>
            </a:xfrm>
          </p:grpSpPr>
          <p:sp>
            <p:nvSpPr>
              <p:cNvPr id="8855" name="Google Shape;8855;p126"/>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126"/>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7" name="Google Shape;8857;p126"/>
            <p:cNvGrpSpPr/>
            <p:nvPr/>
          </p:nvGrpSpPr>
          <p:grpSpPr>
            <a:xfrm>
              <a:off x="931170" y="1306653"/>
              <a:ext cx="647179" cy="474455"/>
              <a:chOff x="931170" y="1306653"/>
              <a:chExt cx="647179" cy="474455"/>
            </a:xfrm>
          </p:grpSpPr>
          <p:sp>
            <p:nvSpPr>
              <p:cNvPr id="8858" name="Google Shape;8858;p126"/>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126"/>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60" name="Google Shape;8860;p126"/>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1" name="Google Shape;8861;p126"/>
          <p:cNvGrpSpPr/>
          <p:nvPr/>
        </p:nvGrpSpPr>
        <p:grpSpPr>
          <a:xfrm>
            <a:off x="3964037" y="1171363"/>
            <a:ext cx="634656" cy="699982"/>
            <a:chOff x="5985650" y="2860025"/>
            <a:chExt cx="1396075" cy="1539775"/>
          </a:xfrm>
        </p:grpSpPr>
        <p:sp>
          <p:nvSpPr>
            <p:cNvPr id="8862" name="Google Shape;8862;p126"/>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126"/>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126"/>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126"/>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126"/>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126"/>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126"/>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126"/>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126"/>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126"/>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126"/>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126"/>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126"/>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126"/>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126"/>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126"/>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126"/>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126"/>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126"/>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126"/>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126"/>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126"/>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126"/>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126"/>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126"/>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126"/>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126"/>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126"/>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126"/>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126"/>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126"/>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126"/>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4" name="Google Shape;8894;p126"/>
          <p:cNvGrpSpPr/>
          <p:nvPr/>
        </p:nvGrpSpPr>
        <p:grpSpPr>
          <a:xfrm>
            <a:off x="4719687" y="1171356"/>
            <a:ext cx="725845" cy="699975"/>
            <a:chOff x="4249973" y="1201875"/>
            <a:chExt cx="1958568" cy="1888762"/>
          </a:xfrm>
        </p:grpSpPr>
        <p:sp>
          <p:nvSpPr>
            <p:cNvPr id="8895" name="Google Shape;8895;p126"/>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96" name="Google Shape;8896;p126"/>
            <p:cNvGrpSpPr/>
            <p:nvPr/>
          </p:nvGrpSpPr>
          <p:grpSpPr>
            <a:xfrm>
              <a:off x="5853086" y="1789142"/>
              <a:ext cx="355454" cy="1048099"/>
              <a:chOff x="5576108" y="2016725"/>
              <a:chExt cx="565200" cy="1666560"/>
            </a:xfrm>
          </p:grpSpPr>
          <p:sp>
            <p:nvSpPr>
              <p:cNvPr id="8897" name="Google Shape;8897;p126"/>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898" name="Google Shape;8898;p126"/>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9" name="Google Shape;8899;p126"/>
            <p:cNvGrpSpPr/>
            <p:nvPr/>
          </p:nvGrpSpPr>
          <p:grpSpPr>
            <a:xfrm>
              <a:off x="4869455" y="2691676"/>
              <a:ext cx="1013897" cy="398961"/>
              <a:chOff x="4012057" y="3451825"/>
              <a:chExt cx="1612175" cy="634379"/>
            </a:xfrm>
          </p:grpSpPr>
          <p:sp>
            <p:nvSpPr>
              <p:cNvPr id="8900" name="Google Shape;8900;p126"/>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901" name="Google Shape;8901;p126"/>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2" name="Google Shape;8902;p126"/>
            <p:cNvGrpSpPr/>
            <p:nvPr/>
          </p:nvGrpSpPr>
          <p:grpSpPr>
            <a:xfrm>
              <a:off x="4276937" y="2155961"/>
              <a:ext cx="651965" cy="891358"/>
              <a:chOff x="3069908" y="2599997"/>
              <a:chExt cx="1036675" cy="1417328"/>
            </a:xfrm>
          </p:grpSpPr>
          <p:sp>
            <p:nvSpPr>
              <p:cNvPr id="8903" name="Google Shape;8903;p126"/>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904" name="Google Shape;8904;p126"/>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5" name="Google Shape;8905;p126"/>
            <p:cNvGrpSpPr/>
            <p:nvPr/>
          </p:nvGrpSpPr>
          <p:grpSpPr>
            <a:xfrm>
              <a:off x="5054918" y="1201875"/>
              <a:ext cx="999548" cy="602711"/>
              <a:chOff x="4306958" y="1082925"/>
              <a:chExt cx="1589359" cy="958358"/>
            </a:xfrm>
          </p:grpSpPr>
          <p:sp>
            <p:nvSpPr>
              <p:cNvPr id="8906" name="Google Shape;8906;p126"/>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907" name="Google Shape;8907;p126"/>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8" name="Google Shape;8908;p126"/>
            <p:cNvGrpSpPr/>
            <p:nvPr/>
          </p:nvGrpSpPr>
          <p:grpSpPr>
            <a:xfrm>
              <a:off x="4249973" y="1303451"/>
              <a:ext cx="799317" cy="841334"/>
              <a:chOff x="3027033" y="1244439"/>
              <a:chExt cx="1270977" cy="1337786"/>
            </a:xfrm>
          </p:grpSpPr>
          <p:sp>
            <p:nvSpPr>
              <p:cNvPr id="8909" name="Google Shape;8909;p126"/>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910" name="Google Shape;8910;p126"/>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11" name="Google Shape;8911;p126"/>
          <p:cNvGrpSpPr/>
          <p:nvPr/>
        </p:nvGrpSpPr>
        <p:grpSpPr>
          <a:xfrm>
            <a:off x="4072551" y="2058137"/>
            <a:ext cx="750769" cy="683784"/>
            <a:chOff x="4204684" y="2104422"/>
            <a:chExt cx="699822" cy="637382"/>
          </a:xfrm>
        </p:grpSpPr>
        <p:grpSp>
          <p:nvGrpSpPr>
            <p:cNvPr id="8912" name="Google Shape;8912;p126"/>
            <p:cNvGrpSpPr/>
            <p:nvPr/>
          </p:nvGrpSpPr>
          <p:grpSpPr>
            <a:xfrm>
              <a:off x="4204684" y="2430067"/>
              <a:ext cx="342957" cy="311738"/>
              <a:chOff x="4204684" y="2430067"/>
              <a:chExt cx="342957" cy="311738"/>
            </a:xfrm>
          </p:grpSpPr>
          <p:sp>
            <p:nvSpPr>
              <p:cNvPr id="8913" name="Google Shape;8913;p126"/>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126"/>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5" name="Google Shape;8915;p126"/>
            <p:cNvGrpSpPr/>
            <p:nvPr/>
          </p:nvGrpSpPr>
          <p:grpSpPr>
            <a:xfrm>
              <a:off x="4561586" y="2430067"/>
              <a:ext cx="342920" cy="311738"/>
              <a:chOff x="4561586" y="2430067"/>
              <a:chExt cx="342920" cy="311738"/>
            </a:xfrm>
          </p:grpSpPr>
          <p:sp>
            <p:nvSpPr>
              <p:cNvPr id="8916" name="Google Shape;8916;p126"/>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126"/>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8" name="Google Shape;8918;p126"/>
            <p:cNvGrpSpPr/>
            <p:nvPr/>
          </p:nvGrpSpPr>
          <p:grpSpPr>
            <a:xfrm>
              <a:off x="4561586" y="2104422"/>
              <a:ext cx="342920" cy="311738"/>
              <a:chOff x="4561586" y="2104422"/>
              <a:chExt cx="342920" cy="311738"/>
            </a:xfrm>
          </p:grpSpPr>
          <p:sp>
            <p:nvSpPr>
              <p:cNvPr id="8919" name="Google Shape;8919;p126"/>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126"/>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1" name="Google Shape;8921;p126"/>
            <p:cNvGrpSpPr/>
            <p:nvPr/>
          </p:nvGrpSpPr>
          <p:grpSpPr>
            <a:xfrm>
              <a:off x="4204684" y="2104422"/>
              <a:ext cx="342957" cy="311664"/>
              <a:chOff x="4204684" y="2104422"/>
              <a:chExt cx="342957" cy="311664"/>
            </a:xfrm>
          </p:grpSpPr>
          <p:sp>
            <p:nvSpPr>
              <p:cNvPr id="8922" name="Google Shape;8922;p126"/>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126"/>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24" name="Google Shape;8924;p126"/>
          <p:cNvGrpSpPr/>
          <p:nvPr/>
        </p:nvGrpSpPr>
        <p:grpSpPr>
          <a:xfrm>
            <a:off x="5536984" y="1171351"/>
            <a:ext cx="660591" cy="688867"/>
            <a:chOff x="5830645" y="1267368"/>
            <a:chExt cx="530340" cy="553040"/>
          </a:xfrm>
        </p:grpSpPr>
        <p:sp>
          <p:nvSpPr>
            <p:cNvPr id="8925" name="Google Shape;8925;p126"/>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6" name="Google Shape;8926;p126"/>
            <p:cNvGrpSpPr/>
            <p:nvPr/>
          </p:nvGrpSpPr>
          <p:grpSpPr>
            <a:xfrm>
              <a:off x="5830645" y="1267368"/>
              <a:ext cx="259743" cy="269909"/>
              <a:chOff x="5830645" y="1267368"/>
              <a:chExt cx="259743" cy="269909"/>
            </a:xfrm>
          </p:grpSpPr>
          <p:sp>
            <p:nvSpPr>
              <p:cNvPr id="8927" name="Google Shape;8927;p126"/>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126"/>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9" name="Google Shape;8929;p126"/>
            <p:cNvGrpSpPr/>
            <p:nvPr/>
          </p:nvGrpSpPr>
          <p:grpSpPr>
            <a:xfrm>
              <a:off x="6101293" y="1267368"/>
              <a:ext cx="259692" cy="269909"/>
              <a:chOff x="6101293" y="1267368"/>
              <a:chExt cx="259692" cy="269909"/>
            </a:xfrm>
          </p:grpSpPr>
          <p:sp>
            <p:nvSpPr>
              <p:cNvPr id="8930" name="Google Shape;8930;p126"/>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126"/>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126"/>
            <p:cNvGrpSpPr/>
            <p:nvPr/>
          </p:nvGrpSpPr>
          <p:grpSpPr>
            <a:xfrm>
              <a:off x="5830645" y="1550500"/>
              <a:ext cx="259692" cy="269909"/>
              <a:chOff x="5830645" y="1550500"/>
              <a:chExt cx="259692" cy="269909"/>
            </a:xfrm>
          </p:grpSpPr>
          <p:sp>
            <p:nvSpPr>
              <p:cNvPr id="8933" name="Google Shape;8933;p126"/>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126"/>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5" name="Google Shape;8935;p126"/>
            <p:cNvGrpSpPr/>
            <p:nvPr/>
          </p:nvGrpSpPr>
          <p:grpSpPr>
            <a:xfrm>
              <a:off x="6101293" y="1550500"/>
              <a:ext cx="259692" cy="269909"/>
              <a:chOff x="6101293" y="1550500"/>
              <a:chExt cx="259692" cy="269909"/>
            </a:xfrm>
          </p:grpSpPr>
          <p:sp>
            <p:nvSpPr>
              <p:cNvPr id="8936" name="Google Shape;8936;p126"/>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126"/>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38" name="Google Shape;8938;p126"/>
          <p:cNvGrpSpPr/>
          <p:nvPr/>
        </p:nvGrpSpPr>
        <p:grpSpPr>
          <a:xfrm>
            <a:off x="739138" y="2061810"/>
            <a:ext cx="697154" cy="679574"/>
            <a:chOff x="2679875" y="2361475"/>
            <a:chExt cx="780425" cy="760575"/>
          </a:xfrm>
        </p:grpSpPr>
        <p:sp>
          <p:nvSpPr>
            <p:cNvPr id="8939" name="Google Shape;8939;p126"/>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126"/>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126"/>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126"/>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126"/>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126"/>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5" name="Google Shape;8945;p126"/>
          <p:cNvGrpSpPr/>
          <p:nvPr/>
        </p:nvGrpSpPr>
        <p:grpSpPr>
          <a:xfrm>
            <a:off x="3138297" y="1171402"/>
            <a:ext cx="735829" cy="684547"/>
            <a:chOff x="3351965" y="1148808"/>
            <a:chExt cx="750770" cy="698375"/>
          </a:xfrm>
        </p:grpSpPr>
        <p:grpSp>
          <p:nvGrpSpPr>
            <p:cNvPr id="8946" name="Google Shape;8946;p126"/>
            <p:cNvGrpSpPr/>
            <p:nvPr/>
          </p:nvGrpSpPr>
          <p:grpSpPr>
            <a:xfrm>
              <a:off x="3586796" y="1148808"/>
              <a:ext cx="294857" cy="286830"/>
              <a:chOff x="3750225" y="1774000"/>
              <a:chExt cx="149575" cy="145525"/>
            </a:xfrm>
          </p:grpSpPr>
          <p:sp>
            <p:nvSpPr>
              <p:cNvPr id="8947" name="Google Shape;8947;p126"/>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126"/>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9" name="Google Shape;8949;p126"/>
            <p:cNvGrpSpPr/>
            <p:nvPr/>
          </p:nvGrpSpPr>
          <p:grpSpPr>
            <a:xfrm>
              <a:off x="3779245" y="1375768"/>
              <a:ext cx="323490" cy="286978"/>
              <a:chOff x="3847850" y="1889150"/>
              <a:chExt cx="164100" cy="145600"/>
            </a:xfrm>
          </p:grpSpPr>
          <p:sp>
            <p:nvSpPr>
              <p:cNvPr id="8950" name="Google Shape;8950;p126"/>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126"/>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2" name="Google Shape;8952;p126"/>
            <p:cNvGrpSpPr/>
            <p:nvPr/>
          </p:nvGrpSpPr>
          <p:grpSpPr>
            <a:xfrm>
              <a:off x="3351965" y="1330435"/>
              <a:ext cx="295449" cy="285401"/>
              <a:chOff x="3631100" y="1866150"/>
              <a:chExt cx="149875" cy="144800"/>
            </a:xfrm>
          </p:grpSpPr>
          <p:sp>
            <p:nvSpPr>
              <p:cNvPr id="8953" name="Google Shape;8953;p126"/>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126"/>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5" name="Google Shape;8955;p126"/>
            <p:cNvGrpSpPr/>
            <p:nvPr/>
          </p:nvGrpSpPr>
          <p:grpSpPr>
            <a:xfrm>
              <a:off x="3548208" y="1560352"/>
              <a:ext cx="294808" cy="286830"/>
              <a:chOff x="3730650" y="1982800"/>
              <a:chExt cx="149550" cy="145525"/>
            </a:xfrm>
          </p:grpSpPr>
          <p:sp>
            <p:nvSpPr>
              <p:cNvPr id="8956" name="Google Shape;8956;p126"/>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126"/>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58" name="Google Shape;8958;p126"/>
          <p:cNvGrpSpPr/>
          <p:nvPr/>
        </p:nvGrpSpPr>
        <p:grpSpPr>
          <a:xfrm>
            <a:off x="7639949" y="1171356"/>
            <a:ext cx="804565" cy="677795"/>
            <a:chOff x="7636443" y="1204988"/>
            <a:chExt cx="804565" cy="677795"/>
          </a:xfrm>
        </p:grpSpPr>
        <p:grpSp>
          <p:nvGrpSpPr>
            <p:cNvPr id="8959" name="Google Shape;8959;p126"/>
            <p:cNvGrpSpPr/>
            <p:nvPr/>
          </p:nvGrpSpPr>
          <p:grpSpPr>
            <a:xfrm>
              <a:off x="7636443" y="1509705"/>
              <a:ext cx="804565" cy="373078"/>
              <a:chOff x="7636443" y="1509705"/>
              <a:chExt cx="804565" cy="373078"/>
            </a:xfrm>
          </p:grpSpPr>
          <p:sp>
            <p:nvSpPr>
              <p:cNvPr id="8960" name="Google Shape;8960;p126"/>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126"/>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2" name="Google Shape;8962;p126"/>
            <p:cNvGrpSpPr/>
            <p:nvPr/>
          </p:nvGrpSpPr>
          <p:grpSpPr>
            <a:xfrm>
              <a:off x="7636443" y="1408133"/>
              <a:ext cx="804565" cy="373078"/>
              <a:chOff x="7636443" y="1408133"/>
              <a:chExt cx="804565" cy="373078"/>
            </a:xfrm>
          </p:grpSpPr>
          <p:sp>
            <p:nvSpPr>
              <p:cNvPr id="8963" name="Google Shape;8963;p126"/>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126"/>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5" name="Google Shape;8965;p126"/>
            <p:cNvGrpSpPr/>
            <p:nvPr/>
          </p:nvGrpSpPr>
          <p:grpSpPr>
            <a:xfrm>
              <a:off x="7636443" y="1306560"/>
              <a:ext cx="804565" cy="373078"/>
              <a:chOff x="7636443" y="1306560"/>
              <a:chExt cx="804565" cy="373078"/>
            </a:xfrm>
          </p:grpSpPr>
          <p:sp>
            <p:nvSpPr>
              <p:cNvPr id="8966" name="Google Shape;8966;p126"/>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126"/>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8" name="Google Shape;8968;p126"/>
            <p:cNvGrpSpPr/>
            <p:nvPr/>
          </p:nvGrpSpPr>
          <p:grpSpPr>
            <a:xfrm>
              <a:off x="7636443" y="1204988"/>
              <a:ext cx="804565" cy="373078"/>
              <a:chOff x="7636443" y="1204988"/>
              <a:chExt cx="804565" cy="373078"/>
            </a:xfrm>
          </p:grpSpPr>
          <p:sp>
            <p:nvSpPr>
              <p:cNvPr id="8969" name="Google Shape;8969;p126"/>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126"/>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71" name="Google Shape;8971;p126"/>
          <p:cNvGrpSpPr/>
          <p:nvPr/>
        </p:nvGrpSpPr>
        <p:grpSpPr>
          <a:xfrm>
            <a:off x="4978796" y="2078771"/>
            <a:ext cx="661339" cy="661188"/>
            <a:chOff x="3990000" y="975400"/>
            <a:chExt cx="3934200" cy="3933300"/>
          </a:xfrm>
        </p:grpSpPr>
        <p:sp>
          <p:nvSpPr>
            <p:cNvPr id="8972" name="Google Shape;8972;p126"/>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126"/>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126"/>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126"/>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6" name="Google Shape;8976;p126"/>
          <p:cNvGrpSpPr/>
          <p:nvPr/>
        </p:nvGrpSpPr>
        <p:grpSpPr>
          <a:xfrm>
            <a:off x="6622444" y="2057409"/>
            <a:ext cx="868881" cy="684241"/>
            <a:chOff x="6598259" y="2078634"/>
            <a:chExt cx="868881" cy="684241"/>
          </a:xfrm>
        </p:grpSpPr>
        <p:sp>
          <p:nvSpPr>
            <p:cNvPr id="8977" name="Google Shape;8977;p126"/>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126"/>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126"/>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126"/>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126"/>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126"/>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83" name="Google Shape;8983;p126"/>
            <p:cNvGrpSpPr/>
            <p:nvPr/>
          </p:nvGrpSpPr>
          <p:grpSpPr>
            <a:xfrm>
              <a:off x="6808175" y="2078634"/>
              <a:ext cx="452229" cy="684241"/>
              <a:chOff x="6808175" y="2078634"/>
              <a:chExt cx="452229" cy="684241"/>
            </a:xfrm>
          </p:grpSpPr>
          <p:sp>
            <p:nvSpPr>
              <p:cNvPr id="8984" name="Google Shape;8984;p126"/>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126"/>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126"/>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126"/>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126"/>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126"/>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90" name="Google Shape;8990;p126"/>
              <p:cNvGrpSpPr/>
              <p:nvPr/>
            </p:nvGrpSpPr>
            <p:grpSpPr>
              <a:xfrm>
                <a:off x="6821586" y="2078634"/>
                <a:ext cx="426871" cy="684241"/>
                <a:chOff x="6821586" y="2078634"/>
                <a:chExt cx="426871" cy="684241"/>
              </a:xfrm>
            </p:grpSpPr>
            <p:grpSp>
              <p:nvGrpSpPr>
                <p:cNvPr id="8991" name="Google Shape;8991;p126"/>
                <p:cNvGrpSpPr/>
                <p:nvPr/>
              </p:nvGrpSpPr>
              <p:grpSpPr>
                <a:xfrm>
                  <a:off x="6821586" y="2078634"/>
                  <a:ext cx="426871" cy="684241"/>
                  <a:chOff x="6821586" y="2078634"/>
                  <a:chExt cx="426871" cy="684241"/>
                </a:xfrm>
              </p:grpSpPr>
              <p:sp>
                <p:nvSpPr>
                  <p:cNvPr id="8992" name="Google Shape;8992;p126"/>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126"/>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126"/>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126"/>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126"/>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126"/>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126"/>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126"/>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126"/>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126"/>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126"/>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126"/>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126"/>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126"/>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126"/>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126"/>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126"/>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126"/>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126"/>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11" name="Google Shape;9011;p126"/>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126"/>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126"/>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126"/>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126"/>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126"/>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017" name="Google Shape;9017;p126"/>
          <p:cNvGrpSpPr/>
          <p:nvPr/>
        </p:nvGrpSpPr>
        <p:grpSpPr>
          <a:xfrm>
            <a:off x="5795610" y="2063018"/>
            <a:ext cx="671358" cy="671358"/>
            <a:chOff x="6535625" y="760425"/>
            <a:chExt cx="1665900" cy="1665900"/>
          </a:xfrm>
        </p:grpSpPr>
        <p:sp>
          <p:nvSpPr>
            <p:cNvPr id="9018" name="Google Shape;9018;p126"/>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126"/>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126"/>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126"/>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2" name="Google Shape;9022;p126"/>
          <p:cNvGrpSpPr/>
          <p:nvPr/>
        </p:nvGrpSpPr>
        <p:grpSpPr>
          <a:xfrm>
            <a:off x="732427" y="3731418"/>
            <a:ext cx="1340789" cy="640830"/>
            <a:chOff x="238125" y="1151100"/>
            <a:chExt cx="7139450" cy="3412300"/>
          </a:xfrm>
        </p:grpSpPr>
        <p:sp>
          <p:nvSpPr>
            <p:cNvPr id="9023" name="Google Shape;9023;p126"/>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126"/>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126"/>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126"/>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126"/>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126"/>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126"/>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126"/>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126"/>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126"/>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126"/>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126"/>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126"/>
          <p:cNvGrpSpPr/>
          <p:nvPr/>
        </p:nvGrpSpPr>
        <p:grpSpPr>
          <a:xfrm>
            <a:off x="5599650" y="2934699"/>
            <a:ext cx="985357" cy="585764"/>
            <a:chOff x="5145061" y="2881789"/>
            <a:chExt cx="1107641" cy="658458"/>
          </a:xfrm>
        </p:grpSpPr>
        <p:grpSp>
          <p:nvGrpSpPr>
            <p:cNvPr id="9036" name="Google Shape;9036;p126"/>
            <p:cNvGrpSpPr/>
            <p:nvPr/>
          </p:nvGrpSpPr>
          <p:grpSpPr>
            <a:xfrm>
              <a:off x="5722989" y="3244587"/>
              <a:ext cx="529713" cy="295659"/>
              <a:chOff x="5722989" y="3244587"/>
              <a:chExt cx="529713" cy="295659"/>
            </a:xfrm>
          </p:grpSpPr>
          <p:sp>
            <p:nvSpPr>
              <p:cNvPr id="9037" name="Google Shape;9037;p126"/>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038" name="Google Shape;9038;p126"/>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039" name="Google Shape;9039;p126"/>
            <p:cNvGrpSpPr/>
            <p:nvPr/>
          </p:nvGrpSpPr>
          <p:grpSpPr>
            <a:xfrm>
              <a:off x="5145061" y="3244587"/>
              <a:ext cx="536807" cy="295659"/>
              <a:chOff x="5145061" y="3244587"/>
              <a:chExt cx="536807" cy="295659"/>
            </a:xfrm>
          </p:grpSpPr>
          <p:sp>
            <p:nvSpPr>
              <p:cNvPr id="9040" name="Google Shape;9040;p126"/>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041" name="Google Shape;9041;p126"/>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042" name="Google Shape;9042;p126"/>
            <p:cNvGrpSpPr/>
            <p:nvPr/>
          </p:nvGrpSpPr>
          <p:grpSpPr>
            <a:xfrm>
              <a:off x="5341327" y="2898245"/>
              <a:ext cx="532309" cy="614891"/>
              <a:chOff x="5341327" y="2898245"/>
              <a:chExt cx="532309" cy="614891"/>
            </a:xfrm>
          </p:grpSpPr>
          <p:sp>
            <p:nvSpPr>
              <p:cNvPr id="9043" name="Google Shape;9043;p126"/>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044" name="Google Shape;9044;p126"/>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9045" name="Google Shape;9045;p126"/>
            <p:cNvGrpSpPr/>
            <p:nvPr/>
          </p:nvGrpSpPr>
          <p:grpSpPr>
            <a:xfrm>
              <a:off x="5532290" y="2881789"/>
              <a:ext cx="620516" cy="305456"/>
              <a:chOff x="5532290" y="2881789"/>
              <a:chExt cx="620516" cy="305456"/>
            </a:xfrm>
          </p:grpSpPr>
          <p:sp>
            <p:nvSpPr>
              <p:cNvPr id="9046" name="Google Shape;9046;p126"/>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9047" name="Google Shape;9047;p126"/>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9048" name="Google Shape;9048;p126"/>
          <p:cNvGrpSpPr/>
          <p:nvPr/>
        </p:nvGrpSpPr>
        <p:grpSpPr>
          <a:xfrm>
            <a:off x="8178573" y="3726757"/>
            <a:ext cx="269068" cy="645491"/>
            <a:chOff x="7026852" y="3311869"/>
            <a:chExt cx="434331" cy="1041954"/>
          </a:xfrm>
        </p:grpSpPr>
        <p:sp>
          <p:nvSpPr>
            <p:cNvPr id="9049" name="Google Shape;9049;p126"/>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126"/>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126"/>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2" name="Google Shape;9052;p126"/>
          <p:cNvGrpSpPr/>
          <p:nvPr/>
        </p:nvGrpSpPr>
        <p:grpSpPr>
          <a:xfrm>
            <a:off x="6195154" y="3765995"/>
            <a:ext cx="293882" cy="293836"/>
            <a:chOff x="4873519" y="3311869"/>
            <a:chExt cx="499374" cy="499296"/>
          </a:xfrm>
        </p:grpSpPr>
        <p:sp>
          <p:nvSpPr>
            <p:cNvPr id="9053" name="Google Shape;9053;p126"/>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126"/>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5" name="Google Shape;9055;p126"/>
          <p:cNvGrpSpPr/>
          <p:nvPr/>
        </p:nvGrpSpPr>
        <p:grpSpPr>
          <a:xfrm>
            <a:off x="6195154" y="4078366"/>
            <a:ext cx="293882" cy="293882"/>
            <a:chOff x="4873519" y="3875839"/>
            <a:chExt cx="499374" cy="499374"/>
          </a:xfrm>
        </p:grpSpPr>
        <p:sp>
          <p:nvSpPr>
            <p:cNvPr id="9056" name="Google Shape;9056;p126"/>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126"/>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8" name="Google Shape;9058;p126"/>
          <p:cNvGrpSpPr/>
          <p:nvPr/>
        </p:nvGrpSpPr>
        <p:grpSpPr>
          <a:xfrm>
            <a:off x="2425681" y="2050319"/>
            <a:ext cx="698104" cy="698208"/>
            <a:chOff x="2565073" y="2075876"/>
            <a:chExt cx="672482" cy="672518"/>
          </a:xfrm>
        </p:grpSpPr>
        <p:sp>
          <p:nvSpPr>
            <p:cNvPr id="9059" name="Google Shape;9059;p126"/>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126"/>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126"/>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126"/>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126"/>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126"/>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5" name="Google Shape;9065;p126"/>
          <p:cNvGrpSpPr/>
          <p:nvPr/>
        </p:nvGrpSpPr>
        <p:grpSpPr>
          <a:xfrm>
            <a:off x="5649092" y="3734919"/>
            <a:ext cx="438354" cy="637329"/>
            <a:chOff x="1697726" y="3244179"/>
            <a:chExt cx="788124" cy="1146069"/>
          </a:xfrm>
        </p:grpSpPr>
        <p:sp>
          <p:nvSpPr>
            <p:cNvPr id="9066" name="Google Shape;9066;p126"/>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126"/>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68" name="Google Shape;9068;p126"/>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69" name="Google Shape;9069;p126"/>
          <p:cNvGrpSpPr/>
          <p:nvPr/>
        </p:nvGrpSpPr>
        <p:grpSpPr>
          <a:xfrm>
            <a:off x="7650306" y="2063282"/>
            <a:ext cx="799565" cy="670282"/>
            <a:chOff x="7617850" y="2063282"/>
            <a:chExt cx="799565" cy="670282"/>
          </a:xfrm>
        </p:grpSpPr>
        <p:cxnSp>
          <p:nvCxnSpPr>
            <p:cNvPr id="9070" name="Google Shape;9070;p126"/>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071" name="Google Shape;9071;p126"/>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072" name="Google Shape;9072;p126"/>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073" name="Google Shape;9073;p126"/>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9074" name="Google Shape;9074;p126"/>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9075" name="Google Shape;9075;p126"/>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9076" name="Google Shape;9076;p126"/>
            <p:cNvGrpSpPr/>
            <p:nvPr/>
          </p:nvGrpSpPr>
          <p:grpSpPr>
            <a:xfrm>
              <a:off x="7734309" y="2063282"/>
              <a:ext cx="570957" cy="620095"/>
              <a:chOff x="7734309" y="2063282"/>
              <a:chExt cx="570957" cy="620095"/>
            </a:xfrm>
          </p:grpSpPr>
          <p:grpSp>
            <p:nvGrpSpPr>
              <p:cNvPr id="9077" name="Google Shape;9077;p126"/>
              <p:cNvGrpSpPr/>
              <p:nvPr/>
            </p:nvGrpSpPr>
            <p:grpSpPr>
              <a:xfrm>
                <a:off x="8031573" y="2063282"/>
                <a:ext cx="273693" cy="620095"/>
                <a:chOff x="8031573" y="2063282"/>
                <a:chExt cx="273693" cy="620095"/>
              </a:xfrm>
            </p:grpSpPr>
            <p:sp>
              <p:nvSpPr>
                <p:cNvPr id="9078" name="Google Shape;9078;p12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12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12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12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2" name="Google Shape;9082;p126"/>
              <p:cNvGrpSpPr/>
              <p:nvPr/>
            </p:nvGrpSpPr>
            <p:grpSpPr>
              <a:xfrm flipH="1">
                <a:off x="7734309" y="2063282"/>
                <a:ext cx="273693" cy="620095"/>
                <a:chOff x="8031573" y="2063282"/>
                <a:chExt cx="273693" cy="620095"/>
              </a:xfrm>
            </p:grpSpPr>
            <p:sp>
              <p:nvSpPr>
                <p:cNvPr id="9083" name="Google Shape;9083;p12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12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12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12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9087" name="Google Shape;9087;p126"/>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126"/>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89" name="Google Shape;9089;p126"/>
          <p:cNvGrpSpPr/>
          <p:nvPr/>
        </p:nvGrpSpPr>
        <p:grpSpPr>
          <a:xfrm>
            <a:off x="7836913" y="2916765"/>
            <a:ext cx="602567" cy="601884"/>
            <a:chOff x="1186975" y="238125"/>
            <a:chExt cx="5244275" cy="5238325"/>
          </a:xfrm>
        </p:grpSpPr>
        <p:sp>
          <p:nvSpPr>
            <p:cNvPr id="9090" name="Google Shape;9090;p126"/>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126"/>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126"/>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126"/>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4" name="Google Shape;9094;p126"/>
          <p:cNvGrpSpPr/>
          <p:nvPr/>
        </p:nvGrpSpPr>
        <p:grpSpPr>
          <a:xfrm>
            <a:off x="3279650" y="2056249"/>
            <a:ext cx="651848" cy="687338"/>
            <a:chOff x="3400515" y="2056248"/>
            <a:chExt cx="698134" cy="735987"/>
          </a:xfrm>
        </p:grpSpPr>
        <p:grpSp>
          <p:nvGrpSpPr>
            <p:cNvPr id="9095" name="Google Shape;9095;p126"/>
            <p:cNvGrpSpPr/>
            <p:nvPr/>
          </p:nvGrpSpPr>
          <p:grpSpPr>
            <a:xfrm>
              <a:off x="3400515" y="2283913"/>
              <a:ext cx="312919" cy="219900"/>
              <a:chOff x="3400515" y="2283913"/>
              <a:chExt cx="312919" cy="219900"/>
            </a:xfrm>
          </p:grpSpPr>
          <p:sp>
            <p:nvSpPr>
              <p:cNvPr id="9096" name="Google Shape;9096;p126"/>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097" name="Google Shape;9097;p126"/>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9098" name="Google Shape;9098;p126"/>
            <p:cNvGrpSpPr/>
            <p:nvPr/>
          </p:nvGrpSpPr>
          <p:grpSpPr>
            <a:xfrm>
              <a:off x="3547823" y="2461089"/>
              <a:ext cx="219900" cy="331146"/>
              <a:chOff x="3547823" y="2461089"/>
              <a:chExt cx="219900" cy="331146"/>
            </a:xfrm>
          </p:grpSpPr>
          <p:sp>
            <p:nvSpPr>
              <p:cNvPr id="9099" name="Google Shape;9099;p126"/>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100" name="Google Shape;9100;p126"/>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9101" name="Google Shape;9101;p126"/>
            <p:cNvGrpSpPr/>
            <p:nvPr/>
          </p:nvGrpSpPr>
          <p:grpSpPr>
            <a:xfrm>
              <a:off x="3734138" y="2461089"/>
              <a:ext cx="219900" cy="331146"/>
              <a:chOff x="3734138" y="2461089"/>
              <a:chExt cx="219900" cy="331146"/>
            </a:xfrm>
          </p:grpSpPr>
          <p:sp>
            <p:nvSpPr>
              <p:cNvPr id="9102" name="Google Shape;9102;p126"/>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103" name="Google Shape;9103;p126"/>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9104" name="Google Shape;9104;p126"/>
            <p:cNvGrpSpPr/>
            <p:nvPr/>
          </p:nvGrpSpPr>
          <p:grpSpPr>
            <a:xfrm>
              <a:off x="3787560" y="2281742"/>
              <a:ext cx="311089" cy="219900"/>
              <a:chOff x="3787560" y="2281742"/>
              <a:chExt cx="311089" cy="219900"/>
            </a:xfrm>
          </p:grpSpPr>
          <p:sp>
            <p:nvSpPr>
              <p:cNvPr id="9105" name="Google Shape;9105;p126"/>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9106" name="Google Shape;9106;p126"/>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9107" name="Google Shape;9107;p126"/>
            <p:cNvGrpSpPr/>
            <p:nvPr/>
          </p:nvGrpSpPr>
          <p:grpSpPr>
            <a:xfrm>
              <a:off x="3637290" y="2056248"/>
              <a:ext cx="219900" cy="330736"/>
              <a:chOff x="3637290" y="2056248"/>
              <a:chExt cx="219900" cy="330736"/>
            </a:xfrm>
          </p:grpSpPr>
          <p:sp>
            <p:nvSpPr>
              <p:cNvPr id="9108" name="Google Shape;9108;p126"/>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9109" name="Google Shape;9109;p126"/>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9110" name="Google Shape;9110;p126"/>
          <p:cNvGrpSpPr/>
          <p:nvPr/>
        </p:nvGrpSpPr>
        <p:grpSpPr>
          <a:xfrm>
            <a:off x="2571356" y="2926255"/>
            <a:ext cx="1268144" cy="592394"/>
            <a:chOff x="238125" y="1188750"/>
            <a:chExt cx="7140450" cy="3335550"/>
          </a:xfrm>
        </p:grpSpPr>
        <p:sp>
          <p:nvSpPr>
            <p:cNvPr id="9111" name="Google Shape;9111;p126"/>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126"/>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126"/>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126"/>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126"/>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6" name="Google Shape;9116;p126"/>
          <p:cNvGrpSpPr/>
          <p:nvPr/>
        </p:nvGrpSpPr>
        <p:grpSpPr>
          <a:xfrm>
            <a:off x="6679257" y="2928410"/>
            <a:ext cx="1053944" cy="590147"/>
            <a:chOff x="238125" y="1335475"/>
            <a:chExt cx="5418735" cy="3034175"/>
          </a:xfrm>
        </p:grpSpPr>
        <p:sp>
          <p:nvSpPr>
            <p:cNvPr id="9117" name="Google Shape;9117;p126"/>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126"/>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126"/>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0" name="Google Shape;9120;p126"/>
          <p:cNvGrpSpPr/>
          <p:nvPr/>
        </p:nvGrpSpPr>
        <p:grpSpPr>
          <a:xfrm>
            <a:off x="4110066" y="3733309"/>
            <a:ext cx="1268207" cy="638939"/>
            <a:chOff x="3967651" y="3645904"/>
            <a:chExt cx="1479304" cy="745292"/>
          </a:xfrm>
        </p:grpSpPr>
        <p:grpSp>
          <p:nvGrpSpPr>
            <p:cNvPr id="9121" name="Google Shape;9121;p126"/>
            <p:cNvGrpSpPr/>
            <p:nvPr/>
          </p:nvGrpSpPr>
          <p:grpSpPr>
            <a:xfrm>
              <a:off x="3967651" y="4009026"/>
              <a:ext cx="1479304" cy="382170"/>
              <a:chOff x="3967651" y="4009026"/>
              <a:chExt cx="1479304" cy="382170"/>
            </a:xfrm>
          </p:grpSpPr>
          <p:grpSp>
            <p:nvGrpSpPr>
              <p:cNvPr id="9122" name="Google Shape;9122;p126"/>
              <p:cNvGrpSpPr/>
              <p:nvPr/>
            </p:nvGrpSpPr>
            <p:grpSpPr>
              <a:xfrm>
                <a:off x="4892216" y="4195630"/>
                <a:ext cx="554739" cy="195566"/>
                <a:chOff x="3604375" y="4892160"/>
                <a:chExt cx="1651500" cy="582215"/>
              </a:xfrm>
            </p:grpSpPr>
            <p:sp>
              <p:nvSpPr>
                <p:cNvPr id="9123" name="Google Shape;9123;p126"/>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126"/>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5" name="Google Shape;9125;p126"/>
              <p:cNvGrpSpPr/>
              <p:nvPr/>
            </p:nvGrpSpPr>
            <p:grpSpPr>
              <a:xfrm>
                <a:off x="3967651" y="4146303"/>
                <a:ext cx="579402" cy="244893"/>
                <a:chOff x="851875" y="4745310"/>
                <a:chExt cx="1724925" cy="729065"/>
              </a:xfrm>
            </p:grpSpPr>
            <p:sp>
              <p:nvSpPr>
                <p:cNvPr id="9126" name="Google Shape;9126;p126"/>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126"/>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8" name="Google Shape;9128;p126"/>
              <p:cNvGrpSpPr/>
              <p:nvPr/>
            </p:nvGrpSpPr>
            <p:grpSpPr>
              <a:xfrm>
                <a:off x="4460753" y="4009026"/>
                <a:ext cx="493110" cy="382170"/>
                <a:chOff x="2319875" y="4336625"/>
                <a:chExt cx="1468025" cy="1137750"/>
              </a:xfrm>
            </p:grpSpPr>
            <p:sp>
              <p:nvSpPr>
                <p:cNvPr id="9129" name="Google Shape;9129;p126"/>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126"/>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31" name="Google Shape;9131;p126"/>
            <p:cNvGrpSpPr/>
            <p:nvPr/>
          </p:nvGrpSpPr>
          <p:grpSpPr>
            <a:xfrm>
              <a:off x="4479443" y="3645904"/>
              <a:ext cx="455965" cy="388789"/>
              <a:chOff x="2957425" y="238100"/>
              <a:chExt cx="1910200" cy="1628775"/>
            </a:xfrm>
          </p:grpSpPr>
          <p:sp>
            <p:nvSpPr>
              <p:cNvPr id="9132" name="Google Shape;9132;p126"/>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126"/>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126"/>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126"/>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126"/>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126"/>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126"/>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126"/>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126"/>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126"/>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42" name="Google Shape;9142;p126"/>
          <p:cNvGrpSpPr/>
          <p:nvPr/>
        </p:nvGrpSpPr>
        <p:grpSpPr>
          <a:xfrm>
            <a:off x="2496179" y="3734510"/>
            <a:ext cx="1243128" cy="637739"/>
            <a:chOff x="2496310" y="3693351"/>
            <a:chExt cx="1342906" cy="688926"/>
          </a:xfrm>
        </p:grpSpPr>
        <p:grpSp>
          <p:nvGrpSpPr>
            <p:cNvPr id="9143" name="Google Shape;9143;p126"/>
            <p:cNvGrpSpPr/>
            <p:nvPr/>
          </p:nvGrpSpPr>
          <p:grpSpPr>
            <a:xfrm>
              <a:off x="2496310" y="3693351"/>
              <a:ext cx="1342906" cy="688875"/>
              <a:chOff x="2496310" y="3693351"/>
              <a:chExt cx="1342906" cy="688875"/>
            </a:xfrm>
          </p:grpSpPr>
          <p:sp>
            <p:nvSpPr>
              <p:cNvPr id="9144" name="Google Shape;9144;p126"/>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126"/>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126"/>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126"/>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126"/>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126"/>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0" name="Google Shape;9150;p126"/>
              <p:cNvCxnSpPr>
                <a:stCxn id="9148"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9151" name="Google Shape;9151;p126"/>
              <p:cNvCxnSpPr>
                <a:stCxn id="9145"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9152" name="Google Shape;9152;p126"/>
              <p:cNvCxnSpPr>
                <a:stCxn id="9146"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9153" name="Google Shape;9153;p126"/>
              <p:cNvCxnSpPr>
                <a:stCxn id="9149"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9154" name="Google Shape;9154;p126"/>
              <p:cNvCxnSpPr>
                <a:stCxn id="9147"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9155" name="Google Shape;9155;p126"/>
            <p:cNvGrpSpPr/>
            <p:nvPr/>
          </p:nvGrpSpPr>
          <p:grpSpPr>
            <a:xfrm>
              <a:off x="2675275" y="3930557"/>
              <a:ext cx="1003306" cy="451719"/>
              <a:chOff x="2675275" y="4174282"/>
              <a:chExt cx="1003306" cy="451719"/>
            </a:xfrm>
          </p:grpSpPr>
          <p:sp>
            <p:nvSpPr>
              <p:cNvPr id="9156" name="Google Shape;9156;p126"/>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126"/>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126"/>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59" name="Google Shape;9159;p126"/>
          <p:cNvGrpSpPr/>
          <p:nvPr/>
        </p:nvGrpSpPr>
        <p:grpSpPr>
          <a:xfrm>
            <a:off x="1669850" y="1171356"/>
            <a:ext cx="574511" cy="874709"/>
            <a:chOff x="1715404" y="1112080"/>
            <a:chExt cx="642270" cy="977984"/>
          </a:xfrm>
        </p:grpSpPr>
        <p:grpSp>
          <p:nvGrpSpPr>
            <p:cNvPr id="9160" name="Google Shape;9160;p126"/>
            <p:cNvGrpSpPr/>
            <p:nvPr/>
          </p:nvGrpSpPr>
          <p:grpSpPr>
            <a:xfrm>
              <a:off x="1715404" y="1112080"/>
              <a:ext cx="642270" cy="977984"/>
              <a:chOff x="1715404" y="1112080"/>
              <a:chExt cx="642270" cy="977984"/>
            </a:xfrm>
          </p:grpSpPr>
          <p:sp>
            <p:nvSpPr>
              <p:cNvPr id="9161" name="Google Shape;9161;p126"/>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126"/>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3" name="Google Shape;9163;p126"/>
            <p:cNvGrpSpPr/>
            <p:nvPr/>
          </p:nvGrpSpPr>
          <p:grpSpPr>
            <a:xfrm>
              <a:off x="1768927" y="1165603"/>
              <a:ext cx="535225" cy="851367"/>
              <a:chOff x="1768927" y="1165603"/>
              <a:chExt cx="535225" cy="851367"/>
            </a:xfrm>
          </p:grpSpPr>
          <p:sp>
            <p:nvSpPr>
              <p:cNvPr id="9164" name="Google Shape;9164;p126"/>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126"/>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6" name="Google Shape;9166;p126"/>
            <p:cNvGrpSpPr/>
            <p:nvPr/>
          </p:nvGrpSpPr>
          <p:grpSpPr>
            <a:xfrm>
              <a:off x="1822449" y="1219125"/>
              <a:ext cx="428180" cy="718859"/>
              <a:chOff x="1822449" y="1219125"/>
              <a:chExt cx="428180" cy="718859"/>
            </a:xfrm>
          </p:grpSpPr>
          <p:sp>
            <p:nvSpPr>
              <p:cNvPr id="9167" name="Google Shape;9167;p126"/>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126"/>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9" name="Google Shape;9169;p126"/>
            <p:cNvGrpSpPr/>
            <p:nvPr/>
          </p:nvGrpSpPr>
          <p:grpSpPr>
            <a:xfrm>
              <a:off x="1875972" y="1272648"/>
              <a:ext cx="321135" cy="586939"/>
              <a:chOff x="1875972" y="1272648"/>
              <a:chExt cx="321135" cy="586939"/>
            </a:xfrm>
          </p:grpSpPr>
          <p:sp>
            <p:nvSpPr>
              <p:cNvPr id="9170" name="Google Shape;9170;p126"/>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126"/>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72" name="Google Shape;9172;p126"/>
          <p:cNvGrpSpPr/>
          <p:nvPr/>
        </p:nvGrpSpPr>
        <p:grpSpPr>
          <a:xfrm>
            <a:off x="7777011" y="3728078"/>
            <a:ext cx="293855" cy="644170"/>
            <a:chOff x="241025" y="3151575"/>
            <a:chExt cx="293855" cy="644170"/>
          </a:xfrm>
        </p:grpSpPr>
        <p:sp>
          <p:nvSpPr>
            <p:cNvPr id="9173" name="Google Shape;9173;p126"/>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126"/>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126"/>
          <p:cNvGrpSpPr/>
          <p:nvPr/>
        </p:nvGrpSpPr>
        <p:grpSpPr>
          <a:xfrm>
            <a:off x="724994" y="2928078"/>
            <a:ext cx="1779649" cy="591620"/>
            <a:chOff x="246070" y="1983375"/>
            <a:chExt cx="1855347" cy="616849"/>
          </a:xfrm>
        </p:grpSpPr>
        <p:sp>
          <p:nvSpPr>
            <p:cNvPr id="9176" name="Google Shape;9176;p126"/>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126"/>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126"/>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126"/>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126"/>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126"/>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126"/>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126"/>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126"/>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126"/>
          <p:cNvGrpSpPr/>
          <p:nvPr/>
        </p:nvGrpSpPr>
        <p:grpSpPr>
          <a:xfrm>
            <a:off x="2335861" y="1171356"/>
            <a:ext cx="711055" cy="745993"/>
            <a:chOff x="2496269" y="1171698"/>
            <a:chExt cx="761953" cy="799392"/>
          </a:xfrm>
        </p:grpSpPr>
        <p:grpSp>
          <p:nvGrpSpPr>
            <p:cNvPr id="9186" name="Google Shape;9186;p126"/>
            <p:cNvGrpSpPr/>
            <p:nvPr/>
          </p:nvGrpSpPr>
          <p:grpSpPr>
            <a:xfrm>
              <a:off x="2496269" y="1171698"/>
              <a:ext cx="761953" cy="723022"/>
              <a:chOff x="2496269" y="1171698"/>
              <a:chExt cx="761953" cy="723022"/>
            </a:xfrm>
          </p:grpSpPr>
          <p:sp>
            <p:nvSpPr>
              <p:cNvPr id="9187" name="Google Shape;9187;p126"/>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126"/>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89" name="Google Shape;9189;p126"/>
              <p:cNvGrpSpPr/>
              <p:nvPr/>
            </p:nvGrpSpPr>
            <p:grpSpPr>
              <a:xfrm>
                <a:off x="2496269" y="1171698"/>
                <a:ext cx="761953" cy="723022"/>
                <a:chOff x="2496269" y="1120652"/>
                <a:chExt cx="761953" cy="723022"/>
              </a:xfrm>
            </p:grpSpPr>
            <p:grpSp>
              <p:nvGrpSpPr>
                <p:cNvPr id="9190" name="Google Shape;9190;p126"/>
                <p:cNvGrpSpPr/>
                <p:nvPr/>
              </p:nvGrpSpPr>
              <p:grpSpPr>
                <a:xfrm>
                  <a:off x="2496269" y="1120652"/>
                  <a:ext cx="761953" cy="723022"/>
                  <a:chOff x="2496269" y="1120652"/>
                  <a:chExt cx="761953" cy="723022"/>
                </a:xfrm>
              </p:grpSpPr>
              <p:grpSp>
                <p:nvGrpSpPr>
                  <p:cNvPr id="9191" name="Google Shape;9191;p126"/>
                  <p:cNvGrpSpPr/>
                  <p:nvPr/>
                </p:nvGrpSpPr>
                <p:grpSpPr>
                  <a:xfrm>
                    <a:off x="2496269" y="1304589"/>
                    <a:ext cx="407089" cy="305057"/>
                    <a:chOff x="2496269" y="1304589"/>
                    <a:chExt cx="407089" cy="305057"/>
                  </a:xfrm>
                </p:grpSpPr>
                <p:sp>
                  <p:nvSpPr>
                    <p:cNvPr id="9192" name="Google Shape;9192;p126"/>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126"/>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126"/>
                  <p:cNvGrpSpPr/>
                  <p:nvPr/>
                </p:nvGrpSpPr>
                <p:grpSpPr>
                  <a:xfrm>
                    <a:off x="2586468" y="1493376"/>
                    <a:ext cx="358850" cy="349656"/>
                    <a:chOff x="2586468" y="1493376"/>
                    <a:chExt cx="358850" cy="349656"/>
                  </a:xfrm>
                </p:grpSpPr>
                <p:sp>
                  <p:nvSpPr>
                    <p:cNvPr id="9195" name="Google Shape;9195;p126"/>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126"/>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7" name="Google Shape;9197;p126"/>
                  <p:cNvGrpSpPr/>
                  <p:nvPr/>
                </p:nvGrpSpPr>
                <p:grpSpPr>
                  <a:xfrm>
                    <a:off x="2807939" y="1494024"/>
                    <a:ext cx="358857" cy="349650"/>
                    <a:chOff x="2807939" y="1494024"/>
                    <a:chExt cx="358857" cy="349650"/>
                  </a:xfrm>
                </p:grpSpPr>
                <p:sp>
                  <p:nvSpPr>
                    <p:cNvPr id="9198" name="Google Shape;9198;p126"/>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126"/>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0" name="Google Shape;9200;p126"/>
                  <p:cNvGrpSpPr/>
                  <p:nvPr/>
                </p:nvGrpSpPr>
                <p:grpSpPr>
                  <a:xfrm>
                    <a:off x="2851133" y="1305635"/>
                    <a:ext cx="407089" cy="305057"/>
                    <a:chOff x="2851133" y="1305635"/>
                    <a:chExt cx="407089" cy="305057"/>
                  </a:xfrm>
                </p:grpSpPr>
                <p:sp>
                  <p:nvSpPr>
                    <p:cNvPr id="9201" name="Google Shape;9201;p126"/>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126"/>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3" name="Google Shape;9203;p126"/>
                  <p:cNvGrpSpPr/>
                  <p:nvPr/>
                </p:nvGrpSpPr>
                <p:grpSpPr>
                  <a:xfrm>
                    <a:off x="2727495" y="1120652"/>
                    <a:ext cx="300271" cy="396358"/>
                    <a:chOff x="2727495" y="1120652"/>
                    <a:chExt cx="300271" cy="396358"/>
                  </a:xfrm>
                </p:grpSpPr>
                <p:sp>
                  <p:nvSpPr>
                    <p:cNvPr id="9204" name="Google Shape;9204;p126"/>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126"/>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06" name="Google Shape;9206;p126"/>
                <p:cNvGrpSpPr/>
                <p:nvPr/>
              </p:nvGrpSpPr>
              <p:grpSpPr>
                <a:xfrm>
                  <a:off x="2722305" y="1350460"/>
                  <a:ext cx="308357" cy="308344"/>
                  <a:chOff x="2722305" y="1350460"/>
                  <a:chExt cx="308357" cy="308344"/>
                </a:xfrm>
              </p:grpSpPr>
              <p:sp>
                <p:nvSpPr>
                  <p:cNvPr id="9207" name="Google Shape;9207;p126"/>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08" name="Google Shape;9208;p126"/>
                  <p:cNvGrpSpPr/>
                  <p:nvPr/>
                </p:nvGrpSpPr>
                <p:grpSpPr>
                  <a:xfrm>
                    <a:off x="2725064" y="1364529"/>
                    <a:ext cx="297954" cy="280182"/>
                    <a:chOff x="2725064" y="1364529"/>
                    <a:chExt cx="297954" cy="280182"/>
                  </a:xfrm>
                </p:grpSpPr>
                <p:sp>
                  <p:nvSpPr>
                    <p:cNvPr id="9209" name="Google Shape;9209;p126"/>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126"/>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126"/>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126"/>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126"/>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9214" name="Google Shape;9214;p126"/>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126"/>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126"/>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126"/>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126"/>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9" name="Google Shape;9219;p126"/>
          <p:cNvGrpSpPr/>
          <p:nvPr/>
        </p:nvGrpSpPr>
        <p:grpSpPr>
          <a:xfrm>
            <a:off x="3924561" y="2927462"/>
            <a:ext cx="1569144" cy="591015"/>
            <a:chOff x="3820100" y="3023049"/>
            <a:chExt cx="1303926" cy="491162"/>
          </a:xfrm>
        </p:grpSpPr>
        <p:grpSp>
          <p:nvGrpSpPr>
            <p:cNvPr id="9220" name="Google Shape;9220;p126"/>
            <p:cNvGrpSpPr/>
            <p:nvPr/>
          </p:nvGrpSpPr>
          <p:grpSpPr>
            <a:xfrm>
              <a:off x="3820100" y="3023072"/>
              <a:ext cx="1303926" cy="491139"/>
              <a:chOff x="3820100" y="3023072"/>
              <a:chExt cx="1303926" cy="491139"/>
            </a:xfrm>
          </p:grpSpPr>
          <p:sp>
            <p:nvSpPr>
              <p:cNvPr id="9221" name="Google Shape;9221;p126"/>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126"/>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3" name="Google Shape;9223;p126"/>
            <p:cNvGrpSpPr/>
            <p:nvPr/>
          </p:nvGrpSpPr>
          <p:grpSpPr>
            <a:xfrm>
              <a:off x="4132439" y="3023645"/>
              <a:ext cx="393633" cy="177096"/>
              <a:chOff x="4132439" y="3023645"/>
              <a:chExt cx="393633" cy="177096"/>
            </a:xfrm>
          </p:grpSpPr>
          <p:sp>
            <p:nvSpPr>
              <p:cNvPr id="9224" name="Google Shape;9224;p126"/>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126"/>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6" name="Google Shape;9226;p126"/>
            <p:cNvGrpSpPr/>
            <p:nvPr/>
          </p:nvGrpSpPr>
          <p:grpSpPr>
            <a:xfrm>
              <a:off x="3921811" y="3023049"/>
              <a:ext cx="1002397" cy="388943"/>
              <a:chOff x="3921811" y="3023049"/>
              <a:chExt cx="1002397" cy="388943"/>
            </a:xfrm>
          </p:grpSpPr>
          <p:sp>
            <p:nvSpPr>
              <p:cNvPr id="9227" name="Google Shape;9227;p126"/>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126"/>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126"/>
            <p:cNvGrpSpPr/>
            <p:nvPr/>
          </p:nvGrpSpPr>
          <p:grpSpPr>
            <a:xfrm>
              <a:off x="4023645" y="3023049"/>
              <a:ext cx="683032" cy="286722"/>
              <a:chOff x="4023645" y="3023049"/>
              <a:chExt cx="683032" cy="286722"/>
            </a:xfrm>
          </p:grpSpPr>
          <p:sp>
            <p:nvSpPr>
              <p:cNvPr id="9230" name="Google Shape;9230;p126"/>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126"/>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32" name="Google Shape;9232;p126"/>
          <p:cNvGrpSpPr/>
          <p:nvPr/>
        </p:nvGrpSpPr>
        <p:grpSpPr>
          <a:xfrm>
            <a:off x="1556683" y="2054307"/>
            <a:ext cx="713522" cy="688025"/>
            <a:chOff x="1706078" y="2092648"/>
            <a:chExt cx="660913" cy="637296"/>
          </a:xfrm>
        </p:grpSpPr>
        <p:sp>
          <p:nvSpPr>
            <p:cNvPr id="9233" name="Google Shape;9233;p126"/>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4" name="Google Shape;9234;p126"/>
            <p:cNvGrpSpPr/>
            <p:nvPr/>
          </p:nvGrpSpPr>
          <p:grpSpPr>
            <a:xfrm>
              <a:off x="1706078" y="2092648"/>
              <a:ext cx="660913" cy="575241"/>
              <a:chOff x="1706078" y="2092648"/>
              <a:chExt cx="660913" cy="575241"/>
            </a:xfrm>
          </p:grpSpPr>
          <p:sp>
            <p:nvSpPr>
              <p:cNvPr id="9235" name="Google Shape;9235;p126"/>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126"/>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126"/>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38" name="Google Shape;9238;p126"/>
          <p:cNvGrpSpPr/>
          <p:nvPr/>
        </p:nvGrpSpPr>
        <p:grpSpPr>
          <a:xfrm>
            <a:off x="6318542" y="1171856"/>
            <a:ext cx="1317459" cy="684168"/>
            <a:chOff x="238125" y="999450"/>
            <a:chExt cx="7140700" cy="3708225"/>
          </a:xfrm>
        </p:grpSpPr>
        <p:sp>
          <p:nvSpPr>
            <p:cNvPr id="9239" name="Google Shape;9239;p126"/>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126"/>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126"/>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126"/>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126"/>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126"/>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126"/>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126"/>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126"/>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9251"/>
        <p:cNvGrpSpPr/>
        <p:nvPr/>
      </p:nvGrpSpPr>
      <p:grpSpPr>
        <a:xfrm>
          <a:off x="0" y="0"/>
          <a:ext cx="0" cy="0"/>
          <a:chOff x="0" y="0"/>
          <a:chExt cx="0" cy="0"/>
        </a:xfrm>
      </p:grpSpPr>
      <p:grpSp>
        <p:nvGrpSpPr>
          <p:cNvPr id="9252" name="Google Shape;9252;p127"/>
          <p:cNvGrpSpPr/>
          <p:nvPr/>
        </p:nvGrpSpPr>
        <p:grpSpPr>
          <a:xfrm>
            <a:off x="729238" y="1179665"/>
            <a:ext cx="1636117" cy="1526144"/>
            <a:chOff x="729238" y="1179665"/>
            <a:chExt cx="1636117" cy="1526144"/>
          </a:xfrm>
        </p:grpSpPr>
        <p:grpSp>
          <p:nvGrpSpPr>
            <p:cNvPr id="9253" name="Google Shape;9253;p127"/>
            <p:cNvGrpSpPr/>
            <p:nvPr/>
          </p:nvGrpSpPr>
          <p:grpSpPr>
            <a:xfrm>
              <a:off x="729238" y="1179665"/>
              <a:ext cx="80700" cy="1526144"/>
              <a:chOff x="729238" y="1179665"/>
              <a:chExt cx="80700" cy="1526144"/>
            </a:xfrm>
          </p:grpSpPr>
          <p:sp>
            <p:nvSpPr>
              <p:cNvPr id="9254" name="Google Shape;9254;p127"/>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127"/>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127"/>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127"/>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127"/>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127"/>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127"/>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127"/>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127"/>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127"/>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4" name="Google Shape;9264;p127"/>
            <p:cNvGrpSpPr/>
            <p:nvPr/>
          </p:nvGrpSpPr>
          <p:grpSpPr>
            <a:xfrm>
              <a:off x="903098" y="1179665"/>
              <a:ext cx="80700" cy="1526144"/>
              <a:chOff x="903098" y="1179665"/>
              <a:chExt cx="80700" cy="1526144"/>
            </a:xfrm>
          </p:grpSpPr>
          <p:sp>
            <p:nvSpPr>
              <p:cNvPr id="9265" name="Google Shape;9265;p127"/>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127"/>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127"/>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127"/>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127"/>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127"/>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127"/>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127"/>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127"/>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127"/>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5" name="Google Shape;9275;p127"/>
            <p:cNvGrpSpPr/>
            <p:nvPr/>
          </p:nvGrpSpPr>
          <p:grpSpPr>
            <a:xfrm>
              <a:off x="1076958" y="1179665"/>
              <a:ext cx="80700" cy="1526144"/>
              <a:chOff x="1076958" y="1179665"/>
              <a:chExt cx="80700" cy="1526144"/>
            </a:xfrm>
          </p:grpSpPr>
          <p:sp>
            <p:nvSpPr>
              <p:cNvPr id="9276" name="Google Shape;9276;p127"/>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127"/>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127"/>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127"/>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127"/>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127"/>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127"/>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127"/>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127"/>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127"/>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6" name="Google Shape;9286;p127"/>
            <p:cNvGrpSpPr/>
            <p:nvPr/>
          </p:nvGrpSpPr>
          <p:grpSpPr>
            <a:xfrm>
              <a:off x="1247707" y="1179665"/>
              <a:ext cx="80700" cy="1526144"/>
              <a:chOff x="1247707" y="1179665"/>
              <a:chExt cx="80700" cy="1526144"/>
            </a:xfrm>
          </p:grpSpPr>
          <p:sp>
            <p:nvSpPr>
              <p:cNvPr id="9287" name="Google Shape;9287;p127"/>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127"/>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127"/>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127"/>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127"/>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127"/>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127"/>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127"/>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127"/>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127"/>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7" name="Google Shape;9297;p127"/>
            <p:cNvGrpSpPr/>
            <p:nvPr/>
          </p:nvGrpSpPr>
          <p:grpSpPr>
            <a:xfrm>
              <a:off x="1421567" y="1179665"/>
              <a:ext cx="80700" cy="1526144"/>
              <a:chOff x="1421567" y="1179665"/>
              <a:chExt cx="80700" cy="1526144"/>
            </a:xfrm>
          </p:grpSpPr>
          <p:sp>
            <p:nvSpPr>
              <p:cNvPr id="9298" name="Google Shape;9298;p127"/>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127"/>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127"/>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127"/>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127"/>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127"/>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127"/>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127"/>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127"/>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127"/>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127"/>
            <p:cNvGrpSpPr/>
            <p:nvPr/>
          </p:nvGrpSpPr>
          <p:grpSpPr>
            <a:xfrm>
              <a:off x="1592327" y="1179665"/>
              <a:ext cx="80700" cy="1526144"/>
              <a:chOff x="1592327" y="1179665"/>
              <a:chExt cx="80700" cy="1526144"/>
            </a:xfrm>
          </p:grpSpPr>
          <p:sp>
            <p:nvSpPr>
              <p:cNvPr id="9309" name="Google Shape;9309;p127"/>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127"/>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127"/>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127"/>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127"/>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127"/>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127"/>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127"/>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127"/>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127"/>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127"/>
            <p:cNvGrpSpPr/>
            <p:nvPr/>
          </p:nvGrpSpPr>
          <p:grpSpPr>
            <a:xfrm>
              <a:off x="1766187" y="1179665"/>
              <a:ext cx="80700" cy="1526144"/>
              <a:chOff x="1766187" y="1179665"/>
              <a:chExt cx="80700" cy="1526144"/>
            </a:xfrm>
          </p:grpSpPr>
          <p:sp>
            <p:nvSpPr>
              <p:cNvPr id="9320" name="Google Shape;9320;p127"/>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127"/>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127"/>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127"/>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127"/>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127"/>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127"/>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127"/>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127"/>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127"/>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0" name="Google Shape;9330;p127"/>
            <p:cNvGrpSpPr/>
            <p:nvPr/>
          </p:nvGrpSpPr>
          <p:grpSpPr>
            <a:xfrm>
              <a:off x="1936935" y="1179665"/>
              <a:ext cx="80700" cy="1526144"/>
              <a:chOff x="1936935" y="1179665"/>
              <a:chExt cx="80700" cy="1526144"/>
            </a:xfrm>
          </p:grpSpPr>
          <p:sp>
            <p:nvSpPr>
              <p:cNvPr id="9331" name="Google Shape;9331;p127"/>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127"/>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127"/>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127"/>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127"/>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127"/>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127"/>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127"/>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127"/>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127"/>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1" name="Google Shape;9341;p127"/>
            <p:cNvGrpSpPr/>
            <p:nvPr/>
          </p:nvGrpSpPr>
          <p:grpSpPr>
            <a:xfrm>
              <a:off x="2110795" y="1179665"/>
              <a:ext cx="80700" cy="1526144"/>
              <a:chOff x="2110795" y="1179665"/>
              <a:chExt cx="80700" cy="1526144"/>
            </a:xfrm>
          </p:grpSpPr>
          <p:sp>
            <p:nvSpPr>
              <p:cNvPr id="9342" name="Google Shape;9342;p127"/>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127"/>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127"/>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127"/>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127"/>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127"/>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127"/>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127"/>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127"/>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127"/>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2" name="Google Shape;9352;p127"/>
            <p:cNvGrpSpPr/>
            <p:nvPr/>
          </p:nvGrpSpPr>
          <p:grpSpPr>
            <a:xfrm>
              <a:off x="2284655" y="1179665"/>
              <a:ext cx="80700" cy="1526144"/>
              <a:chOff x="2284655" y="1179665"/>
              <a:chExt cx="80700" cy="1526144"/>
            </a:xfrm>
          </p:grpSpPr>
          <p:sp>
            <p:nvSpPr>
              <p:cNvPr id="9353" name="Google Shape;9353;p127"/>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127"/>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127"/>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127"/>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127"/>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127"/>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127"/>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127"/>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127"/>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127"/>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63" name="Google Shape;9363;p127"/>
          <p:cNvGrpSpPr/>
          <p:nvPr/>
        </p:nvGrpSpPr>
        <p:grpSpPr>
          <a:xfrm>
            <a:off x="2623904" y="1198803"/>
            <a:ext cx="1364248" cy="1102133"/>
            <a:chOff x="2623904" y="1198803"/>
            <a:chExt cx="1364248" cy="1102133"/>
          </a:xfrm>
        </p:grpSpPr>
        <p:grpSp>
          <p:nvGrpSpPr>
            <p:cNvPr id="9364" name="Google Shape;9364;p127"/>
            <p:cNvGrpSpPr/>
            <p:nvPr/>
          </p:nvGrpSpPr>
          <p:grpSpPr>
            <a:xfrm>
              <a:off x="2623907" y="1198803"/>
              <a:ext cx="1364245" cy="273000"/>
              <a:chOff x="2623907" y="1198803"/>
              <a:chExt cx="1364245" cy="273000"/>
            </a:xfrm>
          </p:grpSpPr>
          <p:sp>
            <p:nvSpPr>
              <p:cNvPr id="9365" name="Google Shape;9365;p127"/>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127"/>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127"/>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127"/>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127"/>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127"/>
            <p:cNvGrpSpPr/>
            <p:nvPr/>
          </p:nvGrpSpPr>
          <p:grpSpPr>
            <a:xfrm>
              <a:off x="2623904" y="1476964"/>
              <a:ext cx="1364245" cy="273000"/>
              <a:chOff x="2623904" y="1476964"/>
              <a:chExt cx="1364245" cy="273000"/>
            </a:xfrm>
          </p:grpSpPr>
          <p:sp>
            <p:nvSpPr>
              <p:cNvPr id="9371" name="Google Shape;9371;p127"/>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127"/>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127"/>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127"/>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127"/>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6" name="Google Shape;9376;p127"/>
            <p:cNvGrpSpPr/>
            <p:nvPr/>
          </p:nvGrpSpPr>
          <p:grpSpPr>
            <a:xfrm>
              <a:off x="2623907" y="1749775"/>
              <a:ext cx="1364245" cy="273000"/>
              <a:chOff x="2623907" y="1749775"/>
              <a:chExt cx="1364245" cy="273000"/>
            </a:xfrm>
          </p:grpSpPr>
          <p:sp>
            <p:nvSpPr>
              <p:cNvPr id="9377" name="Google Shape;9377;p127"/>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127"/>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127"/>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127"/>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127"/>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2" name="Google Shape;9382;p127"/>
            <p:cNvGrpSpPr/>
            <p:nvPr/>
          </p:nvGrpSpPr>
          <p:grpSpPr>
            <a:xfrm>
              <a:off x="2623904" y="2027936"/>
              <a:ext cx="1364245" cy="273000"/>
              <a:chOff x="2623904" y="2027936"/>
              <a:chExt cx="1364245" cy="273000"/>
            </a:xfrm>
          </p:grpSpPr>
          <p:sp>
            <p:nvSpPr>
              <p:cNvPr id="9383" name="Google Shape;9383;p127"/>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127"/>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127"/>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127"/>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127"/>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88" name="Google Shape;9388;p127"/>
          <p:cNvGrpSpPr/>
          <p:nvPr/>
        </p:nvGrpSpPr>
        <p:grpSpPr>
          <a:xfrm>
            <a:off x="2613365" y="2657876"/>
            <a:ext cx="1387541" cy="159124"/>
            <a:chOff x="3200660" y="2180272"/>
            <a:chExt cx="2563824" cy="378237"/>
          </a:xfrm>
        </p:grpSpPr>
        <p:sp>
          <p:nvSpPr>
            <p:cNvPr id="9389" name="Google Shape;9389;p127"/>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127"/>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127"/>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127"/>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127"/>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127"/>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127"/>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127"/>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127"/>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127"/>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127"/>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127"/>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127"/>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127"/>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127"/>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127"/>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127"/>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127"/>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7" name="Google Shape;9407;p127"/>
          <p:cNvGrpSpPr/>
          <p:nvPr/>
        </p:nvGrpSpPr>
        <p:grpSpPr>
          <a:xfrm>
            <a:off x="2609890" y="2935640"/>
            <a:ext cx="1390502" cy="159625"/>
            <a:chOff x="3530150" y="2790075"/>
            <a:chExt cx="1962600" cy="225300"/>
          </a:xfrm>
        </p:grpSpPr>
        <p:sp>
          <p:nvSpPr>
            <p:cNvPr id="9408" name="Google Shape;9408;p127"/>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127"/>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0" name="Google Shape;9410;p127"/>
          <p:cNvGrpSpPr/>
          <p:nvPr/>
        </p:nvGrpSpPr>
        <p:grpSpPr>
          <a:xfrm>
            <a:off x="2609948" y="3213905"/>
            <a:ext cx="1411629" cy="154175"/>
            <a:chOff x="3558802" y="4011244"/>
            <a:chExt cx="1866000" cy="111600"/>
          </a:xfrm>
        </p:grpSpPr>
        <p:sp>
          <p:nvSpPr>
            <p:cNvPr id="9411" name="Google Shape;9411;p127"/>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127"/>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3" name="Google Shape;9413;p127"/>
          <p:cNvGrpSpPr/>
          <p:nvPr/>
        </p:nvGrpSpPr>
        <p:grpSpPr>
          <a:xfrm>
            <a:off x="2610235" y="2419475"/>
            <a:ext cx="1383503" cy="119761"/>
            <a:chOff x="3465975" y="2270258"/>
            <a:chExt cx="1986364" cy="171947"/>
          </a:xfrm>
        </p:grpSpPr>
        <p:sp>
          <p:nvSpPr>
            <p:cNvPr id="9414" name="Google Shape;9414;p127"/>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127"/>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127"/>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127"/>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127"/>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127"/>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127"/>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127"/>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2" name="Google Shape;9422;p127"/>
          <p:cNvGrpSpPr/>
          <p:nvPr/>
        </p:nvGrpSpPr>
        <p:grpSpPr>
          <a:xfrm>
            <a:off x="2621243" y="3783248"/>
            <a:ext cx="1369531" cy="195460"/>
            <a:chOff x="723300" y="4253549"/>
            <a:chExt cx="2276482" cy="324900"/>
          </a:xfrm>
        </p:grpSpPr>
        <p:sp>
          <p:nvSpPr>
            <p:cNvPr id="9423" name="Google Shape;9423;p127"/>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127"/>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127"/>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127"/>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127"/>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8" name="Google Shape;9428;p127"/>
          <p:cNvGrpSpPr/>
          <p:nvPr/>
        </p:nvGrpSpPr>
        <p:grpSpPr>
          <a:xfrm>
            <a:off x="2610803" y="3484489"/>
            <a:ext cx="1389066" cy="180119"/>
            <a:chOff x="705948" y="3788465"/>
            <a:chExt cx="2308953" cy="299400"/>
          </a:xfrm>
        </p:grpSpPr>
        <p:sp>
          <p:nvSpPr>
            <p:cNvPr id="9429" name="Google Shape;9429;p127"/>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127"/>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127"/>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127"/>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127"/>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4" name="Google Shape;9434;p127"/>
          <p:cNvGrpSpPr/>
          <p:nvPr/>
        </p:nvGrpSpPr>
        <p:grpSpPr>
          <a:xfrm>
            <a:off x="4207794" y="2088443"/>
            <a:ext cx="1433821" cy="191501"/>
            <a:chOff x="4273350" y="2088443"/>
            <a:chExt cx="1433821" cy="191501"/>
          </a:xfrm>
        </p:grpSpPr>
        <p:grpSp>
          <p:nvGrpSpPr>
            <p:cNvPr id="9435" name="Google Shape;9435;p127"/>
            <p:cNvGrpSpPr/>
            <p:nvPr/>
          </p:nvGrpSpPr>
          <p:grpSpPr>
            <a:xfrm>
              <a:off x="4273350" y="2088443"/>
              <a:ext cx="1433821" cy="0"/>
              <a:chOff x="5224975" y="2962250"/>
              <a:chExt cx="1544400" cy="0"/>
            </a:xfrm>
          </p:grpSpPr>
          <p:cxnSp>
            <p:nvCxnSpPr>
              <p:cNvPr id="9436" name="Google Shape;9436;p12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9437" name="Google Shape;9437;p127"/>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9438" name="Google Shape;9438;p127"/>
            <p:cNvGrpSpPr/>
            <p:nvPr/>
          </p:nvGrpSpPr>
          <p:grpSpPr>
            <a:xfrm>
              <a:off x="4273350" y="2279944"/>
              <a:ext cx="1433821" cy="0"/>
              <a:chOff x="5224975" y="2962250"/>
              <a:chExt cx="1544400" cy="0"/>
            </a:xfrm>
          </p:grpSpPr>
          <p:cxnSp>
            <p:nvCxnSpPr>
              <p:cNvPr id="9439" name="Google Shape;9439;p12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9440" name="Google Shape;9440;p127"/>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9441" name="Google Shape;9441;p127"/>
          <p:cNvGrpSpPr/>
          <p:nvPr/>
        </p:nvGrpSpPr>
        <p:grpSpPr>
          <a:xfrm>
            <a:off x="2658741" y="4097347"/>
            <a:ext cx="1304609" cy="294074"/>
            <a:chOff x="2658741" y="4097347"/>
            <a:chExt cx="1304609" cy="294074"/>
          </a:xfrm>
        </p:grpSpPr>
        <p:grpSp>
          <p:nvGrpSpPr>
            <p:cNvPr id="9442" name="Google Shape;9442;p127"/>
            <p:cNvGrpSpPr/>
            <p:nvPr/>
          </p:nvGrpSpPr>
          <p:grpSpPr>
            <a:xfrm>
              <a:off x="2658741" y="4097347"/>
              <a:ext cx="118572" cy="294074"/>
              <a:chOff x="3343310" y="4475555"/>
              <a:chExt cx="127717" cy="316753"/>
            </a:xfrm>
          </p:grpSpPr>
          <p:sp>
            <p:nvSpPr>
              <p:cNvPr id="9443" name="Google Shape;9443;p12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12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5" name="Google Shape;9445;p127"/>
            <p:cNvGrpSpPr/>
            <p:nvPr/>
          </p:nvGrpSpPr>
          <p:grpSpPr>
            <a:xfrm>
              <a:off x="3815519" y="4098388"/>
              <a:ext cx="147831" cy="291991"/>
              <a:chOff x="3527539" y="4476677"/>
              <a:chExt cx="159232" cy="314510"/>
            </a:xfrm>
          </p:grpSpPr>
          <p:sp>
            <p:nvSpPr>
              <p:cNvPr id="9446" name="Google Shape;9446;p12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12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8" name="Google Shape;9448;p127"/>
            <p:cNvGrpSpPr/>
            <p:nvPr/>
          </p:nvGrpSpPr>
          <p:grpSpPr>
            <a:xfrm>
              <a:off x="3511696" y="4098388"/>
              <a:ext cx="147831" cy="291991"/>
              <a:chOff x="3527539" y="4476677"/>
              <a:chExt cx="159232" cy="314510"/>
            </a:xfrm>
          </p:grpSpPr>
          <p:sp>
            <p:nvSpPr>
              <p:cNvPr id="9449" name="Google Shape;9449;p12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12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1" name="Google Shape;9451;p127"/>
            <p:cNvGrpSpPr/>
            <p:nvPr/>
          </p:nvGrpSpPr>
          <p:grpSpPr>
            <a:xfrm>
              <a:off x="3207874" y="4098388"/>
              <a:ext cx="147831" cy="291991"/>
              <a:chOff x="3527539" y="4476677"/>
              <a:chExt cx="159232" cy="314510"/>
            </a:xfrm>
          </p:grpSpPr>
          <p:sp>
            <p:nvSpPr>
              <p:cNvPr id="9452" name="Google Shape;9452;p12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12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4" name="Google Shape;9454;p127"/>
            <p:cNvGrpSpPr/>
            <p:nvPr/>
          </p:nvGrpSpPr>
          <p:grpSpPr>
            <a:xfrm>
              <a:off x="2933305" y="4097347"/>
              <a:ext cx="118572" cy="294074"/>
              <a:chOff x="3343310" y="4475555"/>
              <a:chExt cx="127717" cy="316753"/>
            </a:xfrm>
          </p:grpSpPr>
          <p:sp>
            <p:nvSpPr>
              <p:cNvPr id="9455" name="Google Shape;9455;p12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12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57" name="Google Shape;9457;p127"/>
          <p:cNvGrpSpPr/>
          <p:nvPr/>
        </p:nvGrpSpPr>
        <p:grpSpPr>
          <a:xfrm>
            <a:off x="4209349" y="1176041"/>
            <a:ext cx="1430711" cy="751237"/>
            <a:chOff x="5159450" y="1919950"/>
            <a:chExt cx="1541050" cy="862500"/>
          </a:xfrm>
        </p:grpSpPr>
        <p:sp>
          <p:nvSpPr>
            <p:cNvPr id="9458" name="Google Shape;9458;p127"/>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9459" name="Google Shape;9459;p127"/>
            <p:cNvGrpSpPr/>
            <p:nvPr/>
          </p:nvGrpSpPr>
          <p:grpSpPr>
            <a:xfrm>
              <a:off x="5159450" y="1919950"/>
              <a:ext cx="1541050" cy="862500"/>
              <a:chOff x="5159450" y="1919950"/>
              <a:chExt cx="1541050" cy="862500"/>
            </a:xfrm>
          </p:grpSpPr>
          <p:cxnSp>
            <p:nvCxnSpPr>
              <p:cNvPr id="9460" name="Google Shape;9460;p127"/>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461" name="Google Shape;9461;p127"/>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462" name="Google Shape;9462;p127"/>
          <p:cNvGrpSpPr/>
          <p:nvPr/>
        </p:nvGrpSpPr>
        <p:grpSpPr>
          <a:xfrm>
            <a:off x="4257486" y="2439811"/>
            <a:ext cx="1334436" cy="967914"/>
            <a:chOff x="4294923" y="2439811"/>
            <a:chExt cx="1334436" cy="967914"/>
          </a:xfrm>
        </p:grpSpPr>
        <p:grpSp>
          <p:nvGrpSpPr>
            <p:cNvPr id="9463" name="Google Shape;9463;p127"/>
            <p:cNvGrpSpPr/>
            <p:nvPr/>
          </p:nvGrpSpPr>
          <p:grpSpPr>
            <a:xfrm>
              <a:off x="4960455" y="2469658"/>
              <a:ext cx="668904" cy="885524"/>
              <a:chOff x="4960455" y="2469658"/>
              <a:chExt cx="668904" cy="885524"/>
            </a:xfrm>
          </p:grpSpPr>
          <p:sp>
            <p:nvSpPr>
              <p:cNvPr id="9464" name="Google Shape;9464;p127"/>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127"/>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127"/>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127"/>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127"/>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127"/>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0" name="Google Shape;9470;p127"/>
            <p:cNvGrpSpPr/>
            <p:nvPr/>
          </p:nvGrpSpPr>
          <p:grpSpPr>
            <a:xfrm>
              <a:off x="4294923" y="2469658"/>
              <a:ext cx="668951" cy="885524"/>
              <a:chOff x="4294923" y="2469658"/>
              <a:chExt cx="668951" cy="885524"/>
            </a:xfrm>
          </p:grpSpPr>
          <p:sp>
            <p:nvSpPr>
              <p:cNvPr id="9471" name="Google Shape;9471;p127"/>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127"/>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127"/>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127"/>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127"/>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127"/>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7" name="Google Shape;9477;p127"/>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8" name="Google Shape;9478;p127"/>
          <p:cNvGrpSpPr/>
          <p:nvPr/>
        </p:nvGrpSpPr>
        <p:grpSpPr>
          <a:xfrm>
            <a:off x="4243690" y="3494256"/>
            <a:ext cx="1430949" cy="897289"/>
            <a:chOff x="4351371" y="3547942"/>
            <a:chExt cx="1345130" cy="843475"/>
          </a:xfrm>
        </p:grpSpPr>
        <p:grpSp>
          <p:nvGrpSpPr>
            <p:cNvPr id="9479" name="Google Shape;9479;p127"/>
            <p:cNvGrpSpPr/>
            <p:nvPr/>
          </p:nvGrpSpPr>
          <p:grpSpPr>
            <a:xfrm>
              <a:off x="4351371" y="4209917"/>
              <a:ext cx="1345130" cy="181500"/>
              <a:chOff x="4351371" y="4209917"/>
              <a:chExt cx="1345130" cy="181500"/>
            </a:xfrm>
          </p:grpSpPr>
          <p:sp>
            <p:nvSpPr>
              <p:cNvPr id="9480" name="Google Shape;9480;p127"/>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81" name="Google Shape;9481;p127"/>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9482" name="Google Shape;9482;p127"/>
            <p:cNvGrpSpPr/>
            <p:nvPr/>
          </p:nvGrpSpPr>
          <p:grpSpPr>
            <a:xfrm>
              <a:off x="4403010" y="3985221"/>
              <a:ext cx="1109518" cy="181500"/>
              <a:chOff x="4403010" y="3985221"/>
              <a:chExt cx="1109518" cy="181500"/>
            </a:xfrm>
          </p:grpSpPr>
          <p:sp>
            <p:nvSpPr>
              <p:cNvPr id="9483" name="Google Shape;9483;p127"/>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84" name="Google Shape;9484;p127"/>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9485" name="Google Shape;9485;p127"/>
            <p:cNvGrpSpPr/>
            <p:nvPr/>
          </p:nvGrpSpPr>
          <p:grpSpPr>
            <a:xfrm>
              <a:off x="4618704" y="3766582"/>
              <a:ext cx="807858" cy="181500"/>
              <a:chOff x="4618704" y="3766582"/>
              <a:chExt cx="807858" cy="181500"/>
            </a:xfrm>
          </p:grpSpPr>
          <p:sp>
            <p:nvSpPr>
              <p:cNvPr id="9486" name="Google Shape;9486;p127"/>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87" name="Google Shape;9487;p127"/>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9488" name="Google Shape;9488;p127"/>
            <p:cNvGrpSpPr/>
            <p:nvPr/>
          </p:nvGrpSpPr>
          <p:grpSpPr>
            <a:xfrm>
              <a:off x="4735238" y="3547942"/>
              <a:ext cx="462839" cy="181500"/>
              <a:chOff x="4735238" y="3547942"/>
              <a:chExt cx="462839" cy="181500"/>
            </a:xfrm>
          </p:grpSpPr>
          <p:sp>
            <p:nvSpPr>
              <p:cNvPr id="9489" name="Google Shape;9489;p127"/>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490" name="Google Shape;9490;p127"/>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9491" name="Google Shape;9491;p127"/>
          <p:cNvGrpSpPr/>
          <p:nvPr/>
        </p:nvGrpSpPr>
        <p:grpSpPr>
          <a:xfrm>
            <a:off x="7420047" y="2429580"/>
            <a:ext cx="1020955" cy="928853"/>
            <a:chOff x="926675" y="238125"/>
            <a:chExt cx="5755100" cy="5232975"/>
          </a:xfrm>
        </p:grpSpPr>
        <p:sp>
          <p:nvSpPr>
            <p:cNvPr id="9492" name="Google Shape;9492;p127"/>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127"/>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127"/>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127"/>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6" name="Google Shape;9496;p127"/>
          <p:cNvGrpSpPr/>
          <p:nvPr/>
        </p:nvGrpSpPr>
        <p:grpSpPr>
          <a:xfrm>
            <a:off x="727421" y="2828315"/>
            <a:ext cx="1695374" cy="1560837"/>
            <a:chOff x="727421" y="2828315"/>
            <a:chExt cx="1695374" cy="1560837"/>
          </a:xfrm>
        </p:grpSpPr>
        <p:grpSp>
          <p:nvGrpSpPr>
            <p:cNvPr id="9497" name="Google Shape;9497;p127"/>
            <p:cNvGrpSpPr/>
            <p:nvPr/>
          </p:nvGrpSpPr>
          <p:grpSpPr>
            <a:xfrm>
              <a:off x="727421" y="2828315"/>
              <a:ext cx="1695374" cy="1560837"/>
              <a:chOff x="734799" y="2782450"/>
              <a:chExt cx="1571100" cy="1577400"/>
            </a:xfrm>
          </p:grpSpPr>
          <p:cxnSp>
            <p:nvCxnSpPr>
              <p:cNvPr id="9498" name="Google Shape;9498;p127"/>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9499" name="Google Shape;9499;p127"/>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9500" name="Google Shape;9500;p127"/>
            <p:cNvGrpSpPr/>
            <p:nvPr/>
          </p:nvGrpSpPr>
          <p:grpSpPr>
            <a:xfrm>
              <a:off x="819108" y="2882501"/>
              <a:ext cx="1556791" cy="1426186"/>
              <a:chOff x="819108" y="2882501"/>
              <a:chExt cx="1556791" cy="1426186"/>
            </a:xfrm>
          </p:grpSpPr>
          <p:grpSp>
            <p:nvGrpSpPr>
              <p:cNvPr id="9501" name="Google Shape;9501;p127"/>
              <p:cNvGrpSpPr/>
              <p:nvPr/>
            </p:nvGrpSpPr>
            <p:grpSpPr>
              <a:xfrm>
                <a:off x="819108" y="2882501"/>
                <a:ext cx="103104" cy="1426186"/>
                <a:chOff x="4674013" y="3100904"/>
                <a:chExt cx="122758" cy="1698043"/>
              </a:xfrm>
            </p:grpSpPr>
            <p:sp>
              <p:nvSpPr>
                <p:cNvPr id="9502" name="Google Shape;9502;p127"/>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127"/>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127"/>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127"/>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127"/>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127"/>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127"/>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9" name="Google Shape;9509;p127"/>
              <p:cNvGrpSpPr/>
              <p:nvPr/>
            </p:nvGrpSpPr>
            <p:grpSpPr>
              <a:xfrm>
                <a:off x="1062475" y="2882501"/>
                <a:ext cx="103104" cy="1426186"/>
                <a:chOff x="4940438" y="3100904"/>
                <a:chExt cx="122758" cy="1698043"/>
              </a:xfrm>
            </p:grpSpPr>
            <p:sp>
              <p:nvSpPr>
                <p:cNvPr id="9510" name="Google Shape;9510;p127"/>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127"/>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127"/>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127"/>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127"/>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127"/>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127"/>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7" name="Google Shape;9517;p127"/>
              <p:cNvGrpSpPr/>
              <p:nvPr/>
            </p:nvGrpSpPr>
            <p:grpSpPr>
              <a:xfrm>
                <a:off x="1299324" y="2882501"/>
                <a:ext cx="103104" cy="1426186"/>
                <a:chOff x="5206863" y="3100904"/>
                <a:chExt cx="122758" cy="1698043"/>
              </a:xfrm>
            </p:grpSpPr>
            <p:sp>
              <p:nvSpPr>
                <p:cNvPr id="9518" name="Google Shape;9518;p12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12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12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12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12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12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12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127"/>
              <p:cNvGrpSpPr/>
              <p:nvPr/>
            </p:nvGrpSpPr>
            <p:grpSpPr>
              <a:xfrm>
                <a:off x="1786057" y="2882501"/>
                <a:ext cx="103104" cy="1426186"/>
                <a:chOff x="6006138" y="3143629"/>
                <a:chExt cx="122758" cy="1698043"/>
              </a:xfrm>
            </p:grpSpPr>
            <p:sp>
              <p:nvSpPr>
                <p:cNvPr id="9526" name="Google Shape;9526;p12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12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12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12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12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12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12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127"/>
              <p:cNvGrpSpPr/>
              <p:nvPr/>
            </p:nvGrpSpPr>
            <p:grpSpPr>
              <a:xfrm>
                <a:off x="2029422" y="2882501"/>
                <a:ext cx="103104" cy="1426186"/>
                <a:chOff x="6805413" y="3100904"/>
                <a:chExt cx="122758" cy="1698043"/>
              </a:xfrm>
            </p:grpSpPr>
            <p:sp>
              <p:nvSpPr>
                <p:cNvPr id="9534" name="Google Shape;9534;p127"/>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127"/>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127"/>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127"/>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127"/>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127"/>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127"/>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1" name="Google Shape;9541;p127"/>
              <p:cNvGrpSpPr/>
              <p:nvPr/>
            </p:nvGrpSpPr>
            <p:grpSpPr>
              <a:xfrm>
                <a:off x="2272795" y="2882501"/>
                <a:ext cx="103104" cy="1426186"/>
                <a:chOff x="5206863" y="3100904"/>
                <a:chExt cx="122758" cy="1698043"/>
              </a:xfrm>
            </p:grpSpPr>
            <p:sp>
              <p:nvSpPr>
                <p:cNvPr id="9542" name="Google Shape;9542;p12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12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12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12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12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12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12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9" name="Google Shape;9549;p127"/>
              <p:cNvGrpSpPr/>
              <p:nvPr/>
            </p:nvGrpSpPr>
            <p:grpSpPr>
              <a:xfrm>
                <a:off x="1542694" y="2882501"/>
                <a:ext cx="103104" cy="1426186"/>
                <a:chOff x="6006138" y="3143629"/>
                <a:chExt cx="122758" cy="1698043"/>
              </a:xfrm>
            </p:grpSpPr>
            <p:sp>
              <p:nvSpPr>
                <p:cNvPr id="9550" name="Google Shape;9550;p12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12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12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12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12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12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12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557" name="Google Shape;9557;p127"/>
          <p:cNvGrpSpPr/>
          <p:nvPr/>
        </p:nvGrpSpPr>
        <p:grpSpPr>
          <a:xfrm>
            <a:off x="5683472" y="3518037"/>
            <a:ext cx="2749952" cy="870677"/>
            <a:chOff x="238125" y="1725700"/>
            <a:chExt cx="7139025" cy="2260325"/>
          </a:xfrm>
        </p:grpSpPr>
        <p:sp>
          <p:nvSpPr>
            <p:cNvPr id="9558" name="Google Shape;9558;p127"/>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127"/>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127"/>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127"/>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127"/>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127"/>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127"/>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127"/>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127"/>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127"/>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8" name="Google Shape;9568;p127"/>
          <p:cNvGrpSpPr/>
          <p:nvPr/>
        </p:nvGrpSpPr>
        <p:grpSpPr>
          <a:xfrm>
            <a:off x="5953636" y="2459783"/>
            <a:ext cx="1105452" cy="916747"/>
            <a:chOff x="5249100" y="1210600"/>
            <a:chExt cx="3502700" cy="2904775"/>
          </a:xfrm>
        </p:grpSpPr>
        <p:sp>
          <p:nvSpPr>
            <p:cNvPr id="9569" name="Google Shape;9569;p127"/>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127"/>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127"/>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127"/>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73" name="Google Shape;9573;p127"/>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9574" name="Google Shape;9574;p127"/>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9575" name="Google Shape;9575;p127"/>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9576" name="Google Shape;9576;p127"/>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9577" name="Google Shape;9577;p127"/>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127"/>
          <p:cNvGrpSpPr/>
          <p:nvPr/>
        </p:nvGrpSpPr>
        <p:grpSpPr>
          <a:xfrm>
            <a:off x="7136183" y="1179201"/>
            <a:ext cx="1304650" cy="1124856"/>
            <a:chOff x="7287122" y="1165658"/>
            <a:chExt cx="1219413" cy="1051365"/>
          </a:xfrm>
        </p:grpSpPr>
        <p:grpSp>
          <p:nvGrpSpPr>
            <p:cNvPr id="9579" name="Google Shape;9579;p127"/>
            <p:cNvGrpSpPr/>
            <p:nvPr/>
          </p:nvGrpSpPr>
          <p:grpSpPr>
            <a:xfrm>
              <a:off x="7287122" y="1969723"/>
              <a:ext cx="1219413" cy="247300"/>
              <a:chOff x="7287122" y="1969723"/>
              <a:chExt cx="1219413" cy="247300"/>
            </a:xfrm>
          </p:grpSpPr>
          <p:sp>
            <p:nvSpPr>
              <p:cNvPr id="9580" name="Google Shape;9580;p127"/>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81" name="Google Shape;9581;p127"/>
              <p:cNvGrpSpPr/>
              <p:nvPr/>
            </p:nvGrpSpPr>
            <p:grpSpPr>
              <a:xfrm>
                <a:off x="7287122" y="2063892"/>
                <a:ext cx="1151753" cy="73428"/>
                <a:chOff x="7287122" y="2063892"/>
                <a:chExt cx="1151753" cy="73428"/>
              </a:xfrm>
            </p:grpSpPr>
            <p:sp>
              <p:nvSpPr>
                <p:cNvPr id="9582" name="Google Shape;9582;p127"/>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83" name="Google Shape;9583;p127"/>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9584" name="Google Shape;9584;p127"/>
            <p:cNvGrpSpPr/>
            <p:nvPr/>
          </p:nvGrpSpPr>
          <p:grpSpPr>
            <a:xfrm>
              <a:off x="7287122" y="1712201"/>
              <a:ext cx="1219403" cy="246767"/>
              <a:chOff x="7287122" y="1712201"/>
              <a:chExt cx="1219403" cy="246767"/>
            </a:xfrm>
          </p:grpSpPr>
          <p:sp>
            <p:nvSpPr>
              <p:cNvPr id="9585" name="Google Shape;9585;p127"/>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86" name="Google Shape;9586;p127"/>
              <p:cNvGrpSpPr/>
              <p:nvPr/>
            </p:nvGrpSpPr>
            <p:grpSpPr>
              <a:xfrm>
                <a:off x="7287122" y="1842861"/>
                <a:ext cx="1005303" cy="73419"/>
                <a:chOff x="7287122" y="1842861"/>
                <a:chExt cx="1005303" cy="73419"/>
              </a:xfrm>
            </p:grpSpPr>
            <p:sp>
              <p:nvSpPr>
                <p:cNvPr id="9587" name="Google Shape;9587;p127"/>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88" name="Google Shape;9588;p127"/>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9589" name="Google Shape;9589;p127"/>
            <p:cNvGrpSpPr/>
            <p:nvPr/>
          </p:nvGrpSpPr>
          <p:grpSpPr>
            <a:xfrm>
              <a:off x="7287122" y="1447520"/>
              <a:ext cx="1219403" cy="286667"/>
              <a:chOff x="7287122" y="1447520"/>
              <a:chExt cx="1219403" cy="286667"/>
            </a:xfrm>
          </p:grpSpPr>
          <p:sp>
            <p:nvSpPr>
              <p:cNvPr id="9590" name="Google Shape;9590;p127"/>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91" name="Google Shape;9591;p127"/>
              <p:cNvGrpSpPr/>
              <p:nvPr/>
            </p:nvGrpSpPr>
            <p:grpSpPr>
              <a:xfrm>
                <a:off x="7287122" y="1581977"/>
                <a:ext cx="852803" cy="73428"/>
                <a:chOff x="7287122" y="1581977"/>
                <a:chExt cx="852803" cy="73428"/>
              </a:xfrm>
            </p:grpSpPr>
            <p:sp>
              <p:nvSpPr>
                <p:cNvPr id="9592" name="Google Shape;9592;p127"/>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93" name="Google Shape;9593;p127"/>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9594" name="Google Shape;9594;p127"/>
            <p:cNvGrpSpPr/>
            <p:nvPr/>
          </p:nvGrpSpPr>
          <p:grpSpPr>
            <a:xfrm>
              <a:off x="7287122" y="1165658"/>
              <a:ext cx="1219403" cy="344253"/>
              <a:chOff x="7287122" y="1165658"/>
              <a:chExt cx="1219403" cy="344253"/>
            </a:xfrm>
          </p:grpSpPr>
          <p:sp>
            <p:nvSpPr>
              <p:cNvPr id="9595" name="Google Shape;9595;p127"/>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96" name="Google Shape;9596;p127"/>
              <p:cNvGrpSpPr/>
              <p:nvPr/>
            </p:nvGrpSpPr>
            <p:grpSpPr>
              <a:xfrm>
                <a:off x="7287122" y="1341025"/>
                <a:ext cx="695703" cy="73419"/>
                <a:chOff x="7287122" y="1341025"/>
                <a:chExt cx="695703" cy="73419"/>
              </a:xfrm>
            </p:grpSpPr>
            <p:sp>
              <p:nvSpPr>
                <p:cNvPr id="9597" name="Google Shape;9597;p127"/>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98" name="Google Shape;9598;p127"/>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9599" name="Google Shape;9599;p127"/>
          <p:cNvGrpSpPr/>
          <p:nvPr/>
        </p:nvGrpSpPr>
        <p:grpSpPr>
          <a:xfrm>
            <a:off x="5802676" y="1185224"/>
            <a:ext cx="1397729" cy="1098540"/>
            <a:chOff x="5900602" y="1193063"/>
            <a:chExt cx="1299851" cy="1021707"/>
          </a:xfrm>
        </p:grpSpPr>
        <p:grpSp>
          <p:nvGrpSpPr>
            <p:cNvPr id="9600" name="Google Shape;9600;p127"/>
            <p:cNvGrpSpPr/>
            <p:nvPr/>
          </p:nvGrpSpPr>
          <p:grpSpPr>
            <a:xfrm>
              <a:off x="6520337" y="1193063"/>
              <a:ext cx="341815" cy="799959"/>
              <a:chOff x="6520337" y="1193063"/>
              <a:chExt cx="341815" cy="799959"/>
            </a:xfrm>
          </p:grpSpPr>
          <p:grpSp>
            <p:nvGrpSpPr>
              <p:cNvPr id="9601" name="Google Shape;9601;p127"/>
              <p:cNvGrpSpPr/>
              <p:nvPr/>
            </p:nvGrpSpPr>
            <p:grpSpPr>
              <a:xfrm>
                <a:off x="6520337" y="1589527"/>
                <a:ext cx="213950" cy="403494"/>
                <a:chOff x="6520337" y="1589527"/>
                <a:chExt cx="213950" cy="403494"/>
              </a:xfrm>
            </p:grpSpPr>
            <p:sp>
              <p:nvSpPr>
                <p:cNvPr id="9602" name="Google Shape;9602;p127"/>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127"/>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4" name="Google Shape;9604;p127"/>
              <p:cNvGrpSpPr/>
              <p:nvPr/>
            </p:nvGrpSpPr>
            <p:grpSpPr>
              <a:xfrm>
                <a:off x="6577204" y="1193063"/>
                <a:ext cx="284947" cy="464512"/>
                <a:chOff x="6577204" y="1193063"/>
                <a:chExt cx="284947" cy="464512"/>
              </a:xfrm>
            </p:grpSpPr>
            <p:sp>
              <p:nvSpPr>
                <p:cNvPr id="9605" name="Google Shape;9605;p127"/>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06" name="Google Shape;9606;p127"/>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9607" name="Google Shape;9607;p127"/>
            <p:cNvGrpSpPr/>
            <p:nvPr/>
          </p:nvGrpSpPr>
          <p:grpSpPr>
            <a:xfrm>
              <a:off x="6238903" y="1193063"/>
              <a:ext cx="300475" cy="900152"/>
              <a:chOff x="6238903" y="1193063"/>
              <a:chExt cx="300475" cy="900152"/>
            </a:xfrm>
          </p:grpSpPr>
          <p:grpSp>
            <p:nvGrpSpPr>
              <p:cNvPr id="9608" name="Google Shape;9608;p127"/>
              <p:cNvGrpSpPr/>
              <p:nvPr/>
            </p:nvGrpSpPr>
            <p:grpSpPr>
              <a:xfrm>
                <a:off x="6290865" y="1489315"/>
                <a:ext cx="248514" cy="603900"/>
                <a:chOff x="6290865" y="1489315"/>
                <a:chExt cx="248514" cy="603900"/>
              </a:xfrm>
            </p:grpSpPr>
            <p:sp>
              <p:nvSpPr>
                <p:cNvPr id="9609" name="Google Shape;9609;p127"/>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127"/>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1" name="Google Shape;9611;p127"/>
              <p:cNvGrpSpPr/>
              <p:nvPr/>
            </p:nvGrpSpPr>
            <p:grpSpPr>
              <a:xfrm>
                <a:off x="6238903" y="1193063"/>
                <a:ext cx="284947" cy="333087"/>
                <a:chOff x="6238903" y="1193063"/>
                <a:chExt cx="284947" cy="333087"/>
              </a:xfrm>
            </p:grpSpPr>
            <p:sp>
              <p:nvSpPr>
                <p:cNvPr id="9612" name="Google Shape;9612;p127"/>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13" name="Google Shape;9613;p127"/>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9614" name="Google Shape;9614;p127"/>
            <p:cNvGrpSpPr/>
            <p:nvPr/>
          </p:nvGrpSpPr>
          <p:grpSpPr>
            <a:xfrm>
              <a:off x="5900602" y="1193063"/>
              <a:ext cx="444345" cy="1021707"/>
              <a:chOff x="5900602" y="1193063"/>
              <a:chExt cx="444345" cy="1021707"/>
            </a:xfrm>
          </p:grpSpPr>
          <p:grpSp>
            <p:nvGrpSpPr>
              <p:cNvPr id="9615" name="Google Shape;9615;p127"/>
              <p:cNvGrpSpPr/>
              <p:nvPr/>
            </p:nvGrpSpPr>
            <p:grpSpPr>
              <a:xfrm>
                <a:off x="6046501" y="1367785"/>
                <a:ext cx="298446" cy="846986"/>
                <a:chOff x="6046501" y="1367785"/>
                <a:chExt cx="298446" cy="846986"/>
              </a:xfrm>
            </p:grpSpPr>
            <p:sp>
              <p:nvSpPr>
                <p:cNvPr id="9616" name="Google Shape;9616;p127"/>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127"/>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8" name="Google Shape;9618;p127"/>
              <p:cNvGrpSpPr/>
              <p:nvPr/>
            </p:nvGrpSpPr>
            <p:grpSpPr>
              <a:xfrm>
                <a:off x="5900602" y="1193063"/>
                <a:ext cx="284947" cy="182312"/>
                <a:chOff x="5900602" y="1193063"/>
                <a:chExt cx="284947" cy="182312"/>
              </a:xfrm>
            </p:grpSpPr>
            <p:sp>
              <p:nvSpPr>
                <p:cNvPr id="9619" name="Google Shape;9619;p127"/>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20" name="Google Shape;9620;p127"/>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9621" name="Google Shape;9621;p127"/>
            <p:cNvGrpSpPr/>
            <p:nvPr/>
          </p:nvGrpSpPr>
          <p:grpSpPr>
            <a:xfrm>
              <a:off x="6738300" y="1193063"/>
              <a:ext cx="462153" cy="707634"/>
              <a:chOff x="6738300" y="1193063"/>
              <a:chExt cx="462153" cy="707634"/>
            </a:xfrm>
          </p:grpSpPr>
          <p:grpSp>
            <p:nvGrpSpPr>
              <p:cNvPr id="9622" name="Google Shape;9622;p127"/>
              <p:cNvGrpSpPr/>
              <p:nvPr/>
            </p:nvGrpSpPr>
            <p:grpSpPr>
              <a:xfrm>
                <a:off x="6915505" y="1193063"/>
                <a:ext cx="284947" cy="597387"/>
                <a:chOff x="6915505" y="1193063"/>
                <a:chExt cx="284947" cy="597387"/>
              </a:xfrm>
            </p:grpSpPr>
            <p:sp>
              <p:nvSpPr>
                <p:cNvPr id="9623" name="Google Shape;9623;p127"/>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24" name="Google Shape;9624;p127"/>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9625" name="Google Shape;9625;p127"/>
              <p:cNvGrpSpPr/>
              <p:nvPr/>
            </p:nvGrpSpPr>
            <p:grpSpPr>
              <a:xfrm>
                <a:off x="6738300" y="1684725"/>
                <a:ext cx="230066" cy="215971"/>
                <a:chOff x="6738300" y="1684725"/>
                <a:chExt cx="230066" cy="215971"/>
              </a:xfrm>
            </p:grpSpPr>
            <p:sp>
              <p:nvSpPr>
                <p:cNvPr id="9626" name="Google Shape;9626;p127"/>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127"/>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631"/>
        <p:cNvGrpSpPr/>
        <p:nvPr/>
      </p:nvGrpSpPr>
      <p:grpSpPr>
        <a:xfrm>
          <a:off x="0" y="0"/>
          <a:ext cx="0" cy="0"/>
          <a:chOff x="0" y="0"/>
          <a:chExt cx="0" cy="0"/>
        </a:xfrm>
      </p:grpSpPr>
      <p:sp>
        <p:nvSpPr>
          <p:cNvPr id="9632" name="Google Shape;9632;p12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9633" name="Google Shape;9633;p128"/>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Flaticon’s extension</a:t>
            </a:r>
            <a:r>
              <a:rPr lang="en">
                <a:solidFill>
                  <a:srgbClr val="FFFFFF"/>
                </a:solidFill>
                <a:latin typeface="Arial"/>
                <a:ea typeface="Arial"/>
                <a:cs typeface="Arial"/>
                <a:sym typeface="Arial"/>
              </a:rPr>
              <a:t>, allowing you to customize and add even more icons.</a:t>
            </a:r>
            <a:r>
              <a:rPr lang="en">
                <a:solidFill>
                  <a:srgbClr val="435D74"/>
                </a:solidFill>
                <a:latin typeface="Arial"/>
                <a:ea typeface="Arial"/>
                <a:cs typeface="Arial"/>
                <a:sym typeface="Arial"/>
              </a:rPr>
              <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9634" name="Google Shape;9634;p128"/>
          <p:cNvGrpSpPr/>
          <p:nvPr/>
        </p:nvGrpSpPr>
        <p:grpSpPr>
          <a:xfrm>
            <a:off x="839307" y="2318098"/>
            <a:ext cx="387992" cy="329326"/>
            <a:chOff x="839307" y="2318098"/>
            <a:chExt cx="387992" cy="329326"/>
          </a:xfrm>
        </p:grpSpPr>
        <p:sp>
          <p:nvSpPr>
            <p:cNvPr id="9635" name="Google Shape;9635;p128"/>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128"/>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128"/>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128"/>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128"/>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128"/>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128"/>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128"/>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128"/>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128"/>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5" name="Google Shape;9645;p128"/>
          <p:cNvGrpSpPr/>
          <p:nvPr/>
        </p:nvGrpSpPr>
        <p:grpSpPr>
          <a:xfrm>
            <a:off x="1414990" y="2289671"/>
            <a:ext cx="387073" cy="385996"/>
            <a:chOff x="1414990" y="2289671"/>
            <a:chExt cx="387073" cy="385996"/>
          </a:xfrm>
        </p:grpSpPr>
        <p:sp>
          <p:nvSpPr>
            <p:cNvPr id="9646" name="Google Shape;9646;p128"/>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128"/>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128"/>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128"/>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128"/>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128"/>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128"/>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128"/>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128"/>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128"/>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128"/>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128"/>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128"/>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128"/>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128"/>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128"/>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128"/>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128"/>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128"/>
          <p:cNvGrpSpPr/>
          <p:nvPr/>
        </p:nvGrpSpPr>
        <p:grpSpPr>
          <a:xfrm>
            <a:off x="1989911" y="2306065"/>
            <a:ext cx="387099" cy="353207"/>
            <a:chOff x="1989911" y="2306065"/>
            <a:chExt cx="387099" cy="353207"/>
          </a:xfrm>
        </p:grpSpPr>
        <p:sp>
          <p:nvSpPr>
            <p:cNvPr id="9665" name="Google Shape;9665;p128"/>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128"/>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128"/>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128"/>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128"/>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128"/>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128"/>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2" name="Google Shape;9672;p128"/>
          <p:cNvGrpSpPr/>
          <p:nvPr/>
        </p:nvGrpSpPr>
        <p:grpSpPr>
          <a:xfrm>
            <a:off x="2593102" y="2288778"/>
            <a:ext cx="204663" cy="363007"/>
            <a:chOff x="2593102" y="2288778"/>
            <a:chExt cx="204663" cy="363007"/>
          </a:xfrm>
        </p:grpSpPr>
        <p:sp>
          <p:nvSpPr>
            <p:cNvPr id="9673" name="Google Shape;9673;p128"/>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128"/>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128"/>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128"/>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128"/>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128"/>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128"/>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128"/>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128"/>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2" name="Google Shape;9682;p128"/>
          <p:cNvGrpSpPr/>
          <p:nvPr/>
        </p:nvGrpSpPr>
        <p:grpSpPr>
          <a:xfrm>
            <a:off x="2970874" y="2329763"/>
            <a:ext cx="403651" cy="305996"/>
            <a:chOff x="2970874" y="2329763"/>
            <a:chExt cx="403651" cy="305996"/>
          </a:xfrm>
        </p:grpSpPr>
        <p:sp>
          <p:nvSpPr>
            <p:cNvPr id="9683" name="Google Shape;9683;p128"/>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128"/>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128"/>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128"/>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128"/>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128"/>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128"/>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128"/>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128"/>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2" name="Google Shape;9692;p128"/>
          <p:cNvGrpSpPr/>
          <p:nvPr/>
        </p:nvGrpSpPr>
        <p:grpSpPr>
          <a:xfrm>
            <a:off x="3545795" y="2318755"/>
            <a:ext cx="387835" cy="327933"/>
            <a:chOff x="3545795" y="2318755"/>
            <a:chExt cx="387835" cy="327933"/>
          </a:xfrm>
        </p:grpSpPr>
        <p:sp>
          <p:nvSpPr>
            <p:cNvPr id="9693" name="Google Shape;9693;p128"/>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128"/>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128"/>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96" name="Google Shape;9696;p128"/>
            <p:cNvGrpSpPr/>
            <p:nvPr/>
          </p:nvGrpSpPr>
          <p:grpSpPr>
            <a:xfrm>
              <a:off x="3545795" y="2322301"/>
              <a:ext cx="387835" cy="324387"/>
              <a:chOff x="3545795" y="2322301"/>
              <a:chExt cx="387835" cy="324387"/>
            </a:xfrm>
          </p:grpSpPr>
          <p:sp>
            <p:nvSpPr>
              <p:cNvPr id="9697" name="Google Shape;9697;p128"/>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128"/>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128"/>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128"/>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128"/>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128"/>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128"/>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04" name="Google Shape;9704;p128"/>
          <p:cNvGrpSpPr/>
          <p:nvPr/>
        </p:nvGrpSpPr>
        <p:grpSpPr>
          <a:xfrm>
            <a:off x="4718468" y="2306984"/>
            <a:ext cx="364294" cy="351552"/>
            <a:chOff x="4718468" y="2306984"/>
            <a:chExt cx="364294" cy="351552"/>
          </a:xfrm>
        </p:grpSpPr>
        <p:sp>
          <p:nvSpPr>
            <p:cNvPr id="9705" name="Google Shape;9705;p128"/>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128"/>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128"/>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128"/>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128"/>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128"/>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128"/>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128"/>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128"/>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128"/>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128"/>
          <p:cNvGrpSpPr/>
          <p:nvPr/>
        </p:nvGrpSpPr>
        <p:grpSpPr>
          <a:xfrm>
            <a:off x="4147908" y="2303017"/>
            <a:ext cx="361194" cy="359355"/>
            <a:chOff x="4147908" y="2303017"/>
            <a:chExt cx="361194" cy="359355"/>
          </a:xfrm>
        </p:grpSpPr>
        <p:sp>
          <p:nvSpPr>
            <p:cNvPr id="9716" name="Google Shape;9716;p128"/>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128"/>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128"/>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128"/>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128"/>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128"/>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128"/>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128"/>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128"/>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128"/>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128"/>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128"/>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128"/>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128"/>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0" name="Google Shape;9730;p128"/>
          <p:cNvGrpSpPr/>
          <p:nvPr/>
        </p:nvGrpSpPr>
        <p:grpSpPr>
          <a:xfrm>
            <a:off x="5292128" y="2299891"/>
            <a:ext cx="367027" cy="365214"/>
            <a:chOff x="5292128" y="2299891"/>
            <a:chExt cx="367027" cy="365214"/>
          </a:xfrm>
        </p:grpSpPr>
        <p:sp>
          <p:nvSpPr>
            <p:cNvPr id="9731" name="Google Shape;9731;p128"/>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128"/>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128"/>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128"/>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128"/>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128"/>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7" name="Google Shape;9737;p128"/>
          <p:cNvGrpSpPr/>
          <p:nvPr/>
        </p:nvGrpSpPr>
        <p:grpSpPr>
          <a:xfrm>
            <a:off x="5873617" y="2309901"/>
            <a:ext cx="345720" cy="345720"/>
            <a:chOff x="5873617" y="2309901"/>
            <a:chExt cx="345720" cy="345720"/>
          </a:xfrm>
        </p:grpSpPr>
        <p:sp>
          <p:nvSpPr>
            <p:cNvPr id="9738" name="Google Shape;9738;p128"/>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128"/>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128"/>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128"/>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128"/>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128"/>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128"/>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128"/>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128"/>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128"/>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128"/>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128"/>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128"/>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128"/>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128"/>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128"/>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128"/>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128"/>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128"/>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7" name="Google Shape;9757;p128"/>
          <p:cNvGrpSpPr/>
          <p:nvPr/>
        </p:nvGrpSpPr>
        <p:grpSpPr>
          <a:xfrm>
            <a:off x="6863329" y="2297710"/>
            <a:ext cx="391460" cy="370127"/>
            <a:chOff x="6863329" y="2297710"/>
            <a:chExt cx="391460" cy="370127"/>
          </a:xfrm>
        </p:grpSpPr>
        <p:sp>
          <p:nvSpPr>
            <p:cNvPr id="9758" name="Google Shape;9758;p128"/>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128"/>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128"/>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128"/>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128"/>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128"/>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128"/>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128"/>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128"/>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7" name="Google Shape;9767;p128"/>
          <p:cNvGrpSpPr/>
          <p:nvPr/>
        </p:nvGrpSpPr>
        <p:grpSpPr>
          <a:xfrm>
            <a:off x="7421488" y="2318518"/>
            <a:ext cx="342620" cy="328459"/>
            <a:chOff x="7421488" y="2318518"/>
            <a:chExt cx="342620" cy="328459"/>
          </a:xfrm>
        </p:grpSpPr>
        <p:sp>
          <p:nvSpPr>
            <p:cNvPr id="9768" name="Google Shape;9768;p128"/>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128"/>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128"/>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128"/>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128"/>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128"/>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128"/>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5" name="Google Shape;9775;p128"/>
          <p:cNvGrpSpPr/>
          <p:nvPr/>
        </p:nvGrpSpPr>
        <p:grpSpPr>
          <a:xfrm>
            <a:off x="2508373" y="2779889"/>
            <a:ext cx="337523" cy="337680"/>
            <a:chOff x="2508373" y="2779889"/>
            <a:chExt cx="337523" cy="337680"/>
          </a:xfrm>
        </p:grpSpPr>
        <p:sp>
          <p:nvSpPr>
            <p:cNvPr id="9776" name="Google Shape;9776;p128"/>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128"/>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128"/>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128"/>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128"/>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128"/>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2" name="Google Shape;9782;p128"/>
          <p:cNvGrpSpPr/>
          <p:nvPr/>
        </p:nvGrpSpPr>
        <p:grpSpPr>
          <a:xfrm>
            <a:off x="1884401" y="4141593"/>
            <a:ext cx="410613" cy="372229"/>
            <a:chOff x="1884401" y="4141593"/>
            <a:chExt cx="410613" cy="372229"/>
          </a:xfrm>
        </p:grpSpPr>
        <p:sp>
          <p:nvSpPr>
            <p:cNvPr id="9783" name="Google Shape;9783;p128"/>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128"/>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128"/>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128"/>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128"/>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128"/>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128"/>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0" name="Google Shape;9790;p128"/>
          <p:cNvGrpSpPr/>
          <p:nvPr/>
        </p:nvGrpSpPr>
        <p:grpSpPr>
          <a:xfrm>
            <a:off x="1430832" y="2773689"/>
            <a:ext cx="294515" cy="349897"/>
            <a:chOff x="1430832" y="2773689"/>
            <a:chExt cx="294515" cy="349897"/>
          </a:xfrm>
        </p:grpSpPr>
        <p:sp>
          <p:nvSpPr>
            <p:cNvPr id="9791" name="Google Shape;9791;p128"/>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128"/>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128"/>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128"/>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128"/>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128"/>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128"/>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128"/>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128"/>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128"/>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128"/>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128"/>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128"/>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4" name="Google Shape;9804;p128"/>
          <p:cNvGrpSpPr/>
          <p:nvPr/>
        </p:nvGrpSpPr>
        <p:grpSpPr>
          <a:xfrm>
            <a:off x="3082217" y="2788586"/>
            <a:ext cx="288866" cy="320236"/>
            <a:chOff x="3082217" y="2788586"/>
            <a:chExt cx="288866" cy="320236"/>
          </a:xfrm>
        </p:grpSpPr>
        <p:sp>
          <p:nvSpPr>
            <p:cNvPr id="9805" name="Google Shape;9805;p128"/>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128"/>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128"/>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128"/>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128"/>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128"/>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128"/>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2" name="Google Shape;9812;p128"/>
          <p:cNvGrpSpPr/>
          <p:nvPr/>
        </p:nvGrpSpPr>
        <p:grpSpPr>
          <a:xfrm>
            <a:off x="3610557" y="2780704"/>
            <a:ext cx="325017" cy="336052"/>
            <a:chOff x="3610557" y="2780704"/>
            <a:chExt cx="325017" cy="336052"/>
          </a:xfrm>
        </p:grpSpPr>
        <p:sp>
          <p:nvSpPr>
            <p:cNvPr id="9813" name="Google Shape;9813;p128"/>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128"/>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128"/>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6" name="Google Shape;9816;p128"/>
          <p:cNvGrpSpPr/>
          <p:nvPr/>
        </p:nvGrpSpPr>
        <p:grpSpPr>
          <a:xfrm>
            <a:off x="4179067" y="2811495"/>
            <a:ext cx="286475" cy="274390"/>
            <a:chOff x="4179067" y="2811495"/>
            <a:chExt cx="286475" cy="274390"/>
          </a:xfrm>
        </p:grpSpPr>
        <p:sp>
          <p:nvSpPr>
            <p:cNvPr id="9817" name="Google Shape;9817;p128"/>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128"/>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128"/>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128"/>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128"/>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128"/>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128"/>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128"/>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128"/>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6" name="Google Shape;9826;p128"/>
          <p:cNvGrpSpPr/>
          <p:nvPr/>
        </p:nvGrpSpPr>
        <p:grpSpPr>
          <a:xfrm>
            <a:off x="4686757" y="2762156"/>
            <a:ext cx="371047" cy="374199"/>
            <a:chOff x="4686757" y="2762156"/>
            <a:chExt cx="371047" cy="374199"/>
          </a:xfrm>
        </p:grpSpPr>
        <p:sp>
          <p:nvSpPr>
            <p:cNvPr id="9827" name="Google Shape;9827;p128"/>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128"/>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128"/>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128"/>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128"/>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128"/>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128"/>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4" name="Google Shape;9834;p128"/>
          <p:cNvGrpSpPr/>
          <p:nvPr/>
        </p:nvGrpSpPr>
        <p:grpSpPr>
          <a:xfrm>
            <a:off x="5221613" y="2784802"/>
            <a:ext cx="406567" cy="327855"/>
            <a:chOff x="5221613" y="2784802"/>
            <a:chExt cx="406567" cy="327855"/>
          </a:xfrm>
        </p:grpSpPr>
        <p:sp>
          <p:nvSpPr>
            <p:cNvPr id="9835" name="Google Shape;9835;p128"/>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128"/>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128"/>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128"/>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128"/>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128"/>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128"/>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128"/>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128"/>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128"/>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128"/>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128"/>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128"/>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128"/>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128"/>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128"/>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128"/>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128"/>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128"/>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128"/>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128"/>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128"/>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128"/>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128"/>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128"/>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128"/>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128"/>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128"/>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128"/>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128"/>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5" name="Google Shape;9865;p128"/>
          <p:cNvGrpSpPr/>
          <p:nvPr/>
        </p:nvGrpSpPr>
        <p:grpSpPr>
          <a:xfrm>
            <a:off x="5812586" y="2760921"/>
            <a:ext cx="303605" cy="375434"/>
            <a:chOff x="5812586" y="2760921"/>
            <a:chExt cx="303605" cy="375434"/>
          </a:xfrm>
        </p:grpSpPr>
        <p:sp>
          <p:nvSpPr>
            <p:cNvPr id="9866" name="Google Shape;9866;p128"/>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128"/>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128"/>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128"/>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128"/>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128"/>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128"/>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128"/>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128"/>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128"/>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128"/>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128"/>
          <p:cNvGrpSpPr/>
          <p:nvPr/>
        </p:nvGrpSpPr>
        <p:grpSpPr>
          <a:xfrm>
            <a:off x="6334673" y="2759633"/>
            <a:ext cx="378508" cy="378166"/>
            <a:chOff x="6334673" y="2759633"/>
            <a:chExt cx="378508" cy="378166"/>
          </a:xfrm>
        </p:grpSpPr>
        <p:sp>
          <p:nvSpPr>
            <p:cNvPr id="9878" name="Google Shape;9878;p128"/>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128"/>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128"/>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128"/>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2" name="Google Shape;9882;p128"/>
          <p:cNvGrpSpPr/>
          <p:nvPr/>
        </p:nvGrpSpPr>
        <p:grpSpPr>
          <a:xfrm>
            <a:off x="8012645" y="2806477"/>
            <a:ext cx="319763" cy="284505"/>
            <a:chOff x="8012645" y="2806477"/>
            <a:chExt cx="319763" cy="284505"/>
          </a:xfrm>
        </p:grpSpPr>
        <p:sp>
          <p:nvSpPr>
            <p:cNvPr id="9883" name="Google Shape;9883;p128"/>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128"/>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128"/>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128"/>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128"/>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128"/>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128"/>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128"/>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128"/>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128"/>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3" name="Google Shape;9893;p128"/>
          <p:cNvGrpSpPr/>
          <p:nvPr/>
        </p:nvGrpSpPr>
        <p:grpSpPr>
          <a:xfrm>
            <a:off x="2454435" y="4162138"/>
            <a:ext cx="385339" cy="388071"/>
            <a:chOff x="2454435" y="4162138"/>
            <a:chExt cx="385339" cy="388071"/>
          </a:xfrm>
        </p:grpSpPr>
        <p:sp>
          <p:nvSpPr>
            <p:cNvPr id="9894" name="Google Shape;9894;p128"/>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128"/>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128"/>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128"/>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128"/>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128"/>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128"/>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128"/>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128"/>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128"/>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128"/>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128"/>
          <p:cNvGrpSpPr/>
          <p:nvPr/>
        </p:nvGrpSpPr>
        <p:grpSpPr>
          <a:xfrm>
            <a:off x="3601939" y="4161192"/>
            <a:ext cx="275178" cy="388912"/>
            <a:chOff x="3601939" y="4161192"/>
            <a:chExt cx="275178" cy="388912"/>
          </a:xfrm>
        </p:grpSpPr>
        <p:sp>
          <p:nvSpPr>
            <p:cNvPr id="9906" name="Google Shape;9906;p128"/>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128"/>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128"/>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128"/>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128"/>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128"/>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128"/>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128"/>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128"/>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128"/>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128"/>
          <p:cNvGrpSpPr/>
          <p:nvPr/>
        </p:nvGrpSpPr>
        <p:grpSpPr>
          <a:xfrm>
            <a:off x="836023" y="3215146"/>
            <a:ext cx="375802" cy="371677"/>
            <a:chOff x="836023" y="3215146"/>
            <a:chExt cx="375802" cy="371677"/>
          </a:xfrm>
        </p:grpSpPr>
        <p:sp>
          <p:nvSpPr>
            <p:cNvPr id="9917" name="Google Shape;9917;p128"/>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128"/>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128"/>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128"/>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128"/>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128"/>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128"/>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128"/>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128"/>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128"/>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128"/>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128"/>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128"/>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128"/>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128"/>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128"/>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3" name="Google Shape;9933;p128"/>
          <p:cNvGrpSpPr/>
          <p:nvPr/>
        </p:nvGrpSpPr>
        <p:grpSpPr>
          <a:xfrm>
            <a:off x="1356297" y="3210890"/>
            <a:ext cx="431368" cy="380189"/>
            <a:chOff x="1356297" y="3210890"/>
            <a:chExt cx="431368" cy="380189"/>
          </a:xfrm>
        </p:grpSpPr>
        <p:sp>
          <p:nvSpPr>
            <p:cNvPr id="9934" name="Google Shape;9934;p128"/>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128"/>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128"/>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128"/>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128"/>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128"/>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128"/>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128"/>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128"/>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128"/>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128"/>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128"/>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128"/>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7" name="Google Shape;9947;p128"/>
          <p:cNvGrpSpPr/>
          <p:nvPr/>
        </p:nvGrpSpPr>
        <p:grpSpPr>
          <a:xfrm>
            <a:off x="1903737" y="3215540"/>
            <a:ext cx="411874" cy="370731"/>
            <a:chOff x="1903737" y="3215540"/>
            <a:chExt cx="411874" cy="370731"/>
          </a:xfrm>
        </p:grpSpPr>
        <p:sp>
          <p:nvSpPr>
            <p:cNvPr id="9948" name="Google Shape;9948;p128"/>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128"/>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128"/>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128"/>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128"/>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128"/>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128"/>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128"/>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128"/>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7" name="Google Shape;9957;p128"/>
          <p:cNvGrpSpPr/>
          <p:nvPr/>
        </p:nvGrpSpPr>
        <p:grpSpPr>
          <a:xfrm>
            <a:off x="2468465" y="3248854"/>
            <a:ext cx="397818" cy="304078"/>
            <a:chOff x="2468465" y="3248854"/>
            <a:chExt cx="397818" cy="304078"/>
          </a:xfrm>
        </p:grpSpPr>
        <p:sp>
          <p:nvSpPr>
            <p:cNvPr id="9958" name="Google Shape;9958;p128"/>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128"/>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128"/>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128"/>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128"/>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128"/>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4" name="Google Shape;9964;p128"/>
          <p:cNvGrpSpPr/>
          <p:nvPr/>
        </p:nvGrpSpPr>
        <p:grpSpPr>
          <a:xfrm>
            <a:off x="3017166" y="3216013"/>
            <a:ext cx="394376" cy="369812"/>
            <a:chOff x="3017166" y="3216013"/>
            <a:chExt cx="394376" cy="369812"/>
          </a:xfrm>
        </p:grpSpPr>
        <p:sp>
          <p:nvSpPr>
            <p:cNvPr id="9965" name="Google Shape;9965;p128"/>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128"/>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7" name="Google Shape;9967;p128"/>
          <p:cNvGrpSpPr/>
          <p:nvPr/>
        </p:nvGrpSpPr>
        <p:grpSpPr>
          <a:xfrm>
            <a:off x="4210043" y="3213228"/>
            <a:ext cx="199014" cy="375408"/>
            <a:chOff x="4210043" y="3213228"/>
            <a:chExt cx="199014" cy="375408"/>
          </a:xfrm>
        </p:grpSpPr>
        <p:sp>
          <p:nvSpPr>
            <p:cNvPr id="9968" name="Google Shape;9968;p128"/>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128"/>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128"/>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128"/>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128"/>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128"/>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128"/>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128"/>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128"/>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128"/>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8" name="Google Shape;9978;p128"/>
          <p:cNvGrpSpPr/>
          <p:nvPr/>
        </p:nvGrpSpPr>
        <p:grpSpPr>
          <a:xfrm>
            <a:off x="4818146" y="3203323"/>
            <a:ext cx="77845" cy="395165"/>
            <a:chOff x="4818146" y="3203323"/>
            <a:chExt cx="77845" cy="395165"/>
          </a:xfrm>
        </p:grpSpPr>
        <p:sp>
          <p:nvSpPr>
            <p:cNvPr id="9979" name="Google Shape;9979;p128"/>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128"/>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128"/>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128"/>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128"/>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128"/>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128"/>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128"/>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7" name="Google Shape;9987;p128"/>
          <p:cNvGrpSpPr/>
          <p:nvPr/>
        </p:nvGrpSpPr>
        <p:grpSpPr>
          <a:xfrm>
            <a:off x="5228890" y="3235428"/>
            <a:ext cx="344091" cy="332767"/>
            <a:chOff x="5228890" y="3235428"/>
            <a:chExt cx="344091" cy="332767"/>
          </a:xfrm>
        </p:grpSpPr>
        <p:sp>
          <p:nvSpPr>
            <p:cNvPr id="9988" name="Google Shape;9988;p128"/>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128"/>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128"/>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128"/>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128"/>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128"/>
          <p:cNvGrpSpPr/>
          <p:nvPr/>
        </p:nvGrpSpPr>
        <p:grpSpPr>
          <a:xfrm>
            <a:off x="5757913" y="3227047"/>
            <a:ext cx="388544" cy="347927"/>
            <a:chOff x="5757913" y="3227047"/>
            <a:chExt cx="388544" cy="347927"/>
          </a:xfrm>
        </p:grpSpPr>
        <p:sp>
          <p:nvSpPr>
            <p:cNvPr id="9994" name="Google Shape;9994;p128"/>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128"/>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96" name="Google Shape;9996;p128"/>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128"/>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128"/>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128"/>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128"/>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128"/>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128"/>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128"/>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128"/>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128"/>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128"/>
          <p:cNvSpPr/>
          <p:nvPr/>
        </p:nvSpPr>
        <p:spPr>
          <a:xfrm>
            <a:off x="7202454"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128"/>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128"/>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128"/>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128"/>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128"/>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2" name="Google Shape;10012;p128"/>
          <p:cNvGrpSpPr/>
          <p:nvPr/>
        </p:nvGrpSpPr>
        <p:grpSpPr>
          <a:xfrm>
            <a:off x="7414946" y="3220873"/>
            <a:ext cx="360091" cy="360117"/>
            <a:chOff x="7414946" y="3220873"/>
            <a:chExt cx="360091" cy="360117"/>
          </a:xfrm>
        </p:grpSpPr>
        <p:sp>
          <p:nvSpPr>
            <p:cNvPr id="10013" name="Google Shape;10013;p128"/>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128"/>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128"/>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128"/>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128"/>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128"/>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128"/>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128"/>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128"/>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128"/>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128"/>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128"/>
          <p:cNvGrpSpPr/>
          <p:nvPr/>
        </p:nvGrpSpPr>
        <p:grpSpPr>
          <a:xfrm>
            <a:off x="8027227" y="3215041"/>
            <a:ext cx="231829" cy="371782"/>
            <a:chOff x="8027227" y="3215041"/>
            <a:chExt cx="231829" cy="371782"/>
          </a:xfrm>
        </p:grpSpPr>
        <p:sp>
          <p:nvSpPr>
            <p:cNvPr id="10025" name="Google Shape;10025;p128"/>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128"/>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128"/>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128"/>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128"/>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128"/>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128"/>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128"/>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128"/>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128"/>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5" name="Google Shape;10035;p128"/>
          <p:cNvGrpSpPr/>
          <p:nvPr/>
        </p:nvGrpSpPr>
        <p:grpSpPr>
          <a:xfrm>
            <a:off x="4093603" y="4146138"/>
            <a:ext cx="395638" cy="420544"/>
            <a:chOff x="4093603" y="4146138"/>
            <a:chExt cx="395638" cy="420544"/>
          </a:xfrm>
        </p:grpSpPr>
        <p:sp>
          <p:nvSpPr>
            <p:cNvPr id="10036" name="Google Shape;10036;p128"/>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128"/>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128"/>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128"/>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128"/>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128"/>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128"/>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128"/>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128"/>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128"/>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128"/>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128"/>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128"/>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128"/>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128"/>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128"/>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128"/>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128"/>
          <p:cNvGrpSpPr/>
          <p:nvPr/>
        </p:nvGrpSpPr>
        <p:grpSpPr>
          <a:xfrm>
            <a:off x="4644406" y="4162322"/>
            <a:ext cx="392065" cy="387887"/>
            <a:chOff x="4644406" y="4162322"/>
            <a:chExt cx="392065" cy="387887"/>
          </a:xfrm>
        </p:grpSpPr>
        <p:sp>
          <p:nvSpPr>
            <p:cNvPr id="10054" name="Google Shape;10054;p128"/>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128"/>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128"/>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128"/>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128"/>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128"/>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0" name="Google Shape;10060;p128"/>
          <p:cNvGrpSpPr/>
          <p:nvPr/>
        </p:nvGrpSpPr>
        <p:grpSpPr>
          <a:xfrm>
            <a:off x="5728383" y="4221698"/>
            <a:ext cx="417128" cy="269162"/>
            <a:chOff x="5728383" y="4221698"/>
            <a:chExt cx="417128" cy="269162"/>
          </a:xfrm>
        </p:grpSpPr>
        <p:sp>
          <p:nvSpPr>
            <p:cNvPr id="10061" name="Google Shape;10061;p128"/>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128"/>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128"/>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128"/>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128"/>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128"/>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128"/>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128"/>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128"/>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128"/>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128"/>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128"/>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3" name="Google Shape;10073;p128"/>
          <p:cNvGrpSpPr/>
          <p:nvPr/>
        </p:nvGrpSpPr>
        <p:grpSpPr>
          <a:xfrm>
            <a:off x="834210" y="3696905"/>
            <a:ext cx="371782" cy="342751"/>
            <a:chOff x="834210" y="3696905"/>
            <a:chExt cx="371782" cy="342751"/>
          </a:xfrm>
        </p:grpSpPr>
        <p:sp>
          <p:nvSpPr>
            <p:cNvPr id="10074" name="Google Shape;10074;p128"/>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128"/>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128"/>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128"/>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128"/>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128"/>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128"/>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128"/>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128"/>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128"/>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128"/>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128"/>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6" name="Google Shape;10086;p128"/>
          <p:cNvGrpSpPr/>
          <p:nvPr/>
        </p:nvGrpSpPr>
        <p:grpSpPr>
          <a:xfrm>
            <a:off x="1359398" y="3682271"/>
            <a:ext cx="395296" cy="371966"/>
            <a:chOff x="1359398" y="3682271"/>
            <a:chExt cx="395296" cy="371966"/>
          </a:xfrm>
        </p:grpSpPr>
        <p:sp>
          <p:nvSpPr>
            <p:cNvPr id="10087" name="Google Shape;10087;p128"/>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128"/>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128"/>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128"/>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128"/>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128"/>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128"/>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4" name="Google Shape;10094;p128"/>
          <p:cNvGrpSpPr/>
          <p:nvPr/>
        </p:nvGrpSpPr>
        <p:grpSpPr>
          <a:xfrm>
            <a:off x="1908099" y="3682271"/>
            <a:ext cx="395296" cy="371966"/>
            <a:chOff x="1908099" y="3682271"/>
            <a:chExt cx="395296" cy="371966"/>
          </a:xfrm>
        </p:grpSpPr>
        <p:sp>
          <p:nvSpPr>
            <p:cNvPr id="10095" name="Google Shape;10095;p128"/>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128"/>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128"/>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128"/>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128"/>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128"/>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128"/>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2" name="Google Shape;10102;p128"/>
          <p:cNvGrpSpPr/>
          <p:nvPr/>
        </p:nvGrpSpPr>
        <p:grpSpPr>
          <a:xfrm>
            <a:off x="2456800" y="3682271"/>
            <a:ext cx="395270" cy="371966"/>
            <a:chOff x="2456800" y="3682271"/>
            <a:chExt cx="395270" cy="371966"/>
          </a:xfrm>
        </p:grpSpPr>
        <p:sp>
          <p:nvSpPr>
            <p:cNvPr id="10103" name="Google Shape;10103;p128"/>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128"/>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128"/>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128"/>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128"/>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128"/>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128"/>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128"/>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128"/>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2" name="Google Shape;10112;p128"/>
          <p:cNvGrpSpPr/>
          <p:nvPr/>
        </p:nvGrpSpPr>
        <p:grpSpPr>
          <a:xfrm>
            <a:off x="3014250" y="3682271"/>
            <a:ext cx="391092" cy="371940"/>
            <a:chOff x="3014250" y="3682271"/>
            <a:chExt cx="391092" cy="371940"/>
          </a:xfrm>
        </p:grpSpPr>
        <p:sp>
          <p:nvSpPr>
            <p:cNvPr id="10113" name="Google Shape;10113;p128"/>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128"/>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128"/>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128"/>
          <p:cNvGrpSpPr/>
          <p:nvPr/>
        </p:nvGrpSpPr>
        <p:grpSpPr>
          <a:xfrm>
            <a:off x="3569125" y="3702947"/>
            <a:ext cx="388728" cy="330692"/>
            <a:chOff x="3569125" y="3702947"/>
            <a:chExt cx="388728" cy="330692"/>
          </a:xfrm>
        </p:grpSpPr>
        <p:sp>
          <p:nvSpPr>
            <p:cNvPr id="10117" name="Google Shape;10117;p128"/>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128"/>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128"/>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128"/>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1" name="Google Shape;10121;p128"/>
          <p:cNvGrpSpPr/>
          <p:nvPr/>
        </p:nvGrpSpPr>
        <p:grpSpPr>
          <a:xfrm>
            <a:off x="4111994" y="3682455"/>
            <a:ext cx="387992" cy="371625"/>
            <a:chOff x="4111994" y="3682455"/>
            <a:chExt cx="387992" cy="371625"/>
          </a:xfrm>
        </p:grpSpPr>
        <p:sp>
          <p:nvSpPr>
            <p:cNvPr id="10122" name="Google Shape;10122;p128"/>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128"/>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4" name="Google Shape;10124;p128"/>
          <p:cNvGrpSpPr/>
          <p:nvPr/>
        </p:nvGrpSpPr>
        <p:grpSpPr>
          <a:xfrm>
            <a:off x="4674908" y="3682271"/>
            <a:ext cx="371966" cy="371966"/>
            <a:chOff x="4674908" y="3682271"/>
            <a:chExt cx="371966" cy="371966"/>
          </a:xfrm>
        </p:grpSpPr>
        <p:sp>
          <p:nvSpPr>
            <p:cNvPr id="10125" name="Google Shape;10125;p128"/>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128"/>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128"/>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128"/>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9" name="Google Shape;10129;p128"/>
          <p:cNvGrpSpPr/>
          <p:nvPr/>
        </p:nvGrpSpPr>
        <p:grpSpPr>
          <a:xfrm>
            <a:off x="5223609" y="3731112"/>
            <a:ext cx="371782" cy="274285"/>
            <a:chOff x="5223609" y="3731112"/>
            <a:chExt cx="371782" cy="274285"/>
          </a:xfrm>
        </p:grpSpPr>
        <p:sp>
          <p:nvSpPr>
            <p:cNvPr id="10130" name="Google Shape;10130;p128"/>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128"/>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2" name="Google Shape;10132;p128"/>
          <p:cNvSpPr/>
          <p:nvPr/>
        </p:nvSpPr>
        <p:spPr>
          <a:xfrm>
            <a:off x="5812218"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3" name="Google Shape;10133;p128"/>
          <p:cNvGrpSpPr/>
          <p:nvPr/>
        </p:nvGrpSpPr>
        <p:grpSpPr>
          <a:xfrm>
            <a:off x="6319908" y="3696721"/>
            <a:ext cx="373963" cy="343119"/>
            <a:chOff x="6319908" y="3696721"/>
            <a:chExt cx="373963" cy="343119"/>
          </a:xfrm>
        </p:grpSpPr>
        <p:sp>
          <p:nvSpPr>
            <p:cNvPr id="10134" name="Google Shape;10134;p128"/>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128"/>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128"/>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128"/>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128"/>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128"/>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128"/>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128"/>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128"/>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128"/>
          <p:cNvGrpSpPr/>
          <p:nvPr/>
        </p:nvGrpSpPr>
        <p:grpSpPr>
          <a:xfrm>
            <a:off x="6871342" y="3740044"/>
            <a:ext cx="371966" cy="256420"/>
            <a:chOff x="6871342" y="3740044"/>
            <a:chExt cx="371966" cy="256420"/>
          </a:xfrm>
        </p:grpSpPr>
        <p:sp>
          <p:nvSpPr>
            <p:cNvPr id="10144" name="Google Shape;10144;p128"/>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128"/>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128"/>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128"/>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128"/>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128"/>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128"/>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128"/>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128"/>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128"/>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128"/>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128"/>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6" name="Google Shape;10156;p128"/>
          <p:cNvGrpSpPr/>
          <p:nvPr/>
        </p:nvGrpSpPr>
        <p:grpSpPr>
          <a:xfrm>
            <a:off x="7402362" y="3681535"/>
            <a:ext cx="402757" cy="372728"/>
            <a:chOff x="7402362" y="3681535"/>
            <a:chExt cx="402757" cy="372728"/>
          </a:xfrm>
        </p:grpSpPr>
        <p:sp>
          <p:nvSpPr>
            <p:cNvPr id="10157" name="Google Shape;10157;p128"/>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128"/>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128"/>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128"/>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128"/>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128"/>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128"/>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128"/>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128"/>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128"/>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128"/>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128"/>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128"/>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128"/>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128"/>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128"/>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3" name="Google Shape;10173;p128"/>
          <p:cNvGrpSpPr/>
          <p:nvPr/>
        </p:nvGrpSpPr>
        <p:grpSpPr>
          <a:xfrm>
            <a:off x="7960705" y="3736235"/>
            <a:ext cx="378902" cy="264065"/>
            <a:chOff x="7960705" y="3736235"/>
            <a:chExt cx="378902" cy="264065"/>
          </a:xfrm>
        </p:grpSpPr>
        <p:sp>
          <p:nvSpPr>
            <p:cNvPr id="10174" name="Google Shape;10174;p128"/>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128"/>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128"/>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128"/>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128"/>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128"/>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128"/>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128"/>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128"/>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128"/>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128"/>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128"/>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128"/>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128"/>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8" name="Google Shape;10188;p128"/>
          <p:cNvGrpSpPr/>
          <p:nvPr/>
        </p:nvGrpSpPr>
        <p:grpSpPr>
          <a:xfrm>
            <a:off x="6400828" y="4162270"/>
            <a:ext cx="166200" cy="388019"/>
            <a:chOff x="6400828" y="4162270"/>
            <a:chExt cx="166200" cy="388019"/>
          </a:xfrm>
        </p:grpSpPr>
        <p:sp>
          <p:nvSpPr>
            <p:cNvPr id="10189" name="Google Shape;10189;p128"/>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128"/>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128"/>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128"/>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128"/>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128"/>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128"/>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6" name="Google Shape;10196;p128"/>
          <p:cNvGrpSpPr/>
          <p:nvPr/>
        </p:nvGrpSpPr>
        <p:grpSpPr>
          <a:xfrm>
            <a:off x="6919815" y="4162270"/>
            <a:ext cx="225260" cy="388019"/>
            <a:chOff x="6919815" y="4162270"/>
            <a:chExt cx="225260" cy="388019"/>
          </a:xfrm>
        </p:grpSpPr>
        <p:sp>
          <p:nvSpPr>
            <p:cNvPr id="10197" name="Google Shape;10197;p128"/>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128"/>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128"/>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128"/>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128"/>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128"/>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128"/>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128"/>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5" name="Google Shape;10205;p128"/>
          <p:cNvGrpSpPr/>
          <p:nvPr/>
        </p:nvGrpSpPr>
        <p:grpSpPr>
          <a:xfrm>
            <a:off x="7385600" y="4177035"/>
            <a:ext cx="388728" cy="358383"/>
            <a:chOff x="7385600" y="4177035"/>
            <a:chExt cx="388728" cy="358383"/>
          </a:xfrm>
        </p:grpSpPr>
        <p:sp>
          <p:nvSpPr>
            <p:cNvPr id="10206" name="Google Shape;10206;p128"/>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128"/>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128"/>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128"/>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128"/>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128"/>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128"/>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3" name="Google Shape;10213;p128"/>
          <p:cNvGrpSpPr/>
          <p:nvPr/>
        </p:nvGrpSpPr>
        <p:grpSpPr>
          <a:xfrm>
            <a:off x="3625085" y="3259862"/>
            <a:ext cx="369207" cy="258259"/>
            <a:chOff x="3625085" y="3259862"/>
            <a:chExt cx="369207" cy="258259"/>
          </a:xfrm>
        </p:grpSpPr>
        <p:sp>
          <p:nvSpPr>
            <p:cNvPr id="10214" name="Google Shape;10214;p128"/>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128"/>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128"/>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128"/>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128"/>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128"/>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128"/>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128"/>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128"/>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128"/>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128"/>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128"/>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128"/>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7" name="Google Shape;10227;p128"/>
          <p:cNvGrpSpPr/>
          <p:nvPr/>
        </p:nvGrpSpPr>
        <p:grpSpPr>
          <a:xfrm>
            <a:off x="6317360" y="3276808"/>
            <a:ext cx="363217" cy="248590"/>
            <a:chOff x="6317360" y="3276808"/>
            <a:chExt cx="363217" cy="248590"/>
          </a:xfrm>
        </p:grpSpPr>
        <p:sp>
          <p:nvSpPr>
            <p:cNvPr id="10228" name="Google Shape;10228;p128"/>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128"/>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128"/>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128"/>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128"/>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128"/>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128"/>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128"/>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128"/>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128"/>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128"/>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128"/>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128"/>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128"/>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128"/>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128"/>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128"/>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128"/>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128"/>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128"/>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128"/>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128"/>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128"/>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128"/>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128"/>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128"/>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128"/>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5" name="Google Shape;10255;p128"/>
          <p:cNvGrpSpPr/>
          <p:nvPr/>
        </p:nvGrpSpPr>
        <p:grpSpPr>
          <a:xfrm>
            <a:off x="5084391" y="4183682"/>
            <a:ext cx="504064" cy="325595"/>
            <a:chOff x="5084391" y="4183682"/>
            <a:chExt cx="504064" cy="325595"/>
          </a:xfrm>
        </p:grpSpPr>
        <p:sp>
          <p:nvSpPr>
            <p:cNvPr id="10256" name="Google Shape;10256;p128"/>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128"/>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128"/>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128"/>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128"/>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128"/>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128"/>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128"/>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128"/>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128"/>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128"/>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128"/>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128"/>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128"/>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128"/>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128"/>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128"/>
          <p:cNvGrpSpPr/>
          <p:nvPr/>
        </p:nvGrpSpPr>
        <p:grpSpPr>
          <a:xfrm>
            <a:off x="7947595" y="2347996"/>
            <a:ext cx="379795" cy="267165"/>
            <a:chOff x="7947595" y="2347996"/>
            <a:chExt cx="379795" cy="267165"/>
          </a:xfrm>
        </p:grpSpPr>
        <p:sp>
          <p:nvSpPr>
            <p:cNvPr id="10273" name="Google Shape;10273;p128"/>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128"/>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128"/>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128"/>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128"/>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128"/>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128"/>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128"/>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128"/>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2" name="Google Shape;10282;p128"/>
          <p:cNvGrpSpPr/>
          <p:nvPr/>
        </p:nvGrpSpPr>
        <p:grpSpPr>
          <a:xfrm>
            <a:off x="6400644" y="2310269"/>
            <a:ext cx="275362" cy="338784"/>
            <a:chOff x="6400644" y="2310269"/>
            <a:chExt cx="275362" cy="338784"/>
          </a:xfrm>
        </p:grpSpPr>
        <p:sp>
          <p:nvSpPr>
            <p:cNvPr id="10283" name="Google Shape;10283;p128"/>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128"/>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128"/>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128"/>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128"/>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128"/>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128"/>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128"/>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128"/>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128"/>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128"/>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128"/>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128"/>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6" name="Google Shape;10296;p128"/>
          <p:cNvGrpSpPr/>
          <p:nvPr/>
        </p:nvGrpSpPr>
        <p:grpSpPr>
          <a:xfrm>
            <a:off x="1342268" y="4161009"/>
            <a:ext cx="359565" cy="358094"/>
            <a:chOff x="1342268" y="4161009"/>
            <a:chExt cx="359565" cy="358094"/>
          </a:xfrm>
        </p:grpSpPr>
        <p:sp>
          <p:nvSpPr>
            <p:cNvPr id="10297" name="Google Shape;10297;p128"/>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128"/>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128"/>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128"/>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128"/>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128"/>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128"/>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128"/>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128"/>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6" name="Google Shape;10306;p128"/>
          <p:cNvGrpSpPr/>
          <p:nvPr/>
        </p:nvGrpSpPr>
        <p:grpSpPr>
          <a:xfrm>
            <a:off x="1913012" y="2764940"/>
            <a:ext cx="417523" cy="374252"/>
            <a:chOff x="1913012" y="2764940"/>
            <a:chExt cx="417523" cy="374252"/>
          </a:xfrm>
        </p:grpSpPr>
        <p:sp>
          <p:nvSpPr>
            <p:cNvPr id="10307" name="Google Shape;10307;p128"/>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128"/>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128"/>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128"/>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128"/>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128"/>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128"/>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128"/>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128"/>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128"/>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128"/>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128"/>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128"/>
          <p:cNvGrpSpPr/>
          <p:nvPr/>
        </p:nvGrpSpPr>
        <p:grpSpPr>
          <a:xfrm>
            <a:off x="830742" y="2763601"/>
            <a:ext cx="384734" cy="381556"/>
            <a:chOff x="830742" y="2763601"/>
            <a:chExt cx="384734" cy="381556"/>
          </a:xfrm>
        </p:grpSpPr>
        <p:sp>
          <p:nvSpPr>
            <p:cNvPr id="10320" name="Google Shape;10320;p128"/>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128"/>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128"/>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128"/>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128"/>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128"/>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128"/>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128"/>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128"/>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128"/>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128"/>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128"/>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128"/>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128"/>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128"/>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128"/>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128"/>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128"/>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128"/>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128"/>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128"/>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1" name="Google Shape;10341;p128"/>
          <p:cNvGrpSpPr/>
          <p:nvPr/>
        </p:nvGrpSpPr>
        <p:grpSpPr>
          <a:xfrm>
            <a:off x="3007498" y="4183419"/>
            <a:ext cx="375434" cy="329667"/>
            <a:chOff x="3007498" y="4183419"/>
            <a:chExt cx="375434" cy="329667"/>
          </a:xfrm>
        </p:grpSpPr>
        <p:sp>
          <p:nvSpPr>
            <p:cNvPr id="10342" name="Google Shape;10342;p128"/>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128"/>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128"/>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128"/>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128"/>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128"/>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128"/>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128"/>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128"/>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128"/>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128"/>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128"/>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128"/>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128"/>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128"/>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128"/>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128"/>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128"/>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128"/>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128"/>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2" name="Google Shape;10362;p128"/>
          <p:cNvGrpSpPr/>
          <p:nvPr/>
        </p:nvGrpSpPr>
        <p:grpSpPr>
          <a:xfrm>
            <a:off x="6919276" y="2766990"/>
            <a:ext cx="274550" cy="354728"/>
            <a:chOff x="7606826" y="2419290"/>
            <a:chExt cx="274550" cy="354728"/>
          </a:xfrm>
        </p:grpSpPr>
        <p:sp>
          <p:nvSpPr>
            <p:cNvPr id="10363" name="Google Shape;10363;p128"/>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128"/>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128"/>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128"/>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128"/>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128"/>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128"/>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128"/>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128"/>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128"/>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128"/>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128"/>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128"/>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128"/>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128"/>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128"/>
          <p:cNvGrpSpPr/>
          <p:nvPr/>
        </p:nvGrpSpPr>
        <p:grpSpPr>
          <a:xfrm>
            <a:off x="7550168" y="2777003"/>
            <a:ext cx="263316" cy="354728"/>
            <a:chOff x="8062968" y="2419290"/>
            <a:chExt cx="263316" cy="354728"/>
          </a:xfrm>
        </p:grpSpPr>
        <p:sp>
          <p:nvSpPr>
            <p:cNvPr id="10379" name="Google Shape;10379;p128"/>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128"/>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128"/>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128"/>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128"/>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128"/>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128"/>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128"/>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128"/>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128"/>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128"/>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128"/>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128"/>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128"/>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128"/>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128"/>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128"/>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0399"/>
        <p:cNvGrpSpPr/>
        <p:nvPr/>
      </p:nvGrpSpPr>
      <p:grpSpPr>
        <a:xfrm>
          <a:off x="0" y="0"/>
          <a:ext cx="0" cy="0"/>
          <a:chOff x="0" y="0"/>
          <a:chExt cx="0" cy="0"/>
        </a:xfrm>
      </p:grpSpPr>
      <p:sp>
        <p:nvSpPr>
          <p:cNvPr id="10400" name="Google Shape;10400;p129"/>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0401" name="Google Shape;10401;p129"/>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10402" name="Google Shape;10402;p129"/>
          <p:cNvGrpSpPr/>
          <p:nvPr/>
        </p:nvGrpSpPr>
        <p:grpSpPr>
          <a:xfrm>
            <a:off x="7075663" y="2444129"/>
            <a:ext cx="362163" cy="347098"/>
            <a:chOff x="7075663" y="2444129"/>
            <a:chExt cx="362163" cy="347098"/>
          </a:xfrm>
        </p:grpSpPr>
        <p:sp>
          <p:nvSpPr>
            <p:cNvPr id="10403" name="Google Shape;10403;p129"/>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129"/>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129"/>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129"/>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129"/>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129"/>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129"/>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129"/>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1" name="Google Shape;10411;p129"/>
          <p:cNvGrpSpPr/>
          <p:nvPr/>
        </p:nvGrpSpPr>
        <p:grpSpPr>
          <a:xfrm>
            <a:off x="6638175" y="2436584"/>
            <a:ext cx="372197" cy="362163"/>
            <a:chOff x="6638175" y="2436584"/>
            <a:chExt cx="372197" cy="362163"/>
          </a:xfrm>
        </p:grpSpPr>
        <p:sp>
          <p:nvSpPr>
            <p:cNvPr id="10412" name="Google Shape;10412;p129"/>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129"/>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129"/>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129"/>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129"/>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129"/>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129"/>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129"/>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129"/>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129"/>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129"/>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129"/>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129"/>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5" name="Google Shape;10425;p129"/>
          <p:cNvGrpSpPr/>
          <p:nvPr/>
        </p:nvGrpSpPr>
        <p:grpSpPr>
          <a:xfrm>
            <a:off x="6192906" y="2439440"/>
            <a:ext cx="371699" cy="356084"/>
            <a:chOff x="6192906" y="2439440"/>
            <a:chExt cx="371699" cy="356084"/>
          </a:xfrm>
        </p:grpSpPr>
        <p:sp>
          <p:nvSpPr>
            <p:cNvPr id="10426" name="Google Shape;10426;p129"/>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129"/>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129"/>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129"/>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129"/>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129"/>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129"/>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129"/>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129"/>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129"/>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129"/>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129"/>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129"/>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9" name="Google Shape;10439;p129"/>
          <p:cNvGrpSpPr/>
          <p:nvPr/>
        </p:nvGrpSpPr>
        <p:grpSpPr>
          <a:xfrm>
            <a:off x="5762467" y="2436584"/>
            <a:ext cx="362163" cy="362163"/>
            <a:chOff x="5762467" y="2436584"/>
            <a:chExt cx="362163" cy="362163"/>
          </a:xfrm>
        </p:grpSpPr>
        <p:sp>
          <p:nvSpPr>
            <p:cNvPr id="10440" name="Google Shape;10440;p129"/>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129"/>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129"/>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129"/>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129"/>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129"/>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129"/>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129"/>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129"/>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129"/>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129"/>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129"/>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129"/>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129"/>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129"/>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129"/>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6" name="Google Shape;10456;p129"/>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129"/>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129"/>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129"/>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129"/>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129"/>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129"/>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129"/>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129"/>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5" name="Google Shape;10465;p129"/>
          <p:cNvGrpSpPr/>
          <p:nvPr/>
        </p:nvGrpSpPr>
        <p:grpSpPr>
          <a:xfrm>
            <a:off x="5323721" y="2437029"/>
            <a:ext cx="362922" cy="361219"/>
            <a:chOff x="5323721" y="2437029"/>
            <a:chExt cx="362922" cy="361219"/>
          </a:xfrm>
        </p:grpSpPr>
        <p:sp>
          <p:nvSpPr>
            <p:cNvPr id="10466" name="Google Shape;10466;p129"/>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129"/>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129"/>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129"/>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129"/>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129"/>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129"/>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129"/>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129"/>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129"/>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129"/>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129"/>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129"/>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129"/>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129"/>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129"/>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129"/>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3" name="Google Shape;10483;p129"/>
          <p:cNvGrpSpPr/>
          <p:nvPr/>
        </p:nvGrpSpPr>
        <p:grpSpPr>
          <a:xfrm>
            <a:off x="4875937" y="2468731"/>
            <a:ext cx="407122" cy="315448"/>
            <a:chOff x="4875937" y="2468731"/>
            <a:chExt cx="407122" cy="315448"/>
          </a:xfrm>
        </p:grpSpPr>
        <p:sp>
          <p:nvSpPr>
            <p:cNvPr id="10484" name="Google Shape;10484;p129"/>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129"/>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129"/>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129"/>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129"/>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129"/>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129"/>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129"/>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129"/>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129"/>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129"/>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129"/>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129"/>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129"/>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129"/>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129"/>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129"/>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129"/>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129"/>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3" name="Google Shape;10503;p129"/>
          <p:cNvGrpSpPr/>
          <p:nvPr/>
        </p:nvGrpSpPr>
        <p:grpSpPr>
          <a:xfrm>
            <a:off x="4893282" y="3804774"/>
            <a:ext cx="242114" cy="362163"/>
            <a:chOff x="4893282" y="3804774"/>
            <a:chExt cx="242114" cy="362163"/>
          </a:xfrm>
        </p:grpSpPr>
        <p:sp>
          <p:nvSpPr>
            <p:cNvPr id="10504" name="Google Shape;10504;p129"/>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129"/>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129"/>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129"/>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129"/>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129"/>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129"/>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129"/>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129"/>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129"/>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129"/>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129"/>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129"/>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129"/>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129"/>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129"/>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129"/>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129"/>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129"/>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129"/>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129"/>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129"/>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129"/>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129"/>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129"/>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129"/>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0" name="Google Shape;10530;p129"/>
          <p:cNvGrpSpPr/>
          <p:nvPr/>
        </p:nvGrpSpPr>
        <p:grpSpPr>
          <a:xfrm>
            <a:off x="6248162" y="3804774"/>
            <a:ext cx="231058" cy="362425"/>
            <a:chOff x="6248162" y="3804774"/>
            <a:chExt cx="231058" cy="362425"/>
          </a:xfrm>
        </p:grpSpPr>
        <p:sp>
          <p:nvSpPr>
            <p:cNvPr id="10531" name="Google Shape;10531;p129"/>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129"/>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129"/>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129"/>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5" name="Google Shape;10535;p129"/>
          <p:cNvGrpSpPr/>
          <p:nvPr/>
        </p:nvGrpSpPr>
        <p:grpSpPr>
          <a:xfrm>
            <a:off x="5346568" y="3804774"/>
            <a:ext cx="233337" cy="362163"/>
            <a:chOff x="5346568" y="3804774"/>
            <a:chExt cx="233337" cy="362163"/>
          </a:xfrm>
        </p:grpSpPr>
        <p:sp>
          <p:nvSpPr>
            <p:cNvPr id="10536" name="Google Shape;10536;p129"/>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129"/>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129"/>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129"/>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129"/>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129"/>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129"/>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129"/>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129"/>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129"/>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129"/>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129"/>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129"/>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129"/>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129"/>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129"/>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129"/>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129"/>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129"/>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5" name="Google Shape;10555;p129"/>
          <p:cNvGrpSpPr/>
          <p:nvPr/>
        </p:nvGrpSpPr>
        <p:grpSpPr>
          <a:xfrm>
            <a:off x="6704985" y="3805141"/>
            <a:ext cx="209967" cy="361639"/>
            <a:chOff x="6704985" y="3805141"/>
            <a:chExt cx="209967" cy="361639"/>
          </a:xfrm>
        </p:grpSpPr>
        <p:sp>
          <p:nvSpPr>
            <p:cNvPr id="10556" name="Google Shape;10556;p129"/>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129"/>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129"/>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129"/>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129"/>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129"/>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129"/>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129"/>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129"/>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129"/>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129"/>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129"/>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8" name="Google Shape;10568;p129"/>
          <p:cNvGrpSpPr/>
          <p:nvPr/>
        </p:nvGrpSpPr>
        <p:grpSpPr>
          <a:xfrm>
            <a:off x="7513884" y="2448269"/>
            <a:ext cx="363184" cy="338792"/>
            <a:chOff x="7513884" y="2448269"/>
            <a:chExt cx="363184" cy="338792"/>
          </a:xfrm>
        </p:grpSpPr>
        <p:sp>
          <p:nvSpPr>
            <p:cNvPr id="10569" name="Google Shape;10569;p129"/>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129"/>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129"/>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129"/>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129"/>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129"/>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129"/>
          <p:cNvGrpSpPr/>
          <p:nvPr/>
        </p:nvGrpSpPr>
        <p:grpSpPr>
          <a:xfrm>
            <a:off x="5777767" y="3804826"/>
            <a:ext cx="258699" cy="362136"/>
            <a:chOff x="5777767" y="3804826"/>
            <a:chExt cx="258699" cy="362136"/>
          </a:xfrm>
        </p:grpSpPr>
        <p:sp>
          <p:nvSpPr>
            <p:cNvPr id="10576" name="Google Shape;10576;p129"/>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129"/>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129"/>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9" name="Google Shape;10579;p129"/>
          <p:cNvGrpSpPr/>
          <p:nvPr/>
        </p:nvGrpSpPr>
        <p:grpSpPr>
          <a:xfrm>
            <a:off x="7953101" y="2436584"/>
            <a:ext cx="361691" cy="362163"/>
            <a:chOff x="7953101" y="2436584"/>
            <a:chExt cx="361691" cy="362163"/>
          </a:xfrm>
        </p:grpSpPr>
        <p:sp>
          <p:nvSpPr>
            <p:cNvPr id="10580" name="Google Shape;10580;p129"/>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129"/>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129"/>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129"/>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129"/>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129"/>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129"/>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129"/>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129"/>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9" name="Google Shape;10589;p129"/>
          <p:cNvGrpSpPr/>
          <p:nvPr/>
        </p:nvGrpSpPr>
        <p:grpSpPr>
          <a:xfrm>
            <a:off x="4859353" y="3355130"/>
            <a:ext cx="373481" cy="362267"/>
            <a:chOff x="4859353" y="3355130"/>
            <a:chExt cx="373481" cy="362267"/>
          </a:xfrm>
        </p:grpSpPr>
        <p:sp>
          <p:nvSpPr>
            <p:cNvPr id="10590" name="Google Shape;10590;p129"/>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129"/>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129"/>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129"/>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129"/>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129"/>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129"/>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129"/>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129"/>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129"/>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129"/>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129"/>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129"/>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129"/>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4" name="Google Shape;10604;p129"/>
          <p:cNvGrpSpPr/>
          <p:nvPr/>
        </p:nvGrpSpPr>
        <p:grpSpPr>
          <a:xfrm>
            <a:off x="6637678" y="1500982"/>
            <a:ext cx="378721" cy="362005"/>
            <a:chOff x="6637678" y="1500982"/>
            <a:chExt cx="378721" cy="362005"/>
          </a:xfrm>
        </p:grpSpPr>
        <p:sp>
          <p:nvSpPr>
            <p:cNvPr id="10605" name="Google Shape;10605;p129"/>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129"/>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129"/>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129"/>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129"/>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129"/>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129"/>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129"/>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129"/>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129"/>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129"/>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129"/>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129"/>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129"/>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129"/>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129"/>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1" name="Google Shape;10621;p129"/>
          <p:cNvGrpSpPr/>
          <p:nvPr/>
        </p:nvGrpSpPr>
        <p:grpSpPr>
          <a:xfrm>
            <a:off x="5827993" y="3355496"/>
            <a:ext cx="223041" cy="362163"/>
            <a:chOff x="5827993" y="3355496"/>
            <a:chExt cx="223041" cy="362163"/>
          </a:xfrm>
        </p:grpSpPr>
        <p:sp>
          <p:nvSpPr>
            <p:cNvPr id="10622" name="Google Shape;10622;p129"/>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129"/>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129"/>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129"/>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129"/>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129"/>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129"/>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129"/>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129"/>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129"/>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129"/>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129"/>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129"/>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129"/>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129"/>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7" name="Google Shape;10637;p129"/>
          <p:cNvGrpSpPr/>
          <p:nvPr/>
        </p:nvGrpSpPr>
        <p:grpSpPr>
          <a:xfrm>
            <a:off x="7528713" y="1500641"/>
            <a:ext cx="370520" cy="361586"/>
            <a:chOff x="7528713" y="1500641"/>
            <a:chExt cx="370520" cy="361586"/>
          </a:xfrm>
        </p:grpSpPr>
        <p:sp>
          <p:nvSpPr>
            <p:cNvPr id="10638" name="Google Shape;10638;p129"/>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129"/>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129"/>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129"/>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129"/>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129"/>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129"/>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5" name="Google Shape;10645;p129"/>
          <p:cNvGrpSpPr/>
          <p:nvPr/>
        </p:nvGrpSpPr>
        <p:grpSpPr>
          <a:xfrm>
            <a:off x="5317198" y="3355496"/>
            <a:ext cx="367429" cy="362163"/>
            <a:chOff x="5317198" y="3355496"/>
            <a:chExt cx="367429" cy="362163"/>
          </a:xfrm>
        </p:grpSpPr>
        <p:sp>
          <p:nvSpPr>
            <p:cNvPr id="10646" name="Google Shape;10646;p129"/>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129"/>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129"/>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129"/>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129"/>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129"/>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129"/>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129"/>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129"/>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129"/>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129"/>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129"/>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129"/>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129"/>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129"/>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129"/>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2" name="Google Shape;10662;p129"/>
          <p:cNvGrpSpPr/>
          <p:nvPr/>
        </p:nvGrpSpPr>
        <p:grpSpPr>
          <a:xfrm>
            <a:off x="5302971" y="1500563"/>
            <a:ext cx="383175" cy="362241"/>
            <a:chOff x="5302971" y="1500563"/>
            <a:chExt cx="383175" cy="362241"/>
          </a:xfrm>
        </p:grpSpPr>
        <p:sp>
          <p:nvSpPr>
            <p:cNvPr id="10663" name="Google Shape;10663;p129"/>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129"/>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129"/>
          <p:cNvGrpSpPr/>
          <p:nvPr/>
        </p:nvGrpSpPr>
        <p:grpSpPr>
          <a:xfrm>
            <a:off x="6202705" y="1525453"/>
            <a:ext cx="364180" cy="312461"/>
            <a:chOff x="6202705" y="1525453"/>
            <a:chExt cx="364180" cy="312461"/>
          </a:xfrm>
        </p:grpSpPr>
        <p:sp>
          <p:nvSpPr>
            <p:cNvPr id="10666" name="Google Shape;10666;p129"/>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129"/>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129"/>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129"/>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129"/>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129"/>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129"/>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129"/>
          <p:cNvGrpSpPr/>
          <p:nvPr/>
        </p:nvGrpSpPr>
        <p:grpSpPr>
          <a:xfrm>
            <a:off x="7087217" y="1503602"/>
            <a:ext cx="362398" cy="356163"/>
            <a:chOff x="7087217" y="1503602"/>
            <a:chExt cx="362398" cy="356163"/>
          </a:xfrm>
        </p:grpSpPr>
        <p:sp>
          <p:nvSpPr>
            <p:cNvPr id="10674" name="Google Shape;10674;p129"/>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129"/>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129"/>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129"/>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129"/>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129"/>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129"/>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129"/>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129"/>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129"/>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129"/>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129"/>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129"/>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129"/>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129"/>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129"/>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129"/>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129"/>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129"/>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129"/>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129"/>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5" name="Google Shape;10695;p129"/>
          <p:cNvGrpSpPr/>
          <p:nvPr/>
        </p:nvGrpSpPr>
        <p:grpSpPr>
          <a:xfrm>
            <a:off x="7968952" y="1500877"/>
            <a:ext cx="378747" cy="361455"/>
            <a:chOff x="7968952" y="1500877"/>
            <a:chExt cx="378747" cy="361455"/>
          </a:xfrm>
        </p:grpSpPr>
        <p:sp>
          <p:nvSpPr>
            <p:cNvPr id="10696" name="Google Shape;10696;p129"/>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129"/>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129"/>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129"/>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129"/>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129"/>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129"/>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129"/>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129"/>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129"/>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129"/>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129"/>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129"/>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129"/>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129"/>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1" name="Google Shape;10711;p129"/>
          <p:cNvGrpSpPr/>
          <p:nvPr/>
        </p:nvGrpSpPr>
        <p:grpSpPr>
          <a:xfrm>
            <a:off x="5761445" y="1541723"/>
            <a:ext cx="362163" cy="279737"/>
            <a:chOff x="5761445" y="1541723"/>
            <a:chExt cx="362163" cy="279737"/>
          </a:xfrm>
        </p:grpSpPr>
        <p:sp>
          <p:nvSpPr>
            <p:cNvPr id="10712" name="Google Shape;10712;p129"/>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129"/>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129"/>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129"/>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129"/>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129"/>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129"/>
          <p:cNvGrpSpPr/>
          <p:nvPr/>
        </p:nvGrpSpPr>
        <p:grpSpPr>
          <a:xfrm>
            <a:off x="6204958" y="3355575"/>
            <a:ext cx="358390" cy="362320"/>
            <a:chOff x="6204958" y="3355575"/>
            <a:chExt cx="358390" cy="362320"/>
          </a:xfrm>
        </p:grpSpPr>
        <p:sp>
          <p:nvSpPr>
            <p:cNvPr id="10719" name="Google Shape;10719;p129"/>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129"/>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129"/>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129"/>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129"/>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129"/>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129"/>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129"/>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129"/>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129"/>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129"/>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129"/>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129"/>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129"/>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129"/>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129"/>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5" name="Google Shape;10735;p129"/>
          <p:cNvGrpSpPr/>
          <p:nvPr/>
        </p:nvGrpSpPr>
        <p:grpSpPr>
          <a:xfrm>
            <a:off x="4939970" y="1499855"/>
            <a:ext cx="242979" cy="362660"/>
            <a:chOff x="4939970" y="1499855"/>
            <a:chExt cx="242979" cy="362660"/>
          </a:xfrm>
        </p:grpSpPr>
        <p:sp>
          <p:nvSpPr>
            <p:cNvPr id="10736" name="Google Shape;10736;p129"/>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129"/>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129"/>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129"/>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129"/>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129"/>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2" name="Google Shape;10742;p129"/>
          <p:cNvGrpSpPr/>
          <p:nvPr/>
        </p:nvGrpSpPr>
        <p:grpSpPr>
          <a:xfrm>
            <a:off x="8023448" y="3355496"/>
            <a:ext cx="284322" cy="362163"/>
            <a:chOff x="8023448" y="3355496"/>
            <a:chExt cx="284322" cy="362163"/>
          </a:xfrm>
        </p:grpSpPr>
        <p:sp>
          <p:nvSpPr>
            <p:cNvPr id="10743" name="Google Shape;10743;p129"/>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129"/>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129"/>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129"/>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129"/>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129"/>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129"/>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129"/>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129"/>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2" name="Google Shape;10752;p129"/>
          <p:cNvGrpSpPr/>
          <p:nvPr/>
        </p:nvGrpSpPr>
        <p:grpSpPr>
          <a:xfrm>
            <a:off x="6644201" y="3355496"/>
            <a:ext cx="366695" cy="361979"/>
            <a:chOff x="6644201" y="3355496"/>
            <a:chExt cx="366695" cy="361979"/>
          </a:xfrm>
        </p:grpSpPr>
        <p:sp>
          <p:nvSpPr>
            <p:cNvPr id="10753" name="Google Shape;10753;p129"/>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129"/>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129"/>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129"/>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129"/>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129"/>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129"/>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129"/>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129"/>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129"/>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129"/>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129"/>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129"/>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129"/>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129"/>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129"/>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129"/>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129"/>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129"/>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129"/>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129"/>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129"/>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5" name="Google Shape;10775;p129"/>
          <p:cNvGrpSpPr/>
          <p:nvPr/>
        </p:nvGrpSpPr>
        <p:grpSpPr>
          <a:xfrm>
            <a:off x="7955145" y="2019192"/>
            <a:ext cx="365176" cy="271013"/>
            <a:chOff x="7955145" y="2019192"/>
            <a:chExt cx="365176" cy="271013"/>
          </a:xfrm>
        </p:grpSpPr>
        <p:sp>
          <p:nvSpPr>
            <p:cNvPr id="10776" name="Google Shape;10776;p129"/>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129"/>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129"/>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129"/>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129"/>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129"/>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2" name="Google Shape;10782;p129"/>
          <p:cNvGrpSpPr/>
          <p:nvPr/>
        </p:nvGrpSpPr>
        <p:grpSpPr>
          <a:xfrm>
            <a:off x="7518155" y="2009471"/>
            <a:ext cx="361927" cy="290270"/>
            <a:chOff x="7518155" y="2009471"/>
            <a:chExt cx="361927" cy="290270"/>
          </a:xfrm>
        </p:grpSpPr>
        <p:sp>
          <p:nvSpPr>
            <p:cNvPr id="10783" name="Google Shape;10783;p129"/>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129"/>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129"/>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129"/>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129"/>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129"/>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129"/>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129"/>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129"/>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129"/>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129"/>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129"/>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129"/>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6" name="Google Shape;10796;p129"/>
          <p:cNvGrpSpPr/>
          <p:nvPr/>
        </p:nvGrpSpPr>
        <p:grpSpPr>
          <a:xfrm>
            <a:off x="7079672" y="1991053"/>
            <a:ext cx="362163" cy="327264"/>
            <a:chOff x="7079672" y="1991053"/>
            <a:chExt cx="362163" cy="327264"/>
          </a:xfrm>
        </p:grpSpPr>
        <p:sp>
          <p:nvSpPr>
            <p:cNvPr id="10797" name="Google Shape;10797;p129"/>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129"/>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129"/>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129"/>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129"/>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129"/>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129"/>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129"/>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129"/>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129"/>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129"/>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129"/>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129"/>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129"/>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129"/>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129"/>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129"/>
          <p:cNvGrpSpPr/>
          <p:nvPr/>
        </p:nvGrpSpPr>
        <p:grpSpPr>
          <a:xfrm>
            <a:off x="6641188" y="2035514"/>
            <a:ext cx="361901" cy="238132"/>
            <a:chOff x="6641188" y="2035514"/>
            <a:chExt cx="361901" cy="238132"/>
          </a:xfrm>
        </p:grpSpPr>
        <p:sp>
          <p:nvSpPr>
            <p:cNvPr id="10814" name="Google Shape;10814;p129"/>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129"/>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129"/>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129"/>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129"/>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129"/>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129"/>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129"/>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129"/>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129"/>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129"/>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129"/>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129"/>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129"/>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129"/>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129"/>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129"/>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129"/>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129"/>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3" name="Google Shape;10833;p129"/>
          <p:cNvGrpSpPr/>
          <p:nvPr/>
        </p:nvGrpSpPr>
        <p:grpSpPr>
          <a:xfrm>
            <a:off x="6202443" y="1986677"/>
            <a:ext cx="362425" cy="335884"/>
            <a:chOff x="6202443" y="1986677"/>
            <a:chExt cx="362425" cy="335884"/>
          </a:xfrm>
        </p:grpSpPr>
        <p:sp>
          <p:nvSpPr>
            <p:cNvPr id="10834" name="Google Shape;10834;p129"/>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129"/>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129"/>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129"/>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129"/>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129"/>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129"/>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129"/>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129"/>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129"/>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129"/>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129"/>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129"/>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129"/>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129"/>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129"/>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129"/>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129"/>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129"/>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129"/>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129"/>
          <p:cNvGrpSpPr/>
          <p:nvPr/>
        </p:nvGrpSpPr>
        <p:grpSpPr>
          <a:xfrm>
            <a:off x="5764222" y="2016598"/>
            <a:ext cx="374293" cy="276069"/>
            <a:chOff x="5764222" y="2016598"/>
            <a:chExt cx="374293" cy="276069"/>
          </a:xfrm>
        </p:grpSpPr>
        <p:sp>
          <p:nvSpPr>
            <p:cNvPr id="10855" name="Google Shape;10855;p129"/>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129"/>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129"/>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129"/>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129"/>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129"/>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129"/>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129"/>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129"/>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129"/>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129"/>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129"/>
          <p:cNvGrpSpPr/>
          <p:nvPr/>
        </p:nvGrpSpPr>
        <p:grpSpPr>
          <a:xfrm>
            <a:off x="5325477" y="2016441"/>
            <a:ext cx="361927" cy="276515"/>
            <a:chOff x="5325477" y="2016441"/>
            <a:chExt cx="361927" cy="276515"/>
          </a:xfrm>
        </p:grpSpPr>
        <p:sp>
          <p:nvSpPr>
            <p:cNvPr id="10867" name="Google Shape;10867;p129"/>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129"/>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129"/>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129"/>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129"/>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129"/>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129"/>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129"/>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129"/>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129"/>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129"/>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129"/>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129"/>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129"/>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129"/>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129"/>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129"/>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129"/>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129"/>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129"/>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7" name="Google Shape;10887;p129"/>
          <p:cNvGrpSpPr/>
          <p:nvPr/>
        </p:nvGrpSpPr>
        <p:grpSpPr>
          <a:xfrm>
            <a:off x="4870671" y="2017200"/>
            <a:ext cx="364180" cy="274812"/>
            <a:chOff x="4870671" y="2017200"/>
            <a:chExt cx="364180" cy="274812"/>
          </a:xfrm>
        </p:grpSpPr>
        <p:sp>
          <p:nvSpPr>
            <p:cNvPr id="10888" name="Google Shape;10888;p129"/>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129"/>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129"/>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129"/>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129"/>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129"/>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129"/>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129"/>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129"/>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129"/>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129"/>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129"/>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129"/>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1" name="Google Shape;10901;p129"/>
          <p:cNvGrpSpPr/>
          <p:nvPr/>
        </p:nvGrpSpPr>
        <p:grpSpPr>
          <a:xfrm>
            <a:off x="7144726" y="3355496"/>
            <a:ext cx="260690" cy="362032"/>
            <a:chOff x="7144726" y="3355496"/>
            <a:chExt cx="260690" cy="362032"/>
          </a:xfrm>
        </p:grpSpPr>
        <p:sp>
          <p:nvSpPr>
            <p:cNvPr id="10902" name="Google Shape;10902;p129"/>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129"/>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129"/>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129"/>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129"/>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129"/>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8" name="Google Shape;10908;p129"/>
          <p:cNvGrpSpPr/>
          <p:nvPr/>
        </p:nvGrpSpPr>
        <p:grpSpPr>
          <a:xfrm>
            <a:off x="6705719" y="4278051"/>
            <a:ext cx="261712" cy="361770"/>
            <a:chOff x="6705719" y="4278051"/>
            <a:chExt cx="261712" cy="361770"/>
          </a:xfrm>
        </p:grpSpPr>
        <p:sp>
          <p:nvSpPr>
            <p:cNvPr id="10909" name="Google Shape;10909;p129"/>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129"/>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129"/>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129"/>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129"/>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129"/>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129"/>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129"/>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129"/>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129"/>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129"/>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129"/>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129"/>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129"/>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129"/>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129"/>
          <p:cNvGrpSpPr/>
          <p:nvPr/>
        </p:nvGrpSpPr>
        <p:grpSpPr>
          <a:xfrm>
            <a:off x="5750650" y="2891652"/>
            <a:ext cx="320216" cy="361403"/>
            <a:chOff x="5750650" y="2891652"/>
            <a:chExt cx="320216" cy="361403"/>
          </a:xfrm>
        </p:grpSpPr>
        <p:sp>
          <p:nvSpPr>
            <p:cNvPr id="10925" name="Google Shape;10925;p129"/>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129"/>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129"/>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129"/>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129"/>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129"/>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129"/>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129"/>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129"/>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129"/>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129"/>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129"/>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129"/>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129"/>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129"/>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0" name="Google Shape;10940;p129"/>
          <p:cNvGrpSpPr/>
          <p:nvPr/>
        </p:nvGrpSpPr>
        <p:grpSpPr>
          <a:xfrm>
            <a:off x="6658009" y="2891390"/>
            <a:ext cx="315972" cy="361927"/>
            <a:chOff x="6658009" y="2891390"/>
            <a:chExt cx="315972" cy="361927"/>
          </a:xfrm>
        </p:grpSpPr>
        <p:sp>
          <p:nvSpPr>
            <p:cNvPr id="10941" name="Google Shape;10941;p129"/>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129"/>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129"/>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129"/>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129"/>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129"/>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129"/>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8" name="Google Shape;10948;p129"/>
          <p:cNvGrpSpPr/>
          <p:nvPr/>
        </p:nvGrpSpPr>
        <p:grpSpPr>
          <a:xfrm>
            <a:off x="6203465" y="2891206"/>
            <a:ext cx="320478" cy="362110"/>
            <a:chOff x="6203465" y="2891206"/>
            <a:chExt cx="320478" cy="362110"/>
          </a:xfrm>
        </p:grpSpPr>
        <p:sp>
          <p:nvSpPr>
            <p:cNvPr id="10949" name="Google Shape;10949;p129"/>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129"/>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129"/>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129"/>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129"/>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4" name="Google Shape;10954;p129"/>
          <p:cNvGrpSpPr/>
          <p:nvPr/>
        </p:nvGrpSpPr>
        <p:grpSpPr>
          <a:xfrm>
            <a:off x="7567280" y="2891259"/>
            <a:ext cx="307116" cy="362294"/>
            <a:chOff x="7567280" y="2891259"/>
            <a:chExt cx="307116" cy="362294"/>
          </a:xfrm>
        </p:grpSpPr>
        <p:sp>
          <p:nvSpPr>
            <p:cNvPr id="10955" name="Google Shape;10955;p129"/>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129"/>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129"/>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129"/>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129"/>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129"/>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129"/>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129"/>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129"/>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129"/>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129"/>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129"/>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7" name="Google Shape;10967;p129"/>
          <p:cNvGrpSpPr/>
          <p:nvPr/>
        </p:nvGrpSpPr>
        <p:grpSpPr>
          <a:xfrm>
            <a:off x="7112579" y="2891521"/>
            <a:ext cx="338556" cy="361534"/>
            <a:chOff x="7112579" y="2891521"/>
            <a:chExt cx="338556" cy="361534"/>
          </a:xfrm>
        </p:grpSpPr>
        <p:sp>
          <p:nvSpPr>
            <p:cNvPr id="10968" name="Google Shape;10968;p129"/>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129"/>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0" name="Google Shape;10970;p129"/>
          <p:cNvGrpSpPr/>
          <p:nvPr/>
        </p:nvGrpSpPr>
        <p:grpSpPr>
          <a:xfrm>
            <a:off x="7155259" y="3805036"/>
            <a:ext cx="207478" cy="361272"/>
            <a:chOff x="7155259" y="3805036"/>
            <a:chExt cx="207478" cy="361272"/>
          </a:xfrm>
        </p:grpSpPr>
        <p:sp>
          <p:nvSpPr>
            <p:cNvPr id="10971" name="Google Shape;10971;p129"/>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129"/>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129"/>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129"/>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129"/>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129"/>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129"/>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129"/>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129"/>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129"/>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129"/>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129"/>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3" name="Google Shape;10983;p129"/>
          <p:cNvGrpSpPr/>
          <p:nvPr/>
        </p:nvGrpSpPr>
        <p:grpSpPr>
          <a:xfrm>
            <a:off x="4915368" y="2891390"/>
            <a:ext cx="182850" cy="361927"/>
            <a:chOff x="4915368" y="2891390"/>
            <a:chExt cx="182850" cy="361927"/>
          </a:xfrm>
        </p:grpSpPr>
        <p:sp>
          <p:nvSpPr>
            <p:cNvPr id="10984" name="Google Shape;10984;p129"/>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129"/>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129"/>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129"/>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129"/>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129"/>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129"/>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129"/>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129"/>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129"/>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129"/>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5" name="Google Shape;10995;p129"/>
          <p:cNvGrpSpPr/>
          <p:nvPr/>
        </p:nvGrpSpPr>
        <p:grpSpPr>
          <a:xfrm>
            <a:off x="8028714" y="2891652"/>
            <a:ext cx="289589" cy="361403"/>
            <a:chOff x="8028714" y="2891652"/>
            <a:chExt cx="289589" cy="361403"/>
          </a:xfrm>
        </p:grpSpPr>
        <p:sp>
          <p:nvSpPr>
            <p:cNvPr id="10996" name="Google Shape;10996;p129"/>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129"/>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129"/>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129"/>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129"/>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129"/>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129"/>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129"/>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129"/>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129"/>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129"/>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129"/>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129"/>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129"/>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129"/>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129"/>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129"/>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129"/>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129"/>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129"/>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129"/>
          <p:cNvGrpSpPr/>
          <p:nvPr/>
        </p:nvGrpSpPr>
        <p:grpSpPr>
          <a:xfrm>
            <a:off x="7551822" y="3804774"/>
            <a:ext cx="293335" cy="361927"/>
            <a:chOff x="7551822" y="3804774"/>
            <a:chExt cx="293335" cy="361927"/>
          </a:xfrm>
        </p:grpSpPr>
        <p:sp>
          <p:nvSpPr>
            <p:cNvPr id="11017" name="Google Shape;11017;p129"/>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129"/>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129"/>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129"/>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129"/>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129"/>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129"/>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129"/>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129"/>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129"/>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129"/>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8" name="Google Shape;11028;p129"/>
          <p:cNvGrpSpPr/>
          <p:nvPr/>
        </p:nvGrpSpPr>
        <p:grpSpPr>
          <a:xfrm>
            <a:off x="6263725" y="4277658"/>
            <a:ext cx="210491" cy="362163"/>
            <a:chOff x="6263725" y="4277658"/>
            <a:chExt cx="210491" cy="362163"/>
          </a:xfrm>
        </p:grpSpPr>
        <p:sp>
          <p:nvSpPr>
            <p:cNvPr id="11029" name="Google Shape;11029;p129"/>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129"/>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129"/>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129"/>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129"/>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129"/>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129"/>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129"/>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129"/>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129"/>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129"/>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129"/>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129"/>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129"/>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129"/>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4" name="Google Shape;11044;p129"/>
          <p:cNvGrpSpPr/>
          <p:nvPr/>
        </p:nvGrpSpPr>
        <p:grpSpPr>
          <a:xfrm>
            <a:off x="7987790" y="3804695"/>
            <a:ext cx="336303" cy="362005"/>
            <a:chOff x="7987790" y="3804695"/>
            <a:chExt cx="336303" cy="362005"/>
          </a:xfrm>
        </p:grpSpPr>
        <p:sp>
          <p:nvSpPr>
            <p:cNvPr id="11045" name="Google Shape;11045;p129"/>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129"/>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129"/>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129"/>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129"/>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129"/>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129"/>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129"/>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129"/>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129"/>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5" name="Google Shape;11055;p129"/>
          <p:cNvGrpSpPr/>
          <p:nvPr/>
        </p:nvGrpSpPr>
        <p:grpSpPr>
          <a:xfrm>
            <a:off x="5273444" y="2891285"/>
            <a:ext cx="371123" cy="362267"/>
            <a:chOff x="5273444" y="2891285"/>
            <a:chExt cx="371123" cy="362267"/>
          </a:xfrm>
        </p:grpSpPr>
        <p:sp>
          <p:nvSpPr>
            <p:cNvPr id="11056" name="Google Shape;11056;p129"/>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129"/>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129"/>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129"/>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129"/>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129"/>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129"/>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129"/>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129"/>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129"/>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129"/>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129"/>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129"/>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129"/>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0" name="Google Shape;11070;p129"/>
          <p:cNvGrpSpPr/>
          <p:nvPr/>
        </p:nvGrpSpPr>
        <p:grpSpPr>
          <a:xfrm>
            <a:off x="7630397" y="3358399"/>
            <a:ext cx="214759" cy="357030"/>
            <a:chOff x="2235125" y="238075"/>
            <a:chExt cx="3144350" cy="5227375"/>
          </a:xfrm>
        </p:grpSpPr>
        <p:sp>
          <p:nvSpPr>
            <p:cNvPr id="11071" name="Google Shape;11071;p129"/>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129"/>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129"/>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129"/>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129"/>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129"/>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129"/>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129"/>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129"/>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0" name="Google Shape;11080;p129"/>
          <p:cNvGrpSpPr/>
          <p:nvPr/>
        </p:nvGrpSpPr>
        <p:grpSpPr>
          <a:xfrm>
            <a:off x="2810729" y="4267107"/>
            <a:ext cx="342496" cy="351944"/>
            <a:chOff x="2810729" y="4267107"/>
            <a:chExt cx="342496" cy="351944"/>
          </a:xfrm>
        </p:grpSpPr>
        <p:sp>
          <p:nvSpPr>
            <p:cNvPr id="11081" name="Google Shape;11081;p129"/>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129"/>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129"/>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129"/>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129"/>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129"/>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129"/>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129"/>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129"/>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129"/>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129"/>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129"/>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129"/>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129"/>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129"/>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129"/>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129"/>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129"/>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129"/>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129"/>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129"/>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129"/>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129"/>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129"/>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129"/>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129"/>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129"/>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129"/>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129"/>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129"/>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129"/>
          <p:cNvGrpSpPr/>
          <p:nvPr/>
        </p:nvGrpSpPr>
        <p:grpSpPr>
          <a:xfrm>
            <a:off x="1779168" y="3805625"/>
            <a:ext cx="282381" cy="343454"/>
            <a:chOff x="1779168" y="3805625"/>
            <a:chExt cx="282381" cy="343454"/>
          </a:xfrm>
        </p:grpSpPr>
        <p:sp>
          <p:nvSpPr>
            <p:cNvPr id="11112" name="Google Shape;11112;p129"/>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129"/>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129"/>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129"/>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129"/>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129"/>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129"/>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129"/>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129"/>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129"/>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129"/>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129"/>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129"/>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129"/>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129"/>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129"/>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129"/>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129"/>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129"/>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129"/>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129"/>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129"/>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129"/>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129"/>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129"/>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129"/>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129"/>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129"/>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129"/>
          <p:cNvGrpSpPr/>
          <p:nvPr/>
        </p:nvGrpSpPr>
        <p:grpSpPr>
          <a:xfrm>
            <a:off x="2593522" y="2407029"/>
            <a:ext cx="391606" cy="364535"/>
            <a:chOff x="2593522" y="2407029"/>
            <a:chExt cx="391606" cy="364535"/>
          </a:xfrm>
        </p:grpSpPr>
        <p:sp>
          <p:nvSpPr>
            <p:cNvPr id="11141" name="Google Shape;11141;p129"/>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129"/>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129"/>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129"/>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129"/>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129"/>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129"/>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129"/>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129"/>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129"/>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129"/>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129"/>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129"/>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129"/>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129"/>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129"/>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129"/>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129"/>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129"/>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129"/>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129"/>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129"/>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129"/>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129"/>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129"/>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129"/>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129"/>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129"/>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129"/>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129"/>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129"/>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129"/>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129"/>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129"/>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129"/>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129"/>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129"/>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129"/>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129"/>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0" name="Google Shape;11180;p129"/>
          <p:cNvGrpSpPr/>
          <p:nvPr/>
        </p:nvGrpSpPr>
        <p:grpSpPr>
          <a:xfrm>
            <a:off x="3955047" y="2432242"/>
            <a:ext cx="322912" cy="334396"/>
            <a:chOff x="3955047" y="2432242"/>
            <a:chExt cx="322912" cy="334396"/>
          </a:xfrm>
        </p:grpSpPr>
        <p:sp>
          <p:nvSpPr>
            <p:cNvPr id="11181" name="Google Shape;11181;p129"/>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129"/>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129"/>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4" name="Google Shape;11184;p129"/>
          <p:cNvGrpSpPr/>
          <p:nvPr/>
        </p:nvGrpSpPr>
        <p:grpSpPr>
          <a:xfrm>
            <a:off x="1802465" y="1962854"/>
            <a:ext cx="265373" cy="351944"/>
            <a:chOff x="1802465" y="1962854"/>
            <a:chExt cx="265373" cy="351944"/>
          </a:xfrm>
        </p:grpSpPr>
        <p:sp>
          <p:nvSpPr>
            <p:cNvPr id="11185" name="Google Shape;11185;p129"/>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129"/>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129"/>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129"/>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129"/>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129"/>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129"/>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129"/>
          <p:cNvGrpSpPr/>
          <p:nvPr/>
        </p:nvGrpSpPr>
        <p:grpSpPr>
          <a:xfrm>
            <a:off x="3512070" y="1956222"/>
            <a:ext cx="373983" cy="363622"/>
            <a:chOff x="3512070" y="1956222"/>
            <a:chExt cx="373983" cy="363622"/>
          </a:xfrm>
        </p:grpSpPr>
        <p:sp>
          <p:nvSpPr>
            <p:cNvPr id="11193" name="Google Shape;11193;p129"/>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129"/>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129"/>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129"/>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129"/>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129"/>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129"/>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129"/>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129"/>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129"/>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129"/>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129"/>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129"/>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129"/>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129"/>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129"/>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129"/>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129"/>
          <p:cNvGrpSpPr/>
          <p:nvPr/>
        </p:nvGrpSpPr>
        <p:grpSpPr>
          <a:xfrm>
            <a:off x="842683" y="2394751"/>
            <a:ext cx="345640" cy="356660"/>
            <a:chOff x="842683" y="2394751"/>
            <a:chExt cx="345640" cy="356660"/>
          </a:xfrm>
        </p:grpSpPr>
        <p:sp>
          <p:nvSpPr>
            <p:cNvPr id="11211" name="Google Shape;11211;p129"/>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129"/>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129"/>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129"/>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129"/>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129"/>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129"/>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129"/>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129"/>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129"/>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129"/>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129"/>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129"/>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129"/>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129"/>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129"/>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7" name="Google Shape;11227;p129"/>
          <p:cNvGrpSpPr/>
          <p:nvPr/>
        </p:nvGrpSpPr>
        <p:grpSpPr>
          <a:xfrm>
            <a:off x="1290615" y="2399467"/>
            <a:ext cx="336836" cy="342511"/>
            <a:chOff x="1290615" y="2399467"/>
            <a:chExt cx="336836" cy="342511"/>
          </a:xfrm>
        </p:grpSpPr>
        <p:sp>
          <p:nvSpPr>
            <p:cNvPr id="11228" name="Google Shape;11228;p129"/>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129"/>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129"/>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129"/>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129"/>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129"/>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129"/>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129"/>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129"/>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129"/>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129"/>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129"/>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129"/>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129"/>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129"/>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129"/>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129"/>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129"/>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129"/>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7" name="Google Shape;11247;p129"/>
          <p:cNvGrpSpPr/>
          <p:nvPr/>
        </p:nvGrpSpPr>
        <p:grpSpPr>
          <a:xfrm>
            <a:off x="1748310" y="2408601"/>
            <a:ext cx="308508" cy="333378"/>
            <a:chOff x="1748310" y="2408601"/>
            <a:chExt cx="308508" cy="333378"/>
          </a:xfrm>
        </p:grpSpPr>
        <p:sp>
          <p:nvSpPr>
            <p:cNvPr id="11248" name="Google Shape;11248;p129"/>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129"/>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129"/>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129"/>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129"/>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129"/>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129"/>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129"/>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6" name="Google Shape;11256;p129"/>
          <p:cNvGrpSpPr/>
          <p:nvPr/>
        </p:nvGrpSpPr>
        <p:grpSpPr>
          <a:xfrm>
            <a:off x="3044614" y="2418033"/>
            <a:ext cx="376184" cy="315141"/>
            <a:chOff x="3044614" y="2418033"/>
            <a:chExt cx="376184" cy="315141"/>
          </a:xfrm>
        </p:grpSpPr>
        <p:sp>
          <p:nvSpPr>
            <p:cNvPr id="11257" name="Google Shape;11257;p129"/>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129"/>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129"/>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129"/>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129"/>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129"/>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129"/>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129"/>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129"/>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6" name="Google Shape;11266;p129"/>
          <p:cNvGrpSpPr/>
          <p:nvPr/>
        </p:nvGrpSpPr>
        <p:grpSpPr>
          <a:xfrm>
            <a:off x="3943638" y="3815072"/>
            <a:ext cx="357933" cy="342676"/>
            <a:chOff x="3943638" y="3815072"/>
            <a:chExt cx="357933" cy="342676"/>
          </a:xfrm>
        </p:grpSpPr>
        <p:sp>
          <p:nvSpPr>
            <p:cNvPr id="11267" name="Google Shape;11267;p129"/>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129"/>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129"/>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129"/>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129"/>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129"/>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129"/>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129"/>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129"/>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6" name="Google Shape;11276;p129"/>
          <p:cNvGrpSpPr/>
          <p:nvPr/>
        </p:nvGrpSpPr>
        <p:grpSpPr>
          <a:xfrm>
            <a:off x="3508282" y="3810341"/>
            <a:ext cx="351644" cy="351959"/>
            <a:chOff x="3508282" y="3810341"/>
            <a:chExt cx="351644" cy="351959"/>
          </a:xfrm>
        </p:grpSpPr>
        <p:sp>
          <p:nvSpPr>
            <p:cNvPr id="11277" name="Google Shape;11277;p129"/>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129"/>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129"/>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129"/>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129"/>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129"/>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129"/>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129"/>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129"/>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129"/>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129"/>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129"/>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129"/>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0" name="Google Shape;11290;p129"/>
          <p:cNvGrpSpPr/>
          <p:nvPr/>
        </p:nvGrpSpPr>
        <p:grpSpPr>
          <a:xfrm>
            <a:off x="2224585" y="1962854"/>
            <a:ext cx="303163" cy="351809"/>
            <a:chOff x="2224585" y="1962854"/>
            <a:chExt cx="303163" cy="351809"/>
          </a:xfrm>
        </p:grpSpPr>
        <p:sp>
          <p:nvSpPr>
            <p:cNvPr id="11291" name="Google Shape;11291;p129"/>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129"/>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129"/>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129"/>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129"/>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129"/>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129"/>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129"/>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9" name="Google Shape;11299;p129"/>
          <p:cNvGrpSpPr/>
          <p:nvPr/>
        </p:nvGrpSpPr>
        <p:grpSpPr>
          <a:xfrm>
            <a:off x="2622794" y="1990868"/>
            <a:ext cx="389090" cy="296231"/>
            <a:chOff x="2622794" y="1990868"/>
            <a:chExt cx="389090" cy="296231"/>
          </a:xfrm>
        </p:grpSpPr>
        <p:sp>
          <p:nvSpPr>
            <p:cNvPr id="11300" name="Google Shape;11300;p129"/>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129"/>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129"/>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129"/>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129"/>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129"/>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129"/>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129"/>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129"/>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9" name="Google Shape;11309;p129"/>
          <p:cNvGrpSpPr/>
          <p:nvPr/>
        </p:nvGrpSpPr>
        <p:grpSpPr>
          <a:xfrm>
            <a:off x="3977326" y="1952149"/>
            <a:ext cx="327074" cy="375241"/>
            <a:chOff x="3977326" y="1952149"/>
            <a:chExt cx="327074" cy="375241"/>
          </a:xfrm>
        </p:grpSpPr>
        <p:sp>
          <p:nvSpPr>
            <p:cNvPr id="11310" name="Google Shape;11310;p129"/>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129"/>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129"/>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129"/>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129"/>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129"/>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129"/>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129"/>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129"/>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129"/>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129"/>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129"/>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129"/>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129"/>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129"/>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129"/>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129"/>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7" name="Google Shape;11327;p129"/>
          <p:cNvGrpSpPr/>
          <p:nvPr/>
        </p:nvGrpSpPr>
        <p:grpSpPr>
          <a:xfrm>
            <a:off x="1341612" y="3340055"/>
            <a:ext cx="259399" cy="370524"/>
            <a:chOff x="1341612" y="3340055"/>
            <a:chExt cx="259399" cy="370524"/>
          </a:xfrm>
        </p:grpSpPr>
        <p:sp>
          <p:nvSpPr>
            <p:cNvPr id="11328" name="Google Shape;11328;p129"/>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129"/>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129"/>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129"/>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129"/>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129"/>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129"/>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129"/>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129"/>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129"/>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129"/>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129"/>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129"/>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129"/>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129"/>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129"/>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129"/>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129"/>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6" name="Google Shape;11346;p129"/>
          <p:cNvGrpSpPr/>
          <p:nvPr/>
        </p:nvGrpSpPr>
        <p:grpSpPr>
          <a:xfrm>
            <a:off x="2179892" y="3844972"/>
            <a:ext cx="351629" cy="282381"/>
            <a:chOff x="2179892" y="3844972"/>
            <a:chExt cx="351629" cy="282381"/>
          </a:xfrm>
        </p:grpSpPr>
        <p:sp>
          <p:nvSpPr>
            <p:cNvPr id="11347" name="Google Shape;11347;p129"/>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129"/>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129"/>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129"/>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129"/>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129"/>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129"/>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129"/>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129"/>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129"/>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129"/>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129"/>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129"/>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129"/>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129"/>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129"/>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129"/>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129"/>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129"/>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129"/>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129"/>
          <p:cNvGrpSpPr/>
          <p:nvPr/>
        </p:nvGrpSpPr>
        <p:grpSpPr>
          <a:xfrm>
            <a:off x="3131170" y="3816884"/>
            <a:ext cx="220051" cy="338169"/>
            <a:chOff x="3131170" y="3816884"/>
            <a:chExt cx="220051" cy="338169"/>
          </a:xfrm>
        </p:grpSpPr>
        <p:sp>
          <p:nvSpPr>
            <p:cNvPr id="11368" name="Google Shape;11368;p129"/>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129"/>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129"/>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129"/>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129"/>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129"/>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129"/>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129"/>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129"/>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7" name="Google Shape;11377;p129"/>
          <p:cNvGrpSpPr/>
          <p:nvPr/>
        </p:nvGrpSpPr>
        <p:grpSpPr>
          <a:xfrm>
            <a:off x="903502" y="3359564"/>
            <a:ext cx="247990" cy="333393"/>
            <a:chOff x="903502" y="3359564"/>
            <a:chExt cx="247990" cy="333393"/>
          </a:xfrm>
        </p:grpSpPr>
        <p:sp>
          <p:nvSpPr>
            <p:cNvPr id="11378" name="Google Shape;11378;p129"/>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129"/>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129"/>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129"/>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129"/>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129"/>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129"/>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129"/>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129"/>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129"/>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129"/>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129"/>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129"/>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129"/>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129"/>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129"/>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129"/>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129"/>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129"/>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129"/>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129"/>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129"/>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0" name="Google Shape;11400;p129"/>
          <p:cNvGrpSpPr/>
          <p:nvPr/>
        </p:nvGrpSpPr>
        <p:grpSpPr>
          <a:xfrm>
            <a:off x="2616191" y="2890461"/>
            <a:ext cx="365793" cy="361152"/>
            <a:chOff x="2616191" y="2890461"/>
            <a:chExt cx="365793" cy="361152"/>
          </a:xfrm>
        </p:grpSpPr>
        <p:sp>
          <p:nvSpPr>
            <p:cNvPr id="11401" name="Google Shape;11401;p129"/>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129"/>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129"/>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129"/>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129"/>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129"/>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129"/>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129"/>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129"/>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129"/>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129"/>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2" name="Google Shape;11412;p129"/>
          <p:cNvGrpSpPr/>
          <p:nvPr/>
        </p:nvGrpSpPr>
        <p:grpSpPr>
          <a:xfrm>
            <a:off x="3049959" y="1945861"/>
            <a:ext cx="402940" cy="388536"/>
            <a:chOff x="3049959" y="1945861"/>
            <a:chExt cx="402940" cy="388536"/>
          </a:xfrm>
        </p:grpSpPr>
        <p:sp>
          <p:nvSpPr>
            <p:cNvPr id="11413" name="Google Shape;11413;p129"/>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129"/>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129"/>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129"/>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129"/>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129"/>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9" name="Google Shape;11419;p129"/>
          <p:cNvGrpSpPr/>
          <p:nvPr/>
        </p:nvGrpSpPr>
        <p:grpSpPr>
          <a:xfrm>
            <a:off x="2483025" y="4268679"/>
            <a:ext cx="202428" cy="349114"/>
            <a:chOff x="2483025" y="4268679"/>
            <a:chExt cx="202428" cy="349114"/>
          </a:xfrm>
        </p:grpSpPr>
        <p:sp>
          <p:nvSpPr>
            <p:cNvPr id="11420" name="Google Shape;11420;p129"/>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129"/>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129"/>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129"/>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129"/>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129"/>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129"/>
          <p:cNvGrpSpPr/>
          <p:nvPr/>
        </p:nvGrpSpPr>
        <p:grpSpPr>
          <a:xfrm>
            <a:off x="862507" y="2885984"/>
            <a:ext cx="329590" cy="365000"/>
            <a:chOff x="862507" y="2885984"/>
            <a:chExt cx="329590" cy="365000"/>
          </a:xfrm>
        </p:grpSpPr>
        <p:sp>
          <p:nvSpPr>
            <p:cNvPr id="11427" name="Google Shape;11427;p129"/>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129"/>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129"/>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129"/>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129"/>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129"/>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129"/>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4" name="Google Shape;11434;p129"/>
          <p:cNvGrpSpPr/>
          <p:nvPr/>
        </p:nvGrpSpPr>
        <p:grpSpPr>
          <a:xfrm>
            <a:off x="3082075" y="2871805"/>
            <a:ext cx="318884" cy="379807"/>
            <a:chOff x="3082075" y="2871805"/>
            <a:chExt cx="318884" cy="379807"/>
          </a:xfrm>
        </p:grpSpPr>
        <p:sp>
          <p:nvSpPr>
            <p:cNvPr id="11435" name="Google Shape;11435;p129"/>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129"/>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129"/>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129"/>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129"/>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129"/>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129"/>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129"/>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129"/>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129"/>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129"/>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129"/>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129"/>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129"/>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129"/>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129"/>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129"/>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129"/>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129"/>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129"/>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5" name="Google Shape;11455;p129"/>
          <p:cNvGrpSpPr/>
          <p:nvPr/>
        </p:nvGrpSpPr>
        <p:grpSpPr>
          <a:xfrm>
            <a:off x="2594780" y="1516494"/>
            <a:ext cx="410187" cy="324244"/>
            <a:chOff x="2594780" y="1516494"/>
            <a:chExt cx="410187" cy="324244"/>
          </a:xfrm>
        </p:grpSpPr>
        <p:sp>
          <p:nvSpPr>
            <p:cNvPr id="11456" name="Google Shape;11456;p129"/>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129"/>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129"/>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129"/>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129"/>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129"/>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129"/>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129"/>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4" name="Google Shape;11464;p129"/>
          <p:cNvGrpSpPr/>
          <p:nvPr/>
        </p:nvGrpSpPr>
        <p:grpSpPr>
          <a:xfrm>
            <a:off x="1742965" y="1502959"/>
            <a:ext cx="333692" cy="333363"/>
            <a:chOff x="1742965" y="1502959"/>
            <a:chExt cx="333692" cy="333363"/>
          </a:xfrm>
        </p:grpSpPr>
        <p:sp>
          <p:nvSpPr>
            <p:cNvPr id="11465" name="Google Shape;11465;p129"/>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129"/>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129"/>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129"/>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9" name="Google Shape;11469;p129"/>
          <p:cNvGrpSpPr/>
          <p:nvPr/>
        </p:nvGrpSpPr>
        <p:grpSpPr>
          <a:xfrm>
            <a:off x="3051531" y="1516809"/>
            <a:ext cx="390034" cy="296545"/>
            <a:chOff x="3051531" y="1516809"/>
            <a:chExt cx="390034" cy="296545"/>
          </a:xfrm>
        </p:grpSpPr>
        <p:sp>
          <p:nvSpPr>
            <p:cNvPr id="11470" name="Google Shape;11470;p129"/>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129"/>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129"/>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129"/>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129"/>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129"/>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129"/>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129"/>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129"/>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129"/>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129"/>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129"/>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129"/>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129"/>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129"/>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5" name="Google Shape;11485;p129"/>
          <p:cNvGrpSpPr/>
          <p:nvPr/>
        </p:nvGrpSpPr>
        <p:grpSpPr>
          <a:xfrm>
            <a:off x="3514900" y="1489020"/>
            <a:ext cx="354145" cy="351869"/>
            <a:chOff x="3514900" y="1489020"/>
            <a:chExt cx="354145" cy="351869"/>
          </a:xfrm>
        </p:grpSpPr>
        <p:sp>
          <p:nvSpPr>
            <p:cNvPr id="11486" name="Google Shape;11486;p129"/>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129"/>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129"/>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129"/>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129"/>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129"/>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129"/>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129"/>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129"/>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129"/>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129"/>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129"/>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129"/>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129"/>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129"/>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129"/>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129"/>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129"/>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129"/>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129"/>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129"/>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129"/>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8" name="Google Shape;11508;p129"/>
          <p:cNvGrpSpPr/>
          <p:nvPr/>
        </p:nvGrpSpPr>
        <p:grpSpPr>
          <a:xfrm>
            <a:off x="3066324" y="3350446"/>
            <a:ext cx="346598" cy="333183"/>
            <a:chOff x="3066324" y="3350446"/>
            <a:chExt cx="346598" cy="333183"/>
          </a:xfrm>
        </p:grpSpPr>
        <p:sp>
          <p:nvSpPr>
            <p:cNvPr id="11509" name="Google Shape;11509;p129"/>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129"/>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129"/>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129"/>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129"/>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129"/>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129"/>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129"/>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129"/>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129"/>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9" name="Google Shape;11519;p129"/>
          <p:cNvGrpSpPr/>
          <p:nvPr/>
        </p:nvGrpSpPr>
        <p:grpSpPr>
          <a:xfrm>
            <a:off x="1282755" y="1952089"/>
            <a:ext cx="363278" cy="363338"/>
            <a:chOff x="1282755" y="1952089"/>
            <a:chExt cx="363278" cy="363338"/>
          </a:xfrm>
        </p:grpSpPr>
        <p:sp>
          <p:nvSpPr>
            <p:cNvPr id="11520" name="Google Shape;11520;p129"/>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129"/>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129"/>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129"/>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129"/>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129"/>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129"/>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7" name="Google Shape;11527;p129"/>
          <p:cNvGrpSpPr/>
          <p:nvPr/>
        </p:nvGrpSpPr>
        <p:grpSpPr>
          <a:xfrm>
            <a:off x="3510094" y="2909281"/>
            <a:ext cx="355133" cy="343574"/>
            <a:chOff x="3510094" y="2909281"/>
            <a:chExt cx="355133" cy="343574"/>
          </a:xfrm>
        </p:grpSpPr>
        <p:sp>
          <p:nvSpPr>
            <p:cNvPr id="11528" name="Google Shape;11528;p129"/>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129"/>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129"/>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129"/>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129"/>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129"/>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129"/>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129"/>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129"/>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129"/>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129"/>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129"/>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129"/>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41" name="Google Shape;11541;p129"/>
          <p:cNvSpPr/>
          <p:nvPr/>
        </p:nvSpPr>
        <p:spPr>
          <a:xfrm>
            <a:off x="2513884" y="1812081"/>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2" name="Google Shape;11542;p129"/>
          <p:cNvGrpSpPr/>
          <p:nvPr/>
        </p:nvGrpSpPr>
        <p:grpSpPr>
          <a:xfrm>
            <a:off x="2163842" y="1506972"/>
            <a:ext cx="382787" cy="331566"/>
            <a:chOff x="2163842" y="1506972"/>
            <a:chExt cx="382787" cy="331566"/>
          </a:xfrm>
        </p:grpSpPr>
        <p:sp>
          <p:nvSpPr>
            <p:cNvPr id="11543" name="Google Shape;11543;p129"/>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129"/>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129"/>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129"/>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129"/>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129"/>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129"/>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129"/>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1" name="Google Shape;11551;p129"/>
          <p:cNvGrpSpPr/>
          <p:nvPr/>
        </p:nvGrpSpPr>
        <p:grpSpPr>
          <a:xfrm>
            <a:off x="1738877" y="3349652"/>
            <a:ext cx="357918" cy="350536"/>
            <a:chOff x="1738877" y="3349652"/>
            <a:chExt cx="357918" cy="350536"/>
          </a:xfrm>
        </p:grpSpPr>
        <p:sp>
          <p:nvSpPr>
            <p:cNvPr id="11552" name="Google Shape;11552;p129"/>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129"/>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129"/>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129"/>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129"/>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129"/>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129"/>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129"/>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129"/>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129"/>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129"/>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129"/>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129"/>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129"/>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129"/>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129"/>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129"/>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129"/>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0" name="Google Shape;11570;p129"/>
          <p:cNvGrpSpPr/>
          <p:nvPr/>
        </p:nvGrpSpPr>
        <p:grpSpPr>
          <a:xfrm>
            <a:off x="1971819" y="4276854"/>
            <a:ext cx="383281" cy="333947"/>
            <a:chOff x="1971819" y="4276854"/>
            <a:chExt cx="383281" cy="333947"/>
          </a:xfrm>
        </p:grpSpPr>
        <p:sp>
          <p:nvSpPr>
            <p:cNvPr id="11571" name="Google Shape;11571;p129"/>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129"/>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129"/>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129"/>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129"/>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129"/>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129"/>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129"/>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129"/>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129"/>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129"/>
          <p:cNvGrpSpPr/>
          <p:nvPr/>
        </p:nvGrpSpPr>
        <p:grpSpPr>
          <a:xfrm>
            <a:off x="1825119" y="2885819"/>
            <a:ext cx="175987" cy="361391"/>
            <a:chOff x="1825119" y="2885819"/>
            <a:chExt cx="175987" cy="361391"/>
          </a:xfrm>
        </p:grpSpPr>
        <p:sp>
          <p:nvSpPr>
            <p:cNvPr id="11582" name="Google Shape;11582;p129"/>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129"/>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129"/>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129"/>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129"/>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129"/>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129"/>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129"/>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129"/>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129"/>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2" name="Google Shape;11592;p129"/>
          <p:cNvGrpSpPr/>
          <p:nvPr/>
        </p:nvGrpSpPr>
        <p:grpSpPr>
          <a:xfrm>
            <a:off x="3504824" y="3405844"/>
            <a:ext cx="369896" cy="226339"/>
            <a:chOff x="3504824" y="3405844"/>
            <a:chExt cx="369896" cy="226339"/>
          </a:xfrm>
        </p:grpSpPr>
        <p:sp>
          <p:nvSpPr>
            <p:cNvPr id="11593" name="Google Shape;11593;p129"/>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129"/>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129"/>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129"/>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129"/>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129"/>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129"/>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129"/>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129"/>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129"/>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129"/>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129"/>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129"/>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129"/>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129"/>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129"/>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9" name="Google Shape;11609;p129"/>
          <p:cNvGrpSpPr/>
          <p:nvPr/>
        </p:nvGrpSpPr>
        <p:grpSpPr>
          <a:xfrm>
            <a:off x="1295661" y="3819594"/>
            <a:ext cx="345640" cy="342900"/>
            <a:chOff x="1295661" y="3819594"/>
            <a:chExt cx="345640" cy="342900"/>
          </a:xfrm>
        </p:grpSpPr>
        <p:sp>
          <p:nvSpPr>
            <p:cNvPr id="11610" name="Google Shape;11610;p129"/>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129"/>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129"/>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129"/>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129"/>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129"/>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129"/>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129"/>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129"/>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129"/>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129"/>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129"/>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129"/>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129"/>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129"/>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129"/>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129"/>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7" name="Google Shape;11627;p129"/>
          <p:cNvGrpSpPr/>
          <p:nvPr/>
        </p:nvGrpSpPr>
        <p:grpSpPr>
          <a:xfrm>
            <a:off x="3486572" y="2433470"/>
            <a:ext cx="379328" cy="281738"/>
            <a:chOff x="3486572" y="2433470"/>
            <a:chExt cx="379328" cy="281738"/>
          </a:xfrm>
        </p:grpSpPr>
        <p:sp>
          <p:nvSpPr>
            <p:cNvPr id="11628" name="Google Shape;11628;p129"/>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129"/>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129"/>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129"/>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129"/>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129"/>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129"/>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5" name="Google Shape;11635;p129"/>
          <p:cNvSpPr/>
          <p:nvPr/>
        </p:nvSpPr>
        <p:spPr>
          <a:xfrm>
            <a:off x="3751930" y="270953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6" name="Google Shape;11636;p129"/>
          <p:cNvGrpSpPr/>
          <p:nvPr/>
        </p:nvGrpSpPr>
        <p:grpSpPr>
          <a:xfrm>
            <a:off x="3997149" y="3329634"/>
            <a:ext cx="270733" cy="355762"/>
            <a:chOff x="3997149" y="3329634"/>
            <a:chExt cx="270733" cy="355762"/>
          </a:xfrm>
        </p:grpSpPr>
        <p:sp>
          <p:nvSpPr>
            <p:cNvPr id="11637" name="Google Shape;11637;p129"/>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129"/>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129"/>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129"/>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129"/>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129"/>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129"/>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129"/>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129"/>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129"/>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129"/>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129"/>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129"/>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129"/>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129"/>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129"/>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129"/>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129"/>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129"/>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129"/>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129"/>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8" name="Google Shape;11658;p129"/>
          <p:cNvGrpSpPr/>
          <p:nvPr/>
        </p:nvGrpSpPr>
        <p:grpSpPr>
          <a:xfrm>
            <a:off x="3954343" y="2899354"/>
            <a:ext cx="345655" cy="343529"/>
            <a:chOff x="3954343" y="2899354"/>
            <a:chExt cx="345655" cy="343529"/>
          </a:xfrm>
        </p:grpSpPr>
        <p:sp>
          <p:nvSpPr>
            <p:cNvPr id="11659" name="Google Shape;11659;p129"/>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129"/>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129"/>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129"/>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129"/>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129"/>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129"/>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129"/>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129"/>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129"/>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129"/>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129"/>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1" name="Google Shape;11671;p129"/>
          <p:cNvGrpSpPr/>
          <p:nvPr/>
        </p:nvGrpSpPr>
        <p:grpSpPr>
          <a:xfrm>
            <a:off x="2166043" y="3351344"/>
            <a:ext cx="369566" cy="349803"/>
            <a:chOff x="2166043" y="3351344"/>
            <a:chExt cx="369566" cy="349803"/>
          </a:xfrm>
        </p:grpSpPr>
        <p:sp>
          <p:nvSpPr>
            <p:cNvPr id="11672" name="Google Shape;11672;p129"/>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129"/>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129"/>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129"/>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129"/>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129"/>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129"/>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129"/>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129"/>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1" name="Google Shape;11681;p129"/>
          <p:cNvGrpSpPr/>
          <p:nvPr/>
        </p:nvGrpSpPr>
        <p:grpSpPr>
          <a:xfrm>
            <a:off x="2619649" y="3352332"/>
            <a:ext cx="365793" cy="329275"/>
            <a:chOff x="2619649" y="3352332"/>
            <a:chExt cx="365793" cy="329275"/>
          </a:xfrm>
        </p:grpSpPr>
        <p:sp>
          <p:nvSpPr>
            <p:cNvPr id="11682" name="Google Shape;11682;p129"/>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129"/>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129"/>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129"/>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129"/>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129"/>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129"/>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129"/>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129"/>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129"/>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2" name="Google Shape;11692;p129"/>
          <p:cNvGrpSpPr/>
          <p:nvPr/>
        </p:nvGrpSpPr>
        <p:grpSpPr>
          <a:xfrm>
            <a:off x="1293760" y="1498228"/>
            <a:ext cx="340624" cy="351944"/>
            <a:chOff x="1293760" y="1498228"/>
            <a:chExt cx="340624" cy="351944"/>
          </a:xfrm>
        </p:grpSpPr>
        <p:sp>
          <p:nvSpPr>
            <p:cNvPr id="11693" name="Google Shape;11693;p129"/>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129"/>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129"/>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129"/>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129"/>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129"/>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129"/>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129"/>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129"/>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129"/>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129"/>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129"/>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129"/>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129"/>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129"/>
          <p:cNvGrpSpPr/>
          <p:nvPr/>
        </p:nvGrpSpPr>
        <p:grpSpPr>
          <a:xfrm>
            <a:off x="849601" y="1952074"/>
            <a:ext cx="406713" cy="383745"/>
            <a:chOff x="849601" y="1952074"/>
            <a:chExt cx="406713" cy="383745"/>
          </a:xfrm>
        </p:grpSpPr>
        <p:sp>
          <p:nvSpPr>
            <p:cNvPr id="11708" name="Google Shape;11708;p129"/>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129"/>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129"/>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129"/>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129"/>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129"/>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129"/>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5" name="Google Shape;11715;p129"/>
          <p:cNvGrpSpPr/>
          <p:nvPr/>
        </p:nvGrpSpPr>
        <p:grpSpPr>
          <a:xfrm>
            <a:off x="2253871" y="2893365"/>
            <a:ext cx="203985" cy="355417"/>
            <a:chOff x="2253871" y="2893365"/>
            <a:chExt cx="203985" cy="355417"/>
          </a:xfrm>
        </p:grpSpPr>
        <p:sp>
          <p:nvSpPr>
            <p:cNvPr id="11716" name="Google Shape;11716;p129"/>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129"/>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129"/>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129"/>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129"/>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129"/>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129"/>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129"/>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129"/>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129"/>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129"/>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7" name="Google Shape;11727;p129"/>
          <p:cNvGrpSpPr/>
          <p:nvPr/>
        </p:nvGrpSpPr>
        <p:grpSpPr>
          <a:xfrm>
            <a:off x="2191541" y="2408601"/>
            <a:ext cx="308823" cy="342571"/>
            <a:chOff x="2191541" y="2408601"/>
            <a:chExt cx="308823" cy="342571"/>
          </a:xfrm>
        </p:grpSpPr>
        <p:sp>
          <p:nvSpPr>
            <p:cNvPr id="11728" name="Google Shape;11728;p129"/>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129"/>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129"/>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129"/>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129"/>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129"/>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129"/>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129"/>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129"/>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129"/>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129"/>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129"/>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129"/>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1" name="Google Shape;11741;p129"/>
          <p:cNvGrpSpPr/>
          <p:nvPr/>
        </p:nvGrpSpPr>
        <p:grpSpPr>
          <a:xfrm>
            <a:off x="847400" y="1503588"/>
            <a:ext cx="342496" cy="341553"/>
            <a:chOff x="847400" y="1503588"/>
            <a:chExt cx="342496" cy="341553"/>
          </a:xfrm>
        </p:grpSpPr>
        <p:sp>
          <p:nvSpPr>
            <p:cNvPr id="11742" name="Google Shape;11742;p129"/>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129"/>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129"/>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129"/>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129"/>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129"/>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129"/>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129"/>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129"/>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129"/>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129"/>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129"/>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129"/>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129"/>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129"/>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129"/>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129"/>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129"/>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129"/>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129"/>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2" name="Google Shape;11762;p129"/>
          <p:cNvGrpSpPr/>
          <p:nvPr/>
        </p:nvGrpSpPr>
        <p:grpSpPr>
          <a:xfrm>
            <a:off x="1329963" y="2899669"/>
            <a:ext cx="280495" cy="361077"/>
            <a:chOff x="1329963" y="2899669"/>
            <a:chExt cx="280495" cy="361077"/>
          </a:xfrm>
        </p:grpSpPr>
        <p:sp>
          <p:nvSpPr>
            <p:cNvPr id="11763" name="Google Shape;11763;p129"/>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129"/>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129"/>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129"/>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129"/>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129"/>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129"/>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0" name="Google Shape;11770;p129"/>
          <p:cNvGrpSpPr/>
          <p:nvPr/>
        </p:nvGrpSpPr>
        <p:grpSpPr>
          <a:xfrm>
            <a:off x="937429" y="3800908"/>
            <a:ext cx="195496" cy="343439"/>
            <a:chOff x="937429" y="3800908"/>
            <a:chExt cx="195496" cy="343439"/>
          </a:xfrm>
        </p:grpSpPr>
        <p:sp>
          <p:nvSpPr>
            <p:cNvPr id="11771" name="Google Shape;11771;p129"/>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129"/>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129"/>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129"/>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129"/>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129"/>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129"/>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129"/>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129"/>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129"/>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129"/>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129"/>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129"/>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4" name="Google Shape;11784;p129"/>
          <p:cNvGrpSpPr/>
          <p:nvPr/>
        </p:nvGrpSpPr>
        <p:grpSpPr>
          <a:xfrm>
            <a:off x="2687659" y="3810655"/>
            <a:ext cx="365164" cy="342511"/>
            <a:chOff x="2611459" y="3810655"/>
            <a:chExt cx="365164" cy="342511"/>
          </a:xfrm>
        </p:grpSpPr>
        <p:sp>
          <p:nvSpPr>
            <p:cNvPr id="11785" name="Google Shape;11785;p129"/>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129"/>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129"/>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129"/>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129"/>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129"/>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129"/>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129"/>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129"/>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129"/>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129"/>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129"/>
          <p:cNvGrpSpPr/>
          <p:nvPr/>
        </p:nvGrpSpPr>
        <p:grpSpPr>
          <a:xfrm>
            <a:off x="3952456" y="1524280"/>
            <a:ext cx="370195" cy="300154"/>
            <a:chOff x="3952456" y="1524280"/>
            <a:chExt cx="370195" cy="300154"/>
          </a:xfrm>
        </p:grpSpPr>
        <p:sp>
          <p:nvSpPr>
            <p:cNvPr id="11797" name="Google Shape;11797;p129"/>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129"/>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129"/>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129"/>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129"/>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129"/>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806"/>
        <p:cNvGrpSpPr/>
        <p:nvPr/>
      </p:nvGrpSpPr>
      <p:grpSpPr>
        <a:xfrm>
          <a:off x="0" y="0"/>
          <a:ext cx="0" cy="0"/>
          <a:chOff x="0" y="0"/>
          <a:chExt cx="0" cy="0"/>
        </a:xfrm>
      </p:grpSpPr>
      <p:sp>
        <p:nvSpPr>
          <p:cNvPr id="11807" name="Google Shape;11807;p130"/>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1808" name="Google Shape;11808;p130"/>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1809" name="Google Shape;11809;p130"/>
          <p:cNvGrpSpPr/>
          <p:nvPr/>
        </p:nvGrpSpPr>
        <p:grpSpPr>
          <a:xfrm>
            <a:off x="908482" y="1502585"/>
            <a:ext cx="257112" cy="362808"/>
            <a:chOff x="908482" y="1502585"/>
            <a:chExt cx="257112" cy="362808"/>
          </a:xfrm>
        </p:grpSpPr>
        <p:sp>
          <p:nvSpPr>
            <p:cNvPr id="11810" name="Google Shape;11810;p130"/>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130"/>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130"/>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130"/>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130"/>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130"/>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130"/>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130"/>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130"/>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130"/>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130"/>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130"/>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130"/>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130"/>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130"/>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130"/>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130"/>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130"/>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130"/>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130"/>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0" name="Google Shape;11830;p130"/>
          <p:cNvGrpSpPr/>
          <p:nvPr/>
        </p:nvGrpSpPr>
        <p:grpSpPr>
          <a:xfrm>
            <a:off x="1303537" y="1502716"/>
            <a:ext cx="362939" cy="362677"/>
            <a:chOff x="1303537" y="1502716"/>
            <a:chExt cx="362939" cy="362677"/>
          </a:xfrm>
        </p:grpSpPr>
        <p:sp>
          <p:nvSpPr>
            <p:cNvPr id="11831" name="Google Shape;11831;p130"/>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130"/>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130"/>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130"/>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130"/>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130"/>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130"/>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130"/>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130"/>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130"/>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130"/>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2" name="Google Shape;11842;p130"/>
          <p:cNvGrpSpPr/>
          <p:nvPr/>
        </p:nvGrpSpPr>
        <p:grpSpPr>
          <a:xfrm>
            <a:off x="1751901" y="1502716"/>
            <a:ext cx="362677" cy="362677"/>
            <a:chOff x="1751901" y="1502716"/>
            <a:chExt cx="362677" cy="362677"/>
          </a:xfrm>
        </p:grpSpPr>
        <p:sp>
          <p:nvSpPr>
            <p:cNvPr id="11843" name="Google Shape;11843;p130"/>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130"/>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130"/>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130"/>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130"/>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130"/>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130"/>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130"/>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130"/>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130"/>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130"/>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130"/>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130"/>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130"/>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130"/>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130"/>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130"/>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130"/>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130"/>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2" name="Google Shape;11862;p130"/>
          <p:cNvGrpSpPr/>
          <p:nvPr/>
        </p:nvGrpSpPr>
        <p:grpSpPr>
          <a:xfrm>
            <a:off x="3095178" y="1502716"/>
            <a:ext cx="334290" cy="362677"/>
            <a:chOff x="3095178" y="1502716"/>
            <a:chExt cx="334290" cy="362677"/>
          </a:xfrm>
        </p:grpSpPr>
        <p:sp>
          <p:nvSpPr>
            <p:cNvPr id="11863" name="Google Shape;11863;p130"/>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130"/>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130"/>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130"/>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130"/>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130"/>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130"/>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130"/>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130"/>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130"/>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130"/>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130"/>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130"/>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130"/>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130"/>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130"/>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130"/>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0" name="Google Shape;11880;p130"/>
          <p:cNvGrpSpPr/>
          <p:nvPr/>
        </p:nvGrpSpPr>
        <p:grpSpPr>
          <a:xfrm>
            <a:off x="3542281" y="1505605"/>
            <a:ext cx="366196" cy="357005"/>
            <a:chOff x="3542281" y="1505605"/>
            <a:chExt cx="366196" cy="357005"/>
          </a:xfrm>
        </p:grpSpPr>
        <p:sp>
          <p:nvSpPr>
            <p:cNvPr id="11881" name="Google Shape;11881;p130"/>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130"/>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130"/>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130"/>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130"/>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130"/>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130"/>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130"/>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130"/>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130"/>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130"/>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130"/>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130"/>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130"/>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130"/>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130"/>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130"/>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130"/>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130"/>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130"/>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130"/>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130"/>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130"/>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130"/>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130"/>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6" name="Google Shape;11906;p130"/>
          <p:cNvGrpSpPr/>
          <p:nvPr/>
        </p:nvGrpSpPr>
        <p:grpSpPr>
          <a:xfrm>
            <a:off x="1748382" y="3384797"/>
            <a:ext cx="364673" cy="340067"/>
            <a:chOff x="1748382" y="3384797"/>
            <a:chExt cx="364673" cy="340067"/>
          </a:xfrm>
        </p:grpSpPr>
        <p:sp>
          <p:nvSpPr>
            <p:cNvPr id="11907" name="Google Shape;11907;p130"/>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130"/>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130"/>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130"/>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130"/>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130"/>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130"/>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130"/>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130"/>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130"/>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130"/>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130"/>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130"/>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130"/>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130"/>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2" name="Google Shape;11922;p130"/>
          <p:cNvGrpSpPr/>
          <p:nvPr/>
        </p:nvGrpSpPr>
        <p:grpSpPr>
          <a:xfrm>
            <a:off x="6221064" y="3811049"/>
            <a:ext cx="364673" cy="339804"/>
            <a:chOff x="6221064" y="3811049"/>
            <a:chExt cx="364673" cy="339804"/>
          </a:xfrm>
        </p:grpSpPr>
        <p:sp>
          <p:nvSpPr>
            <p:cNvPr id="11923" name="Google Shape;11923;p130"/>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130"/>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130"/>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130"/>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130"/>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130"/>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130"/>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130"/>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130"/>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130"/>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130"/>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130"/>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130"/>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130"/>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130"/>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8" name="Google Shape;11938;p130"/>
          <p:cNvGrpSpPr/>
          <p:nvPr/>
        </p:nvGrpSpPr>
        <p:grpSpPr>
          <a:xfrm>
            <a:off x="2182643" y="3386320"/>
            <a:ext cx="382030" cy="320451"/>
            <a:chOff x="2182643" y="3386320"/>
            <a:chExt cx="382030" cy="320451"/>
          </a:xfrm>
        </p:grpSpPr>
        <p:sp>
          <p:nvSpPr>
            <p:cNvPr id="11939" name="Google Shape;11939;p130"/>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130"/>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130"/>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130"/>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130"/>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130"/>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130"/>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130"/>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130"/>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130"/>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130"/>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130"/>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130"/>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130"/>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130"/>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4" name="Google Shape;11954;p130"/>
          <p:cNvGrpSpPr/>
          <p:nvPr/>
        </p:nvGrpSpPr>
        <p:grpSpPr>
          <a:xfrm>
            <a:off x="3084386" y="3389340"/>
            <a:ext cx="353880" cy="330745"/>
            <a:chOff x="3084386" y="3389340"/>
            <a:chExt cx="353880" cy="330745"/>
          </a:xfrm>
        </p:grpSpPr>
        <p:sp>
          <p:nvSpPr>
            <p:cNvPr id="11955" name="Google Shape;11955;p130"/>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130"/>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130"/>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130"/>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130"/>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130"/>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130"/>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130"/>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130"/>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130"/>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130"/>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130"/>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7" name="Google Shape;11967;p130"/>
          <p:cNvGrpSpPr/>
          <p:nvPr/>
        </p:nvGrpSpPr>
        <p:grpSpPr>
          <a:xfrm>
            <a:off x="863499" y="1970906"/>
            <a:ext cx="347078" cy="364016"/>
            <a:chOff x="863499" y="1970906"/>
            <a:chExt cx="347078" cy="364016"/>
          </a:xfrm>
        </p:grpSpPr>
        <p:sp>
          <p:nvSpPr>
            <p:cNvPr id="11968" name="Google Shape;11968;p130"/>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130"/>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130"/>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130"/>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130"/>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130"/>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130"/>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130"/>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130"/>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130"/>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130"/>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130"/>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130"/>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130"/>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2" name="Google Shape;11982;p130"/>
          <p:cNvGrpSpPr/>
          <p:nvPr/>
        </p:nvGrpSpPr>
        <p:grpSpPr>
          <a:xfrm>
            <a:off x="1749879" y="1970906"/>
            <a:ext cx="364436" cy="364174"/>
            <a:chOff x="1749879" y="1970906"/>
            <a:chExt cx="364436" cy="364174"/>
          </a:xfrm>
        </p:grpSpPr>
        <p:sp>
          <p:nvSpPr>
            <p:cNvPr id="11983" name="Google Shape;11983;p130"/>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130"/>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130"/>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130"/>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130"/>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130"/>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130"/>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130"/>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130"/>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130"/>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130"/>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130"/>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130"/>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130"/>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7" name="Google Shape;11997;p130"/>
          <p:cNvGrpSpPr/>
          <p:nvPr/>
        </p:nvGrpSpPr>
        <p:grpSpPr>
          <a:xfrm>
            <a:off x="2186425" y="1976158"/>
            <a:ext cx="396106" cy="353985"/>
            <a:chOff x="2186425" y="1976158"/>
            <a:chExt cx="396106" cy="353985"/>
          </a:xfrm>
        </p:grpSpPr>
        <p:sp>
          <p:nvSpPr>
            <p:cNvPr id="11998" name="Google Shape;11998;p130"/>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130"/>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130"/>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130"/>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130"/>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130"/>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130"/>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5" name="Google Shape;12005;p130"/>
          <p:cNvGrpSpPr/>
          <p:nvPr/>
        </p:nvGrpSpPr>
        <p:grpSpPr>
          <a:xfrm>
            <a:off x="2659157" y="2017412"/>
            <a:ext cx="319190" cy="271240"/>
            <a:chOff x="2659157" y="2017412"/>
            <a:chExt cx="319190" cy="271240"/>
          </a:xfrm>
        </p:grpSpPr>
        <p:sp>
          <p:nvSpPr>
            <p:cNvPr id="12006" name="Google Shape;12006;p130"/>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130"/>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130"/>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130"/>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130"/>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130"/>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130"/>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130"/>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130"/>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130"/>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130"/>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130"/>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130"/>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130"/>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130"/>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130"/>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130"/>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130"/>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130"/>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130"/>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130"/>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130"/>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130"/>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130"/>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130"/>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130"/>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2" name="Google Shape;12032;p130"/>
          <p:cNvGrpSpPr/>
          <p:nvPr/>
        </p:nvGrpSpPr>
        <p:grpSpPr>
          <a:xfrm>
            <a:off x="3111775" y="1993516"/>
            <a:ext cx="318928" cy="319217"/>
            <a:chOff x="3111775" y="1993516"/>
            <a:chExt cx="318928" cy="319217"/>
          </a:xfrm>
        </p:grpSpPr>
        <p:sp>
          <p:nvSpPr>
            <p:cNvPr id="12033" name="Google Shape;12033;p130"/>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130"/>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130"/>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130"/>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130"/>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130"/>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130"/>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130"/>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130"/>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130"/>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130"/>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130"/>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130"/>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130"/>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130"/>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130"/>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130"/>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130"/>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130"/>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130"/>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130"/>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130"/>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130"/>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130"/>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130"/>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130"/>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130"/>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130"/>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130"/>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130"/>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130"/>
          <p:cNvGrpSpPr/>
          <p:nvPr/>
        </p:nvGrpSpPr>
        <p:grpSpPr>
          <a:xfrm>
            <a:off x="4023785" y="1970407"/>
            <a:ext cx="288807" cy="355377"/>
            <a:chOff x="4023785" y="1970407"/>
            <a:chExt cx="288807" cy="355377"/>
          </a:xfrm>
        </p:grpSpPr>
        <p:sp>
          <p:nvSpPr>
            <p:cNvPr id="12064" name="Google Shape;12064;p130"/>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130"/>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130"/>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130"/>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130"/>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130"/>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130"/>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130"/>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130"/>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130"/>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130"/>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130"/>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130"/>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130"/>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130"/>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130"/>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130"/>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130"/>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130"/>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130"/>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4" name="Google Shape;12084;p130"/>
          <p:cNvGrpSpPr/>
          <p:nvPr/>
        </p:nvGrpSpPr>
        <p:grpSpPr>
          <a:xfrm>
            <a:off x="3544540" y="3380963"/>
            <a:ext cx="320188" cy="319269"/>
            <a:chOff x="3544540" y="3380963"/>
            <a:chExt cx="320188" cy="319269"/>
          </a:xfrm>
        </p:grpSpPr>
        <p:sp>
          <p:nvSpPr>
            <p:cNvPr id="12085" name="Google Shape;12085;p130"/>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130"/>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130"/>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130"/>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130"/>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130"/>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130"/>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130"/>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130"/>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130"/>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130"/>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130"/>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130"/>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130"/>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130"/>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130"/>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130"/>
          <p:cNvGrpSpPr/>
          <p:nvPr/>
        </p:nvGrpSpPr>
        <p:grpSpPr>
          <a:xfrm>
            <a:off x="3944637" y="3354834"/>
            <a:ext cx="415696" cy="371605"/>
            <a:chOff x="3944637" y="3354834"/>
            <a:chExt cx="415696" cy="371605"/>
          </a:xfrm>
        </p:grpSpPr>
        <p:sp>
          <p:nvSpPr>
            <p:cNvPr id="12102" name="Google Shape;12102;p130"/>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130"/>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130"/>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130"/>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130"/>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130"/>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130"/>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130"/>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130"/>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130"/>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130"/>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130"/>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130"/>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130"/>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130"/>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130"/>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130"/>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9" name="Google Shape;12119;p130"/>
          <p:cNvGrpSpPr/>
          <p:nvPr/>
        </p:nvGrpSpPr>
        <p:grpSpPr>
          <a:xfrm>
            <a:off x="1314619" y="3821527"/>
            <a:ext cx="346317" cy="332136"/>
            <a:chOff x="1314619" y="3821527"/>
            <a:chExt cx="346317" cy="332136"/>
          </a:xfrm>
        </p:grpSpPr>
        <p:sp>
          <p:nvSpPr>
            <p:cNvPr id="12120" name="Google Shape;12120;p130"/>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130"/>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130"/>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130"/>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130"/>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130"/>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130"/>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130"/>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8" name="Google Shape;12128;p130"/>
          <p:cNvGrpSpPr/>
          <p:nvPr/>
        </p:nvGrpSpPr>
        <p:grpSpPr>
          <a:xfrm>
            <a:off x="1751139" y="3790934"/>
            <a:ext cx="386258" cy="380507"/>
            <a:chOff x="1751139" y="3790934"/>
            <a:chExt cx="386258" cy="380507"/>
          </a:xfrm>
        </p:grpSpPr>
        <p:sp>
          <p:nvSpPr>
            <p:cNvPr id="12129" name="Google Shape;12129;p130"/>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130"/>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130"/>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130"/>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130"/>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130"/>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130"/>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130"/>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130"/>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130"/>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130"/>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130"/>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130"/>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130"/>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130"/>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130"/>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130"/>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130"/>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7" name="Google Shape;12147;p130"/>
          <p:cNvGrpSpPr/>
          <p:nvPr/>
        </p:nvGrpSpPr>
        <p:grpSpPr>
          <a:xfrm>
            <a:off x="2189681" y="3821606"/>
            <a:ext cx="395607" cy="318928"/>
            <a:chOff x="2189681" y="3821606"/>
            <a:chExt cx="395607" cy="318928"/>
          </a:xfrm>
        </p:grpSpPr>
        <p:sp>
          <p:nvSpPr>
            <p:cNvPr id="12148" name="Google Shape;12148;p130"/>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130"/>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130"/>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130"/>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130"/>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130"/>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130"/>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130"/>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130"/>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130"/>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130"/>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130"/>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130"/>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130"/>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130"/>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130"/>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130"/>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130"/>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130"/>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130"/>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130"/>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130"/>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130"/>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130"/>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130"/>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130"/>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130"/>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130"/>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130"/>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130"/>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78" name="Google Shape;12178;p130"/>
          <p:cNvSpPr/>
          <p:nvPr/>
        </p:nvSpPr>
        <p:spPr>
          <a:xfrm>
            <a:off x="1288464" y="20400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79" name="Google Shape;12179;p130"/>
          <p:cNvGrpSpPr/>
          <p:nvPr/>
        </p:nvGrpSpPr>
        <p:grpSpPr>
          <a:xfrm>
            <a:off x="1277409" y="1961347"/>
            <a:ext cx="420475" cy="383055"/>
            <a:chOff x="1277409" y="1961347"/>
            <a:chExt cx="420475" cy="383055"/>
          </a:xfrm>
        </p:grpSpPr>
        <p:sp>
          <p:nvSpPr>
            <p:cNvPr id="12180" name="Google Shape;12180;p130"/>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130"/>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130"/>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130"/>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130"/>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130"/>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130"/>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130"/>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130"/>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130"/>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130"/>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130"/>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130"/>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130"/>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130"/>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130"/>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130"/>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130"/>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130"/>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130"/>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130"/>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130"/>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130"/>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130"/>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130"/>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130"/>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130"/>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7" name="Google Shape;12207;p130"/>
          <p:cNvGrpSpPr/>
          <p:nvPr/>
        </p:nvGrpSpPr>
        <p:grpSpPr>
          <a:xfrm>
            <a:off x="2215075" y="2432819"/>
            <a:ext cx="380008" cy="351648"/>
            <a:chOff x="2215075" y="2432819"/>
            <a:chExt cx="380008" cy="351648"/>
          </a:xfrm>
        </p:grpSpPr>
        <p:sp>
          <p:nvSpPr>
            <p:cNvPr id="12208" name="Google Shape;12208;p130"/>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130"/>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130"/>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130"/>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130"/>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130"/>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130"/>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130"/>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130"/>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130"/>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130"/>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130"/>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130"/>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130"/>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130"/>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130"/>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130"/>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130"/>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130"/>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130"/>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130"/>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130"/>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130"/>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130"/>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130"/>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130"/>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130"/>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130"/>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130"/>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130"/>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130"/>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130"/>
          <p:cNvGrpSpPr/>
          <p:nvPr/>
        </p:nvGrpSpPr>
        <p:grpSpPr>
          <a:xfrm>
            <a:off x="2661416" y="2422342"/>
            <a:ext cx="344059" cy="340671"/>
            <a:chOff x="2661416" y="2422342"/>
            <a:chExt cx="344059" cy="340671"/>
          </a:xfrm>
        </p:grpSpPr>
        <p:sp>
          <p:nvSpPr>
            <p:cNvPr id="12240" name="Google Shape;12240;p130"/>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130"/>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130"/>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130"/>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130"/>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130"/>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130"/>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130"/>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130"/>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130"/>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130"/>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130"/>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130"/>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3" name="Google Shape;12253;p130"/>
          <p:cNvGrpSpPr/>
          <p:nvPr/>
        </p:nvGrpSpPr>
        <p:grpSpPr>
          <a:xfrm>
            <a:off x="4066510" y="2422342"/>
            <a:ext cx="206876" cy="348470"/>
            <a:chOff x="4066510" y="2422342"/>
            <a:chExt cx="206876" cy="348470"/>
          </a:xfrm>
        </p:grpSpPr>
        <p:sp>
          <p:nvSpPr>
            <p:cNvPr id="12254" name="Google Shape;12254;p130"/>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130"/>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130"/>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130"/>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130"/>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130"/>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130"/>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130"/>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130"/>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130"/>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130"/>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130"/>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6" name="Google Shape;12266;p130"/>
          <p:cNvSpPr/>
          <p:nvPr/>
        </p:nvSpPr>
        <p:spPr>
          <a:xfrm>
            <a:off x="2958206" y="38917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7" name="Google Shape;12267;p130"/>
          <p:cNvGrpSpPr/>
          <p:nvPr/>
        </p:nvGrpSpPr>
        <p:grpSpPr>
          <a:xfrm>
            <a:off x="2617693" y="3817325"/>
            <a:ext cx="420475" cy="326491"/>
            <a:chOff x="2617693" y="3817325"/>
            <a:chExt cx="420475" cy="326491"/>
          </a:xfrm>
        </p:grpSpPr>
        <p:sp>
          <p:nvSpPr>
            <p:cNvPr id="12268" name="Google Shape;12268;p130"/>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130"/>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130"/>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130"/>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130"/>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130"/>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130"/>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130"/>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130"/>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130"/>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130"/>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130"/>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130"/>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130"/>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130"/>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130"/>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130"/>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5" name="Google Shape;12285;p130"/>
          <p:cNvGrpSpPr/>
          <p:nvPr/>
        </p:nvGrpSpPr>
        <p:grpSpPr>
          <a:xfrm>
            <a:off x="3545301" y="2423523"/>
            <a:ext cx="358134" cy="356637"/>
            <a:chOff x="3545301" y="2423523"/>
            <a:chExt cx="358134" cy="356637"/>
          </a:xfrm>
        </p:grpSpPr>
        <p:sp>
          <p:nvSpPr>
            <p:cNvPr id="12286" name="Google Shape;12286;p130"/>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130"/>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130"/>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130"/>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130"/>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130"/>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130"/>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130"/>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130"/>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5" name="Google Shape;12295;p130"/>
          <p:cNvGrpSpPr/>
          <p:nvPr/>
        </p:nvGrpSpPr>
        <p:grpSpPr>
          <a:xfrm>
            <a:off x="5766424" y="4275195"/>
            <a:ext cx="358160" cy="356926"/>
            <a:chOff x="5766424" y="4275195"/>
            <a:chExt cx="358160" cy="356926"/>
          </a:xfrm>
        </p:grpSpPr>
        <p:sp>
          <p:nvSpPr>
            <p:cNvPr id="12296" name="Google Shape;12296;p130"/>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130"/>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130"/>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130"/>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130"/>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130"/>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130"/>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130"/>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130"/>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5" name="Google Shape;12305;p130"/>
          <p:cNvGrpSpPr/>
          <p:nvPr/>
        </p:nvGrpSpPr>
        <p:grpSpPr>
          <a:xfrm>
            <a:off x="3531462" y="3824599"/>
            <a:ext cx="377251" cy="324232"/>
            <a:chOff x="3531462" y="3824599"/>
            <a:chExt cx="377251" cy="324232"/>
          </a:xfrm>
        </p:grpSpPr>
        <p:sp>
          <p:nvSpPr>
            <p:cNvPr id="12306" name="Google Shape;12306;p130"/>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130"/>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130"/>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130"/>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130"/>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130"/>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130"/>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130"/>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130"/>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130"/>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130"/>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7" name="Google Shape;12317;p130"/>
          <p:cNvGrpSpPr/>
          <p:nvPr/>
        </p:nvGrpSpPr>
        <p:grpSpPr>
          <a:xfrm>
            <a:off x="4030586" y="3805246"/>
            <a:ext cx="286523" cy="340566"/>
            <a:chOff x="4030586" y="3805246"/>
            <a:chExt cx="286523" cy="340566"/>
          </a:xfrm>
        </p:grpSpPr>
        <p:sp>
          <p:nvSpPr>
            <p:cNvPr id="12318" name="Google Shape;12318;p130"/>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130"/>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130"/>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130"/>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130"/>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130"/>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130"/>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130"/>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130"/>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130"/>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130"/>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130"/>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130"/>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1" name="Google Shape;12331;p130"/>
          <p:cNvGrpSpPr/>
          <p:nvPr/>
        </p:nvGrpSpPr>
        <p:grpSpPr>
          <a:xfrm>
            <a:off x="2180884" y="2888719"/>
            <a:ext cx="376752" cy="374468"/>
            <a:chOff x="2180884" y="2888719"/>
            <a:chExt cx="376752" cy="374468"/>
          </a:xfrm>
        </p:grpSpPr>
        <p:sp>
          <p:nvSpPr>
            <p:cNvPr id="12332" name="Google Shape;12332;p130"/>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130"/>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130"/>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130"/>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130"/>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130"/>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130"/>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130"/>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130"/>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130"/>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130"/>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130"/>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130"/>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130"/>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6" name="Google Shape;12346;p130"/>
          <p:cNvGrpSpPr/>
          <p:nvPr/>
        </p:nvGrpSpPr>
        <p:grpSpPr>
          <a:xfrm>
            <a:off x="3954432" y="2942999"/>
            <a:ext cx="378249" cy="265909"/>
            <a:chOff x="3954432" y="2942999"/>
            <a:chExt cx="378249" cy="265909"/>
          </a:xfrm>
        </p:grpSpPr>
        <p:sp>
          <p:nvSpPr>
            <p:cNvPr id="12347" name="Google Shape;12347;p130"/>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130"/>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130"/>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130"/>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130"/>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130"/>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130"/>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130"/>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130"/>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6" name="Google Shape;12356;p130"/>
          <p:cNvGrpSpPr/>
          <p:nvPr/>
        </p:nvGrpSpPr>
        <p:grpSpPr>
          <a:xfrm>
            <a:off x="1752137" y="4266608"/>
            <a:ext cx="378512" cy="374756"/>
            <a:chOff x="1752137" y="4266608"/>
            <a:chExt cx="378512" cy="374756"/>
          </a:xfrm>
        </p:grpSpPr>
        <p:sp>
          <p:nvSpPr>
            <p:cNvPr id="12357" name="Google Shape;12357;p130"/>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130"/>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130"/>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130"/>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130"/>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130"/>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130"/>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130"/>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130"/>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130"/>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130"/>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130"/>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130"/>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130"/>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130"/>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130"/>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130"/>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130"/>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130"/>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130"/>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130"/>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8" name="Google Shape;12378;p130"/>
          <p:cNvGrpSpPr/>
          <p:nvPr/>
        </p:nvGrpSpPr>
        <p:grpSpPr>
          <a:xfrm>
            <a:off x="3117788" y="3812546"/>
            <a:ext cx="341065" cy="341065"/>
            <a:chOff x="3117788" y="3812546"/>
            <a:chExt cx="341065" cy="341065"/>
          </a:xfrm>
        </p:grpSpPr>
        <p:sp>
          <p:nvSpPr>
            <p:cNvPr id="12379" name="Google Shape;12379;p130"/>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130"/>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130"/>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130"/>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130"/>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130"/>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5" name="Google Shape;12385;p130"/>
          <p:cNvGrpSpPr/>
          <p:nvPr/>
        </p:nvGrpSpPr>
        <p:grpSpPr>
          <a:xfrm>
            <a:off x="3994400" y="4299932"/>
            <a:ext cx="338281" cy="322657"/>
            <a:chOff x="3994400" y="4299932"/>
            <a:chExt cx="338281" cy="322657"/>
          </a:xfrm>
        </p:grpSpPr>
        <p:sp>
          <p:nvSpPr>
            <p:cNvPr id="12386" name="Google Shape;12386;p130"/>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130"/>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130"/>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130"/>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130"/>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130"/>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130"/>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130"/>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94" name="Google Shape;12394;p130"/>
          <p:cNvSpPr/>
          <p:nvPr/>
        </p:nvSpPr>
        <p:spPr>
          <a:xfrm>
            <a:off x="3700340" y="19656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130"/>
          <p:cNvSpPr/>
          <p:nvPr/>
        </p:nvSpPr>
        <p:spPr>
          <a:xfrm>
            <a:off x="3700340" y="19656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96" name="Google Shape;12396;p130"/>
          <p:cNvGrpSpPr/>
          <p:nvPr/>
        </p:nvGrpSpPr>
        <p:grpSpPr>
          <a:xfrm>
            <a:off x="3573426" y="1965628"/>
            <a:ext cx="302358" cy="374993"/>
            <a:chOff x="3573426" y="1965628"/>
            <a:chExt cx="302358" cy="374993"/>
          </a:xfrm>
        </p:grpSpPr>
        <p:sp>
          <p:nvSpPr>
            <p:cNvPr id="12397" name="Google Shape;12397;p130"/>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130"/>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130"/>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130"/>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130"/>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130"/>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3" name="Google Shape;12403;p130"/>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130"/>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130"/>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130"/>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130"/>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130"/>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130"/>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130"/>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130"/>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130"/>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130"/>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130"/>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130"/>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130"/>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130"/>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130"/>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130"/>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130"/>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130"/>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130"/>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130"/>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130"/>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130"/>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130"/>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130"/>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130"/>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130"/>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130"/>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130"/>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130"/>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130"/>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130"/>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130"/>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130"/>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130"/>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130"/>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130"/>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130"/>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130"/>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130"/>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130"/>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130"/>
          <p:cNvGrpSpPr/>
          <p:nvPr/>
        </p:nvGrpSpPr>
        <p:grpSpPr>
          <a:xfrm>
            <a:off x="3513632" y="2908572"/>
            <a:ext cx="355876" cy="331007"/>
            <a:chOff x="3513632" y="2908572"/>
            <a:chExt cx="355876" cy="331007"/>
          </a:xfrm>
        </p:grpSpPr>
        <p:sp>
          <p:nvSpPr>
            <p:cNvPr id="12445" name="Google Shape;12445;p130"/>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130"/>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130"/>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130"/>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130"/>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130"/>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130"/>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130"/>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130"/>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130"/>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130"/>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130"/>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130"/>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130"/>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130"/>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130"/>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1" name="Google Shape;12461;p130"/>
          <p:cNvGrpSpPr/>
          <p:nvPr/>
        </p:nvGrpSpPr>
        <p:grpSpPr>
          <a:xfrm>
            <a:off x="2694083" y="2888430"/>
            <a:ext cx="235762" cy="374756"/>
            <a:chOff x="2694083" y="2888430"/>
            <a:chExt cx="235762" cy="374756"/>
          </a:xfrm>
        </p:grpSpPr>
        <p:sp>
          <p:nvSpPr>
            <p:cNvPr id="12462" name="Google Shape;12462;p130"/>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130"/>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130"/>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130"/>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130"/>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130"/>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130"/>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130"/>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130"/>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1" name="Google Shape;12471;p130"/>
          <p:cNvGrpSpPr/>
          <p:nvPr/>
        </p:nvGrpSpPr>
        <p:grpSpPr>
          <a:xfrm>
            <a:off x="871534" y="4300588"/>
            <a:ext cx="357661" cy="311155"/>
            <a:chOff x="871534" y="4300588"/>
            <a:chExt cx="357661" cy="311155"/>
          </a:xfrm>
        </p:grpSpPr>
        <p:sp>
          <p:nvSpPr>
            <p:cNvPr id="12472" name="Google Shape;12472;p130"/>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130"/>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130"/>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130"/>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130"/>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130"/>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130"/>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130"/>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130"/>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130"/>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130"/>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130"/>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130"/>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130"/>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130"/>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130"/>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130"/>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130"/>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130"/>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130"/>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130"/>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3" name="Google Shape;12493;p130"/>
          <p:cNvGrpSpPr/>
          <p:nvPr/>
        </p:nvGrpSpPr>
        <p:grpSpPr>
          <a:xfrm>
            <a:off x="916019" y="3821606"/>
            <a:ext cx="250100" cy="336785"/>
            <a:chOff x="916019" y="3821606"/>
            <a:chExt cx="250100" cy="336785"/>
          </a:xfrm>
        </p:grpSpPr>
        <p:sp>
          <p:nvSpPr>
            <p:cNvPr id="12494" name="Google Shape;12494;p130"/>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130"/>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130"/>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130"/>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130"/>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130"/>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130"/>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130"/>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130"/>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130"/>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130"/>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130"/>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130"/>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7" name="Google Shape;12507;p130"/>
          <p:cNvGrpSpPr/>
          <p:nvPr/>
        </p:nvGrpSpPr>
        <p:grpSpPr>
          <a:xfrm>
            <a:off x="849686" y="2909570"/>
            <a:ext cx="374730" cy="332504"/>
            <a:chOff x="849686" y="2909570"/>
            <a:chExt cx="374730" cy="332504"/>
          </a:xfrm>
        </p:grpSpPr>
        <p:sp>
          <p:nvSpPr>
            <p:cNvPr id="12508" name="Google Shape;12508;p130"/>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130"/>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130"/>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130"/>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130"/>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130"/>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130"/>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130"/>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130"/>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130"/>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130"/>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9" name="Google Shape;12519;p130"/>
          <p:cNvGrpSpPr/>
          <p:nvPr/>
        </p:nvGrpSpPr>
        <p:grpSpPr>
          <a:xfrm>
            <a:off x="1735567" y="2420241"/>
            <a:ext cx="417718" cy="372866"/>
            <a:chOff x="1735567" y="2420241"/>
            <a:chExt cx="417718" cy="372866"/>
          </a:xfrm>
        </p:grpSpPr>
        <p:sp>
          <p:nvSpPr>
            <p:cNvPr id="12520" name="Google Shape;12520;p130"/>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130"/>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130"/>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130"/>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130"/>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130"/>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130"/>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130"/>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130"/>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130"/>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130"/>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130"/>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2" name="Google Shape;12532;p130"/>
          <p:cNvGrpSpPr/>
          <p:nvPr/>
        </p:nvGrpSpPr>
        <p:grpSpPr>
          <a:xfrm>
            <a:off x="3599318" y="4299590"/>
            <a:ext cx="251098" cy="309028"/>
            <a:chOff x="3599318" y="4299590"/>
            <a:chExt cx="251098" cy="309028"/>
          </a:xfrm>
        </p:grpSpPr>
        <p:sp>
          <p:nvSpPr>
            <p:cNvPr id="12533" name="Google Shape;12533;p130"/>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130"/>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130"/>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130"/>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130"/>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130"/>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9" name="Google Shape;12539;p130"/>
          <p:cNvGrpSpPr/>
          <p:nvPr/>
        </p:nvGrpSpPr>
        <p:grpSpPr>
          <a:xfrm>
            <a:off x="3105998" y="2433240"/>
            <a:ext cx="345818" cy="345056"/>
            <a:chOff x="3105998" y="2433240"/>
            <a:chExt cx="345818" cy="345056"/>
          </a:xfrm>
        </p:grpSpPr>
        <p:sp>
          <p:nvSpPr>
            <p:cNvPr id="12540" name="Google Shape;12540;p130"/>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130"/>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130"/>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130"/>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130"/>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130"/>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130"/>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130"/>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130"/>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130"/>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130"/>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1" name="Google Shape;12551;p130"/>
          <p:cNvGrpSpPr/>
          <p:nvPr/>
        </p:nvGrpSpPr>
        <p:grpSpPr>
          <a:xfrm>
            <a:off x="1737326" y="2900773"/>
            <a:ext cx="374730" cy="350361"/>
            <a:chOff x="1737326" y="2900773"/>
            <a:chExt cx="374730" cy="350361"/>
          </a:xfrm>
        </p:grpSpPr>
        <p:sp>
          <p:nvSpPr>
            <p:cNvPr id="12552" name="Google Shape;12552;p130"/>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130"/>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130"/>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130"/>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130"/>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130"/>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130"/>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130"/>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130"/>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130"/>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130"/>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130"/>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130"/>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130"/>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130"/>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130"/>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130"/>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9" name="Google Shape;12569;p130"/>
          <p:cNvGrpSpPr/>
          <p:nvPr/>
        </p:nvGrpSpPr>
        <p:grpSpPr>
          <a:xfrm>
            <a:off x="4000676" y="1579396"/>
            <a:ext cx="327226" cy="211603"/>
            <a:chOff x="4000676" y="1579396"/>
            <a:chExt cx="327226" cy="211603"/>
          </a:xfrm>
        </p:grpSpPr>
        <p:sp>
          <p:nvSpPr>
            <p:cNvPr id="12570" name="Google Shape;12570;p130"/>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130"/>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130"/>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130"/>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130"/>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130"/>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130"/>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130"/>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130"/>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130"/>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130"/>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130"/>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130"/>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130"/>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130"/>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130"/>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6" name="Google Shape;12586;p130"/>
          <p:cNvGrpSpPr/>
          <p:nvPr/>
        </p:nvGrpSpPr>
        <p:grpSpPr>
          <a:xfrm>
            <a:off x="2635523" y="1515584"/>
            <a:ext cx="371054" cy="336469"/>
            <a:chOff x="2635523" y="1515584"/>
            <a:chExt cx="371054" cy="336469"/>
          </a:xfrm>
        </p:grpSpPr>
        <p:sp>
          <p:nvSpPr>
            <p:cNvPr id="12587" name="Google Shape;12587;p130"/>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130"/>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130"/>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130"/>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130"/>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130"/>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130"/>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4" name="Google Shape;12594;p130"/>
          <p:cNvGrpSpPr/>
          <p:nvPr/>
        </p:nvGrpSpPr>
        <p:grpSpPr>
          <a:xfrm>
            <a:off x="2231907" y="1520731"/>
            <a:ext cx="311627" cy="326569"/>
            <a:chOff x="2231907" y="1520731"/>
            <a:chExt cx="311627" cy="326569"/>
          </a:xfrm>
        </p:grpSpPr>
        <p:sp>
          <p:nvSpPr>
            <p:cNvPr id="12595" name="Google Shape;12595;p130"/>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130"/>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130"/>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130"/>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130"/>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130"/>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130"/>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130"/>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130"/>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130"/>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5" name="Google Shape;12605;p130"/>
          <p:cNvGrpSpPr/>
          <p:nvPr/>
        </p:nvGrpSpPr>
        <p:grpSpPr>
          <a:xfrm>
            <a:off x="1340249" y="4301533"/>
            <a:ext cx="311890" cy="304695"/>
            <a:chOff x="1340249" y="4301533"/>
            <a:chExt cx="311890" cy="304695"/>
          </a:xfrm>
        </p:grpSpPr>
        <p:sp>
          <p:nvSpPr>
            <p:cNvPr id="12606" name="Google Shape;12606;p130"/>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130"/>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130"/>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130"/>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130"/>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130"/>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130"/>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130"/>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130"/>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130"/>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130"/>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130"/>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130"/>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130"/>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0" name="Google Shape;12620;p130"/>
          <p:cNvGrpSpPr/>
          <p:nvPr/>
        </p:nvGrpSpPr>
        <p:grpSpPr>
          <a:xfrm>
            <a:off x="1330690" y="3377024"/>
            <a:ext cx="306874" cy="332268"/>
            <a:chOff x="1330690" y="3377024"/>
            <a:chExt cx="306874" cy="332268"/>
          </a:xfrm>
        </p:grpSpPr>
        <p:sp>
          <p:nvSpPr>
            <p:cNvPr id="12621" name="Google Shape;12621;p130"/>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130"/>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130"/>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130"/>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130"/>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130"/>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130"/>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130"/>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130"/>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130"/>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130"/>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130"/>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130"/>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130"/>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130"/>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130"/>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130"/>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130"/>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130"/>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0" name="Google Shape;12640;p130"/>
          <p:cNvGrpSpPr/>
          <p:nvPr/>
        </p:nvGrpSpPr>
        <p:grpSpPr>
          <a:xfrm>
            <a:off x="2650597" y="3381777"/>
            <a:ext cx="341511" cy="324994"/>
            <a:chOff x="2650597" y="3381777"/>
            <a:chExt cx="341511" cy="324994"/>
          </a:xfrm>
        </p:grpSpPr>
        <p:sp>
          <p:nvSpPr>
            <p:cNvPr id="12641" name="Google Shape;12641;p130"/>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130"/>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130"/>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130"/>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130"/>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130"/>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130"/>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130"/>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130"/>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130"/>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130"/>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130"/>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130"/>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130"/>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130"/>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130"/>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130"/>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130"/>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130"/>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130"/>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130"/>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130"/>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130"/>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130"/>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130"/>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130"/>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130"/>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130"/>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130"/>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130"/>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130"/>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130"/>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130"/>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130"/>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130"/>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6" name="Google Shape;12676;p130"/>
          <p:cNvGrpSpPr/>
          <p:nvPr/>
        </p:nvGrpSpPr>
        <p:grpSpPr>
          <a:xfrm>
            <a:off x="1295502" y="2437362"/>
            <a:ext cx="402645" cy="323917"/>
            <a:chOff x="1295502" y="2437362"/>
            <a:chExt cx="402645" cy="323917"/>
          </a:xfrm>
        </p:grpSpPr>
        <p:sp>
          <p:nvSpPr>
            <p:cNvPr id="12677" name="Google Shape;12677;p130"/>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130"/>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130"/>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130"/>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130"/>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130"/>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130"/>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130"/>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130"/>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130"/>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130"/>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130"/>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130"/>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130"/>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130"/>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130"/>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3" name="Google Shape;12693;p130"/>
          <p:cNvGrpSpPr/>
          <p:nvPr/>
        </p:nvGrpSpPr>
        <p:grpSpPr>
          <a:xfrm>
            <a:off x="882590" y="2438360"/>
            <a:ext cx="337310" cy="337047"/>
            <a:chOff x="882590" y="2438360"/>
            <a:chExt cx="337310" cy="337047"/>
          </a:xfrm>
        </p:grpSpPr>
        <p:sp>
          <p:nvSpPr>
            <p:cNvPr id="12694" name="Google Shape;12694;p130"/>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130"/>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130"/>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130"/>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130"/>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130"/>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130"/>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130"/>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130"/>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130"/>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130"/>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130"/>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130"/>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130"/>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130"/>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130"/>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130"/>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130"/>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130"/>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130"/>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130"/>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130"/>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130"/>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130"/>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8" name="Google Shape;12718;p130"/>
          <p:cNvGrpSpPr/>
          <p:nvPr/>
        </p:nvGrpSpPr>
        <p:grpSpPr>
          <a:xfrm>
            <a:off x="4885060" y="1518788"/>
            <a:ext cx="385786" cy="342588"/>
            <a:chOff x="4885060" y="1518788"/>
            <a:chExt cx="385786" cy="342588"/>
          </a:xfrm>
        </p:grpSpPr>
        <p:sp>
          <p:nvSpPr>
            <p:cNvPr id="12719" name="Google Shape;12719;p130"/>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130"/>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130"/>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2" name="Google Shape;12722;p130"/>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130"/>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130"/>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130"/>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130"/>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130"/>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130"/>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130"/>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130"/>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130"/>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130"/>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130"/>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130"/>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130"/>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130"/>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130"/>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8" name="Google Shape;12738;p130"/>
          <p:cNvGrpSpPr/>
          <p:nvPr/>
        </p:nvGrpSpPr>
        <p:grpSpPr>
          <a:xfrm>
            <a:off x="5394478" y="1514533"/>
            <a:ext cx="249076" cy="351096"/>
            <a:chOff x="5394478" y="1514533"/>
            <a:chExt cx="249076" cy="351096"/>
          </a:xfrm>
        </p:grpSpPr>
        <p:sp>
          <p:nvSpPr>
            <p:cNvPr id="12739" name="Google Shape;12739;p130"/>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130"/>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130"/>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130"/>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130"/>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130"/>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130"/>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130"/>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130"/>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130"/>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130"/>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130"/>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130"/>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130"/>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130"/>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130"/>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130"/>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130"/>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130"/>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130"/>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9" name="Google Shape;12759;p130"/>
          <p:cNvGrpSpPr/>
          <p:nvPr/>
        </p:nvGrpSpPr>
        <p:grpSpPr>
          <a:xfrm>
            <a:off x="5782259" y="1512012"/>
            <a:ext cx="356138" cy="356138"/>
            <a:chOff x="5782259" y="1512012"/>
            <a:chExt cx="356138" cy="356138"/>
          </a:xfrm>
        </p:grpSpPr>
        <p:sp>
          <p:nvSpPr>
            <p:cNvPr id="12760" name="Google Shape;12760;p130"/>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130"/>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130"/>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130"/>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130"/>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130"/>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130"/>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130"/>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130"/>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130"/>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130"/>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1" name="Google Shape;12771;p130"/>
          <p:cNvGrpSpPr/>
          <p:nvPr/>
        </p:nvGrpSpPr>
        <p:grpSpPr>
          <a:xfrm>
            <a:off x="6229598" y="1518052"/>
            <a:ext cx="343560" cy="343822"/>
            <a:chOff x="6229598" y="1518052"/>
            <a:chExt cx="343560" cy="343822"/>
          </a:xfrm>
        </p:grpSpPr>
        <p:sp>
          <p:nvSpPr>
            <p:cNvPr id="12772" name="Google Shape;12772;p130"/>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130"/>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130"/>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130"/>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130"/>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130"/>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130"/>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130"/>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130"/>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130"/>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130"/>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130"/>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130"/>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130"/>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130"/>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130"/>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130"/>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130"/>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130"/>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1" name="Google Shape;12791;p130"/>
          <p:cNvGrpSpPr/>
          <p:nvPr/>
        </p:nvGrpSpPr>
        <p:grpSpPr>
          <a:xfrm>
            <a:off x="870773" y="3357985"/>
            <a:ext cx="342824" cy="351228"/>
            <a:chOff x="870773" y="3357985"/>
            <a:chExt cx="342824" cy="351228"/>
          </a:xfrm>
        </p:grpSpPr>
        <p:sp>
          <p:nvSpPr>
            <p:cNvPr id="12792" name="Google Shape;12792;p130"/>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130"/>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130"/>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130"/>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130"/>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130"/>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130"/>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130"/>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0" name="Google Shape;12800;p130"/>
          <p:cNvGrpSpPr/>
          <p:nvPr/>
        </p:nvGrpSpPr>
        <p:grpSpPr>
          <a:xfrm>
            <a:off x="2743084" y="4299590"/>
            <a:ext cx="159372" cy="308896"/>
            <a:chOff x="2743084" y="4299590"/>
            <a:chExt cx="159372" cy="308896"/>
          </a:xfrm>
        </p:grpSpPr>
        <p:sp>
          <p:nvSpPr>
            <p:cNvPr id="12801" name="Google Shape;12801;p130"/>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130"/>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130"/>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130"/>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130"/>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130"/>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130"/>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130"/>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130"/>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130"/>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130"/>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130"/>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130"/>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130"/>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130"/>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6" name="Google Shape;12816;p130"/>
          <p:cNvGrpSpPr/>
          <p:nvPr/>
        </p:nvGrpSpPr>
        <p:grpSpPr>
          <a:xfrm>
            <a:off x="1293506" y="2939716"/>
            <a:ext cx="374730" cy="272211"/>
            <a:chOff x="1293506" y="2939716"/>
            <a:chExt cx="374730" cy="272211"/>
          </a:xfrm>
        </p:grpSpPr>
        <p:sp>
          <p:nvSpPr>
            <p:cNvPr id="12817" name="Google Shape;12817;p130"/>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130"/>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130"/>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130"/>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130"/>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130"/>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130"/>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130"/>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130"/>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130"/>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130"/>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130"/>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130"/>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130"/>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130"/>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130"/>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130"/>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130"/>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130"/>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130"/>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130"/>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130"/>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130"/>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130"/>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130"/>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130"/>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130"/>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130"/>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130"/>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130"/>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7" name="Google Shape;12847;p130"/>
          <p:cNvGrpSpPr/>
          <p:nvPr/>
        </p:nvGrpSpPr>
        <p:grpSpPr>
          <a:xfrm>
            <a:off x="6669900" y="1505474"/>
            <a:ext cx="345083" cy="369216"/>
            <a:chOff x="6669900" y="1505474"/>
            <a:chExt cx="345083" cy="369216"/>
          </a:xfrm>
        </p:grpSpPr>
        <p:sp>
          <p:nvSpPr>
            <p:cNvPr id="12848" name="Google Shape;12848;p130"/>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130"/>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130"/>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130"/>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130"/>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130"/>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130"/>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130"/>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130"/>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130"/>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130"/>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130"/>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130"/>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130"/>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130"/>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130"/>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130"/>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130"/>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130"/>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130"/>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130"/>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130"/>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0" name="Google Shape;12870;p130"/>
          <p:cNvGrpSpPr/>
          <p:nvPr/>
        </p:nvGrpSpPr>
        <p:grpSpPr>
          <a:xfrm>
            <a:off x="7117003" y="1518000"/>
            <a:ext cx="333003" cy="344085"/>
            <a:chOff x="7117003" y="1518000"/>
            <a:chExt cx="333003" cy="344085"/>
          </a:xfrm>
        </p:grpSpPr>
        <p:sp>
          <p:nvSpPr>
            <p:cNvPr id="12871" name="Google Shape;12871;p130"/>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130"/>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130"/>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130"/>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130"/>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130"/>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130"/>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130"/>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130"/>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130"/>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130"/>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130"/>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130"/>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130"/>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130"/>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130"/>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130"/>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130"/>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130"/>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130"/>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130"/>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130"/>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130"/>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130"/>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130"/>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130"/>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130"/>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130"/>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130"/>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130"/>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130"/>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130"/>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130"/>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130"/>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130"/>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130"/>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130"/>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130"/>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9" name="Google Shape;12909;p130"/>
          <p:cNvGrpSpPr/>
          <p:nvPr/>
        </p:nvGrpSpPr>
        <p:grpSpPr>
          <a:xfrm>
            <a:off x="2200238" y="4289165"/>
            <a:ext cx="374756" cy="329300"/>
            <a:chOff x="2200238" y="4289165"/>
            <a:chExt cx="374756" cy="329300"/>
          </a:xfrm>
        </p:grpSpPr>
        <p:sp>
          <p:nvSpPr>
            <p:cNvPr id="12910" name="Google Shape;12910;p130"/>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130"/>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130"/>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130"/>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130"/>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130"/>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130"/>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130"/>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130"/>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130"/>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130"/>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130"/>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130"/>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130"/>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130"/>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130"/>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130"/>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130"/>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130"/>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130"/>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130"/>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130"/>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2" name="Google Shape;12932;p130"/>
          <p:cNvGrpSpPr/>
          <p:nvPr/>
        </p:nvGrpSpPr>
        <p:grpSpPr>
          <a:xfrm>
            <a:off x="7556043" y="1499959"/>
            <a:ext cx="337283" cy="380192"/>
            <a:chOff x="7556043" y="1499959"/>
            <a:chExt cx="337283" cy="380192"/>
          </a:xfrm>
        </p:grpSpPr>
        <p:sp>
          <p:nvSpPr>
            <p:cNvPr id="12933" name="Google Shape;12933;p130"/>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130"/>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130"/>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130"/>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130"/>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130"/>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130"/>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130"/>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130"/>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130"/>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130"/>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130"/>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130"/>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130"/>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130"/>
          <p:cNvGrpSpPr/>
          <p:nvPr/>
        </p:nvGrpSpPr>
        <p:grpSpPr>
          <a:xfrm>
            <a:off x="7992826" y="1517790"/>
            <a:ext cx="317431" cy="344584"/>
            <a:chOff x="7992826" y="1517790"/>
            <a:chExt cx="317431" cy="344584"/>
          </a:xfrm>
        </p:grpSpPr>
        <p:sp>
          <p:nvSpPr>
            <p:cNvPr id="12948" name="Google Shape;12948;p130"/>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130"/>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130"/>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130"/>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130"/>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130"/>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130"/>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130"/>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130"/>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130"/>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130"/>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130"/>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130"/>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130"/>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130"/>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130"/>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130"/>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5" name="Google Shape;12965;p130"/>
          <p:cNvGrpSpPr/>
          <p:nvPr/>
        </p:nvGrpSpPr>
        <p:grpSpPr>
          <a:xfrm>
            <a:off x="4864446" y="3340207"/>
            <a:ext cx="395607" cy="387414"/>
            <a:chOff x="4864446" y="3340207"/>
            <a:chExt cx="395607" cy="387414"/>
          </a:xfrm>
        </p:grpSpPr>
        <p:sp>
          <p:nvSpPr>
            <p:cNvPr id="12966" name="Google Shape;12966;p130"/>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130"/>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130"/>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130"/>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130"/>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130"/>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130"/>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130"/>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130"/>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130"/>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130"/>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130"/>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130"/>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130"/>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130"/>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130"/>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130"/>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130"/>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130"/>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130"/>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130"/>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130"/>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130"/>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130"/>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130"/>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1" name="Google Shape;12991;p130"/>
          <p:cNvGrpSpPr/>
          <p:nvPr/>
        </p:nvGrpSpPr>
        <p:grpSpPr>
          <a:xfrm>
            <a:off x="3130367" y="4324485"/>
            <a:ext cx="297342" cy="258871"/>
            <a:chOff x="3130367" y="4324485"/>
            <a:chExt cx="297342" cy="258871"/>
          </a:xfrm>
        </p:grpSpPr>
        <p:sp>
          <p:nvSpPr>
            <p:cNvPr id="12992" name="Google Shape;12992;p130"/>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130"/>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130"/>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130"/>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130"/>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130"/>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130"/>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130"/>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130"/>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130"/>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130"/>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130"/>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130"/>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130"/>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130"/>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130"/>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130"/>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130"/>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130"/>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130"/>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130"/>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130"/>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130"/>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5" name="Google Shape;13015;p130"/>
          <p:cNvGrpSpPr/>
          <p:nvPr/>
        </p:nvGrpSpPr>
        <p:grpSpPr>
          <a:xfrm>
            <a:off x="5302988" y="3389839"/>
            <a:ext cx="394609" cy="286523"/>
            <a:chOff x="5302988" y="3389839"/>
            <a:chExt cx="394609" cy="286523"/>
          </a:xfrm>
        </p:grpSpPr>
        <p:sp>
          <p:nvSpPr>
            <p:cNvPr id="13016" name="Google Shape;13016;p130"/>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130"/>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130"/>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130"/>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130"/>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130"/>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130"/>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130"/>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130"/>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130"/>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130"/>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130"/>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130"/>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130"/>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130"/>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130"/>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130"/>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130"/>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130"/>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130"/>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130"/>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130"/>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130"/>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130"/>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130"/>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130"/>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130"/>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130"/>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130"/>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130"/>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130"/>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130"/>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130"/>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49" name="Google Shape;13049;p130"/>
          <p:cNvSpPr/>
          <p:nvPr/>
        </p:nvSpPr>
        <p:spPr>
          <a:xfrm>
            <a:off x="5741031" y="36175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50" name="Google Shape;13050;p130"/>
          <p:cNvGrpSpPr/>
          <p:nvPr/>
        </p:nvGrpSpPr>
        <p:grpSpPr>
          <a:xfrm>
            <a:off x="3060752" y="2903609"/>
            <a:ext cx="390565" cy="359578"/>
            <a:chOff x="3060752" y="2903609"/>
            <a:chExt cx="390565" cy="359578"/>
          </a:xfrm>
        </p:grpSpPr>
        <p:sp>
          <p:nvSpPr>
            <p:cNvPr id="13051" name="Google Shape;13051;p130"/>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130"/>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130"/>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130"/>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130"/>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130"/>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130"/>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130"/>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130"/>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130"/>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130"/>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130"/>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130"/>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130"/>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130"/>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130"/>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130"/>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130"/>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130"/>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130"/>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130"/>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130"/>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130"/>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130"/>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130"/>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130"/>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130"/>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130"/>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130"/>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130"/>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130"/>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130"/>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130"/>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130"/>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5" name="Google Shape;13085;p130"/>
          <p:cNvGrpSpPr/>
          <p:nvPr/>
        </p:nvGrpSpPr>
        <p:grpSpPr>
          <a:xfrm>
            <a:off x="5741031" y="3386057"/>
            <a:ext cx="394609" cy="294585"/>
            <a:chOff x="5741031" y="3386057"/>
            <a:chExt cx="394609" cy="294585"/>
          </a:xfrm>
        </p:grpSpPr>
        <p:sp>
          <p:nvSpPr>
            <p:cNvPr id="13086" name="Google Shape;13086;p130"/>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130"/>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130"/>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130"/>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130"/>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130"/>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130"/>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130"/>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130"/>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130"/>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130"/>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130"/>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130"/>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130"/>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130"/>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130"/>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130"/>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130"/>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130"/>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130"/>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130"/>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130"/>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130"/>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130"/>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130"/>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130"/>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130"/>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130"/>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130"/>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130"/>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16" name="Google Shape;13116;p130"/>
          <p:cNvSpPr/>
          <p:nvPr/>
        </p:nvSpPr>
        <p:spPr>
          <a:xfrm>
            <a:off x="6560317" y="35647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17" name="Google Shape;13117;p130"/>
          <p:cNvGrpSpPr/>
          <p:nvPr/>
        </p:nvGrpSpPr>
        <p:grpSpPr>
          <a:xfrm>
            <a:off x="6179074" y="3368726"/>
            <a:ext cx="394609" cy="328749"/>
            <a:chOff x="6179074" y="3368726"/>
            <a:chExt cx="394609" cy="328749"/>
          </a:xfrm>
        </p:grpSpPr>
        <p:sp>
          <p:nvSpPr>
            <p:cNvPr id="13118" name="Google Shape;13118;p130"/>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130"/>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130"/>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130"/>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130"/>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130"/>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130"/>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130"/>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130"/>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130"/>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130"/>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130"/>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130"/>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130"/>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130"/>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130"/>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130"/>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130"/>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130"/>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130"/>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130"/>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130"/>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130"/>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130"/>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130"/>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130"/>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130"/>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130"/>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130"/>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130"/>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130"/>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130"/>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130"/>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130"/>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130"/>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130"/>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130"/>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130"/>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130"/>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130"/>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130"/>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130"/>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130"/>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130"/>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130"/>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130"/>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130"/>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130"/>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130"/>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130"/>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130"/>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130"/>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130"/>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130"/>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130"/>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130"/>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130"/>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130"/>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130"/>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130"/>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130"/>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130"/>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130"/>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130"/>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130"/>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130"/>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130"/>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130"/>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130"/>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130"/>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130"/>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130"/>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130"/>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130"/>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130"/>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130"/>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130"/>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130"/>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130"/>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130"/>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130"/>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130"/>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130"/>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1" name="Google Shape;13201;p130"/>
          <p:cNvGrpSpPr/>
          <p:nvPr/>
        </p:nvGrpSpPr>
        <p:grpSpPr>
          <a:xfrm>
            <a:off x="7054924" y="3367728"/>
            <a:ext cx="394583" cy="331007"/>
            <a:chOff x="7054924" y="3367728"/>
            <a:chExt cx="394583" cy="331007"/>
          </a:xfrm>
        </p:grpSpPr>
        <p:sp>
          <p:nvSpPr>
            <p:cNvPr id="13202" name="Google Shape;13202;p130"/>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130"/>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130"/>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130"/>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130"/>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130"/>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130"/>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130"/>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130"/>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130"/>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130"/>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130"/>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130"/>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130"/>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130"/>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7" name="Google Shape;13217;p130"/>
          <p:cNvGrpSpPr/>
          <p:nvPr/>
        </p:nvGrpSpPr>
        <p:grpSpPr>
          <a:xfrm>
            <a:off x="7492967" y="3361425"/>
            <a:ext cx="394583" cy="343586"/>
            <a:chOff x="7492967" y="3361425"/>
            <a:chExt cx="394583" cy="343586"/>
          </a:xfrm>
        </p:grpSpPr>
        <p:sp>
          <p:nvSpPr>
            <p:cNvPr id="13218" name="Google Shape;13218;p130"/>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130"/>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130"/>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130"/>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130"/>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130"/>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130"/>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130"/>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130"/>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130"/>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130"/>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130"/>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130"/>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130"/>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130"/>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130"/>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130"/>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130"/>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130"/>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130"/>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130"/>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130"/>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130"/>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1" name="Google Shape;13241;p130"/>
          <p:cNvGrpSpPr/>
          <p:nvPr/>
        </p:nvGrpSpPr>
        <p:grpSpPr>
          <a:xfrm>
            <a:off x="7935527" y="3353154"/>
            <a:ext cx="385287" cy="360156"/>
            <a:chOff x="7935527" y="3353154"/>
            <a:chExt cx="385287" cy="360156"/>
          </a:xfrm>
        </p:grpSpPr>
        <p:sp>
          <p:nvSpPr>
            <p:cNvPr id="13242" name="Google Shape;13242;p130"/>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130"/>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130"/>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130"/>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130"/>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130"/>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130"/>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130"/>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130"/>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130"/>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130"/>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130"/>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4" name="Google Shape;13254;p130"/>
          <p:cNvGrpSpPr/>
          <p:nvPr/>
        </p:nvGrpSpPr>
        <p:grpSpPr>
          <a:xfrm>
            <a:off x="5319821" y="1986242"/>
            <a:ext cx="348103" cy="348103"/>
            <a:chOff x="5319821" y="1986242"/>
            <a:chExt cx="348103" cy="348103"/>
          </a:xfrm>
        </p:grpSpPr>
        <p:sp>
          <p:nvSpPr>
            <p:cNvPr id="13255" name="Google Shape;13255;p130"/>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130"/>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130"/>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130"/>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130"/>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130"/>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130"/>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130"/>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130"/>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130"/>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130"/>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130"/>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130"/>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130"/>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130"/>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130"/>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130"/>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130"/>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130"/>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130"/>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130"/>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130"/>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130"/>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130"/>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130"/>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130"/>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130"/>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130"/>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130"/>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130"/>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130"/>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130"/>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130"/>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130"/>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130"/>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130"/>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130"/>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2" name="Google Shape;13292;p130"/>
          <p:cNvGrpSpPr/>
          <p:nvPr/>
        </p:nvGrpSpPr>
        <p:grpSpPr>
          <a:xfrm>
            <a:off x="5765926" y="1976683"/>
            <a:ext cx="348339" cy="348103"/>
            <a:chOff x="5765926" y="1976683"/>
            <a:chExt cx="348339" cy="348103"/>
          </a:xfrm>
        </p:grpSpPr>
        <p:sp>
          <p:nvSpPr>
            <p:cNvPr id="13293" name="Google Shape;13293;p130"/>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130"/>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130"/>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130"/>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130"/>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130"/>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130"/>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130"/>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130"/>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130"/>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130"/>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130"/>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130"/>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130"/>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7" name="Google Shape;13307;p130"/>
          <p:cNvGrpSpPr/>
          <p:nvPr/>
        </p:nvGrpSpPr>
        <p:grpSpPr>
          <a:xfrm>
            <a:off x="6191390" y="1981489"/>
            <a:ext cx="389068" cy="347787"/>
            <a:chOff x="6191390" y="1981489"/>
            <a:chExt cx="389068" cy="347787"/>
          </a:xfrm>
        </p:grpSpPr>
        <p:sp>
          <p:nvSpPr>
            <p:cNvPr id="13308" name="Google Shape;13308;p130"/>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130"/>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130"/>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130"/>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130"/>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130"/>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130"/>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5" name="Google Shape;13315;p130"/>
          <p:cNvGrpSpPr/>
          <p:nvPr/>
        </p:nvGrpSpPr>
        <p:grpSpPr>
          <a:xfrm>
            <a:off x="6657846" y="2007591"/>
            <a:ext cx="348103" cy="295714"/>
            <a:chOff x="6657846" y="2007591"/>
            <a:chExt cx="348103" cy="295714"/>
          </a:xfrm>
        </p:grpSpPr>
        <p:sp>
          <p:nvSpPr>
            <p:cNvPr id="13316" name="Google Shape;13316;p130"/>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130"/>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130"/>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130"/>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130"/>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130"/>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130"/>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130"/>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130"/>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130"/>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130"/>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130"/>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130"/>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130"/>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130"/>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130"/>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130"/>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130"/>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130"/>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130"/>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130"/>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130"/>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130"/>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130"/>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130"/>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130"/>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130"/>
          <p:cNvGrpSpPr/>
          <p:nvPr/>
        </p:nvGrpSpPr>
        <p:grpSpPr>
          <a:xfrm>
            <a:off x="7104188" y="1971904"/>
            <a:ext cx="347341" cy="348103"/>
            <a:chOff x="7104188" y="1971904"/>
            <a:chExt cx="347341" cy="348103"/>
          </a:xfrm>
        </p:grpSpPr>
        <p:sp>
          <p:nvSpPr>
            <p:cNvPr id="13343" name="Google Shape;13343;p130"/>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130"/>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130"/>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130"/>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130"/>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130"/>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130"/>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130"/>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130"/>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130"/>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130"/>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130"/>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130"/>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130"/>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130"/>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130"/>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130"/>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130"/>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130"/>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130"/>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130"/>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4" name="Google Shape;13364;p130"/>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130"/>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130"/>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130"/>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130"/>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130"/>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130"/>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130"/>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130"/>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3" name="Google Shape;13373;p130"/>
          <p:cNvGrpSpPr/>
          <p:nvPr/>
        </p:nvGrpSpPr>
        <p:grpSpPr>
          <a:xfrm>
            <a:off x="7551264" y="1971904"/>
            <a:ext cx="344321" cy="348155"/>
            <a:chOff x="7551264" y="1971904"/>
            <a:chExt cx="344321" cy="348155"/>
          </a:xfrm>
        </p:grpSpPr>
        <p:sp>
          <p:nvSpPr>
            <p:cNvPr id="13374" name="Google Shape;13374;p130"/>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130"/>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130"/>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130"/>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130"/>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130"/>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130"/>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130"/>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130"/>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130"/>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130"/>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130"/>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130"/>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130"/>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130"/>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130"/>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130"/>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130"/>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130"/>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3" name="Google Shape;13393;p130"/>
          <p:cNvGrpSpPr/>
          <p:nvPr/>
        </p:nvGrpSpPr>
        <p:grpSpPr>
          <a:xfrm>
            <a:off x="7992065" y="1971904"/>
            <a:ext cx="351621" cy="348103"/>
            <a:chOff x="7992065" y="1971904"/>
            <a:chExt cx="351621" cy="348103"/>
          </a:xfrm>
        </p:grpSpPr>
        <p:sp>
          <p:nvSpPr>
            <p:cNvPr id="13394" name="Google Shape;13394;p130"/>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130"/>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130"/>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130"/>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130"/>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130"/>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130"/>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130"/>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130"/>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130"/>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130"/>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130"/>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130"/>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130"/>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130"/>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9" name="Google Shape;13409;p130"/>
          <p:cNvGrpSpPr/>
          <p:nvPr/>
        </p:nvGrpSpPr>
        <p:grpSpPr>
          <a:xfrm>
            <a:off x="4911189" y="3793455"/>
            <a:ext cx="296580" cy="364935"/>
            <a:chOff x="4911189" y="3793455"/>
            <a:chExt cx="296580" cy="364935"/>
          </a:xfrm>
        </p:grpSpPr>
        <p:sp>
          <p:nvSpPr>
            <p:cNvPr id="13410" name="Google Shape;13410;p130"/>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130"/>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130"/>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130"/>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130"/>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130"/>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130"/>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130"/>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130"/>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130"/>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130"/>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130"/>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130"/>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130"/>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130"/>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130"/>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130"/>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130"/>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130"/>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130"/>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0" name="Google Shape;13430;p130"/>
          <p:cNvGrpSpPr/>
          <p:nvPr/>
        </p:nvGrpSpPr>
        <p:grpSpPr>
          <a:xfrm>
            <a:off x="5341433" y="3793271"/>
            <a:ext cx="330272" cy="329117"/>
            <a:chOff x="5341433" y="3793271"/>
            <a:chExt cx="330272" cy="329117"/>
          </a:xfrm>
        </p:grpSpPr>
        <p:sp>
          <p:nvSpPr>
            <p:cNvPr id="13431" name="Google Shape;13431;p130"/>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130"/>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130"/>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130"/>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130"/>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130"/>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130"/>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130"/>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130"/>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130"/>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130"/>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130"/>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130"/>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130"/>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130"/>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130"/>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7" name="Google Shape;13447;p130"/>
          <p:cNvGrpSpPr/>
          <p:nvPr/>
        </p:nvGrpSpPr>
        <p:grpSpPr>
          <a:xfrm>
            <a:off x="5744051" y="3766250"/>
            <a:ext cx="428511" cy="383186"/>
            <a:chOff x="5744051" y="3766250"/>
            <a:chExt cx="428511" cy="383186"/>
          </a:xfrm>
        </p:grpSpPr>
        <p:sp>
          <p:nvSpPr>
            <p:cNvPr id="13448" name="Google Shape;13448;p130"/>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130"/>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130"/>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130"/>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130"/>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130"/>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130"/>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130"/>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130"/>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130"/>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130"/>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130"/>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130"/>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130"/>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130"/>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130"/>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130"/>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5" name="Google Shape;13465;p130"/>
          <p:cNvGrpSpPr/>
          <p:nvPr/>
        </p:nvGrpSpPr>
        <p:grpSpPr>
          <a:xfrm>
            <a:off x="6678697" y="3793324"/>
            <a:ext cx="342824" cy="328985"/>
            <a:chOff x="6678697" y="3793324"/>
            <a:chExt cx="342824" cy="328985"/>
          </a:xfrm>
        </p:grpSpPr>
        <p:sp>
          <p:nvSpPr>
            <p:cNvPr id="13466" name="Google Shape;13466;p130"/>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130"/>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130"/>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130"/>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130"/>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130"/>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130"/>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130"/>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4" name="Google Shape;13474;p130"/>
          <p:cNvGrpSpPr/>
          <p:nvPr/>
        </p:nvGrpSpPr>
        <p:grpSpPr>
          <a:xfrm>
            <a:off x="7101903" y="3762022"/>
            <a:ext cx="398627" cy="392088"/>
            <a:chOff x="7101903" y="3762022"/>
            <a:chExt cx="398627" cy="392088"/>
          </a:xfrm>
        </p:grpSpPr>
        <p:sp>
          <p:nvSpPr>
            <p:cNvPr id="13475" name="Google Shape;13475;p130"/>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130"/>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130"/>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130"/>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130"/>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130"/>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130"/>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130"/>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130"/>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130"/>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130"/>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130"/>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130"/>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130"/>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130"/>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130"/>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130"/>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130"/>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130"/>
          <p:cNvGrpSpPr/>
          <p:nvPr/>
        </p:nvGrpSpPr>
        <p:grpSpPr>
          <a:xfrm>
            <a:off x="7541469" y="3793455"/>
            <a:ext cx="407897" cy="328985"/>
            <a:chOff x="7541469" y="3793455"/>
            <a:chExt cx="407897" cy="328985"/>
          </a:xfrm>
        </p:grpSpPr>
        <p:sp>
          <p:nvSpPr>
            <p:cNvPr id="13494" name="Google Shape;13494;p130"/>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130"/>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130"/>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130"/>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130"/>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130"/>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130"/>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130"/>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130"/>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130"/>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130"/>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130"/>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130"/>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130"/>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130"/>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130"/>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130"/>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130"/>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130"/>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130"/>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130"/>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130"/>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130"/>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130"/>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130"/>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130"/>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130"/>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130"/>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130"/>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130"/>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4" name="Google Shape;13524;p130"/>
          <p:cNvGrpSpPr/>
          <p:nvPr/>
        </p:nvGrpSpPr>
        <p:grpSpPr>
          <a:xfrm>
            <a:off x="5310288" y="2956312"/>
            <a:ext cx="432292" cy="264412"/>
            <a:chOff x="5310288" y="2956312"/>
            <a:chExt cx="432292" cy="264412"/>
          </a:xfrm>
        </p:grpSpPr>
        <p:sp>
          <p:nvSpPr>
            <p:cNvPr id="13525" name="Google Shape;13525;p130"/>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130"/>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130"/>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130"/>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130"/>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130"/>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130"/>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130"/>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130"/>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130"/>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130"/>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130"/>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130"/>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130"/>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130"/>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130"/>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130"/>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130"/>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130"/>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130"/>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130"/>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130"/>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130"/>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130"/>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130"/>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130"/>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130"/>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2" name="Google Shape;13552;p130"/>
          <p:cNvGrpSpPr/>
          <p:nvPr/>
        </p:nvGrpSpPr>
        <p:grpSpPr>
          <a:xfrm>
            <a:off x="4879047" y="2432320"/>
            <a:ext cx="398075" cy="340303"/>
            <a:chOff x="4879047" y="2432320"/>
            <a:chExt cx="398075" cy="340303"/>
          </a:xfrm>
        </p:grpSpPr>
        <p:sp>
          <p:nvSpPr>
            <p:cNvPr id="13553" name="Google Shape;13553;p130"/>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130"/>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130"/>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130"/>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130"/>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130"/>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130"/>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130"/>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130"/>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130"/>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130"/>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130"/>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130"/>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130"/>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130"/>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130"/>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130"/>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130"/>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130"/>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130"/>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130"/>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130"/>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130"/>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130"/>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130"/>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130"/>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9" name="Google Shape;13579;p130"/>
          <p:cNvGrpSpPr/>
          <p:nvPr/>
        </p:nvGrpSpPr>
        <p:grpSpPr>
          <a:xfrm>
            <a:off x="5388701" y="2393823"/>
            <a:ext cx="280982" cy="395896"/>
            <a:chOff x="5388701" y="2393823"/>
            <a:chExt cx="280982" cy="395896"/>
          </a:xfrm>
        </p:grpSpPr>
        <p:sp>
          <p:nvSpPr>
            <p:cNvPr id="13580" name="Google Shape;13580;p130"/>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130"/>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130"/>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130"/>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130"/>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130"/>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130"/>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130"/>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130"/>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130"/>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130"/>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130"/>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130"/>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130"/>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130"/>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130"/>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130"/>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130"/>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130"/>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9" name="Google Shape;13599;p130"/>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0" name="Google Shape;13600;p130"/>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130"/>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130"/>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130"/>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130"/>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130"/>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130"/>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130"/>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130"/>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130"/>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0" name="Google Shape;13610;p130"/>
          <p:cNvGrpSpPr/>
          <p:nvPr/>
        </p:nvGrpSpPr>
        <p:grpSpPr>
          <a:xfrm>
            <a:off x="5743289" y="2439122"/>
            <a:ext cx="444871" cy="316407"/>
            <a:chOff x="5743289" y="2439122"/>
            <a:chExt cx="444871" cy="316407"/>
          </a:xfrm>
        </p:grpSpPr>
        <p:sp>
          <p:nvSpPr>
            <p:cNvPr id="13611" name="Google Shape;13611;p130"/>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130"/>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130"/>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130"/>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130"/>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130"/>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130"/>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130"/>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130"/>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130"/>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130"/>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130"/>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130"/>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130"/>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130"/>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130"/>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130"/>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130"/>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130"/>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130"/>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130"/>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130"/>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130"/>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130"/>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130"/>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130"/>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130"/>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130"/>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130"/>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0" name="Google Shape;13640;p130"/>
          <p:cNvGrpSpPr/>
          <p:nvPr/>
        </p:nvGrpSpPr>
        <p:grpSpPr>
          <a:xfrm>
            <a:off x="6230360" y="2432583"/>
            <a:ext cx="351359" cy="363412"/>
            <a:chOff x="6230360" y="2432583"/>
            <a:chExt cx="351359" cy="363412"/>
          </a:xfrm>
        </p:grpSpPr>
        <p:sp>
          <p:nvSpPr>
            <p:cNvPr id="13641" name="Google Shape;13641;p130"/>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130"/>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130"/>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130"/>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130"/>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130"/>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130"/>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130"/>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130"/>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130"/>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130"/>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130"/>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130"/>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130"/>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130"/>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130"/>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130"/>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130"/>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130"/>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130"/>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130"/>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2" name="Google Shape;13662;p130"/>
          <p:cNvGrpSpPr/>
          <p:nvPr/>
        </p:nvGrpSpPr>
        <p:grpSpPr>
          <a:xfrm>
            <a:off x="6633976" y="2459552"/>
            <a:ext cx="387781" cy="286680"/>
            <a:chOff x="6633976" y="2459552"/>
            <a:chExt cx="387781" cy="286680"/>
          </a:xfrm>
        </p:grpSpPr>
        <p:sp>
          <p:nvSpPr>
            <p:cNvPr id="13663" name="Google Shape;13663;p130"/>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130"/>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130"/>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130"/>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130"/>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130"/>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130"/>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70" name="Google Shape;13670;p130"/>
          <p:cNvGrpSpPr/>
          <p:nvPr/>
        </p:nvGrpSpPr>
        <p:grpSpPr>
          <a:xfrm>
            <a:off x="7091110" y="2428565"/>
            <a:ext cx="376989" cy="348864"/>
            <a:chOff x="7091110" y="2428565"/>
            <a:chExt cx="376989" cy="348864"/>
          </a:xfrm>
        </p:grpSpPr>
        <p:sp>
          <p:nvSpPr>
            <p:cNvPr id="13671" name="Google Shape;13671;p130"/>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130"/>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130"/>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130"/>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130"/>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130"/>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130"/>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130"/>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130"/>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130"/>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130"/>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130"/>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130"/>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130"/>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130"/>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130"/>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130"/>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130"/>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130"/>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130"/>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130"/>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130"/>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130"/>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130"/>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130"/>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130"/>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130"/>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130"/>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130"/>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130"/>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130"/>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2" name="Google Shape;13702;p130"/>
          <p:cNvGrpSpPr/>
          <p:nvPr/>
        </p:nvGrpSpPr>
        <p:grpSpPr>
          <a:xfrm>
            <a:off x="7536427" y="2415225"/>
            <a:ext cx="369715" cy="375492"/>
            <a:chOff x="7536427" y="2415225"/>
            <a:chExt cx="369715" cy="375492"/>
          </a:xfrm>
        </p:grpSpPr>
        <p:sp>
          <p:nvSpPr>
            <p:cNvPr id="13703" name="Google Shape;13703;p130"/>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130"/>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130"/>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130"/>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130"/>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130"/>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130"/>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130"/>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130"/>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130"/>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130"/>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130"/>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130"/>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130"/>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130"/>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130"/>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130"/>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130"/>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130"/>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130"/>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130"/>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130"/>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130"/>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130"/>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130"/>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130"/>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130"/>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130"/>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130"/>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130"/>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130"/>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130"/>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130"/>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130"/>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130"/>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130"/>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130"/>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130"/>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1" name="Google Shape;13741;p130"/>
          <p:cNvGrpSpPr/>
          <p:nvPr/>
        </p:nvGrpSpPr>
        <p:grpSpPr>
          <a:xfrm>
            <a:off x="7980773" y="2428802"/>
            <a:ext cx="353381" cy="358160"/>
            <a:chOff x="7980773" y="2428802"/>
            <a:chExt cx="353381" cy="358160"/>
          </a:xfrm>
        </p:grpSpPr>
        <p:sp>
          <p:nvSpPr>
            <p:cNvPr id="13742" name="Google Shape;13742;p130"/>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130"/>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130"/>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130"/>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130"/>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130"/>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130"/>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130"/>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130"/>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130"/>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130"/>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130"/>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130"/>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130"/>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130"/>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130"/>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130"/>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130"/>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130"/>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130"/>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130"/>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130"/>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130"/>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130"/>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130"/>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130"/>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130"/>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130"/>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130"/>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130"/>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2" name="Google Shape;13772;p130"/>
          <p:cNvGrpSpPr/>
          <p:nvPr/>
        </p:nvGrpSpPr>
        <p:grpSpPr>
          <a:xfrm>
            <a:off x="4886058" y="4291240"/>
            <a:ext cx="346343" cy="343953"/>
            <a:chOff x="4886058" y="4291240"/>
            <a:chExt cx="346343" cy="343953"/>
          </a:xfrm>
        </p:grpSpPr>
        <p:sp>
          <p:nvSpPr>
            <p:cNvPr id="13773" name="Google Shape;13773;p130"/>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130"/>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130"/>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130"/>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130"/>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130"/>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130"/>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130"/>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130"/>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130"/>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130"/>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130"/>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130"/>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6" name="Google Shape;13786;p130"/>
          <p:cNvGrpSpPr/>
          <p:nvPr/>
        </p:nvGrpSpPr>
        <p:grpSpPr>
          <a:xfrm>
            <a:off x="5344216" y="4291056"/>
            <a:ext cx="304616" cy="343560"/>
            <a:chOff x="5344216" y="4291056"/>
            <a:chExt cx="304616" cy="343560"/>
          </a:xfrm>
        </p:grpSpPr>
        <p:sp>
          <p:nvSpPr>
            <p:cNvPr id="13787" name="Google Shape;13787;p130"/>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130"/>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130"/>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130"/>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130"/>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130"/>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130"/>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130"/>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130"/>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130"/>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130"/>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8" name="Google Shape;13798;p130"/>
          <p:cNvGrpSpPr/>
          <p:nvPr/>
        </p:nvGrpSpPr>
        <p:grpSpPr>
          <a:xfrm>
            <a:off x="6279999" y="4264422"/>
            <a:ext cx="204093" cy="343743"/>
            <a:chOff x="6271562" y="4290872"/>
            <a:chExt cx="204093" cy="343743"/>
          </a:xfrm>
        </p:grpSpPr>
        <p:sp>
          <p:nvSpPr>
            <p:cNvPr id="13799" name="Google Shape;13799;p130"/>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130"/>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130"/>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130"/>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130"/>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130"/>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130"/>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130"/>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130"/>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130"/>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130"/>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130"/>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1" name="Google Shape;13811;p130"/>
          <p:cNvGrpSpPr/>
          <p:nvPr/>
        </p:nvGrpSpPr>
        <p:grpSpPr>
          <a:xfrm>
            <a:off x="6639491" y="4329238"/>
            <a:ext cx="344085" cy="267195"/>
            <a:chOff x="6639491" y="4329238"/>
            <a:chExt cx="344085" cy="267195"/>
          </a:xfrm>
        </p:grpSpPr>
        <p:sp>
          <p:nvSpPr>
            <p:cNvPr id="13812" name="Google Shape;13812;p130"/>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130"/>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130"/>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130"/>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130"/>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130"/>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130"/>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130"/>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130"/>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130"/>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130"/>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130"/>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130"/>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130"/>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130"/>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130"/>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130"/>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130"/>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0" name="Google Shape;13830;p130"/>
          <p:cNvGrpSpPr/>
          <p:nvPr/>
        </p:nvGrpSpPr>
        <p:grpSpPr>
          <a:xfrm>
            <a:off x="7133336" y="4291056"/>
            <a:ext cx="232979" cy="343560"/>
            <a:chOff x="7133336" y="4291056"/>
            <a:chExt cx="232979" cy="343560"/>
          </a:xfrm>
        </p:grpSpPr>
        <p:sp>
          <p:nvSpPr>
            <p:cNvPr id="13831" name="Google Shape;13831;p130"/>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130"/>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130"/>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130"/>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130"/>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130"/>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130"/>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130"/>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130"/>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130"/>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130"/>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130"/>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130"/>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130"/>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130"/>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130"/>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130"/>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8" name="Google Shape;13848;p130"/>
          <p:cNvGrpSpPr/>
          <p:nvPr/>
        </p:nvGrpSpPr>
        <p:grpSpPr>
          <a:xfrm>
            <a:off x="7571379" y="4291056"/>
            <a:ext cx="232979" cy="343560"/>
            <a:chOff x="7571379" y="4291056"/>
            <a:chExt cx="232979" cy="343560"/>
          </a:xfrm>
        </p:grpSpPr>
        <p:sp>
          <p:nvSpPr>
            <p:cNvPr id="13849" name="Google Shape;13849;p130"/>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130"/>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130"/>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130"/>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130"/>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130"/>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130"/>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130"/>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130"/>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130"/>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130"/>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130"/>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130"/>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130"/>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130"/>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130"/>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5" name="Google Shape;13865;p130"/>
          <p:cNvGrpSpPr/>
          <p:nvPr/>
        </p:nvGrpSpPr>
        <p:grpSpPr>
          <a:xfrm>
            <a:off x="6666381" y="3347875"/>
            <a:ext cx="295819" cy="370712"/>
            <a:chOff x="6666381" y="3347875"/>
            <a:chExt cx="295819" cy="370712"/>
          </a:xfrm>
        </p:grpSpPr>
        <p:sp>
          <p:nvSpPr>
            <p:cNvPr id="13866" name="Google Shape;13866;p130"/>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130"/>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130"/>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130"/>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130"/>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130"/>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130"/>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130"/>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130"/>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130"/>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130"/>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130"/>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130"/>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130"/>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130"/>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130"/>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130"/>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130"/>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130"/>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130"/>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130"/>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130"/>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8" name="Google Shape;13888;p130"/>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130"/>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130"/>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130"/>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130"/>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130"/>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130"/>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130"/>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130"/>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130"/>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130"/>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130"/>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130"/>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130"/>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130"/>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130"/>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130"/>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130"/>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6" name="Google Shape;13906;p130"/>
          <p:cNvGrpSpPr/>
          <p:nvPr/>
        </p:nvGrpSpPr>
        <p:grpSpPr>
          <a:xfrm>
            <a:off x="4877760" y="2887459"/>
            <a:ext cx="389567" cy="390329"/>
            <a:chOff x="4877760" y="2887459"/>
            <a:chExt cx="389567" cy="390329"/>
          </a:xfrm>
        </p:grpSpPr>
        <p:sp>
          <p:nvSpPr>
            <p:cNvPr id="13907" name="Google Shape;13907;p130"/>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130"/>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130"/>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130"/>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130"/>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130"/>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130"/>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130"/>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130"/>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130"/>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130"/>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130"/>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130"/>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130"/>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130"/>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130"/>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130"/>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130"/>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130"/>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130"/>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130"/>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130"/>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130"/>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130"/>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130"/>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130"/>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130"/>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130"/>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130"/>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130"/>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130"/>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130"/>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130"/>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130"/>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130"/>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130"/>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130"/>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130"/>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130"/>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130"/>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130"/>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130"/>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130"/>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130"/>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51" name="Google Shape;13951;p130"/>
          <p:cNvSpPr/>
          <p:nvPr/>
        </p:nvSpPr>
        <p:spPr>
          <a:xfrm>
            <a:off x="5911170" y="28876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130"/>
          <p:cNvSpPr/>
          <p:nvPr/>
        </p:nvSpPr>
        <p:spPr>
          <a:xfrm>
            <a:off x="5911170" y="28876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130"/>
          <p:cNvSpPr/>
          <p:nvPr/>
        </p:nvSpPr>
        <p:spPr>
          <a:xfrm>
            <a:off x="5798094" y="31453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130"/>
          <p:cNvSpPr/>
          <p:nvPr/>
        </p:nvSpPr>
        <p:spPr>
          <a:xfrm>
            <a:off x="5797831" y="31455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130"/>
          <p:cNvSpPr/>
          <p:nvPr/>
        </p:nvSpPr>
        <p:spPr>
          <a:xfrm>
            <a:off x="5779239" y="32289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56" name="Google Shape;13956;p130"/>
          <p:cNvGrpSpPr/>
          <p:nvPr/>
        </p:nvGrpSpPr>
        <p:grpSpPr>
          <a:xfrm>
            <a:off x="5779239" y="2887695"/>
            <a:ext cx="314411" cy="389830"/>
            <a:chOff x="5779239" y="2887695"/>
            <a:chExt cx="314411" cy="389830"/>
          </a:xfrm>
        </p:grpSpPr>
        <p:sp>
          <p:nvSpPr>
            <p:cNvPr id="13957" name="Google Shape;13957;p130"/>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130"/>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130"/>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130"/>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130"/>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130"/>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130"/>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130"/>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130"/>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130"/>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130"/>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130"/>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130"/>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130"/>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130"/>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130"/>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130"/>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130"/>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130"/>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130"/>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130"/>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130"/>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130"/>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130"/>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130"/>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130"/>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130"/>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130"/>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5" name="Google Shape;13985;p130"/>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130"/>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130"/>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130"/>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130"/>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130"/>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130"/>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130"/>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130"/>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130"/>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130"/>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130"/>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130"/>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130"/>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130"/>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130"/>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1" name="Google Shape;14001;p130"/>
          <p:cNvGrpSpPr/>
          <p:nvPr/>
        </p:nvGrpSpPr>
        <p:grpSpPr>
          <a:xfrm>
            <a:off x="6190130" y="2940977"/>
            <a:ext cx="389830" cy="283004"/>
            <a:chOff x="6190130" y="2940977"/>
            <a:chExt cx="389830" cy="283004"/>
          </a:xfrm>
        </p:grpSpPr>
        <p:sp>
          <p:nvSpPr>
            <p:cNvPr id="14002" name="Google Shape;14002;p130"/>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130"/>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130"/>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130"/>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130"/>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130"/>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130"/>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130"/>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130"/>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130"/>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130"/>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130"/>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130"/>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130"/>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130"/>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130"/>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130"/>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130"/>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130"/>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130"/>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130"/>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130"/>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130"/>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130"/>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130"/>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130"/>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130"/>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130"/>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130"/>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130"/>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2" name="Google Shape;14032;p130"/>
          <p:cNvGrpSpPr/>
          <p:nvPr/>
        </p:nvGrpSpPr>
        <p:grpSpPr>
          <a:xfrm>
            <a:off x="6633976" y="2900274"/>
            <a:ext cx="389803" cy="364673"/>
            <a:chOff x="6633976" y="2900274"/>
            <a:chExt cx="389803" cy="364673"/>
          </a:xfrm>
        </p:grpSpPr>
        <p:sp>
          <p:nvSpPr>
            <p:cNvPr id="14033" name="Google Shape;14033;p130"/>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130"/>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130"/>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130"/>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130"/>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130"/>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130"/>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130"/>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130"/>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130"/>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130"/>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130"/>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130"/>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130"/>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130"/>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130"/>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130"/>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0" name="Google Shape;14050;p130"/>
          <p:cNvGrpSpPr/>
          <p:nvPr/>
        </p:nvGrpSpPr>
        <p:grpSpPr>
          <a:xfrm>
            <a:off x="7517835" y="2885437"/>
            <a:ext cx="364935" cy="382529"/>
            <a:chOff x="7517835" y="2885437"/>
            <a:chExt cx="364935" cy="382529"/>
          </a:xfrm>
        </p:grpSpPr>
        <p:sp>
          <p:nvSpPr>
            <p:cNvPr id="14051" name="Google Shape;14051;p130"/>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130"/>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130"/>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130"/>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130"/>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130"/>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130"/>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130"/>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130"/>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130"/>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130"/>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130"/>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130"/>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130"/>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130"/>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130"/>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130"/>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130"/>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130"/>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130"/>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130"/>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130"/>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130"/>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130"/>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130"/>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130"/>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130"/>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130"/>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130"/>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130"/>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130"/>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130"/>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130"/>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130"/>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130"/>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130"/>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130"/>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8" name="Google Shape;14088;p130"/>
          <p:cNvGrpSpPr/>
          <p:nvPr/>
        </p:nvGrpSpPr>
        <p:grpSpPr>
          <a:xfrm>
            <a:off x="7087591" y="2887144"/>
            <a:ext cx="358160" cy="385602"/>
            <a:chOff x="7087591" y="2887144"/>
            <a:chExt cx="358160" cy="385602"/>
          </a:xfrm>
        </p:grpSpPr>
        <p:sp>
          <p:nvSpPr>
            <p:cNvPr id="14089" name="Google Shape;14089;p130"/>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130"/>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130"/>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130"/>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130"/>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130"/>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130"/>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130"/>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130"/>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130"/>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130"/>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130"/>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130"/>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130"/>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130"/>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130"/>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130"/>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130"/>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130"/>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8" name="Google Shape;14108;p130"/>
          <p:cNvGrpSpPr/>
          <p:nvPr/>
        </p:nvGrpSpPr>
        <p:grpSpPr>
          <a:xfrm>
            <a:off x="7951362" y="2885437"/>
            <a:ext cx="382529" cy="382529"/>
            <a:chOff x="7951362" y="2885437"/>
            <a:chExt cx="382529" cy="382529"/>
          </a:xfrm>
        </p:grpSpPr>
        <p:sp>
          <p:nvSpPr>
            <p:cNvPr id="14109" name="Google Shape;14109;p130"/>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130"/>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130"/>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130"/>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130"/>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130"/>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130"/>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130"/>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130"/>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130"/>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130"/>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130"/>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130"/>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130"/>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130"/>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130"/>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130"/>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130"/>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130"/>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130"/>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130"/>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130"/>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130"/>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130"/>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130"/>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130"/>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130"/>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130"/>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130"/>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130"/>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130"/>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130"/>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130"/>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130"/>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130"/>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130"/>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130"/>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130"/>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130"/>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130"/>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130"/>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130"/>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130"/>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130"/>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130"/>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130"/>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130"/>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130"/>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130"/>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130"/>
          <p:cNvGrpSpPr/>
          <p:nvPr/>
        </p:nvGrpSpPr>
        <p:grpSpPr>
          <a:xfrm>
            <a:off x="8054406" y="3814489"/>
            <a:ext cx="276964" cy="336601"/>
            <a:chOff x="8054406" y="3814489"/>
            <a:chExt cx="276964" cy="336601"/>
          </a:xfrm>
        </p:grpSpPr>
        <p:sp>
          <p:nvSpPr>
            <p:cNvPr id="14159" name="Google Shape;14159;p130"/>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130"/>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130"/>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130"/>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130"/>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130"/>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130"/>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130"/>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130"/>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8" name="Google Shape;14168;p130"/>
          <p:cNvGrpSpPr/>
          <p:nvPr/>
        </p:nvGrpSpPr>
        <p:grpSpPr>
          <a:xfrm>
            <a:off x="7936787" y="4295074"/>
            <a:ext cx="378249" cy="335524"/>
            <a:chOff x="7936787" y="4295074"/>
            <a:chExt cx="378249" cy="335524"/>
          </a:xfrm>
        </p:grpSpPr>
        <p:sp>
          <p:nvSpPr>
            <p:cNvPr id="14169" name="Google Shape;14169;p130"/>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130"/>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130"/>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130"/>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130"/>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4" name="Google Shape;14174;p130"/>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130"/>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130"/>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130"/>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130"/>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130"/>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130"/>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130"/>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130"/>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130"/>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130"/>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5" name="Google Shape;14185;p130"/>
          <p:cNvGrpSpPr/>
          <p:nvPr/>
        </p:nvGrpSpPr>
        <p:grpSpPr>
          <a:xfrm>
            <a:off x="4886058" y="1965890"/>
            <a:ext cx="388569" cy="388307"/>
            <a:chOff x="4886058" y="1965890"/>
            <a:chExt cx="388569" cy="388307"/>
          </a:xfrm>
        </p:grpSpPr>
        <p:sp>
          <p:nvSpPr>
            <p:cNvPr id="14186" name="Google Shape;14186;p130"/>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130"/>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130"/>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130"/>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130"/>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130"/>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130"/>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130"/>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130"/>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130"/>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130"/>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200"/>
        <p:cNvGrpSpPr/>
        <p:nvPr/>
      </p:nvGrpSpPr>
      <p:grpSpPr>
        <a:xfrm>
          <a:off x="0" y="0"/>
          <a:ext cx="0" cy="0"/>
          <a:chOff x="0" y="0"/>
          <a:chExt cx="0" cy="0"/>
        </a:xfrm>
      </p:grpSpPr>
      <p:sp>
        <p:nvSpPr>
          <p:cNvPr id="14201" name="Google Shape;14201;p131"/>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4202" name="Google Shape;14202;p131"/>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14203" name="Google Shape;14203;p131"/>
          <p:cNvGrpSpPr/>
          <p:nvPr/>
        </p:nvGrpSpPr>
        <p:grpSpPr>
          <a:xfrm>
            <a:off x="1765162" y="3346789"/>
            <a:ext cx="292801" cy="359258"/>
            <a:chOff x="1765162" y="3346789"/>
            <a:chExt cx="292801" cy="359258"/>
          </a:xfrm>
        </p:grpSpPr>
        <p:sp>
          <p:nvSpPr>
            <p:cNvPr id="14204" name="Google Shape;14204;p131"/>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131"/>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131"/>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131"/>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131"/>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131"/>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131"/>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131"/>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131"/>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131"/>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131"/>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131"/>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131"/>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131"/>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131"/>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131"/>
          <p:cNvGrpSpPr/>
          <p:nvPr/>
        </p:nvGrpSpPr>
        <p:grpSpPr>
          <a:xfrm>
            <a:off x="3077632" y="2445004"/>
            <a:ext cx="358996" cy="296309"/>
            <a:chOff x="3077632" y="2445004"/>
            <a:chExt cx="358996" cy="296309"/>
          </a:xfrm>
        </p:grpSpPr>
        <p:sp>
          <p:nvSpPr>
            <p:cNvPr id="14220" name="Google Shape;14220;p131"/>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131"/>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131"/>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131"/>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131"/>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131"/>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131"/>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131"/>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131"/>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131"/>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131"/>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131"/>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131"/>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131"/>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131"/>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131"/>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131"/>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131"/>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131"/>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131"/>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131"/>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131"/>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131"/>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131"/>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131"/>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131"/>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6" name="Google Shape;14246;p131"/>
          <p:cNvGrpSpPr/>
          <p:nvPr/>
        </p:nvGrpSpPr>
        <p:grpSpPr>
          <a:xfrm>
            <a:off x="2635237" y="2431780"/>
            <a:ext cx="359232" cy="323018"/>
            <a:chOff x="2635237" y="2431780"/>
            <a:chExt cx="359232" cy="323018"/>
          </a:xfrm>
        </p:grpSpPr>
        <p:sp>
          <p:nvSpPr>
            <p:cNvPr id="14247" name="Google Shape;14247;p131"/>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131"/>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9" name="Google Shape;14249;p131"/>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131"/>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131"/>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131"/>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131"/>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131"/>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131"/>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131"/>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131"/>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131"/>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131"/>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131"/>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131"/>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2" name="Google Shape;14262;p131"/>
          <p:cNvGrpSpPr/>
          <p:nvPr/>
        </p:nvGrpSpPr>
        <p:grpSpPr>
          <a:xfrm>
            <a:off x="4011651" y="3768132"/>
            <a:ext cx="373189" cy="358944"/>
            <a:chOff x="4011651" y="3768132"/>
            <a:chExt cx="373189" cy="358944"/>
          </a:xfrm>
        </p:grpSpPr>
        <p:sp>
          <p:nvSpPr>
            <p:cNvPr id="14263" name="Google Shape;14263;p131"/>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131"/>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131"/>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131"/>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131"/>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131"/>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9" name="Google Shape;14269;p131"/>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0" name="Google Shape;14270;p131"/>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131"/>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131"/>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3" name="Google Shape;14273;p131"/>
          <p:cNvGrpSpPr/>
          <p:nvPr/>
        </p:nvGrpSpPr>
        <p:grpSpPr>
          <a:xfrm>
            <a:off x="2189568" y="1961603"/>
            <a:ext cx="364993" cy="359049"/>
            <a:chOff x="2189568" y="1961603"/>
            <a:chExt cx="364993" cy="359049"/>
          </a:xfrm>
        </p:grpSpPr>
        <p:sp>
          <p:nvSpPr>
            <p:cNvPr id="14274" name="Google Shape;14274;p131"/>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131"/>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131"/>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131"/>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131"/>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131"/>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131"/>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131"/>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131"/>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131"/>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131"/>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131"/>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131"/>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131"/>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131"/>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131"/>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0" name="Google Shape;14290;p131"/>
          <p:cNvGrpSpPr/>
          <p:nvPr/>
        </p:nvGrpSpPr>
        <p:grpSpPr>
          <a:xfrm>
            <a:off x="2193077" y="2419971"/>
            <a:ext cx="378426" cy="346323"/>
            <a:chOff x="2193077" y="2419971"/>
            <a:chExt cx="378426" cy="346323"/>
          </a:xfrm>
        </p:grpSpPr>
        <p:sp>
          <p:nvSpPr>
            <p:cNvPr id="14291" name="Google Shape;14291;p131"/>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131"/>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131"/>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131"/>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131"/>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131"/>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131"/>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131"/>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131"/>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131"/>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131"/>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131"/>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131"/>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131"/>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131"/>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131"/>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131"/>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131"/>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131"/>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131"/>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131"/>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2" name="Google Shape;14312;p131"/>
          <p:cNvGrpSpPr/>
          <p:nvPr/>
        </p:nvGrpSpPr>
        <p:grpSpPr>
          <a:xfrm>
            <a:off x="861622" y="2881770"/>
            <a:ext cx="276802" cy="367140"/>
            <a:chOff x="861622" y="2881770"/>
            <a:chExt cx="276802" cy="367140"/>
          </a:xfrm>
        </p:grpSpPr>
        <p:sp>
          <p:nvSpPr>
            <p:cNvPr id="14313" name="Google Shape;14313;p131"/>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131"/>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131"/>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131"/>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131"/>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131"/>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131"/>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131"/>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131"/>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131"/>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131"/>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131"/>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131"/>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131"/>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131"/>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131"/>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131"/>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131"/>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131"/>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131"/>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131"/>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131"/>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5" name="Google Shape;14335;p131"/>
          <p:cNvGrpSpPr/>
          <p:nvPr/>
        </p:nvGrpSpPr>
        <p:grpSpPr>
          <a:xfrm>
            <a:off x="3968184" y="2881691"/>
            <a:ext cx="369444" cy="367140"/>
            <a:chOff x="3968184" y="2881691"/>
            <a:chExt cx="369444" cy="367140"/>
          </a:xfrm>
        </p:grpSpPr>
        <p:sp>
          <p:nvSpPr>
            <p:cNvPr id="14336" name="Google Shape;14336;p131"/>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131"/>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131"/>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131"/>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131"/>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131"/>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131"/>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131"/>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131"/>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131"/>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131"/>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131"/>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131"/>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131"/>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131"/>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131"/>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131"/>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131"/>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131"/>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131"/>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131"/>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131"/>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131"/>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131"/>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131"/>
          <p:cNvGrpSpPr/>
          <p:nvPr/>
        </p:nvGrpSpPr>
        <p:grpSpPr>
          <a:xfrm>
            <a:off x="3513796" y="2882084"/>
            <a:ext cx="371487" cy="366826"/>
            <a:chOff x="3513796" y="2882084"/>
            <a:chExt cx="371487" cy="366826"/>
          </a:xfrm>
        </p:grpSpPr>
        <p:sp>
          <p:nvSpPr>
            <p:cNvPr id="14361" name="Google Shape;14361;p131"/>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131"/>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131"/>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131"/>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131"/>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131"/>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131"/>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131"/>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131"/>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131"/>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131"/>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131"/>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131"/>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131"/>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131"/>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131"/>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131"/>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131"/>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131"/>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131"/>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131"/>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131"/>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131"/>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131"/>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131"/>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131"/>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131"/>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131"/>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131"/>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131"/>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131"/>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131"/>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131"/>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131"/>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131"/>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131"/>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131"/>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131"/>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131"/>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131"/>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131"/>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131"/>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131"/>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131"/>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131"/>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131"/>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131"/>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131"/>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131"/>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0" name="Google Shape;14410;p131"/>
          <p:cNvGrpSpPr/>
          <p:nvPr/>
        </p:nvGrpSpPr>
        <p:grpSpPr>
          <a:xfrm>
            <a:off x="873615" y="1500275"/>
            <a:ext cx="335011" cy="359232"/>
            <a:chOff x="873615" y="1500275"/>
            <a:chExt cx="335011" cy="359232"/>
          </a:xfrm>
        </p:grpSpPr>
        <p:sp>
          <p:nvSpPr>
            <p:cNvPr id="14411" name="Google Shape;14411;p131"/>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131"/>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131"/>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131"/>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131"/>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131"/>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131"/>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131"/>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131"/>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131"/>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131"/>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2" name="Google Shape;14422;p131"/>
          <p:cNvGrpSpPr/>
          <p:nvPr/>
        </p:nvGrpSpPr>
        <p:grpSpPr>
          <a:xfrm>
            <a:off x="2202058" y="3346737"/>
            <a:ext cx="337158" cy="359311"/>
            <a:chOff x="2202058" y="3346737"/>
            <a:chExt cx="337158" cy="359311"/>
          </a:xfrm>
        </p:grpSpPr>
        <p:sp>
          <p:nvSpPr>
            <p:cNvPr id="14423" name="Google Shape;14423;p131"/>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131"/>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131"/>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131"/>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131"/>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131"/>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131"/>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131"/>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131"/>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131"/>
          <p:cNvGrpSpPr/>
          <p:nvPr/>
        </p:nvGrpSpPr>
        <p:grpSpPr>
          <a:xfrm>
            <a:off x="2223059" y="3818172"/>
            <a:ext cx="359232" cy="306050"/>
            <a:chOff x="2223059" y="3818172"/>
            <a:chExt cx="359232" cy="306050"/>
          </a:xfrm>
        </p:grpSpPr>
        <p:sp>
          <p:nvSpPr>
            <p:cNvPr id="14433" name="Google Shape;14433;p131"/>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131"/>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131"/>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131"/>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131"/>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131"/>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131"/>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131"/>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131"/>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131"/>
          <p:cNvGrpSpPr/>
          <p:nvPr/>
        </p:nvGrpSpPr>
        <p:grpSpPr>
          <a:xfrm>
            <a:off x="1725989" y="1991820"/>
            <a:ext cx="378426" cy="298509"/>
            <a:chOff x="1725989" y="1991820"/>
            <a:chExt cx="378426" cy="298509"/>
          </a:xfrm>
        </p:grpSpPr>
        <p:sp>
          <p:nvSpPr>
            <p:cNvPr id="14443" name="Google Shape;14443;p131"/>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131"/>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131"/>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6" name="Google Shape;14446;p131"/>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131"/>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131"/>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131"/>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131"/>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131"/>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131"/>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131"/>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131"/>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5" name="Google Shape;14455;p131"/>
          <p:cNvGrpSpPr/>
          <p:nvPr/>
        </p:nvGrpSpPr>
        <p:grpSpPr>
          <a:xfrm>
            <a:off x="1768409" y="3791751"/>
            <a:ext cx="367978" cy="359075"/>
            <a:chOff x="1768409" y="3791751"/>
            <a:chExt cx="367978" cy="359075"/>
          </a:xfrm>
        </p:grpSpPr>
        <p:sp>
          <p:nvSpPr>
            <p:cNvPr id="14456" name="Google Shape;14456;p131"/>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131"/>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131"/>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131"/>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131"/>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131"/>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131"/>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131"/>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131"/>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131"/>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131"/>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131"/>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131"/>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9" name="Google Shape;14469;p131"/>
          <p:cNvGrpSpPr/>
          <p:nvPr/>
        </p:nvGrpSpPr>
        <p:grpSpPr>
          <a:xfrm>
            <a:off x="2668963" y="3791306"/>
            <a:ext cx="358735" cy="359311"/>
            <a:chOff x="2668963" y="3791306"/>
            <a:chExt cx="358735" cy="359311"/>
          </a:xfrm>
        </p:grpSpPr>
        <p:sp>
          <p:nvSpPr>
            <p:cNvPr id="14470" name="Google Shape;14470;p131"/>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131"/>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2" name="Google Shape;14472;p131"/>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131"/>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131"/>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131"/>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131"/>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131"/>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131"/>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131"/>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131"/>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131"/>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131"/>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131"/>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131"/>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131"/>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86" name="Google Shape;14486;p131"/>
          <p:cNvGrpSpPr/>
          <p:nvPr/>
        </p:nvGrpSpPr>
        <p:grpSpPr>
          <a:xfrm>
            <a:off x="849682" y="1995198"/>
            <a:ext cx="363893" cy="291727"/>
            <a:chOff x="849682" y="1995198"/>
            <a:chExt cx="363893" cy="291727"/>
          </a:xfrm>
        </p:grpSpPr>
        <p:sp>
          <p:nvSpPr>
            <p:cNvPr id="14487" name="Google Shape;14487;p131"/>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131"/>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131"/>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131"/>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131"/>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131"/>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131"/>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131"/>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131"/>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131"/>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131"/>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131"/>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131"/>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131"/>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131"/>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131"/>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131"/>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131"/>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5" name="Google Shape;14505;p131"/>
          <p:cNvGrpSpPr/>
          <p:nvPr/>
        </p:nvGrpSpPr>
        <p:grpSpPr>
          <a:xfrm>
            <a:off x="3065430" y="1990066"/>
            <a:ext cx="378190" cy="302044"/>
            <a:chOff x="3065430" y="1990066"/>
            <a:chExt cx="378190" cy="302044"/>
          </a:xfrm>
        </p:grpSpPr>
        <p:sp>
          <p:nvSpPr>
            <p:cNvPr id="14506" name="Google Shape;14506;p131"/>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131"/>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131"/>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131"/>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131"/>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131"/>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131"/>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131"/>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131"/>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131"/>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131"/>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7" name="Google Shape;14517;p131"/>
          <p:cNvGrpSpPr/>
          <p:nvPr/>
        </p:nvGrpSpPr>
        <p:grpSpPr>
          <a:xfrm>
            <a:off x="3568234" y="3791410"/>
            <a:ext cx="347501" cy="359284"/>
            <a:chOff x="3568234" y="3791410"/>
            <a:chExt cx="347501" cy="359284"/>
          </a:xfrm>
        </p:grpSpPr>
        <p:sp>
          <p:nvSpPr>
            <p:cNvPr id="14518" name="Google Shape;14518;p131"/>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131"/>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131"/>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131"/>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131"/>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131"/>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131"/>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131"/>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131"/>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131"/>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131"/>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9" name="Google Shape;14529;p131"/>
          <p:cNvGrpSpPr/>
          <p:nvPr/>
        </p:nvGrpSpPr>
        <p:grpSpPr>
          <a:xfrm>
            <a:off x="1759925" y="1501087"/>
            <a:ext cx="347004" cy="358420"/>
            <a:chOff x="1759925" y="1501087"/>
            <a:chExt cx="347004" cy="358420"/>
          </a:xfrm>
        </p:grpSpPr>
        <p:sp>
          <p:nvSpPr>
            <p:cNvPr id="14530" name="Google Shape;14530;p131"/>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131"/>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131"/>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131"/>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131"/>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131"/>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131"/>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131"/>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131"/>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131"/>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131"/>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131"/>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131"/>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131"/>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131"/>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131"/>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131"/>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131"/>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131"/>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131"/>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131"/>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131"/>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131"/>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131"/>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131"/>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131"/>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131"/>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131"/>
          <p:cNvGrpSpPr/>
          <p:nvPr/>
        </p:nvGrpSpPr>
        <p:grpSpPr>
          <a:xfrm>
            <a:off x="3519295" y="2413660"/>
            <a:ext cx="360227" cy="359311"/>
            <a:chOff x="3519295" y="2413660"/>
            <a:chExt cx="360227" cy="359311"/>
          </a:xfrm>
        </p:grpSpPr>
        <p:sp>
          <p:nvSpPr>
            <p:cNvPr id="14558" name="Google Shape;14558;p131"/>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131"/>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131"/>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131"/>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131"/>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131"/>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131"/>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131"/>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131"/>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131"/>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8" name="Google Shape;14568;p131"/>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131"/>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131"/>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131"/>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131"/>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131"/>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131"/>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131"/>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131"/>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131"/>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131"/>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131"/>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131"/>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131"/>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131"/>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131"/>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131"/>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131"/>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131"/>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131"/>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131"/>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131"/>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131"/>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131"/>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131"/>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3" name="Google Shape;14593;p131"/>
          <p:cNvGrpSpPr/>
          <p:nvPr/>
        </p:nvGrpSpPr>
        <p:grpSpPr>
          <a:xfrm>
            <a:off x="1330255" y="3845718"/>
            <a:ext cx="358996" cy="250774"/>
            <a:chOff x="1330255" y="3845718"/>
            <a:chExt cx="358996" cy="250774"/>
          </a:xfrm>
        </p:grpSpPr>
        <p:sp>
          <p:nvSpPr>
            <p:cNvPr id="14594" name="Google Shape;14594;p131"/>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131"/>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131"/>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131"/>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131"/>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131"/>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131"/>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131"/>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131"/>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131"/>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4" name="Google Shape;14604;p131"/>
          <p:cNvGrpSpPr/>
          <p:nvPr/>
        </p:nvGrpSpPr>
        <p:grpSpPr>
          <a:xfrm>
            <a:off x="3115103" y="3791384"/>
            <a:ext cx="373424" cy="359311"/>
            <a:chOff x="3115103" y="3791384"/>
            <a:chExt cx="373424" cy="359311"/>
          </a:xfrm>
        </p:grpSpPr>
        <p:sp>
          <p:nvSpPr>
            <p:cNvPr id="14605" name="Google Shape;14605;p131"/>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131"/>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131"/>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131"/>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131"/>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131"/>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131"/>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131"/>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131"/>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131"/>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131"/>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131"/>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131"/>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131"/>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9" name="Google Shape;14619;p131"/>
          <p:cNvGrpSpPr/>
          <p:nvPr/>
        </p:nvGrpSpPr>
        <p:grpSpPr>
          <a:xfrm>
            <a:off x="883853" y="3792641"/>
            <a:ext cx="378190" cy="357059"/>
            <a:chOff x="883853" y="3792641"/>
            <a:chExt cx="378190" cy="357059"/>
          </a:xfrm>
        </p:grpSpPr>
        <p:sp>
          <p:nvSpPr>
            <p:cNvPr id="14620" name="Google Shape;14620;p131"/>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131"/>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131"/>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131"/>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131"/>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131"/>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131"/>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131"/>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131"/>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131"/>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131"/>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131"/>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131"/>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131"/>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131"/>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131"/>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131"/>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131"/>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131"/>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131"/>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131"/>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131"/>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131"/>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131"/>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131"/>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131"/>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6" name="Google Shape;14646;p131"/>
          <p:cNvGrpSpPr/>
          <p:nvPr/>
        </p:nvGrpSpPr>
        <p:grpSpPr>
          <a:xfrm>
            <a:off x="3934196" y="2484805"/>
            <a:ext cx="401207" cy="214036"/>
            <a:chOff x="3934196" y="2484805"/>
            <a:chExt cx="401207" cy="214036"/>
          </a:xfrm>
        </p:grpSpPr>
        <p:sp>
          <p:nvSpPr>
            <p:cNvPr id="14647" name="Google Shape;14647;p131"/>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131"/>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131"/>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131"/>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131"/>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2" name="Google Shape;14652;p131"/>
          <p:cNvGrpSpPr/>
          <p:nvPr/>
        </p:nvGrpSpPr>
        <p:grpSpPr>
          <a:xfrm>
            <a:off x="3999894" y="1500197"/>
            <a:ext cx="342474" cy="359232"/>
            <a:chOff x="3999894" y="1500197"/>
            <a:chExt cx="342474" cy="359232"/>
          </a:xfrm>
        </p:grpSpPr>
        <p:sp>
          <p:nvSpPr>
            <p:cNvPr id="14653" name="Google Shape;14653;p131"/>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131"/>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131"/>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131"/>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131"/>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131"/>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131"/>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131"/>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131"/>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131"/>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3" name="Google Shape;14663;p131"/>
          <p:cNvGrpSpPr/>
          <p:nvPr/>
        </p:nvGrpSpPr>
        <p:grpSpPr>
          <a:xfrm>
            <a:off x="2233795" y="2882162"/>
            <a:ext cx="232601" cy="366747"/>
            <a:chOff x="2233795" y="2882162"/>
            <a:chExt cx="232601" cy="366747"/>
          </a:xfrm>
        </p:grpSpPr>
        <p:sp>
          <p:nvSpPr>
            <p:cNvPr id="14664" name="Google Shape;14664;p131"/>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131"/>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131"/>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131"/>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131"/>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131"/>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131"/>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131"/>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131"/>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131"/>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131"/>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131"/>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131"/>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131"/>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131"/>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131"/>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131"/>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131"/>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2" name="Google Shape;14682;p131"/>
          <p:cNvGrpSpPr/>
          <p:nvPr/>
        </p:nvGrpSpPr>
        <p:grpSpPr>
          <a:xfrm>
            <a:off x="3523772" y="3404422"/>
            <a:ext cx="362008" cy="244175"/>
            <a:chOff x="3523772" y="3404422"/>
            <a:chExt cx="362008" cy="244175"/>
          </a:xfrm>
        </p:grpSpPr>
        <p:sp>
          <p:nvSpPr>
            <p:cNvPr id="14683" name="Google Shape;14683;p131"/>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131"/>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131"/>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131"/>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131"/>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131"/>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131"/>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131"/>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131"/>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131"/>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131"/>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131"/>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131"/>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131"/>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131"/>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8" name="Google Shape;14698;p131"/>
          <p:cNvGrpSpPr/>
          <p:nvPr/>
        </p:nvGrpSpPr>
        <p:grpSpPr>
          <a:xfrm>
            <a:off x="3531026" y="1977314"/>
            <a:ext cx="359232" cy="327836"/>
            <a:chOff x="3531026" y="1977314"/>
            <a:chExt cx="359232" cy="327836"/>
          </a:xfrm>
        </p:grpSpPr>
        <p:sp>
          <p:nvSpPr>
            <p:cNvPr id="14699" name="Google Shape;14699;p131"/>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131"/>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131"/>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131"/>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131"/>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131"/>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131"/>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131"/>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131"/>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131"/>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9" name="Google Shape;14709;p131"/>
          <p:cNvGrpSpPr/>
          <p:nvPr/>
        </p:nvGrpSpPr>
        <p:grpSpPr>
          <a:xfrm>
            <a:off x="3123351" y="1500275"/>
            <a:ext cx="296781" cy="359232"/>
            <a:chOff x="3123351" y="1500275"/>
            <a:chExt cx="296781" cy="359232"/>
          </a:xfrm>
        </p:grpSpPr>
        <p:sp>
          <p:nvSpPr>
            <p:cNvPr id="14710" name="Google Shape;14710;p131"/>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131"/>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131"/>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131"/>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4" name="Google Shape;14714;p131"/>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131"/>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131"/>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131"/>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131"/>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131"/>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131"/>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21" name="Google Shape;14721;p131"/>
          <p:cNvGrpSpPr/>
          <p:nvPr/>
        </p:nvGrpSpPr>
        <p:grpSpPr>
          <a:xfrm>
            <a:off x="2659458" y="1500275"/>
            <a:ext cx="332261" cy="359232"/>
            <a:chOff x="2659458" y="1500275"/>
            <a:chExt cx="332261" cy="359232"/>
          </a:xfrm>
        </p:grpSpPr>
        <p:sp>
          <p:nvSpPr>
            <p:cNvPr id="14722" name="Google Shape;14722;p131"/>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131"/>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131"/>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131"/>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131"/>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131"/>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131"/>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131"/>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131"/>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131"/>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131"/>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131"/>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4" name="Google Shape;14734;p131"/>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131"/>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131"/>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131"/>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131"/>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131"/>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131"/>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131"/>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2" name="Google Shape;14742;p131"/>
          <p:cNvGrpSpPr/>
          <p:nvPr/>
        </p:nvGrpSpPr>
        <p:grpSpPr>
          <a:xfrm>
            <a:off x="1750184" y="2413530"/>
            <a:ext cx="359730" cy="359441"/>
            <a:chOff x="1750184" y="2413530"/>
            <a:chExt cx="359730" cy="359441"/>
          </a:xfrm>
        </p:grpSpPr>
        <p:sp>
          <p:nvSpPr>
            <p:cNvPr id="14743" name="Google Shape;14743;p131"/>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131"/>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131"/>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131"/>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131"/>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131"/>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131"/>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131"/>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131"/>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131"/>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131"/>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4" name="Google Shape;14754;p131"/>
          <p:cNvGrpSpPr/>
          <p:nvPr/>
        </p:nvGrpSpPr>
        <p:grpSpPr>
          <a:xfrm>
            <a:off x="2230050" y="1500223"/>
            <a:ext cx="316524" cy="359284"/>
            <a:chOff x="2230050" y="1500223"/>
            <a:chExt cx="316524" cy="359284"/>
          </a:xfrm>
        </p:grpSpPr>
        <p:sp>
          <p:nvSpPr>
            <p:cNvPr id="14755" name="Google Shape;14755;p131"/>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131"/>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131"/>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131"/>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131"/>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131"/>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131"/>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131"/>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131"/>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131"/>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131"/>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131"/>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131"/>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131"/>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131"/>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131"/>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131"/>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131"/>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131"/>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131"/>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5" name="Google Shape;14775;p131"/>
          <p:cNvGrpSpPr/>
          <p:nvPr/>
        </p:nvGrpSpPr>
        <p:grpSpPr>
          <a:xfrm>
            <a:off x="2690042" y="4262767"/>
            <a:ext cx="359389" cy="359232"/>
            <a:chOff x="2690042" y="4262767"/>
            <a:chExt cx="359389" cy="359232"/>
          </a:xfrm>
        </p:grpSpPr>
        <p:sp>
          <p:nvSpPr>
            <p:cNvPr id="14776" name="Google Shape;14776;p131"/>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131"/>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131"/>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131"/>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131"/>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131"/>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131"/>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3" name="Google Shape;14783;p131"/>
          <p:cNvGrpSpPr/>
          <p:nvPr/>
        </p:nvGrpSpPr>
        <p:grpSpPr>
          <a:xfrm>
            <a:off x="2689440" y="2882162"/>
            <a:ext cx="222337" cy="366721"/>
            <a:chOff x="2689440" y="2882162"/>
            <a:chExt cx="222337" cy="366721"/>
          </a:xfrm>
        </p:grpSpPr>
        <p:sp>
          <p:nvSpPr>
            <p:cNvPr id="14784" name="Google Shape;14784;p131"/>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131"/>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131"/>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131"/>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131"/>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131"/>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131"/>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131"/>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131"/>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93" name="Google Shape;14793;p131"/>
          <p:cNvSpPr/>
          <p:nvPr/>
        </p:nvSpPr>
        <p:spPr>
          <a:xfrm>
            <a:off x="2637986" y="2280903"/>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94" name="Google Shape;14794;p131"/>
          <p:cNvGrpSpPr/>
          <p:nvPr/>
        </p:nvGrpSpPr>
        <p:grpSpPr>
          <a:xfrm>
            <a:off x="2637986" y="1980142"/>
            <a:ext cx="359232" cy="322023"/>
            <a:chOff x="2637986" y="1980142"/>
            <a:chExt cx="359232" cy="322023"/>
          </a:xfrm>
        </p:grpSpPr>
        <p:sp>
          <p:nvSpPr>
            <p:cNvPr id="14795" name="Google Shape;14795;p131"/>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131"/>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131"/>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131"/>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131"/>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131"/>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131"/>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131"/>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131"/>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131"/>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131"/>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131"/>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131"/>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8" name="Google Shape;14808;p131"/>
          <p:cNvGrpSpPr/>
          <p:nvPr/>
        </p:nvGrpSpPr>
        <p:grpSpPr>
          <a:xfrm>
            <a:off x="1306531" y="3346972"/>
            <a:ext cx="323018" cy="359075"/>
            <a:chOff x="1306531" y="3346972"/>
            <a:chExt cx="323018" cy="359075"/>
          </a:xfrm>
        </p:grpSpPr>
        <p:sp>
          <p:nvSpPr>
            <p:cNvPr id="14809" name="Google Shape;14809;p131"/>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131"/>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131"/>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131"/>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131"/>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131"/>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131"/>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131"/>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131"/>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18" name="Google Shape;14818;p131"/>
          <p:cNvGrpSpPr/>
          <p:nvPr/>
        </p:nvGrpSpPr>
        <p:grpSpPr>
          <a:xfrm>
            <a:off x="1308024" y="2413975"/>
            <a:ext cx="360253" cy="357111"/>
            <a:chOff x="1308024" y="2413975"/>
            <a:chExt cx="360253" cy="357111"/>
          </a:xfrm>
        </p:grpSpPr>
        <p:sp>
          <p:nvSpPr>
            <p:cNvPr id="14819" name="Google Shape;14819;p131"/>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131"/>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131"/>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131"/>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3" name="Google Shape;14823;p131"/>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131"/>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131"/>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131"/>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131"/>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131"/>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131"/>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131"/>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131"/>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131"/>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131"/>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131"/>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131"/>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131"/>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131"/>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131"/>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131"/>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131"/>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131"/>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2" name="Google Shape;14842;p131"/>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131"/>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131"/>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131"/>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131"/>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131"/>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131"/>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9" name="Google Shape;14849;p131"/>
          <p:cNvGrpSpPr/>
          <p:nvPr/>
        </p:nvGrpSpPr>
        <p:grpSpPr>
          <a:xfrm>
            <a:off x="1298519" y="1970322"/>
            <a:ext cx="378452" cy="341321"/>
            <a:chOff x="1298519" y="1970322"/>
            <a:chExt cx="378452" cy="341321"/>
          </a:xfrm>
        </p:grpSpPr>
        <p:sp>
          <p:nvSpPr>
            <p:cNvPr id="14850" name="Google Shape;14850;p131"/>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131"/>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131"/>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131"/>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131"/>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131"/>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131"/>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131"/>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131"/>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131"/>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131"/>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131"/>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2" name="Google Shape;14862;p131"/>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3" name="Google Shape;14863;p131"/>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131"/>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131"/>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131"/>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131"/>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131"/>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131"/>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0" name="Google Shape;14870;p131"/>
          <p:cNvGrpSpPr/>
          <p:nvPr/>
        </p:nvGrpSpPr>
        <p:grpSpPr>
          <a:xfrm>
            <a:off x="3114815" y="3346868"/>
            <a:ext cx="283217" cy="359180"/>
            <a:chOff x="3114815" y="3346868"/>
            <a:chExt cx="283217" cy="359180"/>
          </a:xfrm>
        </p:grpSpPr>
        <p:sp>
          <p:nvSpPr>
            <p:cNvPr id="14871" name="Google Shape;14871;p131"/>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131"/>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131"/>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131"/>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131"/>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131"/>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131"/>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131"/>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131"/>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131"/>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131"/>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2" name="Google Shape;14882;p131"/>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3" name="Google Shape;14883;p131"/>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4" name="Google Shape;14884;p131"/>
          <p:cNvGrpSpPr/>
          <p:nvPr/>
        </p:nvGrpSpPr>
        <p:grpSpPr>
          <a:xfrm>
            <a:off x="3973186" y="3353231"/>
            <a:ext cx="378661" cy="346558"/>
            <a:chOff x="3973186" y="3353231"/>
            <a:chExt cx="378661" cy="346558"/>
          </a:xfrm>
        </p:grpSpPr>
        <p:sp>
          <p:nvSpPr>
            <p:cNvPr id="14885" name="Google Shape;14885;p131"/>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131"/>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131"/>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131"/>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131"/>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131"/>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131"/>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131"/>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131"/>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131"/>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131"/>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131"/>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131"/>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131"/>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131"/>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131"/>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131"/>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131"/>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3" name="Google Shape;14903;p131"/>
          <p:cNvGrpSpPr/>
          <p:nvPr/>
        </p:nvGrpSpPr>
        <p:grpSpPr>
          <a:xfrm>
            <a:off x="2152857" y="4263002"/>
            <a:ext cx="373241" cy="359127"/>
            <a:chOff x="2152857" y="4263002"/>
            <a:chExt cx="373241" cy="359127"/>
          </a:xfrm>
        </p:grpSpPr>
        <p:sp>
          <p:nvSpPr>
            <p:cNvPr id="14904" name="Google Shape;14904;p131"/>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5" name="Google Shape;14905;p131"/>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131"/>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131"/>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131"/>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131"/>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131"/>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131"/>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2" name="Google Shape;14912;p131"/>
          <p:cNvGrpSpPr/>
          <p:nvPr/>
        </p:nvGrpSpPr>
        <p:grpSpPr>
          <a:xfrm>
            <a:off x="859632" y="3346972"/>
            <a:ext cx="303537" cy="359127"/>
            <a:chOff x="859632" y="3346972"/>
            <a:chExt cx="303537" cy="359127"/>
          </a:xfrm>
        </p:grpSpPr>
        <p:sp>
          <p:nvSpPr>
            <p:cNvPr id="14913" name="Google Shape;14913;p131"/>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131"/>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131"/>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131"/>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131"/>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8" name="Google Shape;14918;p131"/>
          <p:cNvGrpSpPr/>
          <p:nvPr/>
        </p:nvGrpSpPr>
        <p:grpSpPr>
          <a:xfrm>
            <a:off x="1767911" y="2882241"/>
            <a:ext cx="265306" cy="366799"/>
            <a:chOff x="1767911" y="2882241"/>
            <a:chExt cx="265306" cy="366799"/>
          </a:xfrm>
        </p:grpSpPr>
        <p:sp>
          <p:nvSpPr>
            <p:cNvPr id="14919" name="Google Shape;14919;p131"/>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131"/>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131"/>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131"/>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131"/>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131"/>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131"/>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131"/>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131"/>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131"/>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131"/>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131"/>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131"/>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131"/>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131"/>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4" name="Google Shape;14934;p131"/>
          <p:cNvGrpSpPr/>
          <p:nvPr/>
        </p:nvGrpSpPr>
        <p:grpSpPr>
          <a:xfrm>
            <a:off x="1332009" y="1499935"/>
            <a:ext cx="331895" cy="359311"/>
            <a:chOff x="1332009" y="1499935"/>
            <a:chExt cx="331895" cy="359311"/>
          </a:xfrm>
        </p:grpSpPr>
        <p:sp>
          <p:nvSpPr>
            <p:cNvPr id="14935" name="Google Shape;14935;p131"/>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131"/>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131"/>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131"/>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131"/>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131"/>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131"/>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131"/>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131"/>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131"/>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131"/>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131"/>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131"/>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131"/>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131"/>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131"/>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131"/>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2" name="Google Shape;14952;p131"/>
          <p:cNvGrpSpPr/>
          <p:nvPr/>
        </p:nvGrpSpPr>
        <p:grpSpPr>
          <a:xfrm>
            <a:off x="2663464" y="3346815"/>
            <a:ext cx="289528" cy="359232"/>
            <a:chOff x="2663464" y="3346815"/>
            <a:chExt cx="289528" cy="359232"/>
          </a:xfrm>
        </p:grpSpPr>
        <p:sp>
          <p:nvSpPr>
            <p:cNvPr id="14953" name="Google Shape;14953;p131"/>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131"/>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131"/>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131"/>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131"/>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131"/>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131"/>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131"/>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131"/>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131"/>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131"/>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4" name="Google Shape;14964;p131"/>
          <p:cNvGrpSpPr/>
          <p:nvPr/>
        </p:nvGrpSpPr>
        <p:grpSpPr>
          <a:xfrm>
            <a:off x="1315775" y="2881927"/>
            <a:ext cx="269051" cy="366983"/>
            <a:chOff x="1315775" y="2881927"/>
            <a:chExt cx="269051" cy="366983"/>
          </a:xfrm>
        </p:grpSpPr>
        <p:sp>
          <p:nvSpPr>
            <p:cNvPr id="14965" name="Google Shape;14965;p131"/>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131"/>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131"/>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131"/>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131"/>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131"/>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131"/>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131"/>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131"/>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131"/>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131"/>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131"/>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131"/>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131"/>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131"/>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80" name="Google Shape;14980;p131"/>
          <p:cNvGrpSpPr/>
          <p:nvPr/>
        </p:nvGrpSpPr>
        <p:grpSpPr>
          <a:xfrm>
            <a:off x="3977427" y="1980142"/>
            <a:ext cx="359232" cy="322023"/>
            <a:chOff x="3977427" y="1980142"/>
            <a:chExt cx="359232" cy="322023"/>
          </a:xfrm>
        </p:grpSpPr>
        <p:sp>
          <p:nvSpPr>
            <p:cNvPr id="14981" name="Google Shape;14981;p131"/>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131"/>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131"/>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131"/>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131"/>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131"/>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131"/>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131"/>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131"/>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131"/>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131"/>
          <p:cNvGrpSpPr/>
          <p:nvPr/>
        </p:nvGrpSpPr>
        <p:grpSpPr>
          <a:xfrm>
            <a:off x="865628" y="2413608"/>
            <a:ext cx="361720" cy="359180"/>
            <a:chOff x="865628" y="2413608"/>
            <a:chExt cx="361720" cy="359180"/>
          </a:xfrm>
        </p:grpSpPr>
        <p:sp>
          <p:nvSpPr>
            <p:cNvPr id="14992" name="Google Shape;14992;p131"/>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131"/>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131"/>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131"/>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131"/>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131"/>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131"/>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131"/>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131"/>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131"/>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131"/>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131"/>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131"/>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5" name="Google Shape;15005;p131"/>
          <p:cNvGrpSpPr/>
          <p:nvPr/>
        </p:nvGrpSpPr>
        <p:grpSpPr>
          <a:xfrm>
            <a:off x="3117093" y="2881927"/>
            <a:ext cx="268815" cy="366983"/>
            <a:chOff x="3117093" y="2881927"/>
            <a:chExt cx="268815" cy="366983"/>
          </a:xfrm>
        </p:grpSpPr>
        <p:sp>
          <p:nvSpPr>
            <p:cNvPr id="15006" name="Google Shape;15006;p131"/>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131"/>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131"/>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131"/>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131"/>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131"/>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131"/>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131"/>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131"/>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131"/>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131"/>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131"/>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131"/>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131"/>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131"/>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1" name="Google Shape;15021;p131"/>
          <p:cNvGrpSpPr/>
          <p:nvPr/>
        </p:nvGrpSpPr>
        <p:grpSpPr>
          <a:xfrm>
            <a:off x="3534508" y="1508000"/>
            <a:ext cx="368502" cy="343521"/>
            <a:chOff x="3534508" y="1508000"/>
            <a:chExt cx="368502" cy="343521"/>
          </a:xfrm>
        </p:grpSpPr>
        <p:sp>
          <p:nvSpPr>
            <p:cNvPr id="15022" name="Google Shape;15022;p131"/>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131"/>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131"/>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131"/>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131"/>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131"/>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131"/>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131"/>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131"/>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131"/>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131"/>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131"/>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131"/>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131"/>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131"/>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7" name="Google Shape;15037;p131"/>
          <p:cNvGrpSpPr/>
          <p:nvPr/>
        </p:nvGrpSpPr>
        <p:grpSpPr>
          <a:xfrm>
            <a:off x="7147436" y="1502999"/>
            <a:ext cx="279054" cy="354754"/>
            <a:chOff x="7147436" y="1502999"/>
            <a:chExt cx="279054" cy="354754"/>
          </a:xfrm>
        </p:grpSpPr>
        <p:sp>
          <p:nvSpPr>
            <p:cNvPr id="15038" name="Google Shape;15038;p131"/>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131"/>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131"/>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131"/>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131"/>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131"/>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131"/>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131"/>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131"/>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131"/>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131"/>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131"/>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131"/>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131"/>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131"/>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131"/>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4" name="Google Shape;15054;p131"/>
          <p:cNvGrpSpPr/>
          <p:nvPr/>
        </p:nvGrpSpPr>
        <p:grpSpPr>
          <a:xfrm>
            <a:off x="7603081" y="1973072"/>
            <a:ext cx="276802" cy="354807"/>
            <a:chOff x="7603081" y="1973072"/>
            <a:chExt cx="276802" cy="354807"/>
          </a:xfrm>
        </p:grpSpPr>
        <p:sp>
          <p:nvSpPr>
            <p:cNvPr id="15055" name="Google Shape;15055;p131"/>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131"/>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131"/>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131"/>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131"/>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131"/>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131"/>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131"/>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131"/>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131"/>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131"/>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131"/>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131"/>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131"/>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9" name="Google Shape;15069;p131"/>
          <p:cNvGrpSpPr/>
          <p:nvPr/>
        </p:nvGrpSpPr>
        <p:grpSpPr>
          <a:xfrm>
            <a:off x="6696792" y="1502999"/>
            <a:ext cx="276802" cy="354754"/>
            <a:chOff x="6696792" y="1502999"/>
            <a:chExt cx="276802" cy="354754"/>
          </a:xfrm>
        </p:grpSpPr>
        <p:sp>
          <p:nvSpPr>
            <p:cNvPr id="15070" name="Google Shape;15070;p131"/>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131"/>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131"/>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131"/>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131"/>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131"/>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131"/>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131"/>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131"/>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131"/>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131"/>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131"/>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131"/>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131"/>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131"/>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85" name="Google Shape;15085;p131"/>
          <p:cNvSpPr/>
          <p:nvPr/>
        </p:nvSpPr>
        <p:spPr>
          <a:xfrm>
            <a:off x="6360786" y="1502999"/>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86" name="Google Shape;15086;p131"/>
          <p:cNvGrpSpPr/>
          <p:nvPr/>
        </p:nvGrpSpPr>
        <p:grpSpPr>
          <a:xfrm>
            <a:off x="6223393" y="1502999"/>
            <a:ext cx="320295" cy="354754"/>
            <a:chOff x="6223393" y="1502999"/>
            <a:chExt cx="320295" cy="354754"/>
          </a:xfrm>
        </p:grpSpPr>
        <p:sp>
          <p:nvSpPr>
            <p:cNvPr id="15087" name="Google Shape;15087;p131"/>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131"/>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131"/>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131"/>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131"/>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131"/>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131"/>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131"/>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131"/>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131"/>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131"/>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131"/>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131"/>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131"/>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131"/>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131"/>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131"/>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131"/>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131"/>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131"/>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131"/>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131"/>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131"/>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0" name="Google Shape;15110;p131"/>
          <p:cNvGrpSpPr/>
          <p:nvPr/>
        </p:nvGrpSpPr>
        <p:grpSpPr>
          <a:xfrm>
            <a:off x="5310611" y="1502972"/>
            <a:ext cx="339515" cy="354781"/>
            <a:chOff x="5310611" y="1502972"/>
            <a:chExt cx="339515" cy="354781"/>
          </a:xfrm>
        </p:grpSpPr>
        <p:sp>
          <p:nvSpPr>
            <p:cNvPr id="15111" name="Google Shape;15111;p131"/>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131"/>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131"/>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131"/>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131"/>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131"/>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131"/>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131"/>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131"/>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131"/>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131"/>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131"/>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131"/>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131"/>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131"/>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131"/>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7" name="Google Shape;15127;p131"/>
          <p:cNvGrpSpPr/>
          <p:nvPr/>
        </p:nvGrpSpPr>
        <p:grpSpPr>
          <a:xfrm>
            <a:off x="6253637" y="3790101"/>
            <a:ext cx="274550" cy="354833"/>
            <a:chOff x="6253637" y="3790101"/>
            <a:chExt cx="274550" cy="354833"/>
          </a:xfrm>
        </p:grpSpPr>
        <p:sp>
          <p:nvSpPr>
            <p:cNvPr id="15128" name="Google Shape;15128;p131"/>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131"/>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131"/>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131"/>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131"/>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131"/>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131"/>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131"/>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131"/>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131"/>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131"/>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131"/>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131"/>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131"/>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131"/>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131"/>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131"/>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5" name="Google Shape;15145;p131"/>
          <p:cNvGrpSpPr/>
          <p:nvPr/>
        </p:nvGrpSpPr>
        <p:grpSpPr>
          <a:xfrm>
            <a:off x="5802731" y="3790180"/>
            <a:ext cx="274576" cy="354754"/>
            <a:chOff x="5802731" y="3790180"/>
            <a:chExt cx="274576" cy="354754"/>
          </a:xfrm>
        </p:grpSpPr>
        <p:sp>
          <p:nvSpPr>
            <p:cNvPr id="15146" name="Google Shape;15146;p131"/>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131"/>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131"/>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131"/>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131"/>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131"/>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131"/>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131"/>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131"/>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131"/>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131"/>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131"/>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131"/>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131"/>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131"/>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131"/>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131"/>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131"/>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131"/>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131"/>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131"/>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7" name="Google Shape;15167;p131"/>
          <p:cNvGrpSpPr/>
          <p:nvPr/>
        </p:nvGrpSpPr>
        <p:grpSpPr>
          <a:xfrm>
            <a:off x="5352088" y="3790206"/>
            <a:ext cx="274550" cy="354728"/>
            <a:chOff x="5352088" y="3790206"/>
            <a:chExt cx="274550" cy="354728"/>
          </a:xfrm>
        </p:grpSpPr>
        <p:sp>
          <p:nvSpPr>
            <p:cNvPr id="15168" name="Google Shape;15168;p131"/>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131"/>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131"/>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131"/>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131"/>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131"/>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131"/>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131"/>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131"/>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131"/>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131"/>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131"/>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131"/>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131"/>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131"/>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131"/>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131"/>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131"/>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131"/>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131"/>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131"/>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131"/>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131"/>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131"/>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2" name="Google Shape;15192;p131"/>
          <p:cNvGrpSpPr/>
          <p:nvPr/>
        </p:nvGrpSpPr>
        <p:grpSpPr>
          <a:xfrm>
            <a:off x="4901706" y="3790075"/>
            <a:ext cx="274550" cy="354859"/>
            <a:chOff x="4901706" y="3790075"/>
            <a:chExt cx="274550" cy="354859"/>
          </a:xfrm>
        </p:grpSpPr>
        <p:sp>
          <p:nvSpPr>
            <p:cNvPr id="15193" name="Google Shape;15193;p131"/>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131"/>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131"/>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131"/>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131"/>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131"/>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131"/>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131"/>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131"/>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131"/>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131"/>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131"/>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131"/>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131"/>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131"/>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131"/>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131"/>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0" name="Google Shape;15210;p131"/>
          <p:cNvGrpSpPr/>
          <p:nvPr/>
        </p:nvGrpSpPr>
        <p:grpSpPr>
          <a:xfrm>
            <a:off x="8052704" y="1503208"/>
            <a:ext cx="275073" cy="354545"/>
            <a:chOff x="8052704" y="1503208"/>
            <a:chExt cx="275073" cy="354545"/>
          </a:xfrm>
        </p:grpSpPr>
        <p:sp>
          <p:nvSpPr>
            <p:cNvPr id="15211" name="Google Shape;15211;p131"/>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131"/>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131"/>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131"/>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131"/>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131"/>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131"/>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131"/>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9" name="Google Shape;15219;p131"/>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131"/>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131"/>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131"/>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131"/>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131"/>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131"/>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131"/>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131"/>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8" name="Google Shape;15228;p131"/>
          <p:cNvGrpSpPr/>
          <p:nvPr/>
        </p:nvGrpSpPr>
        <p:grpSpPr>
          <a:xfrm>
            <a:off x="5794745" y="1502999"/>
            <a:ext cx="274550" cy="354754"/>
            <a:chOff x="5794745" y="1502999"/>
            <a:chExt cx="274550" cy="354754"/>
          </a:xfrm>
        </p:grpSpPr>
        <p:sp>
          <p:nvSpPr>
            <p:cNvPr id="15229" name="Google Shape;15229;p131"/>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131"/>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131"/>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131"/>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131"/>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131"/>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131"/>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131"/>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131"/>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131"/>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131"/>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131"/>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131"/>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131"/>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131"/>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131"/>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131"/>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131"/>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131"/>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131"/>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131"/>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131"/>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131"/>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2" name="Google Shape;15252;p131"/>
          <p:cNvGrpSpPr/>
          <p:nvPr/>
        </p:nvGrpSpPr>
        <p:grpSpPr>
          <a:xfrm>
            <a:off x="4896940" y="1502999"/>
            <a:ext cx="263316" cy="354754"/>
            <a:chOff x="4896940" y="1502999"/>
            <a:chExt cx="263316" cy="354754"/>
          </a:xfrm>
        </p:grpSpPr>
        <p:sp>
          <p:nvSpPr>
            <p:cNvPr id="15253" name="Google Shape;15253;p131"/>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131"/>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131"/>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131"/>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131"/>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131"/>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131"/>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131"/>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131"/>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131"/>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131"/>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131"/>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131"/>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131"/>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131"/>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131"/>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131"/>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131"/>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131"/>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131"/>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3" name="Google Shape;15273;p131"/>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4" name="Google Shape;15274;p131"/>
          <p:cNvGrpSpPr/>
          <p:nvPr/>
        </p:nvGrpSpPr>
        <p:grpSpPr>
          <a:xfrm>
            <a:off x="6255392" y="4268082"/>
            <a:ext cx="274550" cy="354728"/>
            <a:chOff x="6255392" y="4268082"/>
            <a:chExt cx="274550" cy="354728"/>
          </a:xfrm>
        </p:grpSpPr>
        <p:sp>
          <p:nvSpPr>
            <p:cNvPr id="15275" name="Google Shape;15275;p131"/>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131"/>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131"/>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131"/>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131"/>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131"/>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131"/>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131"/>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131"/>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131"/>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131"/>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131"/>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131"/>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131"/>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131"/>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131"/>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1" name="Google Shape;15291;p131"/>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131"/>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131"/>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131"/>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5" name="Google Shape;15295;p131"/>
          <p:cNvGrpSpPr/>
          <p:nvPr/>
        </p:nvGrpSpPr>
        <p:grpSpPr>
          <a:xfrm>
            <a:off x="7604076" y="3790075"/>
            <a:ext cx="275807" cy="354859"/>
            <a:chOff x="7604076" y="3790075"/>
            <a:chExt cx="275807" cy="354859"/>
          </a:xfrm>
        </p:grpSpPr>
        <p:sp>
          <p:nvSpPr>
            <p:cNvPr id="15296" name="Google Shape;15296;p131"/>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131"/>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131"/>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131"/>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131"/>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131"/>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131"/>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131"/>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131"/>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131"/>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131"/>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131"/>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131"/>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131"/>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131"/>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131"/>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131"/>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131"/>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131"/>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131"/>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131"/>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131"/>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8" name="Google Shape;15318;p131"/>
          <p:cNvGrpSpPr/>
          <p:nvPr/>
        </p:nvGrpSpPr>
        <p:grpSpPr>
          <a:xfrm>
            <a:off x="7154427" y="3790206"/>
            <a:ext cx="274550" cy="354493"/>
            <a:chOff x="7154427" y="3790206"/>
            <a:chExt cx="274550" cy="354493"/>
          </a:xfrm>
        </p:grpSpPr>
        <p:sp>
          <p:nvSpPr>
            <p:cNvPr id="15319" name="Google Shape;15319;p131"/>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131"/>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131"/>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131"/>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131"/>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131"/>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131"/>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131"/>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131"/>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131"/>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131"/>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131"/>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131"/>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131"/>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131"/>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131"/>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131"/>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131"/>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131"/>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131"/>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9" name="Google Shape;15339;p131"/>
          <p:cNvGrpSpPr/>
          <p:nvPr/>
        </p:nvGrpSpPr>
        <p:grpSpPr>
          <a:xfrm>
            <a:off x="8054458" y="1973150"/>
            <a:ext cx="274576" cy="354728"/>
            <a:chOff x="8054458" y="1973150"/>
            <a:chExt cx="274576" cy="354728"/>
          </a:xfrm>
        </p:grpSpPr>
        <p:sp>
          <p:nvSpPr>
            <p:cNvPr id="15340" name="Google Shape;15340;p131"/>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131"/>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131"/>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131"/>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131"/>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131"/>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131"/>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131"/>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131"/>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131"/>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0" name="Google Shape;15350;p131"/>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131"/>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131"/>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131"/>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131"/>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131"/>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131"/>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131"/>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131"/>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131"/>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131"/>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131"/>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2" name="Google Shape;15362;p131"/>
          <p:cNvGrpSpPr/>
          <p:nvPr/>
        </p:nvGrpSpPr>
        <p:grpSpPr>
          <a:xfrm>
            <a:off x="7153930" y="1973150"/>
            <a:ext cx="274812" cy="354728"/>
            <a:chOff x="7153930" y="1973150"/>
            <a:chExt cx="274812" cy="354728"/>
          </a:xfrm>
        </p:grpSpPr>
        <p:sp>
          <p:nvSpPr>
            <p:cNvPr id="15363" name="Google Shape;15363;p131"/>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131"/>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131"/>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131"/>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131"/>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131"/>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131"/>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131"/>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131"/>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131"/>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131"/>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131"/>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131"/>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131"/>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131"/>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131"/>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131"/>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131"/>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131"/>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2" name="Google Shape;15382;p131"/>
          <p:cNvGrpSpPr/>
          <p:nvPr/>
        </p:nvGrpSpPr>
        <p:grpSpPr>
          <a:xfrm>
            <a:off x="6703522" y="1973098"/>
            <a:ext cx="274812" cy="354781"/>
            <a:chOff x="6703522" y="1973098"/>
            <a:chExt cx="274812" cy="354781"/>
          </a:xfrm>
        </p:grpSpPr>
        <p:sp>
          <p:nvSpPr>
            <p:cNvPr id="15383" name="Google Shape;15383;p131"/>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4" name="Google Shape;15384;p131"/>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131"/>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131"/>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131"/>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131"/>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131"/>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131"/>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131"/>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131"/>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131"/>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131"/>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131"/>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131"/>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131"/>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131"/>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131"/>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131"/>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131"/>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131"/>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131"/>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131"/>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131"/>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131"/>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131"/>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8" name="Google Shape;15408;p131"/>
          <p:cNvGrpSpPr/>
          <p:nvPr/>
        </p:nvGrpSpPr>
        <p:grpSpPr>
          <a:xfrm>
            <a:off x="6253375" y="1973150"/>
            <a:ext cx="274812" cy="354728"/>
            <a:chOff x="6253375" y="1973150"/>
            <a:chExt cx="274812" cy="354728"/>
          </a:xfrm>
        </p:grpSpPr>
        <p:sp>
          <p:nvSpPr>
            <p:cNvPr id="15409" name="Google Shape;15409;p131"/>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131"/>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131"/>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131"/>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131"/>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131"/>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131"/>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131"/>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131"/>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131"/>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131"/>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131"/>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131"/>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131"/>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131"/>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131"/>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131"/>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131"/>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131"/>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131"/>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131"/>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131"/>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131"/>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131"/>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131"/>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131"/>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131"/>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131"/>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131"/>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131"/>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131"/>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131"/>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131"/>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131"/>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131"/>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131"/>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131"/>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131"/>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7" name="Google Shape;15447;p131"/>
          <p:cNvGrpSpPr/>
          <p:nvPr/>
        </p:nvGrpSpPr>
        <p:grpSpPr>
          <a:xfrm>
            <a:off x="5802496" y="1973150"/>
            <a:ext cx="275309" cy="354728"/>
            <a:chOff x="5802496" y="1973150"/>
            <a:chExt cx="275309" cy="354728"/>
          </a:xfrm>
        </p:grpSpPr>
        <p:sp>
          <p:nvSpPr>
            <p:cNvPr id="15448" name="Google Shape;15448;p131"/>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131"/>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131"/>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131"/>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131"/>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131"/>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131"/>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131"/>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131"/>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131"/>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131"/>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131"/>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131"/>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1" name="Google Shape;15461;p131"/>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131"/>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131"/>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131"/>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131"/>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131"/>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131"/>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131"/>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131"/>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131"/>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131"/>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131"/>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131"/>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74" name="Google Shape;15474;p131"/>
          <p:cNvGrpSpPr/>
          <p:nvPr/>
        </p:nvGrpSpPr>
        <p:grpSpPr>
          <a:xfrm>
            <a:off x="5353083" y="1973150"/>
            <a:ext cx="274576" cy="354728"/>
            <a:chOff x="5353083" y="1973150"/>
            <a:chExt cx="274576" cy="354728"/>
          </a:xfrm>
        </p:grpSpPr>
        <p:sp>
          <p:nvSpPr>
            <p:cNvPr id="15475" name="Google Shape;15475;p131"/>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131"/>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131"/>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131"/>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131"/>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131"/>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131"/>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131"/>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131"/>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131"/>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131"/>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131"/>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131"/>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131"/>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131"/>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131"/>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1" name="Google Shape;15491;p131"/>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131"/>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131"/>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131"/>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131"/>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6" name="Google Shape;15496;p131"/>
          <p:cNvGrpSpPr/>
          <p:nvPr/>
        </p:nvGrpSpPr>
        <p:grpSpPr>
          <a:xfrm>
            <a:off x="4902701" y="1973150"/>
            <a:ext cx="274812" cy="354728"/>
            <a:chOff x="4902701" y="1973150"/>
            <a:chExt cx="274812" cy="354728"/>
          </a:xfrm>
        </p:grpSpPr>
        <p:sp>
          <p:nvSpPr>
            <p:cNvPr id="15497" name="Google Shape;15497;p131"/>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131"/>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131"/>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131"/>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131"/>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131"/>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131"/>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131"/>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131"/>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131"/>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131"/>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131"/>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131"/>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131"/>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131"/>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131"/>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131"/>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131"/>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131"/>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131"/>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131"/>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131"/>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131"/>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131"/>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131"/>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2" name="Google Shape;15522;p131"/>
          <p:cNvGrpSpPr/>
          <p:nvPr/>
        </p:nvGrpSpPr>
        <p:grpSpPr>
          <a:xfrm>
            <a:off x="4902701" y="2879989"/>
            <a:ext cx="272560" cy="354676"/>
            <a:chOff x="4902701" y="2879989"/>
            <a:chExt cx="272560" cy="354676"/>
          </a:xfrm>
        </p:grpSpPr>
        <p:sp>
          <p:nvSpPr>
            <p:cNvPr id="15523" name="Google Shape;15523;p131"/>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131"/>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131"/>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131"/>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131"/>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131"/>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131"/>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131"/>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131"/>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131"/>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131"/>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131"/>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131"/>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131"/>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131"/>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131"/>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131"/>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131"/>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131"/>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131"/>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131"/>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131"/>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131"/>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131"/>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7" name="Google Shape;15547;p131"/>
          <p:cNvGrpSpPr/>
          <p:nvPr/>
        </p:nvGrpSpPr>
        <p:grpSpPr>
          <a:xfrm>
            <a:off x="5803988" y="4268082"/>
            <a:ext cx="274550" cy="354728"/>
            <a:chOff x="5803988" y="4268082"/>
            <a:chExt cx="274550" cy="354728"/>
          </a:xfrm>
        </p:grpSpPr>
        <p:sp>
          <p:nvSpPr>
            <p:cNvPr id="15548" name="Google Shape;15548;p131"/>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131"/>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131"/>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131"/>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131"/>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131"/>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131"/>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131"/>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131"/>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131"/>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131"/>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131"/>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131"/>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131"/>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131"/>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131"/>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131"/>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131"/>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131"/>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131"/>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131"/>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131"/>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0" name="Google Shape;15570;p131"/>
          <p:cNvGrpSpPr/>
          <p:nvPr/>
        </p:nvGrpSpPr>
        <p:grpSpPr>
          <a:xfrm>
            <a:off x="5352349" y="4268082"/>
            <a:ext cx="274550" cy="354728"/>
            <a:chOff x="5352349" y="4268082"/>
            <a:chExt cx="274550" cy="354728"/>
          </a:xfrm>
        </p:grpSpPr>
        <p:sp>
          <p:nvSpPr>
            <p:cNvPr id="15571" name="Google Shape;15571;p131"/>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131"/>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131"/>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131"/>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131"/>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131"/>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131"/>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131"/>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131"/>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131"/>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131"/>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131"/>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131"/>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131"/>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131"/>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131"/>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131"/>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131"/>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131"/>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131"/>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131"/>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131"/>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93" name="Google Shape;15593;p131"/>
          <p:cNvGrpSpPr/>
          <p:nvPr/>
        </p:nvGrpSpPr>
        <p:grpSpPr>
          <a:xfrm>
            <a:off x="7606826" y="2419290"/>
            <a:ext cx="274550" cy="354728"/>
            <a:chOff x="7606826" y="2419290"/>
            <a:chExt cx="274550" cy="354728"/>
          </a:xfrm>
        </p:grpSpPr>
        <p:sp>
          <p:nvSpPr>
            <p:cNvPr id="15594" name="Google Shape;15594;p131"/>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131"/>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131"/>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131"/>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131"/>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131"/>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131"/>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131"/>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131"/>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131"/>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131"/>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131"/>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131"/>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131"/>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131"/>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9" name="Google Shape;15609;p131"/>
          <p:cNvGrpSpPr/>
          <p:nvPr/>
        </p:nvGrpSpPr>
        <p:grpSpPr>
          <a:xfrm>
            <a:off x="7156182" y="2419290"/>
            <a:ext cx="274550" cy="354728"/>
            <a:chOff x="7156182" y="2419290"/>
            <a:chExt cx="274550" cy="354728"/>
          </a:xfrm>
        </p:grpSpPr>
        <p:sp>
          <p:nvSpPr>
            <p:cNvPr id="15610" name="Google Shape;15610;p131"/>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131"/>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131"/>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131"/>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131"/>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131"/>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131"/>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131"/>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131"/>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131"/>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131"/>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131"/>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131"/>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131"/>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131"/>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5" name="Google Shape;15625;p131"/>
          <p:cNvGrpSpPr/>
          <p:nvPr/>
        </p:nvGrpSpPr>
        <p:grpSpPr>
          <a:xfrm>
            <a:off x="6705276" y="2419290"/>
            <a:ext cx="274812" cy="354728"/>
            <a:chOff x="6705276" y="2419290"/>
            <a:chExt cx="274812" cy="354728"/>
          </a:xfrm>
        </p:grpSpPr>
        <p:sp>
          <p:nvSpPr>
            <p:cNvPr id="15626" name="Google Shape;15626;p131"/>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131"/>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131"/>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131"/>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131"/>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131"/>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2" name="Google Shape;15632;p131"/>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131"/>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131"/>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131"/>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131"/>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131"/>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131"/>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131"/>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131"/>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131"/>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131"/>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131"/>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131"/>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131"/>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131"/>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131"/>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131"/>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131"/>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131"/>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131"/>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131"/>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131"/>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54" name="Google Shape;15654;p131"/>
          <p:cNvGrpSpPr/>
          <p:nvPr/>
        </p:nvGrpSpPr>
        <p:grpSpPr>
          <a:xfrm>
            <a:off x="4902936" y="2419290"/>
            <a:ext cx="274576" cy="354728"/>
            <a:chOff x="4902936" y="2419290"/>
            <a:chExt cx="274576" cy="354728"/>
          </a:xfrm>
        </p:grpSpPr>
        <p:sp>
          <p:nvSpPr>
            <p:cNvPr id="15655" name="Google Shape;15655;p131"/>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131"/>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131"/>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131"/>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131"/>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131"/>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131"/>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131"/>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131"/>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131"/>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131"/>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131"/>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7" name="Google Shape;15667;p131"/>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8" name="Google Shape;15668;p131"/>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131"/>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131"/>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131"/>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131"/>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131"/>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131"/>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75" name="Google Shape;15675;p131"/>
          <p:cNvGrpSpPr/>
          <p:nvPr/>
        </p:nvGrpSpPr>
        <p:grpSpPr>
          <a:xfrm>
            <a:off x="7608056" y="3345794"/>
            <a:ext cx="270334" cy="354754"/>
            <a:chOff x="7608056" y="3345794"/>
            <a:chExt cx="270334" cy="354754"/>
          </a:xfrm>
        </p:grpSpPr>
        <p:sp>
          <p:nvSpPr>
            <p:cNvPr id="15676" name="Google Shape;15676;p131"/>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131"/>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131"/>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131"/>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131"/>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131"/>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131"/>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3" name="Google Shape;15683;p131"/>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4" name="Google Shape;15684;p131"/>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131"/>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131"/>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131"/>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131"/>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131"/>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131"/>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131"/>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131"/>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131"/>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131"/>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5" name="Google Shape;15695;p131"/>
          <p:cNvGrpSpPr/>
          <p:nvPr/>
        </p:nvGrpSpPr>
        <p:grpSpPr>
          <a:xfrm>
            <a:off x="6712765" y="4268082"/>
            <a:ext cx="263316" cy="354728"/>
            <a:chOff x="6712765" y="4268082"/>
            <a:chExt cx="263316" cy="354728"/>
          </a:xfrm>
        </p:grpSpPr>
        <p:sp>
          <p:nvSpPr>
            <p:cNvPr id="15696" name="Google Shape;15696;p131"/>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131"/>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131"/>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131"/>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131"/>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131"/>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131"/>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131"/>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131"/>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131"/>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131"/>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131"/>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131"/>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131"/>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131"/>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131"/>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2" name="Google Shape;15712;p131"/>
          <p:cNvGrpSpPr/>
          <p:nvPr/>
        </p:nvGrpSpPr>
        <p:grpSpPr>
          <a:xfrm>
            <a:off x="5359341" y="2419159"/>
            <a:ext cx="262819" cy="354859"/>
            <a:chOff x="5359341" y="2419159"/>
            <a:chExt cx="262819" cy="354859"/>
          </a:xfrm>
        </p:grpSpPr>
        <p:sp>
          <p:nvSpPr>
            <p:cNvPr id="15713" name="Google Shape;15713;p131"/>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131"/>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131"/>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131"/>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131"/>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131"/>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131"/>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131"/>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131"/>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131"/>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131"/>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131"/>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131"/>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131"/>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131"/>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131"/>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131"/>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131"/>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131"/>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131"/>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131"/>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4" name="Google Shape;15734;p131"/>
          <p:cNvGrpSpPr/>
          <p:nvPr/>
        </p:nvGrpSpPr>
        <p:grpSpPr>
          <a:xfrm>
            <a:off x="6709282" y="3790206"/>
            <a:ext cx="263316" cy="354493"/>
            <a:chOff x="6709282" y="3790206"/>
            <a:chExt cx="263316" cy="354493"/>
          </a:xfrm>
        </p:grpSpPr>
        <p:sp>
          <p:nvSpPr>
            <p:cNvPr id="15735" name="Google Shape;15735;p131"/>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131"/>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131"/>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131"/>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131"/>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131"/>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131"/>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131"/>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131"/>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131"/>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131"/>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131"/>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131"/>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131"/>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131"/>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131"/>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1" name="Google Shape;15751;p131"/>
          <p:cNvGrpSpPr/>
          <p:nvPr/>
        </p:nvGrpSpPr>
        <p:grpSpPr>
          <a:xfrm>
            <a:off x="6260629" y="2419290"/>
            <a:ext cx="263055" cy="354493"/>
            <a:chOff x="6260629" y="2419290"/>
            <a:chExt cx="263055" cy="354493"/>
          </a:xfrm>
        </p:grpSpPr>
        <p:sp>
          <p:nvSpPr>
            <p:cNvPr id="15752" name="Google Shape;15752;p131"/>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131"/>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131"/>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131"/>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131"/>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131"/>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131"/>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131"/>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131"/>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131"/>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131"/>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131"/>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131"/>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131"/>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131"/>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7" name="Google Shape;15767;p131"/>
          <p:cNvGrpSpPr/>
          <p:nvPr/>
        </p:nvGrpSpPr>
        <p:grpSpPr>
          <a:xfrm>
            <a:off x="6260864" y="2879911"/>
            <a:ext cx="263343" cy="354754"/>
            <a:chOff x="6260864" y="2879911"/>
            <a:chExt cx="263343" cy="354754"/>
          </a:xfrm>
        </p:grpSpPr>
        <p:sp>
          <p:nvSpPr>
            <p:cNvPr id="15768" name="Google Shape;15768;p131"/>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131"/>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131"/>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131"/>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131"/>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131"/>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131"/>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131"/>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131"/>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131"/>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131"/>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131"/>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131"/>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131"/>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131"/>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131"/>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131"/>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131"/>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6" name="Google Shape;15786;p131"/>
          <p:cNvGrpSpPr/>
          <p:nvPr/>
        </p:nvGrpSpPr>
        <p:grpSpPr>
          <a:xfrm>
            <a:off x="8062968" y="2419290"/>
            <a:ext cx="263316" cy="354728"/>
            <a:chOff x="8062968" y="2419290"/>
            <a:chExt cx="263316" cy="354728"/>
          </a:xfrm>
        </p:grpSpPr>
        <p:sp>
          <p:nvSpPr>
            <p:cNvPr id="15787" name="Google Shape;15787;p131"/>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131"/>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131"/>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131"/>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131"/>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131"/>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131"/>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4" name="Google Shape;15794;p131"/>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5" name="Google Shape;15795;p131"/>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131"/>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131"/>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131"/>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131"/>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131"/>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131"/>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131"/>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131"/>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4" name="Google Shape;15804;p131"/>
          <p:cNvGrpSpPr/>
          <p:nvPr/>
        </p:nvGrpSpPr>
        <p:grpSpPr>
          <a:xfrm>
            <a:off x="5809723" y="2419290"/>
            <a:ext cx="263316" cy="354728"/>
            <a:chOff x="5809723" y="2419290"/>
            <a:chExt cx="263316" cy="354728"/>
          </a:xfrm>
        </p:grpSpPr>
        <p:sp>
          <p:nvSpPr>
            <p:cNvPr id="15805" name="Google Shape;15805;p131"/>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131"/>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131"/>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131"/>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131"/>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131"/>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131"/>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131"/>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131"/>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131"/>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131"/>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131"/>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131"/>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131"/>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131"/>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131"/>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131"/>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131"/>
          <p:cNvGrpSpPr/>
          <p:nvPr/>
        </p:nvGrpSpPr>
        <p:grpSpPr>
          <a:xfrm>
            <a:off x="7606826" y="1502999"/>
            <a:ext cx="263552" cy="354754"/>
            <a:chOff x="7606826" y="1502999"/>
            <a:chExt cx="263552" cy="354754"/>
          </a:xfrm>
        </p:grpSpPr>
        <p:sp>
          <p:nvSpPr>
            <p:cNvPr id="15823" name="Google Shape;15823;p131"/>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131"/>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131"/>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131"/>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131"/>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131"/>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131"/>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131"/>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131"/>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131"/>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3" name="Google Shape;15833;p131"/>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131"/>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131"/>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131"/>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131"/>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131"/>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131"/>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131"/>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1" name="Google Shape;15841;p131"/>
          <p:cNvGrpSpPr/>
          <p:nvPr/>
        </p:nvGrpSpPr>
        <p:grpSpPr>
          <a:xfrm>
            <a:off x="8060455" y="3790075"/>
            <a:ext cx="264076" cy="354623"/>
            <a:chOff x="8060455" y="3790075"/>
            <a:chExt cx="264076" cy="354623"/>
          </a:xfrm>
        </p:grpSpPr>
        <p:sp>
          <p:nvSpPr>
            <p:cNvPr id="15842" name="Google Shape;15842;p131"/>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131"/>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131"/>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131"/>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131"/>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131"/>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131"/>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131"/>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131"/>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131"/>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131"/>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131"/>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131"/>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131"/>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131"/>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131"/>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131"/>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131"/>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131"/>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131"/>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131"/>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131"/>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131"/>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5" name="Google Shape;15865;p131"/>
          <p:cNvGrpSpPr/>
          <p:nvPr/>
        </p:nvGrpSpPr>
        <p:grpSpPr>
          <a:xfrm>
            <a:off x="7614550" y="2879911"/>
            <a:ext cx="263316" cy="354754"/>
            <a:chOff x="7614550" y="2879911"/>
            <a:chExt cx="263316" cy="354754"/>
          </a:xfrm>
        </p:grpSpPr>
        <p:sp>
          <p:nvSpPr>
            <p:cNvPr id="15866" name="Google Shape;15866;p131"/>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131"/>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131"/>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131"/>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0" name="Google Shape;15870;p131"/>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131"/>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131"/>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131"/>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131"/>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131"/>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131"/>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131"/>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131"/>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131"/>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131"/>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131"/>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131"/>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131"/>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131"/>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5" name="Google Shape;15885;p131"/>
          <p:cNvGrpSpPr/>
          <p:nvPr/>
        </p:nvGrpSpPr>
        <p:grpSpPr>
          <a:xfrm>
            <a:off x="4900684" y="4268187"/>
            <a:ext cx="274576" cy="354623"/>
            <a:chOff x="4900684" y="4268187"/>
            <a:chExt cx="274576" cy="354623"/>
          </a:xfrm>
        </p:grpSpPr>
        <p:sp>
          <p:nvSpPr>
            <p:cNvPr id="15886" name="Google Shape;15886;p131"/>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131"/>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131"/>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131"/>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131"/>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131"/>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131"/>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131"/>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131"/>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131"/>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131"/>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131"/>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131"/>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131"/>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131"/>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131"/>
          <p:cNvGrpSpPr/>
          <p:nvPr/>
        </p:nvGrpSpPr>
        <p:grpSpPr>
          <a:xfrm>
            <a:off x="7161654" y="3345794"/>
            <a:ext cx="263343" cy="354754"/>
            <a:chOff x="7161654" y="3345794"/>
            <a:chExt cx="263343" cy="354754"/>
          </a:xfrm>
        </p:grpSpPr>
        <p:sp>
          <p:nvSpPr>
            <p:cNvPr id="15902" name="Google Shape;15902;p131"/>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131"/>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131"/>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131"/>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131"/>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131"/>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131"/>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131"/>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131"/>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131"/>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131"/>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131"/>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131"/>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131"/>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131"/>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131"/>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131"/>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131"/>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131"/>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1" name="Google Shape;15921;p131"/>
          <p:cNvGrpSpPr/>
          <p:nvPr/>
        </p:nvGrpSpPr>
        <p:grpSpPr>
          <a:xfrm>
            <a:off x="6711770" y="3345794"/>
            <a:ext cx="263081" cy="354754"/>
            <a:chOff x="6711770" y="3345794"/>
            <a:chExt cx="263081" cy="354754"/>
          </a:xfrm>
        </p:grpSpPr>
        <p:sp>
          <p:nvSpPr>
            <p:cNvPr id="15922" name="Google Shape;15922;p131"/>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131"/>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131"/>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131"/>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131"/>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131"/>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131"/>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131"/>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131"/>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131"/>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131"/>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131"/>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131"/>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131"/>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131"/>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131"/>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131"/>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39" name="Google Shape;15939;p131"/>
          <p:cNvGrpSpPr/>
          <p:nvPr/>
        </p:nvGrpSpPr>
        <p:grpSpPr>
          <a:xfrm>
            <a:off x="7163409" y="2880251"/>
            <a:ext cx="263316" cy="354414"/>
            <a:chOff x="7163409" y="2880251"/>
            <a:chExt cx="263316" cy="354414"/>
          </a:xfrm>
        </p:grpSpPr>
        <p:sp>
          <p:nvSpPr>
            <p:cNvPr id="15940" name="Google Shape;15940;p131"/>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131"/>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131"/>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131"/>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131"/>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131"/>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131"/>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131"/>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131"/>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131"/>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131"/>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131"/>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2" name="Google Shape;15952;p131"/>
          <p:cNvGrpSpPr/>
          <p:nvPr/>
        </p:nvGrpSpPr>
        <p:grpSpPr>
          <a:xfrm>
            <a:off x="6712032" y="2880172"/>
            <a:ext cx="263316" cy="354493"/>
            <a:chOff x="6712032" y="2880172"/>
            <a:chExt cx="263316" cy="354493"/>
          </a:xfrm>
        </p:grpSpPr>
        <p:sp>
          <p:nvSpPr>
            <p:cNvPr id="15953" name="Google Shape;15953;p131"/>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131"/>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131"/>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131"/>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131"/>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131"/>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131"/>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131"/>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131"/>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131"/>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131"/>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131"/>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131"/>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131"/>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131"/>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131"/>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131"/>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131"/>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131"/>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131"/>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131"/>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4" name="Google Shape;15974;p131"/>
          <p:cNvGrpSpPr/>
          <p:nvPr/>
        </p:nvGrpSpPr>
        <p:grpSpPr>
          <a:xfrm>
            <a:off x="6261624" y="3345794"/>
            <a:ext cx="263316" cy="354754"/>
            <a:chOff x="6261624" y="3345794"/>
            <a:chExt cx="263316" cy="354754"/>
          </a:xfrm>
        </p:grpSpPr>
        <p:sp>
          <p:nvSpPr>
            <p:cNvPr id="15975" name="Google Shape;15975;p131"/>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131"/>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7" name="Google Shape;15977;p131"/>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8" name="Google Shape;15978;p131"/>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131"/>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131"/>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131"/>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131"/>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131"/>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131"/>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131"/>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131"/>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131"/>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8" name="Google Shape;15988;p131"/>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131"/>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131"/>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131"/>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131"/>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131"/>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131"/>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131"/>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131"/>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131"/>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8" name="Google Shape;15998;p131"/>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131"/>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131"/>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131"/>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131"/>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03" name="Google Shape;16003;p131"/>
          <p:cNvSpPr/>
          <p:nvPr/>
        </p:nvSpPr>
        <p:spPr>
          <a:xfrm>
            <a:off x="5880422" y="3363050"/>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004" name="Google Shape;16004;p131"/>
          <p:cNvGrpSpPr/>
          <p:nvPr/>
        </p:nvGrpSpPr>
        <p:grpSpPr>
          <a:xfrm>
            <a:off x="5811739" y="3345794"/>
            <a:ext cx="263316" cy="354754"/>
            <a:chOff x="5811739" y="3345794"/>
            <a:chExt cx="263316" cy="354754"/>
          </a:xfrm>
        </p:grpSpPr>
        <p:sp>
          <p:nvSpPr>
            <p:cNvPr id="16005" name="Google Shape;16005;p131"/>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131"/>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131"/>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131"/>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131"/>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131"/>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131"/>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131"/>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131"/>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131"/>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131"/>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131"/>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131"/>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131"/>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131"/>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131"/>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131"/>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131"/>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131"/>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131"/>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131"/>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26" name="Google Shape;16026;p131"/>
          <p:cNvGrpSpPr/>
          <p:nvPr/>
        </p:nvGrpSpPr>
        <p:grpSpPr>
          <a:xfrm>
            <a:off x="5363818" y="3345794"/>
            <a:ext cx="259074" cy="354493"/>
            <a:chOff x="5363818" y="3345794"/>
            <a:chExt cx="259074" cy="354493"/>
          </a:xfrm>
        </p:grpSpPr>
        <p:sp>
          <p:nvSpPr>
            <p:cNvPr id="16027" name="Google Shape;16027;p131"/>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131"/>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131"/>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131"/>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131"/>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131"/>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131"/>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131"/>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131"/>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131"/>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131"/>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131"/>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9" name="Google Shape;16039;p131"/>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131"/>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131"/>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131"/>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131"/>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131"/>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131"/>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131"/>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131"/>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131"/>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131"/>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131"/>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131"/>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2" name="Google Shape;16052;p131"/>
          <p:cNvGrpSpPr/>
          <p:nvPr/>
        </p:nvGrpSpPr>
        <p:grpSpPr>
          <a:xfrm>
            <a:off x="4912939" y="3345663"/>
            <a:ext cx="261326" cy="354885"/>
            <a:chOff x="4912939" y="3345663"/>
            <a:chExt cx="261326" cy="354885"/>
          </a:xfrm>
        </p:grpSpPr>
        <p:sp>
          <p:nvSpPr>
            <p:cNvPr id="16053" name="Google Shape;16053;p131"/>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131"/>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131"/>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131"/>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131"/>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131"/>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131"/>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131"/>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131"/>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131"/>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131"/>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131"/>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131"/>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131"/>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131"/>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131"/>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131"/>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131"/>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131"/>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131"/>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131"/>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4" name="Google Shape;16074;p131"/>
          <p:cNvGrpSpPr/>
          <p:nvPr/>
        </p:nvGrpSpPr>
        <p:grpSpPr>
          <a:xfrm>
            <a:off x="5809723" y="2879911"/>
            <a:ext cx="263081" cy="355016"/>
            <a:chOff x="5809723" y="2879911"/>
            <a:chExt cx="263081" cy="355016"/>
          </a:xfrm>
        </p:grpSpPr>
        <p:sp>
          <p:nvSpPr>
            <p:cNvPr id="16075" name="Google Shape;16075;p131"/>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131"/>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131"/>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131"/>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131"/>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131"/>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131"/>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131"/>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131"/>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131"/>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131"/>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131"/>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131"/>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131"/>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131"/>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131"/>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131"/>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131"/>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131"/>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131"/>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131"/>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131"/>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7" name="Google Shape;16097;p131"/>
          <p:cNvGrpSpPr/>
          <p:nvPr/>
        </p:nvGrpSpPr>
        <p:grpSpPr>
          <a:xfrm>
            <a:off x="7616069" y="4268056"/>
            <a:ext cx="263316" cy="354754"/>
            <a:chOff x="7616069" y="4268056"/>
            <a:chExt cx="263316" cy="354754"/>
          </a:xfrm>
        </p:grpSpPr>
        <p:sp>
          <p:nvSpPr>
            <p:cNvPr id="16098" name="Google Shape;16098;p131"/>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131"/>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131"/>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131"/>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131"/>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131"/>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131"/>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131"/>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131"/>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131"/>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131"/>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131"/>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131"/>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131"/>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131"/>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131"/>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131"/>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131"/>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131"/>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131"/>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131"/>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9" name="Google Shape;16119;p131"/>
          <p:cNvGrpSpPr/>
          <p:nvPr/>
        </p:nvGrpSpPr>
        <p:grpSpPr>
          <a:xfrm>
            <a:off x="7164404" y="4268318"/>
            <a:ext cx="263316" cy="354493"/>
            <a:chOff x="7164404" y="4268318"/>
            <a:chExt cx="263316" cy="354493"/>
          </a:xfrm>
        </p:grpSpPr>
        <p:sp>
          <p:nvSpPr>
            <p:cNvPr id="16120" name="Google Shape;16120;p131"/>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131"/>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131"/>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131"/>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131"/>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131"/>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131"/>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131"/>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131"/>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131"/>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131"/>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131"/>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131"/>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131"/>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131"/>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131"/>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6" name="Google Shape;16136;p131"/>
          <p:cNvGrpSpPr/>
          <p:nvPr/>
        </p:nvGrpSpPr>
        <p:grpSpPr>
          <a:xfrm>
            <a:off x="5358346" y="2879911"/>
            <a:ext cx="263316" cy="354754"/>
            <a:chOff x="5358346" y="2879911"/>
            <a:chExt cx="263316" cy="354754"/>
          </a:xfrm>
        </p:grpSpPr>
        <p:sp>
          <p:nvSpPr>
            <p:cNvPr id="16137" name="Google Shape;16137;p131"/>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131"/>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131"/>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131"/>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131"/>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131"/>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131"/>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131"/>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131"/>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131"/>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131"/>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131"/>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131"/>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131"/>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131"/>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131"/>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131"/>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131"/>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131"/>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131"/>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131"/>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58" name="Google Shape;16158;p131"/>
          <p:cNvGrpSpPr/>
          <p:nvPr/>
        </p:nvGrpSpPr>
        <p:grpSpPr>
          <a:xfrm>
            <a:off x="8061450" y="3345742"/>
            <a:ext cx="263316" cy="354807"/>
            <a:chOff x="8061450" y="3345742"/>
            <a:chExt cx="263316" cy="354807"/>
          </a:xfrm>
        </p:grpSpPr>
        <p:sp>
          <p:nvSpPr>
            <p:cNvPr id="16159" name="Google Shape;16159;p131"/>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131"/>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131"/>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2" name="Google Shape;16162;p131"/>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131"/>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131"/>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131"/>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131"/>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131"/>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131"/>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131"/>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131"/>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131"/>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131"/>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131"/>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131"/>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5" name="Google Shape;16175;p131"/>
          <p:cNvGrpSpPr/>
          <p:nvPr/>
        </p:nvGrpSpPr>
        <p:grpSpPr>
          <a:xfrm>
            <a:off x="8065953" y="2879911"/>
            <a:ext cx="263081" cy="354754"/>
            <a:chOff x="8065953" y="2879911"/>
            <a:chExt cx="263081" cy="354754"/>
          </a:xfrm>
        </p:grpSpPr>
        <p:sp>
          <p:nvSpPr>
            <p:cNvPr id="16176" name="Google Shape;16176;p131"/>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131"/>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131"/>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131"/>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131"/>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131"/>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131"/>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131"/>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4" name="Google Shape;16184;p131"/>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131"/>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131"/>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131"/>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131"/>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131"/>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131"/>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131"/>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92" name="Google Shape;16192;p131"/>
          <p:cNvGrpSpPr/>
          <p:nvPr/>
        </p:nvGrpSpPr>
        <p:grpSpPr>
          <a:xfrm>
            <a:off x="8064199" y="4268318"/>
            <a:ext cx="270308" cy="354493"/>
            <a:chOff x="8064199" y="4268318"/>
            <a:chExt cx="270308" cy="354493"/>
          </a:xfrm>
        </p:grpSpPr>
        <p:sp>
          <p:nvSpPr>
            <p:cNvPr id="16193" name="Google Shape;16193;p131"/>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131"/>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131"/>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131"/>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131"/>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131"/>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131"/>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131"/>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131"/>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131"/>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131"/>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131"/>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131"/>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131"/>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131"/>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131"/>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131"/>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131"/>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214"/>
        <p:cNvGrpSpPr/>
        <p:nvPr/>
      </p:nvGrpSpPr>
      <p:grpSpPr>
        <a:xfrm>
          <a:off x="0" y="0"/>
          <a:ext cx="0" cy="0"/>
          <a:chOff x="0" y="0"/>
          <a:chExt cx="0" cy="0"/>
        </a:xfrm>
      </p:grpSpPr>
      <p:sp>
        <p:nvSpPr>
          <p:cNvPr id="16215" name="Google Shape;16215;p132"/>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16216" name="Google Shape;16216;p132"/>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16217" name="Google Shape;16217;p132"/>
          <p:cNvGrpSpPr/>
          <p:nvPr/>
        </p:nvGrpSpPr>
        <p:grpSpPr>
          <a:xfrm>
            <a:off x="3511608" y="3348218"/>
            <a:ext cx="381482" cy="366926"/>
            <a:chOff x="3511608" y="3348218"/>
            <a:chExt cx="381482" cy="366926"/>
          </a:xfrm>
        </p:grpSpPr>
        <p:sp>
          <p:nvSpPr>
            <p:cNvPr id="16218" name="Google Shape;16218;p132"/>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132"/>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132"/>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132"/>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132"/>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132"/>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132"/>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132"/>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132"/>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132"/>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132"/>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132"/>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132"/>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132"/>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2" name="Google Shape;16232;p132"/>
          <p:cNvGrpSpPr/>
          <p:nvPr/>
        </p:nvGrpSpPr>
        <p:grpSpPr>
          <a:xfrm>
            <a:off x="1849816" y="3807339"/>
            <a:ext cx="163616" cy="366665"/>
            <a:chOff x="1849816" y="3807339"/>
            <a:chExt cx="163616" cy="366665"/>
          </a:xfrm>
        </p:grpSpPr>
        <p:sp>
          <p:nvSpPr>
            <p:cNvPr id="16233" name="Google Shape;16233;p132"/>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132"/>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132"/>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132"/>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132"/>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132"/>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132"/>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132"/>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132"/>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132"/>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132"/>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132"/>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132"/>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132"/>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7" name="Google Shape;16247;p132"/>
          <p:cNvGrpSpPr/>
          <p:nvPr/>
        </p:nvGrpSpPr>
        <p:grpSpPr>
          <a:xfrm>
            <a:off x="2274757" y="3807313"/>
            <a:ext cx="202292" cy="366430"/>
            <a:chOff x="2274757" y="3807313"/>
            <a:chExt cx="202292" cy="366430"/>
          </a:xfrm>
        </p:grpSpPr>
        <p:sp>
          <p:nvSpPr>
            <p:cNvPr id="16248" name="Google Shape;16248;p132"/>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132"/>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132"/>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132"/>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132"/>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132"/>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132"/>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132"/>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132"/>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132"/>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132"/>
          <p:cNvGrpSpPr/>
          <p:nvPr/>
        </p:nvGrpSpPr>
        <p:grpSpPr>
          <a:xfrm>
            <a:off x="3972716" y="3348218"/>
            <a:ext cx="366404" cy="366665"/>
            <a:chOff x="3972716" y="3348218"/>
            <a:chExt cx="366404" cy="366665"/>
          </a:xfrm>
        </p:grpSpPr>
        <p:sp>
          <p:nvSpPr>
            <p:cNvPr id="16259" name="Google Shape;16259;p132"/>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132"/>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132"/>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132"/>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132"/>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132"/>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132"/>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132"/>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132"/>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132"/>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132"/>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132"/>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1" name="Google Shape;16271;p132"/>
          <p:cNvGrpSpPr/>
          <p:nvPr/>
        </p:nvGrpSpPr>
        <p:grpSpPr>
          <a:xfrm>
            <a:off x="866528" y="3348348"/>
            <a:ext cx="317405" cy="366534"/>
            <a:chOff x="866528" y="3348348"/>
            <a:chExt cx="317405" cy="366534"/>
          </a:xfrm>
        </p:grpSpPr>
        <p:sp>
          <p:nvSpPr>
            <p:cNvPr id="16272" name="Google Shape;16272;p132"/>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132"/>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132"/>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132"/>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132"/>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132"/>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132"/>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132"/>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80" name="Google Shape;16280;p132"/>
          <p:cNvGrpSpPr/>
          <p:nvPr/>
        </p:nvGrpSpPr>
        <p:grpSpPr>
          <a:xfrm>
            <a:off x="1316818" y="3348296"/>
            <a:ext cx="310872" cy="366848"/>
            <a:chOff x="1316818" y="3348296"/>
            <a:chExt cx="310872" cy="366848"/>
          </a:xfrm>
        </p:grpSpPr>
        <p:sp>
          <p:nvSpPr>
            <p:cNvPr id="16281" name="Google Shape;16281;p132"/>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132"/>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132"/>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132"/>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132"/>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132"/>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132"/>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132"/>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132"/>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132"/>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132"/>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132"/>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132"/>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132"/>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132"/>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132"/>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132"/>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132"/>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132"/>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0" name="Google Shape;16300;p132"/>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132"/>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132"/>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132"/>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132"/>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5" name="Google Shape;16305;p132"/>
          <p:cNvGrpSpPr/>
          <p:nvPr/>
        </p:nvGrpSpPr>
        <p:grpSpPr>
          <a:xfrm>
            <a:off x="3105248" y="3348244"/>
            <a:ext cx="305620" cy="366430"/>
            <a:chOff x="3105248" y="3348244"/>
            <a:chExt cx="305620" cy="366430"/>
          </a:xfrm>
        </p:grpSpPr>
        <p:sp>
          <p:nvSpPr>
            <p:cNvPr id="16306" name="Google Shape;16306;p132"/>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132"/>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132"/>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132"/>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132"/>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132"/>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132"/>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3" name="Google Shape;16313;p132"/>
          <p:cNvGrpSpPr/>
          <p:nvPr/>
        </p:nvGrpSpPr>
        <p:grpSpPr>
          <a:xfrm>
            <a:off x="2661988" y="3348218"/>
            <a:ext cx="304078" cy="366665"/>
            <a:chOff x="2661988" y="3348218"/>
            <a:chExt cx="304078" cy="366665"/>
          </a:xfrm>
        </p:grpSpPr>
        <p:sp>
          <p:nvSpPr>
            <p:cNvPr id="16314" name="Google Shape;16314;p132"/>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5" name="Google Shape;16315;p132"/>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132"/>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132"/>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132"/>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132"/>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132"/>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132"/>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132"/>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132"/>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132"/>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132"/>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132"/>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132"/>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132"/>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132"/>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132"/>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132"/>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132"/>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3" name="Google Shape;16333;p132"/>
          <p:cNvGrpSpPr/>
          <p:nvPr/>
        </p:nvGrpSpPr>
        <p:grpSpPr>
          <a:xfrm>
            <a:off x="2212927" y="3348897"/>
            <a:ext cx="307606" cy="366482"/>
            <a:chOff x="2212927" y="3348897"/>
            <a:chExt cx="307606" cy="366482"/>
          </a:xfrm>
        </p:grpSpPr>
        <p:sp>
          <p:nvSpPr>
            <p:cNvPr id="16334" name="Google Shape;16334;p132"/>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132"/>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132"/>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132"/>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132"/>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132"/>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132"/>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132"/>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132"/>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132"/>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4" name="Google Shape;16344;p132"/>
          <p:cNvGrpSpPr/>
          <p:nvPr/>
        </p:nvGrpSpPr>
        <p:grpSpPr>
          <a:xfrm>
            <a:off x="1764389" y="3348218"/>
            <a:ext cx="310114" cy="366665"/>
            <a:chOff x="1764389" y="3348218"/>
            <a:chExt cx="310114" cy="366665"/>
          </a:xfrm>
        </p:grpSpPr>
        <p:sp>
          <p:nvSpPr>
            <p:cNvPr id="16345" name="Google Shape;16345;p132"/>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132"/>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132"/>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132"/>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132"/>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132"/>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132"/>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132"/>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132"/>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132"/>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132"/>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132"/>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132"/>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132"/>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132"/>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132"/>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132"/>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132"/>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132"/>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132"/>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5" name="Google Shape;16365;p132"/>
          <p:cNvGrpSpPr/>
          <p:nvPr/>
        </p:nvGrpSpPr>
        <p:grpSpPr>
          <a:xfrm>
            <a:off x="2777572" y="3807287"/>
            <a:ext cx="81716" cy="366717"/>
            <a:chOff x="2777572" y="3807287"/>
            <a:chExt cx="81716" cy="366717"/>
          </a:xfrm>
        </p:grpSpPr>
        <p:sp>
          <p:nvSpPr>
            <p:cNvPr id="16366" name="Google Shape;16366;p132"/>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132"/>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132"/>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132"/>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132"/>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132"/>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132"/>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132"/>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132"/>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132"/>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132"/>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7" name="Google Shape;16377;p132"/>
          <p:cNvGrpSpPr/>
          <p:nvPr/>
        </p:nvGrpSpPr>
        <p:grpSpPr>
          <a:xfrm>
            <a:off x="3934014" y="4329780"/>
            <a:ext cx="366665" cy="256334"/>
            <a:chOff x="3934014" y="4329780"/>
            <a:chExt cx="366665" cy="256334"/>
          </a:xfrm>
        </p:grpSpPr>
        <p:sp>
          <p:nvSpPr>
            <p:cNvPr id="16378" name="Google Shape;16378;p132"/>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132"/>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132"/>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132"/>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132"/>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132"/>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132"/>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132"/>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132"/>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132"/>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132"/>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132"/>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132"/>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1" name="Google Shape;16391;p132"/>
          <p:cNvGrpSpPr/>
          <p:nvPr/>
        </p:nvGrpSpPr>
        <p:grpSpPr>
          <a:xfrm>
            <a:off x="947670" y="3807339"/>
            <a:ext cx="194295" cy="366404"/>
            <a:chOff x="947670" y="3807339"/>
            <a:chExt cx="194295" cy="366404"/>
          </a:xfrm>
        </p:grpSpPr>
        <p:sp>
          <p:nvSpPr>
            <p:cNvPr id="16392" name="Google Shape;16392;p132"/>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132"/>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132"/>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132"/>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132"/>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132"/>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132"/>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132"/>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132"/>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132"/>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2" name="Google Shape;16402;p132"/>
          <p:cNvGrpSpPr/>
          <p:nvPr/>
        </p:nvGrpSpPr>
        <p:grpSpPr>
          <a:xfrm>
            <a:off x="3420379" y="4286557"/>
            <a:ext cx="368939" cy="342283"/>
            <a:chOff x="3420379" y="4286557"/>
            <a:chExt cx="368939" cy="342283"/>
          </a:xfrm>
        </p:grpSpPr>
        <p:sp>
          <p:nvSpPr>
            <p:cNvPr id="16403" name="Google Shape;16403;p132"/>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132"/>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132"/>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132"/>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132"/>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132"/>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132"/>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132"/>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132"/>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132"/>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132"/>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132"/>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132"/>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132"/>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132"/>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132"/>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9" name="Google Shape;16419;p132"/>
          <p:cNvGrpSpPr/>
          <p:nvPr/>
        </p:nvGrpSpPr>
        <p:grpSpPr>
          <a:xfrm>
            <a:off x="3965190" y="3842252"/>
            <a:ext cx="369801" cy="296813"/>
            <a:chOff x="3965190" y="3842252"/>
            <a:chExt cx="369801" cy="296813"/>
          </a:xfrm>
        </p:grpSpPr>
        <p:sp>
          <p:nvSpPr>
            <p:cNvPr id="16420" name="Google Shape;16420;p132"/>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132"/>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132"/>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132"/>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132"/>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132"/>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132"/>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132"/>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132"/>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132"/>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132"/>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132"/>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132"/>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132"/>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132"/>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132"/>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132"/>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132"/>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132"/>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132"/>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132"/>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1" name="Google Shape;16441;p132"/>
          <p:cNvGrpSpPr/>
          <p:nvPr/>
        </p:nvGrpSpPr>
        <p:grpSpPr>
          <a:xfrm>
            <a:off x="3506590" y="3833812"/>
            <a:ext cx="396796" cy="313407"/>
            <a:chOff x="3506590" y="3833812"/>
            <a:chExt cx="396796" cy="313407"/>
          </a:xfrm>
        </p:grpSpPr>
        <p:sp>
          <p:nvSpPr>
            <p:cNvPr id="16442" name="Google Shape;16442;p132"/>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132"/>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132"/>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45" name="Google Shape;16445;p132"/>
          <p:cNvGrpSpPr/>
          <p:nvPr/>
        </p:nvGrpSpPr>
        <p:grpSpPr>
          <a:xfrm>
            <a:off x="2769288" y="1965364"/>
            <a:ext cx="104556" cy="366665"/>
            <a:chOff x="2769288" y="1965364"/>
            <a:chExt cx="104556" cy="366665"/>
          </a:xfrm>
        </p:grpSpPr>
        <p:sp>
          <p:nvSpPr>
            <p:cNvPr id="16446" name="Google Shape;16446;p132"/>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132"/>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132"/>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132"/>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132"/>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132"/>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132"/>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132"/>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132"/>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132"/>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132"/>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132"/>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132"/>
          <p:cNvGrpSpPr/>
          <p:nvPr/>
        </p:nvGrpSpPr>
        <p:grpSpPr>
          <a:xfrm>
            <a:off x="3966679" y="2010861"/>
            <a:ext cx="367162" cy="275698"/>
            <a:chOff x="3966679" y="2010861"/>
            <a:chExt cx="367162" cy="275698"/>
          </a:xfrm>
        </p:grpSpPr>
        <p:sp>
          <p:nvSpPr>
            <p:cNvPr id="16459" name="Google Shape;16459;p132"/>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132"/>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132"/>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132"/>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3" name="Google Shape;16463;p132"/>
          <p:cNvGrpSpPr/>
          <p:nvPr/>
        </p:nvGrpSpPr>
        <p:grpSpPr>
          <a:xfrm>
            <a:off x="1752577" y="2025495"/>
            <a:ext cx="366404" cy="246220"/>
            <a:chOff x="1752577" y="2025495"/>
            <a:chExt cx="366404" cy="246220"/>
          </a:xfrm>
        </p:grpSpPr>
        <p:sp>
          <p:nvSpPr>
            <p:cNvPr id="16464" name="Google Shape;16464;p132"/>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132"/>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132"/>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132"/>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132"/>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132"/>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132"/>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132"/>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132"/>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132"/>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132"/>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132"/>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132"/>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132"/>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132"/>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132"/>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0" name="Google Shape;16480;p132"/>
          <p:cNvGrpSpPr/>
          <p:nvPr/>
        </p:nvGrpSpPr>
        <p:grpSpPr>
          <a:xfrm>
            <a:off x="1309553" y="2069580"/>
            <a:ext cx="366404" cy="158363"/>
            <a:chOff x="1309553" y="2069580"/>
            <a:chExt cx="366404" cy="158363"/>
          </a:xfrm>
        </p:grpSpPr>
        <p:sp>
          <p:nvSpPr>
            <p:cNvPr id="16481" name="Google Shape;16481;p132"/>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132"/>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3" name="Google Shape;16483;p132"/>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4" name="Google Shape;16484;p132"/>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132"/>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132"/>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132"/>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132"/>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132"/>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132"/>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132"/>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132"/>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132"/>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132"/>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132"/>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132"/>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132"/>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132"/>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132"/>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132"/>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132"/>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132"/>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132"/>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132"/>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132"/>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132"/>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7" name="Google Shape;16507;p132"/>
          <p:cNvGrpSpPr/>
          <p:nvPr/>
        </p:nvGrpSpPr>
        <p:grpSpPr>
          <a:xfrm>
            <a:off x="866528" y="2088762"/>
            <a:ext cx="366639" cy="119635"/>
            <a:chOff x="866528" y="2088762"/>
            <a:chExt cx="366639" cy="119635"/>
          </a:xfrm>
        </p:grpSpPr>
        <p:sp>
          <p:nvSpPr>
            <p:cNvPr id="16508" name="Google Shape;16508;p132"/>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132"/>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132"/>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132"/>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132"/>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132"/>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132"/>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132"/>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132"/>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132"/>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132"/>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132"/>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132"/>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132"/>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2" name="Google Shape;16522;p132"/>
          <p:cNvGrpSpPr/>
          <p:nvPr/>
        </p:nvGrpSpPr>
        <p:grpSpPr>
          <a:xfrm>
            <a:off x="2329269" y="1965312"/>
            <a:ext cx="98807" cy="366273"/>
            <a:chOff x="2329269" y="1965312"/>
            <a:chExt cx="98807" cy="366273"/>
          </a:xfrm>
        </p:grpSpPr>
        <p:sp>
          <p:nvSpPr>
            <p:cNvPr id="16523" name="Google Shape;16523;p132"/>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132"/>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132"/>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6" name="Google Shape;16526;p132"/>
          <p:cNvGrpSpPr/>
          <p:nvPr/>
        </p:nvGrpSpPr>
        <p:grpSpPr>
          <a:xfrm>
            <a:off x="3208053" y="1964972"/>
            <a:ext cx="112344" cy="366926"/>
            <a:chOff x="3208053" y="1964972"/>
            <a:chExt cx="112344" cy="366926"/>
          </a:xfrm>
        </p:grpSpPr>
        <p:sp>
          <p:nvSpPr>
            <p:cNvPr id="16527" name="Google Shape;16527;p132"/>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132"/>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132"/>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132"/>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132"/>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132"/>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3" name="Google Shape;16533;p132"/>
          <p:cNvGrpSpPr/>
          <p:nvPr/>
        </p:nvGrpSpPr>
        <p:grpSpPr>
          <a:xfrm>
            <a:off x="3225379" y="3807339"/>
            <a:ext cx="72413" cy="366404"/>
            <a:chOff x="3225379" y="3807339"/>
            <a:chExt cx="72413" cy="366404"/>
          </a:xfrm>
        </p:grpSpPr>
        <p:sp>
          <p:nvSpPr>
            <p:cNvPr id="16534" name="Google Shape;16534;p132"/>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132"/>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132"/>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132"/>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132"/>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132"/>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132"/>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132"/>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2" name="Google Shape;16542;p132"/>
          <p:cNvGrpSpPr/>
          <p:nvPr/>
        </p:nvGrpSpPr>
        <p:grpSpPr>
          <a:xfrm>
            <a:off x="3523916" y="2011096"/>
            <a:ext cx="366665" cy="275201"/>
            <a:chOff x="3523916" y="2011096"/>
            <a:chExt cx="366665" cy="275201"/>
          </a:xfrm>
        </p:grpSpPr>
        <p:sp>
          <p:nvSpPr>
            <p:cNvPr id="16543" name="Google Shape;16543;p132"/>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132"/>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132"/>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132"/>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132"/>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132"/>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132"/>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132"/>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132"/>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132"/>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132"/>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132"/>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132"/>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132"/>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132"/>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132"/>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132"/>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132"/>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132"/>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132"/>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3" name="Google Shape;16563;p132"/>
          <p:cNvGrpSpPr/>
          <p:nvPr/>
        </p:nvGrpSpPr>
        <p:grpSpPr>
          <a:xfrm>
            <a:off x="1742777" y="1499997"/>
            <a:ext cx="393791" cy="366744"/>
            <a:chOff x="1742777" y="1499997"/>
            <a:chExt cx="393791" cy="366744"/>
          </a:xfrm>
        </p:grpSpPr>
        <p:sp>
          <p:nvSpPr>
            <p:cNvPr id="16564" name="Google Shape;16564;p132"/>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132"/>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132"/>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132"/>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132"/>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132"/>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132"/>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132"/>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132"/>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132"/>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132"/>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132"/>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132"/>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132"/>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8" name="Google Shape;16578;p132"/>
          <p:cNvGrpSpPr/>
          <p:nvPr/>
        </p:nvGrpSpPr>
        <p:grpSpPr>
          <a:xfrm>
            <a:off x="4014449" y="1499997"/>
            <a:ext cx="319914" cy="366639"/>
            <a:chOff x="4014449" y="1499997"/>
            <a:chExt cx="319914" cy="366639"/>
          </a:xfrm>
        </p:grpSpPr>
        <p:sp>
          <p:nvSpPr>
            <p:cNvPr id="16579" name="Google Shape;16579;p132"/>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132"/>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132"/>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132"/>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132"/>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132"/>
          <p:cNvGrpSpPr/>
          <p:nvPr/>
        </p:nvGrpSpPr>
        <p:grpSpPr>
          <a:xfrm>
            <a:off x="866267" y="1591460"/>
            <a:ext cx="367397" cy="183711"/>
            <a:chOff x="866267" y="1591460"/>
            <a:chExt cx="367397" cy="183711"/>
          </a:xfrm>
        </p:grpSpPr>
        <p:sp>
          <p:nvSpPr>
            <p:cNvPr id="16585" name="Google Shape;16585;p132"/>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132"/>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132"/>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132"/>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132"/>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132"/>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132"/>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132"/>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132"/>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132"/>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132"/>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132"/>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132"/>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132"/>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132"/>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132"/>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132"/>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132"/>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3" name="Google Shape;16603;p132"/>
          <p:cNvGrpSpPr/>
          <p:nvPr/>
        </p:nvGrpSpPr>
        <p:grpSpPr>
          <a:xfrm>
            <a:off x="3117843" y="1499892"/>
            <a:ext cx="327440" cy="366744"/>
            <a:chOff x="3117843" y="1499892"/>
            <a:chExt cx="327440" cy="366744"/>
          </a:xfrm>
        </p:grpSpPr>
        <p:sp>
          <p:nvSpPr>
            <p:cNvPr id="16604" name="Google Shape;16604;p132"/>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132"/>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132"/>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132"/>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132"/>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132"/>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132"/>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1" name="Google Shape;16611;p132"/>
          <p:cNvGrpSpPr/>
          <p:nvPr/>
        </p:nvGrpSpPr>
        <p:grpSpPr>
          <a:xfrm>
            <a:off x="2667005" y="1499997"/>
            <a:ext cx="336770" cy="366639"/>
            <a:chOff x="2667005" y="1499997"/>
            <a:chExt cx="336770" cy="366639"/>
          </a:xfrm>
        </p:grpSpPr>
        <p:sp>
          <p:nvSpPr>
            <p:cNvPr id="16612" name="Google Shape;16612;p132"/>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132"/>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132"/>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132"/>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132"/>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132"/>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132"/>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132"/>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132"/>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132"/>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132"/>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132"/>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132"/>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132"/>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132"/>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132"/>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132"/>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132"/>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132"/>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1" name="Google Shape;16631;p132"/>
          <p:cNvGrpSpPr/>
          <p:nvPr/>
        </p:nvGrpSpPr>
        <p:grpSpPr>
          <a:xfrm>
            <a:off x="3564866" y="1499997"/>
            <a:ext cx="326473" cy="366639"/>
            <a:chOff x="3564866" y="1499997"/>
            <a:chExt cx="326473" cy="366639"/>
          </a:xfrm>
        </p:grpSpPr>
        <p:sp>
          <p:nvSpPr>
            <p:cNvPr id="16632" name="Google Shape;16632;p132"/>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3" name="Google Shape;16633;p132"/>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132"/>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132"/>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132"/>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132"/>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132"/>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132"/>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132"/>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1" name="Google Shape;16641;p132"/>
          <p:cNvGrpSpPr/>
          <p:nvPr/>
        </p:nvGrpSpPr>
        <p:grpSpPr>
          <a:xfrm>
            <a:off x="1314074" y="1499997"/>
            <a:ext cx="364392" cy="366639"/>
            <a:chOff x="1314074" y="1499997"/>
            <a:chExt cx="364392" cy="366639"/>
          </a:xfrm>
        </p:grpSpPr>
        <p:sp>
          <p:nvSpPr>
            <p:cNvPr id="16642" name="Google Shape;16642;p132"/>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132"/>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132"/>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132"/>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132"/>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132"/>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132"/>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132"/>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132"/>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132"/>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132"/>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132"/>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4" name="Google Shape;16654;p132"/>
          <p:cNvGrpSpPr/>
          <p:nvPr/>
        </p:nvGrpSpPr>
        <p:grpSpPr>
          <a:xfrm>
            <a:off x="2220479" y="1499997"/>
            <a:ext cx="337005" cy="366639"/>
            <a:chOff x="2220479" y="1499997"/>
            <a:chExt cx="337005" cy="366639"/>
          </a:xfrm>
        </p:grpSpPr>
        <p:sp>
          <p:nvSpPr>
            <p:cNvPr id="16655" name="Google Shape;16655;p132"/>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132"/>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132"/>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132"/>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132"/>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132"/>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132"/>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132"/>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132"/>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132"/>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132"/>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6" name="Google Shape;16666;p132"/>
          <p:cNvGrpSpPr/>
          <p:nvPr/>
        </p:nvGrpSpPr>
        <p:grpSpPr>
          <a:xfrm>
            <a:off x="4105155" y="2425976"/>
            <a:ext cx="87230" cy="366430"/>
            <a:chOff x="4105155" y="2425976"/>
            <a:chExt cx="87230" cy="366430"/>
          </a:xfrm>
        </p:grpSpPr>
        <p:sp>
          <p:nvSpPr>
            <p:cNvPr id="16667" name="Google Shape;16667;p132"/>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132"/>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132"/>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132"/>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132"/>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2" name="Google Shape;16672;p132"/>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3" name="Google Shape;16673;p132"/>
          <p:cNvGrpSpPr/>
          <p:nvPr/>
        </p:nvGrpSpPr>
        <p:grpSpPr>
          <a:xfrm>
            <a:off x="1808109" y="2426002"/>
            <a:ext cx="267884" cy="366639"/>
            <a:chOff x="1808109" y="2426002"/>
            <a:chExt cx="267884" cy="366639"/>
          </a:xfrm>
        </p:grpSpPr>
        <p:sp>
          <p:nvSpPr>
            <p:cNvPr id="16674" name="Google Shape;16674;p132"/>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132"/>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132"/>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132"/>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132"/>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132"/>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132"/>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132"/>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132"/>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132"/>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132"/>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132"/>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132"/>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132"/>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132"/>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132"/>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132"/>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132"/>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132"/>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132"/>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132"/>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95" name="Google Shape;16695;p132"/>
          <p:cNvGrpSpPr/>
          <p:nvPr/>
        </p:nvGrpSpPr>
        <p:grpSpPr>
          <a:xfrm>
            <a:off x="3603568" y="2426002"/>
            <a:ext cx="207597" cy="366639"/>
            <a:chOff x="3603568" y="2426002"/>
            <a:chExt cx="207597" cy="366639"/>
          </a:xfrm>
        </p:grpSpPr>
        <p:sp>
          <p:nvSpPr>
            <p:cNvPr id="16696" name="Google Shape;16696;p132"/>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132"/>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132"/>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132"/>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132"/>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132"/>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132"/>
          <p:cNvGrpSpPr/>
          <p:nvPr/>
        </p:nvGrpSpPr>
        <p:grpSpPr>
          <a:xfrm>
            <a:off x="2246115" y="2426002"/>
            <a:ext cx="274417" cy="366404"/>
            <a:chOff x="2246115" y="2426002"/>
            <a:chExt cx="274417" cy="366404"/>
          </a:xfrm>
        </p:grpSpPr>
        <p:sp>
          <p:nvSpPr>
            <p:cNvPr id="16703" name="Google Shape;16703;p132"/>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132"/>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132"/>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132"/>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132"/>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132"/>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132"/>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0" name="Google Shape;16710;p132"/>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1" name="Google Shape;16711;p132"/>
          <p:cNvGrpSpPr/>
          <p:nvPr/>
        </p:nvGrpSpPr>
        <p:grpSpPr>
          <a:xfrm>
            <a:off x="2696666" y="2426002"/>
            <a:ext cx="256099" cy="366639"/>
            <a:chOff x="2696666" y="2426002"/>
            <a:chExt cx="256099" cy="366639"/>
          </a:xfrm>
        </p:grpSpPr>
        <p:sp>
          <p:nvSpPr>
            <p:cNvPr id="16712" name="Google Shape;16712;p132"/>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132"/>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132"/>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132"/>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132"/>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132"/>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8" name="Google Shape;16718;p132"/>
          <p:cNvGrpSpPr/>
          <p:nvPr/>
        </p:nvGrpSpPr>
        <p:grpSpPr>
          <a:xfrm>
            <a:off x="3149072" y="2426002"/>
            <a:ext cx="225863" cy="366430"/>
            <a:chOff x="3149072" y="2426002"/>
            <a:chExt cx="225863" cy="366430"/>
          </a:xfrm>
        </p:grpSpPr>
        <p:sp>
          <p:nvSpPr>
            <p:cNvPr id="16719" name="Google Shape;16719;p132"/>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132"/>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132"/>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132"/>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132"/>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4" name="Google Shape;16724;p132"/>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5" name="Google Shape;16725;p132"/>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132"/>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132"/>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132"/>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132"/>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0" name="Google Shape;16730;p132"/>
          <p:cNvGrpSpPr/>
          <p:nvPr/>
        </p:nvGrpSpPr>
        <p:grpSpPr>
          <a:xfrm>
            <a:off x="1361556" y="2425923"/>
            <a:ext cx="283224" cy="366482"/>
            <a:chOff x="1361556" y="2425923"/>
            <a:chExt cx="283224" cy="366482"/>
          </a:xfrm>
        </p:grpSpPr>
        <p:sp>
          <p:nvSpPr>
            <p:cNvPr id="16731" name="Google Shape;16731;p132"/>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132"/>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132"/>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132"/>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132"/>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132"/>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7" name="Google Shape;16737;p132"/>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8" name="Google Shape;16738;p132"/>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132"/>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132"/>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132"/>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132"/>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132"/>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132"/>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132"/>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132"/>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132"/>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132"/>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132"/>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132"/>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1" name="Google Shape;16751;p132"/>
          <p:cNvGrpSpPr/>
          <p:nvPr/>
        </p:nvGrpSpPr>
        <p:grpSpPr>
          <a:xfrm>
            <a:off x="3973735" y="2891056"/>
            <a:ext cx="361883" cy="366979"/>
            <a:chOff x="3973735" y="2891056"/>
            <a:chExt cx="361883" cy="366979"/>
          </a:xfrm>
        </p:grpSpPr>
        <p:sp>
          <p:nvSpPr>
            <p:cNvPr id="16752" name="Google Shape;16752;p132"/>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132"/>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132"/>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132"/>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6" name="Google Shape;16756;p132"/>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7" name="Google Shape;16757;p132"/>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132"/>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132"/>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132"/>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132"/>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132"/>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132"/>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132"/>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132"/>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6" name="Google Shape;16766;p132"/>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7" name="Google Shape;16767;p132"/>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132"/>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9" name="Google Shape;16769;p132"/>
          <p:cNvGrpSpPr/>
          <p:nvPr/>
        </p:nvGrpSpPr>
        <p:grpSpPr>
          <a:xfrm>
            <a:off x="3527941" y="2916744"/>
            <a:ext cx="366665" cy="315654"/>
            <a:chOff x="3527941" y="2916744"/>
            <a:chExt cx="366665" cy="315654"/>
          </a:xfrm>
        </p:grpSpPr>
        <p:sp>
          <p:nvSpPr>
            <p:cNvPr id="16770" name="Google Shape;16770;p132"/>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132"/>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132"/>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132"/>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132"/>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132"/>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132"/>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132"/>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132"/>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132"/>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132"/>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132"/>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132"/>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132"/>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4" name="Google Shape;16784;p132"/>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5" name="Google Shape;16785;p132"/>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132"/>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132"/>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132"/>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132"/>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132"/>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132"/>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132"/>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132"/>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132"/>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132"/>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132"/>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132"/>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132"/>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132"/>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0" name="Google Shape;16800;p132"/>
          <p:cNvGrpSpPr/>
          <p:nvPr/>
        </p:nvGrpSpPr>
        <p:grpSpPr>
          <a:xfrm>
            <a:off x="2640873" y="2891631"/>
            <a:ext cx="366404" cy="366404"/>
            <a:chOff x="2640873" y="2891631"/>
            <a:chExt cx="366404" cy="366404"/>
          </a:xfrm>
        </p:grpSpPr>
        <p:sp>
          <p:nvSpPr>
            <p:cNvPr id="16801" name="Google Shape;16801;p132"/>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2" name="Google Shape;16802;p132"/>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132"/>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132"/>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132"/>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132"/>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132"/>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132"/>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132"/>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132"/>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132"/>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132"/>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3" name="Google Shape;16813;p132"/>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4" name="Google Shape;16814;p132"/>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5" name="Google Shape;16815;p132"/>
          <p:cNvGrpSpPr/>
          <p:nvPr/>
        </p:nvGrpSpPr>
        <p:grpSpPr>
          <a:xfrm>
            <a:off x="2197091" y="2938120"/>
            <a:ext cx="366665" cy="273189"/>
            <a:chOff x="2197091" y="2938120"/>
            <a:chExt cx="366665" cy="273189"/>
          </a:xfrm>
        </p:grpSpPr>
        <p:sp>
          <p:nvSpPr>
            <p:cNvPr id="16816" name="Google Shape;16816;p132"/>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132"/>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132"/>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132"/>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132"/>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132"/>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132"/>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132"/>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132"/>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132"/>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132"/>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7" name="Google Shape;16827;p132"/>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8" name="Google Shape;16828;p132"/>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132"/>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132"/>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132"/>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132"/>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132"/>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132"/>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132"/>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132"/>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132"/>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132"/>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132"/>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40" name="Google Shape;16840;p132"/>
          <p:cNvGrpSpPr/>
          <p:nvPr/>
        </p:nvGrpSpPr>
        <p:grpSpPr>
          <a:xfrm>
            <a:off x="1753570" y="2892127"/>
            <a:ext cx="366665" cy="365202"/>
            <a:chOff x="1753570" y="2892127"/>
            <a:chExt cx="366665" cy="365202"/>
          </a:xfrm>
        </p:grpSpPr>
        <p:sp>
          <p:nvSpPr>
            <p:cNvPr id="16841" name="Google Shape;16841;p132"/>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132"/>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132"/>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132"/>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132"/>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132"/>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132"/>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132"/>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132"/>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132"/>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132"/>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132"/>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132"/>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132"/>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132"/>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132"/>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132"/>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132"/>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59" name="Google Shape;16859;p132"/>
          <p:cNvGrpSpPr/>
          <p:nvPr/>
        </p:nvGrpSpPr>
        <p:grpSpPr>
          <a:xfrm>
            <a:off x="1303751" y="3807339"/>
            <a:ext cx="367684" cy="366561"/>
            <a:chOff x="1303751" y="3807339"/>
            <a:chExt cx="367684" cy="366561"/>
          </a:xfrm>
        </p:grpSpPr>
        <p:sp>
          <p:nvSpPr>
            <p:cNvPr id="16860" name="Google Shape;16860;p132"/>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132"/>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132"/>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132"/>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132"/>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132"/>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132"/>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132"/>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8" name="Google Shape;16868;p132"/>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9" name="Google Shape;16869;p132"/>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132"/>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132"/>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132"/>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132"/>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4" name="Google Shape;16874;p132"/>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5" name="Google Shape;16875;p132"/>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132"/>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132"/>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132"/>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132"/>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132"/>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132"/>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132"/>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132"/>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132"/>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132"/>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132"/>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132"/>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132"/>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132"/>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132"/>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132"/>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132"/>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3" name="Google Shape;16893;p132"/>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4" name="Google Shape;16894;p132"/>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132"/>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132"/>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132"/>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132"/>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132"/>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132"/>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01" name="Google Shape;16901;p132"/>
          <p:cNvSpPr/>
          <p:nvPr/>
        </p:nvSpPr>
        <p:spPr>
          <a:xfrm>
            <a:off x="1321365" y="2905951"/>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02" name="Google Shape;16902;p132"/>
          <p:cNvGrpSpPr/>
          <p:nvPr/>
        </p:nvGrpSpPr>
        <p:grpSpPr>
          <a:xfrm>
            <a:off x="1310049" y="2891421"/>
            <a:ext cx="384749" cy="366613"/>
            <a:chOff x="1310049" y="2891421"/>
            <a:chExt cx="384749" cy="366613"/>
          </a:xfrm>
        </p:grpSpPr>
        <p:sp>
          <p:nvSpPr>
            <p:cNvPr id="16903" name="Google Shape;16903;p132"/>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132"/>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132"/>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132"/>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132"/>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132"/>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132"/>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132"/>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132"/>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132"/>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132"/>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132"/>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132"/>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132"/>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7" name="Google Shape;16917;p132"/>
          <p:cNvGrpSpPr/>
          <p:nvPr/>
        </p:nvGrpSpPr>
        <p:grpSpPr>
          <a:xfrm>
            <a:off x="849673" y="2891343"/>
            <a:ext cx="383468" cy="366665"/>
            <a:chOff x="849673" y="2891343"/>
            <a:chExt cx="383468" cy="366665"/>
          </a:xfrm>
        </p:grpSpPr>
        <p:sp>
          <p:nvSpPr>
            <p:cNvPr id="16918" name="Google Shape;16918;p132"/>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132"/>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132"/>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132"/>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132"/>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132"/>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132"/>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132"/>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132"/>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132"/>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132"/>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132"/>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30" name="Google Shape;16930;p132"/>
          <p:cNvGrpSpPr/>
          <p:nvPr/>
        </p:nvGrpSpPr>
        <p:grpSpPr>
          <a:xfrm>
            <a:off x="920257" y="2426002"/>
            <a:ext cx="278024" cy="366508"/>
            <a:chOff x="920257" y="2426002"/>
            <a:chExt cx="278024" cy="366508"/>
          </a:xfrm>
        </p:grpSpPr>
        <p:sp>
          <p:nvSpPr>
            <p:cNvPr id="16931" name="Google Shape;16931;p132"/>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132"/>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132"/>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132"/>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132"/>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132"/>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132"/>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132"/>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132"/>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132"/>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132"/>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132"/>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3" name="Google Shape;16943;p132"/>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4" name="Google Shape;16944;p132"/>
          <p:cNvGrpSpPr/>
          <p:nvPr/>
        </p:nvGrpSpPr>
        <p:grpSpPr>
          <a:xfrm>
            <a:off x="866528" y="4274484"/>
            <a:ext cx="349810" cy="366665"/>
            <a:chOff x="866528" y="4274484"/>
            <a:chExt cx="349810" cy="366665"/>
          </a:xfrm>
        </p:grpSpPr>
        <p:sp>
          <p:nvSpPr>
            <p:cNvPr id="16945" name="Google Shape;16945;p132"/>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132"/>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132"/>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132"/>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132"/>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132"/>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132"/>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132"/>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132"/>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132"/>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5" name="Google Shape;16955;p132"/>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6" name="Google Shape;16956;p132"/>
          <p:cNvGrpSpPr/>
          <p:nvPr/>
        </p:nvGrpSpPr>
        <p:grpSpPr>
          <a:xfrm>
            <a:off x="1388708" y="4274484"/>
            <a:ext cx="330210" cy="366665"/>
            <a:chOff x="1388708" y="4274484"/>
            <a:chExt cx="330210" cy="366665"/>
          </a:xfrm>
        </p:grpSpPr>
        <p:sp>
          <p:nvSpPr>
            <p:cNvPr id="16957" name="Google Shape;16957;p132"/>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132"/>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132"/>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132"/>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132"/>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132"/>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132"/>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132"/>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132"/>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132"/>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132"/>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132"/>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132"/>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132"/>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132"/>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2" name="Google Shape;16972;p132"/>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3" name="Google Shape;16973;p132"/>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132"/>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132"/>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132"/>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7" name="Google Shape;16977;p132"/>
          <p:cNvGrpSpPr/>
          <p:nvPr/>
        </p:nvGrpSpPr>
        <p:grpSpPr>
          <a:xfrm>
            <a:off x="1874694" y="4293326"/>
            <a:ext cx="375446" cy="328982"/>
            <a:chOff x="1874694" y="4293326"/>
            <a:chExt cx="375446" cy="328982"/>
          </a:xfrm>
        </p:grpSpPr>
        <p:sp>
          <p:nvSpPr>
            <p:cNvPr id="16978" name="Google Shape;16978;p132"/>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9" name="Google Shape;16979;p132"/>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132"/>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132"/>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132"/>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132"/>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132"/>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132"/>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6" name="Google Shape;16986;p132"/>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7" name="Google Shape;16987;p132"/>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132"/>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132"/>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132"/>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132"/>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132"/>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132"/>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132"/>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132"/>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132"/>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132"/>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132"/>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9" name="Google Shape;16999;p132"/>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00" name="Google Shape;17000;p132"/>
          <p:cNvGrpSpPr/>
          <p:nvPr/>
        </p:nvGrpSpPr>
        <p:grpSpPr>
          <a:xfrm>
            <a:off x="2396116" y="4293090"/>
            <a:ext cx="366665" cy="329714"/>
            <a:chOff x="2396116" y="4293090"/>
            <a:chExt cx="366665" cy="329714"/>
          </a:xfrm>
        </p:grpSpPr>
        <p:sp>
          <p:nvSpPr>
            <p:cNvPr id="17001" name="Google Shape;17001;p132"/>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132"/>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132"/>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132"/>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132"/>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132"/>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132"/>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132"/>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132"/>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132"/>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132"/>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132"/>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132"/>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132"/>
          <p:cNvGrpSpPr/>
          <p:nvPr/>
        </p:nvGrpSpPr>
        <p:grpSpPr>
          <a:xfrm>
            <a:off x="2908757" y="4289824"/>
            <a:ext cx="367162" cy="336116"/>
            <a:chOff x="2908757" y="4289824"/>
            <a:chExt cx="367162" cy="336116"/>
          </a:xfrm>
        </p:grpSpPr>
        <p:sp>
          <p:nvSpPr>
            <p:cNvPr id="17015" name="Google Shape;17015;p132"/>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132"/>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132"/>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132"/>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132"/>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132"/>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1" name="Google Shape;17021;p132"/>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2" name="Google Shape;17022;p132"/>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132"/>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132"/>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132"/>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6" name="Google Shape;17026;p132"/>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7" name="Google Shape;17027;p132"/>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132"/>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132"/>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132"/>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1" name="Google Shape;17031;p132"/>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2" name="Google Shape;17032;p132"/>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132"/>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132"/>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5" name="Google Shape;17035;p132"/>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6" name="Google Shape;17036;p132"/>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132"/>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132"/>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132"/>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132"/>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132"/>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2" name="Google Shape;17042;p132"/>
          <p:cNvGrpSpPr/>
          <p:nvPr/>
        </p:nvGrpSpPr>
        <p:grpSpPr>
          <a:xfrm>
            <a:off x="3082408" y="2919540"/>
            <a:ext cx="368651" cy="310350"/>
            <a:chOff x="3082408" y="2919540"/>
            <a:chExt cx="368651" cy="310350"/>
          </a:xfrm>
        </p:grpSpPr>
        <p:sp>
          <p:nvSpPr>
            <p:cNvPr id="17043" name="Google Shape;17043;p132"/>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132"/>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132"/>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6" name="Google Shape;17046;p132"/>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7" name="Google Shape;17047;p132"/>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132"/>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9" name="Google Shape;17049;p132"/>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0" name="Google Shape;17050;p132"/>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1" name="Google Shape;17051;p132"/>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132"/>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132"/>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132"/>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55" name="Google Shape;17055;p132"/>
          <p:cNvGrpSpPr/>
          <p:nvPr/>
        </p:nvGrpSpPr>
        <p:grpSpPr>
          <a:xfrm>
            <a:off x="7069130" y="2424800"/>
            <a:ext cx="366169" cy="360498"/>
            <a:chOff x="7069130" y="2424800"/>
            <a:chExt cx="366169" cy="360498"/>
          </a:xfrm>
        </p:grpSpPr>
        <p:sp>
          <p:nvSpPr>
            <p:cNvPr id="17056" name="Google Shape;17056;p132"/>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132"/>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132"/>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132"/>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132"/>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132"/>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132"/>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3" name="Google Shape;17063;p132"/>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4" name="Google Shape;17064;p132"/>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5" name="Google Shape;17065;p132"/>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132"/>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132"/>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8" name="Google Shape;17068;p132"/>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9" name="Google Shape;17069;p132"/>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0" name="Google Shape;17070;p132"/>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1" name="Google Shape;17071;p132"/>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132"/>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3" name="Google Shape;17073;p132"/>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4" name="Google Shape;17074;p132"/>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132"/>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6" name="Google Shape;17076;p132"/>
          <p:cNvGrpSpPr/>
          <p:nvPr/>
        </p:nvGrpSpPr>
        <p:grpSpPr>
          <a:xfrm>
            <a:off x="4885655" y="2424721"/>
            <a:ext cx="281473" cy="360629"/>
            <a:chOff x="4885655" y="2424721"/>
            <a:chExt cx="281473" cy="360629"/>
          </a:xfrm>
        </p:grpSpPr>
        <p:sp>
          <p:nvSpPr>
            <p:cNvPr id="17077" name="Google Shape;17077;p132"/>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8" name="Google Shape;17078;p132"/>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132"/>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0" name="Google Shape;17080;p132"/>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1" name="Google Shape;17081;p132"/>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2" name="Google Shape;17082;p132"/>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132"/>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132"/>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132"/>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132"/>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7" name="Google Shape;17087;p132"/>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8" name="Google Shape;17088;p132"/>
          <p:cNvGrpSpPr/>
          <p:nvPr/>
        </p:nvGrpSpPr>
        <p:grpSpPr>
          <a:xfrm>
            <a:off x="6625609" y="2446777"/>
            <a:ext cx="364130" cy="316726"/>
            <a:chOff x="6625609" y="2446777"/>
            <a:chExt cx="364130" cy="316726"/>
          </a:xfrm>
        </p:grpSpPr>
        <p:sp>
          <p:nvSpPr>
            <p:cNvPr id="17089" name="Google Shape;17089;p132"/>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132"/>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1" name="Google Shape;17091;p132"/>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2" name="Google Shape;17092;p132"/>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3" name="Google Shape;17093;p132"/>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132"/>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5" name="Google Shape;17095;p132"/>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6" name="Google Shape;17096;p132"/>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132"/>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8" name="Google Shape;17098;p132"/>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9" name="Google Shape;17099;p132"/>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132"/>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01" name="Google Shape;17101;p132"/>
          <p:cNvGrpSpPr/>
          <p:nvPr/>
        </p:nvGrpSpPr>
        <p:grpSpPr>
          <a:xfrm>
            <a:off x="5757644" y="2012350"/>
            <a:ext cx="360628" cy="298825"/>
            <a:chOff x="5757644" y="2012350"/>
            <a:chExt cx="360628" cy="298825"/>
          </a:xfrm>
        </p:grpSpPr>
        <p:sp>
          <p:nvSpPr>
            <p:cNvPr id="17102" name="Google Shape;17102;p132"/>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3" name="Google Shape;17103;p132"/>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4" name="Google Shape;17104;p132"/>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5" name="Google Shape;17105;p132"/>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6" name="Google Shape;17106;p132"/>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7" name="Google Shape;17107;p132"/>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8" name="Google Shape;17108;p132"/>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9" name="Google Shape;17109;p132"/>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0" name="Google Shape;17110;p132"/>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1" name="Google Shape;17111;p132"/>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2" name="Google Shape;17112;p132"/>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3" name="Google Shape;17113;p132"/>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4" name="Google Shape;17114;p132"/>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5" name="Google Shape;17115;p132"/>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6" name="Google Shape;17116;p132"/>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7" name="Google Shape;17117;p132"/>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8" name="Google Shape;17118;p132"/>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9" name="Google Shape;17119;p132"/>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0" name="Google Shape;17120;p132"/>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1" name="Google Shape;17121;p132"/>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2" name="Google Shape;17122;p132"/>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3" name="Google Shape;17123;p132"/>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24" name="Google Shape;17124;p132"/>
          <p:cNvGrpSpPr/>
          <p:nvPr/>
        </p:nvGrpSpPr>
        <p:grpSpPr>
          <a:xfrm>
            <a:off x="5317625" y="1983474"/>
            <a:ext cx="360628" cy="356839"/>
            <a:chOff x="5317625" y="1983474"/>
            <a:chExt cx="360628" cy="356839"/>
          </a:xfrm>
        </p:grpSpPr>
        <p:sp>
          <p:nvSpPr>
            <p:cNvPr id="17125" name="Google Shape;17125;p132"/>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6" name="Google Shape;17126;p132"/>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7" name="Google Shape;17127;p132"/>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8" name="Google Shape;17128;p132"/>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9" name="Google Shape;17129;p132"/>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0" name="Google Shape;17130;p132"/>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1" name="Google Shape;17131;p132"/>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2" name="Google Shape;17132;p132"/>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3" name="Google Shape;17133;p132"/>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4" name="Google Shape;17134;p132"/>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5" name="Google Shape;17135;p132"/>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6" name="Google Shape;17136;p132"/>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7" name="Google Shape;17137;p132"/>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8" name="Google Shape;17138;p132"/>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9" name="Google Shape;17139;p132"/>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0" name="Google Shape;17140;p132"/>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1" name="Google Shape;17141;p132"/>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2" name="Google Shape;17142;p132"/>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3" name="Google Shape;17143;p132"/>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44" name="Google Shape;17144;p132"/>
          <p:cNvGrpSpPr/>
          <p:nvPr/>
        </p:nvGrpSpPr>
        <p:grpSpPr>
          <a:xfrm>
            <a:off x="6181827" y="2463685"/>
            <a:ext cx="360629" cy="282989"/>
            <a:chOff x="6181827" y="2463685"/>
            <a:chExt cx="360629" cy="282989"/>
          </a:xfrm>
        </p:grpSpPr>
        <p:sp>
          <p:nvSpPr>
            <p:cNvPr id="17145" name="Google Shape;17145;p132"/>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6" name="Google Shape;17146;p132"/>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7" name="Google Shape;17147;p132"/>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8" name="Google Shape;17148;p132"/>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9" name="Google Shape;17149;p132"/>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0" name="Google Shape;17150;p132"/>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1" name="Google Shape;17151;p132"/>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2" name="Google Shape;17152;p132"/>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3" name="Google Shape;17153;p132"/>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4" name="Google Shape;17154;p132"/>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5" name="Google Shape;17155;p132"/>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56" name="Google Shape;17156;p132"/>
          <p:cNvGrpSpPr/>
          <p:nvPr/>
        </p:nvGrpSpPr>
        <p:grpSpPr>
          <a:xfrm>
            <a:off x="5346292" y="3340691"/>
            <a:ext cx="291247" cy="360628"/>
            <a:chOff x="5346292" y="3340691"/>
            <a:chExt cx="291247" cy="360628"/>
          </a:xfrm>
        </p:grpSpPr>
        <p:sp>
          <p:nvSpPr>
            <p:cNvPr id="17157" name="Google Shape;17157;p132"/>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8" name="Google Shape;17158;p132"/>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9" name="Google Shape;17159;p132"/>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0" name="Google Shape;17160;p132"/>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1" name="Google Shape;17161;p132"/>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2" name="Google Shape;17162;p132"/>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3" name="Google Shape;17163;p132"/>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4" name="Google Shape;17164;p132"/>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5" name="Google Shape;17165;p132"/>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6" name="Google Shape;17166;p132"/>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7" name="Google Shape;17167;p132"/>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8" name="Google Shape;17168;p132"/>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9" name="Google Shape;17169;p132"/>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0" name="Google Shape;17170;p132"/>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1" name="Google Shape;17171;p132"/>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2" name="Google Shape;17172;p132"/>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3" name="Google Shape;17173;p132"/>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4" name="Google Shape;17174;p132"/>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5" name="Google Shape;17175;p132"/>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6" name="Google Shape;17176;p132"/>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7" name="Google Shape;17177;p132"/>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8" name="Google Shape;17178;p132"/>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9" name="Google Shape;17179;p132"/>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0" name="Google Shape;17180;p132"/>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1" name="Google Shape;17181;p132"/>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82" name="Google Shape;17182;p132"/>
          <p:cNvGrpSpPr/>
          <p:nvPr/>
        </p:nvGrpSpPr>
        <p:grpSpPr>
          <a:xfrm>
            <a:off x="7969264" y="1981697"/>
            <a:ext cx="337763" cy="360393"/>
            <a:chOff x="7969264" y="1981697"/>
            <a:chExt cx="337763" cy="360393"/>
          </a:xfrm>
        </p:grpSpPr>
        <p:sp>
          <p:nvSpPr>
            <p:cNvPr id="17183" name="Google Shape;17183;p132"/>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4" name="Google Shape;17184;p132"/>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5" name="Google Shape;17185;p132"/>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6" name="Google Shape;17186;p132"/>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7" name="Google Shape;17187;p132"/>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8" name="Google Shape;17188;p132"/>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9" name="Google Shape;17189;p132"/>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0" name="Google Shape;17190;p132"/>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1" name="Google Shape;17191;p132"/>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2" name="Google Shape;17192;p132"/>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3" name="Google Shape;17193;p132"/>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4" name="Google Shape;17194;p132"/>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5" name="Google Shape;17195;p132"/>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6" name="Google Shape;17196;p132"/>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7" name="Google Shape;17197;p132"/>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8" name="Google Shape;17198;p132"/>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9" name="Google Shape;17199;p132"/>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0" name="Google Shape;17200;p132"/>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01" name="Google Shape;17201;p132"/>
          <p:cNvGrpSpPr/>
          <p:nvPr/>
        </p:nvGrpSpPr>
        <p:grpSpPr>
          <a:xfrm>
            <a:off x="5736032" y="2430000"/>
            <a:ext cx="360890" cy="350332"/>
            <a:chOff x="5736032" y="2430000"/>
            <a:chExt cx="360890" cy="350332"/>
          </a:xfrm>
        </p:grpSpPr>
        <p:sp>
          <p:nvSpPr>
            <p:cNvPr id="17202" name="Google Shape;17202;p132"/>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3" name="Google Shape;17203;p132"/>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4" name="Google Shape;17204;p132"/>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5" name="Google Shape;17205;p132"/>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6" name="Google Shape;17206;p132"/>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7" name="Google Shape;17207;p132"/>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8" name="Google Shape;17208;p132"/>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9" name="Google Shape;17209;p132"/>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0" name="Google Shape;17210;p132"/>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1" name="Google Shape;17211;p132"/>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2" name="Google Shape;17212;p132"/>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3" name="Google Shape;17213;p132"/>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4" name="Google Shape;17214;p132"/>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5" name="Google Shape;17215;p132"/>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6" name="Google Shape;17216;p132"/>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7" name="Google Shape;17217;p132"/>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8" name="Google Shape;17218;p132"/>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19" name="Google Shape;17219;p132"/>
          <p:cNvGrpSpPr/>
          <p:nvPr/>
        </p:nvGrpSpPr>
        <p:grpSpPr>
          <a:xfrm>
            <a:off x="4877867" y="1995991"/>
            <a:ext cx="360628" cy="331778"/>
            <a:chOff x="4877867" y="1995991"/>
            <a:chExt cx="360628" cy="331778"/>
          </a:xfrm>
        </p:grpSpPr>
        <p:sp>
          <p:nvSpPr>
            <p:cNvPr id="17220" name="Google Shape;17220;p132"/>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1" name="Google Shape;17221;p132"/>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2" name="Google Shape;17222;p132"/>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3" name="Google Shape;17223;p132"/>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4" name="Google Shape;17224;p132"/>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5" name="Google Shape;17225;p132"/>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6" name="Google Shape;17226;p132"/>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7" name="Google Shape;17227;p132"/>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8" name="Google Shape;17228;p132"/>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9" name="Google Shape;17229;p132"/>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0" name="Google Shape;17230;p132"/>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1" name="Google Shape;17231;p132"/>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2" name="Google Shape;17232;p132"/>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3" name="Google Shape;17233;p132"/>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34" name="Google Shape;17234;p132"/>
          <p:cNvGrpSpPr/>
          <p:nvPr/>
        </p:nvGrpSpPr>
        <p:grpSpPr>
          <a:xfrm>
            <a:off x="7050889" y="2913503"/>
            <a:ext cx="363529" cy="339513"/>
            <a:chOff x="7050889" y="2913503"/>
            <a:chExt cx="363529" cy="339513"/>
          </a:xfrm>
        </p:grpSpPr>
        <p:sp>
          <p:nvSpPr>
            <p:cNvPr id="17235" name="Google Shape;17235;p132"/>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6" name="Google Shape;17236;p132"/>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7" name="Google Shape;17237;p132"/>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8" name="Google Shape;17238;p132"/>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9" name="Google Shape;17239;p132"/>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0" name="Google Shape;17240;p132"/>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1" name="Google Shape;17241;p132"/>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2" name="Google Shape;17242;p132"/>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3" name="Google Shape;17243;p132"/>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4" name="Google Shape;17244;p132"/>
          <p:cNvGrpSpPr/>
          <p:nvPr/>
        </p:nvGrpSpPr>
        <p:grpSpPr>
          <a:xfrm>
            <a:off x="7510900" y="1981462"/>
            <a:ext cx="372937" cy="360629"/>
            <a:chOff x="7510900" y="1981462"/>
            <a:chExt cx="372937" cy="360629"/>
          </a:xfrm>
        </p:grpSpPr>
        <p:sp>
          <p:nvSpPr>
            <p:cNvPr id="17245" name="Google Shape;17245;p132"/>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6" name="Google Shape;17246;p132"/>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7" name="Google Shape;17247;p132"/>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8" name="Google Shape;17248;p132"/>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9" name="Google Shape;17249;p132"/>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0" name="Google Shape;17250;p132"/>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1" name="Google Shape;17251;p132"/>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2" name="Google Shape;17252;p132"/>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3" name="Google Shape;17253;p132"/>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4" name="Google Shape;17254;p132"/>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5" name="Google Shape;17255;p132"/>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6" name="Google Shape;17256;p132"/>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7" name="Google Shape;17257;p132"/>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8" name="Google Shape;17258;p132"/>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9" name="Google Shape;17259;p132"/>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0" name="Google Shape;17260;p132"/>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61" name="Google Shape;17261;p132"/>
          <p:cNvGrpSpPr/>
          <p:nvPr/>
        </p:nvGrpSpPr>
        <p:grpSpPr>
          <a:xfrm>
            <a:off x="6599476" y="2918260"/>
            <a:ext cx="360629" cy="329975"/>
            <a:chOff x="6599476" y="2918260"/>
            <a:chExt cx="360629" cy="329975"/>
          </a:xfrm>
        </p:grpSpPr>
        <p:sp>
          <p:nvSpPr>
            <p:cNvPr id="17262" name="Google Shape;17262;p132"/>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3" name="Google Shape;17263;p132"/>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4" name="Google Shape;17264;p132"/>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5" name="Google Shape;17265;p132"/>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6" name="Google Shape;17266;p132"/>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7" name="Google Shape;17267;p132"/>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8" name="Google Shape;17268;p132"/>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9" name="Google Shape;17269;p132"/>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0" name="Google Shape;17270;p132"/>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1" name="Google Shape;17271;p132"/>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2" name="Google Shape;17272;p132"/>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3" name="Google Shape;17273;p132"/>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4" name="Google Shape;17274;p132"/>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5" name="Google Shape;17275;p132"/>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6" name="Google Shape;17276;p132"/>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7" name="Google Shape;17277;p132"/>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8" name="Google Shape;17278;p132"/>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9" name="Google Shape;17279;p132"/>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0" name="Google Shape;17280;p132"/>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1" name="Google Shape;17281;p132"/>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2" name="Google Shape;17282;p132"/>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3" name="Google Shape;17283;p132"/>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4" name="Google Shape;17284;p132"/>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5" name="Google Shape;17285;p132"/>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6" name="Google Shape;17286;p132"/>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87" name="Google Shape;17287;p132"/>
          <p:cNvGrpSpPr/>
          <p:nvPr/>
        </p:nvGrpSpPr>
        <p:grpSpPr>
          <a:xfrm>
            <a:off x="5290499" y="2481533"/>
            <a:ext cx="360628" cy="247292"/>
            <a:chOff x="5290499" y="2481533"/>
            <a:chExt cx="360628" cy="247292"/>
          </a:xfrm>
        </p:grpSpPr>
        <p:sp>
          <p:nvSpPr>
            <p:cNvPr id="17288" name="Google Shape;17288;p132"/>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9" name="Google Shape;17289;p132"/>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0" name="Google Shape;17290;p132"/>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1" name="Google Shape;17291;p132"/>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2" name="Google Shape;17292;p132"/>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3" name="Google Shape;17293;p132"/>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4" name="Google Shape;17294;p132"/>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5" name="Google Shape;17295;p132"/>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6" name="Google Shape;17296;p132"/>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7" name="Google Shape;17297;p132"/>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8" name="Google Shape;17298;p132"/>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9" name="Google Shape;17299;p132"/>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0" name="Google Shape;17300;p132"/>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1" name="Google Shape;17301;p132"/>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2" name="Google Shape;17302;p132"/>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3" name="Google Shape;17303;p132"/>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4" name="Google Shape;17304;p132"/>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5" name="Google Shape;17305;p132"/>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6" name="Google Shape;17306;p132"/>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7" name="Google Shape;17307;p132"/>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8" name="Google Shape;17308;p132"/>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9" name="Google Shape;17309;p132"/>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0" name="Google Shape;17310;p132"/>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1" name="Google Shape;17311;p132"/>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2" name="Google Shape;17312;p132"/>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3" name="Google Shape;17313;p132"/>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4" name="Google Shape;17314;p132"/>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15" name="Google Shape;17315;p132"/>
          <p:cNvGrpSpPr/>
          <p:nvPr/>
        </p:nvGrpSpPr>
        <p:grpSpPr>
          <a:xfrm>
            <a:off x="6201923" y="1981514"/>
            <a:ext cx="351325" cy="360576"/>
            <a:chOff x="6201923" y="1981514"/>
            <a:chExt cx="351325" cy="360576"/>
          </a:xfrm>
        </p:grpSpPr>
        <p:sp>
          <p:nvSpPr>
            <p:cNvPr id="17316" name="Google Shape;17316;p132"/>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7" name="Google Shape;17317;p132"/>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8" name="Google Shape;17318;p132"/>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9" name="Google Shape;17319;p132"/>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0" name="Google Shape;17320;p132"/>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1" name="Google Shape;17321;p132"/>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2" name="Google Shape;17322;p132"/>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23" name="Google Shape;17323;p132"/>
          <p:cNvGrpSpPr/>
          <p:nvPr/>
        </p:nvGrpSpPr>
        <p:grpSpPr>
          <a:xfrm>
            <a:off x="4894461" y="3340691"/>
            <a:ext cx="312884" cy="360785"/>
            <a:chOff x="4894461" y="3340691"/>
            <a:chExt cx="312884" cy="360785"/>
          </a:xfrm>
        </p:grpSpPr>
        <p:sp>
          <p:nvSpPr>
            <p:cNvPr id="17324" name="Google Shape;17324;p132"/>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5" name="Google Shape;17325;p132"/>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6" name="Google Shape;17326;p132"/>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7" name="Google Shape;17327;p132"/>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8" name="Google Shape;17328;p132"/>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9" name="Google Shape;17329;p132"/>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0" name="Google Shape;17330;p132"/>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1" name="Google Shape;17331;p132"/>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2" name="Google Shape;17332;p132"/>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3" name="Google Shape;17333;p132"/>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4" name="Google Shape;17334;p132"/>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5" name="Google Shape;17335;p132"/>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6" name="Google Shape;17336;p132"/>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7" name="Google Shape;17337;p132"/>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8" name="Google Shape;17338;p132"/>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9" name="Google Shape;17339;p132"/>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40" name="Google Shape;17340;p132"/>
          <p:cNvGrpSpPr/>
          <p:nvPr/>
        </p:nvGrpSpPr>
        <p:grpSpPr>
          <a:xfrm>
            <a:off x="5339237" y="1501251"/>
            <a:ext cx="245541" cy="360628"/>
            <a:chOff x="5339237" y="1501251"/>
            <a:chExt cx="245541" cy="360628"/>
          </a:xfrm>
        </p:grpSpPr>
        <p:sp>
          <p:nvSpPr>
            <p:cNvPr id="17341" name="Google Shape;17341;p132"/>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2" name="Google Shape;17342;p132"/>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3" name="Google Shape;17343;p132"/>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4" name="Google Shape;17344;p132"/>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5" name="Google Shape;17345;p132"/>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6" name="Google Shape;17346;p132"/>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7" name="Google Shape;17347;p132"/>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8" name="Google Shape;17348;p132"/>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9" name="Google Shape;17349;p132"/>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0" name="Google Shape;17350;p132"/>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1" name="Google Shape;17351;p132"/>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2" name="Google Shape;17352;p132"/>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3" name="Google Shape;17353;p132"/>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4" name="Google Shape;17354;p132"/>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5" name="Google Shape;17355;p132"/>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6" name="Google Shape;17356;p132"/>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7" name="Google Shape;17357;p132"/>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8" name="Google Shape;17358;p132"/>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9" name="Google Shape;17359;p132"/>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0" name="Google Shape;17360;p132"/>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1" name="Google Shape;17361;p132"/>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2" name="Google Shape;17362;p132"/>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3" name="Google Shape;17363;p132"/>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4" name="Google Shape;17364;p132"/>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5" name="Google Shape;17365;p132"/>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6" name="Google Shape;17366;p132"/>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7" name="Google Shape;17367;p132"/>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8" name="Google Shape;17368;p132"/>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9" name="Google Shape;17369;p132"/>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0" name="Google Shape;17370;p132"/>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1" name="Google Shape;17371;p132"/>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2" name="Google Shape;17372;p132"/>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3" name="Google Shape;17373;p132"/>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4" name="Google Shape;17374;p132"/>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5" name="Google Shape;17375;p132"/>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6" name="Google Shape;17376;p132"/>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7" name="Google Shape;17377;p132"/>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8" name="Google Shape;17378;p132"/>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9" name="Google Shape;17379;p132"/>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0" name="Google Shape;17380;p132"/>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1" name="Google Shape;17381;p132"/>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2" name="Google Shape;17382;p132"/>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83" name="Google Shape;17383;p132"/>
          <p:cNvGrpSpPr/>
          <p:nvPr/>
        </p:nvGrpSpPr>
        <p:grpSpPr>
          <a:xfrm>
            <a:off x="7959464" y="2474216"/>
            <a:ext cx="370428" cy="261926"/>
            <a:chOff x="7959464" y="2474216"/>
            <a:chExt cx="370428" cy="261926"/>
          </a:xfrm>
        </p:grpSpPr>
        <p:sp>
          <p:nvSpPr>
            <p:cNvPr id="17384" name="Google Shape;17384;p132"/>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5" name="Google Shape;17385;p132"/>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6" name="Google Shape;17386;p132"/>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7" name="Google Shape;17387;p132"/>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8" name="Google Shape;17388;p132"/>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9" name="Google Shape;17389;p132"/>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0" name="Google Shape;17390;p132"/>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1" name="Google Shape;17391;p132"/>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2" name="Google Shape;17392;p132"/>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3" name="Google Shape;17393;p132"/>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4" name="Google Shape;17394;p132"/>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5" name="Google Shape;17395;p132"/>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96" name="Google Shape;17396;p132"/>
          <p:cNvGrpSpPr/>
          <p:nvPr/>
        </p:nvGrpSpPr>
        <p:grpSpPr>
          <a:xfrm>
            <a:off x="7518687" y="2457909"/>
            <a:ext cx="360629" cy="294461"/>
            <a:chOff x="7518687" y="2457909"/>
            <a:chExt cx="360629" cy="294461"/>
          </a:xfrm>
        </p:grpSpPr>
        <p:sp>
          <p:nvSpPr>
            <p:cNvPr id="17397" name="Google Shape;17397;p132"/>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8" name="Google Shape;17398;p132"/>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9" name="Google Shape;17399;p132"/>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0" name="Google Shape;17400;p132"/>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1" name="Google Shape;17401;p132"/>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2" name="Google Shape;17402;p132"/>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3" name="Google Shape;17403;p132"/>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4" name="Google Shape;17404;p132"/>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5" name="Google Shape;17405;p132"/>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6" name="Google Shape;17406;p132"/>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7" name="Google Shape;17407;p132"/>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8" name="Google Shape;17408;p132"/>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9" name="Google Shape;17409;p132"/>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0" name="Google Shape;17410;p132"/>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1" name="Google Shape;17411;p132"/>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2" name="Google Shape;17412;p132"/>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3" name="Google Shape;17413;p132"/>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4" name="Google Shape;17414;p132"/>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5" name="Google Shape;17415;p132"/>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16" name="Google Shape;17416;p132"/>
          <p:cNvGrpSpPr/>
          <p:nvPr/>
        </p:nvGrpSpPr>
        <p:grpSpPr>
          <a:xfrm>
            <a:off x="7086220" y="1981566"/>
            <a:ext cx="343799" cy="360524"/>
            <a:chOff x="7086220" y="1981566"/>
            <a:chExt cx="343799" cy="360524"/>
          </a:xfrm>
        </p:grpSpPr>
        <p:sp>
          <p:nvSpPr>
            <p:cNvPr id="17417" name="Google Shape;17417;p132"/>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8" name="Google Shape;17418;p132"/>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9" name="Google Shape;17419;p132"/>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0" name="Google Shape;17420;p132"/>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1" name="Google Shape;17421;p132"/>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2" name="Google Shape;17422;p132"/>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3" name="Google Shape;17423;p132"/>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4" name="Google Shape;17424;p132"/>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5" name="Google Shape;17425;p132"/>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6" name="Google Shape;17426;p132"/>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7" name="Google Shape;17427;p132"/>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8" name="Google Shape;17428;p132"/>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9" name="Google Shape;17429;p132"/>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0" name="Google Shape;17430;p132"/>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1" name="Google Shape;17431;p132"/>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2" name="Google Shape;17432;p132"/>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33" name="Google Shape;17433;p132"/>
          <p:cNvGrpSpPr/>
          <p:nvPr/>
        </p:nvGrpSpPr>
        <p:grpSpPr>
          <a:xfrm>
            <a:off x="6141112" y="2927563"/>
            <a:ext cx="368416" cy="311369"/>
            <a:chOff x="6141112" y="2927563"/>
            <a:chExt cx="368416" cy="311369"/>
          </a:xfrm>
        </p:grpSpPr>
        <p:sp>
          <p:nvSpPr>
            <p:cNvPr id="17434" name="Google Shape;17434;p132"/>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5" name="Google Shape;17435;p132"/>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6" name="Google Shape;17436;p132"/>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7" name="Google Shape;17437;p132"/>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8" name="Google Shape;17438;p132"/>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9" name="Google Shape;17439;p132"/>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0" name="Google Shape;17440;p132"/>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41" name="Google Shape;17441;p132"/>
          <p:cNvGrpSpPr/>
          <p:nvPr/>
        </p:nvGrpSpPr>
        <p:grpSpPr>
          <a:xfrm>
            <a:off x="7520699" y="2902946"/>
            <a:ext cx="335489" cy="360629"/>
            <a:chOff x="7520699" y="2902946"/>
            <a:chExt cx="335489" cy="360629"/>
          </a:xfrm>
        </p:grpSpPr>
        <p:sp>
          <p:nvSpPr>
            <p:cNvPr id="17442" name="Google Shape;17442;p132"/>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3" name="Google Shape;17443;p132"/>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4" name="Google Shape;17444;p132"/>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5" name="Google Shape;17445;p132"/>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6" name="Google Shape;17446;p132"/>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7" name="Google Shape;17447;p132"/>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8" name="Google Shape;17448;p132"/>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9" name="Google Shape;17449;p132"/>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0" name="Google Shape;17450;p132"/>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1" name="Google Shape;17451;p132"/>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2" name="Google Shape;17452;p132"/>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3" name="Google Shape;17453;p132"/>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4" name="Google Shape;17454;p132"/>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5" name="Google Shape;17455;p132"/>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6" name="Google Shape;17456;p132"/>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57" name="Google Shape;17457;p132"/>
          <p:cNvGrpSpPr/>
          <p:nvPr/>
        </p:nvGrpSpPr>
        <p:grpSpPr>
          <a:xfrm>
            <a:off x="7988340" y="2902946"/>
            <a:ext cx="308886" cy="360628"/>
            <a:chOff x="7988340" y="2902946"/>
            <a:chExt cx="308886" cy="360628"/>
          </a:xfrm>
        </p:grpSpPr>
        <p:sp>
          <p:nvSpPr>
            <p:cNvPr id="17458" name="Google Shape;17458;p132"/>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9" name="Google Shape;17459;p132"/>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0" name="Google Shape;17460;p132"/>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1" name="Google Shape;17461;p132"/>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2" name="Google Shape;17462;p132"/>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3" name="Google Shape;17463;p132"/>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4" name="Google Shape;17464;p132"/>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5" name="Google Shape;17465;p132"/>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6" name="Google Shape;17466;p132"/>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7" name="Google Shape;17467;p132"/>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8" name="Google Shape;17468;p132"/>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9" name="Google Shape;17469;p132"/>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0" name="Google Shape;17470;p132"/>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1" name="Google Shape;17471;p132"/>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2" name="Google Shape;17472;p132"/>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3" name="Google Shape;17473;p132"/>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4" name="Google Shape;17474;p132"/>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5" name="Google Shape;17475;p132"/>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6" name="Google Shape;17476;p132"/>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7" name="Google Shape;17477;p132"/>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8" name="Google Shape;17478;p132"/>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9" name="Google Shape;17479;p132"/>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0" name="Google Shape;17480;p132"/>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1" name="Google Shape;17481;p132"/>
          <p:cNvGrpSpPr/>
          <p:nvPr/>
        </p:nvGrpSpPr>
        <p:grpSpPr>
          <a:xfrm>
            <a:off x="5690039" y="2902998"/>
            <a:ext cx="362902" cy="360498"/>
            <a:chOff x="5690039" y="2902998"/>
            <a:chExt cx="362902" cy="360498"/>
          </a:xfrm>
        </p:grpSpPr>
        <p:sp>
          <p:nvSpPr>
            <p:cNvPr id="17482" name="Google Shape;17482;p132"/>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3" name="Google Shape;17483;p132"/>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4" name="Google Shape;17484;p132"/>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5" name="Google Shape;17485;p132"/>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6" name="Google Shape;17486;p132"/>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7" name="Google Shape;17487;p132"/>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8" name="Google Shape;17488;p132"/>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89" name="Google Shape;17489;p132"/>
          <p:cNvGrpSpPr/>
          <p:nvPr/>
        </p:nvGrpSpPr>
        <p:grpSpPr>
          <a:xfrm>
            <a:off x="4871935" y="1500990"/>
            <a:ext cx="258503" cy="360890"/>
            <a:chOff x="4871935" y="1500990"/>
            <a:chExt cx="258503" cy="360890"/>
          </a:xfrm>
        </p:grpSpPr>
        <p:sp>
          <p:nvSpPr>
            <p:cNvPr id="17490" name="Google Shape;17490;p132"/>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1" name="Google Shape;17491;p132"/>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2" name="Google Shape;17492;p132"/>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3" name="Google Shape;17493;p132"/>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4" name="Google Shape;17494;p132"/>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5" name="Google Shape;17495;p132"/>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6" name="Google Shape;17496;p132"/>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7" name="Google Shape;17497;p132"/>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8" name="Google Shape;17498;p132"/>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9" name="Google Shape;17499;p132"/>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0" name="Google Shape;17500;p132"/>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1" name="Google Shape;17501;p132"/>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2" name="Google Shape;17502;p132"/>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3" name="Google Shape;17503;p132"/>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504" name="Google Shape;17504;p132"/>
          <p:cNvSpPr/>
          <p:nvPr/>
        </p:nvSpPr>
        <p:spPr>
          <a:xfrm>
            <a:off x="6342646" y="1849022"/>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05" name="Google Shape;17505;p132"/>
          <p:cNvGrpSpPr/>
          <p:nvPr/>
        </p:nvGrpSpPr>
        <p:grpSpPr>
          <a:xfrm>
            <a:off x="6265764" y="1501251"/>
            <a:ext cx="234983" cy="360628"/>
            <a:chOff x="6265764" y="1501251"/>
            <a:chExt cx="234983" cy="360628"/>
          </a:xfrm>
        </p:grpSpPr>
        <p:sp>
          <p:nvSpPr>
            <p:cNvPr id="17506" name="Google Shape;17506;p132"/>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7" name="Google Shape;17507;p132"/>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8" name="Google Shape;17508;p132"/>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9" name="Google Shape;17509;p132"/>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0" name="Google Shape;17510;p132"/>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1" name="Google Shape;17511;p132"/>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2" name="Google Shape;17512;p132"/>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3" name="Google Shape;17513;p132"/>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4" name="Google Shape;17514;p132"/>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5" name="Google Shape;17515;p132"/>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6" name="Google Shape;17516;p132"/>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7" name="Google Shape;17517;p132"/>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18" name="Google Shape;17518;p132"/>
          <p:cNvGrpSpPr/>
          <p:nvPr/>
        </p:nvGrpSpPr>
        <p:grpSpPr>
          <a:xfrm>
            <a:off x="6193639" y="3401998"/>
            <a:ext cx="360628" cy="238250"/>
            <a:chOff x="6193639" y="3401998"/>
            <a:chExt cx="360628" cy="238250"/>
          </a:xfrm>
        </p:grpSpPr>
        <p:sp>
          <p:nvSpPr>
            <p:cNvPr id="17519" name="Google Shape;17519;p132"/>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0" name="Google Shape;17520;p132"/>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1" name="Google Shape;17521;p132"/>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2" name="Google Shape;17522;p132"/>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3" name="Google Shape;17523;p132"/>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4" name="Google Shape;17524;p132"/>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5" name="Google Shape;17525;p132"/>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6" name="Google Shape;17526;p132"/>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7" name="Google Shape;17527;p132"/>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8" name="Google Shape;17528;p132"/>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9" name="Google Shape;17529;p132"/>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30" name="Google Shape;17530;p132"/>
          <p:cNvGrpSpPr/>
          <p:nvPr/>
        </p:nvGrpSpPr>
        <p:grpSpPr>
          <a:xfrm>
            <a:off x="5801625" y="1501251"/>
            <a:ext cx="246037" cy="360629"/>
            <a:chOff x="5801625" y="1501251"/>
            <a:chExt cx="246037" cy="360629"/>
          </a:xfrm>
        </p:grpSpPr>
        <p:sp>
          <p:nvSpPr>
            <p:cNvPr id="17531" name="Google Shape;17531;p132"/>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2" name="Google Shape;17532;p132"/>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3" name="Google Shape;17533;p132"/>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4" name="Google Shape;17534;p132"/>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5" name="Google Shape;17535;p132"/>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6" name="Google Shape;17536;p132"/>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7" name="Google Shape;17537;p132"/>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8" name="Google Shape;17538;p132"/>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9" name="Google Shape;17539;p132"/>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0" name="Google Shape;17540;p132"/>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1" name="Google Shape;17541;p132"/>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2" name="Google Shape;17542;p132"/>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3" name="Google Shape;17543;p132"/>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4" name="Google Shape;17544;p132"/>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5" name="Google Shape;17545;p132"/>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6" name="Google Shape;17546;p132"/>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7" name="Google Shape;17547;p132"/>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8" name="Google Shape;17548;p132"/>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9" name="Google Shape;17549;p132"/>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50" name="Google Shape;17550;p132"/>
          <p:cNvGrpSpPr/>
          <p:nvPr/>
        </p:nvGrpSpPr>
        <p:grpSpPr>
          <a:xfrm>
            <a:off x="6641680" y="1981462"/>
            <a:ext cx="352083" cy="360864"/>
            <a:chOff x="6641680" y="1981462"/>
            <a:chExt cx="352083" cy="360864"/>
          </a:xfrm>
        </p:grpSpPr>
        <p:sp>
          <p:nvSpPr>
            <p:cNvPr id="17551" name="Google Shape;17551;p132"/>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2" name="Google Shape;17552;p132"/>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3" name="Google Shape;17553;p132"/>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4" name="Google Shape;17554;p132"/>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5" name="Google Shape;17555;p132"/>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6" name="Google Shape;17556;p132"/>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7" name="Google Shape;17557;p132"/>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8" name="Google Shape;17558;p132"/>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9" name="Google Shape;17559;p132"/>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0" name="Google Shape;17560;p132"/>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1" name="Google Shape;17561;p132"/>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2" name="Google Shape;17562;p132"/>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3" name="Google Shape;17563;p132"/>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4" name="Google Shape;17564;p132"/>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5" name="Google Shape;17565;p132"/>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6" name="Google Shape;17566;p132"/>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7" name="Google Shape;17567;p132"/>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8" name="Google Shape;17568;p132"/>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9" name="Google Shape;17569;p132"/>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0" name="Google Shape;17570;p132"/>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1" name="Google Shape;17571;p132"/>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2" name="Google Shape;17572;p132"/>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3" name="Google Shape;17573;p132"/>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4" name="Google Shape;17574;p132"/>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5" name="Google Shape;17575;p132"/>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6" name="Google Shape;17576;p132"/>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7" name="Google Shape;17577;p132"/>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8" name="Google Shape;17578;p132"/>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579" name="Google Shape;17579;p132"/>
          <p:cNvGrpSpPr/>
          <p:nvPr/>
        </p:nvGrpSpPr>
        <p:grpSpPr>
          <a:xfrm>
            <a:off x="7205332" y="1501251"/>
            <a:ext cx="198032" cy="360629"/>
            <a:chOff x="7205332" y="1501251"/>
            <a:chExt cx="198032" cy="360629"/>
          </a:xfrm>
        </p:grpSpPr>
        <p:sp>
          <p:nvSpPr>
            <p:cNvPr id="17580" name="Google Shape;17580;p132"/>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1" name="Google Shape;17581;p132"/>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2" name="Google Shape;17582;p132"/>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3" name="Google Shape;17583;p132"/>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4" name="Google Shape;17584;p132"/>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5" name="Google Shape;17585;p132"/>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6" name="Google Shape;17586;p132"/>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7" name="Google Shape;17587;p132"/>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8" name="Google Shape;17588;p132"/>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9" name="Google Shape;17589;p132"/>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0" name="Google Shape;17590;p132"/>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1" name="Google Shape;17591;p132"/>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2" name="Google Shape;17592;p132"/>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3" name="Google Shape;17593;p132"/>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4" name="Google Shape;17594;p132"/>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5" name="Google Shape;17595;p132"/>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6" name="Google Shape;17596;p132"/>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7" name="Google Shape;17597;p132"/>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8" name="Google Shape;17598;p132"/>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9" name="Google Shape;17599;p132"/>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00" name="Google Shape;17600;p132"/>
          <p:cNvGrpSpPr/>
          <p:nvPr/>
        </p:nvGrpSpPr>
        <p:grpSpPr>
          <a:xfrm>
            <a:off x="7688313" y="1501251"/>
            <a:ext cx="153058" cy="360628"/>
            <a:chOff x="7688313" y="1501251"/>
            <a:chExt cx="153058" cy="360628"/>
          </a:xfrm>
        </p:grpSpPr>
        <p:sp>
          <p:nvSpPr>
            <p:cNvPr id="17601" name="Google Shape;17601;p132"/>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2" name="Google Shape;17602;p132"/>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3" name="Google Shape;17603;p132"/>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4" name="Google Shape;17604;p132"/>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5" name="Google Shape;17605;p132"/>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6" name="Google Shape;17606;p132"/>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7" name="Google Shape;17607;p132"/>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8" name="Google Shape;17608;p132"/>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9" name="Google Shape;17609;p132"/>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0" name="Google Shape;17610;p132"/>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1" name="Google Shape;17611;p132"/>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2" name="Google Shape;17612;p132"/>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3" name="Google Shape;17613;p132"/>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4" name="Google Shape;17614;p132"/>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5" name="Google Shape;17615;p132"/>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6" name="Google Shape;17616;p132"/>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17" name="Google Shape;17617;p132"/>
          <p:cNvGrpSpPr/>
          <p:nvPr/>
        </p:nvGrpSpPr>
        <p:grpSpPr>
          <a:xfrm>
            <a:off x="8150179" y="1501251"/>
            <a:ext cx="150811" cy="360628"/>
            <a:chOff x="8150179" y="1501251"/>
            <a:chExt cx="150811" cy="360628"/>
          </a:xfrm>
        </p:grpSpPr>
        <p:sp>
          <p:nvSpPr>
            <p:cNvPr id="17618" name="Google Shape;17618;p132"/>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9" name="Google Shape;17619;p132"/>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0" name="Google Shape;17620;p132"/>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1" name="Google Shape;17621;p132"/>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2" name="Google Shape;17622;p132"/>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3" name="Google Shape;17623;p132"/>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4" name="Google Shape;17624;p132"/>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5" name="Google Shape;17625;p132"/>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6" name="Google Shape;17626;p132"/>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27" name="Google Shape;17627;p132"/>
          <p:cNvSpPr/>
          <p:nvPr/>
        </p:nvSpPr>
        <p:spPr>
          <a:xfrm>
            <a:off x="4948085" y="2906944"/>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28" name="Google Shape;17628;p132"/>
          <p:cNvGrpSpPr/>
          <p:nvPr/>
        </p:nvGrpSpPr>
        <p:grpSpPr>
          <a:xfrm>
            <a:off x="4877867" y="2902946"/>
            <a:ext cx="170149" cy="360629"/>
            <a:chOff x="4877867" y="2902946"/>
            <a:chExt cx="170149" cy="360629"/>
          </a:xfrm>
        </p:grpSpPr>
        <p:sp>
          <p:nvSpPr>
            <p:cNvPr id="17629" name="Google Shape;17629;p132"/>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0" name="Google Shape;17630;p132"/>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1" name="Google Shape;17631;p132"/>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2" name="Google Shape;17632;p132"/>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3" name="Google Shape;17633;p132"/>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4" name="Google Shape;17634;p132"/>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5" name="Google Shape;17635;p132"/>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6" name="Google Shape;17636;p132"/>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7" name="Google Shape;17637;p132"/>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8" name="Google Shape;17638;p132"/>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9" name="Google Shape;17639;p132"/>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0" name="Google Shape;17640;p132"/>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1" name="Google Shape;17641;p132"/>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42" name="Google Shape;17642;p132"/>
          <p:cNvGrpSpPr/>
          <p:nvPr/>
        </p:nvGrpSpPr>
        <p:grpSpPr>
          <a:xfrm>
            <a:off x="6741689" y="1500676"/>
            <a:ext cx="207962" cy="361203"/>
            <a:chOff x="6741689" y="1500676"/>
            <a:chExt cx="207962" cy="361203"/>
          </a:xfrm>
        </p:grpSpPr>
        <p:sp>
          <p:nvSpPr>
            <p:cNvPr id="17643" name="Google Shape;17643;p132"/>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4" name="Google Shape;17644;p132"/>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5" name="Google Shape;17645;p132"/>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6" name="Google Shape;17646;p132"/>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7" name="Google Shape;17647;p132"/>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8" name="Google Shape;17648;p132"/>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9" name="Google Shape;17649;p132"/>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0" name="Google Shape;17650;p132"/>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1" name="Google Shape;17651;p132"/>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2" name="Google Shape;17652;p132"/>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3" name="Google Shape;17653;p132"/>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4" name="Google Shape;17654;p132"/>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5" name="Google Shape;17655;p132"/>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6" name="Google Shape;17656;p132"/>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7" name="Google Shape;17657;p132"/>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8" name="Google Shape;17658;p132"/>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9" name="Google Shape;17659;p132"/>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0" name="Google Shape;17660;p132"/>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1" name="Google Shape;17661;p132"/>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62" name="Google Shape;17662;p132"/>
          <p:cNvGrpSpPr/>
          <p:nvPr/>
        </p:nvGrpSpPr>
        <p:grpSpPr>
          <a:xfrm>
            <a:off x="5752627" y="3430404"/>
            <a:ext cx="360628" cy="181464"/>
            <a:chOff x="5752627" y="3430404"/>
            <a:chExt cx="360628" cy="181464"/>
          </a:xfrm>
        </p:grpSpPr>
        <p:sp>
          <p:nvSpPr>
            <p:cNvPr id="17663" name="Google Shape;17663;p132"/>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4" name="Google Shape;17664;p132"/>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5" name="Google Shape;17665;p132"/>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6" name="Google Shape;17666;p132"/>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7" name="Google Shape;17667;p132"/>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8" name="Google Shape;17668;p132"/>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9" name="Google Shape;17669;p132"/>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0" name="Google Shape;17670;p132"/>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1" name="Google Shape;17671;p132"/>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2" name="Google Shape;17672;p132"/>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3" name="Google Shape;17673;p132"/>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4" name="Google Shape;17674;p132"/>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5" name="Google Shape;17675;p132"/>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6" name="Google Shape;17676;p132"/>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7" name="Google Shape;17677;p132"/>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8" name="Google Shape;17678;p132"/>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9" name="Google Shape;17679;p132"/>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0" name="Google Shape;17680;p132"/>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1" name="Google Shape;17681;p132"/>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2" name="Google Shape;17682;p132"/>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3" name="Google Shape;17683;p132"/>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4" name="Google Shape;17684;p132"/>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5" name="Google Shape;17685;p132"/>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6" name="Google Shape;17686;p132"/>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7" name="Google Shape;17687;p132"/>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8" name="Google Shape;17688;p132"/>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9" name="Google Shape;17689;p132"/>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0" name="Google Shape;17690;p132"/>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91" name="Google Shape;17691;p132"/>
          <p:cNvGrpSpPr/>
          <p:nvPr/>
        </p:nvGrpSpPr>
        <p:grpSpPr>
          <a:xfrm>
            <a:off x="5235700" y="2902998"/>
            <a:ext cx="361909" cy="360759"/>
            <a:chOff x="5235700" y="2902998"/>
            <a:chExt cx="361909" cy="360759"/>
          </a:xfrm>
        </p:grpSpPr>
        <p:sp>
          <p:nvSpPr>
            <p:cNvPr id="17692" name="Google Shape;17692;p132"/>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3" name="Google Shape;17693;p132"/>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4" name="Google Shape;17694;p132"/>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5" name="Google Shape;17695;p132"/>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6" name="Google Shape;17696;p132"/>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7" name="Google Shape;17697;p132"/>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8" name="Google Shape;17698;p132"/>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99" name="Google Shape;17699;p132"/>
          <p:cNvGrpSpPr/>
          <p:nvPr/>
        </p:nvGrpSpPr>
        <p:grpSpPr>
          <a:xfrm>
            <a:off x="6634912" y="3394969"/>
            <a:ext cx="360367" cy="252309"/>
            <a:chOff x="6634912" y="3394969"/>
            <a:chExt cx="360367" cy="252309"/>
          </a:xfrm>
        </p:grpSpPr>
        <p:sp>
          <p:nvSpPr>
            <p:cNvPr id="17700" name="Google Shape;17700;p132"/>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1" name="Google Shape;17701;p132"/>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2" name="Google Shape;17702;p132"/>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3" name="Google Shape;17703;p132"/>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4" name="Google Shape;17704;p132"/>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5" name="Google Shape;17705;p132"/>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6" name="Google Shape;17706;p132"/>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7" name="Google Shape;17707;p132"/>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8" name="Google Shape;17708;p132"/>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9" name="Google Shape;17709;p132"/>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0" name="Google Shape;17710;p132"/>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1" name="Google Shape;17711;p132"/>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2" name="Google Shape;17712;p132"/>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13" name="Google Shape;17713;p132"/>
          <p:cNvGrpSpPr/>
          <p:nvPr/>
        </p:nvGrpSpPr>
        <p:grpSpPr>
          <a:xfrm>
            <a:off x="7059330" y="3340796"/>
            <a:ext cx="377170" cy="360655"/>
            <a:chOff x="7059330" y="3340796"/>
            <a:chExt cx="377170" cy="360655"/>
          </a:xfrm>
        </p:grpSpPr>
        <p:sp>
          <p:nvSpPr>
            <p:cNvPr id="17714" name="Google Shape;17714;p132"/>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5" name="Google Shape;17715;p132"/>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6" name="Google Shape;17716;p132"/>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7" name="Google Shape;17717;p132"/>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8" name="Google Shape;17718;p132"/>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9" name="Google Shape;17719;p132"/>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0" name="Google Shape;17720;p132"/>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1" name="Google Shape;17721;p132"/>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2" name="Google Shape;17722;p132"/>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3" name="Google Shape;17723;p132"/>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4" name="Google Shape;17724;p132"/>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5" name="Google Shape;17725;p132"/>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26" name="Google Shape;17726;p132"/>
          <p:cNvGrpSpPr/>
          <p:nvPr/>
        </p:nvGrpSpPr>
        <p:grpSpPr>
          <a:xfrm>
            <a:off x="7957948" y="3375631"/>
            <a:ext cx="360629" cy="291012"/>
            <a:chOff x="7957948" y="3375631"/>
            <a:chExt cx="360629" cy="291012"/>
          </a:xfrm>
        </p:grpSpPr>
        <p:sp>
          <p:nvSpPr>
            <p:cNvPr id="17727" name="Google Shape;17727;p132"/>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8" name="Google Shape;17728;p132"/>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9" name="Google Shape;17729;p132"/>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0" name="Google Shape;17730;p132"/>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1" name="Google Shape;17731;p132"/>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2" name="Google Shape;17732;p132"/>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3" name="Google Shape;17733;p132"/>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4" name="Google Shape;17734;p132"/>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5" name="Google Shape;17735;p132"/>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6" name="Google Shape;17736;p132"/>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7" name="Google Shape;17737;p132"/>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8" name="Google Shape;17738;p132"/>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9" name="Google Shape;17739;p132"/>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0" name="Google Shape;17740;p132"/>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1" name="Google Shape;17741;p132"/>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2" name="Google Shape;17742;p132"/>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3" name="Google Shape;17743;p132"/>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4" name="Google Shape;17744;p132"/>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5" name="Google Shape;17745;p132"/>
          <p:cNvGrpSpPr/>
          <p:nvPr/>
        </p:nvGrpSpPr>
        <p:grpSpPr>
          <a:xfrm>
            <a:off x="6198656" y="3867888"/>
            <a:ext cx="347562" cy="227954"/>
            <a:chOff x="6198656" y="3867888"/>
            <a:chExt cx="347562" cy="227954"/>
          </a:xfrm>
        </p:grpSpPr>
        <p:sp>
          <p:nvSpPr>
            <p:cNvPr id="17746" name="Google Shape;17746;p132"/>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7" name="Google Shape;17747;p132"/>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8" name="Google Shape;17748;p132"/>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9" name="Google Shape;17749;p132"/>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0" name="Google Shape;17750;p132"/>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1" name="Google Shape;17751;p132"/>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2" name="Google Shape;17752;p132"/>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3" name="Google Shape;17753;p132"/>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4" name="Google Shape;17754;p132"/>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5" name="Google Shape;17755;p132"/>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6" name="Google Shape;17756;p132"/>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57" name="Google Shape;17757;p132"/>
          <p:cNvGrpSpPr/>
          <p:nvPr/>
        </p:nvGrpSpPr>
        <p:grpSpPr>
          <a:xfrm>
            <a:off x="5706895" y="3819151"/>
            <a:ext cx="349392" cy="325454"/>
            <a:chOff x="5706895" y="3819151"/>
            <a:chExt cx="349392" cy="325454"/>
          </a:xfrm>
        </p:grpSpPr>
        <p:sp>
          <p:nvSpPr>
            <p:cNvPr id="17758" name="Google Shape;17758;p132"/>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9" name="Google Shape;17759;p132"/>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0" name="Google Shape;17760;p132"/>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1" name="Google Shape;17761;p132"/>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2" name="Google Shape;17762;p132"/>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3" name="Google Shape;17763;p132"/>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4" name="Google Shape;17764;p132"/>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5" name="Google Shape;17765;p132"/>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6" name="Google Shape;17766;p132"/>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7" name="Google Shape;17767;p132"/>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8" name="Google Shape;17768;p132"/>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9" name="Google Shape;17769;p132"/>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0" name="Google Shape;17770;p132"/>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1" name="Google Shape;17771;p132"/>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2" name="Google Shape;17772;p132"/>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73" name="Google Shape;17773;p132"/>
          <p:cNvGrpSpPr/>
          <p:nvPr/>
        </p:nvGrpSpPr>
        <p:grpSpPr>
          <a:xfrm>
            <a:off x="7648618" y="3340744"/>
            <a:ext cx="97265" cy="360393"/>
            <a:chOff x="7648618" y="3340744"/>
            <a:chExt cx="97265" cy="360393"/>
          </a:xfrm>
        </p:grpSpPr>
        <p:sp>
          <p:nvSpPr>
            <p:cNvPr id="17774" name="Google Shape;17774;p132"/>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5" name="Google Shape;17775;p132"/>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6" name="Google Shape;17776;p132"/>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77" name="Google Shape;17777;p132"/>
          <p:cNvGrpSpPr/>
          <p:nvPr/>
        </p:nvGrpSpPr>
        <p:grpSpPr>
          <a:xfrm>
            <a:off x="7164356" y="3790667"/>
            <a:ext cx="385507" cy="382501"/>
            <a:chOff x="7164356" y="3790667"/>
            <a:chExt cx="385507" cy="382501"/>
          </a:xfrm>
        </p:grpSpPr>
        <p:sp>
          <p:nvSpPr>
            <p:cNvPr id="17778" name="Google Shape;17778;p132"/>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9" name="Google Shape;17779;p132"/>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0" name="Google Shape;17780;p132"/>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1" name="Google Shape;17781;p132"/>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2" name="Google Shape;17782;p132"/>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3" name="Google Shape;17783;p132"/>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4" name="Google Shape;17784;p132"/>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5" name="Google Shape;17785;p132"/>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6" name="Google Shape;17786;p132"/>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7" name="Google Shape;17787;p132"/>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8" name="Google Shape;17788;p132"/>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9" name="Google Shape;17789;p132"/>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0" name="Google Shape;17790;p132"/>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1" name="Google Shape;17791;p132"/>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2" name="Google Shape;17792;p132"/>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3" name="Google Shape;17793;p132"/>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4" name="Google Shape;17794;p132"/>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5" name="Google Shape;17795;p132"/>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6" name="Google Shape;17796;p132"/>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7" name="Google Shape;17797;p132"/>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8" name="Google Shape;17798;p132"/>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9" name="Google Shape;17799;p132"/>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0" name="Google Shape;17800;p132"/>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1" name="Google Shape;17801;p132"/>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02" name="Google Shape;17802;p132"/>
          <p:cNvGrpSpPr/>
          <p:nvPr/>
        </p:nvGrpSpPr>
        <p:grpSpPr>
          <a:xfrm>
            <a:off x="6670400" y="3826468"/>
            <a:ext cx="387911" cy="310846"/>
            <a:chOff x="6670400" y="3826468"/>
            <a:chExt cx="387911" cy="310846"/>
          </a:xfrm>
        </p:grpSpPr>
        <p:sp>
          <p:nvSpPr>
            <p:cNvPr id="17803" name="Google Shape;17803;p132"/>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4" name="Google Shape;17804;p132"/>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5" name="Google Shape;17805;p132"/>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6" name="Google Shape;17806;p132"/>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7" name="Google Shape;17807;p132"/>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8" name="Google Shape;17808;p132"/>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9" name="Google Shape;17809;p132"/>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0" name="Google Shape;17810;p132"/>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1" name="Google Shape;17811;p132"/>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2" name="Google Shape;17812;p132"/>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3" name="Google Shape;17813;p132"/>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4" name="Google Shape;17814;p132"/>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5" name="Google Shape;17815;p132"/>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6" name="Google Shape;17816;p132"/>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7" name="Google Shape;17817;p132"/>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8" name="Google Shape;17818;p132"/>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9" name="Google Shape;17819;p132"/>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0" name="Google Shape;17820;p132"/>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21" name="Google Shape;17821;p132"/>
          <p:cNvGrpSpPr/>
          <p:nvPr/>
        </p:nvGrpSpPr>
        <p:grpSpPr>
          <a:xfrm>
            <a:off x="7662181" y="3803446"/>
            <a:ext cx="302823" cy="360498"/>
            <a:chOff x="7662181" y="3803446"/>
            <a:chExt cx="302823" cy="360498"/>
          </a:xfrm>
        </p:grpSpPr>
        <p:sp>
          <p:nvSpPr>
            <p:cNvPr id="17822" name="Google Shape;17822;p132"/>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3" name="Google Shape;17823;p132"/>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4" name="Google Shape;17824;p132"/>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5" name="Google Shape;17825;p132"/>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6" name="Google Shape;17826;p132"/>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7" name="Google Shape;17827;p132"/>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8" name="Google Shape;17828;p132"/>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9" name="Google Shape;17829;p132"/>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0" name="Google Shape;17830;p132"/>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1" name="Google Shape;17831;p132"/>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32" name="Google Shape;17832;p132"/>
          <p:cNvGrpSpPr/>
          <p:nvPr/>
        </p:nvGrpSpPr>
        <p:grpSpPr>
          <a:xfrm>
            <a:off x="5206562" y="3803994"/>
            <a:ext cx="363895" cy="355663"/>
            <a:chOff x="5206562" y="3803994"/>
            <a:chExt cx="363895" cy="355663"/>
          </a:xfrm>
        </p:grpSpPr>
        <p:sp>
          <p:nvSpPr>
            <p:cNvPr id="17833" name="Google Shape;17833;p132"/>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4" name="Google Shape;17834;p132"/>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5" name="Google Shape;17835;p132"/>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6" name="Google Shape;17836;p132"/>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7" name="Google Shape;17837;p132"/>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8" name="Google Shape;17838;p132"/>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9" name="Google Shape;17839;p132"/>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0" name="Google Shape;17840;p132"/>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1" name="Google Shape;17841;p132"/>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2" name="Google Shape;17842;p132"/>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3" name="Google Shape;17843;p132"/>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4" name="Google Shape;17844;p132"/>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5" name="Google Shape;17845;p132"/>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6" name="Google Shape;17846;p132"/>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850"/>
        <p:cNvGrpSpPr/>
        <p:nvPr/>
      </p:nvGrpSpPr>
      <p:grpSpPr>
        <a:xfrm>
          <a:off x="0" y="0"/>
          <a:ext cx="0" cy="0"/>
          <a:chOff x="0" y="0"/>
          <a:chExt cx="0" cy="0"/>
        </a:xfrm>
      </p:grpSpPr>
      <p:sp>
        <p:nvSpPr>
          <p:cNvPr id="17851" name="Google Shape;17851;p13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grpSp>
        <p:nvGrpSpPr>
          <p:cNvPr id="17852" name="Google Shape;17852;p133"/>
          <p:cNvGrpSpPr/>
          <p:nvPr/>
        </p:nvGrpSpPr>
        <p:grpSpPr>
          <a:xfrm>
            <a:off x="4682526" y="1512217"/>
            <a:ext cx="369948" cy="370132"/>
            <a:chOff x="4682526" y="1512217"/>
            <a:chExt cx="369948" cy="370132"/>
          </a:xfrm>
        </p:grpSpPr>
        <p:sp>
          <p:nvSpPr>
            <p:cNvPr id="17853" name="Google Shape;17853;p133"/>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4" name="Google Shape;17854;p133"/>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5" name="Google Shape;17855;p133"/>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6" name="Google Shape;17856;p133"/>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7" name="Google Shape;17857;p133"/>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8" name="Google Shape;17858;p133"/>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9" name="Google Shape;17859;p133"/>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0" name="Google Shape;17860;p133"/>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1" name="Google Shape;17861;p133"/>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2" name="Google Shape;17862;p133"/>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3" name="Google Shape;17863;p133"/>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4" name="Google Shape;17864;p133"/>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5" name="Google Shape;17865;p133"/>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6" name="Google Shape;17866;p133"/>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7" name="Google Shape;17867;p133"/>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68" name="Google Shape;17868;p133"/>
          <p:cNvGrpSpPr/>
          <p:nvPr/>
        </p:nvGrpSpPr>
        <p:grpSpPr>
          <a:xfrm>
            <a:off x="3592433" y="1980212"/>
            <a:ext cx="381542" cy="370079"/>
            <a:chOff x="3592433" y="1980212"/>
            <a:chExt cx="381542" cy="370079"/>
          </a:xfrm>
        </p:grpSpPr>
        <p:sp>
          <p:nvSpPr>
            <p:cNvPr id="17869" name="Google Shape;17869;p133"/>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0" name="Google Shape;17870;p133"/>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1" name="Google Shape;17871;p133"/>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2" name="Google Shape;17872;p133"/>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3" name="Google Shape;17873;p133"/>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4" name="Google Shape;17874;p133"/>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5" name="Google Shape;17875;p133"/>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6" name="Google Shape;17876;p133"/>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7" name="Google Shape;17877;p133"/>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8" name="Google Shape;17878;p133"/>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9" name="Google Shape;17879;p133"/>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0" name="Google Shape;17880;p133"/>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81" name="Google Shape;17881;p133"/>
          <p:cNvGrpSpPr/>
          <p:nvPr/>
        </p:nvGrpSpPr>
        <p:grpSpPr>
          <a:xfrm>
            <a:off x="1398582" y="2973490"/>
            <a:ext cx="371391" cy="235126"/>
            <a:chOff x="1398582" y="2973490"/>
            <a:chExt cx="371391" cy="235126"/>
          </a:xfrm>
        </p:grpSpPr>
        <p:sp>
          <p:nvSpPr>
            <p:cNvPr id="17882" name="Google Shape;17882;p133"/>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3" name="Google Shape;17883;p133"/>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4" name="Google Shape;17884;p133"/>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5" name="Google Shape;17885;p133"/>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6" name="Google Shape;17886;p133"/>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7" name="Google Shape;17887;p133"/>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8" name="Google Shape;17888;p133"/>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9" name="Google Shape;17889;p133"/>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0" name="Google Shape;17890;p133"/>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1" name="Google Shape;17891;p133"/>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2" name="Google Shape;17892;p133"/>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3" name="Google Shape;17893;p133"/>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4" name="Google Shape;17894;p133"/>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5" name="Google Shape;17895;p133"/>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6" name="Google Shape;17896;p133"/>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97" name="Google Shape;17897;p133"/>
          <p:cNvGrpSpPr/>
          <p:nvPr/>
        </p:nvGrpSpPr>
        <p:grpSpPr>
          <a:xfrm>
            <a:off x="850795" y="1512217"/>
            <a:ext cx="370132" cy="370132"/>
            <a:chOff x="850795" y="1512217"/>
            <a:chExt cx="370132" cy="370132"/>
          </a:xfrm>
        </p:grpSpPr>
        <p:sp>
          <p:nvSpPr>
            <p:cNvPr id="17898" name="Google Shape;17898;p133"/>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9" name="Google Shape;17899;p133"/>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0" name="Google Shape;17900;p133"/>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1" name="Google Shape;17901;p133"/>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2" name="Google Shape;17902;p133"/>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3" name="Google Shape;17903;p133"/>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4" name="Google Shape;17904;p133"/>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5" name="Google Shape;17905;p133"/>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6" name="Google Shape;17906;p133"/>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7" name="Google Shape;17907;p133"/>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8" name="Google Shape;17908;p133"/>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9" name="Google Shape;17909;p133"/>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0" name="Google Shape;17910;p133"/>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1" name="Google Shape;17911;p133"/>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2" name="Google Shape;17912;p133"/>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3" name="Google Shape;17913;p133"/>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4" name="Google Shape;17914;p133"/>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5" name="Google Shape;17915;p133"/>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6" name="Google Shape;17916;p133"/>
          <p:cNvGrpSpPr/>
          <p:nvPr/>
        </p:nvGrpSpPr>
        <p:grpSpPr>
          <a:xfrm>
            <a:off x="8038497" y="2906079"/>
            <a:ext cx="236568" cy="370105"/>
            <a:chOff x="8038497" y="2906079"/>
            <a:chExt cx="236568" cy="370105"/>
          </a:xfrm>
        </p:grpSpPr>
        <p:sp>
          <p:nvSpPr>
            <p:cNvPr id="17917" name="Google Shape;17917;p133"/>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8" name="Google Shape;17918;p133"/>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9" name="Google Shape;17919;p133"/>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0" name="Google Shape;17920;p133"/>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1" name="Google Shape;17921;p133"/>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2" name="Google Shape;17922;p133"/>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3" name="Google Shape;17923;p133"/>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24" name="Google Shape;17924;p133"/>
          <p:cNvGrpSpPr/>
          <p:nvPr/>
        </p:nvGrpSpPr>
        <p:grpSpPr>
          <a:xfrm>
            <a:off x="6324130" y="1566303"/>
            <a:ext cx="370630" cy="261802"/>
            <a:chOff x="6324130" y="1566303"/>
            <a:chExt cx="370630" cy="261802"/>
          </a:xfrm>
        </p:grpSpPr>
        <p:sp>
          <p:nvSpPr>
            <p:cNvPr id="17925" name="Google Shape;17925;p133"/>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6" name="Google Shape;17926;p133"/>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7" name="Google Shape;17927;p133"/>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8" name="Google Shape;17928;p133"/>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9" name="Google Shape;17929;p133"/>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0" name="Google Shape;17930;p133"/>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1" name="Google Shape;17931;p133"/>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2" name="Google Shape;17932;p133"/>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3" name="Google Shape;17933;p133"/>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4" name="Google Shape;17934;p133"/>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5" name="Google Shape;17935;p133"/>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6" name="Google Shape;17936;p133"/>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7" name="Google Shape;17937;p133"/>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8" name="Google Shape;17938;p133"/>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9" name="Google Shape;17939;p133"/>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0" name="Google Shape;17940;p133"/>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1" name="Google Shape;17941;p133"/>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2" name="Google Shape;17942;p133"/>
          <p:cNvGrpSpPr/>
          <p:nvPr/>
        </p:nvGrpSpPr>
        <p:grpSpPr>
          <a:xfrm>
            <a:off x="5232280" y="2026587"/>
            <a:ext cx="370840" cy="353213"/>
            <a:chOff x="5232280" y="2026587"/>
            <a:chExt cx="370840" cy="353213"/>
          </a:xfrm>
        </p:grpSpPr>
        <p:sp>
          <p:nvSpPr>
            <p:cNvPr id="17943" name="Google Shape;17943;p133"/>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4" name="Google Shape;17944;p133"/>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5" name="Google Shape;17945;p133"/>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6" name="Google Shape;17946;p133"/>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7" name="Google Shape;17947;p133"/>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8" name="Google Shape;17948;p133"/>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9" name="Google Shape;17949;p133"/>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0" name="Google Shape;17950;p133"/>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1" name="Google Shape;17951;p133"/>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2" name="Google Shape;17952;p133"/>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53" name="Google Shape;17953;p133"/>
          <p:cNvGrpSpPr/>
          <p:nvPr/>
        </p:nvGrpSpPr>
        <p:grpSpPr>
          <a:xfrm>
            <a:off x="7968961" y="2435329"/>
            <a:ext cx="379548" cy="365331"/>
            <a:chOff x="7968961" y="2435329"/>
            <a:chExt cx="379548" cy="365331"/>
          </a:xfrm>
        </p:grpSpPr>
        <p:sp>
          <p:nvSpPr>
            <p:cNvPr id="17954" name="Google Shape;17954;p133"/>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5" name="Google Shape;17955;p133"/>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6" name="Google Shape;17956;p133"/>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7" name="Google Shape;17957;p133"/>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8" name="Google Shape;17958;p133"/>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9" name="Google Shape;17959;p133"/>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60" name="Google Shape;17960;p133"/>
          <p:cNvGrpSpPr/>
          <p:nvPr/>
        </p:nvGrpSpPr>
        <p:grpSpPr>
          <a:xfrm>
            <a:off x="4136679" y="2115323"/>
            <a:ext cx="373305" cy="223217"/>
            <a:chOff x="4136679" y="2115323"/>
            <a:chExt cx="373305" cy="223217"/>
          </a:xfrm>
        </p:grpSpPr>
        <p:sp>
          <p:nvSpPr>
            <p:cNvPr id="17961" name="Google Shape;17961;p133"/>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2" name="Google Shape;17962;p133"/>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3" name="Google Shape;17963;p133"/>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4" name="Google Shape;17964;p133"/>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5" name="Google Shape;17965;p133"/>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6" name="Google Shape;17966;p133"/>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7" name="Google Shape;17967;p133"/>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8" name="Google Shape;17968;p133"/>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9" name="Google Shape;17969;p133"/>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0" name="Google Shape;17970;p133"/>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71" name="Google Shape;17971;p133"/>
          <p:cNvGrpSpPr/>
          <p:nvPr/>
        </p:nvGrpSpPr>
        <p:grpSpPr>
          <a:xfrm>
            <a:off x="7423823" y="2464077"/>
            <a:ext cx="372046" cy="307730"/>
            <a:chOff x="7423823" y="2464077"/>
            <a:chExt cx="372046" cy="307730"/>
          </a:xfrm>
        </p:grpSpPr>
        <p:sp>
          <p:nvSpPr>
            <p:cNvPr id="17972" name="Google Shape;17972;p133"/>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3" name="Google Shape;17973;p133"/>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4" name="Google Shape;17974;p133"/>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5" name="Google Shape;17975;p133"/>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6" name="Google Shape;17976;p133"/>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7" name="Google Shape;17977;p133"/>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8" name="Google Shape;17978;p133"/>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9" name="Google Shape;17979;p133"/>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0" name="Google Shape;17980;p133"/>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1" name="Google Shape;17981;p133"/>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2" name="Google Shape;17982;p133"/>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3" name="Google Shape;17983;p133"/>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4" name="Google Shape;17984;p133"/>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85" name="Google Shape;17985;p133"/>
          <p:cNvGrpSpPr/>
          <p:nvPr/>
        </p:nvGrpSpPr>
        <p:grpSpPr>
          <a:xfrm>
            <a:off x="3882511" y="3365156"/>
            <a:ext cx="295061" cy="370263"/>
            <a:chOff x="3882511" y="3365156"/>
            <a:chExt cx="295061" cy="370263"/>
          </a:xfrm>
        </p:grpSpPr>
        <p:sp>
          <p:nvSpPr>
            <p:cNvPr id="17986" name="Google Shape;17986;p133"/>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7" name="Google Shape;17987;p133"/>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8" name="Google Shape;17988;p133"/>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9" name="Google Shape;17989;p133"/>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0" name="Google Shape;17990;p133"/>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1" name="Google Shape;17991;p133"/>
          <p:cNvGrpSpPr/>
          <p:nvPr/>
        </p:nvGrpSpPr>
        <p:grpSpPr>
          <a:xfrm>
            <a:off x="5229788" y="1512217"/>
            <a:ext cx="370132" cy="370132"/>
            <a:chOff x="5229788" y="1512217"/>
            <a:chExt cx="370132" cy="370132"/>
          </a:xfrm>
        </p:grpSpPr>
        <p:sp>
          <p:nvSpPr>
            <p:cNvPr id="17992" name="Google Shape;17992;p133"/>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3" name="Google Shape;17993;p133"/>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4" name="Google Shape;17994;p133"/>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5" name="Google Shape;17995;p133"/>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6" name="Google Shape;17996;p133"/>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7" name="Google Shape;17997;p133"/>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8" name="Google Shape;17998;p133"/>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9" name="Google Shape;17999;p133"/>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0" name="Google Shape;18000;p133"/>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1" name="Google Shape;18001;p133"/>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2" name="Google Shape;18002;p133"/>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3" name="Google Shape;18003;p133"/>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4" name="Google Shape;18004;p133"/>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5" name="Google Shape;18005;p133"/>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6" name="Google Shape;18006;p133"/>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7" name="Google Shape;18007;p133"/>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8" name="Google Shape;18008;p133"/>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9" name="Google Shape;18009;p133"/>
          <p:cNvGrpSpPr/>
          <p:nvPr/>
        </p:nvGrpSpPr>
        <p:grpSpPr>
          <a:xfrm>
            <a:off x="6041869" y="3365392"/>
            <a:ext cx="373882" cy="370053"/>
            <a:chOff x="6041869" y="3365392"/>
            <a:chExt cx="373882" cy="370053"/>
          </a:xfrm>
        </p:grpSpPr>
        <p:sp>
          <p:nvSpPr>
            <p:cNvPr id="18010" name="Google Shape;18010;p133"/>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1" name="Google Shape;18011;p133"/>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2" name="Google Shape;18012;p133"/>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3" name="Google Shape;18013;p133"/>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4" name="Google Shape;18014;p133"/>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5" name="Google Shape;18015;p133"/>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6" name="Google Shape;18016;p133"/>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7" name="Google Shape;18017;p133"/>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8" name="Google Shape;18018;p133"/>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9" name="Google Shape;18019;p133"/>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20" name="Google Shape;18020;p133"/>
          <p:cNvGrpSpPr/>
          <p:nvPr/>
        </p:nvGrpSpPr>
        <p:grpSpPr>
          <a:xfrm>
            <a:off x="4684309" y="2087493"/>
            <a:ext cx="374748" cy="279140"/>
            <a:chOff x="4684309" y="2087493"/>
            <a:chExt cx="374748" cy="279140"/>
          </a:xfrm>
        </p:grpSpPr>
        <p:sp>
          <p:nvSpPr>
            <p:cNvPr id="18021" name="Google Shape;18021;p133"/>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2" name="Google Shape;18022;p133"/>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3" name="Google Shape;18023;p133"/>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4" name="Google Shape;18024;p133"/>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5" name="Google Shape;18025;p133"/>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6" name="Google Shape;18026;p133"/>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7" name="Google Shape;18027;p133"/>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8" name="Google Shape;18028;p133"/>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9" name="Google Shape;18029;p133"/>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0" name="Google Shape;18030;p133"/>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1" name="Google Shape;18031;p133"/>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2" name="Google Shape;18032;p133"/>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33" name="Google Shape;18033;p133"/>
          <p:cNvGrpSpPr/>
          <p:nvPr/>
        </p:nvGrpSpPr>
        <p:grpSpPr>
          <a:xfrm>
            <a:off x="7521110" y="2906131"/>
            <a:ext cx="175400" cy="370053"/>
            <a:chOff x="7521110" y="2906131"/>
            <a:chExt cx="175400" cy="370053"/>
          </a:xfrm>
        </p:grpSpPr>
        <p:sp>
          <p:nvSpPr>
            <p:cNvPr id="18034" name="Google Shape;18034;p133"/>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5" name="Google Shape;18035;p133"/>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6" name="Google Shape;18036;p133"/>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7" name="Google Shape;18037;p133"/>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8" name="Google Shape;18038;p133"/>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9" name="Google Shape;18039;p133"/>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0" name="Google Shape;18040;p133"/>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1" name="Google Shape;18041;p133"/>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2" name="Google Shape;18042;p133"/>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3" name="Google Shape;18043;p133"/>
          <p:cNvGrpSpPr/>
          <p:nvPr/>
        </p:nvGrpSpPr>
        <p:grpSpPr>
          <a:xfrm>
            <a:off x="3586925" y="1523286"/>
            <a:ext cx="371023" cy="347915"/>
            <a:chOff x="3586925" y="1523286"/>
            <a:chExt cx="371023" cy="347915"/>
          </a:xfrm>
        </p:grpSpPr>
        <p:sp>
          <p:nvSpPr>
            <p:cNvPr id="18044" name="Google Shape;18044;p133"/>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5" name="Google Shape;18045;p133"/>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6" name="Google Shape;18046;p133"/>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7" name="Google Shape;18047;p133"/>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8" name="Google Shape;18048;p133"/>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9" name="Google Shape;18049;p133"/>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0" name="Google Shape;18050;p133"/>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1" name="Google Shape;18051;p133"/>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2" name="Google Shape;18052;p133"/>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3" name="Google Shape;18053;p133"/>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4" name="Google Shape;18054;p133"/>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5" name="Google Shape;18055;p133"/>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6" name="Google Shape;18056;p133"/>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7" name="Google Shape;18057;p133"/>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8" name="Google Shape;18058;p133"/>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9" name="Google Shape;18059;p133"/>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0" name="Google Shape;18060;p133"/>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1" name="Google Shape;18061;p133"/>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2" name="Google Shape;18062;p133"/>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63" name="Google Shape;18063;p133"/>
          <p:cNvGrpSpPr/>
          <p:nvPr/>
        </p:nvGrpSpPr>
        <p:grpSpPr>
          <a:xfrm>
            <a:off x="6876009" y="2475461"/>
            <a:ext cx="370158" cy="285120"/>
            <a:chOff x="6876009" y="2475461"/>
            <a:chExt cx="370158" cy="285120"/>
          </a:xfrm>
        </p:grpSpPr>
        <p:sp>
          <p:nvSpPr>
            <p:cNvPr id="18064" name="Google Shape;18064;p133"/>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5" name="Google Shape;18065;p133"/>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6" name="Google Shape;18066;p133"/>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7" name="Google Shape;18067;p133"/>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8" name="Google Shape;18068;p133"/>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9" name="Google Shape;18069;p133"/>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0" name="Google Shape;18070;p133"/>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1" name="Google Shape;18071;p133"/>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2" name="Google Shape;18072;p133"/>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73" name="Google Shape;18073;p133"/>
          <p:cNvGrpSpPr/>
          <p:nvPr/>
        </p:nvGrpSpPr>
        <p:grpSpPr>
          <a:xfrm>
            <a:off x="6328222" y="2445847"/>
            <a:ext cx="370158" cy="344269"/>
            <a:chOff x="6328222" y="2445847"/>
            <a:chExt cx="370158" cy="344269"/>
          </a:xfrm>
        </p:grpSpPr>
        <p:sp>
          <p:nvSpPr>
            <p:cNvPr id="18074" name="Google Shape;18074;p133"/>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5" name="Google Shape;18075;p133"/>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6" name="Google Shape;18076;p133"/>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7" name="Google Shape;18077;p133"/>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8" name="Google Shape;18078;p133"/>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9" name="Google Shape;18079;p133"/>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0" name="Google Shape;18080;p133"/>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1" name="Google Shape;18081;p133"/>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82" name="Google Shape;18082;p133"/>
          <p:cNvGrpSpPr/>
          <p:nvPr/>
        </p:nvGrpSpPr>
        <p:grpSpPr>
          <a:xfrm>
            <a:off x="5249540" y="2432942"/>
            <a:ext cx="351639" cy="370184"/>
            <a:chOff x="5249540" y="2432942"/>
            <a:chExt cx="351639" cy="370184"/>
          </a:xfrm>
        </p:grpSpPr>
        <p:sp>
          <p:nvSpPr>
            <p:cNvPr id="18083" name="Google Shape;18083;p133"/>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4" name="Google Shape;18084;p133"/>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5" name="Google Shape;18085;p133"/>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6" name="Google Shape;18086;p133"/>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7" name="Google Shape;18087;p133"/>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8" name="Google Shape;18088;p133"/>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9" name="Google Shape;18089;p133"/>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90" name="Google Shape;18090;p133"/>
          <p:cNvGrpSpPr/>
          <p:nvPr/>
        </p:nvGrpSpPr>
        <p:grpSpPr>
          <a:xfrm>
            <a:off x="4137047" y="2482176"/>
            <a:ext cx="371102" cy="271585"/>
            <a:chOff x="4137047" y="2482176"/>
            <a:chExt cx="371102" cy="271585"/>
          </a:xfrm>
        </p:grpSpPr>
        <p:sp>
          <p:nvSpPr>
            <p:cNvPr id="18091" name="Google Shape;18091;p133"/>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2" name="Google Shape;18092;p133"/>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3" name="Google Shape;18093;p133"/>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4" name="Google Shape;18094;p133"/>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5" name="Google Shape;18095;p133"/>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6" name="Google Shape;18096;p133"/>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7" name="Google Shape;18097;p133"/>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8" name="Google Shape;18098;p133"/>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9" name="Google Shape;18099;p133"/>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0" name="Google Shape;18100;p133"/>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1" name="Google Shape;18101;p133"/>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02" name="Google Shape;18102;p133"/>
          <p:cNvGrpSpPr/>
          <p:nvPr/>
        </p:nvGrpSpPr>
        <p:grpSpPr>
          <a:xfrm>
            <a:off x="4686434" y="2432916"/>
            <a:ext cx="367377" cy="370079"/>
            <a:chOff x="4686434" y="2432916"/>
            <a:chExt cx="367377" cy="370079"/>
          </a:xfrm>
        </p:grpSpPr>
        <p:sp>
          <p:nvSpPr>
            <p:cNvPr id="18103" name="Google Shape;18103;p133"/>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4" name="Google Shape;18104;p133"/>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5" name="Google Shape;18105;p133"/>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6" name="Google Shape;18106;p133"/>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7" name="Google Shape;18107;p133"/>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8" name="Google Shape;18108;p133"/>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9" name="Google Shape;18109;p133"/>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0" name="Google Shape;18110;p133"/>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1" name="Google Shape;18111;p133"/>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2" name="Google Shape;18112;p133"/>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3" name="Google Shape;18113;p133"/>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14" name="Google Shape;18114;p133"/>
          <p:cNvGrpSpPr/>
          <p:nvPr/>
        </p:nvGrpSpPr>
        <p:grpSpPr>
          <a:xfrm>
            <a:off x="6328222" y="2056306"/>
            <a:ext cx="372099" cy="293986"/>
            <a:chOff x="6328222" y="2056306"/>
            <a:chExt cx="372099" cy="293986"/>
          </a:xfrm>
        </p:grpSpPr>
        <p:sp>
          <p:nvSpPr>
            <p:cNvPr id="18115" name="Google Shape;18115;p133"/>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6" name="Google Shape;18116;p133"/>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7" name="Google Shape;18117;p133"/>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8" name="Google Shape;18118;p133"/>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9" name="Google Shape;18119;p133"/>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0" name="Google Shape;18120;p133"/>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1" name="Google Shape;18121;p133"/>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2" name="Google Shape;18122;p133"/>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3" name="Google Shape;18123;p133"/>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24" name="Google Shape;18124;p133"/>
          <p:cNvGrpSpPr/>
          <p:nvPr/>
        </p:nvGrpSpPr>
        <p:grpSpPr>
          <a:xfrm>
            <a:off x="5789327" y="2432968"/>
            <a:ext cx="352531" cy="370132"/>
            <a:chOff x="5789327" y="2432968"/>
            <a:chExt cx="352531" cy="370132"/>
          </a:xfrm>
        </p:grpSpPr>
        <p:sp>
          <p:nvSpPr>
            <p:cNvPr id="18125" name="Google Shape;18125;p133"/>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6" name="Google Shape;18126;p133"/>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7" name="Google Shape;18127;p133"/>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8" name="Google Shape;18128;p133"/>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9" name="Google Shape;18129;p133"/>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0" name="Google Shape;18130;p133"/>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1" name="Google Shape;18131;p133"/>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2" name="Google Shape;18132;p133"/>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3" name="Google Shape;18133;p133"/>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4" name="Google Shape;18134;p133"/>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35" name="Google Shape;18135;p133"/>
          <p:cNvGrpSpPr/>
          <p:nvPr/>
        </p:nvGrpSpPr>
        <p:grpSpPr>
          <a:xfrm>
            <a:off x="874612" y="1980134"/>
            <a:ext cx="322314" cy="370158"/>
            <a:chOff x="874612" y="1980134"/>
            <a:chExt cx="322314" cy="370158"/>
          </a:xfrm>
        </p:grpSpPr>
        <p:sp>
          <p:nvSpPr>
            <p:cNvPr id="18136" name="Google Shape;18136;p133"/>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7" name="Google Shape;18137;p133"/>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8" name="Google Shape;18138;p133"/>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9" name="Google Shape;18139;p133"/>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0" name="Google Shape;18140;p133"/>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1" name="Google Shape;18141;p133"/>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2" name="Google Shape;18142;p133"/>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3" name="Google Shape;18143;p133"/>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4" name="Google Shape;18144;p133"/>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5" name="Google Shape;18145;p133"/>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6" name="Google Shape;18146;p133"/>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7" name="Google Shape;18147;p133"/>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8" name="Google Shape;18148;p133"/>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9" name="Google Shape;18149;p133"/>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0" name="Google Shape;18150;p133"/>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1" name="Google Shape;18151;p133"/>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2" name="Google Shape;18152;p133"/>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53" name="Google Shape;18153;p133"/>
          <p:cNvGrpSpPr/>
          <p:nvPr/>
        </p:nvGrpSpPr>
        <p:grpSpPr>
          <a:xfrm>
            <a:off x="3039662" y="2514780"/>
            <a:ext cx="374223" cy="329764"/>
            <a:chOff x="3039662" y="2514780"/>
            <a:chExt cx="374223" cy="329764"/>
          </a:xfrm>
        </p:grpSpPr>
        <p:sp>
          <p:nvSpPr>
            <p:cNvPr id="18154" name="Google Shape;18154;p133"/>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5" name="Google Shape;18155;p133"/>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6" name="Google Shape;18156;p133"/>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7" name="Google Shape;18157;p133"/>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8" name="Google Shape;18158;p133"/>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9" name="Google Shape;18159;p133"/>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0" name="Google Shape;18160;p133"/>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1" name="Google Shape;18161;p133"/>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2" name="Google Shape;18162;p133"/>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3" name="Google Shape;18163;p133"/>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4" name="Google Shape;18164;p133"/>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5" name="Google Shape;18165;p133"/>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6" name="Google Shape;18166;p133"/>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7" name="Google Shape;18167;p133"/>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8" name="Google Shape;18168;p133"/>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9" name="Google Shape;18169;p133"/>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0" name="Google Shape;18170;p133"/>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1" name="Google Shape;18171;p133"/>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72" name="Google Shape;18172;p133"/>
          <p:cNvGrpSpPr/>
          <p:nvPr/>
        </p:nvGrpSpPr>
        <p:grpSpPr>
          <a:xfrm>
            <a:off x="1946369" y="2563122"/>
            <a:ext cx="374066" cy="233395"/>
            <a:chOff x="1946369" y="2563122"/>
            <a:chExt cx="374066" cy="233395"/>
          </a:xfrm>
        </p:grpSpPr>
        <p:sp>
          <p:nvSpPr>
            <p:cNvPr id="18173" name="Google Shape;18173;p133"/>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4" name="Google Shape;18174;p133"/>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5" name="Google Shape;18175;p133"/>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6" name="Google Shape;18176;p133"/>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7" name="Google Shape;18177;p133"/>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8" name="Google Shape;18178;p133"/>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9" name="Google Shape;18179;p133"/>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0" name="Google Shape;18180;p133"/>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81" name="Google Shape;18181;p133"/>
          <p:cNvGrpSpPr/>
          <p:nvPr/>
        </p:nvGrpSpPr>
        <p:grpSpPr>
          <a:xfrm>
            <a:off x="4135263" y="2906184"/>
            <a:ext cx="374040" cy="370184"/>
            <a:chOff x="4135263" y="2906184"/>
            <a:chExt cx="374040" cy="370184"/>
          </a:xfrm>
        </p:grpSpPr>
        <p:sp>
          <p:nvSpPr>
            <p:cNvPr id="18182" name="Google Shape;18182;p133"/>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3" name="Google Shape;18183;p133"/>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4" name="Google Shape;18184;p133"/>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85" name="Google Shape;18185;p133"/>
          <p:cNvGrpSpPr/>
          <p:nvPr/>
        </p:nvGrpSpPr>
        <p:grpSpPr>
          <a:xfrm>
            <a:off x="4683601" y="2906184"/>
            <a:ext cx="372676" cy="370184"/>
            <a:chOff x="4683601" y="2906184"/>
            <a:chExt cx="372676" cy="370184"/>
          </a:xfrm>
        </p:grpSpPr>
        <p:sp>
          <p:nvSpPr>
            <p:cNvPr id="18186" name="Google Shape;18186;p133"/>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7" name="Google Shape;18187;p133"/>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8" name="Google Shape;18188;p133"/>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9" name="Google Shape;18189;p133"/>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0" name="Google Shape;18190;p133"/>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1" name="Google Shape;18191;p133"/>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92" name="Google Shape;18192;p133"/>
          <p:cNvGrpSpPr/>
          <p:nvPr/>
        </p:nvGrpSpPr>
        <p:grpSpPr>
          <a:xfrm>
            <a:off x="870808" y="2906053"/>
            <a:ext cx="329134" cy="370132"/>
            <a:chOff x="870808" y="2906053"/>
            <a:chExt cx="329134" cy="370132"/>
          </a:xfrm>
        </p:grpSpPr>
        <p:sp>
          <p:nvSpPr>
            <p:cNvPr id="18193" name="Google Shape;18193;p133"/>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4" name="Google Shape;18194;p133"/>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5" name="Google Shape;18195;p133"/>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6" name="Google Shape;18196;p133"/>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7" name="Google Shape;18197;p133"/>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8" name="Google Shape;18198;p133"/>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9" name="Google Shape;18199;p133"/>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0" name="Google Shape;18200;p133"/>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1" name="Google Shape;18201;p133"/>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2" name="Google Shape;18202;p133"/>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3" name="Google Shape;18203;p133"/>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4" name="Google Shape;18204;p133"/>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5" name="Google Shape;18205;p133"/>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6" name="Google Shape;18206;p133"/>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7" name="Google Shape;18207;p133"/>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8" name="Google Shape;18208;p133"/>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9" name="Google Shape;18209;p133"/>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0" name="Google Shape;18210;p133"/>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1" name="Google Shape;18211;p133"/>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12" name="Google Shape;18212;p133"/>
          <p:cNvGrpSpPr/>
          <p:nvPr/>
        </p:nvGrpSpPr>
        <p:grpSpPr>
          <a:xfrm>
            <a:off x="1943878" y="2909069"/>
            <a:ext cx="374774" cy="364282"/>
            <a:chOff x="1943878" y="2909069"/>
            <a:chExt cx="374774" cy="364282"/>
          </a:xfrm>
        </p:grpSpPr>
        <p:sp>
          <p:nvSpPr>
            <p:cNvPr id="18213" name="Google Shape;18213;p133"/>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4" name="Google Shape;18214;p133"/>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5" name="Google Shape;18215;p133"/>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6" name="Google Shape;18216;p133"/>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7" name="Google Shape;18217;p133"/>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8" name="Google Shape;18218;p133"/>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9" name="Google Shape;18219;p133"/>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0" name="Google Shape;18220;p133"/>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1" name="Google Shape;18221;p133"/>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2" name="Google Shape;18222;p133"/>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3" name="Google Shape;18223;p133"/>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4" name="Google Shape;18224;p133"/>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5" name="Google Shape;18225;p133"/>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6" name="Google Shape;18226;p133"/>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7" name="Google Shape;18227;p133"/>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8" name="Google Shape;18228;p133"/>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9" name="Google Shape;18229;p133"/>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0" name="Google Shape;18230;p133"/>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1" name="Google Shape;18231;p133"/>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2" name="Google Shape;18232;p133"/>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3" name="Google Shape;18233;p133"/>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34" name="Google Shape;18234;p133"/>
          <p:cNvGrpSpPr/>
          <p:nvPr/>
        </p:nvGrpSpPr>
        <p:grpSpPr>
          <a:xfrm>
            <a:off x="1128072" y="3365261"/>
            <a:ext cx="328872" cy="370158"/>
            <a:chOff x="1128072" y="3365261"/>
            <a:chExt cx="328872" cy="370158"/>
          </a:xfrm>
        </p:grpSpPr>
        <p:sp>
          <p:nvSpPr>
            <p:cNvPr id="18235" name="Google Shape;18235;p133"/>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6" name="Google Shape;18236;p133"/>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7" name="Google Shape;18237;p133"/>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8" name="Google Shape;18238;p133"/>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9" name="Google Shape;18239;p133"/>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0" name="Google Shape;18240;p133"/>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1" name="Google Shape;18241;p133"/>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2" name="Google Shape;18242;p133"/>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3" name="Google Shape;18243;p133"/>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4" name="Google Shape;18244;p133"/>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5" name="Google Shape;18245;p133"/>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6" name="Google Shape;18246;p133"/>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7" name="Google Shape;18247;p133"/>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8" name="Google Shape;18248;p133"/>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9" name="Google Shape;18249;p133"/>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0" name="Google Shape;18250;p133"/>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1" name="Google Shape;18251;p133"/>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2" name="Google Shape;18252;p133"/>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3" name="Google Shape;18253;p133"/>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4" name="Google Shape;18254;p133"/>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5" name="Google Shape;18255;p133"/>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6" name="Google Shape;18256;p133"/>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7" name="Google Shape;18257;p133"/>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8" name="Google Shape;18258;p133"/>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9" name="Google Shape;18259;p133"/>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0" name="Google Shape;18260;p133"/>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1" name="Google Shape;18261;p133"/>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2" name="Google Shape;18262;p133"/>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3" name="Google Shape;18263;p133"/>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4" name="Google Shape;18264;p133"/>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5" name="Google Shape;18265;p133"/>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6" name="Google Shape;18266;p133"/>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7" name="Google Shape;18267;p133"/>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8" name="Google Shape;18268;p133"/>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9" name="Google Shape;18269;p133"/>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0" name="Google Shape;18270;p133"/>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1" name="Google Shape;18271;p133"/>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2" name="Google Shape;18272;p133"/>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3" name="Google Shape;18273;p133"/>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4" name="Google Shape;18274;p133"/>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5" name="Google Shape;18275;p133"/>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6" name="Google Shape;18276;p133"/>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7" name="Google Shape;18277;p133"/>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8" name="Google Shape;18278;p133"/>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79" name="Google Shape;18279;p133"/>
          <p:cNvGrpSpPr/>
          <p:nvPr/>
        </p:nvGrpSpPr>
        <p:grpSpPr>
          <a:xfrm>
            <a:off x="5776868" y="1515181"/>
            <a:ext cx="370866" cy="364151"/>
            <a:chOff x="5776868" y="1515181"/>
            <a:chExt cx="370866" cy="364151"/>
          </a:xfrm>
        </p:grpSpPr>
        <p:sp>
          <p:nvSpPr>
            <p:cNvPr id="18280" name="Google Shape;18280;p133"/>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1" name="Google Shape;18281;p133"/>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2" name="Google Shape;18282;p133"/>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3" name="Google Shape;18283;p133"/>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4" name="Google Shape;18284;p133"/>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5" name="Google Shape;18285;p133"/>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6" name="Google Shape;18286;p133"/>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7" name="Google Shape;18287;p133"/>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8" name="Google Shape;18288;p133"/>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9" name="Google Shape;18289;p133"/>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0" name="Google Shape;18290;p133"/>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1" name="Google Shape;18291;p133"/>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2" name="Google Shape;18292;p133"/>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3" name="Google Shape;18293;p133"/>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4" name="Google Shape;18294;p133"/>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5" name="Google Shape;18295;p133"/>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6" name="Google Shape;18296;p133"/>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97" name="Google Shape;18297;p133"/>
          <p:cNvGrpSpPr/>
          <p:nvPr/>
        </p:nvGrpSpPr>
        <p:grpSpPr>
          <a:xfrm>
            <a:off x="3577849" y="2432942"/>
            <a:ext cx="393660" cy="370079"/>
            <a:chOff x="3577849" y="2432942"/>
            <a:chExt cx="393660" cy="370079"/>
          </a:xfrm>
        </p:grpSpPr>
        <p:sp>
          <p:nvSpPr>
            <p:cNvPr id="18298" name="Google Shape;18298;p133"/>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9" name="Google Shape;18299;p133"/>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0" name="Google Shape;18300;p133"/>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1" name="Google Shape;18301;p133"/>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2" name="Google Shape;18302;p133"/>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3" name="Google Shape;18303;p133"/>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4" name="Google Shape;18304;p133"/>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5" name="Google Shape;18305;p133"/>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6" name="Google Shape;18306;p133"/>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7" name="Google Shape;18307;p133"/>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08" name="Google Shape;18308;p133"/>
          <p:cNvGrpSpPr/>
          <p:nvPr/>
        </p:nvGrpSpPr>
        <p:grpSpPr>
          <a:xfrm>
            <a:off x="2493999" y="2927037"/>
            <a:ext cx="370132" cy="328164"/>
            <a:chOff x="2493999" y="2927037"/>
            <a:chExt cx="370132" cy="328164"/>
          </a:xfrm>
        </p:grpSpPr>
        <p:sp>
          <p:nvSpPr>
            <p:cNvPr id="18309" name="Google Shape;18309;p133"/>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0" name="Google Shape;18310;p133"/>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1" name="Google Shape;18311;p133"/>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2" name="Google Shape;18312;p133"/>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3" name="Google Shape;18313;p133"/>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4" name="Google Shape;18314;p133"/>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5" name="Google Shape;18315;p133"/>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6" name="Google Shape;18316;p133"/>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7" name="Google Shape;18317;p133"/>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8" name="Google Shape;18318;p133"/>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9" name="Google Shape;18319;p133"/>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0" name="Google Shape;18320;p133"/>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21" name="Google Shape;18321;p133"/>
          <p:cNvGrpSpPr/>
          <p:nvPr/>
        </p:nvGrpSpPr>
        <p:grpSpPr>
          <a:xfrm>
            <a:off x="3589417" y="2950696"/>
            <a:ext cx="370315" cy="281028"/>
            <a:chOff x="3589417" y="2950696"/>
            <a:chExt cx="370315" cy="281028"/>
          </a:xfrm>
        </p:grpSpPr>
        <p:sp>
          <p:nvSpPr>
            <p:cNvPr id="18322" name="Google Shape;18322;p133"/>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3" name="Google Shape;18323;p133"/>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4" name="Google Shape;18324;p133"/>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5" name="Google Shape;18325;p133"/>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6" name="Google Shape;18326;p133"/>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7" name="Google Shape;18327;p133"/>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8" name="Google Shape;18328;p133"/>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9" name="Google Shape;18329;p133"/>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0" name="Google Shape;18330;p133"/>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1" name="Google Shape;18331;p133"/>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2" name="Google Shape;18332;p133"/>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3" name="Google Shape;18333;p133"/>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4" name="Google Shape;18334;p133"/>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5" name="Google Shape;18335;p133"/>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6" name="Google Shape;18336;p133"/>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7" name="Google Shape;18337;p133"/>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8" name="Google Shape;18338;p133"/>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9" name="Google Shape;18339;p133"/>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0" name="Google Shape;18340;p133"/>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1" name="Google Shape;18341;p133"/>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42" name="Google Shape;18342;p133"/>
          <p:cNvGrpSpPr/>
          <p:nvPr/>
        </p:nvGrpSpPr>
        <p:grpSpPr>
          <a:xfrm>
            <a:off x="3032711" y="2911718"/>
            <a:ext cx="396125" cy="359062"/>
            <a:chOff x="3032711" y="2911718"/>
            <a:chExt cx="396125" cy="359062"/>
          </a:xfrm>
        </p:grpSpPr>
        <p:sp>
          <p:nvSpPr>
            <p:cNvPr id="18343" name="Google Shape;18343;p133"/>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4" name="Google Shape;18344;p133"/>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5" name="Google Shape;18345;p133"/>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6" name="Google Shape;18346;p133"/>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7" name="Google Shape;18347;p133"/>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8" name="Google Shape;18348;p133"/>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9" name="Google Shape;18349;p133"/>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0" name="Google Shape;18350;p133"/>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1" name="Google Shape;18351;p133"/>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2" name="Google Shape;18352;p133"/>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3" name="Google Shape;18353;p133"/>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4" name="Google Shape;18354;p133"/>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55" name="Google Shape;18355;p133"/>
          <p:cNvGrpSpPr/>
          <p:nvPr/>
        </p:nvGrpSpPr>
        <p:grpSpPr>
          <a:xfrm>
            <a:off x="7417764" y="1513397"/>
            <a:ext cx="373174" cy="367692"/>
            <a:chOff x="7417764" y="1513397"/>
            <a:chExt cx="373174" cy="367692"/>
          </a:xfrm>
        </p:grpSpPr>
        <p:sp>
          <p:nvSpPr>
            <p:cNvPr id="18356" name="Google Shape;18356;p133"/>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7" name="Google Shape;18357;p133"/>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8" name="Google Shape;18358;p133"/>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9" name="Google Shape;18359;p133"/>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0" name="Google Shape;18360;p133"/>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1" name="Google Shape;18361;p133"/>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2" name="Google Shape;18362;p133"/>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3" name="Google Shape;18363;p133"/>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4" name="Google Shape;18364;p133"/>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5" name="Google Shape;18365;p133"/>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6" name="Google Shape;18366;p133"/>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7" name="Google Shape;18367;p133"/>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8" name="Google Shape;18368;p133"/>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9" name="Google Shape;18369;p133"/>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0" name="Google Shape;18370;p133"/>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1" name="Google Shape;18371;p133"/>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2" name="Google Shape;18372;p133"/>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3" name="Google Shape;18373;p133"/>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4" name="Google Shape;18374;p133"/>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75" name="Google Shape;18375;p133"/>
          <p:cNvGrpSpPr/>
          <p:nvPr/>
        </p:nvGrpSpPr>
        <p:grpSpPr>
          <a:xfrm>
            <a:off x="6871944" y="1514368"/>
            <a:ext cx="370132" cy="365672"/>
            <a:chOff x="6871944" y="1514368"/>
            <a:chExt cx="370132" cy="365672"/>
          </a:xfrm>
        </p:grpSpPr>
        <p:sp>
          <p:nvSpPr>
            <p:cNvPr id="18376" name="Google Shape;18376;p133"/>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7" name="Google Shape;18377;p133"/>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8" name="Google Shape;18378;p133"/>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9" name="Google Shape;18379;p133"/>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0" name="Google Shape;18380;p133"/>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1" name="Google Shape;18381;p133"/>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2" name="Google Shape;18382;p133"/>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3" name="Google Shape;18383;p133"/>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4" name="Google Shape;18384;p133"/>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5" name="Google Shape;18385;p133"/>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6" name="Google Shape;18386;p133"/>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7" name="Google Shape;18387;p133"/>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8" name="Google Shape;18388;p133"/>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9" name="Google Shape;18389;p133"/>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0" name="Google Shape;18390;p133"/>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1" name="Google Shape;18391;p133"/>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2" name="Google Shape;18392;p133"/>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3" name="Google Shape;18393;p133"/>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94" name="Google Shape;18394;p133"/>
          <p:cNvGrpSpPr/>
          <p:nvPr/>
        </p:nvGrpSpPr>
        <p:grpSpPr>
          <a:xfrm>
            <a:off x="6561931" y="3365261"/>
            <a:ext cx="400375" cy="370184"/>
            <a:chOff x="6561931" y="3365261"/>
            <a:chExt cx="400375" cy="370184"/>
          </a:xfrm>
        </p:grpSpPr>
        <p:sp>
          <p:nvSpPr>
            <p:cNvPr id="18395" name="Google Shape;18395;p133"/>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6" name="Google Shape;18396;p133"/>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7" name="Google Shape;18397;p133"/>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8" name="Google Shape;18398;p133"/>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9" name="Google Shape;18399;p133"/>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0" name="Google Shape;18400;p133"/>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1" name="Google Shape;18401;p133"/>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2" name="Google Shape;18402;p133"/>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3" name="Google Shape;18403;p133"/>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4" name="Google Shape;18404;p133"/>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5" name="Google Shape;18405;p133"/>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6" name="Google Shape;18406;p133"/>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07" name="Google Shape;18407;p133"/>
          <p:cNvGrpSpPr/>
          <p:nvPr/>
        </p:nvGrpSpPr>
        <p:grpSpPr>
          <a:xfrm>
            <a:off x="1942120" y="1985852"/>
            <a:ext cx="378315" cy="358695"/>
            <a:chOff x="1942120" y="1985852"/>
            <a:chExt cx="378315" cy="358695"/>
          </a:xfrm>
        </p:grpSpPr>
        <p:sp>
          <p:nvSpPr>
            <p:cNvPr id="18408" name="Google Shape;18408;p133"/>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9" name="Google Shape;18409;p133"/>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0" name="Google Shape;18410;p133"/>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1" name="Google Shape;18411;p133"/>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2" name="Google Shape;18412;p133"/>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3" name="Google Shape;18413;p133"/>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4" name="Google Shape;18414;p133"/>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5" name="Google Shape;18415;p133"/>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6" name="Google Shape;18416;p133"/>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7" name="Google Shape;18417;p133"/>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8" name="Google Shape;18418;p133"/>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9" name="Google Shape;18419;p133"/>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0" name="Google Shape;18420;p133"/>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1" name="Google Shape;18421;p133"/>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2" name="Google Shape;18422;p133"/>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3" name="Google Shape;18423;p133"/>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4" name="Google Shape;18424;p133"/>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5" name="Google Shape;18425;p133"/>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6" name="Google Shape;18426;p133"/>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7" name="Google Shape;18427;p133"/>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28" name="Google Shape;18428;p133"/>
          <p:cNvGrpSpPr/>
          <p:nvPr/>
        </p:nvGrpSpPr>
        <p:grpSpPr>
          <a:xfrm>
            <a:off x="1401415" y="2429218"/>
            <a:ext cx="364282" cy="374197"/>
            <a:chOff x="1401415" y="2429218"/>
            <a:chExt cx="364282" cy="374197"/>
          </a:xfrm>
        </p:grpSpPr>
        <p:sp>
          <p:nvSpPr>
            <p:cNvPr id="18429" name="Google Shape;18429;p133"/>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0" name="Google Shape;18430;p133"/>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1" name="Google Shape;18431;p133"/>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2" name="Google Shape;18432;p133"/>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3" name="Google Shape;18433;p133"/>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4" name="Google Shape;18434;p133"/>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5" name="Google Shape;18435;p133"/>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6" name="Google Shape;18436;p133"/>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7" name="Google Shape;18437;p133"/>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8" name="Google Shape;18438;p133"/>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9" name="Google Shape;18439;p133"/>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0" name="Google Shape;18440;p133"/>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1" name="Google Shape;18441;p133"/>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2" name="Google Shape;18442;p133"/>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3" name="Google Shape;18443;p133"/>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44" name="Google Shape;18444;p133"/>
          <p:cNvGrpSpPr/>
          <p:nvPr/>
        </p:nvGrpSpPr>
        <p:grpSpPr>
          <a:xfrm>
            <a:off x="7110427" y="3365261"/>
            <a:ext cx="400401" cy="370184"/>
            <a:chOff x="7110427" y="3365261"/>
            <a:chExt cx="400401" cy="370184"/>
          </a:xfrm>
        </p:grpSpPr>
        <p:sp>
          <p:nvSpPr>
            <p:cNvPr id="18445" name="Google Shape;18445;p133"/>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6" name="Google Shape;18446;p133"/>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7" name="Google Shape;18447;p133"/>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8" name="Google Shape;18448;p133"/>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9" name="Google Shape;18449;p133"/>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0" name="Google Shape;18450;p133"/>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1" name="Google Shape;18451;p133"/>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52" name="Google Shape;18452;p133"/>
          <p:cNvGrpSpPr/>
          <p:nvPr/>
        </p:nvGrpSpPr>
        <p:grpSpPr>
          <a:xfrm>
            <a:off x="7658949" y="3363137"/>
            <a:ext cx="400375" cy="370132"/>
            <a:chOff x="7658949" y="3363137"/>
            <a:chExt cx="400375" cy="370132"/>
          </a:xfrm>
        </p:grpSpPr>
        <p:sp>
          <p:nvSpPr>
            <p:cNvPr id="18453" name="Google Shape;18453;p133"/>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4" name="Google Shape;18454;p133"/>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5" name="Google Shape;18455;p133"/>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6" name="Google Shape;18456;p133"/>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7" name="Google Shape;18457;p133"/>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58" name="Google Shape;18458;p133"/>
          <p:cNvGrpSpPr/>
          <p:nvPr/>
        </p:nvGrpSpPr>
        <p:grpSpPr>
          <a:xfrm>
            <a:off x="3304481" y="3379389"/>
            <a:ext cx="356623" cy="370105"/>
            <a:chOff x="3307156" y="3365314"/>
            <a:chExt cx="356623" cy="370105"/>
          </a:xfrm>
        </p:grpSpPr>
        <p:sp>
          <p:nvSpPr>
            <p:cNvPr id="18459" name="Google Shape;18459;p133"/>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0" name="Google Shape;18460;p133"/>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1" name="Google Shape;18461;p133"/>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2" name="Google Shape;18462;p133"/>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3" name="Google Shape;18463;p133"/>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4" name="Google Shape;18464;p133"/>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5" name="Google Shape;18465;p133"/>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6" name="Google Shape;18466;p133"/>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7" name="Google Shape;18467;p133"/>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8" name="Google Shape;18468;p133"/>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9" name="Google Shape;18469;p133"/>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0" name="Google Shape;18470;p133"/>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1" name="Google Shape;18471;p133"/>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2" name="Google Shape;18472;p133"/>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3" name="Google Shape;18473;p133"/>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74" name="Google Shape;18474;p133"/>
          <p:cNvGrpSpPr/>
          <p:nvPr/>
        </p:nvGrpSpPr>
        <p:grpSpPr>
          <a:xfrm>
            <a:off x="7422407" y="1980107"/>
            <a:ext cx="372807" cy="370079"/>
            <a:chOff x="7422407" y="1980107"/>
            <a:chExt cx="372807" cy="370079"/>
          </a:xfrm>
        </p:grpSpPr>
        <p:sp>
          <p:nvSpPr>
            <p:cNvPr id="18475" name="Google Shape;18475;p133"/>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6" name="Google Shape;18476;p133"/>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7" name="Google Shape;18477;p133"/>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8" name="Google Shape;18478;p133"/>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9" name="Google Shape;18479;p133"/>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0" name="Google Shape;18480;p133"/>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1" name="Google Shape;18481;p133"/>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2" name="Google Shape;18482;p133"/>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3" name="Google Shape;18483;p133"/>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4" name="Google Shape;18484;p133"/>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5" name="Google Shape;18485;p133"/>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6" name="Google Shape;18486;p133"/>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7" name="Google Shape;18487;p133"/>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88" name="Google Shape;18488;p133"/>
          <p:cNvGrpSpPr/>
          <p:nvPr/>
        </p:nvGrpSpPr>
        <p:grpSpPr>
          <a:xfrm>
            <a:off x="6916141" y="2906184"/>
            <a:ext cx="289737" cy="370394"/>
            <a:chOff x="6916141" y="2906184"/>
            <a:chExt cx="289737" cy="370394"/>
          </a:xfrm>
        </p:grpSpPr>
        <p:sp>
          <p:nvSpPr>
            <p:cNvPr id="18489" name="Google Shape;18489;p133"/>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0" name="Google Shape;18490;p133"/>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1" name="Google Shape;18491;p133"/>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2" name="Google Shape;18492;p133"/>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3" name="Google Shape;18493;p133"/>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4" name="Google Shape;18494;p133"/>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5" name="Google Shape;18495;p133"/>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6" name="Google Shape;18496;p133"/>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7" name="Google Shape;18497;p133"/>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8" name="Google Shape;18498;p133"/>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9" name="Google Shape;18499;p133"/>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0" name="Google Shape;18500;p133"/>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1" name="Google Shape;18501;p133"/>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2" name="Google Shape;18502;p133"/>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3" name="Google Shape;18503;p133"/>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4" name="Google Shape;18504;p133"/>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5" name="Google Shape;18505;p133"/>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6" name="Google Shape;18506;p133"/>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7" name="Google Shape;18507;p133"/>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8" name="Google Shape;18508;p133"/>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9" name="Google Shape;18509;p133"/>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10" name="Google Shape;18510;p133"/>
          <p:cNvGrpSpPr/>
          <p:nvPr/>
        </p:nvGrpSpPr>
        <p:grpSpPr>
          <a:xfrm>
            <a:off x="7970194" y="2013577"/>
            <a:ext cx="372676" cy="331731"/>
            <a:chOff x="7970194" y="2013577"/>
            <a:chExt cx="372676" cy="331731"/>
          </a:xfrm>
        </p:grpSpPr>
        <p:sp>
          <p:nvSpPr>
            <p:cNvPr id="18511" name="Google Shape;18511;p133"/>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2" name="Google Shape;18512;p133"/>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3" name="Google Shape;18513;p133"/>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4" name="Google Shape;18514;p133"/>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5" name="Google Shape;18515;p133"/>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6" name="Google Shape;18516;p133"/>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7" name="Google Shape;18517;p133"/>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8" name="Google Shape;18518;p133"/>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9" name="Google Shape;18519;p133"/>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0" name="Google Shape;18520;p133"/>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21" name="Google Shape;18521;p133"/>
          <p:cNvGrpSpPr/>
          <p:nvPr/>
        </p:nvGrpSpPr>
        <p:grpSpPr>
          <a:xfrm>
            <a:off x="1416733" y="1512190"/>
            <a:ext cx="332964" cy="370158"/>
            <a:chOff x="1416733" y="1512190"/>
            <a:chExt cx="332964" cy="370158"/>
          </a:xfrm>
        </p:grpSpPr>
        <p:sp>
          <p:nvSpPr>
            <p:cNvPr id="18522" name="Google Shape;18522;p133"/>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3" name="Google Shape;18523;p133"/>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4" name="Google Shape;18524;p133"/>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5" name="Google Shape;18525;p133"/>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6" name="Google Shape;18526;p133"/>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7" name="Google Shape;18527;p133"/>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8" name="Google Shape;18528;p133"/>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9" name="Google Shape;18529;p133"/>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0" name="Google Shape;18530;p133"/>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1" name="Google Shape;18531;p133"/>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2" name="Google Shape;18532;p133"/>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3" name="Google Shape;18533;p133"/>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4" name="Google Shape;18534;p133"/>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5" name="Google Shape;18535;p133"/>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6" name="Google Shape;18536;p133"/>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7" name="Google Shape;18537;p133"/>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8" name="Google Shape;18538;p133"/>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9" name="Google Shape;18539;p133"/>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0" name="Google Shape;18540;p133"/>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41" name="Google Shape;18541;p133"/>
          <p:cNvGrpSpPr/>
          <p:nvPr/>
        </p:nvGrpSpPr>
        <p:grpSpPr>
          <a:xfrm>
            <a:off x="5246366" y="2906105"/>
            <a:ext cx="342852" cy="370079"/>
            <a:chOff x="5246366" y="2906105"/>
            <a:chExt cx="342852" cy="370079"/>
          </a:xfrm>
        </p:grpSpPr>
        <p:sp>
          <p:nvSpPr>
            <p:cNvPr id="18542" name="Google Shape;18542;p133"/>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3" name="Google Shape;18543;p133"/>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4" name="Google Shape;18544;p133"/>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5" name="Google Shape;18545;p133"/>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6" name="Google Shape;18546;p133"/>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7" name="Google Shape;18547;p133"/>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48" name="Google Shape;18548;p133"/>
          <p:cNvGrpSpPr/>
          <p:nvPr/>
        </p:nvGrpSpPr>
        <p:grpSpPr>
          <a:xfrm>
            <a:off x="849667" y="2434883"/>
            <a:ext cx="371259" cy="366249"/>
            <a:chOff x="849667" y="2434883"/>
            <a:chExt cx="371259" cy="366249"/>
          </a:xfrm>
        </p:grpSpPr>
        <p:sp>
          <p:nvSpPr>
            <p:cNvPr id="18549" name="Google Shape;18549;p133"/>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0" name="Google Shape;18550;p133"/>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1" name="Google Shape;18551;p133"/>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2" name="Google Shape;18552;p133"/>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3" name="Google Shape;18553;p133"/>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4" name="Google Shape;18554;p133"/>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5" name="Google Shape;18555;p133"/>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6" name="Google Shape;18556;p133"/>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7" name="Google Shape;18557;p133"/>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8" name="Google Shape;18558;p133"/>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9" name="Google Shape;18559;p133"/>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0" name="Google Shape;18560;p133"/>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1" name="Google Shape;18561;p133"/>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62" name="Google Shape;18562;p133"/>
          <p:cNvGrpSpPr/>
          <p:nvPr/>
        </p:nvGrpSpPr>
        <p:grpSpPr>
          <a:xfrm>
            <a:off x="4417026" y="3365366"/>
            <a:ext cx="332728" cy="370053"/>
            <a:chOff x="4417026" y="3365366"/>
            <a:chExt cx="332728" cy="370053"/>
          </a:xfrm>
        </p:grpSpPr>
        <p:sp>
          <p:nvSpPr>
            <p:cNvPr id="18563" name="Google Shape;18563;p133"/>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4" name="Google Shape;18564;p133"/>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5" name="Google Shape;18565;p133"/>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6" name="Google Shape;18566;p133"/>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7" name="Google Shape;18567;p133"/>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8" name="Google Shape;18568;p133"/>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9" name="Google Shape;18569;p133"/>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0" name="Google Shape;18570;p133"/>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1" name="Google Shape;18571;p133"/>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2" name="Google Shape;18572;p133"/>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3" name="Google Shape;18573;p133"/>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4" name="Google Shape;18574;p133"/>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5" name="Google Shape;18575;p133"/>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6" name="Google Shape;18576;p133"/>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7" name="Google Shape;18577;p133"/>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8" name="Google Shape;18578;p133"/>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9" name="Google Shape;18579;p133"/>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0" name="Google Shape;18580;p133"/>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81" name="Google Shape;18581;p133"/>
          <p:cNvGrpSpPr/>
          <p:nvPr/>
        </p:nvGrpSpPr>
        <p:grpSpPr>
          <a:xfrm>
            <a:off x="2497068" y="1980186"/>
            <a:ext cx="363994" cy="370105"/>
            <a:chOff x="2497068" y="1980186"/>
            <a:chExt cx="363994" cy="370105"/>
          </a:xfrm>
        </p:grpSpPr>
        <p:sp>
          <p:nvSpPr>
            <p:cNvPr id="18582" name="Google Shape;18582;p133"/>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3" name="Google Shape;18583;p133"/>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4" name="Google Shape;18584;p133"/>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5" name="Google Shape;18585;p133"/>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6" name="Google Shape;18586;p133"/>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7" name="Google Shape;18587;p133"/>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8" name="Google Shape;18588;p133"/>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9" name="Google Shape;18589;p133"/>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0" name="Google Shape;18590;p133"/>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1" name="Google Shape;18591;p133"/>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2" name="Google Shape;18592;p133"/>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3" name="Google Shape;18593;p133"/>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4" name="Google Shape;18594;p133"/>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5" name="Google Shape;18595;p133"/>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6" name="Google Shape;18596;p133"/>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7" name="Google Shape;18597;p133"/>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8" name="Google Shape;18598;p133"/>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9" name="Google Shape;18599;p133"/>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0" name="Google Shape;18600;p133"/>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1" name="Google Shape;18601;p133"/>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2" name="Google Shape;18602;p133"/>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03" name="Google Shape;18603;p133"/>
          <p:cNvGrpSpPr/>
          <p:nvPr/>
        </p:nvGrpSpPr>
        <p:grpSpPr>
          <a:xfrm>
            <a:off x="5820278" y="2906158"/>
            <a:ext cx="294904" cy="370027"/>
            <a:chOff x="5820278" y="2906158"/>
            <a:chExt cx="294904" cy="370027"/>
          </a:xfrm>
        </p:grpSpPr>
        <p:sp>
          <p:nvSpPr>
            <p:cNvPr id="18604" name="Google Shape;18604;p133"/>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5" name="Google Shape;18605;p133"/>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6" name="Google Shape;18606;p133"/>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7" name="Google Shape;18607;p133"/>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8" name="Google Shape;18608;p133"/>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9" name="Google Shape;18609;p133"/>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0" name="Google Shape;18610;p133"/>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11" name="Google Shape;18611;p133"/>
          <p:cNvGrpSpPr/>
          <p:nvPr/>
        </p:nvGrpSpPr>
        <p:grpSpPr>
          <a:xfrm>
            <a:off x="4946819" y="3383229"/>
            <a:ext cx="370132" cy="334223"/>
            <a:chOff x="4946819" y="3383229"/>
            <a:chExt cx="370132" cy="334223"/>
          </a:xfrm>
        </p:grpSpPr>
        <p:sp>
          <p:nvSpPr>
            <p:cNvPr id="18612" name="Google Shape;18612;p133"/>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3" name="Google Shape;18613;p133"/>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4" name="Google Shape;18614;p133"/>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5" name="Google Shape;18615;p133"/>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6" name="Google Shape;18616;p133"/>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7" name="Google Shape;18617;p133"/>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8" name="Google Shape;18618;p133"/>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9" name="Google Shape;18619;p133"/>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0" name="Google Shape;18620;p133"/>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21" name="Google Shape;18621;p133"/>
          <p:cNvGrpSpPr/>
          <p:nvPr/>
        </p:nvGrpSpPr>
        <p:grpSpPr>
          <a:xfrm>
            <a:off x="3038403" y="1539234"/>
            <a:ext cx="375482" cy="316072"/>
            <a:chOff x="3038403" y="1539234"/>
            <a:chExt cx="375482" cy="316072"/>
          </a:xfrm>
        </p:grpSpPr>
        <p:sp>
          <p:nvSpPr>
            <p:cNvPr id="18622" name="Google Shape;18622;p133"/>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623" name="Google Shape;18623;p133"/>
            <p:cNvGrpSpPr/>
            <p:nvPr/>
          </p:nvGrpSpPr>
          <p:grpSpPr>
            <a:xfrm>
              <a:off x="3038403" y="1539234"/>
              <a:ext cx="375482" cy="316072"/>
              <a:chOff x="3038403" y="1539234"/>
              <a:chExt cx="375482" cy="316072"/>
            </a:xfrm>
          </p:grpSpPr>
          <p:sp>
            <p:nvSpPr>
              <p:cNvPr id="18624" name="Google Shape;18624;p133"/>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5" name="Google Shape;18625;p133"/>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6" name="Google Shape;18626;p133"/>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7" name="Google Shape;18627;p133"/>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8" name="Google Shape;18628;p133"/>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9" name="Google Shape;18629;p133"/>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0" name="Google Shape;18630;p133"/>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1" name="Google Shape;18631;p133"/>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2" name="Google Shape;18632;p133"/>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8633" name="Google Shape;18633;p133"/>
          <p:cNvGrpSpPr/>
          <p:nvPr/>
        </p:nvGrpSpPr>
        <p:grpSpPr>
          <a:xfrm>
            <a:off x="6332865" y="2906131"/>
            <a:ext cx="360846" cy="370184"/>
            <a:chOff x="6332865" y="2906131"/>
            <a:chExt cx="360846" cy="370184"/>
          </a:xfrm>
        </p:grpSpPr>
        <p:sp>
          <p:nvSpPr>
            <p:cNvPr id="18634" name="Google Shape;18634;p133"/>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5" name="Google Shape;18635;p133"/>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6" name="Google Shape;18636;p133"/>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7" name="Google Shape;18637;p133"/>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8" name="Google Shape;18638;p133"/>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9" name="Google Shape;18639;p133"/>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0" name="Google Shape;18640;p133"/>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1" name="Google Shape;18641;p133"/>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2" name="Google Shape;18642;p133"/>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3" name="Google Shape;18643;p133"/>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4" name="Google Shape;18644;p133"/>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45" name="Google Shape;18645;p133"/>
          <p:cNvGrpSpPr/>
          <p:nvPr/>
        </p:nvGrpSpPr>
        <p:grpSpPr>
          <a:xfrm>
            <a:off x="4135079" y="1518066"/>
            <a:ext cx="370132" cy="358223"/>
            <a:chOff x="4135079" y="1518066"/>
            <a:chExt cx="370132" cy="358223"/>
          </a:xfrm>
        </p:grpSpPr>
        <p:sp>
          <p:nvSpPr>
            <p:cNvPr id="18646" name="Google Shape;18646;p133"/>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7" name="Google Shape;18647;p133"/>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8" name="Google Shape;18648;p133"/>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9" name="Google Shape;18649;p133"/>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0" name="Google Shape;18650;p133"/>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1" name="Google Shape;18651;p133"/>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2" name="Google Shape;18652;p133"/>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3" name="Google Shape;18653;p133"/>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4" name="Google Shape;18654;p133"/>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5" name="Google Shape;18655;p133"/>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6" name="Google Shape;18656;p133"/>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7" name="Google Shape;18657;p133"/>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8" name="Google Shape;18658;p133"/>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9" name="Google Shape;18659;p133"/>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0" name="Google Shape;18660;p133"/>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1" name="Google Shape;18661;p133"/>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2" name="Google Shape;18662;p133"/>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3" name="Google Shape;18663;p133"/>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4" name="Google Shape;18664;p133"/>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65" name="Google Shape;18665;p133"/>
          <p:cNvGrpSpPr/>
          <p:nvPr/>
        </p:nvGrpSpPr>
        <p:grpSpPr>
          <a:xfrm>
            <a:off x="6878869" y="1980134"/>
            <a:ext cx="361240" cy="370158"/>
            <a:chOff x="6878869" y="1980134"/>
            <a:chExt cx="361240" cy="370158"/>
          </a:xfrm>
        </p:grpSpPr>
        <p:sp>
          <p:nvSpPr>
            <p:cNvPr id="18666" name="Google Shape;18666;p133"/>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7" name="Google Shape;18667;p133"/>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8" name="Google Shape;18668;p133"/>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9" name="Google Shape;18669;p133"/>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0" name="Google Shape;18670;p133"/>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1" name="Google Shape;18671;p133"/>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2" name="Google Shape;18672;p133"/>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3" name="Google Shape;18673;p133"/>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4" name="Google Shape;18674;p133"/>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5" name="Google Shape;18675;p133"/>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6" name="Google Shape;18676;p133"/>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7" name="Google Shape;18677;p133"/>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8" name="Google Shape;18678;p133"/>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79" name="Google Shape;18679;p133"/>
          <p:cNvGrpSpPr/>
          <p:nvPr/>
        </p:nvGrpSpPr>
        <p:grpSpPr>
          <a:xfrm>
            <a:off x="2493999" y="2550033"/>
            <a:ext cx="370132" cy="259467"/>
            <a:chOff x="2493999" y="2550033"/>
            <a:chExt cx="370132" cy="259467"/>
          </a:xfrm>
        </p:grpSpPr>
        <p:sp>
          <p:nvSpPr>
            <p:cNvPr id="18680" name="Google Shape;18680;p133"/>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1" name="Google Shape;18681;p133"/>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2" name="Google Shape;18682;p133"/>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3" name="Google Shape;18683;p133"/>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4" name="Google Shape;18684;p133"/>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5" name="Google Shape;18685;p133"/>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6" name="Google Shape;18686;p133"/>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7" name="Google Shape;18687;p133"/>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8" name="Google Shape;18688;p133"/>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9" name="Google Shape;18689;p133"/>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0" name="Google Shape;18690;p133"/>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1" name="Google Shape;18691;p133"/>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2" name="Google Shape;18692;p133"/>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3" name="Google Shape;18693;p133"/>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4" name="Google Shape;18694;p133"/>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5" name="Google Shape;18695;p133"/>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6" name="Google Shape;18696;p133"/>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7" name="Google Shape;18697;p133"/>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8" name="Google Shape;18698;p133"/>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99" name="Google Shape;18699;p133"/>
          <p:cNvGrpSpPr/>
          <p:nvPr/>
        </p:nvGrpSpPr>
        <p:grpSpPr>
          <a:xfrm>
            <a:off x="1699703" y="3365261"/>
            <a:ext cx="281054" cy="370158"/>
            <a:chOff x="1699703" y="3365261"/>
            <a:chExt cx="281054" cy="370158"/>
          </a:xfrm>
        </p:grpSpPr>
        <p:sp>
          <p:nvSpPr>
            <p:cNvPr id="18700" name="Google Shape;18700;p133"/>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1" name="Google Shape;18701;p133"/>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2" name="Google Shape;18702;p133"/>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3" name="Google Shape;18703;p133"/>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4" name="Google Shape;18704;p133"/>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5" name="Google Shape;18705;p133"/>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6" name="Google Shape;18706;p133"/>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7" name="Google Shape;18707;p133"/>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8" name="Google Shape;18708;p133"/>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9" name="Google Shape;18709;p133"/>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0" name="Google Shape;18710;p133"/>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1" name="Google Shape;18711;p133"/>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2" name="Google Shape;18712;p133"/>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13" name="Google Shape;18713;p133"/>
          <p:cNvGrpSpPr/>
          <p:nvPr/>
        </p:nvGrpSpPr>
        <p:grpSpPr>
          <a:xfrm>
            <a:off x="7966810" y="1519430"/>
            <a:ext cx="369974" cy="355626"/>
            <a:chOff x="7966810" y="1519430"/>
            <a:chExt cx="369974" cy="355626"/>
          </a:xfrm>
        </p:grpSpPr>
        <p:sp>
          <p:nvSpPr>
            <p:cNvPr id="18714" name="Google Shape;18714;p133"/>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5" name="Google Shape;18715;p133"/>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6" name="Google Shape;18716;p133"/>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7" name="Google Shape;18717;p133"/>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8" name="Google Shape;18718;p133"/>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9" name="Google Shape;18719;p133"/>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0" name="Google Shape;18720;p133"/>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1" name="Google Shape;18721;p133"/>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2" name="Google Shape;18722;p133"/>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3" name="Google Shape;18723;p133"/>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4" name="Google Shape;18724;p133"/>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5" name="Google Shape;18725;p133"/>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6" name="Google Shape;18726;p133"/>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7" name="Google Shape;18727;p133"/>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8" name="Google Shape;18728;p133"/>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9" name="Google Shape;18729;p133"/>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30" name="Google Shape;18730;p133"/>
          <p:cNvGrpSpPr/>
          <p:nvPr/>
        </p:nvGrpSpPr>
        <p:grpSpPr>
          <a:xfrm>
            <a:off x="2792628" y="3365340"/>
            <a:ext cx="290445" cy="370079"/>
            <a:chOff x="2792628" y="3365340"/>
            <a:chExt cx="290445" cy="370079"/>
          </a:xfrm>
        </p:grpSpPr>
        <p:sp>
          <p:nvSpPr>
            <p:cNvPr id="18731" name="Google Shape;18731;p133"/>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2" name="Google Shape;18732;p133"/>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3" name="Google Shape;18733;p133"/>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4" name="Google Shape;18734;p133"/>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5" name="Google Shape;18735;p133"/>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6" name="Google Shape;18736;p133"/>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7" name="Google Shape;18737;p133"/>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8" name="Google Shape;18738;p133"/>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9" name="Google Shape;18739;p133"/>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0" name="Google Shape;18740;p133"/>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1" name="Google Shape;18741;p133"/>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2" name="Google Shape;18742;p133"/>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3" name="Google Shape;18743;p133"/>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4" name="Google Shape;18744;p133"/>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45" name="Google Shape;18745;p133"/>
          <p:cNvGrpSpPr/>
          <p:nvPr/>
        </p:nvGrpSpPr>
        <p:grpSpPr>
          <a:xfrm>
            <a:off x="1389585" y="1988317"/>
            <a:ext cx="388125" cy="353790"/>
            <a:chOff x="1389585" y="1988317"/>
            <a:chExt cx="388125" cy="353790"/>
          </a:xfrm>
        </p:grpSpPr>
        <p:sp>
          <p:nvSpPr>
            <p:cNvPr id="18746" name="Google Shape;18746;p133"/>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7" name="Google Shape;18747;p133"/>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8" name="Google Shape;18748;p133"/>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9" name="Google Shape;18749;p133"/>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0" name="Google Shape;18750;p133"/>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1" name="Google Shape;18751;p133"/>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2" name="Google Shape;18752;p133"/>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3" name="Google Shape;18753;p133"/>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4" name="Google Shape;18754;p133"/>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5" name="Google Shape;18755;p133"/>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6" name="Google Shape;18756;p133"/>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7" name="Google Shape;18757;p133"/>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8" name="Google Shape;18758;p133"/>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9" name="Google Shape;18759;p133"/>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0" name="Google Shape;18760;p133"/>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1" name="Google Shape;18761;p133"/>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2" name="Google Shape;18762;p133"/>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3" name="Google Shape;18763;p133"/>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4" name="Google Shape;18764;p133"/>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5" name="Google Shape;18765;p133"/>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6" name="Google Shape;18766;p133"/>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7" name="Google Shape;18767;p133"/>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68" name="Google Shape;18768;p133"/>
          <p:cNvGrpSpPr/>
          <p:nvPr/>
        </p:nvGrpSpPr>
        <p:grpSpPr>
          <a:xfrm>
            <a:off x="2492924" y="1512190"/>
            <a:ext cx="370158" cy="370158"/>
            <a:chOff x="2492924" y="1512190"/>
            <a:chExt cx="370158" cy="370158"/>
          </a:xfrm>
        </p:grpSpPr>
        <p:sp>
          <p:nvSpPr>
            <p:cNvPr id="18769" name="Google Shape;18769;p133"/>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0" name="Google Shape;18770;p133"/>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1" name="Google Shape;18771;p133"/>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2" name="Google Shape;18772;p133"/>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3" name="Google Shape;18773;p133"/>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4" name="Google Shape;18774;p133"/>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5" name="Google Shape;18775;p133"/>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6" name="Google Shape;18776;p133"/>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7" name="Google Shape;18777;p133"/>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8" name="Google Shape;18778;p133"/>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9" name="Google Shape;18779;p133"/>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0" name="Google Shape;18780;p133"/>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1" name="Google Shape;18781;p133"/>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2" name="Google Shape;18782;p133"/>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3" name="Google Shape;18783;p133"/>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4" name="Google Shape;18784;p133"/>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5" name="Google Shape;18785;p133"/>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6" name="Google Shape;18786;p133"/>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7" name="Google Shape;18787;p133"/>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8" name="Google Shape;18788;p133"/>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9" name="Google Shape;18789;p133"/>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0" name="Google Shape;18790;p133"/>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91" name="Google Shape;18791;p133"/>
          <p:cNvGrpSpPr/>
          <p:nvPr/>
        </p:nvGrpSpPr>
        <p:grpSpPr>
          <a:xfrm>
            <a:off x="1933569" y="1512243"/>
            <a:ext cx="393975" cy="370105"/>
            <a:chOff x="1933569" y="1512243"/>
            <a:chExt cx="393975" cy="370105"/>
          </a:xfrm>
        </p:grpSpPr>
        <p:sp>
          <p:nvSpPr>
            <p:cNvPr id="18792" name="Google Shape;18792;p133"/>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3" name="Google Shape;18793;p133"/>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4" name="Google Shape;18794;p133"/>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5" name="Google Shape;18795;p133"/>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6" name="Google Shape;18796;p133"/>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7" name="Google Shape;18797;p133"/>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8" name="Google Shape;18798;p133"/>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9" name="Google Shape;18799;p133"/>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0" name="Google Shape;18800;p133"/>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1" name="Google Shape;18801;p133"/>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2" name="Google Shape;18802;p133"/>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3" name="Google Shape;18803;p133"/>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4" name="Google Shape;18804;p133"/>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5" name="Google Shape;18805;p133"/>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6" name="Google Shape;18806;p133"/>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7" name="Google Shape;18807;p133"/>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8" name="Google Shape;18808;p133"/>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9" name="Google Shape;18809;p133"/>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0" name="Google Shape;18810;p133"/>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1" name="Google Shape;18811;p133"/>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2" name="Google Shape;18812;p133"/>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3" name="Google Shape;18813;p133"/>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4" name="Google Shape;18814;p133"/>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5" name="Google Shape;18815;p133"/>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6" name="Google Shape;18816;p133"/>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7" name="Google Shape;18817;p133"/>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8" name="Google Shape;18818;p133"/>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9" name="Google Shape;18819;p133"/>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20" name="Google Shape;18820;p133"/>
          <p:cNvGrpSpPr/>
          <p:nvPr/>
        </p:nvGrpSpPr>
        <p:grpSpPr>
          <a:xfrm>
            <a:off x="2236106" y="3365392"/>
            <a:ext cx="306471" cy="370000"/>
            <a:chOff x="2236106" y="3365392"/>
            <a:chExt cx="306471" cy="370000"/>
          </a:xfrm>
        </p:grpSpPr>
        <p:sp>
          <p:nvSpPr>
            <p:cNvPr id="18821" name="Google Shape;18821;p133"/>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2" name="Google Shape;18822;p133"/>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3" name="Google Shape;18823;p133"/>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4" name="Google Shape;18824;p133"/>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5" name="Google Shape;18825;p133"/>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6" name="Google Shape;18826;p133"/>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7" name="Google Shape;18827;p133"/>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8" name="Google Shape;18828;p133"/>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9" name="Google Shape;18829;p133"/>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0" name="Google Shape;18830;p133"/>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1" name="Google Shape;18831;p133"/>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2" name="Google Shape;18832;p133"/>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3" name="Google Shape;18833;p133"/>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4" name="Google Shape;18834;p133"/>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35" name="Google Shape;18835;p133"/>
          <p:cNvGrpSpPr/>
          <p:nvPr/>
        </p:nvGrpSpPr>
        <p:grpSpPr>
          <a:xfrm>
            <a:off x="5492823" y="3385563"/>
            <a:ext cx="375325" cy="329606"/>
            <a:chOff x="5492823" y="3385563"/>
            <a:chExt cx="375325" cy="329606"/>
          </a:xfrm>
        </p:grpSpPr>
        <p:sp>
          <p:nvSpPr>
            <p:cNvPr id="18836" name="Google Shape;18836;p133"/>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7" name="Google Shape;18837;p133"/>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8" name="Google Shape;18838;p133"/>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9" name="Google Shape;18839;p133"/>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0" name="Google Shape;18840;p133"/>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1" name="Google Shape;18841;p133"/>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2" name="Google Shape;18842;p133"/>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3" name="Google Shape;18843;p133"/>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4" name="Google Shape;18844;p133"/>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5" name="Google Shape;18845;p133"/>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6" name="Google Shape;18846;p133"/>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7" name="Google Shape;18847;p133"/>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8" name="Google Shape;18848;p133"/>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9" name="Google Shape;18849;p133"/>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0" name="Google Shape;18850;p133"/>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1" name="Google Shape;18851;p133"/>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2" name="Google Shape;18852;p133"/>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3" name="Google Shape;18853;p133"/>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4" name="Google Shape;18854;p133"/>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5" name="Google Shape;18855;p133"/>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56" name="Google Shape;18856;p133"/>
          <p:cNvGrpSpPr/>
          <p:nvPr/>
        </p:nvGrpSpPr>
        <p:grpSpPr>
          <a:xfrm>
            <a:off x="3041787" y="2001118"/>
            <a:ext cx="370158" cy="328164"/>
            <a:chOff x="3041787" y="2001118"/>
            <a:chExt cx="370158" cy="328164"/>
          </a:xfrm>
        </p:grpSpPr>
        <p:sp>
          <p:nvSpPr>
            <p:cNvPr id="18857" name="Google Shape;18857;p133"/>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8" name="Google Shape;18858;p133"/>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9" name="Google Shape;18859;p133"/>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0" name="Google Shape;18860;p133"/>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1" name="Google Shape;18861;p133"/>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2" name="Google Shape;18862;p133"/>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3" name="Google Shape;18863;p133"/>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4" name="Google Shape;18864;p133"/>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5" name="Google Shape;18865;p133"/>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6" name="Google Shape;18866;p133"/>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7" name="Google Shape;18867;p133"/>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8" name="Google Shape;18868;p133"/>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9" name="Google Shape;18869;p133"/>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0" name="Google Shape;18870;p133"/>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1" name="Google Shape;18871;p133"/>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2" name="Google Shape;18872;p133"/>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3" name="Google Shape;18873;p133"/>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4" name="Google Shape;18874;p133"/>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75" name="Google Shape;18875;p133"/>
          <p:cNvGrpSpPr/>
          <p:nvPr/>
        </p:nvGrpSpPr>
        <p:grpSpPr>
          <a:xfrm>
            <a:off x="5779884" y="2039125"/>
            <a:ext cx="372309" cy="328216"/>
            <a:chOff x="5779884" y="2039125"/>
            <a:chExt cx="372309" cy="328216"/>
          </a:xfrm>
        </p:grpSpPr>
        <p:sp>
          <p:nvSpPr>
            <p:cNvPr id="18876" name="Google Shape;18876;p133"/>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7" name="Google Shape;18877;p133"/>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8" name="Google Shape;18878;p133"/>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9" name="Google Shape;18879;p133"/>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0" name="Google Shape;18880;p133"/>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1" name="Google Shape;18881;p133"/>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2" name="Google Shape;18882;p133"/>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3" name="Google Shape;18883;p133"/>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4" name="Google Shape;18884;p133"/>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5" name="Google Shape;18885;p133"/>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6" name="Google Shape;18886;p133"/>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7" name="Google Shape;18887;p133"/>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8" name="Google Shape;18888;p133"/>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8892"/>
        <p:cNvGrpSpPr/>
        <p:nvPr/>
      </p:nvGrpSpPr>
      <p:grpSpPr>
        <a:xfrm>
          <a:off x="0" y="0"/>
          <a:ext cx="0" cy="0"/>
          <a:chOff x="0" y="0"/>
          <a:chExt cx="0" cy="0"/>
        </a:xfrm>
      </p:grpSpPr>
      <p:sp>
        <p:nvSpPr>
          <p:cNvPr id="18893" name="Google Shape;18893;p134"/>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18894" name="Google Shape;18894;p134"/>
          <p:cNvGrpSpPr/>
          <p:nvPr/>
        </p:nvGrpSpPr>
        <p:grpSpPr>
          <a:xfrm>
            <a:off x="878066" y="1981993"/>
            <a:ext cx="354610" cy="372358"/>
            <a:chOff x="878066" y="1981993"/>
            <a:chExt cx="354610" cy="372358"/>
          </a:xfrm>
        </p:grpSpPr>
        <p:sp>
          <p:nvSpPr>
            <p:cNvPr id="18895" name="Google Shape;18895;p134"/>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6" name="Google Shape;18896;p134"/>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7" name="Google Shape;18897;p134"/>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8" name="Google Shape;18898;p134"/>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9" name="Google Shape;18899;p134"/>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0" name="Google Shape;18900;p134"/>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1" name="Google Shape;18901;p134"/>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2" name="Google Shape;18902;p134"/>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3" name="Google Shape;18903;p134"/>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4" name="Google Shape;18904;p134"/>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5" name="Google Shape;18905;p134"/>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6" name="Google Shape;18906;p134"/>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7" name="Google Shape;18907;p134"/>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8" name="Google Shape;18908;p134"/>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09" name="Google Shape;18909;p134"/>
          <p:cNvGrpSpPr/>
          <p:nvPr/>
        </p:nvGrpSpPr>
        <p:grpSpPr>
          <a:xfrm>
            <a:off x="1345794" y="1982386"/>
            <a:ext cx="371650" cy="371624"/>
            <a:chOff x="1345794" y="1982386"/>
            <a:chExt cx="371650" cy="371624"/>
          </a:xfrm>
        </p:grpSpPr>
        <p:sp>
          <p:nvSpPr>
            <p:cNvPr id="18910" name="Google Shape;18910;p134"/>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1" name="Google Shape;18911;p134"/>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2" name="Google Shape;18912;p134"/>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3" name="Google Shape;18913;p134"/>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4" name="Google Shape;18914;p134"/>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5" name="Google Shape;18915;p134"/>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6" name="Google Shape;18916;p134"/>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7" name="Google Shape;18917;p134"/>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8" name="Google Shape;18918;p134"/>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9" name="Google Shape;18919;p134"/>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0" name="Google Shape;18920;p134"/>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1" name="Google Shape;18921;p134"/>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2" name="Google Shape;18922;p134"/>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3" name="Google Shape;18923;p134"/>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4" name="Google Shape;18924;p134"/>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5" name="Google Shape;18925;p134"/>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6" name="Google Shape;18926;p134"/>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7" name="Google Shape;18927;p134"/>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8" name="Google Shape;18928;p134"/>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9" name="Google Shape;18929;p134"/>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0" name="Google Shape;18930;p134"/>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1" name="Google Shape;18931;p134"/>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2" name="Google Shape;18932;p134"/>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3" name="Google Shape;18933;p134"/>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4" name="Google Shape;18934;p134"/>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5" name="Google Shape;18935;p134"/>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6" name="Google Shape;18936;p134"/>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7" name="Google Shape;18937;p134"/>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8" name="Google Shape;18938;p134"/>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9" name="Google Shape;18939;p134"/>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0" name="Google Shape;18940;p134"/>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1" name="Google Shape;18941;p134"/>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2" name="Google Shape;18942;p134"/>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3" name="Google Shape;18943;p134"/>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4" name="Google Shape;18944;p134"/>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5" name="Google Shape;18945;p134"/>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6" name="Google Shape;18946;p134"/>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47" name="Google Shape;18947;p134"/>
          <p:cNvGrpSpPr/>
          <p:nvPr/>
        </p:nvGrpSpPr>
        <p:grpSpPr>
          <a:xfrm>
            <a:off x="1821465" y="1981993"/>
            <a:ext cx="372410" cy="372410"/>
            <a:chOff x="1821465" y="1981993"/>
            <a:chExt cx="372410" cy="372410"/>
          </a:xfrm>
        </p:grpSpPr>
        <p:sp>
          <p:nvSpPr>
            <p:cNvPr id="18948" name="Google Shape;18948;p134"/>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9" name="Google Shape;18949;p134"/>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0" name="Google Shape;18950;p134"/>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1" name="Google Shape;18951;p134"/>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2" name="Google Shape;18952;p134"/>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3" name="Google Shape;18953;p134"/>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4" name="Google Shape;18954;p134"/>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5" name="Google Shape;18955;p134"/>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6" name="Google Shape;18956;p134"/>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7" name="Google Shape;18957;p134"/>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8" name="Google Shape;18958;p134"/>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9" name="Google Shape;18959;p134"/>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0" name="Google Shape;18960;p134"/>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1" name="Google Shape;18961;p134"/>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62" name="Google Shape;18962;p134"/>
          <p:cNvGrpSpPr/>
          <p:nvPr/>
        </p:nvGrpSpPr>
        <p:grpSpPr>
          <a:xfrm>
            <a:off x="2276348" y="1981809"/>
            <a:ext cx="415901" cy="372699"/>
            <a:chOff x="2276348" y="1981809"/>
            <a:chExt cx="415901" cy="372699"/>
          </a:xfrm>
        </p:grpSpPr>
        <p:sp>
          <p:nvSpPr>
            <p:cNvPr id="18963" name="Google Shape;18963;p134"/>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4" name="Google Shape;18964;p134"/>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5" name="Google Shape;18965;p134"/>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6" name="Google Shape;18966;p134"/>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7" name="Google Shape;18967;p134"/>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8" name="Google Shape;18968;p134"/>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9" name="Google Shape;18969;p134"/>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70" name="Google Shape;18970;p134"/>
          <p:cNvGrpSpPr/>
          <p:nvPr/>
        </p:nvGrpSpPr>
        <p:grpSpPr>
          <a:xfrm>
            <a:off x="2774354" y="2009990"/>
            <a:ext cx="372017" cy="316310"/>
            <a:chOff x="2774354" y="2009990"/>
            <a:chExt cx="372017" cy="316310"/>
          </a:xfrm>
        </p:grpSpPr>
        <p:sp>
          <p:nvSpPr>
            <p:cNvPr id="18971" name="Google Shape;18971;p134"/>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2" name="Google Shape;18972;p134"/>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3" name="Google Shape;18973;p134"/>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4" name="Google Shape;18974;p134"/>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5" name="Google Shape;18975;p134"/>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6" name="Google Shape;18976;p134"/>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7" name="Google Shape;18977;p134"/>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8" name="Google Shape;18978;p134"/>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9" name="Google Shape;18979;p134"/>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0" name="Google Shape;18980;p134"/>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1" name="Google Shape;18981;p134"/>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2" name="Google Shape;18982;p134"/>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3" name="Google Shape;18983;p134"/>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4" name="Google Shape;18984;p134"/>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5" name="Google Shape;18985;p134"/>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6" name="Google Shape;18986;p134"/>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7" name="Google Shape;18987;p134"/>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8" name="Google Shape;18988;p134"/>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9" name="Google Shape;18989;p134"/>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0" name="Google Shape;18990;p134"/>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1" name="Google Shape;18991;p134"/>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2" name="Google Shape;18992;p134"/>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3" name="Google Shape;18993;p134"/>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4" name="Google Shape;18994;p134"/>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5" name="Google Shape;18995;p134"/>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6" name="Google Shape;18996;p134"/>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97" name="Google Shape;18997;p134"/>
          <p:cNvGrpSpPr/>
          <p:nvPr/>
        </p:nvGrpSpPr>
        <p:grpSpPr>
          <a:xfrm>
            <a:off x="3722682" y="1981993"/>
            <a:ext cx="375818" cy="372043"/>
            <a:chOff x="3722682" y="1981993"/>
            <a:chExt cx="375818" cy="372043"/>
          </a:xfrm>
        </p:grpSpPr>
        <p:sp>
          <p:nvSpPr>
            <p:cNvPr id="18998" name="Google Shape;18998;p134"/>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9" name="Google Shape;18999;p134"/>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0" name="Google Shape;19000;p134"/>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1" name="Google Shape;19001;p134"/>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2" name="Google Shape;19002;p134"/>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3" name="Google Shape;19003;p134"/>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4" name="Google Shape;19004;p134"/>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5" name="Google Shape;19005;p134"/>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6" name="Google Shape;19006;p134"/>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7" name="Google Shape;19007;p134"/>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8" name="Google Shape;19008;p134"/>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9" name="Google Shape;19009;p134"/>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0" name="Google Shape;19010;p134"/>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1" name="Google Shape;19011;p134"/>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2" name="Google Shape;19012;p134"/>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13" name="Google Shape;19013;p134"/>
          <p:cNvGrpSpPr/>
          <p:nvPr/>
        </p:nvGrpSpPr>
        <p:grpSpPr>
          <a:xfrm>
            <a:off x="4201394" y="1981809"/>
            <a:ext cx="373538" cy="372305"/>
            <a:chOff x="4201394" y="1981809"/>
            <a:chExt cx="373538" cy="372305"/>
          </a:xfrm>
        </p:grpSpPr>
        <p:sp>
          <p:nvSpPr>
            <p:cNvPr id="19014" name="Google Shape;19014;p134"/>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5" name="Google Shape;19015;p134"/>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6" name="Google Shape;19016;p134"/>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7" name="Google Shape;19017;p134"/>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8" name="Google Shape;19018;p134"/>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9" name="Google Shape;19019;p134"/>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0" name="Google Shape;19020;p134"/>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1" name="Google Shape;19021;p134"/>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2" name="Google Shape;19022;p134"/>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3" name="Google Shape;19023;p134"/>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4" name="Google Shape;19024;p134"/>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5" name="Google Shape;19025;p134"/>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6" name="Google Shape;19026;p134"/>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7" name="Google Shape;19027;p134"/>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8" name="Google Shape;19028;p134"/>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9" name="Google Shape;19029;p134"/>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0" name="Google Shape;19030;p134"/>
          <p:cNvGrpSpPr/>
          <p:nvPr/>
        </p:nvGrpSpPr>
        <p:grpSpPr>
          <a:xfrm>
            <a:off x="4659658" y="1500266"/>
            <a:ext cx="422743" cy="377784"/>
            <a:chOff x="4659658" y="1500266"/>
            <a:chExt cx="422743" cy="377784"/>
          </a:xfrm>
        </p:grpSpPr>
        <p:sp>
          <p:nvSpPr>
            <p:cNvPr id="19031" name="Google Shape;19031;p134"/>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2" name="Google Shape;19032;p134"/>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3" name="Google Shape;19033;p134"/>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4" name="Google Shape;19034;p134"/>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5" name="Google Shape;19035;p134"/>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6" name="Google Shape;19036;p134"/>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7" name="Google Shape;19037;p134"/>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8" name="Google Shape;19038;p134"/>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9" name="Google Shape;19039;p134"/>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0" name="Google Shape;19040;p134"/>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1" name="Google Shape;19041;p134"/>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2" name="Google Shape;19042;p134"/>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3" name="Google Shape;19043;p134"/>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4" name="Google Shape;19044;p134"/>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5" name="Google Shape;19045;p134"/>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6" name="Google Shape;19046;p134"/>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7" name="Google Shape;19047;p134"/>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48" name="Google Shape;19048;p134"/>
          <p:cNvGrpSpPr/>
          <p:nvPr/>
        </p:nvGrpSpPr>
        <p:grpSpPr>
          <a:xfrm>
            <a:off x="5211406" y="1513504"/>
            <a:ext cx="260394" cy="351202"/>
            <a:chOff x="5211406" y="1513504"/>
            <a:chExt cx="260394" cy="351202"/>
          </a:xfrm>
        </p:grpSpPr>
        <p:sp>
          <p:nvSpPr>
            <p:cNvPr id="19049" name="Google Shape;19049;p134"/>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0" name="Google Shape;19050;p134"/>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1" name="Google Shape;19051;p134"/>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2" name="Google Shape;19052;p134"/>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3" name="Google Shape;19053;p134"/>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4" name="Google Shape;19054;p134"/>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5" name="Google Shape;19055;p134"/>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6" name="Google Shape;19056;p134"/>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7" name="Google Shape;19057;p134"/>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8" name="Google Shape;19058;p134"/>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9" name="Google Shape;19059;p134"/>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0" name="Google Shape;19060;p134"/>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1" name="Google Shape;19061;p134"/>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62" name="Google Shape;19062;p134"/>
          <p:cNvGrpSpPr/>
          <p:nvPr/>
        </p:nvGrpSpPr>
        <p:grpSpPr>
          <a:xfrm>
            <a:off x="5632602" y="1513216"/>
            <a:ext cx="366722" cy="351779"/>
            <a:chOff x="5632602" y="1513216"/>
            <a:chExt cx="366722" cy="351779"/>
          </a:xfrm>
        </p:grpSpPr>
        <p:sp>
          <p:nvSpPr>
            <p:cNvPr id="19063" name="Google Shape;19063;p134"/>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4" name="Google Shape;19064;p134"/>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5" name="Google Shape;19065;p134"/>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6" name="Google Shape;19066;p134"/>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7" name="Google Shape;19067;p134"/>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8" name="Google Shape;19068;p134"/>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9" name="Google Shape;19069;p134"/>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0" name="Google Shape;19070;p134"/>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71" name="Google Shape;19071;p134"/>
          <p:cNvGrpSpPr/>
          <p:nvPr/>
        </p:nvGrpSpPr>
        <p:grpSpPr>
          <a:xfrm>
            <a:off x="6089372" y="1527136"/>
            <a:ext cx="401902" cy="323965"/>
            <a:chOff x="6089372" y="1527136"/>
            <a:chExt cx="401902" cy="323965"/>
          </a:xfrm>
        </p:grpSpPr>
        <p:sp>
          <p:nvSpPr>
            <p:cNvPr id="19072" name="Google Shape;19072;p134"/>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3" name="Google Shape;19073;p134"/>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4" name="Google Shape;19074;p134"/>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5" name="Google Shape;19075;p134"/>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6" name="Google Shape;19076;p134"/>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7" name="Google Shape;19077;p134"/>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8" name="Google Shape;19078;p134"/>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9" name="Google Shape;19079;p134"/>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0" name="Google Shape;19080;p134"/>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1" name="Google Shape;19081;p134"/>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2" name="Google Shape;19082;p134"/>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3" name="Google Shape;19083;p134"/>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4" name="Google Shape;19084;p134"/>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5" name="Google Shape;19085;p134"/>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6" name="Google Shape;19086;p134"/>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7" name="Google Shape;19087;p134"/>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8" name="Google Shape;19088;p134"/>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9" name="Google Shape;19089;p134"/>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0" name="Google Shape;19090;p134"/>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1" name="Google Shape;19091;p134"/>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2" name="Google Shape;19092;p134"/>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3" name="Google Shape;19093;p134"/>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4" name="Google Shape;19094;p134"/>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5" name="Google Shape;19095;p134"/>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6" name="Google Shape;19096;p134"/>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7" name="Google Shape;19097;p134"/>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8" name="Google Shape;19098;p134"/>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9" name="Google Shape;19099;p134"/>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0" name="Google Shape;19100;p134"/>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1" name="Google Shape;19101;p134"/>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02" name="Google Shape;19102;p134"/>
          <p:cNvGrpSpPr/>
          <p:nvPr/>
        </p:nvGrpSpPr>
        <p:grpSpPr>
          <a:xfrm>
            <a:off x="6579435" y="1527897"/>
            <a:ext cx="370103" cy="322445"/>
            <a:chOff x="6579435" y="1527897"/>
            <a:chExt cx="370103" cy="322445"/>
          </a:xfrm>
        </p:grpSpPr>
        <p:sp>
          <p:nvSpPr>
            <p:cNvPr id="19103" name="Google Shape;19103;p134"/>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4" name="Google Shape;19104;p134"/>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5" name="Google Shape;19105;p134"/>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6" name="Google Shape;19106;p134"/>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7" name="Google Shape;19107;p134"/>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8" name="Google Shape;19108;p134"/>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9" name="Google Shape;19109;p134"/>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0" name="Google Shape;19110;p134"/>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1" name="Google Shape;19111;p134"/>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2" name="Google Shape;19112;p134"/>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3" name="Google Shape;19113;p134"/>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4" name="Google Shape;19114;p134"/>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5" name="Google Shape;19115;p134"/>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6" name="Google Shape;19116;p134"/>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7" name="Google Shape;19117;p134"/>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8" name="Google Shape;19118;p134"/>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9" name="Google Shape;19119;p134"/>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0" name="Google Shape;19120;p134"/>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1" name="Google Shape;19121;p134"/>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2" name="Google Shape;19122;p134"/>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3" name="Google Shape;19123;p134"/>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24" name="Google Shape;19124;p134"/>
          <p:cNvGrpSpPr/>
          <p:nvPr/>
        </p:nvGrpSpPr>
        <p:grpSpPr>
          <a:xfrm>
            <a:off x="6988887" y="1538854"/>
            <a:ext cx="499920" cy="300136"/>
            <a:chOff x="6988887" y="1538854"/>
            <a:chExt cx="499920" cy="300136"/>
          </a:xfrm>
        </p:grpSpPr>
        <p:sp>
          <p:nvSpPr>
            <p:cNvPr id="19125" name="Google Shape;19125;p134"/>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6" name="Google Shape;19126;p134"/>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7" name="Google Shape;19127;p134"/>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8" name="Google Shape;19128;p134"/>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9" name="Google Shape;19129;p134"/>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0" name="Google Shape;19130;p134"/>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1" name="Google Shape;19131;p134"/>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2" name="Google Shape;19132;p134"/>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3" name="Google Shape;19133;p134"/>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4" name="Google Shape;19134;p134"/>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5" name="Google Shape;19135;p134"/>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6" name="Google Shape;19136;p134"/>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7" name="Google Shape;19137;p134"/>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38" name="Google Shape;19138;p134"/>
          <p:cNvGrpSpPr/>
          <p:nvPr/>
        </p:nvGrpSpPr>
        <p:grpSpPr>
          <a:xfrm>
            <a:off x="8050359" y="1520687"/>
            <a:ext cx="279321" cy="336837"/>
            <a:chOff x="8050359" y="1520687"/>
            <a:chExt cx="279321" cy="336837"/>
          </a:xfrm>
        </p:grpSpPr>
        <p:sp>
          <p:nvSpPr>
            <p:cNvPr id="19139" name="Google Shape;19139;p134"/>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0" name="Google Shape;19140;p134"/>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1" name="Google Shape;19141;p134"/>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2" name="Google Shape;19142;p134"/>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3" name="Google Shape;19143;p134"/>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4" name="Google Shape;19144;p134"/>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5" name="Google Shape;19145;p134"/>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6" name="Google Shape;19146;p134"/>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7" name="Google Shape;19147;p134"/>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8" name="Google Shape;19148;p134"/>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9" name="Google Shape;19149;p134"/>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0" name="Google Shape;19150;p134"/>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1" name="Google Shape;19151;p134"/>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52" name="Google Shape;19152;p134"/>
          <p:cNvGrpSpPr/>
          <p:nvPr/>
        </p:nvGrpSpPr>
        <p:grpSpPr>
          <a:xfrm>
            <a:off x="6093907" y="2461832"/>
            <a:ext cx="364441" cy="339091"/>
            <a:chOff x="6093907" y="2461832"/>
            <a:chExt cx="364441" cy="339091"/>
          </a:xfrm>
        </p:grpSpPr>
        <p:sp>
          <p:nvSpPr>
            <p:cNvPr id="19153" name="Google Shape;19153;p134"/>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4" name="Google Shape;19154;p134"/>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5" name="Google Shape;19155;p134"/>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6" name="Google Shape;19156;p134"/>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7" name="Google Shape;19157;p134"/>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8" name="Google Shape;19158;p134"/>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9" name="Google Shape;19159;p134"/>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0" name="Google Shape;19160;p134"/>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1" name="Google Shape;19161;p134"/>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2" name="Google Shape;19162;p134"/>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63" name="Google Shape;19163;p134"/>
          <p:cNvGrpSpPr/>
          <p:nvPr/>
        </p:nvGrpSpPr>
        <p:grpSpPr>
          <a:xfrm>
            <a:off x="4676331" y="1980866"/>
            <a:ext cx="377680" cy="377680"/>
            <a:chOff x="4676331" y="1980866"/>
            <a:chExt cx="377680" cy="377680"/>
          </a:xfrm>
        </p:grpSpPr>
        <p:sp>
          <p:nvSpPr>
            <p:cNvPr id="19164" name="Google Shape;19164;p134"/>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5" name="Google Shape;19165;p134"/>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6" name="Google Shape;19166;p134"/>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7" name="Google Shape;19167;p134"/>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8" name="Google Shape;19168;p134"/>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9" name="Google Shape;19169;p134"/>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0" name="Google Shape;19170;p134"/>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1" name="Google Shape;19171;p134"/>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2" name="Google Shape;19172;p134"/>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3" name="Google Shape;19173;p134"/>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4" name="Google Shape;19174;p134"/>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5" name="Google Shape;19175;p134"/>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6" name="Google Shape;19176;p134"/>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7" name="Google Shape;19177;p134"/>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8" name="Google Shape;19178;p134"/>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9" name="Google Shape;19179;p134"/>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0" name="Google Shape;19180;p134"/>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1" name="Google Shape;19181;p134"/>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2" name="Google Shape;19182;p134"/>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183" name="Google Shape;19183;p134"/>
          <p:cNvGrpSpPr/>
          <p:nvPr/>
        </p:nvGrpSpPr>
        <p:grpSpPr>
          <a:xfrm>
            <a:off x="7526242" y="1522968"/>
            <a:ext cx="357651" cy="332275"/>
            <a:chOff x="7526242" y="1522968"/>
            <a:chExt cx="357651" cy="332275"/>
          </a:xfrm>
        </p:grpSpPr>
        <p:sp>
          <p:nvSpPr>
            <p:cNvPr id="19184" name="Google Shape;19184;p134"/>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5" name="Google Shape;19185;p134"/>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6" name="Google Shape;19186;p134"/>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7" name="Google Shape;19187;p134"/>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8" name="Google Shape;19188;p134"/>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9" name="Google Shape;19189;p134"/>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0" name="Google Shape;19190;p134"/>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1" name="Google Shape;19191;p134"/>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2" name="Google Shape;19192;p134"/>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3" name="Google Shape;19193;p134"/>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4" name="Google Shape;19194;p134"/>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5" name="Google Shape;19195;p134"/>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6" name="Google Shape;19196;p134"/>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7" name="Google Shape;19197;p134"/>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8" name="Google Shape;19198;p134"/>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9" name="Google Shape;19199;p134"/>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00" name="Google Shape;19200;p134"/>
          <p:cNvGrpSpPr/>
          <p:nvPr/>
        </p:nvGrpSpPr>
        <p:grpSpPr>
          <a:xfrm>
            <a:off x="3250786" y="1982386"/>
            <a:ext cx="371650" cy="371624"/>
            <a:chOff x="3250786" y="1982386"/>
            <a:chExt cx="371650" cy="371624"/>
          </a:xfrm>
        </p:grpSpPr>
        <p:sp>
          <p:nvSpPr>
            <p:cNvPr id="19201" name="Google Shape;19201;p134"/>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2" name="Google Shape;19202;p134"/>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3" name="Google Shape;19203;p134"/>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4" name="Google Shape;19204;p134"/>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5" name="Google Shape;19205;p134"/>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6" name="Google Shape;19206;p134"/>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7" name="Google Shape;19207;p134"/>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8" name="Google Shape;19208;p134"/>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9" name="Google Shape;19209;p134"/>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0" name="Google Shape;19210;p134"/>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1" name="Google Shape;19211;p134"/>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2" name="Google Shape;19212;p134"/>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3" name="Google Shape;19213;p134"/>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4" name="Google Shape;19214;p134"/>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5" name="Google Shape;19215;p134"/>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6" name="Google Shape;19216;p134"/>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7" name="Google Shape;19217;p134"/>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8" name="Google Shape;19218;p134"/>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9" name="Google Shape;19219;p134"/>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0" name="Google Shape;19220;p134"/>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1" name="Google Shape;19221;p134"/>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2" name="Google Shape;19222;p134"/>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3" name="Google Shape;19223;p134"/>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4" name="Google Shape;19224;p134"/>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5" name="Google Shape;19225;p134"/>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6" name="Google Shape;19226;p134"/>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7" name="Google Shape;19227;p134"/>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8" name="Google Shape;19228;p134"/>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9" name="Google Shape;19229;p134"/>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0" name="Google Shape;19230;p134"/>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1" name="Google Shape;19231;p134"/>
          <p:cNvGrpSpPr/>
          <p:nvPr/>
        </p:nvGrpSpPr>
        <p:grpSpPr>
          <a:xfrm>
            <a:off x="1342386" y="2916322"/>
            <a:ext cx="373538" cy="331515"/>
            <a:chOff x="1342386" y="2916322"/>
            <a:chExt cx="373538" cy="331515"/>
          </a:xfrm>
        </p:grpSpPr>
        <p:sp>
          <p:nvSpPr>
            <p:cNvPr id="19232" name="Google Shape;19232;p134"/>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3" name="Google Shape;19233;p134"/>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4" name="Google Shape;19234;p134"/>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5" name="Google Shape;19235;p134"/>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6" name="Google Shape;19236;p134"/>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7" name="Google Shape;19237;p134"/>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8" name="Google Shape;19238;p134"/>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9" name="Google Shape;19239;p134"/>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0" name="Google Shape;19240;p134"/>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1" name="Google Shape;19241;p134"/>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2" name="Google Shape;19242;p134"/>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43" name="Google Shape;19243;p134"/>
          <p:cNvGrpSpPr/>
          <p:nvPr/>
        </p:nvGrpSpPr>
        <p:grpSpPr>
          <a:xfrm>
            <a:off x="2294122" y="2946600"/>
            <a:ext cx="373931" cy="271351"/>
            <a:chOff x="2294122" y="2946600"/>
            <a:chExt cx="373931" cy="271351"/>
          </a:xfrm>
        </p:grpSpPr>
        <p:sp>
          <p:nvSpPr>
            <p:cNvPr id="19244" name="Google Shape;19244;p134"/>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5" name="Google Shape;19245;p134"/>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6" name="Google Shape;19246;p134"/>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7" name="Google Shape;19247;p134"/>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8" name="Google Shape;19248;p134"/>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9" name="Google Shape;19249;p134"/>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0" name="Google Shape;19250;p134"/>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1" name="Google Shape;19251;p134"/>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2" name="Google Shape;19252;p134"/>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3" name="Google Shape;19253;p134"/>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4" name="Google Shape;19254;p134"/>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5" name="Google Shape;19255;p134"/>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6" name="Google Shape;19256;p134"/>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7" name="Google Shape;19257;p134"/>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8" name="Google Shape;19258;p134"/>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9" name="Google Shape;19259;p134"/>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0" name="Google Shape;19260;p134"/>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1" name="Google Shape;19261;p134"/>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2" name="Google Shape;19262;p134"/>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3" name="Google Shape;19263;p134"/>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4" name="Google Shape;19264;p134"/>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5" name="Google Shape;19265;p134"/>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6" name="Google Shape;19266;p134"/>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7" name="Google Shape;19267;p134"/>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8" name="Google Shape;19268;p134"/>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9" name="Google Shape;19269;p134"/>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0" name="Google Shape;19270;p134"/>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1" name="Google Shape;19271;p134"/>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2" name="Google Shape;19272;p134"/>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3" name="Google Shape;19273;p134"/>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74" name="Google Shape;19274;p134"/>
          <p:cNvGrpSpPr/>
          <p:nvPr/>
        </p:nvGrpSpPr>
        <p:grpSpPr>
          <a:xfrm>
            <a:off x="2769819" y="2907251"/>
            <a:ext cx="373905" cy="349682"/>
            <a:chOff x="2769819" y="2907251"/>
            <a:chExt cx="373905" cy="349682"/>
          </a:xfrm>
        </p:grpSpPr>
        <p:sp>
          <p:nvSpPr>
            <p:cNvPr id="19275" name="Google Shape;19275;p134"/>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6" name="Google Shape;19276;p134"/>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7" name="Google Shape;19277;p134"/>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8" name="Google Shape;19278;p134"/>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9" name="Google Shape;19279;p134"/>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0" name="Google Shape;19280;p134"/>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1" name="Google Shape;19281;p134"/>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2" name="Google Shape;19282;p134"/>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3" name="Google Shape;19283;p134"/>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4" name="Google Shape;19284;p134"/>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5" name="Google Shape;19285;p134"/>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6" name="Google Shape;19286;p134"/>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7" name="Google Shape;19287;p134"/>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8" name="Google Shape;19288;p134"/>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9" name="Google Shape;19289;p134"/>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0" name="Google Shape;19290;p134"/>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1" name="Google Shape;19291;p134"/>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92" name="Google Shape;19292;p134"/>
          <p:cNvGrpSpPr/>
          <p:nvPr/>
        </p:nvGrpSpPr>
        <p:grpSpPr>
          <a:xfrm>
            <a:off x="3246251" y="2895245"/>
            <a:ext cx="375792" cy="373800"/>
            <a:chOff x="3246251" y="2895245"/>
            <a:chExt cx="375792" cy="373800"/>
          </a:xfrm>
        </p:grpSpPr>
        <p:sp>
          <p:nvSpPr>
            <p:cNvPr id="19293" name="Google Shape;19293;p134"/>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4" name="Google Shape;19294;p134"/>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5" name="Google Shape;19295;p134"/>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6" name="Google Shape;19296;p134"/>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7" name="Google Shape;19297;p134"/>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8" name="Google Shape;19298;p134"/>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9" name="Google Shape;19299;p134"/>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0" name="Google Shape;19300;p134"/>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1" name="Google Shape;19301;p134"/>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2" name="Google Shape;19302;p134"/>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3" name="Google Shape;19303;p134"/>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4" name="Google Shape;19304;p134"/>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5" name="Google Shape;19305;p134"/>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6" name="Google Shape;19306;p134"/>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07" name="Google Shape;19307;p134"/>
          <p:cNvGrpSpPr/>
          <p:nvPr/>
        </p:nvGrpSpPr>
        <p:grpSpPr>
          <a:xfrm>
            <a:off x="3791182" y="2895454"/>
            <a:ext cx="234650" cy="373590"/>
            <a:chOff x="3791182" y="2895454"/>
            <a:chExt cx="234650" cy="373590"/>
          </a:xfrm>
        </p:grpSpPr>
        <p:sp>
          <p:nvSpPr>
            <p:cNvPr id="19308" name="Google Shape;19308;p134"/>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9" name="Google Shape;19309;p134"/>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0" name="Google Shape;19310;p134"/>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1" name="Google Shape;19311;p134"/>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2" name="Google Shape;19312;p134"/>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3" name="Google Shape;19313;p134"/>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4" name="Google Shape;19314;p134"/>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5" name="Google Shape;19315;p134"/>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6" name="Google Shape;19316;p134"/>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17" name="Google Shape;19317;p134"/>
          <p:cNvGrpSpPr/>
          <p:nvPr/>
        </p:nvGrpSpPr>
        <p:grpSpPr>
          <a:xfrm>
            <a:off x="7042995" y="2489463"/>
            <a:ext cx="364441" cy="256225"/>
            <a:chOff x="7042995" y="2489463"/>
            <a:chExt cx="364441" cy="256225"/>
          </a:xfrm>
        </p:grpSpPr>
        <p:sp>
          <p:nvSpPr>
            <p:cNvPr id="19318" name="Google Shape;19318;p134"/>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9" name="Google Shape;19319;p134"/>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0" name="Google Shape;19320;p134"/>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1" name="Google Shape;19321;p134"/>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2" name="Google Shape;19322;p134"/>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3" name="Google Shape;19323;p134"/>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4" name="Google Shape;19324;p134"/>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5" name="Google Shape;19325;p134"/>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6" name="Google Shape;19326;p134"/>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27" name="Google Shape;19327;p134"/>
          <p:cNvGrpSpPr/>
          <p:nvPr/>
        </p:nvGrpSpPr>
        <p:grpSpPr>
          <a:xfrm>
            <a:off x="7517172" y="2437007"/>
            <a:ext cx="364284" cy="361243"/>
            <a:chOff x="7517172" y="2437007"/>
            <a:chExt cx="364284" cy="361243"/>
          </a:xfrm>
        </p:grpSpPr>
        <p:sp>
          <p:nvSpPr>
            <p:cNvPr id="19328" name="Google Shape;19328;p134"/>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9" name="Google Shape;19329;p134"/>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0" name="Google Shape;19330;p134"/>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1" name="Google Shape;19331;p134"/>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2" name="Google Shape;19332;p134"/>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3" name="Google Shape;19333;p134"/>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4" name="Google Shape;19334;p134"/>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5" name="Google Shape;19335;p134"/>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6" name="Google Shape;19336;p134"/>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7" name="Google Shape;19337;p134"/>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8" name="Google Shape;19338;p134"/>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9" name="Google Shape;19339;p134"/>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0" name="Google Shape;19340;p134"/>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1" name="Google Shape;19341;p134"/>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2" name="Google Shape;19342;p134"/>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3" name="Google Shape;19343;p134"/>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4" name="Google Shape;19344;p134"/>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5" name="Google Shape;19345;p134"/>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6" name="Google Shape;19346;p134"/>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7" name="Google Shape;19347;p134"/>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8" name="Google Shape;19348;p134"/>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49" name="Google Shape;19349;p134"/>
          <p:cNvGrpSpPr/>
          <p:nvPr/>
        </p:nvGrpSpPr>
        <p:grpSpPr>
          <a:xfrm>
            <a:off x="8006475" y="2436954"/>
            <a:ext cx="335290" cy="361321"/>
            <a:chOff x="8006475" y="2436954"/>
            <a:chExt cx="335290" cy="361321"/>
          </a:xfrm>
        </p:grpSpPr>
        <p:sp>
          <p:nvSpPr>
            <p:cNvPr id="19350" name="Google Shape;19350;p134"/>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1" name="Google Shape;19351;p134"/>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2" name="Google Shape;19352;p134"/>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3" name="Google Shape;19353;p134"/>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4" name="Google Shape;19354;p134"/>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5" name="Google Shape;19355;p134"/>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6" name="Google Shape;19356;p134"/>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7" name="Google Shape;19357;p134"/>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8" name="Google Shape;19358;p134"/>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9" name="Google Shape;19359;p134"/>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0" name="Google Shape;19360;p134"/>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1" name="Google Shape;19361;p134"/>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2" name="Google Shape;19362;p134"/>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3" name="Google Shape;19363;p134"/>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4" name="Google Shape;19364;p134"/>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5" name="Google Shape;19365;p134"/>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6" name="Google Shape;19366;p134"/>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7" name="Google Shape;19367;p134"/>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8" name="Google Shape;19368;p134"/>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69" name="Google Shape;19369;p134"/>
          <p:cNvGrpSpPr/>
          <p:nvPr/>
        </p:nvGrpSpPr>
        <p:grpSpPr>
          <a:xfrm>
            <a:off x="5596661" y="2909139"/>
            <a:ext cx="394326" cy="349682"/>
            <a:chOff x="5596661" y="2909139"/>
            <a:chExt cx="394326" cy="349682"/>
          </a:xfrm>
        </p:grpSpPr>
        <p:sp>
          <p:nvSpPr>
            <p:cNvPr id="19370" name="Google Shape;19370;p134"/>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1" name="Google Shape;19371;p134"/>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2" name="Google Shape;19372;p134"/>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3" name="Google Shape;19373;p134"/>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4" name="Google Shape;19374;p134"/>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5" name="Google Shape;19375;p134"/>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6" name="Google Shape;19376;p134"/>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7" name="Google Shape;19377;p134"/>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8" name="Google Shape;19378;p134"/>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9" name="Google Shape;19379;p134"/>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0" name="Google Shape;19380;p134"/>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1" name="Google Shape;19381;p134"/>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2" name="Google Shape;19382;p134"/>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3" name="Google Shape;19383;p134"/>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4" name="Google Shape;19384;p134"/>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5" name="Google Shape;19385;p134"/>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86" name="Google Shape;19386;p134"/>
          <p:cNvGrpSpPr/>
          <p:nvPr/>
        </p:nvGrpSpPr>
        <p:grpSpPr>
          <a:xfrm>
            <a:off x="874658" y="2914408"/>
            <a:ext cx="356891" cy="335709"/>
            <a:chOff x="874658" y="2914408"/>
            <a:chExt cx="356891" cy="335709"/>
          </a:xfrm>
        </p:grpSpPr>
        <p:sp>
          <p:nvSpPr>
            <p:cNvPr id="19387" name="Google Shape;19387;p134"/>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8" name="Google Shape;19388;p134"/>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9" name="Google Shape;19389;p134"/>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0" name="Google Shape;19390;p134"/>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1" name="Google Shape;19391;p134"/>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2" name="Google Shape;19392;p134"/>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3" name="Google Shape;19393;p134"/>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4" name="Google Shape;19394;p134"/>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5" name="Google Shape;19395;p134"/>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6" name="Google Shape;19396;p134"/>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7" name="Google Shape;19397;p134"/>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8" name="Google Shape;19398;p134"/>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9" name="Google Shape;19399;p134"/>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0" name="Google Shape;19400;p134"/>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1" name="Google Shape;19401;p134"/>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2" name="Google Shape;19402;p134"/>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3" name="Google Shape;19403;p134"/>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4" name="Google Shape;19404;p134"/>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5" name="Google Shape;19405;p134"/>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6" name="Google Shape;19406;p134"/>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07" name="Google Shape;19407;p134"/>
          <p:cNvGrpSpPr/>
          <p:nvPr/>
        </p:nvGrpSpPr>
        <p:grpSpPr>
          <a:xfrm>
            <a:off x="4230912" y="2929193"/>
            <a:ext cx="308813" cy="306165"/>
            <a:chOff x="4230912" y="2929193"/>
            <a:chExt cx="308813" cy="306165"/>
          </a:xfrm>
        </p:grpSpPr>
        <p:sp>
          <p:nvSpPr>
            <p:cNvPr id="19408" name="Google Shape;19408;p134"/>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9" name="Google Shape;19409;p134"/>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0" name="Google Shape;19410;p134"/>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1" name="Google Shape;19411;p134"/>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2" name="Google Shape;19412;p134"/>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3" name="Google Shape;19413;p134"/>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4" name="Google Shape;19414;p134"/>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5" name="Google Shape;19415;p134"/>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6" name="Google Shape;19416;p134"/>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7" name="Google Shape;19417;p134"/>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8" name="Google Shape;19418;p134"/>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9" name="Google Shape;19419;p134"/>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0" name="Google Shape;19420;p134"/>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1" name="Google Shape;19421;p134"/>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2" name="Google Shape;19422;p134"/>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23" name="Google Shape;19423;p134"/>
          <p:cNvGrpSpPr/>
          <p:nvPr/>
        </p:nvGrpSpPr>
        <p:grpSpPr>
          <a:xfrm>
            <a:off x="4627886" y="3401089"/>
            <a:ext cx="409111" cy="267944"/>
            <a:chOff x="4627886" y="3401089"/>
            <a:chExt cx="409111" cy="267944"/>
          </a:xfrm>
        </p:grpSpPr>
        <p:sp>
          <p:nvSpPr>
            <p:cNvPr id="19424" name="Google Shape;19424;p134"/>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5" name="Google Shape;19425;p134"/>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6" name="Google Shape;19426;p134"/>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7" name="Google Shape;19427;p134"/>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8" name="Google Shape;19428;p134"/>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9" name="Google Shape;19429;p134"/>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0" name="Google Shape;19430;p134"/>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1" name="Google Shape;19431;p134"/>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2" name="Google Shape;19432;p134"/>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3" name="Google Shape;19433;p134"/>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4" name="Google Shape;19434;p134"/>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35" name="Google Shape;19435;p134"/>
          <p:cNvGrpSpPr/>
          <p:nvPr/>
        </p:nvGrpSpPr>
        <p:grpSpPr>
          <a:xfrm>
            <a:off x="4652476" y="2898915"/>
            <a:ext cx="386016" cy="384495"/>
            <a:chOff x="4652476" y="2898915"/>
            <a:chExt cx="386016" cy="384495"/>
          </a:xfrm>
        </p:grpSpPr>
        <p:sp>
          <p:nvSpPr>
            <p:cNvPr id="19436" name="Google Shape;19436;p134"/>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7" name="Google Shape;19437;p134"/>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8" name="Google Shape;19438;p134"/>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9" name="Google Shape;19439;p134"/>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0" name="Google Shape;19440;p134"/>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1" name="Google Shape;19441;p134"/>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2" name="Google Shape;19442;p134"/>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3" name="Google Shape;19443;p134"/>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4" name="Google Shape;19444;p134"/>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45" name="Google Shape;19445;p134"/>
          <p:cNvGrpSpPr/>
          <p:nvPr/>
        </p:nvGrpSpPr>
        <p:grpSpPr>
          <a:xfrm>
            <a:off x="5156931" y="2922194"/>
            <a:ext cx="324699" cy="347611"/>
            <a:chOff x="5156931" y="2922194"/>
            <a:chExt cx="324699" cy="347611"/>
          </a:xfrm>
        </p:grpSpPr>
        <p:sp>
          <p:nvSpPr>
            <p:cNvPr id="19446" name="Google Shape;19446;p134"/>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7" name="Google Shape;19447;p134"/>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8" name="Google Shape;19448;p134"/>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9" name="Google Shape;19449;p134"/>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0" name="Google Shape;19450;p134"/>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1" name="Google Shape;19451;p134"/>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2" name="Google Shape;19452;p134"/>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3" name="Google Shape;19453;p134"/>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4" name="Google Shape;19454;p134"/>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5" name="Google Shape;19455;p134"/>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6" name="Google Shape;19456;p134"/>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7" name="Google Shape;19457;p134"/>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8" name="Google Shape;19458;p134"/>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9" name="Google Shape;19459;p134"/>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0" name="Google Shape;19460;p134"/>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1" name="Google Shape;19461;p134"/>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2" name="Google Shape;19462;p134"/>
          <p:cNvGrpSpPr/>
          <p:nvPr/>
        </p:nvGrpSpPr>
        <p:grpSpPr>
          <a:xfrm>
            <a:off x="6086331" y="2905337"/>
            <a:ext cx="364441" cy="364834"/>
            <a:chOff x="6086331" y="2905337"/>
            <a:chExt cx="364441" cy="364834"/>
          </a:xfrm>
        </p:grpSpPr>
        <p:sp>
          <p:nvSpPr>
            <p:cNvPr id="19463" name="Google Shape;19463;p134"/>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4" name="Google Shape;19464;p134"/>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5" name="Google Shape;19465;p134"/>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6" name="Google Shape;19466;p134"/>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7" name="Google Shape;19467;p134"/>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8" name="Google Shape;19468;p134"/>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69" name="Google Shape;19469;p134"/>
          <p:cNvGrpSpPr/>
          <p:nvPr/>
        </p:nvGrpSpPr>
        <p:grpSpPr>
          <a:xfrm>
            <a:off x="6554059" y="2907251"/>
            <a:ext cx="377706" cy="377680"/>
            <a:chOff x="6554059" y="2907251"/>
            <a:chExt cx="377706" cy="377680"/>
          </a:xfrm>
        </p:grpSpPr>
        <p:sp>
          <p:nvSpPr>
            <p:cNvPr id="19470" name="Google Shape;19470;p134"/>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1" name="Google Shape;19471;p134"/>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2" name="Google Shape;19472;p134"/>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3" name="Google Shape;19473;p134"/>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4" name="Google Shape;19474;p134"/>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5" name="Google Shape;19475;p134"/>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6" name="Google Shape;19476;p134"/>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7" name="Google Shape;19477;p134"/>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8" name="Google Shape;19478;p134"/>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9" name="Google Shape;19479;p134"/>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0" name="Google Shape;19480;p134"/>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1" name="Google Shape;19481;p134"/>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2" name="Google Shape;19482;p134"/>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3" name="Google Shape;19483;p134"/>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4" name="Google Shape;19484;p134"/>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5" name="Google Shape;19485;p134"/>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6" name="Google Shape;19486;p134"/>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7" name="Google Shape;19487;p134"/>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8" name="Google Shape;19488;p134"/>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9" name="Google Shape;19489;p134"/>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0" name="Google Shape;19490;p134"/>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91" name="Google Shape;19491;p134"/>
          <p:cNvGrpSpPr/>
          <p:nvPr/>
        </p:nvGrpSpPr>
        <p:grpSpPr>
          <a:xfrm>
            <a:off x="7491796" y="2945446"/>
            <a:ext cx="400801" cy="317542"/>
            <a:chOff x="7491796" y="2945446"/>
            <a:chExt cx="400801" cy="317542"/>
          </a:xfrm>
        </p:grpSpPr>
        <p:sp>
          <p:nvSpPr>
            <p:cNvPr id="19492" name="Google Shape;19492;p134"/>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3" name="Google Shape;19493;p134"/>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4" name="Google Shape;19494;p134"/>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5" name="Google Shape;19495;p134"/>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6" name="Google Shape;19496;p134"/>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7" name="Google Shape;19497;p134"/>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8" name="Google Shape;19498;p134"/>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9" name="Google Shape;19499;p134"/>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0" name="Google Shape;19500;p134"/>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1" name="Google Shape;19501;p134"/>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2" name="Google Shape;19502;p134"/>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3" name="Google Shape;19503;p134"/>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4" name="Google Shape;19504;p134"/>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5" name="Google Shape;19505;p134"/>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6" name="Google Shape;19506;p134"/>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7" name="Google Shape;19507;p134"/>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8" name="Google Shape;19508;p134"/>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9" name="Google Shape;19509;p134"/>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0" name="Google Shape;19510;p134"/>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1" name="Google Shape;19511;p134"/>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2" name="Google Shape;19512;p134"/>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3" name="Google Shape;19513;p134"/>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14" name="Google Shape;19514;p134"/>
          <p:cNvGrpSpPr/>
          <p:nvPr/>
        </p:nvGrpSpPr>
        <p:grpSpPr>
          <a:xfrm>
            <a:off x="7045643" y="2907723"/>
            <a:ext cx="345304" cy="365857"/>
            <a:chOff x="7045643" y="2907723"/>
            <a:chExt cx="345304" cy="365857"/>
          </a:xfrm>
        </p:grpSpPr>
        <p:sp>
          <p:nvSpPr>
            <p:cNvPr id="19515" name="Google Shape;19515;p134"/>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6" name="Google Shape;19516;p134"/>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7" name="Google Shape;19517;p134"/>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8" name="Google Shape;19518;p134"/>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9" name="Google Shape;19519;p134"/>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0" name="Google Shape;19520;p134"/>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1" name="Google Shape;19521;p134"/>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2" name="Google Shape;19522;p134"/>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3" name="Google Shape;19523;p134"/>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4" name="Google Shape;19524;p134"/>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5" name="Google Shape;19525;p134"/>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6" name="Google Shape;19526;p134"/>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7" name="Google Shape;19527;p134"/>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8" name="Google Shape;19528;p134"/>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9" name="Google Shape;19529;p134"/>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0" name="Google Shape;19530;p134"/>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1" name="Google Shape;19531;p134"/>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2" name="Google Shape;19532;p134"/>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3" name="Google Shape;19533;p134"/>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34" name="Google Shape;19534;p134"/>
          <p:cNvGrpSpPr/>
          <p:nvPr/>
        </p:nvGrpSpPr>
        <p:grpSpPr>
          <a:xfrm>
            <a:off x="7992843" y="2907251"/>
            <a:ext cx="347794" cy="366328"/>
            <a:chOff x="7992843" y="2907251"/>
            <a:chExt cx="347794" cy="366328"/>
          </a:xfrm>
        </p:grpSpPr>
        <p:sp>
          <p:nvSpPr>
            <p:cNvPr id="19535" name="Google Shape;19535;p134"/>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6" name="Google Shape;19536;p134"/>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7" name="Google Shape;19537;p134"/>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8" name="Google Shape;19538;p134"/>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9" name="Google Shape;19539;p134"/>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0" name="Google Shape;19540;p134"/>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1" name="Google Shape;19541;p134"/>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2" name="Google Shape;19542;p134"/>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3" name="Google Shape;19543;p134"/>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4" name="Google Shape;19544;p134"/>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5" name="Google Shape;19545;p134"/>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6" name="Google Shape;19546;p134"/>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7" name="Google Shape;19547;p134"/>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8" name="Google Shape;19548;p134"/>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9" name="Google Shape;19549;p134"/>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0" name="Google Shape;19550;p134"/>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1" name="Google Shape;19551;p134"/>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2" name="Google Shape;19552;p134"/>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3" name="Google Shape;19553;p134"/>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4" name="Google Shape;19554;p134"/>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5" name="Google Shape;19555;p134"/>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6" name="Google Shape;19556;p134"/>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7" name="Google Shape;19557;p134"/>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8" name="Google Shape;19558;p134"/>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9" name="Google Shape;19559;p134"/>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0" name="Google Shape;19560;p134"/>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1" name="Google Shape;19561;p134"/>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2" name="Google Shape;19562;p134"/>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3" name="Google Shape;19563;p134"/>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4" name="Google Shape;19564;p134"/>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5" name="Google Shape;19565;p134"/>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6" name="Google Shape;19566;p134"/>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7" name="Google Shape;19567;p134"/>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68" name="Google Shape;19568;p134"/>
          <p:cNvGrpSpPr/>
          <p:nvPr/>
        </p:nvGrpSpPr>
        <p:grpSpPr>
          <a:xfrm>
            <a:off x="873898" y="1512377"/>
            <a:ext cx="398127" cy="353457"/>
            <a:chOff x="873898" y="1512377"/>
            <a:chExt cx="398127" cy="353457"/>
          </a:xfrm>
        </p:grpSpPr>
        <p:sp>
          <p:nvSpPr>
            <p:cNvPr id="19569" name="Google Shape;19569;p134"/>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0" name="Google Shape;19570;p134"/>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1" name="Google Shape;19571;p134"/>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2" name="Google Shape;19572;p134"/>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3" name="Google Shape;19573;p134"/>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4" name="Google Shape;19574;p134"/>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5" name="Google Shape;19575;p134"/>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6" name="Google Shape;19576;p134"/>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7" name="Google Shape;19577;p134"/>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8" name="Google Shape;19578;p134"/>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9" name="Google Shape;19579;p134"/>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0" name="Google Shape;19580;p134"/>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1" name="Google Shape;19581;p134"/>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2" name="Google Shape;19582;p134"/>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3" name="Google Shape;19583;p134"/>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4" name="Google Shape;19584;p134"/>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5" name="Google Shape;19585;p134"/>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6" name="Google Shape;19586;p134"/>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7" name="Google Shape;19587;p134"/>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8" name="Google Shape;19588;p134"/>
          <p:cNvGrpSpPr/>
          <p:nvPr/>
        </p:nvGrpSpPr>
        <p:grpSpPr>
          <a:xfrm>
            <a:off x="1424125" y="1515680"/>
            <a:ext cx="246762" cy="347139"/>
            <a:chOff x="1424125" y="1515680"/>
            <a:chExt cx="246762" cy="347139"/>
          </a:xfrm>
        </p:grpSpPr>
        <p:sp>
          <p:nvSpPr>
            <p:cNvPr id="19589" name="Google Shape;19589;p134"/>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0" name="Google Shape;19590;p134"/>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1" name="Google Shape;19591;p134"/>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2" name="Google Shape;19592;p134"/>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3" name="Google Shape;19593;p134"/>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4" name="Google Shape;19594;p134"/>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5" name="Google Shape;19595;p134"/>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6" name="Google Shape;19596;p134"/>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7" name="Google Shape;19597;p134"/>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8" name="Google Shape;19598;p134"/>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9" name="Google Shape;19599;p134"/>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0" name="Google Shape;19600;p134"/>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1" name="Google Shape;19601;p134"/>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2" name="Google Shape;19602;p134"/>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3" name="Google Shape;19603;p134"/>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4" name="Google Shape;19604;p134"/>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5" name="Google Shape;19605;p134"/>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6" name="Google Shape;19606;p134"/>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7" name="Google Shape;19607;p134"/>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8" name="Google Shape;19608;p134"/>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09" name="Google Shape;19609;p134"/>
          <p:cNvGrpSpPr/>
          <p:nvPr/>
        </p:nvGrpSpPr>
        <p:grpSpPr>
          <a:xfrm>
            <a:off x="2319498" y="1512744"/>
            <a:ext cx="352697" cy="352723"/>
            <a:chOff x="2319498" y="1512744"/>
            <a:chExt cx="352697" cy="352723"/>
          </a:xfrm>
        </p:grpSpPr>
        <p:sp>
          <p:nvSpPr>
            <p:cNvPr id="19610" name="Google Shape;19610;p134"/>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1" name="Google Shape;19611;p134"/>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2" name="Google Shape;19612;p134"/>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3" name="Google Shape;19613;p134"/>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4" name="Google Shape;19614;p134"/>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5" name="Google Shape;19615;p134"/>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6" name="Google Shape;19616;p134"/>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7" name="Google Shape;19617;p134"/>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8" name="Google Shape;19618;p134"/>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9" name="Google Shape;19619;p134"/>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0" name="Google Shape;19620;p134"/>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1" name="Google Shape;19621;p134"/>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2" name="Google Shape;19622;p134"/>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3" name="Google Shape;19623;p134"/>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4" name="Google Shape;19624;p134"/>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5" name="Google Shape;19625;p134"/>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6" name="Google Shape;19626;p134"/>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7" name="Google Shape;19627;p134"/>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8" name="Google Shape;19628;p134"/>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29" name="Google Shape;19629;p134"/>
          <p:cNvGrpSpPr/>
          <p:nvPr/>
        </p:nvGrpSpPr>
        <p:grpSpPr>
          <a:xfrm>
            <a:off x="4236601" y="1512666"/>
            <a:ext cx="312981" cy="352697"/>
            <a:chOff x="4236601" y="1512666"/>
            <a:chExt cx="312981" cy="352697"/>
          </a:xfrm>
        </p:grpSpPr>
        <p:sp>
          <p:nvSpPr>
            <p:cNvPr id="19630" name="Google Shape;19630;p134"/>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1" name="Google Shape;19631;p134"/>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2" name="Google Shape;19632;p134"/>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3" name="Google Shape;19633;p134"/>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4" name="Google Shape;19634;p134"/>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5" name="Google Shape;19635;p134"/>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6" name="Google Shape;19636;p134"/>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7" name="Google Shape;19637;p134"/>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8" name="Google Shape;19638;p134"/>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9" name="Google Shape;19639;p134"/>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0" name="Google Shape;19640;p134"/>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1" name="Google Shape;19641;p134"/>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2" name="Google Shape;19642;p134"/>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3" name="Google Shape;19643;p134"/>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44" name="Google Shape;19644;p134"/>
          <p:cNvGrpSpPr/>
          <p:nvPr/>
        </p:nvGrpSpPr>
        <p:grpSpPr>
          <a:xfrm>
            <a:off x="849675" y="3347716"/>
            <a:ext cx="346300" cy="375818"/>
            <a:chOff x="849675" y="3347716"/>
            <a:chExt cx="346300" cy="375818"/>
          </a:xfrm>
        </p:grpSpPr>
        <p:sp>
          <p:nvSpPr>
            <p:cNvPr id="19645" name="Google Shape;19645;p134"/>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6" name="Google Shape;19646;p134"/>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7" name="Google Shape;19647;p134"/>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8" name="Google Shape;19648;p134"/>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9" name="Google Shape;19649;p134"/>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0" name="Google Shape;19650;p134"/>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1" name="Google Shape;19651;p134"/>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2" name="Google Shape;19652;p134"/>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3" name="Google Shape;19653;p134"/>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4" name="Google Shape;19654;p134"/>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5" name="Google Shape;19655;p134"/>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6" name="Google Shape;19656;p134"/>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7" name="Google Shape;19657;p134"/>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8" name="Google Shape;19658;p134"/>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9" name="Google Shape;19659;p134"/>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0" name="Google Shape;19660;p134"/>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1" name="Google Shape;19661;p134"/>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2" name="Google Shape;19662;p134"/>
          <p:cNvGrpSpPr/>
          <p:nvPr/>
        </p:nvGrpSpPr>
        <p:grpSpPr>
          <a:xfrm>
            <a:off x="1324219" y="3399202"/>
            <a:ext cx="376578" cy="272846"/>
            <a:chOff x="1324219" y="3399202"/>
            <a:chExt cx="376578" cy="272846"/>
          </a:xfrm>
        </p:grpSpPr>
        <p:sp>
          <p:nvSpPr>
            <p:cNvPr id="19663" name="Google Shape;19663;p134"/>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4" name="Google Shape;19664;p134"/>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5" name="Google Shape;19665;p134"/>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6" name="Google Shape;19666;p134"/>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7" name="Google Shape;19667;p134"/>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8" name="Google Shape;19668;p134"/>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9" name="Google Shape;19669;p134"/>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0" name="Google Shape;19670;p134"/>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1" name="Google Shape;19671;p134"/>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2" name="Google Shape;19672;p134"/>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3" name="Google Shape;19673;p134"/>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4" name="Google Shape;19674;p134"/>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5" name="Google Shape;19675;p134"/>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6" name="Google Shape;19676;p134"/>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7" name="Google Shape;19677;p134"/>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8" name="Google Shape;19678;p134"/>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9" name="Google Shape;19679;p134"/>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0" name="Google Shape;19680;p134"/>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1" name="Google Shape;19681;p134"/>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2" name="Google Shape;19682;p134"/>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3" name="Google Shape;19683;p134"/>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4" name="Google Shape;19684;p134"/>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5" name="Google Shape;19685;p134"/>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6" name="Google Shape;19686;p134"/>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7" name="Google Shape;19687;p134"/>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8" name="Google Shape;19688;p134"/>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9" name="Google Shape;19689;p134"/>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0" name="Google Shape;19690;p134"/>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1" name="Google Shape;19691;p134"/>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2" name="Google Shape;19692;p134"/>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3" name="Google Shape;19693;p134"/>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4" name="Google Shape;19694;p134"/>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5" name="Google Shape;19695;p134"/>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96" name="Google Shape;19696;p134"/>
          <p:cNvGrpSpPr/>
          <p:nvPr/>
        </p:nvGrpSpPr>
        <p:grpSpPr>
          <a:xfrm>
            <a:off x="1798763" y="3395401"/>
            <a:ext cx="376185" cy="280448"/>
            <a:chOff x="1798763" y="3395401"/>
            <a:chExt cx="376185" cy="280448"/>
          </a:xfrm>
        </p:grpSpPr>
        <p:sp>
          <p:nvSpPr>
            <p:cNvPr id="19697" name="Google Shape;19697;p134"/>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8" name="Google Shape;19698;p134"/>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9" name="Google Shape;19699;p134"/>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0" name="Google Shape;19700;p134"/>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1" name="Google Shape;19701;p134"/>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2" name="Google Shape;19702;p134"/>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3" name="Google Shape;19703;p134"/>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4" name="Google Shape;19704;p134"/>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5" name="Google Shape;19705;p134"/>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6" name="Google Shape;19706;p134"/>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7" name="Google Shape;19707;p134"/>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8" name="Google Shape;19708;p134"/>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9" name="Google Shape;19709;p134"/>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0" name="Google Shape;19710;p134"/>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1" name="Google Shape;19711;p134"/>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2" name="Google Shape;19712;p134"/>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3" name="Google Shape;19713;p134"/>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4" name="Google Shape;19714;p134"/>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5" name="Google Shape;19715;p134"/>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6" name="Google Shape;19716;p134"/>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7" name="Google Shape;19717;p134"/>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8" name="Google Shape;19718;p134"/>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9" name="Google Shape;19719;p134"/>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0" name="Google Shape;19720;p134"/>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1" name="Google Shape;19721;p134"/>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2" name="Google Shape;19722;p134"/>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3" name="Google Shape;19723;p134"/>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4" name="Google Shape;19724;p134"/>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5" name="Google Shape;19725;p134"/>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6" name="Google Shape;19726;p134"/>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7" name="Google Shape;19727;p134"/>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28" name="Google Shape;19728;p134"/>
          <p:cNvGrpSpPr/>
          <p:nvPr/>
        </p:nvGrpSpPr>
        <p:grpSpPr>
          <a:xfrm>
            <a:off x="2273307" y="3378754"/>
            <a:ext cx="375818" cy="313374"/>
            <a:chOff x="2273307" y="3378754"/>
            <a:chExt cx="375818" cy="313374"/>
          </a:xfrm>
        </p:grpSpPr>
        <p:sp>
          <p:nvSpPr>
            <p:cNvPr id="19729" name="Google Shape;19729;p134"/>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0" name="Google Shape;19730;p134"/>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1" name="Google Shape;19731;p134"/>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2" name="Google Shape;19732;p134"/>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3" name="Google Shape;19733;p134"/>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4" name="Google Shape;19734;p134"/>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5" name="Google Shape;19735;p134"/>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6" name="Google Shape;19736;p134"/>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7" name="Google Shape;19737;p134"/>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8" name="Google Shape;19738;p134"/>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9" name="Google Shape;19739;p134"/>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0" name="Google Shape;19740;p134"/>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1" name="Google Shape;19741;p134"/>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2" name="Google Shape;19742;p134"/>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3" name="Google Shape;19743;p134"/>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4" name="Google Shape;19744;p134"/>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5" name="Google Shape;19745;p134"/>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6" name="Google Shape;19746;p134"/>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7" name="Google Shape;19747;p134"/>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8" name="Google Shape;19748;p134"/>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9" name="Google Shape;19749;p134"/>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0" name="Google Shape;19750;p134"/>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1" name="Google Shape;19751;p134"/>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2" name="Google Shape;19752;p134"/>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3" name="Google Shape;19753;p134"/>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4" name="Google Shape;19754;p134"/>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5" name="Google Shape;19755;p134"/>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6" name="Google Shape;19756;p134"/>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7" name="Google Shape;19757;p134"/>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8" name="Google Shape;19758;p134"/>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9" name="Google Shape;19759;p134"/>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0" name="Google Shape;19760;p134"/>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1" name="Google Shape;19761;p134"/>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2" name="Google Shape;19762;p134"/>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3" name="Google Shape;19763;p134"/>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4" name="Google Shape;19764;p134"/>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5" name="Google Shape;19765;p134"/>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6" name="Google Shape;19766;p134"/>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7" name="Google Shape;19767;p134"/>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8" name="Google Shape;19768;p134"/>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9" name="Google Shape;19769;p134"/>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0" name="Google Shape;19770;p134"/>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1" name="Google Shape;19771;p134"/>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2" name="Google Shape;19772;p134"/>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3" name="Google Shape;19773;p134"/>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4" name="Google Shape;19774;p134"/>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5" name="Google Shape;19775;p134"/>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6" name="Google Shape;19776;p134"/>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7" name="Google Shape;19777;p134"/>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8" name="Google Shape;19778;p134"/>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9" name="Google Shape;19779;p134"/>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0" name="Google Shape;19780;p134"/>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1" name="Google Shape;19781;p134"/>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2" name="Google Shape;19782;p134"/>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3" name="Google Shape;19783;p134"/>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4" name="Google Shape;19784;p134"/>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5" name="Google Shape;19785;p134"/>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6" name="Google Shape;19786;p134"/>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7" name="Google Shape;19787;p134"/>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8" name="Google Shape;19788;p134"/>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9" name="Google Shape;19789;p134"/>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0" name="Google Shape;19790;p134"/>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1" name="Google Shape;19791;p134"/>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2" name="Google Shape;19792;p134"/>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3" name="Google Shape;19793;p134"/>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4" name="Google Shape;19794;p134"/>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5" name="Google Shape;19795;p134"/>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6" name="Google Shape;19796;p134"/>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7" name="Google Shape;19797;p134"/>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8" name="Google Shape;19798;p134"/>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9" name="Google Shape;19799;p134"/>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0" name="Google Shape;19800;p134"/>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1" name="Google Shape;19801;p134"/>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2" name="Google Shape;19802;p134"/>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3" name="Google Shape;19803;p134"/>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4" name="Google Shape;19804;p134"/>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5" name="Google Shape;19805;p134"/>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6" name="Google Shape;19806;p134"/>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7" name="Google Shape;19807;p134"/>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8" name="Google Shape;19808;p134"/>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9" name="Google Shape;19809;p134"/>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0" name="Google Shape;19810;p134"/>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1" name="Google Shape;19811;p134"/>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2" name="Google Shape;19812;p134"/>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13" name="Google Shape;19813;p134"/>
          <p:cNvGrpSpPr/>
          <p:nvPr/>
        </p:nvGrpSpPr>
        <p:grpSpPr>
          <a:xfrm>
            <a:off x="2747484" y="3359460"/>
            <a:ext cx="377706" cy="352330"/>
            <a:chOff x="2747484" y="3359460"/>
            <a:chExt cx="377706" cy="352330"/>
          </a:xfrm>
        </p:grpSpPr>
        <p:sp>
          <p:nvSpPr>
            <p:cNvPr id="19814" name="Google Shape;19814;p134"/>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5" name="Google Shape;19815;p134"/>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6" name="Google Shape;19816;p134"/>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7" name="Google Shape;19817;p134"/>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8" name="Google Shape;19818;p134"/>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9" name="Google Shape;19819;p134"/>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0" name="Google Shape;19820;p134"/>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1" name="Google Shape;19821;p134"/>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2" name="Google Shape;19822;p134"/>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3" name="Google Shape;19823;p134"/>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4" name="Google Shape;19824;p134"/>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5" name="Google Shape;19825;p134"/>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6" name="Google Shape;19826;p134"/>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7" name="Google Shape;19827;p134"/>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8" name="Google Shape;19828;p134"/>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29" name="Google Shape;19829;p134"/>
          <p:cNvGrpSpPr/>
          <p:nvPr/>
        </p:nvGrpSpPr>
        <p:grpSpPr>
          <a:xfrm>
            <a:off x="3696205" y="3371938"/>
            <a:ext cx="375792" cy="327373"/>
            <a:chOff x="3696205" y="3371938"/>
            <a:chExt cx="375792" cy="327373"/>
          </a:xfrm>
        </p:grpSpPr>
        <p:sp>
          <p:nvSpPr>
            <p:cNvPr id="19830" name="Google Shape;19830;p134"/>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1" name="Google Shape;19831;p134"/>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2" name="Google Shape;19832;p134"/>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3" name="Google Shape;19833;p134"/>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4" name="Google Shape;19834;p134"/>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5" name="Google Shape;19835;p134"/>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6" name="Google Shape;19836;p134"/>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7" name="Google Shape;19837;p134"/>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8" name="Google Shape;19838;p134"/>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9" name="Google Shape;19839;p134"/>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0" name="Google Shape;19840;p134"/>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1" name="Google Shape;19841;p134"/>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2" name="Google Shape;19842;p134"/>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3" name="Google Shape;19843;p134"/>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4" name="Google Shape;19844;p134"/>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5" name="Google Shape;19845;p134"/>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6" name="Google Shape;19846;p134"/>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7" name="Google Shape;19847;p134"/>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8" name="Google Shape;19848;p134"/>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9" name="Google Shape;19849;p134"/>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0" name="Google Shape;19850;p134"/>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1" name="Google Shape;19851;p134"/>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2" name="Google Shape;19852;p134"/>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53" name="Google Shape;19853;p134"/>
          <p:cNvGrpSpPr/>
          <p:nvPr/>
        </p:nvGrpSpPr>
        <p:grpSpPr>
          <a:xfrm>
            <a:off x="6567324" y="2436849"/>
            <a:ext cx="366722" cy="342892"/>
            <a:chOff x="6567324" y="2436849"/>
            <a:chExt cx="366722" cy="342892"/>
          </a:xfrm>
        </p:grpSpPr>
        <p:sp>
          <p:nvSpPr>
            <p:cNvPr id="19854" name="Google Shape;19854;p134"/>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5" name="Google Shape;19855;p134"/>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6" name="Google Shape;19856;p134"/>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7" name="Google Shape;19857;p134"/>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8" name="Google Shape;19858;p134"/>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9" name="Google Shape;19859;p134"/>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0" name="Google Shape;19860;p134"/>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1" name="Google Shape;19861;p134"/>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2" name="Google Shape;19862;p134"/>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3" name="Google Shape;19863;p134"/>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4" name="Google Shape;19864;p134"/>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5" name="Google Shape;19865;p134"/>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66" name="Google Shape;19866;p134"/>
          <p:cNvGrpSpPr/>
          <p:nvPr/>
        </p:nvGrpSpPr>
        <p:grpSpPr>
          <a:xfrm>
            <a:off x="4208970" y="3361347"/>
            <a:ext cx="299349" cy="348188"/>
            <a:chOff x="4208970" y="3361347"/>
            <a:chExt cx="299349" cy="348188"/>
          </a:xfrm>
        </p:grpSpPr>
        <p:sp>
          <p:nvSpPr>
            <p:cNvPr id="19867" name="Google Shape;19867;p134"/>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8" name="Google Shape;19868;p134"/>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9" name="Google Shape;19869;p134"/>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0" name="Google Shape;19870;p134"/>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1" name="Google Shape;19871;p134"/>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2" name="Google Shape;19872;p134"/>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3" name="Google Shape;19873;p134"/>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4" name="Google Shape;19874;p134"/>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5" name="Google Shape;19875;p134"/>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6" name="Google Shape;19876;p134"/>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7" name="Google Shape;19877;p134"/>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8" name="Google Shape;19878;p134"/>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9" name="Google Shape;19879;p134"/>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0" name="Google Shape;19880;p134"/>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1" name="Google Shape;19881;p134"/>
          <p:cNvGrpSpPr/>
          <p:nvPr/>
        </p:nvGrpSpPr>
        <p:grpSpPr>
          <a:xfrm>
            <a:off x="2786833" y="1512351"/>
            <a:ext cx="366722" cy="353667"/>
            <a:chOff x="2786833" y="1512351"/>
            <a:chExt cx="366722" cy="353667"/>
          </a:xfrm>
        </p:grpSpPr>
        <p:sp>
          <p:nvSpPr>
            <p:cNvPr id="19882" name="Google Shape;19882;p134"/>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3" name="Google Shape;19883;p134"/>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4" name="Google Shape;19884;p134"/>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5" name="Google Shape;19885;p134"/>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6" name="Google Shape;19886;p134"/>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7" name="Google Shape;19887;p134"/>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8" name="Google Shape;19888;p134"/>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9" name="Google Shape;19889;p134"/>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0" name="Google Shape;19890;p134"/>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1" name="Google Shape;19891;p134"/>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2" name="Google Shape;19892;p134"/>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3" name="Google Shape;19893;p134"/>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4" name="Google Shape;19894;p134"/>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5" name="Google Shape;19895;p134"/>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6" name="Google Shape;19896;p134"/>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7" name="Google Shape;19897;p134"/>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8" name="Google Shape;19898;p134"/>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9" name="Google Shape;19899;p134"/>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0" name="Google Shape;19900;p134"/>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1" name="Google Shape;19901;p134"/>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02" name="Google Shape;19902;p134"/>
          <p:cNvGrpSpPr/>
          <p:nvPr/>
        </p:nvGrpSpPr>
        <p:grpSpPr>
          <a:xfrm>
            <a:off x="1845321" y="1512744"/>
            <a:ext cx="352723" cy="353090"/>
            <a:chOff x="1845321" y="1512744"/>
            <a:chExt cx="352723" cy="353090"/>
          </a:xfrm>
        </p:grpSpPr>
        <p:sp>
          <p:nvSpPr>
            <p:cNvPr id="19903" name="Google Shape;19903;p134"/>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4" name="Google Shape;19904;p134"/>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5" name="Google Shape;19905;p134"/>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6" name="Google Shape;19906;p134"/>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7" name="Google Shape;19907;p134"/>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8" name="Google Shape;19908;p134"/>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9" name="Google Shape;19909;p134"/>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0" name="Google Shape;19910;p134"/>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1" name="Google Shape;19911;p134"/>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2" name="Google Shape;19912;p134"/>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3" name="Google Shape;19913;p134"/>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4" name="Google Shape;19914;p134"/>
          <p:cNvGrpSpPr/>
          <p:nvPr/>
        </p:nvGrpSpPr>
        <p:grpSpPr>
          <a:xfrm>
            <a:off x="3214452" y="3340533"/>
            <a:ext cx="392465" cy="389896"/>
            <a:chOff x="3214452" y="3340533"/>
            <a:chExt cx="392465" cy="389896"/>
          </a:xfrm>
        </p:grpSpPr>
        <p:sp>
          <p:nvSpPr>
            <p:cNvPr id="19915" name="Google Shape;19915;p134"/>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6" name="Google Shape;19916;p134"/>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7" name="Google Shape;19917;p134"/>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8" name="Google Shape;19918;p134"/>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9" name="Google Shape;19919;p134"/>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0" name="Google Shape;19920;p134"/>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1" name="Google Shape;19921;p134"/>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2" name="Google Shape;19922;p134"/>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3" name="Google Shape;19923;p134"/>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4" name="Google Shape;19924;p134"/>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5" name="Google Shape;19925;p134"/>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6" name="Google Shape;19926;p134"/>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7" name="Google Shape;19927;p134"/>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8" name="Google Shape;19928;p134"/>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9" name="Google Shape;19929;p134"/>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0" name="Google Shape;19930;p134"/>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1" name="Google Shape;19931;p134"/>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2" name="Google Shape;19932;p134"/>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3" name="Google Shape;19933;p134"/>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4" name="Google Shape;19934;p134"/>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5" name="Google Shape;19935;p134"/>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6" name="Google Shape;19936;p134"/>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7" name="Google Shape;19937;p134"/>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8" name="Google Shape;19938;p134"/>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9" name="Google Shape;19939;p134"/>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40" name="Google Shape;19940;p134"/>
          <p:cNvGrpSpPr/>
          <p:nvPr/>
        </p:nvGrpSpPr>
        <p:grpSpPr>
          <a:xfrm>
            <a:off x="3327229" y="1499899"/>
            <a:ext cx="234650" cy="378440"/>
            <a:chOff x="3327229" y="1499899"/>
            <a:chExt cx="234650" cy="378440"/>
          </a:xfrm>
        </p:grpSpPr>
        <p:sp>
          <p:nvSpPr>
            <p:cNvPr id="19941" name="Google Shape;19941;p134"/>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2" name="Google Shape;19942;p134"/>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3" name="Google Shape;19943;p134"/>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4" name="Google Shape;19944;p134"/>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5" name="Google Shape;19945;p134"/>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6" name="Google Shape;19946;p134"/>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7" name="Google Shape;19947;p134"/>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8" name="Google Shape;19948;p134"/>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9" name="Google Shape;19949;p134"/>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0" name="Google Shape;19950;p134"/>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1" name="Google Shape;19951;p134"/>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2" name="Google Shape;19952;p134"/>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3" name="Google Shape;19953;p134"/>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4" name="Google Shape;19954;p134"/>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5" name="Google Shape;19955;p134"/>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6" name="Google Shape;19956;p134"/>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7" name="Google Shape;19957;p134"/>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8" name="Google Shape;19958;p134"/>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9" name="Google Shape;19959;p134"/>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0" name="Google Shape;19960;p134"/>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1" name="Google Shape;19961;p134"/>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62" name="Google Shape;19962;p134"/>
          <p:cNvGrpSpPr/>
          <p:nvPr/>
        </p:nvGrpSpPr>
        <p:grpSpPr>
          <a:xfrm>
            <a:off x="3735553" y="1530151"/>
            <a:ext cx="366722" cy="317962"/>
            <a:chOff x="3735553" y="1530151"/>
            <a:chExt cx="366722" cy="317962"/>
          </a:xfrm>
        </p:grpSpPr>
        <p:sp>
          <p:nvSpPr>
            <p:cNvPr id="19963" name="Google Shape;19963;p134"/>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4" name="Google Shape;19964;p134"/>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5" name="Google Shape;19965;p134"/>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6" name="Google Shape;19966;p134"/>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7" name="Google Shape;19967;p134"/>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8" name="Google Shape;19968;p134"/>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9" name="Google Shape;19969;p134"/>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0" name="Google Shape;19970;p134"/>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1" name="Google Shape;19971;p134"/>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2" name="Google Shape;19972;p134"/>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3" name="Google Shape;19973;p134"/>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4" name="Google Shape;19974;p134"/>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75" name="Google Shape;19975;p134"/>
          <p:cNvGrpSpPr/>
          <p:nvPr/>
        </p:nvGrpSpPr>
        <p:grpSpPr>
          <a:xfrm>
            <a:off x="866322" y="2469775"/>
            <a:ext cx="379226" cy="322733"/>
            <a:chOff x="866322" y="2469775"/>
            <a:chExt cx="379226" cy="322733"/>
          </a:xfrm>
        </p:grpSpPr>
        <p:sp>
          <p:nvSpPr>
            <p:cNvPr id="19976" name="Google Shape;19976;p134"/>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7" name="Google Shape;19977;p134"/>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8" name="Google Shape;19978;p134"/>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9" name="Google Shape;19979;p134"/>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0" name="Google Shape;19980;p134"/>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1" name="Google Shape;19981;p134"/>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2" name="Google Shape;19982;p134"/>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3" name="Google Shape;19983;p134"/>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4" name="Google Shape;19984;p134"/>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5" name="Google Shape;19985;p134"/>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6" name="Google Shape;19986;p134"/>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7" name="Google Shape;19987;p134"/>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8" name="Google Shape;19988;p134"/>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9" name="Google Shape;19989;p134"/>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0" name="Google Shape;19990;p134"/>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1" name="Google Shape;19991;p134"/>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2" name="Google Shape;19992;p134"/>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3" name="Google Shape;19993;p134"/>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4" name="Google Shape;19994;p134"/>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5" name="Google Shape;19995;p134"/>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6" name="Google Shape;19996;p134"/>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7" name="Google Shape;19997;p134"/>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8" name="Google Shape;19998;p134"/>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9" name="Google Shape;19999;p134"/>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0" name="Google Shape;20000;p134"/>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1" name="Google Shape;20001;p134"/>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02" name="Google Shape;20002;p134"/>
          <p:cNvGrpSpPr/>
          <p:nvPr/>
        </p:nvGrpSpPr>
        <p:grpSpPr>
          <a:xfrm>
            <a:off x="1328387" y="2500814"/>
            <a:ext cx="404183" cy="289151"/>
            <a:chOff x="1328387" y="2500814"/>
            <a:chExt cx="404183" cy="289151"/>
          </a:xfrm>
        </p:grpSpPr>
        <p:sp>
          <p:nvSpPr>
            <p:cNvPr id="20003" name="Google Shape;20003;p134"/>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4" name="Google Shape;20004;p134"/>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5" name="Google Shape;20005;p134"/>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6" name="Google Shape;20006;p134"/>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7" name="Google Shape;20007;p134"/>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8" name="Google Shape;20008;p134"/>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9" name="Google Shape;20009;p134"/>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0" name="Google Shape;20010;p134"/>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1" name="Google Shape;20011;p134"/>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2" name="Google Shape;20012;p134"/>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3" name="Google Shape;20013;p134"/>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4" name="Google Shape;20014;p134"/>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5" name="Google Shape;20015;p134"/>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6" name="Google Shape;20016;p134"/>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7" name="Google Shape;20017;p134"/>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8" name="Google Shape;20018;p134"/>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9" name="Google Shape;20019;p134"/>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0" name="Google Shape;20020;p134"/>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1" name="Google Shape;20021;p134"/>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2" name="Google Shape;20022;p134"/>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3" name="Google Shape;20023;p134"/>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4" name="Google Shape;20024;p134"/>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5" name="Google Shape;20025;p134"/>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6" name="Google Shape;20026;p134"/>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7" name="Google Shape;20027;p134"/>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8" name="Google Shape;20028;p134"/>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9" name="Google Shape;20029;p134"/>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0" name="Google Shape;20030;p134"/>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1" name="Google Shape;20031;p134"/>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2" name="Google Shape;20032;p134"/>
          <p:cNvGrpSpPr/>
          <p:nvPr/>
        </p:nvGrpSpPr>
        <p:grpSpPr>
          <a:xfrm>
            <a:off x="1821465" y="2495702"/>
            <a:ext cx="365988" cy="270801"/>
            <a:chOff x="1821465" y="2495702"/>
            <a:chExt cx="365988" cy="270801"/>
          </a:xfrm>
        </p:grpSpPr>
        <p:sp>
          <p:nvSpPr>
            <p:cNvPr id="20033" name="Google Shape;20033;p134"/>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4" name="Google Shape;20034;p134"/>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5" name="Google Shape;20035;p134"/>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6" name="Google Shape;20036;p134"/>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7" name="Google Shape;20037;p134"/>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8" name="Google Shape;20038;p134"/>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9" name="Google Shape;20039;p134"/>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0" name="Google Shape;20040;p134"/>
          <p:cNvGrpSpPr/>
          <p:nvPr/>
        </p:nvGrpSpPr>
        <p:grpSpPr>
          <a:xfrm>
            <a:off x="3725723" y="2455776"/>
            <a:ext cx="354977" cy="351202"/>
            <a:chOff x="3725723" y="2455776"/>
            <a:chExt cx="354977" cy="351202"/>
          </a:xfrm>
        </p:grpSpPr>
        <p:sp>
          <p:nvSpPr>
            <p:cNvPr id="20041" name="Google Shape;20041;p134"/>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2" name="Google Shape;20042;p134"/>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3" name="Google Shape;20043;p134"/>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4" name="Google Shape;20044;p134"/>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5" name="Google Shape;20045;p134"/>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6" name="Google Shape;20046;p134"/>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7" name="Google Shape;20047;p134"/>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8" name="Google Shape;20048;p134"/>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9" name="Google Shape;20049;p134"/>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0" name="Google Shape;20050;p134"/>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1" name="Google Shape;20051;p134"/>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2" name="Google Shape;20052;p134"/>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3" name="Google Shape;20053;p134"/>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54" name="Google Shape;20054;p134"/>
          <p:cNvGrpSpPr/>
          <p:nvPr/>
        </p:nvGrpSpPr>
        <p:grpSpPr>
          <a:xfrm>
            <a:off x="5226165" y="1977641"/>
            <a:ext cx="230482" cy="388847"/>
            <a:chOff x="5226165" y="1977641"/>
            <a:chExt cx="230482" cy="388847"/>
          </a:xfrm>
        </p:grpSpPr>
        <p:sp>
          <p:nvSpPr>
            <p:cNvPr id="20055" name="Google Shape;20055;p134"/>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6" name="Google Shape;20056;p134"/>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7" name="Google Shape;20057;p134"/>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8" name="Google Shape;20058;p134"/>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9" name="Google Shape;20059;p134"/>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0" name="Google Shape;20060;p134"/>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1" name="Google Shape;20061;p134"/>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2" name="Google Shape;20062;p134"/>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3" name="Google Shape;20063;p134"/>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4" name="Google Shape;20064;p134"/>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5" name="Google Shape;20065;p134"/>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6" name="Google Shape;20066;p134"/>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67" name="Google Shape;20067;p134"/>
          <p:cNvGrpSpPr/>
          <p:nvPr/>
        </p:nvGrpSpPr>
        <p:grpSpPr>
          <a:xfrm>
            <a:off x="5632602" y="2025510"/>
            <a:ext cx="370130" cy="287264"/>
            <a:chOff x="5632602" y="2025510"/>
            <a:chExt cx="370130" cy="287264"/>
          </a:xfrm>
        </p:grpSpPr>
        <p:sp>
          <p:nvSpPr>
            <p:cNvPr id="20068" name="Google Shape;20068;p134"/>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9" name="Google Shape;20069;p134"/>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0" name="Google Shape;20070;p134"/>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1" name="Google Shape;20071;p134"/>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2" name="Google Shape;20072;p134"/>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3" name="Google Shape;20073;p134"/>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4" name="Google Shape;20074;p134"/>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5" name="Google Shape;20075;p134"/>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6" name="Google Shape;20076;p134"/>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7" name="Google Shape;20077;p134"/>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8" name="Google Shape;20078;p134"/>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9" name="Google Shape;20079;p134"/>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0" name="Google Shape;20080;p134"/>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1" name="Google Shape;20081;p134"/>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2" name="Google Shape;20082;p134"/>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3" name="Google Shape;20083;p134"/>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4" name="Google Shape;20084;p134"/>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5" name="Google Shape;20085;p134"/>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86" name="Google Shape;20086;p134"/>
          <p:cNvGrpSpPr/>
          <p:nvPr/>
        </p:nvGrpSpPr>
        <p:grpSpPr>
          <a:xfrm>
            <a:off x="4212378" y="2456537"/>
            <a:ext cx="331515" cy="330021"/>
            <a:chOff x="4212378" y="2456537"/>
            <a:chExt cx="331515" cy="330021"/>
          </a:xfrm>
        </p:grpSpPr>
        <p:sp>
          <p:nvSpPr>
            <p:cNvPr id="20087" name="Google Shape;20087;p134"/>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8" name="Google Shape;20088;p134"/>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9" name="Google Shape;20089;p134"/>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0" name="Google Shape;20090;p134"/>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1" name="Google Shape;20091;p134"/>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2" name="Google Shape;20092;p134"/>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3" name="Google Shape;20093;p134"/>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4" name="Google Shape;20094;p134"/>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5" name="Google Shape;20095;p134"/>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96" name="Google Shape;20096;p134"/>
          <p:cNvGrpSpPr/>
          <p:nvPr/>
        </p:nvGrpSpPr>
        <p:grpSpPr>
          <a:xfrm>
            <a:off x="6176013" y="1977825"/>
            <a:ext cx="235411" cy="347427"/>
            <a:chOff x="6176013" y="1977825"/>
            <a:chExt cx="235411" cy="347427"/>
          </a:xfrm>
        </p:grpSpPr>
        <p:sp>
          <p:nvSpPr>
            <p:cNvPr id="20097" name="Google Shape;20097;p134"/>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8" name="Google Shape;20098;p134"/>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9" name="Google Shape;20099;p134"/>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0" name="Google Shape;20100;p134"/>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1" name="Google Shape;20101;p134"/>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2" name="Google Shape;20102;p134"/>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3" name="Google Shape;20103;p134"/>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4" name="Google Shape;20104;p134"/>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5" name="Google Shape;20105;p134"/>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6" name="Google Shape;20106;p134"/>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7" name="Google Shape;20107;p134"/>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8" name="Google Shape;20108;p134"/>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9" name="Google Shape;20109;p134"/>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0" name="Google Shape;20110;p134"/>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1" name="Google Shape;20111;p134"/>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2" name="Google Shape;20112;p134"/>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3" name="Google Shape;20113;p134"/>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4" name="Google Shape;20114;p134"/>
          <p:cNvGrpSpPr/>
          <p:nvPr/>
        </p:nvGrpSpPr>
        <p:grpSpPr>
          <a:xfrm>
            <a:off x="6652077" y="1977458"/>
            <a:ext cx="235778" cy="347794"/>
            <a:chOff x="6652077" y="1977458"/>
            <a:chExt cx="235778" cy="347794"/>
          </a:xfrm>
        </p:grpSpPr>
        <p:sp>
          <p:nvSpPr>
            <p:cNvPr id="20115" name="Google Shape;20115;p134"/>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6" name="Google Shape;20116;p134"/>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7" name="Google Shape;20117;p134"/>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8" name="Google Shape;20118;p134"/>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9" name="Google Shape;20119;p134"/>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0" name="Google Shape;20120;p134"/>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1" name="Google Shape;20121;p134"/>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2" name="Google Shape;20122;p134"/>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3" name="Google Shape;20123;p134"/>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4" name="Google Shape;20124;p134"/>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5" name="Google Shape;20125;p134"/>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6" name="Google Shape;20126;p134"/>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7" name="Google Shape;20127;p134"/>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8" name="Google Shape;20128;p134"/>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9" name="Google Shape;20129;p134"/>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0" name="Google Shape;20130;p134"/>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31" name="Google Shape;20131;p134"/>
          <p:cNvGrpSpPr/>
          <p:nvPr/>
        </p:nvGrpSpPr>
        <p:grpSpPr>
          <a:xfrm>
            <a:off x="7072513" y="1997512"/>
            <a:ext cx="394352" cy="308052"/>
            <a:chOff x="7072513" y="1997512"/>
            <a:chExt cx="394352" cy="308052"/>
          </a:xfrm>
        </p:grpSpPr>
        <p:sp>
          <p:nvSpPr>
            <p:cNvPr id="20132" name="Google Shape;20132;p134"/>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3" name="Google Shape;20133;p134"/>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4" name="Google Shape;20134;p134"/>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5" name="Google Shape;20135;p134"/>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6" name="Google Shape;20136;p134"/>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7" name="Google Shape;20137;p134"/>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8" name="Google Shape;20138;p134"/>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9" name="Google Shape;20139;p134"/>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0" name="Google Shape;20140;p134"/>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1" name="Google Shape;20141;p134"/>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2" name="Google Shape;20142;p134"/>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43" name="Google Shape;20143;p134"/>
          <p:cNvGrpSpPr/>
          <p:nvPr/>
        </p:nvGrpSpPr>
        <p:grpSpPr>
          <a:xfrm>
            <a:off x="7576208" y="1977825"/>
            <a:ext cx="292533" cy="347454"/>
            <a:chOff x="7576208" y="1977825"/>
            <a:chExt cx="292533" cy="347454"/>
          </a:xfrm>
        </p:grpSpPr>
        <p:sp>
          <p:nvSpPr>
            <p:cNvPr id="20144" name="Google Shape;20144;p134"/>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5" name="Google Shape;20145;p134"/>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6" name="Google Shape;20146;p134"/>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7" name="Google Shape;20147;p134"/>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8" name="Google Shape;20148;p134"/>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9" name="Google Shape;20149;p134"/>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0" name="Google Shape;20150;p134"/>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1" name="Google Shape;20151;p134"/>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2" name="Google Shape;20152;p134"/>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3" name="Google Shape;20153;p134"/>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4" name="Google Shape;20154;p134"/>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5" name="Google Shape;20155;p134"/>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6" name="Google Shape;20156;p134"/>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7" name="Google Shape;20157;p134"/>
          <p:cNvGrpSpPr/>
          <p:nvPr/>
        </p:nvGrpSpPr>
        <p:grpSpPr>
          <a:xfrm>
            <a:off x="8023882" y="1977458"/>
            <a:ext cx="320557" cy="347794"/>
            <a:chOff x="8023882" y="1977458"/>
            <a:chExt cx="320557" cy="347794"/>
          </a:xfrm>
        </p:grpSpPr>
        <p:sp>
          <p:nvSpPr>
            <p:cNvPr id="20158" name="Google Shape;20158;p134"/>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9" name="Google Shape;20159;p134"/>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0" name="Google Shape;20160;p134"/>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1" name="Google Shape;20161;p134"/>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2" name="Google Shape;20162;p134"/>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3" name="Google Shape;20163;p134"/>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4" name="Google Shape;20164;p134"/>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5" name="Google Shape;20165;p134"/>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6" name="Google Shape;20166;p134"/>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7" name="Google Shape;20167;p134"/>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8" name="Google Shape;20168;p134"/>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9" name="Google Shape;20169;p134"/>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0" name="Google Shape;20170;p134"/>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1" name="Google Shape;20171;p134"/>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2" name="Google Shape;20172;p134"/>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3" name="Google Shape;20173;p134"/>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4" name="Google Shape;20174;p134"/>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5" name="Google Shape;20175;p134"/>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6" name="Google Shape;20176;p134"/>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7" name="Google Shape;20177;p134"/>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8" name="Google Shape;20178;p134"/>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9" name="Google Shape;20179;p134"/>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0" name="Google Shape;20180;p134"/>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1" name="Google Shape;20181;p134"/>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2" name="Google Shape;20182;p134"/>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3" name="Google Shape;20183;p134"/>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4" name="Google Shape;20184;p134"/>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5" name="Google Shape;20185;p134"/>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6" name="Google Shape;20186;p134"/>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7" name="Google Shape;20187;p134"/>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8" name="Google Shape;20188;p134"/>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9" name="Google Shape;20189;p134"/>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0" name="Google Shape;20190;p134"/>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1" name="Google Shape;20191;p134"/>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2" name="Google Shape;20192;p134"/>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3" name="Google Shape;20193;p134"/>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4" name="Google Shape;20194;p134"/>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5" name="Google Shape;20195;p134"/>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6" name="Google Shape;20196;p134"/>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7" name="Google Shape;20197;p134"/>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98" name="Google Shape;20198;p134"/>
          <p:cNvGrpSpPr/>
          <p:nvPr/>
        </p:nvGrpSpPr>
        <p:grpSpPr>
          <a:xfrm>
            <a:off x="5627674" y="2444819"/>
            <a:ext cx="345147" cy="342630"/>
            <a:chOff x="5627674" y="2444819"/>
            <a:chExt cx="345147" cy="342630"/>
          </a:xfrm>
        </p:grpSpPr>
        <p:sp>
          <p:nvSpPr>
            <p:cNvPr id="20199" name="Google Shape;20199;p134"/>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0" name="Google Shape;20200;p134"/>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1" name="Google Shape;20201;p134"/>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2" name="Google Shape;20202;p134"/>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3" name="Google Shape;20203;p134"/>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04" name="Google Shape;20204;p134"/>
          <p:cNvGrpSpPr/>
          <p:nvPr/>
        </p:nvGrpSpPr>
        <p:grpSpPr>
          <a:xfrm>
            <a:off x="4653996" y="2440257"/>
            <a:ext cx="396607" cy="348555"/>
            <a:chOff x="4653996" y="2440257"/>
            <a:chExt cx="396607" cy="348555"/>
          </a:xfrm>
        </p:grpSpPr>
        <p:sp>
          <p:nvSpPr>
            <p:cNvPr id="20205" name="Google Shape;20205;p134"/>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6" name="Google Shape;20206;p134"/>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7" name="Google Shape;20207;p134"/>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8" name="Google Shape;20208;p134"/>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9" name="Google Shape;20209;p134"/>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0" name="Google Shape;20210;p134"/>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1" name="Google Shape;20211;p134"/>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2" name="Google Shape;20212;p134"/>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3" name="Google Shape;20213;p134"/>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4" name="Google Shape;20214;p134"/>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5" name="Google Shape;20215;p134"/>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6" name="Google Shape;20216;p134"/>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7" name="Google Shape;20217;p134"/>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8" name="Google Shape;20218;p134"/>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9" name="Google Shape;20219;p134"/>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0" name="Google Shape;20220;p134"/>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1" name="Google Shape;20221;p134"/>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2" name="Google Shape;20222;p134"/>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23" name="Google Shape;20223;p134"/>
          <p:cNvGrpSpPr/>
          <p:nvPr/>
        </p:nvGrpSpPr>
        <p:grpSpPr>
          <a:xfrm>
            <a:off x="1854391" y="2895140"/>
            <a:ext cx="301630" cy="374272"/>
            <a:chOff x="1854391" y="2895140"/>
            <a:chExt cx="301630" cy="374272"/>
          </a:xfrm>
        </p:grpSpPr>
        <p:sp>
          <p:nvSpPr>
            <p:cNvPr id="20224" name="Google Shape;20224;p134"/>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5" name="Google Shape;20225;p134"/>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6" name="Google Shape;20226;p134"/>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7" name="Google Shape;20227;p134"/>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8" name="Google Shape;20228;p134"/>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9" name="Google Shape;20229;p134"/>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0" name="Google Shape;20230;p134"/>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1" name="Google Shape;20231;p134"/>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2" name="Google Shape;20232;p134"/>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3" name="Google Shape;20233;p134"/>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4" name="Google Shape;20234;p134"/>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5" name="Google Shape;20235;p134"/>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6" name="Google Shape;20236;p134"/>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7" name="Google Shape;20237;p134"/>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8" name="Google Shape;20238;p134"/>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9" name="Google Shape;20239;p134"/>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0" name="Google Shape;20240;p134"/>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1" name="Google Shape;20241;p134"/>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2" name="Google Shape;20242;p134"/>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3" name="Google Shape;20243;p134"/>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4" name="Google Shape;20244;p134"/>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5" name="Google Shape;20245;p134"/>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6" name="Google Shape;20246;p134"/>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7" name="Google Shape;20247;p134"/>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8" name="Google Shape;20248;p134"/>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9" name="Google Shape;20249;p134"/>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0" name="Google Shape;20250;p134"/>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1" name="Google Shape;20251;p134"/>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2" name="Google Shape;20252;p134"/>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3" name="Google Shape;20253;p134"/>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4" name="Google Shape;20254;p134"/>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5" name="Google Shape;20255;p134"/>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6" name="Google Shape;20256;p134"/>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7" name="Google Shape;20257;p134"/>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8" name="Google Shape;20258;p134"/>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9" name="Google Shape;20259;p134"/>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0" name="Google Shape;20260;p134"/>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1" name="Google Shape;20261;p134"/>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2" name="Google Shape;20262;p134"/>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3" name="Google Shape;20263;p134"/>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4" name="Google Shape;20264;p134"/>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5" name="Google Shape;20265;p134"/>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6" name="Google Shape;20266;p134"/>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7" name="Google Shape;20267;p134"/>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8" name="Google Shape;20268;p134"/>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9" name="Google Shape;20269;p134"/>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0" name="Google Shape;20270;p134"/>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1" name="Google Shape;20271;p134"/>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2" name="Google Shape;20272;p134"/>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73" name="Google Shape;20273;p134"/>
          <p:cNvGrpSpPr/>
          <p:nvPr/>
        </p:nvGrpSpPr>
        <p:grpSpPr>
          <a:xfrm>
            <a:off x="5172817" y="2438370"/>
            <a:ext cx="289518" cy="357651"/>
            <a:chOff x="5172817" y="2438370"/>
            <a:chExt cx="289518" cy="357651"/>
          </a:xfrm>
        </p:grpSpPr>
        <p:sp>
          <p:nvSpPr>
            <p:cNvPr id="20274" name="Google Shape;20274;p134"/>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5" name="Google Shape;20275;p134"/>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6" name="Google Shape;20276;p134"/>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7" name="Google Shape;20277;p134"/>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8" name="Google Shape;20278;p134"/>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9" name="Google Shape;20279;p134"/>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0" name="Google Shape;20280;p134"/>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1" name="Google Shape;20281;p134"/>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2" name="Google Shape;20282;p134"/>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3" name="Google Shape;20283;p134"/>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4" name="Google Shape;20284;p134"/>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85" name="Google Shape;20285;p134"/>
          <p:cNvGrpSpPr/>
          <p:nvPr/>
        </p:nvGrpSpPr>
        <p:grpSpPr>
          <a:xfrm>
            <a:off x="3234506" y="2484534"/>
            <a:ext cx="388297" cy="293320"/>
            <a:chOff x="3234506" y="2484534"/>
            <a:chExt cx="388297" cy="293320"/>
          </a:xfrm>
        </p:grpSpPr>
        <p:sp>
          <p:nvSpPr>
            <p:cNvPr id="20286" name="Google Shape;20286;p134"/>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7" name="Google Shape;20287;p134"/>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8" name="Google Shape;20288;p134"/>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9" name="Google Shape;20289;p134"/>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0" name="Google Shape;20290;p134"/>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1" name="Google Shape;20291;p134"/>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2" name="Google Shape;20292;p134"/>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3" name="Google Shape;20293;p134"/>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4" name="Google Shape;20294;p134"/>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5" name="Google Shape;20295;p134"/>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6" name="Google Shape;20296;p134"/>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7" name="Google Shape;20297;p134"/>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8" name="Google Shape;20298;p134"/>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9" name="Google Shape;20299;p134"/>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0" name="Google Shape;20300;p134"/>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1" name="Google Shape;20301;p134"/>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02" name="Google Shape;20302;p134"/>
          <p:cNvGrpSpPr/>
          <p:nvPr/>
        </p:nvGrpSpPr>
        <p:grpSpPr>
          <a:xfrm>
            <a:off x="6065149" y="3367036"/>
            <a:ext cx="362553" cy="356498"/>
            <a:chOff x="6065149" y="3367036"/>
            <a:chExt cx="362553" cy="356498"/>
          </a:xfrm>
        </p:grpSpPr>
        <p:sp>
          <p:nvSpPr>
            <p:cNvPr id="20303" name="Google Shape;20303;p134"/>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4" name="Google Shape;20304;p134"/>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5" name="Google Shape;20305;p134"/>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6" name="Google Shape;20306;p134"/>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7" name="Google Shape;20307;p134"/>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08" name="Google Shape;20308;p134"/>
          <p:cNvGrpSpPr/>
          <p:nvPr/>
        </p:nvGrpSpPr>
        <p:grpSpPr>
          <a:xfrm>
            <a:off x="2866317" y="3817357"/>
            <a:ext cx="362920" cy="356865"/>
            <a:chOff x="2866317" y="3817357"/>
            <a:chExt cx="362920" cy="356865"/>
          </a:xfrm>
        </p:grpSpPr>
        <p:sp>
          <p:nvSpPr>
            <p:cNvPr id="20309" name="Google Shape;20309;p134"/>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0" name="Google Shape;20310;p134"/>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1" name="Google Shape;20311;p134"/>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2" name="Google Shape;20312;p134"/>
          <p:cNvGrpSpPr/>
          <p:nvPr/>
        </p:nvGrpSpPr>
        <p:grpSpPr>
          <a:xfrm>
            <a:off x="6540821" y="3367036"/>
            <a:ext cx="362553" cy="356498"/>
            <a:chOff x="6540821" y="3367036"/>
            <a:chExt cx="362553" cy="356498"/>
          </a:xfrm>
        </p:grpSpPr>
        <p:sp>
          <p:nvSpPr>
            <p:cNvPr id="20313" name="Google Shape;20313;p134"/>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4" name="Google Shape;20314;p134"/>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5" name="Google Shape;20315;p134"/>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6" name="Google Shape;20316;p134"/>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7" name="Google Shape;20317;p134"/>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8" name="Google Shape;20318;p134"/>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9" name="Google Shape;20319;p134"/>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20" name="Google Shape;20320;p134"/>
          <p:cNvGrpSpPr/>
          <p:nvPr/>
        </p:nvGrpSpPr>
        <p:grpSpPr>
          <a:xfrm>
            <a:off x="2302458" y="2474704"/>
            <a:ext cx="354479" cy="312561"/>
            <a:chOff x="2302458" y="2474704"/>
            <a:chExt cx="354479" cy="312561"/>
          </a:xfrm>
        </p:grpSpPr>
        <p:sp>
          <p:nvSpPr>
            <p:cNvPr id="20321" name="Google Shape;20321;p134"/>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2" name="Google Shape;20322;p134"/>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3" name="Google Shape;20323;p134"/>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4" name="Google Shape;20324;p134"/>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5" name="Google Shape;20325;p134"/>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6" name="Google Shape;20326;p134"/>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7" name="Google Shape;20327;p134"/>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8" name="Google Shape;20328;p134"/>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9" name="Google Shape;20329;p134"/>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0" name="Google Shape;20330;p134"/>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1" name="Google Shape;20331;p134"/>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2" name="Google Shape;20332;p134"/>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33" name="Google Shape;20333;p134"/>
          <p:cNvGrpSpPr/>
          <p:nvPr/>
        </p:nvGrpSpPr>
        <p:grpSpPr>
          <a:xfrm>
            <a:off x="2831110" y="2442538"/>
            <a:ext cx="246002" cy="348922"/>
            <a:chOff x="2831110" y="2442538"/>
            <a:chExt cx="246002" cy="348922"/>
          </a:xfrm>
        </p:grpSpPr>
        <p:sp>
          <p:nvSpPr>
            <p:cNvPr id="20334" name="Google Shape;20334;p134"/>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5" name="Google Shape;20335;p134"/>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6" name="Google Shape;20336;p134"/>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7" name="Google Shape;20337;p134"/>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8" name="Google Shape;20338;p134"/>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9" name="Google Shape;20339;p134"/>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0" name="Google Shape;20340;p134"/>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1" name="Google Shape;20341;p134"/>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2" name="Google Shape;20342;p134"/>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3" name="Google Shape;20343;p134"/>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4" name="Google Shape;20344;p134"/>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5" name="Google Shape;20345;p134"/>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6" name="Google Shape;20346;p134"/>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7" name="Google Shape;20347;p134"/>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48" name="Google Shape;20348;p134"/>
          <p:cNvGrpSpPr/>
          <p:nvPr/>
        </p:nvGrpSpPr>
        <p:grpSpPr>
          <a:xfrm>
            <a:off x="3314750" y="3817357"/>
            <a:ext cx="362920" cy="356865"/>
            <a:chOff x="3314750" y="3817357"/>
            <a:chExt cx="362920" cy="356865"/>
          </a:xfrm>
        </p:grpSpPr>
        <p:sp>
          <p:nvSpPr>
            <p:cNvPr id="20349" name="Google Shape;20349;p134"/>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0" name="Google Shape;20350;p134"/>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1" name="Google Shape;20351;p134"/>
            <p:cNvSpPr/>
            <p:nvPr/>
          </p:nvSpPr>
          <p:spPr>
            <a:xfrm>
              <a:off x="3379082" y="3881296"/>
              <a:ext cx="228595" cy="228595"/>
            </a:xfrm>
            <a:custGeom>
              <a:avLst/>
              <a:gdLst/>
              <a:ahLst/>
              <a:cxnLst/>
              <a:rect l="l" t="t" r="r" b="b"/>
              <a:pathLst>
                <a:path w="8720" h="8720" extrusionOk="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2" name="Google Shape;20352;p134"/>
            <p:cNvSpPr/>
            <p:nvPr/>
          </p:nvSpPr>
          <p:spPr>
            <a:xfrm>
              <a:off x="3412768" y="3935430"/>
              <a:ext cx="140408" cy="120274"/>
            </a:xfrm>
            <a:custGeom>
              <a:avLst/>
              <a:gdLst/>
              <a:ahLst/>
              <a:cxnLst/>
              <a:rect l="l" t="t" r="r" b="b"/>
              <a:pathLst>
                <a:path w="5356" h="4588" extrusionOk="0">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3" name="Google Shape;20353;p134"/>
            <p:cNvSpPr/>
            <p:nvPr/>
          </p:nvSpPr>
          <p:spPr>
            <a:xfrm>
              <a:off x="3539518" y="3910447"/>
              <a:ext cx="31065" cy="31039"/>
            </a:xfrm>
            <a:custGeom>
              <a:avLst/>
              <a:gdLst/>
              <a:ahLst/>
              <a:cxnLst/>
              <a:rect l="l" t="t" r="r" b="b"/>
              <a:pathLst>
                <a:path w="1185" h="1184" extrusionOk="0">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4" name="Google Shape;20354;p134"/>
          <p:cNvGrpSpPr/>
          <p:nvPr/>
        </p:nvGrpSpPr>
        <p:grpSpPr>
          <a:xfrm>
            <a:off x="7016492" y="3367036"/>
            <a:ext cx="362947" cy="356498"/>
            <a:chOff x="7016492" y="3367036"/>
            <a:chExt cx="362947" cy="356498"/>
          </a:xfrm>
        </p:grpSpPr>
        <p:sp>
          <p:nvSpPr>
            <p:cNvPr id="20355" name="Google Shape;20355;p134"/>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6" name="Google Shape;20356;p134"/>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7" name="Google Shape;20357;p134"/>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8" name="Google Shape;20358;p134"/>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9" name="Google Shape;20359;p134"/>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0" name="Google Shape;20360;p134"/>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1" name="Google Shape;20361;p134"/>
          <p:cNvGrpSpPr/>
          <p:nvPr/>
        </p:nvGrpSpPr>
        <p:grpSpPr>
          <a:xfrm>
            <a:off x="3763184" y="3817357"/>
            <a:ext cx="363314" cy="356576"/>
            <a:chOff x="3763184" y="3817357"/>
            <a:chExt cx="363314" cy="356576"/>
          </a:xfrm>
        </p:grpSpPr>
        <p:sp>
          <p:nvSpPr>
            <p:cNvPr id="20362" name="Google Shape;20362;p134"/>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3" name="Google Shape;20363;p134"/>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4" name="Google Shape;20364;p134"/>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5" name="Google Shape;20365;p134"/>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6" name="Google Shape;20366;p134"/>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7" name="Google Shape;20367;p134"/>
          <p:cNvGrpSpPr/>
          <p:nvPr/>
        </p:nvGrpSpPr>
        <p:grpSpPr>
          <a:xfrm>
            <a:off x="5108852" y="3817357"/>
            <a:ext cx="362947" cy="356576"/>
            <a:chOff x="5108852" y="3817357"/>
            <a:chExt cx="362947" cy="356576"/>
          </a:xfrm>
        </p:grpSpPr>
        <p:sp>
          <p:nvSpPr>
            <p:cNvPr id="20368" name="Google Shape;20368;p134"/>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9" name="Google Shape;20369;p134"/>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0" name="Google Shape;20370;p134"/>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1" name="Google Shape;20371;p134"/>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72" name="Google Shape;20372;p134"/>
          <p:cNvGrpSpPr/>
          <p:nvPr/>
        </p:nvGrpSpPr>
        <p:grpSpPr>
          <a:xfrm>
            <a:off x="6005720" y="3817357"/>
            <a:ext cx="362947" cy="356576"/>
            <a:chOff x="6005720" y="3817357"/>
            <a:chExt cx="362947" cy="356576"/>
          </a:xfrm>
        </p:grpSpPr>
        <p:sp>
          <p:nvSpPr>
            <p:cNvPr id="20373" name="Google Shape;20373;p134"/>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4" name="Google Shape;20374;p134"/>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5" name="Google Shape;20375;p134"/>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6" name="Google Shape;20376;p134"/>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77" name="Google Shape;20377;p134"/>
          <p:cNvGrpSpPr/>
          <p:nvPr/>
        </p:nvGrpSpPr>
        <p:grpSpPr>
          <a:xfrm>
            <a:off x="5589452" y="3367036"/>
            <a:ext cx="362580" cy="356498"/>
            <a:chOff x="5589452" y="3367036"/>
            <a:chExt cx="362580" cy="356498"/>
          </a:xfrm>
        </p:grpSpPr>
        <p:sp>
          <p:nvSpPr>
            <p:cNvPr id="20378" name="Google Shape;20378;p134"/>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9" name="Google Shape;20379;p134"/>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0" name="Google Shape;20380;p134"/>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81" name="Google Shape;20381;p134"/>
          <p:cNvGrpSpPr/>
          <p:nvPr/>
        </p:nvGrpSpPr>
        <p:grpSpPr>
          <a:xfrm>
            <a:off x="4211985" y="3817357"/>
            <a:ext cx="362947" cy="356576"/>
            <a:chOff x="4211985" y="3817357"/>
            <a:chExt cx="362947" cy="356576"/>
          </a:xfrm>
        </p:grpSpPr>
        <p:sp>
          <p:nvSpPr>
            <p:cNvPr id="20382" name="Google Shape;20382;p134"/>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3" name="Google Shape;20383;p134"/>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4" name="Google Shape;20384;p134"/>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85" name="Google Shape;20385;p134"/>
          <p:cNvGrpSpPr/>
          <p:nvPr/>
        </p:nvGrpSpPr>
        <p:grpSpPr>
          <a:xfrm>
            <a:off x="4660419" y="3817357"/>
            <a:ext cx="362947" cy="356576"/>
            <a:chOff x="4660419" y="3817357"/>
            <a:chExt cx="362947" cy="356576"/>
          </a:xfrm>
        </p:grpSpPr>
        <p:sp>
          <p:nvSpPr>
            <p:cNvPr id="20386" name="Google Shape;20386;p134"/>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7" name="Google Shape;20387;p134"/>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8" name="Google Shape;20388;p134"/>
            <p:cNvSpPr/>
            <p:nvPr/>
          </p:nvSpPr>
          <p:spPr>
            <a:xfrm>
              <a:off x="4702441" y="3871098"/>
              <a:ext cx="271351" cy="249016"/>
            </a:xfrm>
            <a:custGeom>
              <a:avLst/>
              <a:gdLst/>
              <a:ahLst/>
              <a:cxnLst/>
              <a:rect l="l" t="t" r="r" b="b"/>
              <a:pathLst>
                <a:path w="10351" h="9499" extrusionOk="0">
                  <a:moveTo>
                    <a:pt x="5200" y="0"/>
                  </a:moveTo>
                  <a:cubicBezTo>
                    <a:pt x="4034" y="0"/>
                    <a:pt x="2878" y="428"/>
                    <a:pt x="1978" y="1270"/>
                  </a:cubicBezTo>
                  <a:cubicBezTo>
                    <a:pt x="419" y="2714"/>
                    <a:pt x="0" y="5009"/>
                    <a:pt x="967" y="6900"/>
                  </a:cubicBezTo>
                  <a:cubicBezTo>
                    <a:pt x="982" y="6929"/>
                    <a:pt x="982" y="6958"/>
                    <a:pt x="967" y="6987"/>
                  </a:cubicBezTo>
                  <a:lnTo>
                    <a:pt x="505" y="8170"/>
                  </a:lnTo>
                  <a:cubicBezTo>
                    <a:pt x="476" y="8243"/>
                    <a:pt x="520" y="8315"/>
                    <a:pt x="592" y="8315"/>
                  </a:cubicBezTo>
                  <a:lnTo>
                    <a:pt x="2021" y="8315"/>
                  </a:lnTo>
                  <a:cubicBezTo>
                    <a:pt x="2050" y="8315"/>
                    <a:pt x="2079" y="8329"/>
                    <a:pt x="2093" y="8344"/>
                  </a:cubicBezTo>
                  <a:cubicBezTo>
                    <a:pt x="2959" y="9080"/>
                    <a:pt x="4056" y="9498"/>
                    <a:pt x="5197" y="9498"/>
                  </a:cubicBezTo>
                  <a:cubicBezTo>
                    <a:pt x="7333" y="9498"/>
                    <a:pt x="9196" y="8084"/>
                    <a:pt x="9773" y="6034"/>
                  </a:cubicBezTo>
                  <a:cubicBezTo>
                    <a:pt x="10350" y="3984"/>
                    <a:pt x="9499" y="1804"/>
                    <a:pt x="7680" y="693"/>
                  </a:cubicBezTo>
                  <a:cubicBezTo>
                    <a:pt x="6911" y="229"/>
                    <a:pt x="6053" y="0"/>
                    <a:pt x="5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9" name="Google Shape;20389;p134"/>
            <p:cNvSpPr/>
            <p:nvPr/>
          </p:nvSpPr>
          <p:spPr>
            <a:xfrm>
              <a:off x="4727791" y="3894351"/>
              <a:ext cx="220652" cy="202668"/>
            </a:xfrm>
            <a:custGeom>
              <a:avLst/>
              <a:gdLst/>
              <a:ahLst/>
              <a:cxnLst/>
              <a:rect l="l" t="t" r="r" b="b"/>
              <a:pathLst>
                <a:path w="8417" h="7731" extrusionOk="0">
                  <a:moveTo>
                    <a:pt x="4232" y="1"/>
                  </a:moveTo>
                  <a:cubicBezTo>
                    <a:pt x="3273" y="1"/>
                    <a:pt x="2320" y="357"/>
                    <a:pt x="1588" y="1047"/>
                  </a:cubicBezTo>
                  <a:cubicBezTo>
                    <a:pt x="318" y="2231"/>
                    <a:pt x="0" y="4122"/>
                    <a:pt x="809" y="5652"/>
                  </a:cubicBezTo>
                  <a:lnTo>
                    <a:pt x="939" y="5912"/>
                  </a:lnTo>
                  <a:cubicBezTo>
                    <a:pt x="982" y="5970"/>
                    <a:pt x="982" y="6056"/>
                    <a:pt x="953" y="6129"/>
                  </a:cubicBezTo>
                  <a:lnTo>
                    <a:pt x="823" y="6432"/>
                  </a:lnTo>
                  <a:cubicBezTo>
                    <a:pt x="809" y="6489"/>
                    <a:pt x="852" y="6533"/>
                    <a:pt x="910" y="6533"/>
                  </a:cubicBezTo>
                  <a:lnTo>
                    <a:pt x="1328" y="6533"/>
                  </a:lnTo>
                  <a:cubicBezTo>
                    <a:pt x="1386" y="6547"/>
                    <a:pt x="1458" y="6562"/>
                    <a:pt x="1502" y="6605"/>
                  </a:cubicBezTo>
                  <a:lnTo>
                    <a:pt x="1675" y="6764"/>
                  </a:lnTo>
                  <a:cubicBezTo>
                    <a:pt x="2382" y="7384"/>
                    <a:pt x="3292" y="7731"/>
                    <a:pt x="4230" y="7731"/>
                  </a:cubicBezTo>
                  <a:cubicBezTo>
                    <a:pt x="5962" y="7716"/>
                    <a:pt x="7478" y="6562"/>
                    <a:pt x="7940" y="4902"/>
                  </a:cubicBezTo>
                  <a:cubicBezTo>
                    <a:pt x="8416" y="3227"/>
                    <a:pt x="7709" y="1466"/>
                    <a:pt x="6222" y="557"/>
                  </a:cubicBezTo>
                  <a:cubicBezTo>
                    <a:pt x="5608" y="183"/>
                    <a:pt x="4919" y="1"/>
                    <a:pt x="4232"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0" name="Google Shape;20390;p134"/>
            <p:cNvSpPr/>
            <p:nvPr/>
          </p:nvSpPr>
          <p:spPr>
            <a:xfrm>
              <a:off x="4765619" y="3922742"/>
              <a:ext cx="147250" cy="144025"/>
            </a:xfrm>
            <a:custGeom>
              <a:avLst/>
              <a:gdLst/>
              <a:ahLst/>
              <a:cxnLst/>
              <a:rect l="l" t="t" r="r" b="b"/>
              <a:pathLst>
                <a:path w="5617" h="5494" extrusionOk="0">
                  <a:moveTo>
                    <a:pt x="1567" y="0"/>
                  </a:moveTo>
                  <a:cubicBezTo>
                    <a:pt x="1444" y="0"/>
                    <a:pt x="1322" y="51"/>
                    <a:pt x="1228" y="152"/>
                  </a:cubicBezTo>
                  <a:lnTo>
                    <a:pt x="275" y="1105"/>
                  </a:lnTo>
                  <a:cubicBezTo>
                    <a:pt x="30" y="1336"/>
                    <a:pt x="1" y="1697"/>
                    <a:pt x="203" y="1956"/>
                  </a:cubicBezTo>
                  <a:cubicBezTo>
                    <a:pt x="1141" y="3270"/>
                    <a:pt x="2296" y="4425"/>
                    <a:pt x="3610" y="5378"/>
                  </a:cubicBezTo>
                  <a:cubicBezTo>
                    <a:pt x="3725" y="5450"/>
                    <a:pt x="3855" y="5493"/>
                    <a:pt x="3999" y="5493"/>
                  </a:cubicBezTo>
                  <a:cubicBezTo>
                    <a:pt x="4173" y="5493"/>
                    <a:pt x="4346" y="5435"/>
                    <a:pt x="4476" y="5305"/>
                  </a:cubicBezTo>
                  <a:lnTo>
                    <a:pt x="5429" y="4353"/>
                  </a:lnTo>
                  <a:cubicBezTo>
                    <a:pt x="5616" y="4165"/>
                    <a:pt x="5616" y="3847"/>
                    <a:pt x="5429" y="3660"/>
                  </a:cubicBezTo>
                  <a:lnTo>
                    <a:pt x="4837" y="3068"/>
                  </a:lnTo>
                  <a:cubicBezTo>
                    <a:pt x="4743" y="2974"/>
                    <a:pt x="4617" y="2927"/>
                    <a:pt x="4490" y="2927"/>
                  </a:cubicBezTo>
                  <a:cubicBezTo>
                    <a:pt x="4364" y="2927"/>
                    <a:pt x="4238" y="2974"/>
                    <a:pt x="4144" y="3068"/>
                  </a:cubicBezTo>
                  <a:lnTo>
                    <a:pt x="3985" y="3241"/>
                  </a:lnTo>
                  <a:cubicBezTo>
                    <a:pt x="3936" y="3290"/>
                    <a:pt x="3860" y="3319"/>
                    <a:pt x="3785" y="3319"/>
                  </a:cubicBezTo>
                  <a:cubicBezTo>
                    <a:pt x="3750" y="3319"/>
                    <a:pt x="3714" y="3313"/>
                    <a:pt x="3682" y="3299"/>
                  </a:cubicBezTo>
                  <a:cubicBezTo>
                    <a:pt x="3032" y="3039"/>
                    <a:pt x="2527" y="2534"/>
                    <a:pt x="2267" y="1884"/>
                  </a:cubicBezTo>
                  <a:cubicBezTo>
                    <a:pt x="2224" y="1783"/>
                    <a:pt x="2253" y="1668"/>
                    <a:pt x="2339" y="1581"/>
                  </a:cubicBezTo>
                  <a:lnTo>
                    <a:pt x="2498" y="1422"/>
                  </a:lnTo>
                  <a:cubicBezTo>
                    <a:pt x="2686" y="1235"/>
                    <a:pt x="2686" y="932"/>
                    <a:pt x="2498" y="729"/>
                  </a:cubicBezTo>
                  <a:lnTo>
                    <a:pt x="1906" y="152"/>
                  </a:lnTo>
                  <a:cubicBezTo>
                    <a:pt x="1812" y="51"/>
                    <a:pt x="1690"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1" name="Google Shape;20391;p134"/>
          <p:cNvGrpSpPr/>
          <p:nvPr/>
        </p:nvGrpSpPr>
        <p:grpSpPr>
          <a:xfrm>
            <a:off x="5557286" y="3817357"/>
            <a:ext cx="362947" cy="356576"/>
            <a:chOff x="5557286" y="3817357"/>
            <a:chExt cx="362947" cy="356576"/>
          </a:xfrm>
        </p:grpSpPr>
        <p:sp>
          <p:nvSpPr>
            <p:cNvPr id="20392" name="Google Shape;20392;p134"/>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3" name="Google Shape;20393;p134"/>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4" name="Google Shape;20394;p134"/>
            <p:cNvSpPr/>
            <p:nvPr/>
          </p:nvSpPr>
          <p:spPr>
            <a:xfrm>
              <a:off x="5601563" y="3894456"/>
              <a:ext cx="268337" cy="202563"/>
            </a:xfrm>
            <a:custGeom>
              <a:avLst/>
              <a:gdLst/>
              <a:ahLst/>
              <a:cxnLst/>
              <a:rect l="l" t="t" r="r" b="b"/>
              <a:pathLst>
                <a:path w="10236" h="7727" extrusionOk="0">
                  <a:moveTo>
                    <a:pt x="5118" y="0"/>
                  </a:moveTo>
                  <a:cubicBezTo>
                    <a:pt x="3685" y="0"/>
                    <a:pt x="2253" y="83"/>
                    <a:pt x="824" y="249"/>
                  </a:cubicBezTo>
                  <a:cubicBezTo>
                    <a:pt x="564" y="278"/>
                    <a:pt x="347" y="480"/>
                    <a:pt x="304" y="755"/>
                  </a:cubicBezTo>
                  <a:cubicBezTo>
                    <a:pt x="1" y="2819"/>
                    <a:pt x="1" y="4912"/>
                    <a:pt x="304" y="6976"/>
                  </a:cubicBezTo>
                  <a:cubicBezTo>
                    <a:pt x="347" y="7236"/>
                    <a:pt x="564" y="7453"/>
                    <a:pt x="824" y="7482"/>
                  </a:cubicBezTo>
                  <a:cubicBezTo>
                    <a:pt x="2253" y="7640"/>
                    <a:pt x="3682" y="7712"/>
                    <a:pt x="5125" y="7727"/>
                  </a:cubicBezTo>
                  <a:cubicBezTo>
                    <a:pt x="6554" y="7712"/>
                    <a:pt x="7984" y="7640"/>
                    <a:pt x="9413" y="7482"/>
                  </a:cubicBezTo>
                  <a:cubicBezTo>
                    <a:pt x="9673" y="7453"/>
                    <a:pt x="9889" y="7236"/>
                    <a:pt x="9932" y="6976"/>
                  </a:cubicBezTo>
                  <a:cubicBezTo>
                    <a:pt x="10236" y="4912"/>
                    <a:pt x="10236" y="2819"/>
                    <a:pt x="9932" y="755"/>
                  </a:cubicBezTo>
                  <a:cubicBezTo>
                    <a:pt x="9889" y="480"/>
                    <a:pt x="9673" y="278"/>
                    <a:pt x="9413" y="249"/>
                  </a:cubicBezTo>
                  <a:cubicBezTo>
                    <a:pt x="7984" y="83"/>
                    <a:pt x="6551" y="0"/>
                    <a:pt x="51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5" name="Google Shape;20395;p134"/>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6" name="Google Shape;20396;p134"/>
          <p:cNvGrpSpPr/>
          <p:nvPr/>
        </p:nvGrpSpPr>
        <p:grpSpPr>
          <a:xfrm>
            <a:off x="7488021" y="3362475"/>
            <a:ext cx="372017" cy="365621"/>
            <a:chOff x="7488021" y="3362475"/>
            <a:chExt cx="372017" cy="365621"/>
          </a:xfrm>
        </p:grpSpPr>
        <p:sp>
          <p:nvSpPr>
            <p:cNvPr id="20397" name="Google Shape;20397;p134"/>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8" name="Google Shape;20398;p134"/>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9" name="Google Shape;20399;p134"/>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0" name="Google Shape;20400;p134"/>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1" name="Google Shape;20401;p134"/>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2" name="Google Shape;20402;p134"/>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3" name="Google Shape;20403;p134"/>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4" name="Google Shape;20404;p134"/>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5" name="Google Shape;20405;p134"/>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6" name="Google Shape;20406;p134"/>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07" name="Google Shape;20407;p134"/>
          <p:cNvGrpSpPr/>
          <p:nvPr/>
        </p:nvGrpSpPr>
        <p:grpSpPr>
          <a:xfrm>
            <a:off x="5113781" y="3367036"/>
            <a:ext cx="362553" cy="356498"/>
            <a:chOff x="5113781" y="3367036"/>
            <a:chExt cx="362553" cy="356498"/>
          </a:xfrm>
        </p:grpSpPr>
        <p:sp>
          <p:nvSpPr>
            <p:cNvPr id="20408" name="Google Shape;20408;p134"/>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9" name="Google Shape;20409;p134"/>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410" name="Google Shape;20410;p134"/>
          <p:cNvSpPr/>
          <p:nvPr/>
        </p:nvSpPr>
        <p:spPr>
          <a:xfrm>
            <a:off x="5172817"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11" name="Google Shape;20411;p134"/>
          <p:cNvGrpSpPr/>
          <p:nvPr/>
        </p:nvGrpSpPr>
        <p:grpSpPr>
          <a:xfrm>
            <a:off x="7968621" y="3365489"/>
            <a:ext cx="375818" cy="357651"/>
            <a:chOff x="7968621" y="3365489"/>
            <a:chExt cx="375818" cy="357651"/>
          </a:xfrm>
        </p:grpSpPr>
        <p:sp>
          <p:nvSpPr>
            <p:cNvPr id="20412" name="Google Shape;20412;p134"/>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3" name="Google Shape;20413;p134"/>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4" name="Google Shape;20414;p134"/>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5" name="Google Shape;20415;p134"/>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6" name="Google Shape;20416;p134"/>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7" name="Google Shape;20417;p134"/>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8" name="Google Shape;20418;p134"/>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9" name="Google Shape;20419;p134"/>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0" name="Google Shape;20420;p134"/>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1" name="Google Shape;20421;p134"/>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2" name="Google Shape;20422;p134"/>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3" name="Google Shape;20423;p134"/>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20427"/>
        <p:cNvGrpSpPr/>
        <p:nvPr/>
      </p:nvGrpSpPr>
      <p:grpSpPr>
        <a:xfrm>
          <a:off x="0" y="0"/>
          <a:ext cx="0" cy="0"/>
          <a:chOff x="0" y="0"/>
          <a:chExt cx="0" cy="0"/>
        </a:xfrm>
      </p:grpSpPr>
      <p:sp>
        <p:nvSpPr>
          <p:cNvPr id="20428" name="Google Shape;20428;p135"/>
          <p:cNvSpPr/>
          <p:nvPr/>
        </p:nvSpPr>
        <p:spPr>
          <a:xfrm>
            <a:off x="6796005" y="3658439"/>
            <a:ext cx="343251" cy="386661"/>
          </a:xfrm>
          <a:custGeom>
            <a:avLst/>
            <a:gdLst/>
            <a:ahLst/>
            <a:cxnLst/>
            <a:rect l="l" t="t" r="r" b="b"/>
            <a:pathLst>
              <a:path w="19539" h="22010" extrusionOk="0">
                <a:moveTo>
                  <a:pt x="9761" y="1"/>
                </a:moveTo>
                <a:cubicBezTo>
                  <a:pt x="9461" y="1"/>
                  <a:pt x="9164" y="80"/>
                  <a:pt x="8902" y="240"/>
                </a:cubicBezTo>
                <a:lnTo>
                  <a:pt x="867" y="4874"/>
                </a:lnTo>
                <a:cubicBezTo>
                  <a:pt x="342" y="5171"/>
                  <a:pt x="0" y="5741"/>
                  <a:pt x="0" y="6380"/>
                </a:cubicBezTo>
                <a:lnTo>
                  <a:pt x="0" y="15647"/>
                </a:lnTo>
                <a:cubicBezTo>
                  <a:pt x="0" y="16264"/>
                  <a:pt x="342" y="16834"/>
                  <a:pt x="867" y="17154"/>
                </a:cubicBezTo>
                <a:lnTo>
                  <a:pt x="8902" y="21787"/>
                </a:lnTo>
                <a:cubicBezTo>
                  <a:pt x="9164" y="21936"/>
                  <a:pt x="9461" y="22010"/>
                  <a:pt x="9761" y="22010"/>
                </a:cubicBezTo>
                <a:cubicBezTo>
                  <a:pt x="10060" y="22010"/>
                  <a:pt x="10363" y="21936"/>
                  <a:pt x="10637" y="21787"/>
                </a:cubicBezTo>
                <a:lnTo>
                  <a:pt x="18671" y="17154"/>
                </a:lnTo>
                <a:cubicBezTo>
                  <a:pt x="19196" y="16834"/>
                  <a:pt x="19539" y="16264"/>
                  <a:pt x="19539" y="15647"/>
                </a:cubicBezTo>
                <a:lnTo>
                  <a:pt x="19539" y="6380"/>
                </a:lnTo>
                <a:cubicBezTo>
                  <a:pt x="19539" y="5741"/>
                  <a:pt x="19196" y="5171"/>
                  <a:pt x="18671" y="4874"/>
                </a:cubicBezTo>
                <a:lnTo>
                  <a:pt x="10637" y="240"/>
                </a:lnTo>
                <a:cubicBezTo>
                  <a:pt x="10363" y="80"/>
                  <a:pt x="10060" y="1"/>
                  <a:pt x="9761"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29" name="Google Shape;20429;p135"/>
          <p:cNvGrpSpPr/>
          <p:nvPr/>
        </p:nvGrpSpPr>
        <p:grpSpPr>
          <a:xfrm>
            <a:off x="6869704" y="3731340"/>
            <a:ext cx="201221" cy="201192"/>
            <a:chOff x="583100" y="3982600"/>
            <a:chExt cx="296175" cy="296175"/>
          </a:xfrm>
        </p:grpSpPr>
        <p:sp>
          <p:nvSpPr>
            <p:cNvPr id="20430" name="Google Shape;20430;p135"/>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1" name="Google Shape;20431;p135"/>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2" name="Google Shape;20432;p135"/>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3" name="Google Shape;20433;p135"/>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4" name="Google Shape;20434;p135"/>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5" name="Google Shape;20435;p135"/>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6" name="Google Shape;20436;p135"/>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437" name="Google Shape;20437;p135"/>
          <p:cNvSpPr/>
          <p:nvPr/>
        </p:nvSpPr>
        <p:spPr>
          <a:xfrm>
            <a:off x="5244198" y="3658334"/>
            <a:ext cx="342847" cy="386678"/>
          </a:xfrm>
          <a:custGeom>
            <a:avLst/>
            <a:gdLst/>
            <a:ahLst/>
            <a:cxnLst/>
            <a:rect l="l" t="t" r="r" b="b"/>
            <a:pathLst>
              <a:path w="19516" h="22011" extrusionOk="0">
                <a:moveTo>
                  <a:pt x="9758" y="1"/>
                </a:moveTo>
                <a:cubicBezTo>
                  <a:pt x="9456" y="1"/>
                  <a:pt x="9153" y="75"/>
                  <a:pt x="8879" y="223"/>
                </a:cubicBezTo>
                <a:lnTo>
                  <a:pt x="868" y="4857"/>
                </a:lnTo>
                <a:cubicBezTo>
                  <a:pt x="320" y="5177"/>
                  <a:pt x="0" y="5747"/>
                  <a:pt x="0" y="6363"/>
                </a:cubicBezTo>
                <a:lnTo>
                  <a:pt x="0" y="15630"/>
                </a:lnTo>
                <a:cubicBezTo>
                  <a:pt x="0" y="16247"/>
                  <a:pt x="320" y="16817"/>
                  <a:pt x="868" y="17137"/>
                </a:cubicBezTo>
                <a:lnTo>
                  <a:pt x="8879" y="21770"/>
                </a:lnTo>
                <a:cubicBezTo>
                  <a:pt x="9153" y="21930"/>
                  <a:pt x="9456" y="22010"/>
                  <a:pt x="9758" y="22010"/>
                </a:cubicBezTo>
                <a:cubicBezTo>
                  <a:pt x="10060" y="22010"/>
                  <a:pt x="10363" y="21930"/>
                  <a:pt x="10637" y="21770"/>
                </a:cubicBezTo>
                <a:lnTo>
                  <a:pt x="18648" y="17137"/>
                </a:lnTo>
                <a:cubicBezTo>
                  <a:pt x="19196" y="16817"/>
                  <a:pt x="19516" y="16247"/>
                  <a:pt x="19516" y="15630"/>
                </a:cubicBezTo>
                <a:lnTo>
                  <a:pt x="19516" y="6363"/>
                </a:lnTo>
                <a:cubicBezTo>
                  <a:pt x="19516" y="5747"/>
                  <a:pt x="19196" y="5177"/>
                  <a:pt x="18648" y="4857"/>
                </a:cubicBezTo>
                <a:lnTo>
                  <a:pt x="10637" y="223"/>
                </a:lnTo>
                <a:cubicBezTo>
                  <a:pt x="10363" y="75"/>
                  <a:pt x="10060" y="1"/>
                  <a:pt x="9758"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8" name="Google Shape;20438;p135"/>
          <p:cNvSpPr/>
          <p:nvPr/>
        </p:nvSpPr>
        <p:spPr>
          <a:xfrm>
            <a:off x="6007260" y="1662350"/>
            <a:ext cx="342865" cy="386555"/>
          </a:xfrm>
          <a:custGeom>
            <a:avLst/>
            <a:gdLst/>
            <a:ahLst/>
            <a:cxnLst/>
            <a:rect l="l" t="t" r="r" b="b"/>
            <a:pathLst>
              <a:path w="19517" h="22004" extrusionOk="0">
                <a:moveTo>
                  <a:pt x="9759" y="0"/>
                </a:moveTo>
                <a:cubicBezTo>
                  <a:pt x="9456" y="0"/>
                  <a:pt x="9154" y="80"/>
                  <a:pt x="8880" y="240"/>
                </a:cubicBezTo>
                <a:lnTo>
                  <a:pt x="868" y="4851"/>
                </a:lnTo>
                <a:cubicBezTo>
                  <a:pt x="320" y="5170"/>
                  <a:pt x="1" y="5741"/>
                  <a:pt x="1" y="6380"/>
                </a:cubicBezTo>
                <a:lnTo>
                  <a:pt x="1" y="15624"/>
                </a:lnTo>
                <a:cubicBezTo>
                  <a:pt x="1" y="16263"/>
                  <a:pt x="320" y="16834"/>
                  <a:pt x="868" y="17131"/>
                </a:cubicBezTo>
                <a:lnTo>
                  <a:pt x="8880" y="21764"/>
                </a:lnTo>
                <a:cubicBezTo>
                  <a:pt x="9154" y="21924"/>
                  <a:pt x="9456" y="22004"/>
                  <a:pt x="9759" y="22004"/>
                </a:cubicBezTo>
                <a:cubicBezTo>
                  <a:pt x="10061" y="22004"/>
                  <a:pt x="10363" y="21924"/>
                  <a:pt x="10637" y="21764"/>
                </a:cubicBezTo>
                <a:lnTo>
                  <a:pt x="18649" y="17131"/>
                </a:lnTo>
                <a:cubicBezTo>
                  <a:pt x="19197" y="16834"/>
                  <a:pt x="19516" y="16263"/>
                  <a:pt x="19516" y="15624"/>
                </a:cubicBezTo>
                <a:lnTo>
                  <a:pt x="19516" y="6380"/>
                </a:lnTo>
                <a:cubicBezTo>
                  <a:pt x="19516" y="5741"/>
                  <a:pt x="19197" y="5170"/>
                  <a:pt x="18649" y="4851"/>
                </a:cubicBezTo>
                <a:lnTo>
                  <a:pt x="10637" y="240"/>
                </a:lnTo>
                <a:cubicBezTo>
                  <a:pt x="10363" y="80"/>
                  <a:pt x="10061" y="0"/>
                  <a:pt x="9759"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39" name="Google Shape;20439;p135"/>
          <p:cNvGrpSpPr/>
          <p:nvPr/>
        </p:nvGrpSpPr>
        <p:grpSpPr>
          <a:xfrm>
            <a:off x="6078082" y="1755032"/>
            <a:ext cx="201221" cy="201192"/>
            <a:chOff x="3497300" y="3227275"/>
            <a:chExt cx="296175" cy="296175"/>
          </a:xfrm>
        </p:grpSpPr>
        <p:sp>
          <p:nvSpPr>
            <p:cNvPr id="20440" name="Google Shape;20440;p135"/>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1" name="Google Shape;20441;p135"/>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2" name="Google Shape;20442;p135"/>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3" name="Google Shape;20443;p135"/>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4" name="Google Shape;20444;p135"/>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5" name="Google Shape;20445;p135"/>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6" name="Google Shape;20446;p135"/>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7" name="Google Shape;20447;p135"/>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448" name="Google Shape;20448;p135"/>
          <p:cNvSpPr/>
          <p:nvPr/>
        </p:nvSpPr>
        <p:spPr>
          <a:xfrm>
            <a:off x="7585137" y="1662350"/>
            <a:ext cx="342847" cy="386555"/>
          </a:xfrm>
          <a:custGeom>
            <a:avLst/>
            <a:gdLst/>
            <a:ahLst/>
            <a:cxnLst/>
            <a:rect l="l" t="t" r="r" b="b"/>
            <a:pathLst>
              <a:path w="19516" h="22004" extrusionOk="0">
                <a:moveTo>
                  <a:pt x="9758" y="0"/>
                </a:moveTo>
                <a:cubicBezTo>
                  <a:pt x="9456" y="0"/>
                  <a:pt x="9153" y="80"/>
                  <a:pt x="8879" y="240"/>
                </a:cubicBezTo>
                <a:lnTo>
                  <a:pt x="868" y="4851"/>
                </a:lnTo>
                <a:cubicBezTo>
                  <a:pt x="320" y="5170"/>
                  <a:pt x="0" y="5741"/>
                  <a:pt x="0" y="6380"/>
                </a:cubicBezTo>
                <a:lnTo>
                  <a:pt x="0" y="15624"/>
                </a:lnTo>
                <a:cubicBezTo>
                  <a:pt x="0" y="16263"/>
                  <a:pt x="320" y="16834"/>
                  <a:pt x="868" y="17131"/>
                </a:cubicBezTo>
                <a:lnTo>
                  <a:pt x="8879" y="21764"/>
                </a:lnTo>
                <a:cubicBezTo>
                  <a:pt x="9153" y="21924"/>
                  <a:pt x="9456" y="22004"/>
                  <a:pt x="9758" y="22004"/>
                </a:cubicBezTo>
                <a:cubicBezTo>
                  <a:pt x="10061" y="22004"/>
                  <a:pt x="10363" y="21924"/>
                  <a:pt x="10637" y="21764"/>
                </a:cubicBezTo>
                <a:lnTo>
                  <a:pt x="18649" y="17131"/>
                </a:lnTo>
                <a:cubicBezTo>
                  <a:pt x="19196" y="16834"/>
                  <a:pt x="19516" y="16263"/>
                  <a:pt x="19516" y="15624"/>
                </a:cubicBezTo>
                <a:lnTo>
                  <a:pt x="19516" y="6380"/>
                </a:lnTo>
                <a:cubicBezTo>
                  <a:pt x="19516" y="5741"/>
                  <a:pt x="19196" y="5170"/>
                  <a:pt x="18649" y="4851"/>
                </a:cubicBezTo>
                <a:lnTo>
                  <a:pt x="10637" y="240"/>
                </a:lnTo>
                <a:cubicBezTo>
                  <a:pt x="10363" y="80"/>
                  <a:pt x="10061" y="0"/>
                  <a:pt x="9758"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49" name="Google Shape;20449;p135"/>
          <p:cNvGrpSpPr/>
          <p:nvPr/>
        </p:nvGrpSpPr>
        <p:grpSpPr>
          <a:xfrm>
            <a:off x="7655950" y="1754675"/>
            <a:ext cx="201221" cy="201905"/>
            <a:chOff x="4991425" y="3234750"/>
            <a:chExt cx="296175" cy="297225"/>
          </a:xfrm>
        </p:grpSpPr>
        <p:sp>
          <p:nvSpPr>
            <p:cNvPr id="20450" name="Google Shape;20450;p135"/>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1" name="Google Shape;20451;p135"/>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2" name="Google Shape;20452;p135"/>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3" name="Google Shape;20453;p135"/>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4" name="Google Shape;20454;p135"/>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5" name="Google Shape;20455;p135"/>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456" name="Google Shape;20456;p135"/>
          <p:cNvSpPr/>
          <p:nvPr/>
        </p:nvSpPr>
        <p:spPr>
          <a:xfrm>
            <a:off x="1998713" y="3559838"/>
            <a:ext cx="724194" cy="588011"/>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7" name="Google Shape;20457;p135"/>
          <p:cNvSpPr/>
          <p:nvPr/>
        </p:nvSpPr>
        <p:spPr>
          <a:xfrm>
            <a:off x="2949013" y="3559838"/>
            <a:ext cx="724598" cy="588011"/>
          </a:xfrm>
          <a:custGeom>
            <a:avLst/>
            <a:gdLst/>
            <a:ahLst/>
            <a:cxnLst/>
            <a:rect l="l" t="t" r="r" b="b"/>
            <a:pathLst>
              <a:path w="46568" h="37796"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8" name="Google Shape;20458;p135"/>
          <p:cNvSpPr/>
          <p:nvPr/>
        </p:nvSpPr>
        <p:spPr>
          <a:xfrm>
            <a:off x="1048453" y="3559838"/>
            <a:ext cx="724194" cy="588011"/>
          </a:xfrm>
          <a:custGeom>
            <a:avLst/>
            <a:gdLst/>
            <a:ahLst/>
            <a:cxnLst/>
            <a:rect l="l" t="t" r="r" b="b"/>
            <a:pathLst>
              <a:path w="46542" h="37796"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59" name="Google Shape;20459;p135"/>
          <p:cNvGrpSpPr/>
          <p:nvPr/>
        </p:nvGrpSpPr>
        <p:grpSpPr>
          <a:xfrm>
            <a:off x="3214959" y="3616099"/>
            <a:ext cx="197356" cy="197404"/>
            <a:chOff x="4456875" y="1435075"/>
            <a:chExt cx="481825" cy="481825"/>
          </a:xfrm>
        </p:grpSpPr>
        <p:sp>
          <p:nvSpPr>
            <p:cNvPr id="20460" name="Google Shape;20460;p135"/>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1" name="Google Shape;20461;p135"/>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2" name="Google Shape;20462;p135"/>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3" name="Google Shape;20463;p135"/>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4" name="Google Shape;20464;p135"/>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5" name="Google Shape;20465;p135"/>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6" name="Google Shape;20466;p135"/>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7" name="Google Shape;20467;p135"/>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8" name="Google Shape;20468;p135"/>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69" name="Google Shape;20469;p135"/>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0" name="Google Shape;20470;p135"/>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1" name="Google Shape;20471;p135"/>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2" name="Google Shape;20472;p135"/>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3" name="Google Shape;20473;p135"/>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4" name="Google Shape;20474;p135"/>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5" name="Google Shape;20475;p135"/>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6" name="Google Shape;20476;p135"/>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7" name="Google Shape;20477;p135"/>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78" name="Google Shape;20478;p135"/>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20479" name="Google Shape;20479;p135"/>
          <p:cNvGrpSpPr/>
          <p:nvPr/>
        </p:nvGrpSpPr>
        <p:grpSpPr>
          <a:xfrm>
            <a:off x="1310190" y="3616094"/>
            <a:ext cx="199291" cy="197414"/>
            <a:chOff x="5049725" y="1435050"/>
            <a:chExt cx="486550" cy="481850"/>
          </a:xfrm>
        </p:grpSpPr>
        <p:sp>
          <p:nvSpPr>
            <p:cNvPr id="20480" name="Google Shape;20480;p135"/>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81" name="Google Shape;20481;p135"/>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82" name="Google Shape;20482;p135"/>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83" name="Google Shape;20483;p135"/>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20484" name="Google Shape;20484;p135"/>
          <p:cNvGrpSpPr/>
          <p:nvPr/>
        </p:nvGrpSpPr>
        <p:grpSpPr>
          <a:xfrm>
            <a:off x="2263986" y="3617981"/>
            <a:ext cx="193649" cy="193696"/>
            <a:chOff x="6239925" y="2032450"/>
            <a:chExt cx="472775" cy="472775"/>
          </a:xfrm>
        </p:grpSpPr>
        <p:sp>
          <p:nvSpPr>
            <p:cNvPr id="20485" name="Google Shape;20485;p135"/>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86" name="Google Shape;20486;p135"/>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20487" name="Google Shape;20487;p135"/>
          <p:cNvSpPr/>
          <p:nvPr/>
        </p:nvSpPr>
        <p:spPr>
          <a:xfrm>
            <a:off x="1048453" y="1559475"/>
            <a:ext cx="724194" cy="587996"/>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58" y="37795"/>
                  <a:pt x="46542" y="34412"/>
                  <a:pt x="46542" y="30226"/>
                </a:cubicBezTo>
                <a:lnTo>
                  <a:pt x="46542" y="7569"/>
                </a:lnTo>
                <a:cubicBezTo>
                  <a:pt x="46542" y="3384"/>
                  <a:pt x="43158"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88" name="Google Shape;20488;p135"/>
          <p:cNvGrpSpPr/>
          <p:nvPr/>
        </p:nvGrpSpPr>
        <p:grpSpPr>
          <a:xfrm>
            <a:off x="1312952" y="1620834"/>
            <a:ext cx="197386" cy="197404"/>
            <a:chOff x="2685825" y="840375"/>
            <a:chExt cx="481900" cy="481825"/>
          </a:xfrm>
        </p:grpSpPr>
        <p:sp>
          <p:nvSpPr>
            <p:cNvPr id="20489" name="Google Shape;20489;p135"/>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90" name="Google Shape;20490;p135"/>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20491" name="Google Shape;20491;p135"/>
          <p:cNvSpPr/>
          <p:nvPr/>
        </p:nvSpPr>
        <p:spPr>
          <a:xfrm>
            <a:off x="1998713" y="1559475"/>
            <a:ext cx="724194" cy="587996"/>
          </a:xfrm>
          <a:custGeom>
            <a:avLst/>
            <a:gdLst/>
            <a:ahLst/>
            <a:cxnLst/>
            <a:rect l="l" t="t" r="r" b="b"/>
            <a:pathLst>
              <a:path w="46542" h="37795" extrusionOk="0">
                <a:moveTo>
                  <a:pt x="7544" y="0"/>
                </a:moveTo>
                <a:cubicBezTo>
                  <a:pt x="3384" y="0"/>
                  <a:pt x="0" y="3384"/>
                  <a:pt x="0" y="7569"/>
                </a:cubicBezTo>
                <a:lnTo>
                  <a:pt x="0" y="30226"/>
                </a:lnTo>
                <a:cubicBezTo>
                  <a:pt x="0" y="34412"/>
                  <a:pt x="3384" y="37795"/>
                  <a:pt x="7544" y="37795"/>
                </a:cubicBezTo>
                <a:lnTo>
                  <a:pt x="38998" y="37795"/>
                </a:lnTo>
                <a:cubicBezTo>
                  <a:pt x="43184" y="37795"/>
                  <a:pt x="46542" y="34412"/>
                  <a:pt x="46542" y="30226"/>
                </a:cubicBezTo>
                <a:lnTo>
                  <a:pt x="46542" y="7569"/>
                </a:lnTo>
                <a:cubicBezTo>
                  <a:pt x="46542" y="3384"/>
                  <a:pt x="43184"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92" name="Google Shape;20492;p135"/>
          <p:cNvGrpSpPr/>
          <p:nvPr/>
        </p:nvGrpSpPr>
        <p:grpSpPr>
          <a:xfrm>
            <a:off x="2258881" y="1620650"/>
            <a:ext cx="203858" cy="197772"/>
            <a:chOff x="3270675" y="841800"/>
            <a:chExt cx="497700" cy="482725"/>
          </a:xfrm>
        </p:grpSpPr>
        <p:sp>
          <p:nvSpPr>
            <p:cNvPr id="20493" name="Google Shape;20493;p135"/>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94" name="Google Shape;20494;p135"/>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95" name="Google Shape;20495;p135"/>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20496" name="Google Shape;20496;p135"/>
          <p:cNvSpPr/>
          <p:nvPr/>
        </p:nvSpPr>
        <p:spPr>
          <a:xfrm>
            <a:off x="2949013" y="1559475"/>
            <a:ext cx="724598" cy="587996"/>
          </a:xfrm>
          <a:custGeom>
            <a:avLst/>
            <a:gdLst/>
            <a:ahLst/>
            <a:cxnLst/>
            <a:rect l="l" t="t" r="r" b="b"/>
            <a:pathLst>
              <a:path w="46568" h="37795" extrusionOk="0">
                <a:moveTo>
                  <a:pt x="7544" y="0"/>
                </a:moveTo>
                <a:cubicBezTo>
                  <a:pt x="3384" y="0"/>
                  <a:pt x="0" y="3384"/>
                  <a:pt x="0" y="7569"/>
                </a:cubicBezTo>
                <a:lnTo>
                  <a:pt x="0" y="30226"/>
                </a:lnTo>
                <a:cubicBezTo>
                  <a:pt x="0" y="34412"/>
                  <a:pt x="3384" y="37795"/>
                  <a:pt x="7544" y="37795"/>
                </a:cubicBezTo>
                <a:lnTo>
                  <a:pt x="38998" y="37795"/>
                </a:lnTo>
                <a:cubicBezTo>
                  <a:pt x="43184" y="37795"/>
                  <a:pt x="46567" y="34412"/>
                  <a:pt x="46567" y="30226"/>
                </a:cubicBezTo>
                <a:lnTo>
                  <a:pt x="46567" y="7569"/>
                </a:lnTo>
                <a:cubicBezTo>
                  <a:pt x="46567" y="3384"/>
                  <a:pt x="43184" y="0"/>
                  <a:pt x="38998" y="0"/>
                </a:cubicBezTo>
                <a:close/>
              </a:path>
            </a:pathLst>
          </a:cu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497" name="Google Shape;20497;p135"/>
          <p:cNvGrpSpPr/>
          <p:nvPr/>
        </p:nvGrpSpPr>
        <p:grpSpPr>
          <a:xfrm>
            <a:off x="3214958" y="1620862"/>
            <a:ext cx="197356" cy="197404"/>
            <a:chOff x="3271200" y="1435075"/>
            <a:chExt cx="481825" cy="481825"/>
          </a:xfrm>
        </p:grpSpPr>
        <p:sp>
          <p:nvSpPr>
            <p:cNvPr id="20498" name="Google Shape;20498;p135"/>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20499" name="Google Shape;20499;p135"/>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20500" name="Google Shape;20500;p135"/>
          <p:cNvSpPr/>
          <p:nvPr/>
        </p:nvSpPr>
        <p:spPr>
          <a:xfrm>
            <a:off x="1504285" y="2586168"/>
            <a:ext cx="1713187" cy="534976"/>
          </a:xfrm>
          <a:custGeom>
            <a:avLst/>
            <a:gdLst/>
            <a:ahLst/>
            <a:cxnLst/>
            <a:rect l="l" t="t" r="r" b="b"/>
            <a:pathLst>
              <a:path w="110102" h="34387" extrusionOk="0">
                <a:moveTo>
                  <a:pt x="17194" y="1"/>
                </a:moveTo>
                <a:cubicBezTo>
                  <a:pt x="7695" y="1"/>
                  <a:pt x="1" y="7695"/>
                  <a:pt x="1" y="17194"/>
                </a:cubicBezTo>
                <a:cubicBezTo>
                  <a:pt x="1" y="26693"/>
                  <a:pt x="7695" y="34387"/>
                  <a:pt x="17194" y="34387"/>
                </a:cubicBezTo>
                <a:lnTo>
                  <a:pt x="92908" y="34387"/>
                </a:lnTo>
                <a:cubicBezTo>
                  <a:pt x="102407" y="34387"/>
                  <a:pt x="110102" y="26693"/>
                  <a:pt x="110102" y="17194"/>
                </a:cubicBezTo>
                <a:cubicBezTo>
                  <a:pt x="110102" y="7695"/>
                  <a:pt x="102407" y="1"/>
                  <a:pt x="92908" y="1"/>
                </a:cubicBezTo>
                <a:close/>
              </a:path>
            </a:pathLst>
          </a:cu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1" name="Google Shape;20501;p135"/>
          <p:cNvSpPr/>
          <p:nvPr/>
        </p:nvSpPr>
        <p:spPr>
          <a:xfrm>
            <a:off x="2653822" y="2482830"/>
            <a:ext cx="687939" cy="741642"/>
          </a:xfrm>
          <a:custGeom>
            <a:avLst/>
            <a:gdLst/>
            <a:ahLst/>
            <a:cxnLst/>
            <a:rect l="l" t="t" r="r" b="b"/>
            <a:pathLst>
              <a:path w="44212" h="47671" extrusionOk="0">
                <a:moveTo>
                  <a:pt x="1" y="1"/>
                </a:moveTo>
                <a:lnTo>
                  <a:pt x="1" y="1379"/>
                </a:lnTo>
                <a:lnTo>
                  <a:pt x="20352" y="1379"/>
                </a:lnTo>
                <a:cubicBezTo>
                  <a:pt x="32758" y="1379"/>
                  <a:pt x="42833" y="11455"/>
                  <a:pt x="42833" y="23836"/>
                </a:cubicBezTo>
                <a:cubicBezTo>
                  <a:pt x="42833" y="36217"/>
                  <a:pt x="32758" y="46292"/>
                  <a:pt x="20352" y="46292"/>
                </a:cubicBezTo>
                <a:lnTo>
                  <a:pt x="1" y="46292"/>
                </a:lnTo>
                <a:lnTo>
                  <a:pt x="1" y="47670"/>
                </a:lnTo>
                <a:lnTo>
                  <a:pt x="20352" y="47670"/>
                </a:lnTo>
                <a:cubicBezTo>
                  <a:pt x="33510" y="47670"/>
                  <a:pt x="44212" y="36969"/>
                  <a:pt x="44212" y="23836"/>
                </a:cubicBezTo>
                <a:cubicBezTo>
                  <a:pt x="44212" y="10678"/>
                  <a:pt x="33510" y="1"/>
                  <a:pt x="20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2" name="Google Shape;20502;p135"/>
          <p:cNvSpPr/>
          <p:nvPr/>
        </p:nvSpPr>
        <p:spPr>
          <a:xfrm>
            <a:off x="1380284" y="2482830"/>
            <a:ext cx="687550" cy="741642"/>
          </a:xfrm>
          <a:custGeom>
            <a:avLst/>
            <a:gdLst/>
            <a:ahLst/>
            <a:cxnLst/>
            <a:rect l="l" t="t" r="r" b="b"/>
            <a:pathLst>
              <a:path w="44187" h="47671" extrusionOk="0">
                <a:moveTo>
                  <a:pt x="23835" y="1"/>
                </a:moveTo>
                <a:cubicBezTo>
                  <a:pt x="10677" y="1"/>
                  <a:pt x="1" y="10678"/>
                  <a:pt x="1" y="23836"/>
                </a:cubicBezTo>
                <a:cubicBezTo>
                  <a:pt x="1" y="36969"/>
                  <a:pt x="10677" y="47670"/>
                  <a:pt x="23835" y="47670"/>
                </a:cubicBezTo>
                <a:lnTo>
                  <a:pt x="44186" y="47670"/>
                </a:lnTo>
                <a:lnTo>
                  <a:pt x="44186" y="46292"/>
                </a:lnTo>
                <a:lnTo>
                  <a:pt x="23835" y="46292"/>
                </a:lnTo>
                <a:cubicBezTo>
                  <a:pt x="11454" y="46292"/>
                  <a:pt x="1379" y="36217"/>
                  <a:pt x="1379" y="23836"/>
                </a:cubicBezTo>
                <a:cubicBezTo>
                  <a:pt x="1379" y="11455"/>
                  <a:pt x="11454" y="1379"/>
                  <a:pt x="23835" y="1379"/>
                </a:cubicBezTo>
                <a:lnTo>
                  <a:pt x="44186" y="1379"/>
                </a:lnTo>
                <a:lnTo>
                  <a:pt x="441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3" name="Google Shape;20503;p135"/>
          <p:cNvSpPr/>
          <p:nvPr/>
        </p:nvSpPr>
        <p:spPr>
          <a:xfrm>
            <a:off x="1180249" y="1851536"/>
            <a:ext cx="453169" cy="3905"/>
          </a:xfrm>
          <a:custGeom>
            <a:avLst/>
            <a:gdLst/>
            <a:ahLst/>
            <a:cxnLst/>
            <a:rect l="l" t="t" r="r" b="b"/>
            <a:pathLst>
              <a:path w="29124" h="251" extrusionOk="0">
                <a:moveTo>
                  <a:pt x="126" y="0"/>
                </a:moveTo>
                <a:cubicBezTo>
                  <a:pt x="51" y="0"/>
                  <a:pt x="1" y="50"/>
                  <a:pt x="1" y="126"/>
                </a:cubicBezTo>
                <a:cubicBezTo>
                  <a:pt x="1" y="176"/>
                  <a:pt x="51" y="251"/>
                  <a:pt x="126" y="251"/>
                </a:cubicBezTo>
                <a:lnTo>
                  <a:pt x="29023" y="251"/>
                </a:lnTo>
                <a:cubicBezTo>
                  <a:pt x="29073" y="251"/>
                  <a:pt x="29123" y="176"/>
                  <a:pt x="29123" y="126"/>
                </a:cubicBezTo>
                <a:cubicBezTo>
                  <a:pt x="29123" y="50"/>
                  <a:pt x="29073"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4" name="Google Shape;20504;p135"/>
          <p:cNvSpPr/>
          <p:nvPr/>
        </p:nvSpPr>
        <p:spPr>
          <a:xfrm>
            <a:off x="2134225" y="1851536"/>
            <a:ext cx="453169" cy="3905"/>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4" y="251"/>
                  <a:pt x="29124" y="176"/>
                  <a:pt x="29124" y="126"/>
                </a:cubicBezTo>
                <a:cubicBezTo>
                  <a:pt x="29124" y="50"/>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5" name="Google Shape;20505;p135"/>
          <p:cNvSpPr/>
          <p:nvPr/>
        </p:nvSpPr>
        <p:spPr>
          <a:xfrm>
            <a:off x="3087047" y="1851536"/>
            <a:ext cx="453169" cy="3905"/>
          </a:xfrm>
          <a:custGeom>
            <a:avLst/>
            <a:gdLst/>
            <a:ahLst/>
            <a:cxnLst/>
            <a:rect l="l" t="t" r="r" b="b"/>
            <a:pathLst>
              <a:path w="29124" h="251" extrusionOk="0">
                <a:moveTo>
                  <a:pt x="101" y="0"/>
                </a:moveTo>
                <a:cubicBezTo>
                  <a:pt x="51" y="0"/>
                  <a:pt x="1" y="50"/>
                  <a:pt x="1" y="126"/>
                </a:cubicBezTo>
                <a:cubicBezTo>
                  <a:pt x="1" y="176"/>
                  <a:pt x="51" y="251"/>
                  <a:pt x="101" y="251"/>
                </a:cubicBezTo>
                <a:lnTo>
                  <a:pt x="28998" y="251"/>
                </a:lnTo>
                <a:cubicBezTo>
                  <a:pt x="29073" y="251"/>
                  <a:pt x="29124" y="176"/>
                  <a:pt x="29124" y="126"/>
                </a:cubicBezTo>
                <a:cubicBezTo>
                  <a:pt x="29124" y="50"/>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6" name="Google Shape;20506;p135"/>
          <p:cNvSpPr/>
          <p:nvPr/>
        </p:nvSpPr>
        <p:spPr>
          <a:xfrm>
            <a:off x="3087047" y="3851898"/>
            <a:ext cx="453169" cy="3920"/>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3" y="251"/>
                  <a:pt x="29124" y="201"/>
                  <a:pt x="29124" y="126"/>
                </a:cubicBezTo>
                <a:cubicBezTo>
                  <a:pt x="29124" y="51"/>
                  <a:pt x="29073"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7" name="Google Shape;20507;p135"/>
          <p:cNvSpPr/>
          <p:nvPr/>
        </p:nvSpPr>
        <p:spPr>
          <a:xfrm>
            <a:off x="2134225" y="3851898"/>
            <a:ext cx="453169" cy="3920"/>
          </a:xfrm>
          <a:custGeom>
            <a:avLst/>
            <a:gdLst/>
            <a:ahLst/>
            <a:cxnLst/>
            <a:rect l="l" t="t" r="r" b="b"/>
            <a:pathLst>
              <a:path w="29124" h="252" extrusionOk="0">
                <a:moveTo>
                  <a:pt x="101" y="0"/>
                </a:moveTo>
                <a:cubicBezTo>
                  <a:pt x="51" y="0"/>
                  <a:pt x="1" y="51"/>
                  <a:pt x="1" y="126"/>
                </a:cubicBezTo>
                <a:cubicBezTo>
                  <a:pt x="1" y="201"/>
                  <a:pt x="51" y="251"/>
                  <a:pt x="101" y="251"/>
                </a:cubicBezTo>
                <a:lnTo>
                  <a:pt x="28998" y="251"/>
                </a:lnTo>
                <a:cubicBezTo>
                  <a:pt x="29074" y="251"/>
                  <a:pt x="29124" y="201"/>
                  <a:pt x="29124" y="126"/>
                </a:cubicBezTo>
                <a:cubicBezTo>
                  <a:pt x="29124" y="51"/>
                  <a:pt x="29074" y="0"/>
                  <a:pt x="2899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8" name="Google Shape;20508;p135"/>
          <p:cNvSpPr/>
          <p:nvPr/>
        </p:nvSpPr>
        <p:spPr>
          <a:xfrm>
            <a:off x="1181416" y="3851898"/>
            <a:ext cx="453169" cy="3920"/>
          </a:xfrm>
          <a:custGeom>
            <a:avLst/>
            <a:gdLst/>
            <a:ahLst/>
            <a:cxnLst/>
            <a:rect l="l" t="t" r="r" b="b"/>
            <a:pathLst>
              <a:path w="29124" h="252" extrusionOk="0">
                <a:moveTo>
                  <a:pt x="126" y="0"/>
                </a:moveTo>
                <a:cubicBezTo>
                  <a:pt x="51" y="0"/>
                  <a:pt x="1" y="51"/>
                  <a:pt x="1" y="126"/>
                </a:cubicBezTo>
                <a:cubicBezTo>
                  <a:pt x="1" y="201"/>
                  <a:pt x="51" y="251"/>
                  <a:pt x="126" y="251"/>
                </a:cubicBezTo>
                <a:lnTo>
                  <a:pt x="29023" y="251"/>
                </a:lnTo>
                <a:cubicBezTo>
                  <a:pt x="29074" y="251"/>
                  <a:pt x="29124" y="201"/>
                  <a:pt x="29124" y="126"/>
                </a:cubicBezTo>
                <a:cubicBezTo>
                  <a:pt x="29124" y="51"/>
                  <a:pt x="29074" y="0"/>
                  <a:pt x="290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9" name="Google Shape;20509;p135"/>
          <p:cNvSpPr txBox="1"/>
          <p:nvPr/>
        </p:nvSpPr>
        <p:spPr>
          <a:xfrm>
            <a:off x="1644313" y="2717237"/>
            <a:ext cx="1428600" cy="273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Add the title here</a:t>
            </a:r>
            <a:endParaRPr sz="1000">
              <a:solidFill>
                <a:srgbClr val="FFFFFF"/>
              </a:solidFill>
            </a:endParaRPr>
          </a:p>
        </p:txBody>
      </p:sp>
      <p:sp>
        <p:nvSpPr>
          <p:cNvPr id="20510" name="Google Shape;20510;p135"/>
          <p:cNvSpPr txBox="1"/>
          <p:nvPr/>
        </p:nvSpPr>
        <p:spPr>
          <a:xfrm>
            <a:off x="1048453" y="1910789"/>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1</a:t>
            </a:r>
            <a:endParaRPr sz="900">
              <a:solidFill>
                <a:srgbClr val="FFFFFF"/>
              </a:solidFill>
            </a:endParaRPr>
          </a:p>
        </p:txBody>
      </p:sp>
      <p:sp>
        <p:nvSpPr>
          <p:cNvPr id="20511" name="Google Shape;20511;p135"/>
          <p:cNvSpPr txBox="1"/>
          <p:nvPr/>
        </p:nvSpPr>
        <p:spPr>
          <a:xfrm>
            <a:off x="1998710" y="1909835"/>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2</a:t>
            </a:r>
            <a:endParaRPr sz="900">
              <a:solidFill>
                <a:srgbClr val="FFFFFF"/>
              </a:solidFill>
            </a:endParaRPr>
          </a:p>
        </p:txBody>
      </p:sp>
      <p:sp>
        <p:nvSpPr>
          <p:cNvPr id="20512" name="Google Shape;20512;p135"/>
          <p:cNvSpPr txBox="1"/>
          <p:nvPr/>
        </p:nvSpPr>
        <p:spPr>
          <a:xfrm>
            <a:off x="2949019" y="1909835"/>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3</a:t>
            </a:r>
            <a:endParaRPr sz="900">
              <a:solidFill>
                <a:srgbClr val="FFFFFF"/>
              </a:solidFill>
            </a:endParaRPr>
          </a:p>
        </p:txBody>
      </p:sp>
      <p:sp>
        <p:nvSpPr>
          <p:cNvPr id="20513" name="Google Shape;20513;p135"/>
          <p:cNvSpPr txBox="1"/>
          <p:nvPr/>
        </p:nvSpPr>
        <p:spPr>
          <a:xfrm>
            <a:off x="1048350" y="3923158"/>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4</a:t>
            </a:r>
            <a:endParaRPr sz="900">
              <a:solidFill>
                <a:srgbClr val="FFFFFF"/>
              </a:solidFill>
            </a:endParaRPr>
          </a:p>
        </p:txBody>
      </p:sp>
      <p:sp>
        <p:nvSpPr>
          <p:cNvPr id="20514" name="Google Shape;20514;p135"/>
          <p:cNvSpPr txBox="1"/>
          <p:nvPr/>
        </p:nvSpPr>
        <p:spPr>
          <a:xfrm>
            <a:off x="1998710" y="3923158"/>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5</a:t>
            </a:r>
            <a:endParaRPr sz="900">
              <a:solidFill>
                <a:srgbClr val="FFFFFF"/>
              </a:solidFill>
            </a:endParaRPr>
          </a:p>
        </p:txBody>
      </p:sp>
      <p:sp>
        <p:nvSpPr>
          <p:cNvPr id="20515" name="Google Shape;20515;p135"/>
          <p:cNvSpPr txBox="1"/>
          <p:nvPr/>
        </p:nvSpPr>
        <p:spPr>
          <a:xfrm>
            <a:off x="2949019" y="3923158"/>
            <a:ext cx="724200" cy="2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FFFFFF"/>
                </a:solidFill>
              </a:rPr>
              <a:t>Text 6</a:t>
            </a:r>
            <a:endParaRPr sz="900">
              <a:solidFill>
                <a:srgbClr val="FFFFFF"/>
              </a:solidFill>
            </a:endParaRPr>
          </a:p>
        </p:txBody>
      </p:sp>
      <p:sp>
        <p:nvSpPr>
          <p:cNvPr id="20516" name="Google Shape;20516;p135"/>
          <p:cNvSpPr/>
          <p:nvPr/>
        </p:nvSpPr>
        <p:spPr>
          <a:xfrm>
            <a:off x="1374787" y="2192426"/>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7" name="Google Shape;20517;p135"/>
          <p:cNvSpPr/>
          <p:nvPr/>
        </p:nvSpPr>
        <p:spPr>
          <a:xfrm>
            <a:off x="2326630" y="2192426"/>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8" name="Google Shape;20518;p135"/>
          <p:cNvSpPr/>
          <p:nvPr/>
        </p:nvSpPr>
        <p:spPr>
          <a:xfrm>
            <a:off x="3278485" y="2192426"/>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9" name="Google Shape;20519;p135"/>
          <p:cNvSpPr/>
          <p:nvPr/>
        </p:nvSpPr>
        <p:spPr>
          <a:xfrm>
            <a:off x="1374774" y="345453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0" name="Google Shape;20520;p135"/>
          <p:cNvSpPr/>
          <p:nvPr/>
        </p:nvSpPr>
        <p:spPr>
          <a:xfrm>
            <a:off x="2326617" y="345453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1" name="Google Shape;20521;p135"/>
          <p:cNvSpPr/>
          <p:nvPr/>
        </p:nvSpPr>
        <p:spPr>
          <a:xfrm>
            <a:off x="3278472" y="345453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2" name="Google Shape;20522;p135"/>
          <p:cNvSpPr/>
          <p:nvPr/>
        </p:nvSpPr>
        <p:spPr>
          <a:xfrm>
            <a:off x="2200729" y="245820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3" name="Google Shape;20523;p135"/>
          <p:cNvSpPr/>
          <p:nvPr/>
        </p:nvSpPr>
        <p:spPr>
          <a:xfrm>
            <a:off x="2328782" y="245820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4" name="Google Shape;20524;p135"/>
          <p:cNvSpPr/>
          <p:nvPr/>
        </p:nvSpPr>
        <p:spPr>
          <a:xfrm>
            <a:off x="2456836" y="2458205"/>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5" name="Google Shape;20525;p135"/>
          <p:cNvSpPr/>
          <p:nvPr/>
        </p:nvSpPr>
        <p:spPr>
          <a:xfrm>
            <a:off x="2200729" y="3186918"/>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6" name="Google Shape;20526;p135"/>
          <p:cNvSpPr/>
          <p:nvPr/>
        </p:nvSpPr>
        <p:spPr>
          <a:xfrm>
            <a:off x="2328782" y="3186918"/>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7" name="Google Shape;20527;p135"/>
          <p:cNvSpPr/>
          <p:nvPr/>
        </p:nvSpPr>
        <p:spPr>
          <a:xfrm>
            <a:off x="2456836" y="3186918"/>
            <a:ext cx="63900" cy="639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528" name="Google Shape;20528;p135"/>
          <p:cNvCxnSpPr>
            <a:stCxn id="20516" idx="4"/>
            <a:endCxn id="20522" idx="0"/>
          </p:cNvCxnSpPr>
          <p:nvPr/>
        </p:nvCxnSpPr>
        <p:spPr>
          <a:xfrm rot="-5400000" flipH="1">
            <a:off x="1718737" y="1944326"/>
            <a:ext cx="201900" cy="825900"/>
          </a:xfrm>
          <a:prstGeom prst="curvedConnector3">
            <a:avLst>
              <a:gd name="adj1" fmla="val 49995"/>
            </a:avLst>
          </a:prstGeom>
          <a:noFill/>
          <a:ln w="19050" cap="flat" cmpd="sng">
            <a:solidFill>
              <a:srgbClr val="5F7D95"/>
            </a:solidFill>
            <a:prstDash val="solid"/>
            <a:round/>
            <a:headEnd type="none" w="med" len="med"/>
            <a:tailEnd type="none" w="med" len="med"/>
          </a:ln>
        </p:spPr>
      </p:cxnSp>
      <p:cxnSp>
        <p:nvCxnSpPr>
          <p:cNvPr id="20529" name="Google Shape;20529;p135"/>
          <p:cNvCxnSpPr>
            <a:stCxn id="20518" idx="4"/>
            <a:endCxn id="20524" idx="0"/>
          </p:cNvCxnSpPr>
          <p:nvPr/>
        </p:nvCxnSpPr>
        <p:spPr>
          <a:xfrm rot="5400000">
            <a:off x="2798635" y="1946426"/>
            <a:ext cx="201900" cy="821700"/>
          </a:xfrm>
          <a:prstGeom prst="curvedConnector3">
            <a:avLst>
              <a:gd name="adj1" fmla="val 49995"/>
            </a:avLst>
          </a:prstGeom>
          <a:noFill/>
          <a:ln w="19050" cap="flat" cmpd="sng">
            <a:solidFill>
              <a:srgbClr val="5F7D95"/>
            </a:solidFill>
            <a:prstDash val="solid"/>
            <a:round/>
            <a:headEnd type="none" w="med" len="med"/>
            <a:tailEnd type="none" w="med" len="med"/>
          </a:ln>
        </p:spPr>
      </p:cxnSp>
      <p:cxnSp>
        <p:nvCxnSpPr>
          <p:cNvPr id="20530" name="Google Shape;20530;p135"/>
          <p:cNvCxnSpPr>
            <a:stCxn id="20517" idx="4"/>
            <a:endCxn id="20523" idx="0"/>
          </p:cNvCxnSpPr>
          <p:nvPr/>
        </p:nvCxnSpPr>
        <p:spPr>
          <a:xfrm rot="-5400000" flipH="1">
            <a:off x="2258680" y="2356226"/>
            <a:ext cx="201900" cy="2100"/>
          </a:xfrm>
          <a:prstGeom prst="curvedConnector3">
            <a:avLst>
              <a:gd name="adj1" fmla="val 49995"/>
            </a:avLst>
          </a:prstGeom>
          <a:noFill/>
          <a:ln w="19050" cap="flat" cmpd="sng">
            <a:solidFill>
              <a:srgbClr val="5F7D95"/>
            </a:solidFill>
            <a:prstDash val="solid"/>
            <a:round/>
            <a:headEnd type="none" w="med" len="med"/>
            <a:tailEnd type="none" w="med" len="med"/>
          </a:ln>
        </p:spPr>
      </p:cxnSp>
      <p:cxnSp>
        <p:nvCxnSpPr>
          <p:cNvPr id="20531" name="Google Shape;20531;p135"/>
          <p:cNvCxnSpPr>
            <a:stCxn id="20519" idx="0"/>
            <a:endCxn id="20525" idx="4"/>
          </p:cNvCxnSpPr>
          <p:nvPr/>
        </p:nvCxnSpPr>
        <p:spPr>
          <a:xfrm rot="-5400000">
            <a:off x="1717824" y="2939735"/>
            <a:ext cx="203700" cy="825900"/>
          </a:xfrm>
          <a:prstGeom prst="curvedConnector3">
            <a:avLst>
              <a:gd name="adj1" fmla="val 50004"/>
            </a:avLst>
          </a:prstGeom>
          <a:noFill/>
          <a:ln w="19050" cap="flat" cmpd="sng">
            <a:solidFill>
              <a:srgbClr val="5F7D95"/>
            </a:solidFill>
            <a:prstDash val="solid"/>
            <a:round/>
            <a:headEnd type="none" w="med" len="med"/>
            <a:tailEnd type="none" w="med" len="med"/>
          </a:ln>
        </p:spPr>
      </p:cxnSp>
      <p:cxnSp>
        <p:nvCxnSpPr>
          <p:cNvPr id="20532" name="Google Shape;20532;p135"/>
          <p:cNvCxnSpPr>
            <a:stCxn id="20521" idx="0"/>
            <a:endCxn id="20527" idx="4"/>
          </p:cNvCxnSpPr>
          <p:nvPr/>
        </p:nvCxnSpPr>
        <p:spPr>
          <a:xfrm rot="5400000" flipH="1">
            <a:off x="2797722" y="2941835"/>
            <a:ext cx="203700" cy="821700"/>
          </a:xfrm>
          <a:prstGeom prst="curvedConnector3">
            <a:avLst>
              <a:gd name="adj1" fmla="val 50004"/>
            </a:avLst>
          </a:prstGeom>
          <a:noFill/>
          <a:ln w="19050" cap="flat" cmpd="sng">
            <a:solidFill>
              <a:srgbClr val="5F7D95"/>
            </a:solidFill>
            <a:prstDash val="solid"/>
            <a:round/>
            <a:headEnd type="none" w="med" len="med"/>
            <a:tailEnd type="none" w="med" len="med"/>
          </a:ln>
        </p:spPr>
      </p:cxnSp>
      <p:cxnSp>
        <p:nvCxnSpPr>
          <p:cNvPr id="20533" name="Google Shape;20533;p135"/>
          <p:cNvCxnSpPr>
            <a:stCxn id="20520" idx="0"/>
            <a:endCxn id="20526" idx="4"/>
          </p:cNvCxnSpPr>
          <p:nvPr/>
        </p:nvCxnSpPr>
        <p:spPr>
          <a:xfrm rot="-5400000">
            <a:off x="2257767" y="3351635"/>
            <a:ext cx="203700" cy="2100"/>
          </a:xfrm>
          <a:prstGeom prst="curvedConnector3">
            <a:avLst>
              <a:gd name="adj1" fmla="val 50004"/>
            </a:avLst>
          </a:prstGeom>
          <a:noFill/>
          <a:ln w="19050" cap="flat" cmpd="sng">
            <a:solidFill>
              <a:srgbClr val="5F7D95"/>
            </a:solidFill>
            <a:prstDash val="solid"/>
            <a:round/>
            <a:headEnd type="none" w="med" len="med"/>
            <a:tailEnd type="none" w="med" len="med"/>
          </a:ln>
        </p:spPr>
      </p:cxnSp>
      <p:sp>
        <p:nvSpPr>
          <p:cNvPr id="20534" name="Google Shape;20534;p135"/>
          <p:cNvSpPr/>
          <p:nvPr/>
        </p:nvSpPr>
        <p:spPr>
          <a:xfrm>
            <a:off x="4239724" y="2708319"/>
            <a:ext cx="779136" cy="252234"/>
          </a:xfrm>
          <a:custGeom>
            <a:avLst/>
            <a:gdLst/>
            <a:ahLst/>
            <a:cxnLst/>
            <a:rect l="l" t="t" r="r" b="b"/>
            <a:pathLst>
              <a:path w="44351" h="14358" extrusionOk="0">
                <a:moveTo>
                  <a:pt x="1599" y="0"/>
                </a:moveTo>
                <a:cubicBezTo>
                  <a:pt x="708" y="0"/>
                  <a:pt x="1" y="708"/>
                  <a:pt x="1" y="1598"/>
                </a:cubicBezTo>
                <a:lnTo>
                  <a:pt x="1" y="5706"/>
                </a:lnTo>
                <a:lnTo>
                  <a:pt x="1484" y="7190"/>
                </a:lnTo>
                <a:lnTo>
                  <a:pt x="1" y="8674"/>
                </a:lnTo>
                <a:lnTo>
                  <a:pt x="1" y="12759"/>
                </a:lnTo>
                <a:cubicBezTo>
                  <a:pt x="1" y="13650"/>
                  <a:pt x="708" y="14357"/>
                  <a:pt x="1599" y="14357"/>
                </a:cubicBezTo>
                <a:lnTo>
                  <a:pt x="41269" y="14357"/>
                </a:lnTo>
                <a:cubicBezTo>
                  <a:pt x="42136" y="14357"/>
                  <a:pt x="42867" y="13650"/>
                  <a:pt x="42867" y="12759"/>
                </a:cubicBezTo>
                <a:lnTo>
                  <a:pt x="42867" y="8674"/>
                </a:lnTo>
                <a:lnTo>
                  <a:pt x="44350" y="7190"/>
                </a:lnTo>
                <a:lnTo>
                  <a:pt x="42867" y="5706"/>
                </a:lnTo>
                <a:lnTo>
                  <a:pt x="42867" y="1598"/>
                </a:lnTo>
                <a:cubicBezTo>
                  <a:pt x="42867" y="708"/>
                  <a:pt x="42136" y="0"/>
                  <a:pt x="4126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5" name="Google Shape;20535;p135"/>
          <p:cNvSpPr/>
          <p:nvPr/>
        </p:nvSpPr>
        <p:spPr>
          <a:xfrm>
            <a:off x="5018842" y="2708319"/>
            <a:ext cx="779119" cy="252234"/>
          </a:xfrm>
          <a:custGeom>
            <a:avLst/>
            <a:gdLst/>
            <a:ahLst/>
            <a:cxnLst/>
            <a:rect l="l" t="t" r="r" b="b"/>
            <a:pathLst>
              <a:path w="44350" h="14358" extrusionOk="0">
                <a:moveTo>
                  <a:pt x="42866" y="5706"/>
                </a:moveTo>
                <a:lnTo>
                  <a:pt x="42866" y="1598"/>
                </a:lnTo>
                <a:cubicBezTo>
                  <a:pt x="42866" y="708"/>
                  <a:pt x="42136" y="0"/>
                  <a:pt x="41268" y="0"/>
                </a:cubicBezTo>
                <a:lnTo>
                  <a:pt x="1598" y="0"/>
                </a:lnTo>
                <a:cubicBezTo>
                  <a:pt x="708" y="0"/>
                  <a:pt x="0" y="708"/>
                  <a:pt x="0" y="1598"/>
                </a:cubicBezTo>
                <a:lnTo>
                  <a:pt x="0" y="5706"/>
                </a:lnTo>
                <a:lnTo>
                  <a:pt x="1484" y="7190"/>
                </a:lnTo>
                <a:lnTo>
                  <a:pt x="0" y="8674"/>
                </a:lnTo>
                <a:lnTo>
                  <a:pt x="0" y="12759"/>
                </a:lnTo>
                <a:cubicBezTo>
                  <a:pt x="0" y="13650"/>
                  <a:pt x="708" y="14357"/>
                  <a:pt x="1598" y="14357"/>
                </a:cubicBezTo>
                <a:lnTo>
                  <a:pt x="41268" y="14357"/>
                </a:lnTo>
                <a:cubicBezTo>
                  <a:pt x="42136" y="14357"/>
                  <a:pt x="42866" y="13650"/>
                  <a:pt x="42866" y="12759"/>
                </a:cubicBezTo>
                <a:lnTo>
                  <a:pt x="42866" y="8674"/>
                </a:lnTo>
                <a:lnTo>
                  <a:pt x="44350" y="7190"/>
                </a:lnTo>
                <a:lnTo>
                  <a:pt x="42866" y="5706"/>
                </a:ln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6" name="Google Shape;20536;p135"/>
          <p:cNvSpPr/>
          <p:nvPr/>
        </p:nvSpPr>
        <p:spPr>
          <a:xfrm>
            <a:off x="5797943" y="2708319"/>
            <a:ext cx="778732" cy="252234"/>
          </a:xfrm>
          <a:custGeom>
            <a:avLst/>
            <a:gdLst/>
            <a:ahLst/>
            <a:cxnLst/>
            <a:rect l="l" t="t" r="r" b="b"/>
            <a:pathLst>
              <a:path w="44328" h="14358" extrusionOk="0">
                <a:moveTo>
                  <a:pt x="42844" y="5706"/>
                </a:moveTo>
                <a:lnTo>
                  <a:pt x="42844" y="1598"/>
                </a:lnTo>
                <a:cubicBezTo>
                  <a:pt x="42844" y="708"/>
                  <a:pt x="42136" y="0"/>
                  <a:pt x="41246" y="0"/>
                </a:cubicBezTo>
                <a:lnTo>
                  <a:pt x="1599" y="0"/>
                </a:lnTo>
                <a:cubicBezTo>
                  <a:pt x="708" y="0"/>
                  <a:pt x="1" y="708"/>
                  <a:pt x="1" y="1598"/>
                </a:cubicBezTo>
                <a:lnTo>
                  <a:pt x="1" y="5706"/>
                </a:lnTo>
                <a:lnTo>
                  <a:pt x="1485" y="7190"/>
                </a:lnTo>
                <a:lnTo>
                  <a:pt x="1" y="8674"/>
                </a:lnTo>
                <a:lnTo>
                  <a:pt x="1" y="12759"/>
                </a:lnTo>
                <a:cubicBezTo>
                  <a:pt x="1" y="13650"/>
                  <a:pt x="708" y="14357"/>
                  <a:pt x="1599" y="14357"/>
                </a:cubicBezTo>
                <a:lnTo>
                  <a:pt x="41246" y="14357"/>
                </a:lnTo>
                <a:cubicBezTo>
                  <a:pt x="42136" y="14357"/>
                  <a:pt x="42844" y="13650"/>
                  <a:pt x="42844" y="12759"/>
                </a:cubicBezTo>
                <a:lnTo>
                  <a:pt x="42844" y="8674"/>
                </a:lnTo>
                <a:lnTo>
                  <a:pt x="44328" y="7190"/>
                </a:lnTo>
                <a:lnTo>
                  <a:pt x="42844" y="5706"/>
                </a:lnTo>
                <a:close/>
              </a:path>
            </a:pathLst>
          </a:custGeom>
          <a:solidFill>
            <a:srgbClr val="A5B7C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20537" name="Google Shape;20537;p135"/>
          <p:cNvSpPr/>
          <p:nvPr/>
        </p:nvSpPr>
        <p:spPr>
          <a:xfrm>
            <a:off x="6576658" y="2708319"/>
            <a:ext cx="779136" cy="252234"/>
          </a:xfrm>
          <a:custGeom>
            <a:avLst/>
            <a:gdLst/>
            <a:ahLst/>
            <a:cxnLst/>
            <a:rect l="l" t="t" r="r" b="b"/>
            <a:pathLst>
              <a:path w="44351" h="14358" extrusionOk="0">
                <a:moveTo>
                  <a:pt x="42867" y="5706"/>
                </a:moveTo>
                <a:lnTo>
                  <a:pt x="42867" y="1598"/>
                </a:lnTo>
                <a:cubicBezTo>
                  <a:pt x="42867" y="708"/>
                  <a:pt x="42159" y="0"/>
                  <a:pt x="41269" y="0"/>
                </a:cubicBezTo>
                <a:lnTo>
                  <a:pt x="1598" y="0"/>
                </a:lnTo>
                <a:cubicBezTo>
                  <a:pt x="731" y="0"/>
                  <a:pt x="1" y="708"/>
                  <a:pt x="1" y="1598"/>
                </a:cubicBezTo>
                <a:lnTo>
                  <a:pt x="1" y="5706"/>
                </a:lnTo>
                <a:lnTo>
                  <a:pt x="1507" y="7190"/>
                </a:lnTo>
                <a:lnTo>
                  <a:pt x="1" y="8674"/>
                </a:lnTo>
                <a:lnTo>
                  <a:pt x="1" y="12759"/>
                </a:lnTo>
                <a:cubicBezTo>
                  <a:pt x="1" y="13650"/>
                  <a:pt x="731" y="14357"/>
                  <a:pt x="1598" y="14357"/>
                </a:cubicBezTo>
                <a:lnTo>
                  <a:pt x="41269" y="14357"/>
                </a:lnTo>
                <a:cubicBezTo>
                  <a:pt x="42159" y="14357"/>
                  <a:pt x="42867" y="13650"/>
                  <a:pt x="42867" y="12759"/>
                </a:cubicBezTo>
                <a:lnTo>
                  <a:pt x="42867" y="8674"/>
                </a:lnTo>
                <a:lnTo>
                  <a:pt x="44350" y="7190"/>
                </a:lnTo>
                <a:lnTo>
                  <a:pt x="42867" y="5706"/>
                </a:lnTo>
                <a:close/>
              </a:path>
            </a:pathLst>
          </a:custGeom>
          <a:solidFill>
            <a:srgbClr val="5F7D9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20538" name="Google Shape;20538;p135"/>
          <p:cNvSpPr/>
          <p:nvPr/>
        </p:nvSpPr>
        <p:spPr>
          <a:xfrm>
            <a:off x="7355776" y="2708319"/>
            <a:ext cx="779119" cy="252234"/>
          </a:xfrm>
          <a:custGeom>
            <a:avLst/>
            <a:gdLst/>
            <a:ahLst/>
            <a:cxnLst/>
            <a:rect l="l" t="t" r="r" b="b"/>
            <a:pathLst>
              <a:path w="44350" h="14358" extrusionOk="0">
                <a:moveTo>
                  <a:pt x="42866" y="5706"/>
                </a:moveTo>
                <a:lnTo>
                  <a:pt x="42866" y="1598"/>
                </a:lnTo>
                <a:cubicBezTo>
                  <a:pt x="42866" y="708"/>
                  <a:pt x="42159" y="0"/>
                  <a:pt x="41268" y="0"/>
                </a:cubicBezTo>
                <a:lnTo>
                  <a:pt x="1598" y="0"/>
                </a:lnTo>
                <a:cubicBezTo>
                  <a:pt x="731" y="0"/>
                  <a:pt x="0" y="708"/>
                  <a:pt x="0" y="1598"/>
                </a:cubicBezTo>
                <a:lnTo>
                  <a:pt x="0" y="5706"/>
                </a:lnTo>
                <a:lnTo>
                  <a:pt x="1484" y="7190"/>
                </a:lnTo>
                <a:lnTo>
                  <a:pt x="0" y="8674"/>
                </a:lnTo>
                <a:lnTo>
                  <a:pt x="0" y="12759"/>
                </a:lnTo>
                <a:cubicBezTo>
                  <a:pt x="0" y="13650"/>
                  <a:pt x="731" y="14357"/>
                  <a:pt x="1598" y="14357"/>
                </a:cubicBezTo>
                <a:lnTo>
                  <a:pt x="41268" y="14357"/>
                </a:lnTo>
                <a:cubicBezTo>
                  <a:pt x="42159" y="14357"/>
                  <a:pt x="42866" y="13650"/>
                  <a:pt x="42866" y="12759"/>
                </a:cubicBezTo>
                <a:lnTo>
                  <a:pt x="42866" y="8674"/>
                </a:lnTo>
                <a:lnTo>
                  <a:pt x="44350" y="7190"/>
                </a:lnTo>
                <a:lnTo>
                  <a:pt x="42866" y="5706"/>
                </a:lnTo>
                <a:close/>
              </a:path>
            </a:pathLst>
          </a:custGeom>
          <a:solidFill>
            <a:srgbClr val="A5B7C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endParaRPr/>
          </a:p>
        </p:txBody>
      </p:sp>
      <p:sp>
        <p:nvSpPr>
          <p:cNvPr id="20539" name="Google Shape;20539;p135"/>
          <p:cNvSpPr/>
          <p:nvPr/>
        </p:nvSpPr>
        <p:spPr>
          <a:xfrm>
            <a:off x="4429400" y="1662350"/>
            <a:ext cx="342847" cy="386555"/>
          </a:xfrm>
          <a:custGeom>
            <a:avLst/>
            <a:gdLst/>
            <a:ahLst/>
            <a:cxnLst/>
            <a:rect l="l" t="t" r="r" b="b"/>
            <a:pathLst>
              <a:path w="19516" h="22004" extrusionOk="0">
                <a:moveTo>
                  <a:pt x="9758" y="0"/>
                </a:moveTo>
                <a:cubicBezTo>
                  <a:pt x="9456" y="0"/>
                  <a:pt x="9153" y="80"/>
                  <a:pt x="8879" y="240"/>
                </a:cubicBezTo>
                <a:lnTo>
                  <a:pt x="867" y="4851"/>
                </a:lnTo>
                <a:cubicBezTo>
                  <a:pt x="320" y="5170"/>
                  <a:pt x="0" y="5741"/>
                  <a:pt x="0" y="6380"/>
                </a:cubicBezTo>
                <a:lnTo>
                  <a:pt x="0" y="15624"/>
                </a:lnTo>
                <a:cubicBezTo>
                  <a:pt x="0" y="16263"/>
                  <a:pt x="320" y="16834"/>
                  <a:pt x="867" y="17131"/>
                </a:cubicBezTo>
                <a:lnTo>
                  <a:pt x="8879" y="21764"/>
                </a:lnTo>
                <a:cubicBezTo>
                  <a:pt x="9153" y="21924"/>
                  <a:pt x="9456" y="22004"/>
                  <a:pt x="9758" y="22004"/>
                </a:cubicBezTo>
                <a:cubicBezTo>
                  <a:pt x="10060" y="22004"/>
                  <a:pt x="10363" y="21924"/>
                  <a:pt x="10637" y="21764"/>
                </a:cubicBezTo>
                <a:lnTo>
                  <a:pt x="18648" y="17131"/>
                </a:lnTo>
                <a:cubicBezTo>
                  <a:pt x="19196" y="16834"/>
                  <a:pt x="19516" y="16263"/>
                  <a:pt x="19516" y="15624"/>
                </a:cubicBezTo>
                <a:lnTo>
                  <a:pt x="19516" y="6380"/>
                </a:lnTo>
                <a:cubicBezTo>
                  <a:pt x="19516" y="5741"/>
                  <a:pt x="19196" y="5170"/>
                  <a:pt x="18648" y="4851"/>
                </a:cubicBezTo>
                <a:lnTo>
                  <a:pt x="10637" y="240"/>
                </a:lnTo>
                <a:cubicBezTo>
                  <a:pt x="10363" y="80"/>
                  <a:pt x="10060" y="0"/>
                  <a:pt x="9758"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0" name="Google Shape;20540;p135"/>
          <p:cNvSpPr/>
          <p:nvPr/>
        </p:nvSpPr>
        <p:spPr>
          <a:xfrm>
            <a:off x="4569763" y="2579382"/>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1" name="Google Shape;20541;p135"/>
          <p:cNvSpPr/>
          <p:nvPr/>
        </p:nvSpPr>
        <p:spPr>
          <a:xfrm>
            <a:off x="6147625" y="2579382"/>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2" name="Google Shape;20542;p135"/>
          <p:cNvSpPr/>
          <p:nvPr/>
        </p:nvSpPr>
        <p:spPr>
          <a:xfrm>
            <a:off x="7725475" y="2579382"/>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3" name="Google Shape;20543;p135"/>
          <p:cNvSpPr/>
          <p:nvPr/>
        </p:nvSpPr>
        <p:spPr>
          <a:xfrm>
            <a:off x="5384563" y="2999720"/>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4" name="Google Shape;20544;p135"/>
          <p:cNvSpPr/>
          <p:nvPr/>
        </p:nvSpPr>
        <p:spPr>
          <a:xfrm>
            <a:off x="6936563" y="2999770"/>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5" name="Google Shape;20545;p135"/>
          <p:cNvSpPr txBox="1"/>
          <p:nvPr/>
        </p:nvSpPr>
        <p:spPr>
          <a:xfrm>
            <a:off x="4331422" y="2719909"/>
            <a:ext cx="538800" cy="229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1">
                <a:solidFill>
                  <a:srgbClr val="FFFFFF"/>
                </a:solidFill>
              </a:rPr>
              <a:t>2016</a:t>
            </a:r>
            <a:endParaRPr sz="900" b="1">
              <a:solidFill>
                <a:srgbClr val="FFFFFF"/>
              </a:solidFill>
            </a:endParaRPr>
          </a:p>
        </p:txBody>
      </p:sp>
      <p:sp>
        <p:nvSpPr>
          <p:cNvPr id="20546" name="Google Shape;20546;p135"/>
          <p:cNvSpPr/>
          <p:nvPr/>
        </p:nvSpPr>
        <p:spPr>
          <a:xfrm>
            <a:off x="4569763" y="2075257"/>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7" name="Google Shape;20547;p135"/>
          <p:cNvSpPr/>
          <p:nvPr/>
        </p:nvSpPr>
        <p:spPr>
          <a:xfrm>
            <a:off x="6153050" y="2075257"/>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8" name="Google Shape;20548;p135"/>
          <p:cNvSpPr/>
          <p:nvPr/>
        </p:nvSpPr>
        <p:spPr>
          <a:xfrm>
            <a:off x="7725475" y="2075257"/>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9" name="Google Shape;20549;p135"/>
          <p:cNvSpPr/>
          <p:nvPr/>
        </p:nvSpPr>
        <p:spPr>
          <a:xfrm>
            <a:off x="5384166" y="3569597"/>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0" name="Google Shape;20550;p135"/>
          <p:cNvSpPr/>
          <p:nvPr/>
        </p:nvSpPr>
        <p:spPr>
          <a:xfrm>
            <a:off x="6936566" y="3569597"/>
            <a:ext cx="62100" cy="621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551" name="Google Shape;20551;p135"/>
          <p:cNvCxnSpPr>
            <a:stCxn id="20540" idx="0"/>
            <a:endCxn id="20546" idx="4"/>
          </p:cNvCxnSpPr>
          <p:nvPr/>
        </p:nvCxnSpPr>
        <p:spPr>
          <a:xfrm rot="10800000">
            <a:off x="4600813" y="2137482"/>
            <a:ext cx="0" cy="441900"/>
          </a:xfrm>
          <a:prstGeom prst="straightConnector1">
            <a:avLst/>
          </a:prstGeom>
          <a:noFill/>
          <a:ln w="9525" cap="flat" cmpd="sng">
            <a:solidFill>
              <a:srgbClr val="A5B7C6"/>
            </a:solidFill>
            <a:prstDash val="dash"/>
            <a:round/>
            <a:headEnd type="none" w="med" len="med"/>
            <a:tailEnd type="none" w="med" len="med"/>
          </a:ln>
        </p:spPr>
      </p:cxnSp>
      <p:cxnSp>
        <p:nvCxnSpPr>
          <p:cNvPr id="20552" name="Google Shape;20552;p135"/>
          <p:cNvCxnSpPr>
            <a:stCxn id="20541" idx="0"/>
            <a:endCxn id="20547" idx="4"/>
          </p:cNvCxnSpPr>
          <p:nvPr/>
        </p:nvCxnSpPr>
        <p:spPr>
          <a:xfrm rot="10800000" flipH="1">
            <a:off x="6178675" y="2137482"/>
            <a:ext cx="5400" cy="441900"/>
          </a:xfrm>
          <a:prstGeom prst="straightConnector1">
            <a:avLst/>
          </a:prstGeom>
          <a:noFill/>
          <a:ln w="9525" cap="flat" cmpd="sng">
            <a:solidFill>
              <a:srgbClr val="A5B7C6"/>
            </a:solidFill>
            <a:prstDash val="dash"/>
            <a:round/>
            <a:headEnd type="none" w="med" len="med"/>
            <a:tailEnd type="none" w="med" len="med"/>
          </a:ln>
        </p:spPr>
      </p:cxnSp>
      <p:cxnSp>
        <p:nvCxnSpPr>
          <p:cNvPr id="20553" name="Google Shape;20553;p135"/>
          <p:cNvCxnSpPr>
            <a:stCxn id="20542" idx="0"/>
            <a:endCxn id="20548" idx="4"/>
          </p:cNvCxnSpPr>
          <p:nvPr/>
        </p:nvCxnSpPr>
        <p:spPr>
          <a:xfrm rot="10800000">
            <a:off x="7756525" y="2137482"/>
            <a:ext cx="0" cy="441900"/>
          </a:xfrm>
          <a:prstGeom prst="straightConnector1">
            <a:avLst/>
          </a:prstGeom>
          <a:noFill/>
          <a:ln w="9525" cap="flat" cmpd="sng">
            <a:solidFill>
              <a:srgbClr val="A5B7C6"/>
            </a:solidFill>
            <a:prstDash val="dash"/>
            <a:round/>
            <a:headEnd type="none" w="med" len="med"/>
            <a:tailEnd type="none" w="med" len="med"/>
          </a:ln>
        </p:spPr>
      </p:cxnSp>
      <p:cxnSp>
        <p:nvCxnSpPr>
          <p:cNvPr id="20554" name="Google Shape;20554;p135"/>
          <p:cNvCxnSpPr>
            <a:stCxn id="20543" idx="4"/>
            <a:endCxn id="20549" idx="0"/>
          </p:cNvCxnSpPr>
          <p:nvPr/>
        </p:nvCxnSpPr>
        <p:spPr>
          <a:xfrm flipH="1">
            <a:off x="5415313" y="3061820"/>
            <a:ext cx="300" cy="507900"/>
          </a:xfrm>
          <a:prstGeom prst="straightConnector1">
            <a:avLst/>
          </a:prstGeom>
          <a:noFill/>
          <a:ln w="9525" cap="flat" cmpd="sng">
            <a:solidFill>
              <a:srgbClr val="A5B7C6"/>
            </a:solidFill>
            <a:prstDash val="dash"/>
            <a:round/>
            <a:headEnd type="none" w="med" len="med"/>
            <a:tailEnd type="none" w="med" len="med"/>
          </a:ln>
        </p:spPr>
      </p:cxnSp>
      <p:cxnSp>
        <p:nvCxnSpPr>
          <p:cNvPr id="20555" name="Google Shape;20555;p135"/>
          <p:cNvCxnSpPr>
            <a:stCxn id="20544" idx="4"/>
            <a:endCxn id="20550" idx="0"/>
          </p:cNvCxnSpPr>
          <p:nvPr/>
        </p:nvCxnSpPr>
        <p:spPr>
          <a:xfrm>
            <a:off x="6967613" y="3061870"/>
            <a:ext cx="0" cy="507600"/>
          </a:xfrm>
          <a:prstGeom prst="straightConnector1">
            <a:avLst/>
          </a:prstGeom>
          <a:noFill/>
          <a:ln w="9525" cap="flat" cmpd="sng">
            <a:solidFill>
              <a:srgbClr val="A5B7C6"/>
            </a:solidFill>
            <a:prstDash val="dash"/>
            <a:round/>
            <a:headEnd type="none" w="med" len="med"/>
            <a:tailEnd type="none" w="med" len="med"/>
          </a:ln>
        </p:spPr>
      </p:cxnSp>
      <p:sp>
        <p:nvSpPr>
          <p:cNvPr id="20556" name="Google Shape;20556;p135"/>
          <p:cNvSpPr txBox="1"/>
          <p:nvPr/>
        </p:nvSpPr>
        <p:spPr>
          <a:xfrm>
            <a:off x="5138997" y="2719909"/>
            <a:ext cx="538800" cy="229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1">
                <a:solidFill>
                  <a:srgbClr val="FFFFFF"/>
                </a:solidFill>
              </a:rPr>
              <a:t>2017</a:t>
            </a:r>
            <a:endParaRPr sz="900" b="1">
              <a:solidFill>
                <a:srgbClr val="FFFFFF"/>
              </a:solidFill>
            </a:endParaRPr>
          </a:p>
        </p:txBody>
      </p:sp>
      <p:sp>
        <p:nvSpPr>
          <p:cNvPr id="20557" name="Google Shape;20557;p135"/>
          <p:cNvSpPr txBox="1"/>
          <p:nvPr/>
        </p:nvSpPr>
        <p:spPr>
          <a:xfrm>
            <a:off x="5904672" y="2719909"/>
            <a:ext cx="538800" cy="229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1">
                <a:solidFill>
                  <a:srgbClr val="FFFFFF"/>
                </a:solidFill>
              </a:rPr>
              <a:t>2018</a:t>
            </a:r>
            <a:endParaRPr sz="900" b="1">
              <a:solidFill>
                <a:srgbClr val="FFFFFF"/>
              </a:solidFill>
            </a:endParaRPr>
          </a:p>
        </p:txBody>
      </p:sp>
      <p:sp>
        <p:nvSpPr>
          <p:cNvPr id="20558" name="Google Shape;20558;p135"/>
          <p:cNvSpPr txBox="1"/>
          <p:nvPr/>
        </p:nvSpPr>
        <p:spPr>
          <a:xfrm>
            <a:off x="6696822" y="2719909"/>
            <a:ext cx="538800" cy="229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1">
                <a:solidFill>
                  <a:srgbClr val="FFFFFF"/>
                </a:solidFill>
              </a:rPr>
              <a:t>2019</a:t>
            </a:r>
            <a:endParaRPr sz="900" b="1">
              <a:solidFill>
                <a:srgbClr val="FFFFFF"/>
              </a:solidFill>
            </a:endParaRPr>
          </a:p>
        </p:txBody>
      </p:sp>
      <p:sp>
        <p:nvSpPr>
          <p:cNvPr id="20559" name="Google Shape;20559;p135"/>
          <p:cNvSpPr txBox="1"/>
          <p:nvPr/>
        </p:nvSpPr>
        <p:spPr>
          <a:xfrm>
            <a:off x="7488972" y="2719909"/>
            <a:ext cx="538800" cy="229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900" b="1">
                <a:solidFill>
                  <a:srgbClr val="FFFFFF"/>
                </a:solidFill>
              </a:rPr>
              <a:t>2020</a:t>
            </a:r>
            <a:endParaRPr sz="900" b="1">
              <a:solidFill>
                <a:srgbClr val="FFFFFF"/>
              </a:solidFill>
            </a:endParaRPr>
          </a:p>
        </p:txBody>
      </p:sp>
      <p:grpSp>
        <p:nvGrpSpPr>
          <p:cNvPr id="20560" name="Google Shape;20560;p135"/>
          <p:cNvGrpSpPr/>
          <p:nvPr/>
        </p:nvGrpSpPr>
        <p:grpSpPr>
          <a:xfrm>
            <a:off x="5307356" y="3748469"/>
            <a:ext cx="206115" cy="206115"/>
            <a:chOff x="1049375" y="2680675"/>
            <a:chExt cx="297725" cy="297725"/>
          </a:xfrm>
        </p:grpSpPr>
        <p:sp>
          <p:nvSpPr>
            <p:cNvPr id="20561" name="Google Shape;20561;p135"/>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2" name="Google Shape;20562;p135"/>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563" name="Google Shape;20563;p135"/>
          <p:cNvSpPr txBox="1"/>
          <p:nvPr/>
        </p:nvSpPr>
        <p:spPr>
          <a:xfrm>
            <a:off x="6405263" y="2090309"/>
            <a:ext cx="1130100" cy="44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A5B7C6"/>
                </a:solidFill>
              </a:rPr>
              <a:t>“Despite being red, Mars is actually a very cold place”</a:t>
            </a:r>
            <a:endParaRPr sz="800">
              <a:solidFill>
                <a:srgbClr val="A5B7C6"/>
              </a:solidFill>
            </a:endParaRPr>
          </a:p>
        </p:txBody>
      </p:sp>
      <p:sp>
        <p:nvSpPr>
          <p:cNvPr id="20564" name="Google Shape;20564;p135"/>
          <p:cNvSpPr txBox="1"/>
          <p:nvPr/>
        </p:nvSpPr>
        <p:spPr>
          <a:xfrm>
            <a:off x="4827411" y="2090309"/>
            <a:ext cx="1130100" cy="44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A5B7C6"/>
                </a:solidFill>
              </a:rPr>
              <a:t>“Mercury is closest planet to the Sun and the smallest”</a:t>
            </a:r>
            <a:endParaRPr sz="800">
              <a:solidFill>
                <a:srgbClr val="A5B7C6"/>
              </a:solidFill>
            </a:endParaRPr>
          </a:p>
        </p:txBody>
      </p:sp>
      <p:sp>
        <p:nvSpPr>
          <p:cNvPr id="20565" name="Google Shape;20565;p135"/>
          <p:cNvSpPr txBox="1"/>
          <p:nvPr/>
        </p:nvSpPr>
        <p:spPr>
          <a:xfrm>
            <a:off x="5626377" y="3149746"/>
            <a:ext cx="1130100" cy="44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A5B7C6"/>
                </a:solidFill>
              </a:rPr>
              <a:t>“Neptune is the farthest-known planet from the Sun”</a:t>
            </a:r>
            <a:endParaRPr sz="800">
              <a:solidFill>
                <a:srgbClr val="A5B7C6"/>
              </a:solidFill>
            </a:endParaRPr>
          </a:p>
        </p:txBody>
      </p:sp>
      <p:sp>
        <p:nvSpPr>
          <p:cNvPr id="20566" name="Google Shape;20566;p135"/>
          <p:cNvSpPr txBox="1"/>
          <p:nvPr/>
        </p:nvSpPr>
        <p:spPr>
          <a:xfrm>
            <a:off x="7178777" y="3136671"/>
            <a:ext cx="1130100" cy="44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A5B7C6"/>
                </a:solidFill>
              </a:rPr>
              <a:t>“Saturn is a gas giant and has several rings”</a:t>
            </a:r>
            <a:endParaRPr sz="800">
              <a:solidFill>
                <a:srgbClr val="A5B7C6"/>
              </a:solidFill>
            </a:endParaRPr>
          </a:p>
        </p:txBody>
      </p:sp>
      <p:sp>
        <p:nvSpPr>
          <p:cNvPr id="20567" name="Google Shape;20567;p135"/>
          <p:cNvSpPr txBox="1"/>
          <p:nvPr/>
        </p:nvSpPr>
        <p:spPr>
          <a:xfrm>
            <a:off x="4037377" y="3136671"/>
            <a:ext cx="1130100" cy="441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A5B7C6"/>
                </a:solidFill>
              </a:rPr>
              <a:t>“Venus has a beautiful name and is the second planet”</a:t>
            </a:r>
            <a:endParaRPr sz="800">
              <a:solidFill>
                <a:srgbClr val="A5B7C6"/>
              </a:solidFill>
            </a:endParaRPr>
          </a:p>
        </p:txBody>
      </p:sp>
      <p:grpSp>
        <p:nvGrpSpPr>
          <p:cNvPr id="20568" name="Google Shape;20568;p135"/>
          <p:cNvGrpSpPr/>
          <p:nvPr/>
        </p:nvGrpSpPr>
        <p:grpSpPr>
          <a:xfrm>
            <a:off x="4500213" y="1773492"/>
            <a:ext cx="201221" cy="164272"/>
            <a:chOff x="3860400" y="3254050"/>
            <a:chExt cx="296175" cy="241825"/>
          </a:xfrm>
        </p:grpSpPr>
        <p:sp>
          <p:nvSpPr>
            <p:cNvPr id="20569" name="Google Shape;20569;p135"/>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0" name="Google Shape;20570;p135"/>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1" name="Google Shape;20571;p135"/>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2" name="Google Shape;20572;p135"/>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3" name="Google Shape;20573;p135"/>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4" name="Google Shape;20574;p135"/>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5" name="Google Shape;20575;p135"/>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576" name="Google Shape;20576;p13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Premium infographics</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0580"/>
        <p:cNvGrpSpPr/>
        <p:nvPr/>
      </p:nvGrpSpPr>
      <p:grpSpPr>
        <a:xfrm>
          <a:off x="0" y="0"/>
          <a:ext cx="0" cy="0"/>
          <a:chOff x="0" y="0"/>
          <a:chExt cx="0" cy="0"/>
        </a:xfrm>
      </p:grpSpPr>
      <p:sp>
        <p:nvSpPr>
          <p:cNvPr id="20581" name="Google Shape;20581;p136"/>
          <p:cNvSpPr/>
          <p:nvPr/>
        </p:nvSpPr>
        <p:spPr>
          <a:xfrm>
            <a:off x="6549404" y="1748915"/>
            <a:ext cx="1542300" cy="702000"/>
          </a:xfrm>
          <a:prstGeom prst="roundRect">
            <a:avLst>
              <a:gd name="adj" fmla="val 1666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2" name="Google Shape;20582;p136"/>
          <p:cNvSpPr txBox="1"/>
          <p:nvPr/>
        </p:nvSpPr>
        <p:spPr>
          <a:xfrm>
            <a:off x="6993115" y="1878962"/>
            <a:ext cx="1130100" cy="441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800">
                <a:solidFill>
                  <a:srgbClr val="213B55"/>
                </a:solidFill>
              </a:rPr>
              <a:t>“Mercury is closest planet to the Sun and the smallest”</a:t>
            </a:r>
            <a:endParaRPr sz="800">
              <a:solidFill>
                <a:srgbClr val="213B55"/>
              </a:solidFill>
            </a:endParaRPr>
          </a:p>
        </p:txBody>
      </p:sp>
      <p:sp>
        <p:nvSpPr>
          <p:cNvPr id="20583" name="Google Shape;20583;p136"/>
          <p:cNvSpPr/>
          <p:nvPr/>
        </p:nvSpPr>
        <p:spPr>
          <a:xfrm>
            <a:off x="6549404" y="2541015"/>
            <a:ext cx="1542300" cy="702000"/>
          </a:xfrm>
          <a:prstGeom prst="roundRect">
            <a:avLst>
              <a:gd name="adj" fmla="val 1666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4" name="Google Shape;20584;p136"/>
          <p:cNvSpPr txBox="1"/>
          <p:nvPr/>
        </p:nvSpPr>
        <p:spPr>
          <a:xfrm>
            <a:off x="6993115" y="2671062"/>
            <a:ext cx="1130100" cy="441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800">
                <a:solidFill>
                  <a:srgbClr val="213B55"/>
                </a:solidFill>
              </a:rPr>
              <a:t>“Mercury is closest planet to the Sun and the smallest”</a:t>
            </a:r>
            <a:endParaRPr sz="800">
              <a:solidFill>
                <a:srgbClr val="213B55"/>
              </a:solidFill>
            </a:endParaRPr>
          </a:p>
        </p:txBody>
      </p:sp>
      <p:sp>
        <p:nvSpPr>
          <p:cNvPr id="20585" name="Google Shape;20585;p136"/>
          <p:cNvSpPr/>
          <p:nvPr/>
        </p:nvSpPr>
        <p:spPr>
          <a:xfrm>
            <a:off x="6549404" y="3333115"/>
            <a:ext cx="1542300" cy="702000"/>
          </a:xfrm>
          <a:prstGeom prst="roundRect">
            <a:avLst>
              <a:gd name="adj" fmla="val 1666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6" name="Google Shape;20586;p136"/>
          <p:cNvSpPr txBox="1"/>
          <p:nvPr/>
        </p:nvSpPr>
        <p:spPr>
          <a:xfrm>
            <a:off x="6993115" y="3463162"/>
            <a:ext cx="1130100" cy="441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800">
                <a:solidFill>
                  <a:srgbClr val="213B55"/>
                </a:solidFill>
              </a:rPr>
              <a:t>“Mercury is closest planet to the Sun and the smallest”</a:t>
            </a:r>
            <a:endParaRPr sz="800">
              <a:solidFill>
                <a:srgbClr val="213B55"/>
              </a:solidFill>
            </a:endParaRPr>
          </a:p>
        </p:txBody>
      </p:sp>
      <p:sp>
        <p:nvSpPr>
          <p:cNvPr id="20587" name="Google Shape;20587;p136"/>
          <p:cNvSpPr/>
          <p:nvPr/>
        </p:nvSpPr>
        <p:spPr>
          <a:xfrm>
            <a:off x="1048350" y="4004861"/>
            <a:ext cx="1655700" cy="73800"/>
          </a:xfrm>
          <a:prstGeom prst="rect">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88" name="Google Shape;20588;p136"/>
          <p:cNvGrpSpPr/>
          <p:nvPr/>
        </p:nvGrpSpPr>
        <p:grpSpPr>
          <a:xfrm>
            <a:off x="1494592" y="1588245"/>
            <a:ext cx="763219" cy="763219"/>
            <a:chOff x="4049800" y="640400"/>
            <a:chExt cx="858900" cy="858900"/>
          </a:xfrm>
        </p:grpSpPr>
        <p:sp>
          <p:nvSpPr>
            <p:cNvPr id="20589" name="Google Shape;20589;p136"/>
            <p:cNvSpPr/>
            <p:nvPr/>
          </p:nvSpPr>
          <p:spPr>
            <a:xfrm>
              <a:off x="4049800" y="640400"/>
              <a:ext cx="858900" cy="858900"/>
            </a:xfrm>
            <a:prstGeom prst="donut">
              <a:avLst>
                <a:gd name="adj" fmla="val 1195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0" name="Google Shape;20590;p136"/>
            <p:cNvSpPr/>
            <p:nvPr/>
          </p:nvSpPr>
          <p:spPr>
            <a:xfrm>
              <a:off x="4049800" y="640400"/>
              <a:ext cx="858900" cy="858900"/>
            </a:xfrm>
            <a:prstGeom prst="blockArc">
              <a:avLst>
                <a:gd name="adj1" fmla="val 7914150"/>
                <a:gd name="adj2" fmla="val 1926007"/>
                <a:gd name="adj3" fmla="val 12032"/>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591" name="Google Shape;20591;p136"/>
          <p:cNvSpPr/>
          <p:nvPr/>
        </p:nvSpPr>
        <p:spPr>
          <a:xfrm>
            <a:off x="1210102" y="2572331"/>
            <a:ext cx="1332000" cy="1131600"/>
          </a:xfrm>
          <a:prstGeom prst="roundRect">
            <a:avLst>
              <a:gd name="adj" fmla="val 16667"/>
            </a:avLst>
          </a:prstGeom>
          <a:solidFill>
            <a:srgbClr val="A5B7C6"/>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2" name="Google Shape;20592;p136"/>
          <p:cNvSpPr/>
          <p:nvPr/>
        </p:nvSpPr>
        <p:spPr>
          <a:xfrm>
            <a:off x="1759085" y="3924657"/>
            <a:ext cx="234300" cy="234300"/>
          </a:xfrm>
          <a:prstGeom prst="ellipse">
            <a:avLst/>
          </a:prstGeom>
          <a:solidFill>
            <a:srgbClr val="0E2A47"/>
          </a:solid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593" name="Google Shape;20593;p136"/>
          <p:cNvCxnSpPr>
            <a:stCxn id="20589" idx="4"/>
            <a:endCxn id="20591" idx="0"/>
          </p:cNvCxnSpPr>
          <p:nvPr/>
        </p:nvCxnSpPr>
        <p:spPr>
          <a:xfrm>
            <a:off x="1876201" y="2351463"/>
            <a:ext cx="0" cy="220800"/>
          </a:xfrm>
          <a:prstGeom prst="straightConnector1">
            <a:avLst/>
          </a:prstGeom>
          <a:noFill/>
          <a:ln w="9525" cap="flat" cmpd="sng">
            <a:solidFill>
              <a:srgbClr val="D7DFE5"/>
            </a:solidFill>
            <a:prstDash val="solid"/>
            <a:round/>
            <a:headEnd type="none" w="med" len="med"/>
            <a:tailEnd type="none" w="med" len="med"/>
          </a:ln>
        </p:spPr>
      </p:cxnSp>
      <p:cxnSp>
        <p:nvCxnSpPr>
          <p:cNvPr id="20594" name="Google Shape;20594;p136"/>
          <p:cNvCxnSpPr/>
          <p:nvPr/>
        </p:nvCxnSpPr>
        <p:spPr>
          <a:xfrm>
            <a:off x="1876179" y="3703780"/>
            <a:ext cx="0" cy="220800"/>
          </a:xfrm>
          <a:prstGeom prst="straightConnector1">
            <a:avLst/>
          </a:prstGeom>
          <a:noFill/>
          <a:ln w="9525" cap="flat" cmpd="sng">
            <a:solidFill>
              <a:srgbClr val="D7DFE5"/>
            </a:solidFill>
            <a:prstDash val="solid"/>
            <a:round/>
            <a:headEnd type="none" w="med" len="med"/>
            <a:tailEnd type="none" w="med" len="med"/>
          </a:ln>
        </p:spPr>
      </p:cxnSp>
      <p:sp>
        <p:nvSpPr>
          <p:cNvPr id="20595" name="Google Shape;20595;p136"/>
          <p:cNvSpPr txBox="1"/>
          <p:nvPr/>
        </p:nvSpPr>
        <p:spPr>
          <a:xfrm>
            <a:off x="1297398" y="3120399"/>
            <a:ext cx="1157700" cy="452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40566D"/>
                </a:solidFill>
              </a:rPr>
              <a:t>“Mercury is closest planet to the Sun and the smallest”</a:t>
            </a:r>
            <a:endParaRPr sz="800">
              <a:solidFill>
                <a:srgbClr val="40566D"/>
              </a:solidFill>
            </a:endParaRPr>
          </a:p>
        </p:txBody>
      </p:sp>
      <p:cxnSp>
        <p:nvCxnSpPr>
          <p:cNvPr id="20596" name="Google Shape;20596;p136"/>
          <p:cNvCxnSpPr/>
          <p:nvPr/>
        </p:nvCxnSpPr>
        <p:spPr>
          <a:xfrm>
            <a:off x="1621737" y="2989637"/>
            <a:ext cx="508800" cy="0"/>
          </a:xfrm>
          <a:prstGeom prst="straightConnector1">
            <a:avLst/>
          </a:prstGeom>
          <a:noFill/>
          <a:ln w="19050" cap="flat" cmpd="sng">
            <a:solidFill>
              <a:srgbClr val="40566D"/>
            </a:solidFill>
            <a:prstDash val="solid"/>
            <a:round/>
            <a:headEnd type="none" w="med" len="med"/>
            <a:tailEnd type="none" w="med" len="med"/>
          </a:ln>
        </p:spPr>
      </p:cxnSp>
      <p:sp>
        <p:nvSpPr>
          <p:cNvPr id="20597" name="Google Shape;20597;p136"/>
          <p:cNvSpPr txBox="1"/>
          <p:nvPr/>
        </p:nvSpPr>
        <p:spPr>
          <a:xfrm>
            <a:off x="1454136" y="2735931"/>
            <a:ext cx="844200" cy="220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solidFill>
                  <a:srgbClr val="40566D"/>
                </a:solidFill>
              </a:rPr>
              <a:t>TITLE 1</a:t>
            </a:r>
            <a:endParaRPr sz="800" b="1">
              <a:solidFill>
                <a:srgbClr val="40566D"/>
              </a:solidFill>
            </a:endParaRPr>
          </a:p>
        </p:txBody>
      </p:sp>
      <p:sp>
        <p:nvSpPr>
          <p:cNvPr id="20598" name="Google Shape;20598;p136"/>
          <p:cNvSpPr txBox="1"/>
          <p:nvPr/>
        </p:nvSpPr>
        <p:spPr>
          <a:xfrm>
            <a:off x="1585964" y="1787173"/>
            <a:ext cx="580500" cy="36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300" b="1">
                <a:solidFill>
                  <a:srgbClr val="A5B7C6"/>
                </a:solidFill>
              </a:rPr>
              <a:t>75%</a:t>
            </a:r>
            <a:endParaRPr sz="1300" b="1">
              <a:solidFill>
                <a:srgbClr val="A5B7C6"/>
              </a:solidFill>
            </a:endParaRPr>
          </a:p>
        </p:txBody>
      </p:sp>
      <p:sp>
        <p:nvSpPr>
          <p:cNvPr id="20599" name="Google Shape;20599;p136"/>
          <p:cNvSpPr/>
          <p:nvPr/>
        </p:nvSpPr>
        <p:spPr>
          <a:xfrm>
            <a:off x="3439355" y="1997865"/>
            <a:ext cx="1788300" cy="1788300"/>
          </a:xfrm>
          <a:prstGeom prst="arc">
            <a:avLst>
              <a:gd name="adj1" fmla="val 16200000"/>
              <a:gd name="adj2" fmla="val 5298411"/>
            </a:avLst>
          </a:prstGeom>
          <a:noFill/>
          <a:ln w="19050"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600" name="Google Shape;20600;p136"/>
          <p:cNvGrpSpPr/>
          <p:nvPr/>
        </p:nvGrpSpPr>
        <p:grpSpPr>
          <a:xfrm>
            <a:off x="3576486" y="2170831"/>
            <a:ext cx="1443832" cy="1443832"/>
            <a:chOff x="5681300" y="2527788"/>
            <a:chExt cx="805800" cy="805800"/>
          </a:xfrm>
        </p:grpSpPr>
        <p:sp>
          <p:nvSpPr>
            <p:cNvPr id="20601" name="Google Shape;20601;p136"/>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2" name="Google Shape;20602;p136"/>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03" name="Google Shape;20603;p136"/>
          <p:cNvGrpSpPr/>
          <p:nvPr/>
        </p:nvGrpSpPr>
        <p:grpSpPr>
          <a:xfrm>
            <a:off x="6240887" y="1786604"/>
            <a:ext cx="626590" cy="626590"/>
            <a:chOff x="5681300" y="2527788"/>
            <a:chExt cx="805800" cy="805800"/>
          </a:xfrm>
        </p:grpSpPr>
        <p:sp>
          <p:nvSpPr>
            <p:cNvPr id="20604" name="Google Shape;20604;p136"/>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5" name="Google Shape;20605;p136"/>
            <p:cNvSpPr/>
            <p:nvPr/>
          </p:nvSpPr>
          <p:spPr>
            <a:xfrm>
              <a:off x="5681300" y="2527788"/>
              <a:ext cx="805800" cy="805800"/>
            </a:xfrm>
            <a:prstGeom prst="pie">
              <a:avLst>
                <a:gd name="adj1" fmla="val 12271918"/>
                <a:gd name="adj2" fmla="val 16200000"/>
              </a:avLst>
            </a:pr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06" name="Google Shape;20606;p136"/>
          <p:cNvGrpSpPr/>
          <p:nvPr/>
        </p:nvGrpSpPr>
        <p:grpSpPr>
          <a:xfrm>
            <a:off x="6240887" y="2578704"/>
            <a:ext cx="626590" cy="626590"/>
            <a:chOff x="5681300" y="2527788"/>
            <a:chExt cx="805800" cy="805800"/>
          </a:xfrm>
        </p:grpSpPr>
        <p:sp>
          <p:nvSpPr>
            <p:cNvPr id="20607" name="Google Shape;20607;p136"/>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8" name="Google Shape;20608;p136"/>
            <p:cNvSpPr/>
            <p:nvPr/>
          </p:nvSpPr>
          <p:spPr>
            <a:xfrm>
              <a:off x="5681300" y="2527788"/>
              <a:ext cx="805800" cy="805800"/>
            </a:xfrm>
            <a:prstGeom prst="pie">
              <a:avLst>
                <a:gd name="adj1" fmla="val 9253407"/>
                <a:gd name="adj2" fmla="val 16200000"/>
              </a:avLst>
            </a:pr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09" name="Google Shape;20609;p136"/>
          <p:cNvGrpSpPr/>
          <p:nvPr/>
        </p:nvGrpSpPr>
        <p:grpSpPr>
          <a:xfrm>
            <a:off x="6240887" y="3370804"/>
            <a:ext cx="626590" cy="626590"/>
            <a:chOff x="5681300" y="2527788"/>
            <a:chExt cx="805800" cy="805800"/>
          </a:xfrm>
        </p:grpSpPr>
        <p:sp>
          <p:nvSpPr>
            <p:cNvPr id="20610" name="Google Shape;20610;p136"/>
            <p:cNvSpPr/>
            <p:nvPr/>
          </p:nvSpPr>
          <p:spPr>
            <a:xfrm>
              <a:off x="5681300" y="2527788"/>
              <a:ext cx="805800" cy="805800"/>
            </a:xfrm>
            <a:prstGeom prst="ellipse">
              <a:avLst/>
            </a:pr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1" name="Google Shape;20611;p136"/>
            <p:cNvSpPr/>
            <p:nvPr/>
          </p:nvSpPr>
          <p:spPr>
            <a:xfrm>
              <a:off x="5681300" y="2527788"/>
              <a:ext cx="805800" cy="805800"/>
            </a:xfrm>
            <a:prstGeom prst="pie">
              <a:avLst>
                <a:gd name="adj1" fmla="val 5544305"/>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612" name="Google Shape;20612;p136"/>
          <p:cNvSpPr/>
          <p:nvPr/>
        </p:nvSpPr>
        <p:spPr>
          <a:xfrm>
            <a:off x="4229854" y="1932440"/>
            <a:ext cx="137100" cy="1371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3" name="Google Shape;20613;p136"/>
          <p:cNvSpPr/>
          <p:nvPr/>
        </p:nvSpPr>
        <p:spPr>
          <a:xfrm>
            <a:off x="4229854" y="3715965"/>
            <a:ext cx="137100" cy="1371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4" name="Google Shape;20614;p136"/>
          <p:cNvSpPr/>
          <p:nvPr/>
        </p:nvSpPr>
        <p:spPr>
          <a:xfrm>
            <a:off x="5157904" y="2824203"/>
            <a:ext cx="137100" cy="1371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615" name="Google Shape;20615;p136"/>
          <p:cNvCxnSpPr>
            <a:stCxn id="20614" idx="6"/>
            <a:endCxn id="20605" idx="2"/>
          </p:cNvCxnSpPr>
          <p:nvPr/>
        </p:nvCxnSpPr>
        <p:spPr>
          <a:xfrm rot="10800000" flipH="1">
            <a:off x="5295004" y="2099853"/>
            <a:ext cx="945900" cy="792900"/>
          </a:xfrm>
          <a:prstGeom prst="bentConnector3">
            <a:avLst>
              <a:gd name="adj1" fmla="val 51494"/>
            </a:avLst>
          </a:prstGeom>
          <a:noFill/>
          <a:ln w="19050" cap="flat" cmpd="sng">
            <a:solidFill>
              <a:srgbClr val="A5B7C6"/>
            </a:solidFill>
            <a:prstDash val="solid"/>
            <a:round/>
            <a:headEnd type="none" w="med" len="med"/>
            <a:tailEnd type="none" w="med" len="med"/>
          </a:ln>
        </p:spPr>
      </p:cxnSp>
      <p:cxnSp>
        <p:nvCxnSpPr>
          <p:cNvPr id="20616" name="Google Shape;20616;p136"/>
          <p:cNvCxnSpPr>
            <a:stCxn id="20614" idx="6"/>
            <a:endCxn id="20611" idx="2"/>
          </p:cNvCxnSpPr>
          <p:nvPr/>
        </p:nvCxnSpPr>
        <p:spPr>
          <a:xfrm>
            <a:off x="5295004" y="2892753"/>
            <a:ext cx="945900" cy="791400"/>
          </a:xfrm>
          <a:prstGeom prst="bentConnector3">
            <a:avLst>
              <a:gd name="adj1" fmla="val 49999"/>
            </a:avLst>
          </a:prstGeom>
          <a:noFill/>
          <a:ln w="19050" cap="flat" cmpd="sng">
            <a:solidFill>
              <a:srgbClr val="A5B7C6"/>
            </a:solidFill>
            <a:prstDash val="solid"/>
            <a:round/>
            <a:headEnd type="none" w="med" len="med"/>
            <a:tailEnd type="none" w="med" len="med"/>
          </a:ln>
        </p:spPr>
      </p:cxnSp>
      <p:cxnSp>
        <p:nvCxnSpPr>
          <p:cNvPr id="20617" name="Google Shape;20617;p136"/>
          <p:cNvCxnSpPr>
            <a:stCxn id="20614" idx="6"/>
            <a:endCxn id="20608" idx="2"/>
          </p:cNvCxnSpPr>
          <p:nvPr/>
        </p:nvCxnSpPr>
        <p:spPr>
          <a:xfrm rot="10800000" flipH="1">
            <a:off x="5295004" y="2891853"/>
            <a:ext cx="945900" cy="900"/>
          </a:xfrm>
          <a:prstGeom prst="bentConnector3">
            <a:avLst>
              <a:gd name="adj1" fmla="val 49999"/>
            </a:avLst>
          </a:prstGeom>
          <a:noFill/>
          <a:ln w="19050" cap="flat" cmpd="sng">
            <a:solidFill>
              <a:srgbClr val="A5B7C6"/>
            </a:solidFill>
            <a:prstDash val="solid"/>
            <a:round/>
            <a:headEnd type="none" w="med" len="med"/>
            <a:tailEnd type="none" w="med" len="med"/>
          </a:ln>
        </p:spPr>
      </p:cxnSp>
      <p:sp>
        <p:nvSpPr>
          <p:cNvPr id="20618" name="Google Shape;20618;p136"/>
          <p:cNvSpPr txBox="1"/>
          <p:nvPr/>
        </p:nvSpPr>
        <p:spPr>
          <a:xfrm>
            <a:off x="3800713" y="2579408"/>
            <a:ext cx="995400" cy="62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b="1">
                <a:solidFill>
                  <a:srgbClr val="213B55"/>
                </a:solidFill>
              </a:rPr>
              <a:t>75%</a:t>
            </a:r>
            <a:endParaRPr sz="3000" b="1">
              <a:solidFill>
                <a:srgbClr val="213B55"/>
              </a:solidFill>
            </a:endParaRPr>
          </a:p>
        </p:txBody>
      </p:sp>
      <p:sp>
        <p:nvSpPr>
          <p:cNvPr id="20619" name="Google Shape;20619;p13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Premium infographics</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0623"/>
        <p:cNvGrpSpPr/>
        <p:nvPr/>
      </p:nvGrpSpPr>
      <p:grpSpPr>
        <a:xfrm>
          <a:off x="0" y="0"/>
          <a:ext cx="0" cy="0"/>
          <a:chOff x="0" y="0"/>
          <a:chExt cx="0" cy="0"/>
        </a:xfrm>
      </p:grpSpPr>
      <p:grpSp>
        <p:nvGrpSpPr>
          <p:cNvPr id="20624" name="Google Shape;20624;p137"/>
          <p:cNvGrpSpPr/>
          <p:nvPr/>
        </p:nvGrpSpPr>
        <p:grpSpPr>
          <a:xfrm>
            <a:off x="1006030" y="1790211"/>
            <a:ext cx="352098" cy="307716"/>
            <a:chOff x="1006030" y="1942611"/>
            <a:chExt cx="352098" cy="307716"/>
          </a:xfrm>
        </p:grpSpPr>
        <p:sp>
          <p:nvSpPr>
            <p:cNvPr id="20625" name="Google Shape;20625;p137"/>
            <p:cNvSpPr/>
            <p:nvPr/>
          </p:nvSpPr>
          <p:spPr>
            <a:xfrm>
              <a:off x="1103717" y="2116039"/>
              <a:ext cx="64409" cy="72224"/>
            </a:xfrm>
            <a:custGeom>
              <a:avLst/>
              <a:gdLst/>
              <a:ahLst/>
              <a:cxnLst/>
              <a:rect l="l" t="t" r="r" b="b"/>
              <a:pathLst>
                <a:path w="1978" h="2218" extrusionOk="0">
                  <a:moveTo>
                    <a:pt x="1453" y="0"/>
                  </a:moveTo>
                  <a:cubicBezTo>
                    <a:pt x="1287" y="0"/>
                    <a:pt x="1166" y="113"/>
                    <a:pt x="1144" y="265"/>
                  </a:cubicBezTo>
                  <a:cubicBezTo>
                    <a:pt x="1073" y="670"/>
                    <a:pt x="1096" y="1099"/>
                    <a:pt x="1215" y="1575"/>
                  </a:cubicBezTo>
                  <a:lnTo>
                    <a:pt x="334" y="1575"/>
                  </a:lnTo>
                  <a:cubicBezTo>
                    <a:pt x="144" y="1575"/>
                    <a:pt x="1" y="1765"/>
                    <a:pt x="25" y="1932"/>
                  </a:cubicBezTo>
                  <a:cubicBezTo>
                    <a:pt x="72" y="2099"/>
                    <a:pt x="215" y="2218"/>
                    <a:pt x="358" y="2218"/>
                  </a:cubicBezTo>
                  <a:lnTo>
                    <a:pt x="1668" y="2218"/>
                  </a:lnTo>
                  <a:cubicBezTo>
                    <a:pt x="1763" y="2218"/>
                    <a:pt x="1858" y="2170"/>
                    <a:pt x="1882" y="2051"/>
                  </a:cubicBezTo>
                  <a:cubicBezTo>
                    <a:pt x="1930" y="2004"/>
                    <a:pt x="1977" y="1884"/>
                    <a:pt x="1930" y="1789"/>
                  </a:cubicBezTo>
                  <a:cubicBezTo>
                    <a:pt x="1763" y="1218"/>
                    <a:pt x="1692" y="741"/>
                    <a:pt x="1763" y="360"/>
                  </a:cubicBezTo>
                  <a:cubicBezTo>
                    <a:pt x="1787" y="194"/>
                    <a:pt x="1668" y="27"/>
                    <a:pt x="1501" y="3"/>
                  </a:cubicBezTo>
                  <a:cubicBezTo>
                    <a:pt x="1485" y="1"/>
                    <a:pt x="1469" y="0"/>
                    <a:pt x="145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6" name="Google Shape;20626;p137"/>
            <p:cNvSpPr/>
            <p:nvPr/>
          </p:nvSpPr>
          <p:spPr>
            <a:xfrm>
              <a:off x="1057967" y="2126980"/>
              <a:ext cx="95408" cy="123347"/>
            </a:xfrm>
            <a:custGeom>
              <a:avLst/>
              <a:gdLst/>
              <a:ahLst/>
              <a:cxnLst/>
              <a:rect l="l" t="t" r="r" b="b"/>
              <a:pathLst>
                <a:path w="2930" h="3788" extrusionOk="0">
                  <a:moveTo>
                    <a:pt x="334" y="1"/>
                  </a:moveTo>
                  <a:cubicBezTo>
                    <a:pt x="168" y="1"/>
                    <a:pt x="1" y="143"/>
                    <a:pt x="1" y="334"/>
                  </a:cubicBezTo>
                  <a:cubicBezTo>
                    <a:pt x="1" y="1930"/>
                    <a:pt x="644" y="3501"/>
                    <a:pt x="668" y="3573"/>
                  </a:cubicBezTo>
                  <a:cubicBezTo>
                    <a:pt x="715" y="3692"/>
                    <a:pt x="811" y="3787"/>
                    <a:pt x="953" y="3787"/>
                  </a:cubicBezTo>
                  <a:lnTo>
                    <a:pt x="2549" y="3787"/>
                  </a:lnTo>
                  <a:cubicBezTo>
                    <a:pt x="2787" y="3787"/>
                    <a:pt x="2930" y="3501"/>
                    <a:pt x="2811" y="3311"/>
                  </a:cubicBezTo>
                  <a:cubicBezTo>
                    <a:pt x="2811" y="3263"/>
                    <a:pt x="1906" y="1787"/>
                    <a:pt x="1906" y="334"/>
                  </a:cubicBezTo>
                  <a:cubicBezTo>
                    <a:pt x="1906" y="143"/>
                    <a:pt x="1763" y="1"/>
                    <a:pt x="1596"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7" name="Google Shape;20627;p137"/>
            <p:cNvSpPr/>
            <p:nvPr/>
          </p:nvSpPr>
          <p:spPr>
            <a:xfrm>
              <a:off x="1006030" y="2023854"/>
              <a:ext cx="154346" cy="123314"/>
            </a:xfrm>
            <a:custGeom>
              <a:avLst/>
              <a:gdLst/>
              <a:ahLst/>
              <a:cxnLst/>
              <a:rect l="l" t="t" r="r" b="b"/>
              <a:pathLst>
                <a:path w="4740" h="3787" extrusionOk="0">
                  <a:moveTo>
                    <a:pt x="1929" y="0"/>
                  </a:moveTo>
                  <a:cubicBezTo>
                    <a:pt x="929" y="0"/>
                    <a:pt x="48" y="810"/>
                    <a:pt x="24" y="1834"/>
                  </a:cubicBezTo>
                  <a:cubicBezTo>
                    <a:pt x="0" y="2906"/>
                    <a:pt x="858" y="3787"/>
                    <a:pt x="1905" y="3787"/>
                  </a:cubicBezTo>
                  <a:lnTo>
                    <a:pt x="4096" y="3787"/>
                  </a:lnTo>
                  <a:lnTo>
                    <a:pt x="4739" y="3168"/>
                  </a:lnTo>
                  <a:lnTo>
                    <a:pt x="4739" y="1905"/>
                  </a:lnTo>
                  <a:lnTo>
                    <a:pt x="4739" y="667"/>
                  </a:lnTo>
                  <a:lnTo>
                    <a:pt x="409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8" name="Google Shape;20628;p137"/>
            <p:cNvSpPr/>
            <p:nvPr/>
          </p:nvSpPr>
          <p:spPr>
            <a:xfrm>
              <a:off x="1006811" y="2085886"/>
              <a:ext cx="154346" cy="61283"/>
            </a:xfrm>
            <a:custGeom>
              <a:avLst/>
              <a:gdLst/>
              <a:ahLst/>
              <a:cxnLst/>
              <a:rect l="l" t="t" r="r" b="b"/>
              <a:pathLst>
                <a:path w="4740" h="1882" extrusionOk="0">
                  <a:moveTo>
                    <a:pt x="24" y="0"/>
                  </a:moveTo>
                  <a:cubicBezTo>
                    <a:pt x="0" y="1048"/>
                    <a:pt x="857" y="1882"/>
                    <a:pt x="1905" y="1882"/>
                  </a:cubicBezTo>
                  <a:lnTo>
                    <a:pt x="4120" y="1882"/>
                  </a:lnTo>
                  <a:lnTo>
                    <a:pt x="4739" y="1263"/>
                  </a:lnTo>
                  <a:lnTo>
                    <a:pt x="4739" y="0"/>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9" name="Google Shape;20629;p137"/>
            <p:cNvSpPr/>
            <p:nvPr/>
          </p:nvSpPr>
          <p:spPr>
            <a:xfrm>
              <a:off x="1305344" y="2045574"/>
              <a:ext cx="52784" cy="81439"/>
            </a:xfrm>
            <a:custGeom>
              <a:avLst/>
              <a:gdLst/>
              <a:ahLst/>
              <a:cxnLst/>
              <a:rect l="l" t="t" r="r" b="b"/>
              <a:pathLst>
                <a:path w="1621" h="2501" extrusionOk="0">
                  <a:moveTo>
                    <a:pt x="1" y="0"/>
                  </a:moveTo>
                  <a:lnTo>
                    <a:pt x="1" y="1238"/>
                  </a:lnTo>
                  <a:lnTo>
                    <a:pt x="1" y="2501"/>
                  </a:lnTo>
                  <a:lnTo>
                    <a:pt x="334" y="2501"/>
                  </a:lnTo>
                  <a:cubicBezTo>
                    <a:pt x="1048" y="2501"/>
                    <a:pt x="1620" y="1905"/>
                    <a:pt x="1572" y="1191"/>
                  </a:cubicBezTo>
                  <a:cubicBezTo>
                    <a:pt x="1525" y="500"/>
                    <a:pt x="953"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0" name="Google Shape;20630;p137"/>
            <p:cNvSpPr/>
            <p:nvPr/>
          </p:nvSpPr>
          <p:spPr>
            <a:xfrm>
              <a:off x="1304563" y="2085886"/>
              <a:ext cx="51221" cy="41126"/>
            </a:xfrm>
            <a:custGeom>
              <a:avLst/>
              <a:gdLst/>
              <a:ahLst/>
              <a:cxnLst/>
              <a:rect l="l" t="t" r="r" b="b"/>
              <a:pathLst>
                <a:path w="1573" h="1263" extrusionOk="0">
                  <a:moveTo>
                    <a:pt x="1" y="0"/>
                  </a:moveTo>
                  <a:lnTo>
                    <a:pt x="1" y="1263"/>
                  </a:lnTo>
                  <a:lnTo>
                    <a:pt x="334" y="1263"/>
                  </a:lnTo>
                  <a:cubicBezTo>
                    <a:pt x="1001" y="1263"/>
                    <a:pt x="1573" y="691"/>
                    <a:pt x="1573"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1" name="Google Shape;20631;p137"/>
            <p:cNvSpPr/>
            <p:nvPr/>
          </p:nvSpPr>
          <p:spPr>
            <a:xfrm>
              <a:off x="1140936" y="1942611"/>
              <a:ext cx="175316" cy="285215"/>
            </a:xfrm>
            <a:custGeom>
              <a:avLst/>
              <a:gdLst/>
              <a:ahLst/>
              <a:cxnLst/>
              <a:rect l="l" t="t" r="r" b="b"/>
              <a:pathLst>
                <a:path w="5384" h="8759" extrusionOk="0">
                  <a:moveTo>
                    <a:pt x="5029" y="1"/>
                  </a:moveTo>
                  <a:cubicBezTo>
                    <a:pt x="4959" y="1"/>
                    <a:pt x="4893" y="32"/>
                    <a:pt x="4835" y="90"/>
                  </a:cubicBezTo>
                  <a:cubicBezTo>
                    <a:pt x="4811" y="114"/>
                    <a:pt x="2335" y="2495"/>
                    <a:pt x="1" y="2495"/>
                  </a:cubicBezTo>
                  <a:lnTo>
                    <a:pt x="1" y="4377"/>
                  </a:lnTo>
                  <a:lnTo>
                    <a:pt x="1" y="6258"/>
                  </a:lnTo>
                  <a:cubicBezTo>
                    <a:pt x="2335" y="6258"/>
                    <a:pt x="4811" y="8663"/>
                    <a:pt x="4835" y="8663"/>
                  </a:cubicBezTo>
                  <a:cubicBezTo>
                    <a:pt x="4899" y="8727"/>
                    <a:pt x="4973" y="8758"/>
                    <a:pt x="5051" y="8758"/>
                  </a:cubicBezTo>
                  <a:cubicBezTo>
                    <a:pt x="5089" y="8758"/>
                    <a:pt x="5129" y="8750"/>
                    <a:pt x="5169" y="8735"/>
                  </a:cubicBezTo>
                  <a:cubicBezTo>
                    <a:pt x="5288" y="8663"/>
                    <a:pt x="5383" y="8568"/>
                    <a:pt x="5383" y="8425"/>
                  </a:cubicBezTo>
                  <a:lnTo>
                    <a:pt x="5383" y="4353"/>
                  </a:lnTo>
                  <a:lnTo>
                    <a:pt x="5383" y="280"/>
                  </a:lnTo>
                  <a:cubicBezTo>
                    <a:pt x="5359" y="185"/>
                    <a:pt x="5288" y="66"/>
                    <a:pt x="5169" y="42"/>
                  </a:cubicBezTo>
                  <a:cubicBezTo>
                    <a:pt x="5122" y="14"/>
                    <a:pt x="5075" y="1"/>
                    <a:pt x="5029"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2" name="Google Shape;20632;p137"/>
            <p:cNvSpPr/>
            <p:nvPr/>
          </p:nvSpPr>
          <p:spPr>
            <a:xfrm>
              <a:off x="1139406" y="2085104"/>
              <a:ext cx="176065" cy="143503"/>
            </a:xfrm>
            <a:custGeom>
              <a:avLst/>
              <a:gdLst/>
              <a:ahLst/>
              <a:cxnLst/>
              <a:rect l="l" t="t" r="r" b="b"/>
              <a:pathLst>
                <a:path w="5407" h="4407" extrusionOk="0">
                  <a:moveTo>
                    <a:pt x="0" y="1"/>
                  </a:moveTo>
                  <a:lnTo>
                    <a:pt x="0" y="1882"/>
                  </a:lnTo>
                  <a:cubicBezTo>
                    <a:pt x="2358" y="1906"/>
                    <a:pt x="4835" y="4311"/>
                    <a:pt x="4858" y="4311"/>
                  </a:cubicBezTo>
                  <a:cubicBezTo>
                    <a:pt x="4922" y="4374"/>
                    <a:pt x="4996" y="4406"/>
                    <a:pt x="5074" y="4406"/>
                  </a:cubicBezTo>
                  <a:cubicBezTo>
                    <a:pt x="5113" y="4406"/>
                    <a:pt x="5152" y="4398"/>
                    <a:pt x="5192" y="4382"/>
                  </a:cubicBezTo>
                  <a:cubicBezTo>
                    <a:pt x="5311" y="4311"/>
                    <a:pt x="5406" y="4240"/>
                    <a:pt x="5406" y="4073"/>
                  </a:cubicBezTo>
                  <a:lnTo>
                    <a:pt x="5406"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33" name="Google Shape;20633;p137"/>
          <p:cNvGrpSpPr/>
          <p:nvPr/>
        </p:nvGrpSpPr>
        <p:grpSpPr>
          <a:xfrm>
            <a:off x="1755879" y="1789755"/>
            <a:ext cx="350535" cy="307195"/>
            <a:chOff x="1755879" y="1942155"/>
            <a:chExt cx="350535" cy="307195"/>
          </a:xfrm>
        </p:grpSpPr>
        <p:sp>
          <p:nvSpPr>
            <p:cNvPr id="20634" name="Google Shape;20634;p137"/>
            <p:cNvSpPr/>
            <p:nvPr/>
          </p:nvSpPr>
          <p:spPr>
            <a:xfrm>
              <a:off x="1932694" y="2054854"/>
              <a:ext cx="52002" cy="81471"/>
            </a:xfrm>
            <a:custGeom>
              <a:avLst/>
              <a:gdLst/>
              <a:ahLst/>
              <a:cxnLst/>
              <a:rect l="l" t="t" r="r" b="b"/>
              <a:pathLst>
                <a:path w="1597" h="2502" extrusionOk="0">
                  <a:moveTo>
                    <a:pt x="1" y="1"/>
                  </a:moveTo>
                  <a:lnTo>
                    <a:pt x="1" y="1263"/>
                  </a:lnTo>
                  <a:lnTo>
                    <a:pt x="1" y="2501"/>
                  </a:lnTo>
                  <a:lnTo>
                    <a:pt x="334" y="2501"/>
                  </a:lnTo>
                  <a:cubicBezTo>
                    <a:pt x="1048" y="2501"/>
                    <a:pt x="1596" y="1906"/>
                    <a:pt x="1572" y="1192"/>
                  </a:cubicBezTo>
                  <a:cubicBezTo>
                    <a:pt x="1525" y="549"/>
                    <a:pt x="953" y="1"/>
                    <a:pt x="286"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5" name="Google Shape;20635;p137"/>
            <p:cNvSpPr/>
            <p:nvPr/>
          </p:nvSpPr>
          <p:spPr>
            <a:xfrm>
              <a:off x="1931912" y="2095948"/>
              <a:ext cx="51221" cy="40378"/>
            </a:xfrm>
            <a:custGeom>
              <a:avLst/>
              <a:gdLst/>
              <a:ahLst/>
              <a:cxnLst/>
              <a:rect l="l" t="t" r="r" b="b"/>
              <a:pathLst>
                <a:path w="1573" h="1240" extrusionOk="0">
                  <a:moveTo>
                    <a:pt x="1" y="1"/>
                  </a:moveTo>
                  <a:lnTo>
                    <a:pt x="1" y="1239"/>
                  </a:lnTo>
                  <a:lnTo>
                    <a:pt x="310" y="1239"/>
                  </a:lnTo>
                  <a:cubicBezTo>
                    <a:pt x="1001" y="1239"/>
                    <a:pt x="1573" y="692"/>
                    <a:pt x="1573"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6" name="Google Shape;20636;p137"/>
            <p:cNvSpPr/>
            <p:nvPr/>
          </p:nvSpPr>
          <p:spPr>
            <a:xfrm>
              <a:off x="1755879" y="2023854"/>
              <a:ext cx="93096" cy="143470"/>
            </a:xfrm>
            <a:custGeom>
              <a:avLst/>
              <a:gdLst/>
              <a:ahLst/>
              <a:cxnLst/>
              <a:rect l="l" t="t" r="r" b="b"/>
              <a:pathLst>
                <a:path w="2859" h="4406" extrusionOk="0">
                  <a:moveTo>
                    <a:pt x="334" y="0"/>
                  </a:moveTo>
                  <a:cubicBezTo>
                    <a:pt x="168" y="0"/>
                    <a:pt x="1" y="167"/>
                    <a:pt x="1" y="334"/>
                  </a:cubicBezTo>
                  <a:lnTo>
                    <a:pt x="1" y="2215"/>
                  </a:lnTo>
                  <a:lnTo>
                    <a:pt x="1" y="4096"/>
                  </a:lnTo>
                  <a:cubicBezTo>
                    <a:pt x="1" y="4263"/>
                    <a:pt x="168" y="4406"/>
                    <a:pt x="334" y="4406"/>
                  </a:cubicBezTo>
                  <a:lnTo>
                    <a:pt x="2239" y="4406"/>
                  </a:lnTo>
                  <a:lnTo>
                    <a:pt x="2859" y="3644"/>
                  </a:lnTo>
                  <a:lnTo>
                    <a:pt x="2859" y="2239"/>
                  </a:lnTo>
                  <a:lnTo>
                    <a:pt x="2859" y="405"/>
                  </a:lnTo>
                  <a:lnTo>
                    <a:pt x="2239"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7" name="Google Shape;20637;p137"/>
            <p:cNvSpPr/>
            <p:nvPr/>
          </p:nvSpPr>
          <p:spPr>
            <a:xfrm>
              <a:off x="1755879" y="2096729"/>
              <a:ext cx="93096" cy="70596"/>
            </a:xfrm>
            <a:custGeom>
              <a:avLst/>
              <a:gdLst/>
              <a:ahLst/>
              <a:cxnLst/>
              <a:rect l="l" t="t" r="r" b="b"/>
              <a:pathLst>
                <a:path w="2859" h="2168" extrusionOk="0">
                  <a:moveTo>
                    <a:pt x="1" y="1"/>
                  </a:moveTo>
                  <a:lnTo>
                    <a:pt x="1" y="1882"/>
                  </a:lnTo>
                  <a:cubicBezTo>
                    <a:pt x="48" y="2025"/>
                    <a:pt x="191" y="2168"/>
                    <a:pt x="334" y="2168"/>
                  </a:cubicBezTo>
                  <a:lnTo>
                    <a:pt x="2239" y="2168"/>
                  </a:lnTo>
                  <a:lnTo>
                    <a:pt x="2859" y="1406"/>
                  </a:lnTo>
                  <a:lnTo>
                    <a:pt x="2859" y="1"/>
                  </a:ln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8" name="Google Shape;20638;p137"/>
            <p:cNvSpPr/>
            <p:nvPr/>
          </p:nvSpPr>
          <p:spPr>
            <a:xfrm>
              <a:off x="2042820" y="1984486"/>
              <a:ext cx="63595" cy="222988"/>
            </a:xfrm>
            <a:custGeom>
              <a:avLst/>
              <a:gdLst/>
              <a:ahLst/>
              <a:cxnLst/>
              <a:rect l="l" t="t" r="r" b="b"/>
              <a:pathLst>
                <a:path w="1953" h="6848" extrusionOk="0">
                  <a:moveTo>
                    <a:pt x="346" y="1"/>
                  </a:moveTo>
                  <a:cubicBezTo>
                    <a:pt x="262" y="1"/>
                    <a:pt x="179" y="30"/>
                    <a:pt x="119" y="90"/>
                  </a:cubicBezTo>
                  <a:cubicBezTo>
                    <a:pt x="0" y="209"/>
                    <a:pt x="0" y="423"/>
                    <a:pt x="119" y="542"/>
                  </a:cubicBezTo>
                  <a:cubicBezTo>
                    <a:pt x="905" y="1304"/>
                    <a:pt x="1310" y="2329"/>
                    <a:pt x="1310" y="3424"/>
                  </a:cubicBezTo>
                  <a:cubicBezTo>
                    <a:pt x="1310" y="4519"/>
                    <a:pt x="905" y="5543"/>
                    <a:pt x="119" y="6306"/>
                  </a:cubicBezTo>
                  <a:cubicBezTo>
                    <a:pt x="0" y="6425"/>
                    <a:pt x="0" y="6639"/>
                    <a:pt x="119" y="6758"/>
                  </a:cubicBezTo>
                  <a:cubicBezTo>
                    <a:pt x="179" y="6818"/>
                    <a:pt x="262" y="6847"/>
                    <a:pt x="346" y="6847"/>
                  </a:cubicBezTo>
                  <a:cubicBezTo>
                    <a:pt x="429" y="6847"/>
                    <a:pt x="512" y="6818"/>
                    <a:pt x="572" y="6758"/>
                  </a:cubicBezTo>
                  <a:cubicBezTo>
                    <a:pt x="1477" y="5853"/>
                    <a:pt x="1953" y="4662"/>
                    <a:pt x="1953" y="3424"/>
                  </a:cubicBezTo>
                  <a:cubicBezTo>
                    <a:pt x="1953" y="2162"/>
                    <a:pt x="1477" y="971"/>
                    <a:pt x="572" y="90"/>
                  </a:cubicBezTo>
                  <a:cubicBezTo>
                    <a:pt x="512" y="30"/>
                    <a:pt x="429" y="1"/>
                    <a:pt x="346"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9" name="Google Shape;20639;p137"/>
            <p:cNvSpPr/>
            <p:nvPr/>
          </p:nvSpPr>
          <p:spPr>
            <a:xfrm>
              <a:off x="1999382" y="2027925"/>
              <a:ext cx="45783" cy="136111"/>
            </a:xfrm>
            <a:custGeom>
              <a:avLst/>
              <a:gdLst/>
              <a:ahLst/>
              <a:cxnLst/>
              <a:rect l="l" t="t" r="r" b="b"/>
              <a:pathLst>
                <a:path w="1406" h="4180" extrusionOk="0">
                  <a:moveTo>
                    <a:pt x="346" y="0"/>
                  </a:moveTo>
                  <a:cubicBezTo>
                    <a:pt x="263" y="0"/>
                    <a:pt x="179" y="30"/>
                    <a:pt x="120" y="90"/>
                  </a:cubicBezTo>
                  <a:cubicBezTo>
                    <a:pt x="1" y="209"/>
                    <a:pt x="1" y="423"/>
                    <a:pt x="120" y="542"/>
                  </a:cubicBezTo>
                  <a:cubicBezTo>
                    <a:pt x="548" y="947"/>
                    <a:pt x="786" y="1518"/>
                    <a:pt x="786" y="2090"/>
                  </a:cubicBezTo>
                  <a:cubicBezTo>
                    <a:pt x="786" y="2638"/>
                    <a:pt x="525" y="3209"/>
                    <a:pt x="120" y="3638"/>
                  </a:cubicBezTo>
                  <a:cubicBezTo>
                    <a:pt x="1" y="3757"/>
                    <a:pt x="1" y="3971"/>
                    <a:pt x="120" y="4090"/>
                  </a:cubicBezTo>
                  <a:cubicBezTo>
                    <a:pt x="179" y="4150"/>
                    <a:pt x="263" y="4180"/>
                    <a:pt x="346" y="4180"/>
                  </a:cubicBezTo>
                  <a:cubicBezTo>
                    <a:pt x="429" y="4180"/>
                    <a:pt x="513" y="4150"/>
                    <a:pt x="572" y="4090"/>
                  </a:cubicBezTo>
                  <a:cubicBezTo>
                    <a:pt x="1096" y="3543"/>
                    <a:pt x="1406" y="2828"/>
                    <a:pt x="1406" y="2090"/>
                  </a:cubicBezTo>
                  <a:cubicBezTo>
                    <a:pt x="1406" y="1352"/>
                    <a:pt x="1096" y="637"/>
                    <a:pt x="572" y="90"/>
                  </a:cubicBezTo>
                  <a:cubicBezTo>
                    <a:pt x="513" y="30"/>
                    <a:pt x="429" y="0"/>
                    <a:pt x="346"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0" name="Google Shape;20640;p137"/>
            <p:cNvSpPr/>
            <p:nvPr/>
          </p:nvSpPr>
          <p:spPr>
            <a:xfrm>
              <a:off x="2042820" y="2095948"/>
              <a:ext cx="63595" cy="111527"/>
            </a:xfrm>
            <a:custGeom>
              <a:avLst/>
              <a:gdLst/>
              <a:ahLst/>
              <a:cxnLst/>
              <a:rect l="l" t="t" r="r" b="b"/>
              <a:pathLst>
                <a:path w="1953" h="3425" extrusionOk="0">
                  <a:moveTo>
                    <a:pt x="1310" y="1"/>
                  </a:moveTo>
                  <a:cubicBezTo>
                    <a:pt x="1310" y="1096"/>
                    <a:pt x="905" y="2120"/>
                    <a:pt x="119" y="2883"/>
                  </a:cubicBezTo>
                  <a:cubicBezTo>
                    <a:pt x="0" y="3002"/>
                    <a:pt x="0" y="3216"/>
                    <a:pt x="119" y="3335"/>
                  </a:cubicBezTo>
                  <a:cubicBezTo>
                    <a:pt x="179" y="3395"/>
                    <a:pt x="262" y="3424"/>
                    <a:pt x="346" y="3424"/>
                  </a:cubicBezTo>
                  <a:cubicBezTo>
                    <a:pt x="429" y="3424"/>
                    <a:pt x="512" y="3395"/>
                    <a:pt x="572" y="3335"/>
                  </a:cubicBezTo>
                  <a:cubicBezTo>
                    <a:pt x="1477" y="2430"/>
                    <a:pt x="1953" y="1239"/>
                    <a:pt x="1953"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1" name="Google Shape;20641;p137"/>
            <p:cNvSpPr/>
            <p:nvPr/>
          </p:nvSpPr>
          <p:spPr>
            <a:xfrm>
              <a:off x="1999382" y="2095948"/>
              <a:ext cx="45783" cy="68088"/>
            </a:xfrm>
            <a:custGeom>
              <a:avLst/>
              <a:gdLst/>
              <a:ahLst/>
              <a:cxnLst/>
              <a:rect l="l" t="t" r="r" b="b"/>
              <a:pathLst>
                <a:path w="1406" h="2091" extrusionOk="0">
                  <a:moveTo>
                    <a:pt x="786" y="1"/>
                  </a:moveTo>
                  <a:cubicBezTo>
                    <a:pt x="786" y="596"/>
                    <a:pt x="548" y="1120"/>
                    <a:pt x="120" y="1549"/>
                  </a:cubicBezTo>
                  <a:cubicBezTo>
                    <a:pt x="1" y="1692"/>
                    <a:pt x="1" y="1882"/>
                    <a:pt x="120" y="2001"/>
                  </a:cubicBezTo>
                  <a:cubicBezTo>
                    <a:pt x="179" y="2061"/>
                    <a:pt x="263" y="2091"/>
                    <a:pt x="346" y="2091"/>
                  </a:cubicBezTo>
                  <a:cubicBezTo>
                    <a:pt x="429" y="2091"/>
                    <a:pt x="513" y="2061"/>
                    <a:pt x="572" y="2001"/>
                  </a:cubicBezTo>
                  <a:cubicBezTo>
                    <a:pt x="1096" y="1454"/>
                    <a:pt x="1406" y="739"/>
                    <a:pt x="1406"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2" name="Google Shape;20642;p137"/>
            <p:cNvSpPr/>
            <p:nvPr/>
          </p:nvSpPr>
          <p:spPr>
            <a:xfrm>
              <a:off x="1828787" y="1942155"/>
              <a:ext cx="113252" cy="307195"/>
            </a:xfrm>
            <a:custGeom>
              <a:avLst/>
              <a:gdLst/>
              <a:ahLst/>
              <a:cxnLst/>
              <a:rect l="l" t="t" r="r" b="b"/>
              <a:pathLst>
                <a:path w="3478" h="9434" extrusionOk="0">
                  <a:moveTo>
                    <a:pt x="3201" y="0"/>
                  </a:moveTo>
                  <a:cubicBezTo>
                    <a:pt x="3098" y="0"/>
                    <a:pt x="2985" y="35"/>
                    <a:pt x="2930" y="128"/>
                  </a:cubicBezTo>
                  <a:cubicBezTo>
                    <a:pt x="2239" y="1057"/>
                    <a:pt x="810" y="2509"/>
                    <a:pt x="0" y="2509"/>
                  </a:cubicBezTo>
                  <a:lnTo>
                    <a:pt x="0" y="4724"/>
                  </a:lnTo>
                  <a:lnTo>
                    <a:pt x="0" y="6915"/>
                  </a:lnTo>
                  <a:cubicBezTo>
                    <a:pt x="810" y="6915"/>
                    <a:pt x="2239" y="8391"/>
                    <a:pt x="2930" y="9296"/>
                  </a:cubicBezTo>
                  <a:cubicBezTo>
                    <a:pt x="2983" y="9385"/>
                    <a:pt x="3062" y="9434"/>
                    <a:pt x="3167" y="9434"/>
                  </a:cubicBezTo>
                  <a:cubicBezTo>
                    <a:pt x="3204" y="9434"/>
                    <a:pt x="3244" y="9428"/>
                    <a:pt x="3287" y="9415"/>
                  </a:cubicBezTo>
                  <a:cubicBezTo>
                    <a:pt x="3406" y="9392"/>
                    <a:pt x="3477" y="9273"/>
                    <a:pt x="3477" y="9130"/>
                  </a:cubicBezTo>
                  <a:lnTo>
                    <a:pt x="3477" y="4724"/>
                  </a:lnTo>
                  <a:lnTo>
                    <a:pt x="3477" y="318"/>
                  </a:lnTo>
                  <a:cubicBezTo>
                    <a:pt x="3477" y="199"/>
                    <a:pt x="3406" y="80"/>
                    <a:pt x="3287" y="9"/>
                  </a:cubicBezTo>
                  <a:cubicBezTo>
                    <a:pt x="3260" y="3"/>
                    <a:pt x="3231" y="0"/>
                    <a:pt x="3201"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3" name="Google Shape;20643;p137"/>
            <p:cNvSpPr/>
            <p:nvPr/>
          </p:nvSpPr>
          <p:spPr>
            <a:xfrm>
              <a:off x="1828787" y="2095948"/>
              <a:ext cx="113252" cy="153402"/>
            </a:xfrm>
            <a:custGeom>
              <a:avLst/>
              <a:gdLst/>
              <a:ahLst/>
              <a:cxnLst/>
              <a:rect l="l" t="t" r="r" b="b"/>
              <a:pathLst>
                <a:path w="3478" h="4711" extrusionOk="0">
                  <a:moveTo>
                    <a:pt x="0" y="1"/>
                  </a:moveTo>
                  <a:lnTo>
                    <a:pt x="0" y="2192"/>
                  </a:lnTo>
                  <a:cubicBezTo>
                    <a:pt x="810" y="2192"/>
                    <a:pt x="2239" y="3668"/>
                    <a:pt x="2930" y="4573"/>
                  </a:cubicBezTo>
                  <a:cubicBezTo>
                    <a:pt x="2983" y="4662"/>
                    <a:pt x="3062" y="4711"/>
                    <a:pt x="3167" y="4711"/>
                  </a:cubicBezTo>
                  <a:cubicBezTo>
                    <a:pt x="3204" y="4711"/>
                    <a:pt x="3244" y="4705"/>
                    <a:pt x="3287" y="4692"/>
                  </a:cubicBezTo>
                  <a:cubicBezTo>
                    <a:pt x="3406" y="4669"/>
                    <a:pt x="3477" y="4550"/>
                    <a:pt x="3477" y="4407"/>
                  </a:cubicBezTo>
                  <a:lnTo>
                    <a:pt x="347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44" name="Google Shape;20644;p137"/>
          <p:cNvGrpSpPr/>
          <p:nvPr/>
        </p:nvGrpSpPr>
        <p:grpSpPr>
          <a:xfrm>
            <a:off x="2518949" y="1769078"/>
            <a:ext cx="351317" cy="350535"/>
            <a:chOff x="2518949" y="1921478"/>
            <a:chExt cx="351317" cy="350535"/>
          </a:xfrm>
        </p:grpSpPr>
        <p:sp>
          <p:nvSpPr>
            <p:cNvPr id="20645" name="Google Shape;20645;p137"/>
            <p:cNvSpPr/>
            <p:nvPr/>
          </p:nvSpPr>
          <p:spPr>
            <a:xfrm>
              <a:off x="2520479" y="1921478"/>
              <a:ext cx="347442" cy="274567"/>
            </a:xfrm>
            <a:custGeom>
              <a:avLst/>
              <a:gdLst/>
              <a:ahLst/>
              <a:cxnLst/>
              <a:rect l="l" t="t" r="r" b="b"/>
              <a:pathLst>
                <a:path w="10670" h="8432" extrusionOk="0">
                  <a:moveTo>
                    <a:pt x="5335" y="1"/>
                  </a:moveTo>
                  <a:cubicBezTo>
                    <a:pt x="5288" y="1"/>
                    <a:pt x="5216" y="25"/>
                    <a:pt x="5169" y="48"/>
                  </a:cubicBezTo>
                  <a:lnTo>
                    <a:pt x="96" y="3835"/>
                  </a:lnTo>
                  <a:cubicBezTo>
                    <a:pt x="72" y="3859"/>
                    <a:pt x="49" y="3906"/>
                    <a:pt x="1" y="3954"/>
                  </a:cubicBezTo>
                  <a:lnTo>
                    <a:pt x="596" y="5026"/>
                  </a:lnTo>
                  <a:lnTo>
                    <a:pt x="4502" y="8431"/>
                  </a:lnTo>
                  <a:lnTo>
                    <a:pt x="6169" y="8431"/>
                  </a:lnTo>
                  <a:lnTo>
                    <a:pt x="10074" y="5026"/>
                  </a:lnTo>
                  <a:lnTo>
                    <a:pt x="10670" y="3954"/>
                  </a:lnTo>
                  <a:cubicBezTo>
                    <a:pt x="10646" y="3930"/>
                    <a:pt x="10622" y="3859"/>
                    <a:pt x="10575" y="3835"/>
                  </a:cubicBezTo>
                  <a:lnTo>
                    <a:pt x="5526" y="48"/>
                  </a:lnTo>
                  <a:cubicBezTo>
                    <a:pt x="5454" y="25"/>
                    <a:pt x="5407" y="1"/>
                    <a:pt x="5335"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6" name="Google Shape;20646;p137"/>
            <p:cNvSpPr/>
            <p:nvPr/>
          </p:nvSpPr>
          <p:spPr>
            <a:xfrm>
              <a:off x="2693419" y="1921478"/>
              <a:ext cx="173753" cy="274567"/>
            </a:xfrm>
            <a:custGeom>
              <a:avLst/>
              <a:gdLst/>
              <a:ahLst/>
              <a:cxnLst/>
              <a:rect l="l" t="t" r="r" b="b"/>
              <a:pathLst>
                <a:path w="5336" h="8432" extrusionOk="0">
                  <a:moveTo>
                    <a:pt x="1" y="1"/>
                  </a:moveTo>
                  <a:lnTo>
                    <a:pt x="1" y="8431"/>
                  </a:lnTo>
                  <a:lnTo>
                    <a:pt x="834" y="8431"/>
                  </a:lnTo>
                  <a:lnTo>
                    <a:pt x="4740" y="5026"/>
                  </a:lnTo>
                  <a:lnTo>
                    <a:pt x="5335" y="3954"/>
                  </a:lnTo>
                  <a:cubicBezTo>
                    <a:pt x="5287" y="3930"/>
                    <a:pt x="5264" y="3859"/>
                    <a:pt x="5240" y="3835"/>
                  </a:cubicBezTo>
                  <a:lnTo>
                    <a:pt x="167" y="48"/>
                  </a:lnTo>
                  <a:cubicBezTo>
                    <a:pt x="120" y="25"/>
                    <a:pt x="72"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7" name="Google Shape;20647;p137"/>
            <p:cNvSpPr/>
            <p:nvPr/>
          </p:nvSpPr>
          <p:spPr>
            <a:xfrm>
              <a:off x="2580199" y="1963353"/>
              <a:ext cx="225691" cy="245847"/>
            </a:xfrm>
            <a:custGeom>
              <a:avLst/>
              <a:gdLst/>
              <a:ahLst/>
              <a:cxnLst/>
              <a:rect l="l" t="t" r="r" b="b"/>
              <a:pathLst>
                <a:path w="6931" h="7550" extrusionOk="0">
                  <a:moveTo>
                    <a:pt x="310" y="1"/>
                  </a:moveTo>
                  <a:cubicBezTo>
                    <a:pt x="144" y="1"/>
                    <a:pt x="1" y="144"/>
                    <a:pt x="1" y="310"/>
                  </a:cubicBezTo>
                  <a:lnTo>
                    <a:pt x="1" y="7550"/>
                  </a:lnTo>
                  <a:lnTo>
                    <a:pt x="6907" y="7550"/>
                  </a:lnTo>
                  <a:lnTo>
                    <a:pt x="6907" y="310"/>
                  </a:lnTo>
                  <a:cubicBezTo>
                    <a:pt x="6931" y="144"/>
                    <a:pt x="6812" y="1"/>
                    <a:pt x="6621"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8" name="Google Shape;20648;p137"/>
            <p:cNvSpPr/>
            <p:nvPr/>
          </p:nvSpPr>
          <p:spPr>
            <a:xfrm>
              <a:off x="2693419" y="1963353"/>
              <a:ext cx="112471" cy="245098"/>
            </a:xfrm>
            <a:custGeom>
              <a:avLst/>
              <a:gdLst/>
              <a:ahLst/>
              <a:cxnLst/>
              <a:rect l="l" t="t" r="r" b="b"/>
              <a:pathLst>
                <a:path w="3454" h="7527" extrusionOk="0">
                  <a:moveTo>
                    <a:pt x="1" y="1"/>
                  </a:moveTo>
                  <a:lnTo>
                    <a:pt x="1" y="7526"/>
                  </a:lnTo>
                  <a:lnTo>
                    <a:pt x="3454" y="7526"/>
                  </a:lnTo>
                  <a:lnTo>
                    <a:pt x="3454" y="286"/>
                  </a:lnTo>
                  <a:cubicBezTo>
                    <a:pt x="3454" y="144"/>
                    <a:pt x="3335" y="1"/>
                    <a:pt x="314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9" name="Google Shape;20649;p137"/>
            <p:cNvSpPr/>
            <p:nvPr/>
          </p:nvSpPr>
          <p:spPr>
            <a:xfrm>
              <a:off x="2518949" y="2050979"/>
              <a:ext cx="351317" cy="221034"/>
            </a:xfrm>
            <a:custGeom>
              <a:avLst/>
              <a:gdLst/>
              <a:ahLst/>
              <a:cxnLst/>
              <a:rect l="l" t="t" r="r" b="b"/>
              <a:pathLst>
                <a:path w="10789" h="6788" extrusionOk="0">
                  <a:moveTo>
                    <a:pt x="24" y="1"/>
                  </a:moveTo>
                  <a:cubicBezTo>
                    <a:pt x="0" y="48"/>
                    <a:pt x="0" y="96"/>
                    <a:pt x="0" y="167"/>
                  </a:cubicBezTo>
                  <a:lnTo>
                    <a:pt x="0" y="6478"/>
                  </a:lnTo>
                  <a:cubicBezTo>
                    <a:pt x="0" y="6645"/>
                    <a:pt x="143" y="6788"/>
                    <a:pt x="334" y="6788"/>
                  </a:cubicBezTo>
                  <a:lnTo>
                    <a:pt x="10455" y="6788"/>
                  </a:lnTo>
                  <a:cubicBezTo>
                    <a:pt x="10622" y="6788"/>
                    <a:pt x="10788" y="6645"/>
                    <a:pt x="10788" y="6478"/>
                  </a:cubicBezTo>
                  <a:lnTo>
                    <a:pt x="10788" y="167"/>
                  </a:lnTo>
                  <a:cubicBezTo>
                    <a:pt x="10717" y="96"/>
                    <a:pt x="10717" y="48"/>
                    <a:pt x="10693" y="1"/>
                  </a:cubicBezTo>
                  <a:lnTo>
                    <a:pt x="5573" y="3859"/>
                  </a:lnTo>
                  <a:cubicBezTo>
                    <a:pt x="5501" y="3906"/>
                    <a:pt x="5454" y="3906"/>
                    <a:pt x="5359" y="3906"/>
                  </a:cubicBezTo>
                  <a:cubicBezTo>
                    <a:pt x="5311" y="3906"/>
                    <a:pt x="5216" y="3882"/>
                    <a:pt x="5144" y="3859"/>
                  </a:cubicBezTo>
                  <a:lnTo>
                    <a:pt x="24" y="1"/>
                  </a:ln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0" name="Google Shape;20650;p137"/>
            <p:cNvSpPr/>
            <p:nvPr/>
          </p:nvSpPr>
          <p:spPr>
            <a:xfrm>
              <a:off x="2693419" y="2050197"/>
              <a:ext cx="174502" cy="220350"/>
            </a:xfrm>
            <a:custGeom>
              <a:avLst/>
              <a:gdLst/>
              <a:ahLst/>
              <a:cxnLst/>
              <a:rect l="l" t="t" r="r" b="b"/>
              <a:pathLst>
                <a:path w="5359" h="6767" extrusionOk="0">
                  <a:moveTo>
                    <a:pt x="5335" y="1"/>
                  </a:moveTo>
                  <a:lnTo>
                    <a:pt x="215" y="3835"/>
                  </a:lnTo>
                  <a:cubicBezTo>
                    <a:pt x="143" y="3906"/>
                    <a:pt x="96" y="3906"/>
                    <a:pt x="1" y="3906"/>
                  </a:cubicBezTo>
                  <a:lnTo>
                    <a:pt x="1" y="6764"/>
                  </a:lnTo>
                  <a:lnTo>
                    <a:pt x="5073" y="6764"/>
                  </a:lnTo>
                  <a:cubicBezTo>
                    <a:pt x="5085" y="6766"/>
                    <a:pt x="5097" y="6767"/>
                    <a:pt x="5109" y="6767"/>
                  </a:cubicBezTo>
                  <a:cubicBezTo>
                    <a:pt x="5257" y="6767"/>
                    <a:pt x="5359" y="6631"/>
                    <a:pt x="5359" y="6455"/>
                  </a:cubicBezTo>
                  <a:lnTo>
                    <a:pt x="5359" y="144"/>
                  </a:lnTo>
                  <a:cubicBezTo>
                    <a:pt x="5359" y="96"/>
                    <a:pt x="5359" y="72"/>
                    <a:pt x="5335"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1" name="Google Shape;20651;p137"/>
            <p:cNvSpPr/>
            <p:nvPr/>
          </p:nvSpPr>
          <p:spPr>
            <a:xfrm>
              <a:off x="2573230" y="2171851"/>
              <a:ext cx="71377" cy="56756"/>
            </a:xfrm>
            <a:custGeom>
              <a:avLst/>
              <a:gdLst/>
              <a:ahLst/>
              <a:cxnLst/>
              <a:rect l="l" t="t" r="r" b="b"/>
              <a:pathLst>
                <a:path w="2192" h="1743" extrusionOk="0">
                  <a:moveTo>
                    <a:pt x="1837" y="1"/>
                  </a:moveTo>
                  <a:cubicBezTo>
                    <a:pt x="1771" y="1"/>
                    <a:pt x="1703" y="26"/>
                    <a:pt x="1644" y="75"/>
                  </a:cubicBezTo>
                  <a:lnTo>
                    <a:pt x="191" y="1171"/>
                  </a:lnTo>
                  <a:cubicBezTo>
                    <a:pt x="24" y="1290"/>
                    <a:pt x="0" y="1480"/>
                    <a:pt x="119" y="1623"/>
                  </a:cubicBezTo>
                  <a:cubicBezTo>
                    <a:pt x="191" y="1718"/>
                    <a:pt x="262" y="1742"/>
                    <a:pt x="358" y="1742"/>
                  </a:cubicBezTo>
                  <a:cubicBezTo>
                    <a:pt x="429" y="1742"/>
                    <a:pt x="500" y="1742"/>
                    <a:pt x="572" y="1671"/>
                  </a:cubicBezTo>
                  <a:lnTo>
                    <a:pt x="2025" y="575"/>
                  </a:lnTo>
                  <a:cubicBezTo>
                    <a:pt x="2167" y="456"/>
                    <a:pt x="2191" y="290"/>
                    <a:pt x="2072" y="147"/>
                  </a:cubicBezTo>
                  <a:cubicBezTo>
                    <a:pt x="2017" y="49"/>
                    <a:pt x="1929" y="1"/>
                    <a:pt x="183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2" name="Google Shape;20652;p137"/>
            <p:cNvSpPr/>
            <p:nvPr/>
          </p:nvSpPr>
          <p:spPr>
            <a:xfrm>
              <a:off x="2743825" y="2171851"/>
              <a:ext cx="72158" cy="56756"/>
            </a:xfrm>
            <a:custGeom>
              <a:avLst/>
              <a:gdLst/>
              <a:ahLst/>
              <a:cxnLst/>
              <a:rect l="l" t="t" r="r" b="b"/>
              <a:pathLst>
                <a:path w="2216" h="1743" extrusionOk="0">
                  <a:moveTo>
                    <a:pt x="370" y="1"/>
                  </a:moveTo>
                  <a:cubicBezTo>
                    <a:pt x="271" y="1"/>
                    <a:pt x="175" y="49"/>
                    <a:pt x="120" y="147"/>
                  </a:cubicBezTo>
                  <a:cubicBezTo>
                    <a:pt x="1" y="290"/>
                    <a:pt x="24" y="504"/>
                    <a:pt x="191" y="575"/>
                  </a:cubicBezTo>
                  <a:lnTo>
                    <a:pt x="1644" y="1695"/>
                  </a:lnTo>
                  <a:cubicBezTo>
                    <a:pt x="1691" y="1718"/>
                    <a:pt x="1763" y="1742"/>
                    <a:pt x="1810" y="1742"/>
                  </a:cubicBezTo>
                  <a:cubicBezTo>
                    <a:pt x="1906" y="1742"/>
                    <a:pt x="2025" y="1718"/>
                    <a:pt x="2096" y="1623"/>
                  </a:cubicBezTo>
                  <a:cubicBezTo>
                    <a:pt x="2215" y="1480"/>
                    <a:pt x="2168" y="1266"/>
                    <a:pt x="2025" y="1171"/>
                  </a:cubicBezTo>
                  <a:lnTo>
                    <a:pt x="572" y="75"/>
                  </a:lnTo>
                  <a:cubicBezTo>
                    <a:pt x="513" y="26"/>
                    <a:pt x="441" y="1"/>
                    <a:pt x="37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3" name="Google Shape;20653;p137"/>
            <p:cNvSpPr/>
            <p:nvPr/>
          </p:nvSpPr>
          <p:spPr>
            <a:xfrm>
              <a:off x="2642230" y="2023854"/>
              <a:ext cx="103940" cy="21752"/>
            </a:xfrm>
            <a:custGeom>
              <a:avLst/>
              <a:gdLst/>
              <a:ahLst/>
              <a:cxnLst/>
              <a:rect l="l" t="t" r="r" b="b"/>
              <a:pathLst>
                <a:path w="3192" h="668" extrusionOk="0">
                  <a:moveTo>
                    <a:pt x="358" y="0"/>
                  </a:moveTo>
                  <a:cubicBezTo>
                    <a:pt x="144" y="0"/>
                    <a:pt x="1" y="191"/>
                    <a:pt x="25" y="357"/>
                  </a:cubicBezTo>
                  <a:cubicBezTo>
                    <a:pt x="48" y="548"/>
                    <a:pt x="215" y="667"/>
                    <a:pt x="358" y="667"/>
                  </a:cubicBezTo>
                  <a:lnTo>
                    <a:pt x="2859" y="667"/>
                  </a:lnTo>
                  <a:cubicBezTo>
                    <a:pt x="3001" y="667"/>
                    <a:pt x="3144" y="548"/>
                    <a:pt x="3192" y="357"/>
                  </a:cubicBezTo>
                  <a:cubicBezTo>
                    <a:pt x="3192" y="167"/>
                    <a:pt x="3025" y="0"/>
                    <a:pt x="285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4" name="Google Shape;20654;p137"/>
            <p:cNvSpPr/>
            <p:nvPr/>
          </p:nvSpPr>
          <p:spPr>
            <a:xfrm>
              <a:off x="2642230" y="2064948"/>
              <a:ext cx="103940" cy="20970"/>
            </a:xfrm>
            <a:custGeom>
              <a:avLst/>
              <a:gdLst/>
              <a:ahLst/>
              <a:cxnLst/>
              <a:rect l="l" t="t" r="r" b="b"/>
              <a:pathLst>
                <a:path w="3192" h="644" extrusionOk="0">
                  <a:moveTo>
                    <a:pt x="358" y="0"/>
                  </a:moveTo>
                  <a:cubicBezTo>
                    <a:pt x="144" y="0"/>
                    <a:pt x="1" y="167"/>
                    <a:pt x="25" y="358"/>
                  </a:cubicBezTo>
                  <a:cubicBezTo>
                    <a:pt x="48" y="524"/>
                    <a:pt x="215" y="643"/>
                    <a:pt x="358" y="643"/>
                  </a:cubicBezTo>
                  <a:lnTo>
                    <a:pt x="2859" y="643"/>
                  </a:lnTo>
                  <a:cubicBezTo>
                    <a:pt x="3001" y="643"/>
                    <a:pt x="3144" y="524"/>
                    <a:pt x="3192" y="358"/>
                  </a:cubicBezTo>
                  <a:cubicBezTo>
                    <a:pt x="3192" y="143"/>
                    <a:pt x="3025" y="0"/>
                    <a:pt x="285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5" name="Google Shape;20655;p137"/>
            <p:cNvSpPr/>
            <p:nvPr/>
          </p:nvSpPr>
          <p:spPr>
            <a:xfrm>
              <a:off x="2693419" y="2065730"/>
              <a:ext cx="51221" cy="20189"/>
            </a:xfrm>
            <a:custGeom>
              <a:avLst/>
              <a:gdLst/>
              <a:ahLst/>
              <a:cxnLst/>
              <a:rect l="l" t="t" r="r" b="b"/>
              <a:pathLst>
                <a:path w="1573" h="620" extrusionOk="0">
                  <a:moveTo>
                    <a:pt x="1" y="0"/>
                  </a:moveTo>
                  <a:lnTo>
                    <a:pt x="1" y="619"/>
                  </a:lnTo>
                  <a:lnTo>
                    <a:pt x="1263" y="619"/>
                  </a:lnTo>
                  <a:cubicBezTo>
                    <a:pt x="1429" y="619"/>
                    <a:pt x="1572" y="500"/>
                    <a:pt x="1572" y="357"/>
                  </a:cubicBezTo>
                  <a:cubicBezTo>
                    <a:pt x="1572" y="143"/>
                    <a:pt x="1429" y="0"/>
                    <a:pt x="1263"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6" name="Google Shape;20656;p137"/>
            <p:cNvSpPr/>
            <p:nvPr/>
          </p:nvSpPr>
          <p:spPr>
            <a:xfrm>
              <a:off x="2693419" y="2025385"/>
              <a:ext cx="51221" cy="20221"/>
            </a:xfrm>
            <a:custGeom>
              <a:avLst/>
              <a:gdLst/>
              <a:ahLst/>
              <a:cxnLst/>
              <a:rect l="l" t="t" r="r" b="b"/>
              <a:pathLst>
                <a:path w="1573" h="621" extrusionOk="0">
                  <a:moveTo>
                    <a:pt x="1" y="1"/>
                  </a:moveTo>
                  <a:lnTo>
                    <a:pt x="1" y="620"/>
                  </a:lnTo>
                  <a:lnTo>
                    <a:pt x="1263" y="620"/>
                  </a:lnTo>
                  <a:cubicBezTo>
                    <a:pt x="1429" y="620"/>
                    <a:pt x="1572" y="501"/>
                    <a:pt x="1572" y="358"/>
                  </a:cubicBezTo>
                  <a:cubicBezTo>
                    <a:pt x="1572" y="144"/>
                    <a:pt x="1429" y="1"/>
                    <a:pt x="126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57" name="Google Shape;20657;p137"/>
          <p:cNvGrpSpPr/>
          <p:nvPr/>
        </p:nvGrpSpPr>
        <p:grpSpPr>
          <a:xfrm>
            <a:off x="3254861" y="1779954"/>
            <a:ext cx="352847" cy="328035"/>
            <a:chOff x="3254861" y="1932354"/>
            <a:chExt cx="352847" cy="328035"/>
          </a:xfrm>
        </p:grpSpPr>
        <p:sp>
          <p:nvSpPr>
            <p:cNvPr id="20658" name="Google Shape;20658;p137"/>
            <p:cNvSpPr/>
            <p:nvPr/>
          </p:nvSpPr>
          <p:spPr>
            <a:xfrm>
              <a:off x="3254861" y="1932354"/>
              <a:ext cx="350535" cy="245847"/>
            </a:xfrm>
            <a:custGeom>
              <a:avLst/>
              <a:gdLst/>
              <a:ahLst/>
              <a:cxnLst/>
              <a:rect l="l" t="t" r="r" b="b"/>
              <a:pathLst>
                <a:path w="10765" h="7550" extrusionOk="0">
                  <a:moveTo>
                    <a:pt x="310" y="0"/>
                  </a:moveTo>
                  <a:cubicBezTo>
                    <a:pt x="143" y="0"/>
                    <a:pt x="0" y="143"/>
                    <a:pt x="0" y="310"/>
                  </a:cubicBezTo>
                  <a:lnTo>
                    <a:pt x="0" y="6930"/>
                  </a:lnTo>
                  <a:lnTo>
                    <a:pt x="619" y="7549"/>
                  </a:lnTo>
                  <a:lnTo>
                    <a:pt x="10074" y="7549"/>
                  </a:lnTo>
                  <a:lnTo>
                    <a:pt x="10717" y="6930"/>
                  </a:lnTo>
                  <a:lnTo>
                    <a:pt x="10717" y="310"/>
                  </a:lnTo>
                  <a:lnTo>
                    <a:pt x="10764" y="310"/>
                  </a:lnTo>
                  <a:cubicBezTo>
                    <a:pt x="10764" y="143"/>
                    <a:pt x="10622" y="0"/>
                    <a:pt x="10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9" name="Google Shape;20659;p137"/>
            <p:cNvSpPr/>
            <p:nvPr/>
          </p:nvSpPr>
          <p:spPr>
            <a:xfrm>
              <a:off x="3430113" y="1932354"/>
              <a:ext cx="175284" cy="245847"/>
            </a:xfrm>
            <a:custGeom>
              <a:avLst/>
              <a:gdLst/>
              <a:ahLst/>
              <a:cxnLst/>
              <a:rect l="l" t="t" r="r" b="b"/>
              <a:pathLst>
                <a:path w="5383" h="7550" extrusionOk="0">
                  <a:moveTo>
                    <a:pt x="0" y="0"/>
                  </a:moveTo>
                  <a:lnTo>
                    <a:pt x="0" y="7549"/>
                  </a:lnTo>
                  <a:lnTo>
                    <a:pt x="4739" y="7549"/>
                  </a:lnTo>
                  <a:lnTo>
                    <a:pt x="5382" y="6930"/>
                  </a:lnTo>
                  <a:lnTo>
                    <a:pt x="5382" y="310"/>
                  </a:lnTo>
                  <a:cubicBezTo>
                    <a:pt x="5382" y="143"/>
                    <a:pt x="5240" y="0"/>
                    <a:pt x="5049"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0" name="Google Shape;20660;p137"/>
            <p:cNvSpPr/>
            <p:nvPr/>
          </p:nvSpPr>
          <p:spPr>
            <a:xfrm>
              <a:off x="3256392" y="2158012"/>
              <a:ext cx="351317" cy="102376"/>
            </a:xfrm>
            <a:custGeom>
              <a:avLst/>
              <a:gdLst/>
              <a:ahLst/>
              <a:cxnLst/>
              <a:rect l="l" t="t" r="r" b="b"/>
              <a:pathLst>
                <a:path w="10789" h="3144" extrusionOk="0">
                  <a:moveTo>
                    <a:pt x="1" y="0"/>
                  </a:moveTo>
                  <a:lnTo>
                    <a:pt x="1" y="2834"/>
                  </a:lnTo>
                  <a:cubicBezTo>
                    <a:pt x="1" y="3001"/>
                    <a:pt x="168" y="3144"/>
                    <a:pt x="334" y="3144"/>
                  </a:cubicBezTo>
                  <a:lnTo>
                    <a:pt x="10455" y="3144"/>
                  </a:lnTo>
                  <a:cubicBezTo>
                    <a:pt x="10646" y="3144"/>
                    <a:pt x="10789" y="3001"/>
                    <a:pt x="10789" y="2834"/>
                  </a:cubicBezTo>
                  <a:lnTo>
                    <a:pt x="10789" y="0"/>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1" name="Google Shape;20661;p137"/>
            <p:cNvSpPr/>
            <p:nvPr/>
          </p:nvSpPr>
          <p:spPr>
            <a:xfrm>
              <a:off x="3430894" y="2158012"/>
              <a:ext cx="174502" cy="102376"/>
            </a:xfrm>
            <a:custGeom>
              <a:avLst/>
              <a:gdLst/>
              <a:ahLst/>
              <a:cxnLst/>
              <a:rect l="l" t="t" r="r" b="b"/>
              <a:pathLst>
                <a:path w="5359" h="3144" extrusionOk="0">
                  <a:moveTo>
                    <a:pt x="0" y="0"/>
                  </a:moveTo>
                  <a:lnTo>
                    <a:pt x="0" y="3144"/>
                  </a:lnTo>
                  <a:lnTo>
                    <a:pt x="5073" y="3144"/>
                  </a:lnTo>
                  <a:cubicBezTo>
                    <a:pt x="5216" y="3120"/>
                    <a:pt x="5358" y="2977"/>
                    <a:pt x="5358" y="2834"/>
                  </a:cubicBezTo>
                  <a:lnTo>
                    <a:pt x="5358" y="0"/>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2" name="Google Shape;20662;p137"/>
            <p:cNvSpPr/>
            <p:nvPr/>
          </p:nvSpPr>
          <p:spPr>
            <a:xfrm>
              <a:off x="3295955" y="2198324"/>
              <a:ext cx="268348" cy="20970"/>
            </a:xfrm>
            <a:custGeom>
              <a:avLst/>
              <a:gdLst/>
              <a:ahLst/>
              <a:cxnLst/>
              <a:rect l="l" t="t" r="r" b="b"/>
              <a:pathLst>
                <a:path w="8241" h="644" extrusionOk="0">
                  <a:moveTo>
                    <a:pt x="381" y="0"/>
                  </a:moveTo>
                  <a:cubicBezTo>
                    <a:pt x="215" y="0"/>
                    <a:pt x="72" y="120"/>
                    <a:pt x="48" y="286"/>
                  </a:cubicBezTo>
                  <a:cubicBezTo>
                    <a:pt x="0" y="453"/>
                    <a:pt x="167" y="643"/>
                    <a:pt x="334" y="643"/>
                  </a:cubicBezTo>
                  <a:lnTo>
                    <a:pt x="7907" y="643"/>
                  </a:lnTo>
                  <a:cubicBezTo>
                    <a:pt x="8074" y="643"/>
                    <a:pt x="8240" y="453"/>
                    <a:pt x="8240" y="286"/>
                  </a:cubicBezTo>
                  <a:cubicBezTo>
                    <a:pt x="8193" y="120"/>
                    <a:pt x="8074" y="0"/>
                    <a:pt x="7907"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3" name="Google Shape;20663;p137"/>
            <p:cNvSpPr/>
            <p:nvPr/>
          </p:nvSpPr>
          <p:spPr>
            <a:xfrm>
              <a:off x="3430894" y="2198324"/>
              <a:ext cx="134190" cy="20970"/>
            </a:xfrm>
            <a:custGeom>
              <a:avLst/>
              <a:gdLst/>
              <a:ahLst/>
              <a:cxnLst/>
              <a:rect l="l" t="t" r="r" b="b"/>
              <a:pathLst>
                <a:path w="4121" h="644" extrusionOk="0">
                  <a:moveTo>
                    <a:pt x="0" y="0"/>
                  </a:moveTo>
                  <a:lnTo>
                    <a:pt x="0" y="643"/>
                  </a:lnTo>
                  <a:lnTo>
                    <a:pt x="3787" y="643"/>
                  </a:lnTo>
                  <a:cubicBezTo>
                    <a:pt x="3977" y="643"/>
                    <a:pt x="4120" y="477"/>
                    <a:pt x="4096" y="286"/>
                  </a:cubicBezTo>
                  <a:cubicBezTo>
                    <a:pt x="4049" y="120"/>
                    <a:pt x="3906" y="0"/>
                    <a:pt x="376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4" name="Google Shape;20664;p137"/>
            <p:cNvSpPr/>
            <p:nvPr/>
          </p:nvSpPr>
          <p:spPr>
            <a:xfrm>
              <a:off x="3378924" y="1973838"/>
              <a:ext cx="123347" cy="142526"/>
            </a:xfrm>
            <a:custGeom>
              <a:avLst/>
              <a:gdLst/>
              <a:ahLst/>
              <a:cxnLst/>
              <a:rect l="l" t="t" r="r" b="b"/>
              <a:pathLst>
                <a:path w="3788" h="4377" extrusionOk="0">
                  <a:moveTo>
                    <a:pt x="304" y="1"/>
                  </a:moveTo>
                  <a:cubicBezTo>
                    <a:pt x="219" y="1"/>
                    <a:pt x="137" y="38"/>
                    <a:pt x="96" y="107"/>
                  </a:cubicBezTo>
                  <a:cubicBezTo>
                    <a:pt x="24" y="179"/>
                    <a:pt x="1" y="274"/>
                    <a:pt x="1" y="322"/>
                  </a:cubicBezTo>
                  <a:lnTo>
                    <a:pt x="1" y="4084"/>
                  </a:lnTo>
                  <a:cubicBezTo>
                    <a:pt x="1" y="4156"/>
                    <a:pt x="24" y="4227"/>
                    <a:pt x="96" y="4275"/>
                  </a:cubicBezTo>
                  <a:cubicBezTo>
                    <a:pt x="169" y="4348"/>
                    <a:pt x="251" y="4376"/>
                    <a:pt x="331" y="4376"/>
                  </a:cubicBezTo>
                  <a:cubicBezTo>
                    <a:pt x="381" y="4376"/>
                    <a:pt x="431" y="4365"/>
                    <a:pt x="477" y="4346"/>
                  </a:cubicBezTo>
                  <a:lnTo>
                    <a:pt x="1572" y="3680"/>
                  </a:lnTo>
                  <a:lnTo>
                    <a:pt x="3620" y="2465"/>
                  </a:lnTo>
                  <a:cubicBezTo>
                    <a:pt x="3716" y="2417"/>
                    <a:pt x="3787" y="2322"/>
                    <a:pt x="3787" y="2203"/>
                  </a:cubicBezTo>
                  <a:cubicBezTo>
                    <a:pt x="3787" y="2084"/>
                    <a:pt x="3739" y="1965"/>
                    <a:pt x="3620" y="1941"/>
                  </a:cubicBezTo>
                  <a:lnTo>
                    <a:pt x="1572" y="703"/>
                  </a:lnTo>
                  <a:lnTo>
                    <a:pt x="477" y="60"/>
                  </a:lnTo>
                  <a:cubicBezTo>
                    <a:pt x="427" y="20"/>
                    <a:pt x="365" y="1"/>
                    <a:pt x="304"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5" name="Google Shape;20665;p137"/>
            <p:cNvSpPr/>
            <p:nvPr/>
          </p:nvSpPr>
          <p:spPr>
            <a:xfrm>
              <a:off x="3430113" y="1996697"/>
              <a:ext cx="72158" cy="98534"/>
            </a:xfrm>
            <a:custGeom>
              <a:avLst/>
              <a:gdLst/>
              <a:ahLst/>
              <a:cxnLst/>
              <a:rect l="l" t="t" r="r" b="b"/>
              <a:pathLst>
                <a:path w="2216" h="3026" extrusionOk="0">
                  <a:moveTo>
                    <a:pt x="0" y="1"/>
                  </a:moveTo>
                  <a:lnTo>
                    <a:pt x="0" y="3025"/>
                  </a:lnTo>
                  <a:lnTo>
                    <a:pt x="2048" y="1787"/>
                  </a:lnTo>
                  <a:cubicBezTo>
                    <a:pt x="2167" y="1715"/>
                    <a:pt x="2215" y="1596"/>
                    <a:pt x="2215" y="1501"/>
                  </a:cubicBezTo>
                  <a:cubicBezTo>
                    <a:pt x="2215" y="1382"/>
                    <a:pt x="2144" y="1287"/>
                    <a:pt x="2048" y="1239"/>
                  </a:cubicBezTo>
                  <a:lnTo>
                    <a:pt x="0"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6" name="Google Shape;20666;p137"/>
            <p:cNvSpPr/>
            <p:nvPr/>
          </p:nvSpPr>
          <p:spPr>
            <a:xfrm>
              <a:off x="3502239" y="2177289"/>
              <a:ext cx="20189" cy="60176"/>
            </a:xfrm>
            <a:custGeom>
              <a:avLst/>
              <a:gdLst/>
              <a:ahLst/>
              <a:cxnLst/>
              <a:rect l="l" t="t" r="r" b="b"/>
              <a:pathLst>
                <a:path w="620" h="1848" extrusionOk="0">
                  <a:moveTo>
                    <a:pt x="299" y="1"/>
                  </a:moveTo>
                  <a:cubicBezTo>
                    <a:pt x="287" y="1"/>
                    <a:pt x="274" y="2"/>
                    <a:pt x="262" y="3"/>
                  </a:cubicBezTo>
                  <a:cubicBezTo>
                    <a:pt x="119" y="27"/>
                    <a:pt x="0" y="170"/>
                    <a:pt x="0" y="337"/>
                  </a:cubicBezTo>
                  <a:lnTo>
                    <a:pt x="0" y="1575"/>
                  </a:lnTo>
                  <a:cubicBezTo>
                    <a:pt x="0" y="1737"/>
                    <a:pt x="86" y="1848"/>
                    <a:pt x="200" y="1848"/>
                  </a:cubicBezTo>
                  <a:cubicBezTo>
                    <a:pt x="220" y="1848"/>
                    <a:pt x="241" y="1844"/>
                    <a:pt x="262" y="1837"/>
                  </a:cubicBezTo>
                  <a:cubicBezTo>
                    <a:pt x="285" y="1843"/>
                    <a:pt x="307" y="1845"/>
                    <a:pt x="328" y="1845"/>
                  </a:cubicBezTo>
                  <a:cubicBezTo>
                    <a:pt x="490" y="1845"/>
                    <a:pt x="619" y="1698"/>
                    <a:pt x="619" y="1551"/>
                  </a:cubicBezTo>
                  <a:lnTo>
                    <a:pt x="619" y="289"/>
                  </a:lnTo>
                  <a:cubicBezTo>
                    <a:pt x="619" y="135"/>
                    <a:pt x="456" y="1"/>
                    <a:pt x="299"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7" name="Google Shape;20667;p137"/>
          <p:cNvGrpSpPr/>
          <p:nvPr/>
        </p:nvGrpSpPr>
        <p:grpSpPr>
          <a:xfrm>
            <a:off x="4016368" y="1789950"/>
            <a:ext cx="351317" cy="307976"/>
            <a:chOff x="4016368" y="1942350"/>
            <a:chExt cx="351317" cy="307976"/>
          </a:xfrm>
        </p:grpSpPr>
        <p:sp>
          <p:nvSpPr>
            <p:cNvPr id="20668" name="Google Shape;20668;p137"/>
            <p:cNvSpPr/>
            <p:nvPr/>
          </p:nvSpPr>
          <p:spPr>
            <a:xfrm>
              <a:off x="4079930" y="2034698"/>
              <a:ext cx="287755" cy="214847"/>
            </a:xfrm>
            <a:custGeom>
              <a:avLst/>
              <a:gdLst/>
              <a:ahLst/>
              <a:cxnLst/>
              <a:rect l="l" t="t" r="r" b="b"/>
              <a:pathLst>
                <a:path w="8837" h="6598" extrusionOk="0">
                  <a:moveTo>
                    <a:pt x="1" y="1"/>
                  </a:moveTo>
                  <a:lnTo>
                    <a:pt x="1" y="6288"/>
                  </a:lnTo>
                  <a:cubicBezTo>
                    <a:pt x="1" y="6454"/>
                    <a:pt x="144" y="6597"/>
                    <a:pt x="310" y="6597"/>
                  </a:cubicBezTo>
                  <a:lnTo>
                    <a:pt x="8503" y="6597"/>
                  </a:lnTo>
                  <a:cubicBezTo>
                    <a:pt x="8693" y="6597"/>
                    <a:pt x="8836" y="6454"/>
                    <a:pt x="8836" y="6288"/>
                  </a:cubicBezTo>
                  <a:lnTo>
                    <a:pt x="8836"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9" name="Google Shape;20669;p137"/>
            <p:cNvSpPr/>
            <p:nvPr/>
          </p:nvSpPr>
          <p:spPr>
            <a:xfrm>
              <a:off x="4224182" y="2034698"/>
              <a:ext cx="143503" cy="215629"/>
            </a:xfrm>
            <a:custGeom>
              <a:avLst/>
              <a:gdLst/>
              <a:ahLst/>
              <a:cxnLst/>
              <a:rect l="l" t="t" r="r" b="b"/>
              <a:pathLst>
                <a:path w="4407" h="6622" extrusionOk="0">
                  <a:moveTo>
                    <a:pt x="0" y="1"/>
                  </a:moveTo>
                  <a:lnTo>
                    <a:pt x="0" y="6621"/>
                  </a:lnTo>
                  <a:lnTo>
                    <a:pt x="4096" y="6621"/>
                  </a:lnTo>
                  <a:cubicBezTo>
                    <a:pt x="4263" y="6573"/>
                    <a:pt x="4406" y="6454"/>
                    <a:pt x="4406" y="6288"/>
                  </a:cubicBezTo>
                  <a:lnTo>
                    <a:pt x="4406"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0" name="Google Shape;20670;p137"/>
            <p:cNvSpPr/>
            <p:nvPr/>
          </p:nvSpPr>
          <p:spPr>
            <a:xfrm>
              <a:off x="4079181" y="1963353"/>
              <a:ext cx="288504" cy="82253"/>
            </a:xfrm>
            <a:custGeom>
              <a:avLst/>
              <a:gdLst/>
              <a:ahLst/>
              <a:cxnLst/>
              <a:rect l="l" t="t" r="r" b="b"/>
              <a:pathLst>
                <a:path w="8860" h="2526" extrusionOk="0">
                  <a:moveTo>
                    <a:pt x="333" y="1"/>
                  </a:moveTo>
                  <a:cubicBezTo>
                    <a:pt x="167" y="1"/>
                    <a:pt x="0" y="144"/>
                    <a:pt x="0" y="310"/>
                  </a:cubicBezTo>
                  <a:lnTo>
                    <a:pt x="0" y="1906"/>
                  </a:lnTo>
                  <a:lnTo>
                    <a:pt x="643" y="2525"/>
                  </a:lnTo>
                  <a:lnTo>
                    <a:pt x="8192" y="2525"/>
                  </a:lnTo>
                  <a:lnTo>
                    <a:pt x="8835" y="1906"/>
                  </a:lnTo>
                  <a:lnTo>
                    <a:pt x="8859" y="310"/>
                  </a:lnTo>
                  <a:cubicBezTo>
                    <a:pt x="8859" y="144"/>
                    <a:pt x="8716" y="1"/>
                    <a:pt x="85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1" name="Google Shape;20671;p137"/>
            <p:cNvSpPr/>
            <p:nvPr/>
          </p:nvSpPr>
          <p:spPr>
            <a:xfrm>
              <a:off x="4223400" y="1961823"/>
              <a:ext cx="144284" cy="81439"/>
            </a:xfrm>
            <a:custGeom>
              <a:avLst/>
              <a:gdLst/>
              <a:ahLst/>
              <a:cxnLst/>
              <a:rect l="l" t="t" r="r" b="b"/>
              <a:pathLst>
                <a:path w="4431" h="2501" extrusionOk="0">
                  <a:moveTo>
                    <a:pt x="1" y="0"/>
                  </a:moveTo>
                  <a:lnTo>
                    <a:pt x="1" y="2501"/>
                  </a:lnTo>
                  <a:lnTo>
                    <a:pt x="3763" y="2501"/>
                  </a:lnTo>
                  <a:lnTo>
                    <a:pt x="4430" y="1905"/>
                  </a:lnTo>
                  <a:lnTo>
                    <a:pt x="4430" y="333"/>
                  </a:lnTo>
                  <a:cubicBezTo>
                    <a:pt x="4430" y="167"/>
                    <a:pt x="4287" y="0"/>
                    <a:pt x="4097"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2" name="Google Shape;20672;p137"/>
            <p:cNvSpPr/>
            <p:nvPr/>
          </p:nvSpPr>
          <p:spPr>
            <a:xfrm>
              <a:off x="4141994" y="1942350"/>
              <a:ext cx="20189" cy="60664"/>
            </a:xfrm>
            <a:custGeom>
              <a:avLst/>
              <a:gdLst/>
              <a:ahLst/>
              <a:cxnLst/>
              <a:rect l="l" t="t" r="r" b="b"/>
              <a:pathLst>
                <a:path w="620" h="1863" extrusionOk="0">
                  <a:moveTo>
                    <a:pt x="299" y="0"/>
                  </a:moveTo>
                  <a:cubicBezTo>
                    <a:pt x="287" y="0"/>
                    <a:pt x="274" y="1"/>
                    <a:pt x="262" y="3"/>
                  </a:cubicBezTo>
                  <a:cubicBezTo>
                    <a:pt x="119" y="50"/>
                    <a:pt x="0" y="193"/>
                    <a:pt x="0" y="336"/>
                  </a:cubicBezTo>
                  <a:lnTo>
                    <a:pt x="0" y="1598"/>
                  </a:lnTo>
                  <a:cubicBezTo>
                    <a:pt x="0" y="1731"/>
                    <a:pt x="102" y="1863"/>
                    <a:pt x="231" y="1863"/>
                  </a:cubicBezTo>
                  <a:cubicBezTo>
                    <a:pt x="241" y="1863"/>
                    <a:pt x="251" y="1862"/>
                    <a:pt x="262" y="1860"/>
                  </a:cubicBezTo>
                  <a:cubicBezTo>
                    <a:pt x="276" y="1862"/>
                    <a:pt x="290" y="1863"/>
                    <a:pt x="303" y="1863"/>
                  </a:cubicBezTo>
                  <a:cubicBezTo>
                    <a:pt x="476" y="1863"/>
                    <a:pt x="619" y="1727"/>
                    <a:pt x="619" y="1551"/>
                  </a:cubicBezTo>
                  <a:lnTo>
                    <a:pt x="619" y="312"/>
                  </a:lnTo>
                  <a:cubicBezTo>
                    <a:pt x="619" y="136"/>
                    <a:pt x="456" y="0"/>
                    <a:pt x="29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3" name="Google Shape;20673;p137"/>
            <p:cNvSpPr/>
            <p:nvPr/>
          </p:nvSpPr>
          <p:spPr>
            <a:xfrm>
              <a:off x="4283901" y="1942350"/>
              <a:ext cx="20189" cy="60664"/>
            </a:xfrm>
            <a:custGeom>
              <a:avLst/>
              <a:gdLst/>
              <a:ahLst/>
              <a:cxnLst/>
              <a:rect l="l" t="t" r="r" b="b"/>
              <a:pathLst>
                <a:path w="620" h="1863" extrusionOk="0">
                  <a:moveTo>
                    <a:pt x="304" y="0"/>
                  </a:moveTo>
                  <a:cubicBezTo>
                    <a:pt x="290" y="0"/>
                    <a:pt x="276" y="1"/>
                    <a:pt x="262" y="3"/>
                  </a:cubicBezTo>
                  <a:cubicBezTo>
                    <a:pt x="119" y="50"/>
                    <a:pt x="0" y="193"/>
                    <a:pt x="0" y="336"/>
                  </a:cubicBezTo>
                  <a:lnTo>
                    <a:pt x="0" y="1598"/>
                  </a:lnTo>
                  <a:cubicBezTo>
                    <a:pt x="0" y="1731"/>
                    <a:pt x="102" y="1863"/>
                    <a:pt x="231" y="1863"/>
                  </a:cubicBezTo>
                  <a:cubicBezTo>
                    <a:pt x="241" y="1863"/>
                    <a:pt x="251" y="1862"/>
                    <a:pt x="262" y="1860"/>
                  </a:cubicBezTo>
                  <a:cubicBezTo>
                    <a:pt x="278" y="1862"/>
                    <a:pt x="293" y="1863"/>
                    <a:pt x="308" y="1863"/>
                  </a:cubicBezTo>
                  <a:cubicBezTo>
                    <a:pt x="497" y="1863"/>
                    <a:pt x="619" y="1727"/>
                    <a:pt x="619" y="1551"/>
                  </a:cubicBezTo>
                  <a:lnTo>
                    <a:pt x="619" y="312"/>
                  </a:lnTo>
                  <a:cubicBezTo>
                    <a:pt x="619" y="136"/>
                    <a:pt x="476" y="0"/>
                    <a:pt x="30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4" name="Google Shape;20674;p137"/>
            <p:cNvSpPr/>
            <p:nvPr/>
          </p:nvSpPr>
          <p:spPr>
            <a:xfrm>
              <a:off x="4016368" y="2023854"/>
              <a:ext cx="351317" cy="185346"/>
            </a:xfrm>
            <a:custGeom>
              <a:avLst/>
              <a:gdLst/>
              <a:ahLst/>
              <a:cxnLst/>
              <a:rect l="l" t="t" r="r" b="b"/>
              <a:pathLst>
                <a:path w="10789" h="5692" extrusionOk="0">
                  <a:moveTo>
                    <a:pt x="1953" y="0"/>
                  </a:moveTo>
                  <a:lnTo>
                    <a:pt x="1953" y="334"/>
                  </a:lnTo>
                  <a:cubicBezTo>
                    <a:pt x="1953" y="3572"/>
                    <a:pt x="167" y="5097"/>
                    <a:pt x="167" y="5120"/>
                  </a:cubicBezTo>
                  <a:cubicBezTo>
                    <a:pt x="72" y="5216"/>
                    <a:pt x="0" y="5358"/>
                    <a:pt x="72" y="5478"/>
                  </a:cubicBezTo>
                  <a:cubicBezTo>
                    <a:pt x="119" y="5597"/>
                    <a:pt x="214" y="5692"/>
                    <a:pt x="357" y="5692"/>
                  </a:cubicBezTo>
                  <a:lnTo>
                    <a:pt x="8549" y="5692"/>
                  </a:lnTo>
                  <a:cubicBezTo>
                    <a:pt x="8621" y="5692"/>
                    <a:pt x="8692" y="5668"/>
                    <a:pt x="8764" y="5620"/>
                  </a:cubicBezTo>
                  <a:cubicBezTo>
                    <a:pt x="8859" y="5573"/>
                    <a:pt x="10788" y="3930"/>
                    <a:pt x="10788" y="357"/>
                  </a:cubicBezTo>
                  <a:lnTo>
                    <a:pt x="10788" y="48"/>
                  </a:lnTo>
                  <a:lnTo>
                    <a:pt x="6359" y="48"/>
                  </a:lnTo>
                  <a:lnTo>
                    <a:pt x="6359"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5" name="Google Shape;20675;p137"/>
            <p:cNvSpPr/>
            <p:nvPr/>
          </p:nvSpPr>
          <p:spPr>
            <a:xfrm>
              <a:off x="4224182" y="2023854"/>
              <a:ext cx="143503" cy="184597"/>
            </a:xfrm>
            <a:custGeom>
              <a:avLst/>
              <a:gdLst/>
              <a:ahLst/>
              <a:cxnLst/>
              <a:rect l="l" t="t" r="r" b="b"/>
              <a:pathLst>
                <a:path w="4407" h="5669" extrusionOk="0">
                  <a:moveTo>
                    <a:pt x="0" y="0"/>
                  </a:moveTo>
                  <a:lnTo>
                    <a:pt x="0" y="5668"/>
                  </a:lnTo>
                  <a:lnTo>
                    <a:pt x="2191" y="5668"/>
                  </a:lnTo>
                  <a:cubicBezTo>
                    <a:pt x="2239" y="5668"/>
                    <a:pt x="2310" y="5644"/>
                    <a:pt x="2382" y="5597"/>
                  </a:cubicBezTo>
                  <a:cubicBezTo>
                    <a:pt x="2477" y="5549"/>
                    <a:pt x="4406" y="3906"/>
                    <a:pt x="4406" y="334"/>
                  </a:cubicBezTo>
                  <a:lnTo>
                    <a:pt x="4406"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6" name="Google Shape;20676;p137"/>
            <p:cNvSpPr/>
            <p:nvPr/>
          </p:nvSpPr>
          <p:spPr>
            <a:xfrm>
              <a:off x="4213306" y="1944662"/>
              <a:ext cx="20221" cy="60110"/>
            </a:xfrm>
            <a:custGeom>
              <a:avLst/>
              <a:gdLst/>
              <a:ahLst/>
              <a:cxnLst/>
              <a:rect l="l" t="t" r="r" b="b"/>
              <a:pathLst>
                <a:path w="621" h="1846" extrusionOk="0">
                  <a:moveTo>
                    <a:pt x="227" y="0"/>
                  </a:moveTo>
                  <a:cubicBezTo>
                    <a:pt x="100" y="0"/>
                    <a:pt x="1" y="113"/>
                    <a:pt x="1" y="265"/>
                  </a:cubicBezTo>
                  <a:lnTo>
                    <a:pt x="1" y="1527"/>
                  </a:lnTo>
                  <a:cubicBezTo>
                    <a:pt x="1" y="1670"/>
                    <a:pt x="120" y="1813"/>
                    <a:pt x="263" y="1837"/>
                  </a:cubicBezTo>
                  <a:cubicBezTo>
                    <a:pt x="285" y="1842"/>
                    <a:pt x="308" y="1845"/>
                    <a:pt x="329" y="1845"/>
                  </a:cubicBezTo>
                  <a:cubicBezTo>
                    <a:pt x="490" y="1845"/>
                    <a:pt x="620" y="1698"/>
                    <a:pt x="620" y="1551"/>
                  </a:cubicBezTo>
                  <a:lnTo>
                    <a:pt x="620" y="289"/>
                  </a:lnTo>
                  <a:cubicBezTo>
                    <a:pt x="620" y="135"/>
                    <a:pt x="498" y="1"/>
                    <a:pt x="309" y="1"/>
                  </a:cubicBezTo>
                  <a:cubicBezTo>
                    <a:pt x="294" y="1"/>
                    <a:pt x="279" y="1"/>
                    <a:pt x="263" y="3"/>
                  </a:cubicBezTo>
                  <a:cubicBezTo>
                    <a:pt x="251" y="1"/>
                    <a:pt x="239" y="0"/>
                    <a:pt x="227"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7" name="Google Shape;20677;p137"/>
            <p:cNvSpPr/>
            <p:nvPr/>
          </p:nvSpPr>
          <p:spPr>
            <a:xfrm>
              <a:off x="4223400" y="1942416"/>
              <a:ext cx="10127" cy="61315"/>
            </a:xfrm>
            <a:custGeom>
              <a:avLst/>
              <a:gdLst/>
              <a:ahLst/>
              <a:cxnLst/>
              <a:rect l="l" t="t" r="r" b="b"/>
              <a:pathLst>
                <a:path w="311" h="1883" extrusionOk="0">
                  <a:moveTo>
                    <a:pt x="1" y="1"/>
                  </a:moveTo>
                  <a:lnTo>
                    <a:pt x="1" y="1882"/>
                  </a:lnTo>
                  <a:cubicBezTo>
                    <a:pt x="167" y="1882"/>
                    <a:pt x="310" y="1763"/>
                    <a:pt x="310" y="1596"/>
                  </a:cubicBezTo>
                  <a:lnTo>
                    <a:pt x="310" y="334"/>
                  </a:lnTo>
                  <a:cubicBezTo>
                    <a:pt x="310" y="167"/>
                    <a:pt x="167"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78" name="Google Shape;20678;p137"/>
          <p:cNvGrpSpPr/>
          <p:nvPr/>
        </p:nvGrpSpPr>
        <p:grpSpPr>
          <a:xfrm>
            <a:off x="4771655" y="1800110"/>
            <a:ext cx="349754" cy="286941"/>
            <a:chOff x="4771655" y="1952510"/>
            <a:chExt cx="349754" cy="286941"/>
          </a:xfrm>
        </p:grpSpPr>
        <p:sp>
          <p:nvSpPr>
            <p:cNvPr id="20679" name="Google Shape;20679;p137"/>
            <p:cNvSpPr/>
            <p:nvPr/>
          </p:nvSpPr>
          <p:spPr>
            <a:xfrm>
              <a:off x="4814312" y="1972568"/>
              <a:ext cx="20189" cy="39954"/>
            </a:xfrm>
            <a:custGeom>
              <a:avLst/>
              <a:gdLst/>
              <a:ahLst/>
              <a:cxnLst/>
              <a:rect l="l" t="t" r="r" b="b"/>
              <a:pathLst>
                <a:path w="620" h="1227" extrusionOk="0">
                  <a:moveTo>
                    <a:pt x="304" y="1"/>
                  </a:moveTo>
                  <a:cubicBezTo>
                    <a:pt x="290" y="1"/>
                    <a:pt x="276" y="2"/>
                    <a:pt x="262" y="3"/>
                  </a:cubicBezTo>
                  <a:cubicBezTo>
                    <a:pt x="119" y="27"/>
                    <a:pt x="0" y="194"/>
                    <a:pt x="0" y="337"/>
                  </a:cubicBezTo>
                  <a:lnTo>
                    <a:pt x="0" y="956"/>
                  </a:lnTo>
                  <a:cubicBezTo>
                    <a:pt x="0" y="1082"/>
                    <a:pt x="93" y="1226"/>
                    <a:pt x="212" y="1226"/>
                  </a:cubicBezTo>
                  <a:cubicBezTo>
                    <a:pt x="228" y="1226"/>
                    <a:pt x="245" y="1224"/>
                    <a:pt x="262" y="1218"/>
                  </a:cubicBezTo>
                  <a:cubicBezTo>
                    <a:pt x="287" y="1224"/>
                    <a:pt x="312" y="1226"/>
                    <a:pt x="335" y="1226"/>
                  </a:cubicBezTo>
                  <a:cubicBezTo>
                    <a:pt x="508" y="1226"/>
                    <a:pt x="619" y="1079"/>
                    <a:pt x="619" y="932"/>
                  </a:cubicBezTo>
                  <a:lnTo>
                    <a:pt x="619" y="313"/>
                  </a:lnTo>
                  <a:cubicBezTo>
                    <a:pt x="619" y="137"/>
                    <a:pt x="476" y="1"/>
                    <a:pt x="30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0" name="Google Shape;20680;p137"/>
            <p:cNvSpPr/>
            <p:nvPr/>
          </p:nvSpPr>
          <p:spPr>
            <a:xfrm>
              <a:off x="4771655" y="1952510"/>
              <a:ext cx="349754" cy="286941"/>
            </a:xfrm>
            <a:custGeom>
              <a:avLst/>
              <a:gdLst/>
              <a:ahLst/>
              <a:cxnLst/>
              <a:rect l="l" t="t" r="r" b="b"/>
              <a:pathLst>
                <a:path w="10741" h="8812" extrusionOk="0">
                  <a:moveTo>
                    <a:pt x="3477" y="0"/>
                  </a:moveTo>
                  <a:cubicBezTo>
                    <a:pt x="3358" y="0"/>
                    <a:pt x="3287" y="48"/>
                    <a:pt x="3215" y="167"/>
                  </a:cubicBezTo>
                  <a:lnTo>
                    <a:pt x="2691" y="1239"/>
                  </a:lnTo>
                  <a:lnTo>
                    <a:pt x="334" y="1239"/>
                  </a:lnTo>
                  <a:cubicBezTo>
                    <a:pt x="143" y="1239"/>
                    <a:pt x="0" y="1405"/>
                    <a:pt x="0" y="1572"/>
                  </a:cubicBezTo>
                  <a:lnTo>
                    <a:pt x="0" y="3191"/>
                  </a:lnTo>
                  <a:lnTo>
                    <a:pt x="620" y="3811"/>
                  </a:lnTo>
                  <a:lnTo>
                    <a:pt x="620" y="6311"/>
                  </a:lnTo>
                  <a:lnTo>
                    <a:pt x="0" y="6930"/>
                  </a:lnTo>
                  <a:lnTo>
                    <a:pt x="0" y="8478"/>
                  </a:lnTo>
                  <a:cubicBezTo>
                    <a:pt x="0" y="8669"/>
                    <a:pt x="143" y="8812"/>
                    <a:pt x="334" y="8812"/>
                  </a:cubicBezTo>
                  <a:lnTo>
                    <a:pt x="10431" y="8812"/>
                  </a:lnTo>
                  <a:cubicBezTo>
                    <a:pt x="10598" y="8812"/>
                    <a:pt x="10741" y="8669"/>
                    <a:pt x="10741" y="8478"/>
                  </a:cubicBezTo>
                  <a:lnTo>
                    <a:pt x="10741" y="6906"/>
                  </a:lnTo>
                  <a:lnTo>
                    <a:pt x="10122" y="6287"/>
                  </a:lnTo>
                  <a:lnTo>
                    <a:pt x="10122" y="3787"/>
                  </a:lnTo>
                  <a:lnTo>
                    <a:pt x="10741" y="3144"/>
                  </a:lnTo>
                  <a:lnTo>
                    <a:pt x="10741" y="1572"/>
                  </a:lnTo>
                  <a:cubicBezTo>
                    <a:pt x="10741" y="1405"/>
                    <a:pt x="10598" y="1239"/>
                    <a:pt x="10407" y="1239"/>
                  </a:cubicBezTo>
                  <a:lnTo>
                    <a:pt x="8074" y="1239"/>
                  </a:lnTo>
                  <a:lnTo>
                    <a:pt x="7526" y="167"/>
                  </a:lnTo>
                  <a:cubicBezTo>
                    <a:pt x="7502" y="48"/>
                    <a:pt x="7383" y="0"/>
                    <a:pt x="726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1" name="Google Shape;20681;p137"/>
            <p:cNvSpPr/>
            <p:nvPr/>
          </p:nvSpPr>
          <p:spPr>
            <a:xfrm>
              <a:off x="4946125" y="1953291"/>
              <a:ext cx="175284" cy="286159"/>
            </a:xfrm>
            <a:custGeom>
              <a:avLst/>
              <a:gdLst/>
              <a:ahLst/>
              <a:cxnLst/>
              <a:rect l="l" t="t" r="r" b="b"/>
              <a:pathLst>
                <a:path w="5383" h="8788" extrusionOk="0">
                  <a:moveTo>
                    <a:pt x="1" y="0"/>
                  </a:moveTo>
                  <a:lnTo>
                    <a:pt x="1" y="8788"/>
                  </a:lnTo>
                  <a:lnTo>
                    <a:pt x="5073" y="8788"/>
                  </a:lnTo>
                  <a:cubicBezTo>
                    <a:pt x="5240" y="8788"/>
                    <a:pt x="5383" y="8645"/>
                    <a:pt x="5383" y="8454"/>
                  </a:cubicBezTo>
                  <a:lnTo>
                    <a:pt x="5383" y="6882"/>
                  </a:lnTo>
                  <a:lnTo>
                    <a:pt x="4764" y="6263"/>
                  </a:lnTo>
                  <a:lnTo>
                    <a:pt x="4764" y="3763"/>
                  </a:lnTo>
                  <a:lnTo>
                    <a:pt x="5359" y="3167"/>
                  </a:lnTo>
                  <a:lnTo>
                    <a:pt x="5359" y="1572"/>
                  </a:lnTo>
                  <a:cubicBezTo>
                    <a:pt x="5359" y="1405"/>
                    <a:pt x="5216" y="1262"/>
                    <a:pt x="5026" y="1262"/>
                  </a:cubicBezTo>
                  <a:lnTo>
                    <a:pt x="2668" y="1262"/>
                  </a:lnTo>
                  <a:lnTo>
                    <a:pt x="2144" y="191"/>
                  </a:lnTo>
                  <a:cubicBezTo>
                    <a:pt x="2120" y="72"/>
                    <a:pt x="2001" y="0"/>
                    <a:pt x="188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2" name="Google Shape;20682;p137"/>
            <p:cNvSpPr/>
            <p:nvPr/>
          </p:nvSpPr>
          <p:spPr>
            <a:xfrm>
              <a:off x="4772437" y="2054854"/>
              <a:ext cx="348972" cy="123347"/>
            </a:xfrm>
            <a:custGeom>
              <a:avLst/>
              <a:gdLst/>
              <a:ahLst/>
              <a:cxnLst/>
              <a:rect l="l" t="t" r="r" b="b"/>
              <a:pathLst>
                <a:path w="10717" h="3788" extrusionOk="0">
                  <a:moveTo>
                    <a:pt x="0" y="1"/>
                  </a:moveTo>
                  <a:lnTo>
                    <a:pt x="0" y="3787"/>
                  </a:lnTo>
                  <a:lnTo>
                    <a:pt x="10717" y="3787"/>
                  </a:lnTo>
                  <a:lnTo>
                    <a:pt x="1071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3" name="Google Shape;20683;p137"/>
            <p:cNvSpPr/>
            <p:nvPr/>
          </p:nvSpPr>
          <p:spPr>
            <a:xfrm>
              <a:off x="4946906" y="2054854"/>
              <a:ext cx="174502" cy="123347"/>
            </a:xfrm>
            <a:custGeom>
              <a:avLst/>
              <a:gdLst/>
              <a:ahLst/>
              <a:cxnLst/>
              <a:rect l="l" t="t" r="r" b="b"/>
              <a:pathLst>
                <a:path w="5359" h="3788" extrusionOk="0">
                  <a:moveTo>
                    <a:pt x="0" y="1"/>
                  </a:moveTo>
                  <a:lnTo>
                    <a:pt x="0" y="3787"/>
                  </a:lnTo>
                  <a:lnTo>
                    <a:pt x="5359" y="3787"/>
                  </a:lnTo>
                  <a:lnTo>
                    <a:pt x="5359" y="1"/>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4" name="Google Shape;20684;p137"/>
            <p:cNvSpPr/>
            <p:nvPr/>
          </p:nvSpPr>
          <p:spPr>
            <a:xfrm>
              <a:off x="4915125" y="1992822"/>
              <a:ext cx="62064" cy="21752"/>
            </a:xfrm>
            <a:custGeom>
              <a:avLst/>
              <a:gdLst/>
              <a:ahLst/>
              <a:cxnLst/>
              <a:rect l="l" t="t" r="r" b="b"/>
              <a:pathLst>
                <a:path w="1906" h="668" extrusionOk="0">
                  <a:moveTo>
                    <a:pt x="333" y="1"/>
                  </a:moveTo>
                  <a:cubicBezTo>
                    <a:pt x="143" y="1"/>
                    <a:pt x="0" y="167"/>
                    <a:pt x="0" y="334"/>
                  </a:cubicBezTo>
                  <a:cubicBezTo>
                    <a:pt x="0" y="525"/>
                    <a:pt x="143" y="667"/>
                    <a:pt x="333" y="667"/>
                  </a:cubicBezTo>
                  <a:lnTo>
                    <a:pt x="1572" y="667"/>
                  </a:lnTo>
                  <a:cubicBezTo>
                    <a:pt x="1762" y="667"/>
                    <a:pt x="1905" y="525"/>
                    <a:pt x="1905" y="334"/>
                  </a:cubicBezTo>
                  <a:cubicBezTo>
                    <a:pt x="1905" y="167"/>
                    <a:pt x="1786" y="48"/>
                    <a:pt x="1572"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5" name="Google Shape;20685;p137"/>
            <p:cNvSpPr/>
            <p:nvPr/>
          </p:nvSpPr>
          <p:spPr>
            <a:xfrm>
              <a:off x="4946906" y="1994385"/>
              <a:ext cx="31065" cy="20189"/>
            </a:xfrm>
            <a:custGeom>
              <a:avLst/>
              <a:gdLst/>
              <a:ahLst/>
              <a:cxnLst/>
              <a:rect l="l" t="t" r="r" b="b"/>
              <a:pathLst>
                <a:path w="954" h="620" extrusionOk="0">
                  <a:moveTo>
                    <a:pt x="0" y="0"/>
                  </a:moveTo>
                  <a:lnTo>
                    <a:pt x="0" y="619"/>
                  </a:lnTo>
                  <a:lnTo>
                    <a:pt x="643" y="619"/>
                  </a:lnTo>
                  <a:cubicBezTo>
                    <a:pt x="786" y="619"/>
                    <a:pt x="929" y="500"/>
                    <a:pt x="953" y="358"/>
                  </a:cubicBezTo>
                  <a:cubicBezTo>
                    <a:pt x="953" y="143"/>
                    <a:pt x="810" y="0"/>
                    <a:pt x="643"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6" name="Google Shape;20686;p137"/>
            <p:cNvSpPr/>
            <p:nvPr/>
          </p:nvSpPr>
          <p:spPr>
            <a:xfrm>
              <a:off x="4859281" y="2034470"/>
              <a:ext cx="175284" cy="163333"/>
            </a:xfrm>
            <a:custGeom>
              <a:avLst/>
              <a:gdLst/>
              <a:ahLst/>
              <a:cxnLst/>
              <a:rect l="l" t="t" r="r" b="b"/>
              <a:pathLst>
                <a:path w="5383" h="5016" extrusionOk="0">
                  <a:moveTo>
                    <a:pt x="2706" y="1"/>
                  </a:moveTo>
                  <a:cubicBezTo>
                    <a:pt x="1500" y="1"/>
                    <a:pt x="432" y="877"/>
                    <a:pt x="239" y="2103"/>
                  </a:cubicBezTo>
                  <a:cubicBezTo>
                    <a:pt x="0" y="3461"/>
                    <a:pt x="929" y="4747"/>
                    <a:pt x="2310" y="4985"/>
                  </a:cubicBezTo>
                  <a:cubicBezTo>
                    <a:pt x="2442" y="5006"/>
                    <a:pt x="2572" y="5016"/>
                    <a:pt x="2701" y="5016"/>
                  </a:cubicBezTo>
                  <a:cubicBezTo>
                    <a:pt x="3906" y="5016"/>
                    <a:pt x="4975" y="4139"/>
                    <a:pt x="5168" y="2913"/>
                  </a:cubicBezTo>
                  <a:cubicBezTo>
                    <a:pt x="5383" y="1556"/>
                    <a:pt x="4454" y="270"/>
                    <a:pt x="3096" y="31"/>
                  </a:cubicBezTo>
                  <a:cubicBezTo>
                    <a:pt x="2965" y="11"/>
                    <a:pt x="2835" y="1"/>
                    <a:pt x="2706"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7" name="Google Shape;20687;p137"/>
            <p:cNvSpPr/>
            <p:nvPr/>
          </p:nvSpPr>
          <p:spPr>
            <a:xfrm>
              <a:off x="4946906" y="2033916"/>
              <a:ext cx="81439" cy="163659"/>
            </a:xfrm>
            <a:custGeom>
              <a:avLst/>
              <a:gdLst/>
              <a:ahLst/>
              <a:cxnLst/>
              <a:rect l="l" t="t" r="r" b="b"/>
              <a:pathLst>
                <a:path w="2501" h="5026" extrusionOk="0">
                  <a:moveTo>
                    <a:pt x="0" y="1"/>
                  </a:moveTo>
                  <a:lnTo>
                    <a:pt x="0" y="5026"/>
                  </a:lnTo>
                  <a:cubicBezTo>
                    <a:pt x="1382" y="5026"/>
                    <a:pt x="2501" y="3930"/>
                    <a:pt x="2501" y="2525"/>
                  </a:cubicBezTo>
                  <a:cubicBezTo>
                    <a:pt x="2501" y="1168"/>
                    <a:pt x="1382" y="25"/>
                    <a:pt x="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8" name="Google Shape;20688;p137"/>
            <p:cNvSpPr/>
            <p:nvPr/>
          </p:nvSpPr>
          <p:spPr>
            <a:xfrm>
              <a:off x="4906594" y="2075792"/>
              <a:ext cx="81439" cy="81471"/>
            </a:xfrm>
            <a:custGeom>
              <a:avLst/>
              <a:gdLst/>
              <a:ahLst/>
              <a:cxnLst/>
              <a:rect l="l" t="t" r="r" b="b"/>
              <a:pathLst>
                <a:path w="2501" h="2502" extrusionOk="0">
                  <a:moveTo>
                    <a:pt x="1238" y="1"/>
                  </a:moveTo>
                  <a:cubicBezTo>
                    <a:pt x="548" y="1"/>
                    <a:pt x="0" y="549"/>
                    <a:pt x="0" y="1239"/>
                  </a:cubicBezTo>
                  <a:cubicBezTo>
                    <a:pt x="0" y="1930"/>
                    <a:pt x="548" y="2501"/>
                    <a:pt x="1238" y="2501"/>
                  </a:cubicBezTo>
                  <a:cubicBezTo>
                    <a:pt x="1929" y="2501"/>
                    <a:pt x="2501" y="1930"/>
                    <a:pt x="2501" y="1239"/>
                  </a:cubicBezTo>
                  <a:cubicBezTo>
                    <a:pt x="2501" y="549"/>
                    <a:pt x="1929" y="1"/>
                    <a:pt x="1238"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9" name="Google Shape;20689;p137"/>
            <p:cNvSpPr/>
            <p:nvPr/>
          </p:nvSpPr>
          <p:spPr>
            <a:xfrm>
              <a:off x="4946906" y="2075010"/>
              <a:ext cx="41126" cy="82253"/>
            </a:xfrm>
            <a:custGeom>
              <a:avLst/>
              <a:gdLst/>
              <a:ahLst/>
              <a:cxnLst/>
              <a:rect l="l" t="t" r="r" b="b"/>
              <a:pathLst>
                <a:path w="1263" h="2526" extrusionOk="0">
                  <a:moveTo>
                    <a:pt x="0" y="1"/>
                  </a:moveTo>
                  <a:lnTo>
                    <a:pt x="0" y="2525"/>
                  </a:lnTo>
                  <a:cubicBezTo>
                    <a:pt x="691" y="2525"/>
                    <a:pt x="1263" y="1954"/>
                    <a:pt x="1263" y="1263"/>
                  </a:cubicBezTo>
                  <a:cubicBezTo>
                    <a:pt x="1263" y="573"/>
                    <a:pt x="691" y="25"/>
                    <a:pt x="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90" name="Google Shape;20690;p137"/>
          <p:cNvGrpSpPr/>
          <p:nvPr/>
        </p:nvGrpSpPr>
        <p:grpSpPr>
          <a:xfrm>
            <a:off x="5538567" y="1790016"/>
            <a:ext cx="350568" cy="307911"/>
            <a:chOff x="5538567" y="1942416"/>
            <a:chExt cx="350568" cy="307911"/>
          </a:xfrm>
        </p:grpSpPr>
        <p:sp>
          <p:nvSpPr>
            <p:cNvPr id="20691" name="Google Shape;20691;p137"/>
            <p:cNvSpPr/>
            <p:nvPr/>
          </p:nvSpPr>
          <p:spPr>
            <a:xfrm>
              <a:off x="5538567" y="2003698"/>
              <a:ext cx="350568" cy="245847"/>
            </a:xfrm>
            <a:custGeom>
              <a:avLst/>
              <a:gdLst/>
              <a:ahLst/>
              <a:cxnLst/>
              <a:rect l="l" t="t" r="r" b="b"/>
              <a:pathLst>
                <a:path w="10766" h="7550" extrusionOk="0">
                  <a:moveTo>
                    <a:pt x="620" y="0"/>
                  </a:moveTo>
                  <a:lnTo>
                    <a:pt x="1" y="619"/>
                  </a:lnTo>
                  <a:lnTo>
                    <a:pt x="1" y="7240"/>
                  </a:lnTo>
                  <a:cubicBezTo>
                    <a:pt x="1" y="7406"/>
                    <a:pt x="144" y="7549"/>
                    <a:pt x="334" y="7549"/>
                  </a:cubicBezTo>
                  <a:lnTo>
                    <a:pt x="2668" y="7549"/>
                  </a:lnTo>
                  <a:lnTo>
                    <a:pt x="3573" y="7240"/>
                  </a:lnTo>
                  <a:lnTo>
                    <a:pt x="4335" y="7549"/>
                  </a:lnTo>
                  <a:lnTo>
                    <a:pt x="6431" y="7549"/>
                  </a:lnTo>
                  <a:lnTo>
                    <a:pt x="7264" y="7240"/>
                  </a:lnTo>
                  <a:lnTo>
                    <a:pt x="8098" y="7549"/>
                  </a:lnTo>
                  <a:lnTo>
                    <a:pt x="10455" y="7549"/>
                  </a:lnTo>
                  <a:cubicBezTo>
                    <a:pt x="10622" y="7549"/>
                    <a:pt x="10765" y="7406"/>
                    <a:pt x="10765" y="7240"/>
                  </a:cubicBezTo>
                  <a:lnTo>
                    <a:pt x="10765" y="619"/>
                  </a:lnTo>
                  <a:lnTo>
                    <a:pt x="10098"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2" name="Google Shape;20692;p137"/>
            <p:cNvSpPr/>
            <p:nvPr/>
          </p:nvSpPr>
          <p:spPr>
            <a:xfrm>
              <a:off x="5713818" y="2003698"/>
              <a:ext cx="174535" cy="246628"/>
            </a:xfrm>
            <a:custGeom>
              <a:avLst/>
              <a:gdLst/>
              <a:ahLst/>
              <a:cxnLst/>
              <a:rect l="l" t="t" r="r" b="b"/>
              <a:pathLst>
                <a:path w="5360" h="7574" extrusionOk="0">
                  <a:moveTo>
                    <a:pt x="1" y="0"/>
                  </a:moveTo>
                  <a:lnTo>
                    <a:pt x="1" y="7525"/>
                  </a:lnTo>
                  <a:lnTo>
                    <a:pt x="1049" y="7525"/>
                  </a:lnTo>
                  <a:lnTo>
                    <a:pt x="1859" y="7240"/>
                  </a:lnTo>
                  <a:lnTo>
                    <a:pt x="2692" y="7573"/>
                  </a:lnTo>
                  <a:lnTo>
                    <a:pt x="5026" y="7573"/>
                  </a:lnTo>
                  <a:cubicBezTo>
                    <a:pt x="5216" y="7573"/>
                    <a:pt x="5359" y="7406"/>
                    <a:pt x="5359" y="7240"/>
                  </a:cubicBezTo>
                  <a:lnTo>
                    <a:pt x="5359" y="619"/>
                  </a:lnTo>
                  <a:lnTo>
                    <a:pt x="4740"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3" name="Google Shape;20693;p137"/>
            <p:cNvSpPr/>
            <p:nvPr/>
          </p:nvSpPr>
          <p:spPr>
            <a:xfrm>
              <a:off x="5538567" y="1942416"/>
              <a:ext cx="349005" cy="83002"/>
            </a:xfrm>
            <a:custGeom>
              <a:avLst/>
              <a:gdLst/>
              <a:ahLst/>
              <a:cxnLst/>
              <a:rect l="l" t="t" r="r" b="b"/>
              <a:pathLst>
                <a:path w="10718" h="2549" extrusionOk="0">
                  <a:moveTo>
                    <a:pt x="334" y="1"/>
                  </a:moveTo>
                  <a:cubicBezTo>
                    <a:pt x="144" y="1"/>
                    <a:pt x="1" y="167"/>
                    <a:pt x="1" y="334"/>
                  </a:cubicBezTo>
                  <a:lnTo>
                    <a:pt x="1" y="2549"/>
                  </a:lnTo>
                  <a:lnTo>
                    <a:pt x="10717" y="2549"/>
                  </a:lnTo>
                  <a:lnTo>
                    <a:pt x="10717" y="334"/>
                  </a:lnTo>
                  <a:cubicBezTo>
                    <a:pt x="10717" y="167"/>
                    <a:pt x="10551" y="1"/>
                    <a:pt x="10408"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4" name="Google Shape;20694;p137"/>
            <p:cNvSpPr/>
            <p:nvPr/>
          </p:nvSpPr>
          <p:spPr>
            <a:xfrm>
              <a:off x="5713070" y="1943718"/>
              <a:ext cx="174502" cy="81699"/>
            </a:xfrm>
            <a:custGeom>
              <a:avLst/>
              <a:gdLst/>
              <a:ahLst/>
              <a:cxnLst/>
              <a:rect l="l" t="t" r="r" b="b"/>
              <a:pathLst>
                <a:path w="5359" h="2509" extrusionOk="0">
                  <a:moveTo>
                    <a:pt x="5100" y="0"/>
                  </a:moveTo>
                  <a:cubicBezTo>
                    <a:pt x="5083" y="0"/>
                    <a:pt x="5066" y="3"/>
                    <a:pt x="5049" y="8"/>
                  </a:cubicBezTo>
                  <a:lnTo>
                    <a:pt x="0" y="8"/>
                  </a:lnTo>
                  <a:lnTo>
                    <a:pt x="0" y="2509"/>
                  </a:lnTo>
                  <a:lnTo>
                    <a:pt x="5358" y="2509"/>
                  </a:lnTo>
                  <a:lnTo>
                    <a:pt x="5358" y="294"/>
                  </a:lnTo>
                  <a:cubicBezTo>
                    <a:pt x="5358" y="147"/>
                    <a:pt x="5229" y="0"/>
                    <a:pt x="510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5" name="Google Shape;20695;p137"/>
            <p:cNvSpPr/>
            <p:nvPr/>
          </p:nvSpPr>
          <p:spPr>
            <a:xfrm>
              <a:off x="5578912" y="1972666"/>
              <a:ext cx="21752" cy="20970"/>
            </a:xfrm>
            <a:custGeom>
              <a:avLst/>
              <a:gdLst/>
              <a:ahLst/>
              <a:cxnLst/>
              <a:rect l="l" t="t" r="r" b="b"/>
              <a:pathLst>
                <a:path w="668" h="644" extrusionOk="0">
                  <a:moveTo>
                    <a:pt x="334" y="0"/>
                  </a:moveTo>
                  <a:cubicBezTo>
                    <a:pt x="143" y="0"/>
                    <a:pt x="0" y="143"/>
                    <a:pt x="0" y="334"/>
                  </a:cubicBezTo>
                  <a:cubicBezTo>
                    <a:pt x="0" y="501"/>
                    <a:pt x="143" y="643"/>
                    <a:pt x="334" y="643"/>
                  </a:cubicBezTo>
                  <a:cubicBezTo>
                    <a:pt x="524" y="643"/>
                    <a:pt x="667" y="501"/>
                    <a:pt x="667" y="334"/>
                  </a:cubicBezTo>
                  <a:cubicBezTo>
                    <a:pt x="667" y="143"/>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6" name="Google Shape;20696;p137"/>
            <p:cNvSpPr/>
            <p:nvPr/>
          </p:nvSpPr>
          <p:spPr>
            <a:xfrm>
              <a:off x="5620006" y="1972666"/>
              <a:ext cx="20970" cy="20970"/>
            </a:xfrm>
            <a:custGeom>
              <a:avLst/>
              <a:gdLst/>
              <a:ahLst/>
              <a:cxnLst/>
              <a:rect l="l" t="t" r="r" b="b"/>
              <a:pathLst>
                <a:path w="644" h="644" extrusionOk="0">
                  <a:moveTo>
                    <a:pt x="310" y="0"/>
                  </a:moveTo>
                  <a:cubicBezTo>
                    <a:pt x="143" y="0"/>
                    <a:pt x="0" y="143"/>
                    <a:pt x="0" y="334"/>
                  </a:cubicBezTo>
                  <a:cubicBezTo>
                    <a:pt x="0" y="501"/>
                    <a:pt x="143" y="643"/>
                    <a:pt x="310" y="643"/>
                  </a:cubicBezTo>
                  <a:cubicBezTo>
                    <a:pt x="501" y="643"/>
                    <a:pt x="643" y="501"/>
                    <a:pt x="643" y="334"/>
                  </a:cubicBezTo>
                  <a:cubicBezTo>
                    <a:pt x="643" y="143"/>
                    <a:pt x="501" y="0"/>
                    <a:pt x="310"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7" name="Google Shape;20697;p137"/>
            <p:cNvSpPr/>
            <p:nvPr/>
          </p:nvSpPr>
          <p:spPr>
            <a:xfrm>
              <a:off x="5660318" y="1972666"/>
              <a:ext cx="21752" cy="20970"/>
            </a:xfrm>
            <a:custGeom>
              <a:avLst/>
              <a:gdLst/>
              <a:ahLst/>
              <a:cxnLst/>
              <a:rect l="l" t="t" r="r" b="b"/>
              <a:pathLst>
                <a:path w="668" h="644" extrusionOk="0">
                  <a:moveTo>
                    <a:pt x="334" y="0"/>
                  </a:moveTo>
                  <a:cubicBezTo>
                    <a:pt x="144" y="0"/>
                    <a:pt x="1" y="143"/>
                    <a:pt x="1" y="334"/>
                  </a:cubicBezTo>
                  <a:cubicBezTo>
                    <a:pt x="1" y="501"/>
                    <a:pt x="144" y="643"/>
                    <a:pt x="334" y="643"/>
                  </a:cubicBezTo>
                  <a:cubicBezTo>
                    <a:pt x="525" y="643"/>
                    <a:pt x="668" y="501"/>
                    <a:pt x="668" y="334"/>
                  </a:cubicBezTo>
                  <a:cubicBezTo>
                    <a:pt x="668" y="143"/>
                    <a:pt x="525" y="0"/>
                    <a:pt x="334"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8" name="Google Shape;20698;p137"/>
            <p:cNvSpPr/>
            <p:nvPr/>
          </p:nvSpPr>
          <p:spPr>
            <a:xfrm>
              <a:off x="5710725" y="1973448"/>
              <a:ext cx="134972" cy="20970"/>
            </a:xfrm>
            <a:custGeom>
              <a:avLst/>
              <a:gdLst/>
              <a:ahLst/>
              <a:cxnLst/>
              <a:rect l="l" t="t" r="r" b="b"/>
              <a:pathLst>
                <a:path w="4145" h="644" extrusionOk="0">
                  <a:moveTo>
                    <a:pt x="358" y="0"/>
                  </a:moveTo>
                  <a:cubicBezTo>
                    <a:pt x="215" y="0"/>
                    <a:pt x="72" y="119"/>
                    <a:pt x="25" y="286"/>
                  </a:cubicBezTo>
                  <a:cubicBezTo>
                    <a:pt x="1" y="453"/>
                    <a:pt x="144" y="643"/>
                    <a:pt x="334" y="643"/>
                  </a:cubicBezTo>
                  <a:lnTo>
                    <a:pt x="3787" y="643"/>
                  </a:lnTo>
                  <a:cubicBezTo>
                    <a:pt x="3930" y="643"/>
                    <a:pt x="4073" y="524"/>
                    <a:pt x="4121" y="358"/>
                  </a:cubicBezTo>
                  <a:cubicBezTo>
                    <a:pt x="4144" y="167"/>
                    <a:pt x="4025" y="0"/>
                    <a:pt x="3811"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9" name="Google Shape;20699;p137"/>
            <p:cNvSpPr/>
            <p:nvPr/>
          </p:nvSpPr>
          <p:spPr>
            <a:xfrm>
              <a:off x="5578912" y="2188230"/>
              <a:ext cx="52751" cy="20221"/>
            </a:xfrm>
            <a:custGeom>
              <a:avLst/>
              <a:gdLst/>
              <a:ahLst/>
              <a:cxnLst/>
              <a:rect l="l" t="t" r="r" b="b"/>
              <a:pathLst>
                <a:path w="1620" h="621" extrusionOk="0">
                  <a:moveTo>
                    <a:pt x="334" y="1"/>
                  </a:moveTo>
                  <a:cubicBezTo>
                    <a:pt x="143" y="1"/>
                    <a:pt x="0" y="168"/>
                    <a:pt x="24" y="358"/>
                  </a:cubicBezTo>
                  <a:cubicBezTo>
                    <a:pt x="72" y="501"/>
                    <a:pt x="215" y="620"/>
                    <a:pt x="357" y="620"/>
                  </a:cubicBezTo>
                  <a:lnTo>
                    <a:pt x="1286" y="620"/>
                  </a:lnTo>
                  <a:cubicBezTo>
                    <a:pt x="1477" y="620"/>
                    <a:pt x="1620" y="477"/>
                    <a:pt x="1572" y="263"/>
                  </a:cubicBezTo>
                  <a:cubicBezTo>
                    <a:pt x="1548" y="120"/>
                    <a:pt x="1405" y="1"/>
                    <a:pt x="1262"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0" name="Google Shape;20700;p137"/>
            <p:cNvSpPr/>
            <p:nvPr/>
          </p:nvSpPr>
          <p:spPr>
            <a:xfrm>
              <a:off x="5792945" y="2188230"/>
              <a:ext cx="52751" cy="20221"/>
            </a:xfrm>
            <a:custGeom>
              <a:avLst/>
              <a:gdLst/>
              <a:ahLst/>
              <a:cxnLst/>
              <a:rect l="l" t="t" r="r" b="b"/>
              <a:pathLst>
                <a:path w="1620" h="621" extrusionOk="0">
                  <a:moveTo>
                    <a:pt x="333" y="1"/>
                  </a:moveTo>
                  <a:cubicBezTo>
                    <a:pt x="167" y="1"/>
                    <a:pt x="0" y="168"/>
                    <a:pt x="48" y="358"/>
                  </a:cubicBezTo>
                  <a:cubicBezTo>
                    <a:pt x="72" y="501"/>
                    <a:pt x="214" y="620"/>
                    <a:pt x="357" y="620"/>
                  </a:cubicBezTo>
                  <a:lnTo>
                    <a:pt x="1286" y="620"/>
                  </a:lnTo>
                  <a:cubicBezTo>
                    <a:pt x="1500" y="620"/>
                    <a:pt x="1619" y="477"/>
                    <a:pt x="1596" y="263"/>
                  </a:cubicBezTo>
                  <a:cubicBezTo>
                    <a:pt x="1548" y="120"/>
                    <a:pt x="1405" y="1"/>
                    <a:pt x="1262"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1" name="Google Shape;20701;p137"/>
            <p:cNvSpPr/>
            <p:nvPr/>
          </p:nvSpPr>
          <p:spPr>
            <a:xfrm>
              <a:off x="5767351" y="2101581"/>
              <a:ext cx="43438" cy="41713"/>
            </a:xfrm>
            <a:custGeom>
              <a:avLst/>
              <a:gdLst/>
              <a:ahLst/>
              <a:cxnLst/>
              <a:rect l="l" t="t" r="r" b="b"/>
              <a:pathLst>
                <a:path w="1334" h="1281" extrusionOk="0">
                  <a:moveTo>
                    <a:pt x="988" y="1"/>
                  </a:moveTo>
                  <a:cubicBezTo>
                    <a:pt x="905" y="1"/>
                    <a:pt x="822" y="30"/>
                    <a:pt x="762" y="90"/>
                  </a:cubicBezTo>
                  <a:lnTo>
                    <a:pt x="119" y="757"/>
                  </a:lnTo>
                  <a:cubicBezTo>
                    <a:pt x="0" y="876"/>
                    <a:pt x="0" y="1066"/>
                    <a:pt x="119" y="1185"/>
                  </a:cubicBezTo>
                  <a:cubicBezTo>
                    <a:pt x="167" y="1257"/>
                    <a:pt x="238" y="1281"/>
                    <a:pt x="334" y="1281"/>
                  </a:cubicBezTo>
                  <a:cubicBezTo>
                    <a:pt x="381" y="1281"/>
                    <a:pt x="476" y="1257"/>
                    <a:pt x="548" y="1185"/>
                  </a:cubicBezTo>
                  <a:lnTo>
                    <a:pt x="1215" y="542"/>
                  </a:lnTo>
                  <a:cubicBezTo>
                    <a:pt x="1334" y="423"/>
                    <a:pt x="1334" y="209"/>
                    <a:pt x="1215" y="90"/>
                  </a:cubicBezTo>
                  <a:cubicBezTo>
                    <a:pt x="1155" y="30"/>
                    <a:pt x="1072" y="1"/>
                    <a:pt x="988"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2" name="Google Shape;20702;p137"/>
            <p:cNvSpPr/>
            <p:nvPr/>
          </p:nvSpPr>
          <p:spPr>
            <a:xfrm>
              <a:off x="5616131" y="2101581"/>
              <a:ext cx="43438" cy="41713"/>
            </a:xfrm>
            <a:custGeom>
              <a:avLst/>
              <a:gdLst/>
              <a:ahLst/>
              <a:cxnLst/>
              <a:rect l="l" t="t" r="r" b="b"/>
              <a:pathLst>
                <a:path w="1334" h="1281" extrusionOk="0">
                  <a:moveTo>
                    <a:pt x="334" y="1"/>
                  </a:moveTo>
                  <a:cubicBezTo>
                    <a:pt x="256" y="1"/>
                    <a:pt x="179" y="30"/>
                    <a:pt x="119" y="90"/>
                  </a:cubicBezTo>
                  <a:cubicBezTo>
                    <a:pt x="0" y="209"/>
                    <a:pt x="0" y="423"/>
                    <a:pt x="119" y="542"/>
                  </a:cubicBezTo>
                  <a:lnTo>
                    <a:pt x="762" y="1185"/>
                  </a:lnTo>
                  <a:cubicBezTo>
                    <a:pt x="834" y="1257"/>
                    <a:pt x="882" y="1281"/>
                    <a:pt x="977" y="1281"/>
                  </a:cubicBezTo>
                  <a:cubicBezTo>
                    <a:pt x="1024" y="1281"/>
                    <a:pt x="1120" y="1257"/>
                    <a:pt x="1215" y="1185"/>
                  </a:cubicBezTo>
                  <a:cubicBezTo>
                    <a:pt x="1334" y="1066"/>
                    <a:pt x="1334" y="876"/>
                    <a:pt x="1215" y="757"/>
                  </a:cubicBezTo>
                  <a:lnTo>
                    <a:pt x="548" y="90"/>
                  </a:lnTo>
                  <a:cubicBezTo>
                    <a:pt x="489" y="30"/>
                    <a:pt x="411" y="1"/>
                    <a:pt x="334"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3" name="Google Shape;20703;p137"/>
            <p:cNvSpPr/>
            <p:nvPr/>
          </p:nvSpPr>
          <p:spPr>
            <a:xfrm>
              <a:off x="5702194" y="2066414"/>
              <a:ext cx="20189" cy="50797"/>
            </a:xfrm>
            <a:custGeom>
              <a:avLst/>
              <a:gdLst/>
              <a:ahLst/>
              <a:cxnLst/>
              <a:rect l="l" t="t" r="r" b="b"/>
              <a:pathLst>
                <a:path w="620" h="1560" extrusionOk="0">
                  <a:moveTo>
                    <a:pt x="232" y="0"/>
                  </a:moveTo>
                  <a:cubicBezTo>
                    <a:pt x="103" y="0"/>
                    <a:pt x="1" y="136"/>
                    <a:pt x="1" y="313"/>
                  </a:cubicBezTo>
                  <a:lnTo>
                    <a:pt x="1" y="1241"/>
                  </a:lnTo>
                  <a:cubicBezTo>
                    <a:pt x="1" y="1384"/>
                    <a:pt x="120" y="1527"/>
                    <a:pt x="263" y="1551"/>
                  </a:cubicBezTo>
                  <a:cubicBezTo>
                    <a:pt x="285" y="1557"/>
                    <a:pt x="307" y="1559"/>
                    <a:pt x="329" y="1559"/>
                  </a:cubicBezTo>
                  <a:cubicBezTo>
                    <a:pt x="490" y="1559"/>
                    <a:pt x="620" y="1412"/>
                    <a:pt x="620" y="1265"/>
                  </a:cubicBezTo>
                  <a:lnTo>
                    <a:pt x="620" y="313"/>
                  </a:lnTo>
                  <a:cubicBezTo>
                    <a:pt x="620" y="136"/>
                    <a:pt x="497" y="0"/>
                    <a:pt x="309" y="0"/>
                  </a:cubicBezTo>
                  <a:cubicBezTo>
                    <a:pt x="294" y="0"/>
                    <a:pt x="278" y="1"/>
                    <a:pt x="263" y="3"/>
                  </a:cubicBezTo>
                  <a:cubicBezTo>
                    <a:pt x="252" y="1"/>
                    <a:pt x="242" y="0"/>
                    <a:pt x="232"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4" name="Google Shape;20704;p137"/>
            <p:cNvSpPr/>
            <p:nvPr/>
          </p:nvSpPr>
          <p:spPr>
            <a:xfrm>
              <a:off x="5711507" y="2064948"/>
              <a:ext cx="10876" cy="51221"/>
            </a:xfrm>
            <a:custGeom>
              <a:avLst/>
              <a:gdLst/>
              <a:ahLst/>
              <a:cxnLst/>
              <a:rect l="l" t="t" r="r" b="b"/>
              <a:pathLst>
                <a:path w="334" h="1573" extrusionOk="0">
                  <a:moveTo>
                    <a:pt x="1" y="0"/>
                  </a:moveTo>
                  <a:lnTo>
                    <a:pt x="1" y="1572"/>
                  </a:lnTo>
                  <a:cubicBezTo>
                    <a:pt x="215" y="1572"/>
                    <a:pt x="334" y="1453"/>
                    <a:pt x="334" y="1286"/>
                  </a:cubicBezTo>
                  <a:lnTo>
                    <a:pt x="334" y="334"/>
                  </a:lnTo>
                  <a:cubicBezTo>
                    <a:pt x="334" y="143"/>
                    <a:pt x="191" y="0"/>
                    <a:pt x="1"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5" name="Google Shape;20705;p137"/>
            <p:cNvSpPr/>
            <p:nvPr/>
          </p:nvSpPr>
          <p:spPr>
            <a:xfrm>
              <a:off x="5609912" y="2095948"/>
              <a:ext cx="207097" cy="154379"/>
            </a:xfrm>
            <a:custGeom>
              <a:avLst/>
              <a:gdLst/>
              <a:ahLst/>
              <a:cxnLst/>
              <a:rect l="l" t="t" r="r" b="b"/>
              <a:pathLst>
                <a:path w="6360" h="4741" extrusionOk="0">
                  <a:moveTo>
                    <a:pt x="3168" y="1"/>
                  </a:moveTo>
                  <a:cubicBezTo>
                    <a:pt x="1430" y="1"/>
                    <a:pt x="1" y="1406"/>
                    <a:pt x="1" y="3144"/>
                  </a:cubicBezTo>
                  <a:cubicBezTo>
                    <a:pt x="1" y="3716"/>
                    <a:pt x="191" y="4264"/>
                    <a:pt x="453" y="4740"/>
                  </a:cubicBezTo>
                  <a:lnTo>
                    <a:pt x="2120" y="4740"/>
                  </a:lnTo>
                  <a:cubicBezTo>
                    <a:pt x="1620" y="4383"/>
                    <a:pt x="1263" y="3787"/>
                    <a:pt x="1287" y="3121"/>
                  </a:cubicBezTo>
                  <a:cubicBezTo>
                    <a:pt x="1311" y="2144"/>
                    <a:pt x="2097" y="1311"/>
                    <a:pt x="3097" y="1287"/>
                  </a:cubicBezTo>
                  <a:cubicBezTo>
                    <a:pt x="3125" y="1286"/>
                    <a:pt x="3152" y="1285"/>
                    <a:pt x="3180" y="1285"/>
                  </a:cubicBezTo>
                  <a:cubicBezTo>
                    <a:pt x="4215" y="1285"/>
                    <a:pt x="5073" y="2147"/>
                    <a:pt x="5073" y="3144"/>
                  </a:cubicBezTo>
                  <a:cubicBezTo>
                    <a:pt x="5073" y="3811"/>
                    <a:pt x="4740" y="4383"/>
                    <a:pt x="4240" y="4740"/>
                  </a:cubicBezTo>
                  <a:lnTo>
                    <a:pt x="5907" y="4740"/>
                  </a:lnTo>
                  <a:cubicBezTo>
                    <a:pt x="6169" y="4264"/>
                    <a:pt x="6359" y="3740"/>
                    <a:pt x="6359" y="3144"/>
                  </a:cubicBezTo>
                  <a:cubicBezTo>
                    <a:pt x="6288" y="1430"/>
                    <a:pt x="4883" y="1"/>
                    <a:pt x="3168"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6" name="Google Shape;20706;p137"/>
            <p:cNvSpPr/>
            <p:nvPr/>
          </p:nvSpPr>
          <p:spPr>
            <a:xfrm>
              <a:off x="5713070" y="2095948"/>
              <a:ext cx="102376" cy="154379"/>
            </a:xfrm>
            <a:custGeom>
              <a:avLst/>
              <a:gdLst/>
              <a:ahLst/>
              <a:cxnLst/>
              <a:rect l="l" t="t" r="r" b="b"/>
              <a:pathLst>
                <a:path w="3144" h="4741" extrusionOk="0">
                  <a:moveTo>
                    <a:pt x="0" y="1"/>
                  </a:moveTo>
                  <a:lnTo>
                    <a:pt x="0" y="1239"/>
                  </a:lnTo>
                  <a:cubicBezTo>
                    <a:pt x="1024" y="1239"/>
                    <a:pt x="1882" y="2120"/>
                    <a:pt x="1882" y="3144"/>
                  </a:cubicBezTo>
                  <a:cubicBezTo>
                    <a:pt x="1882" y="3811"/>
                    <a:pt x="1548" y="4383"/>
                    <a:pt x="1048" y="4740"/>
                  </a:cubicBezTo>
                  <a:lnTo>
                    <a:pt x="2715" y="4740"/>
                  </a:lnTo>
                  <a:cubicBezTo>
                    <a:pt x="2977" y="4264"/>
                    <a:pt x="3144" y="3740"/>
                    <a:pt x="3144" y="3144"/>
                  </a:cubicBezTo>
                  <a:cubicBezTo>
                    <a:pt x="3144" y="1430"/>
                    <a:pt x="1762" y="1"/>
                    <a:pt x="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07" name="Google Shape;20707;p137"/>
          <p:cNvGrpSpPr/>
          <p:nvPr/>
        </p:nvGrpSpPr>
        <p:grpSpPr>
          <a:xfrm>
            <a:off x="6296199" y="1790016"/>
            <a:ext cx="350535" cy="307130"/>
            <a:chOff x="6296199" y="1942416"/>
            <a:chExt cx="350535" cy="307130"/>
          </a:xfrm>
        </p:grpSpPr>
        <p:sp>
          <p:nvSpPr>
            <p:cNvPr id="20708" name="Google Shape;20708;p137"/>
            <p:cNvSpPr/>
            <p:nvPr/>
          </p:nvSpPr>
          <p:spPr>
            <a:xfrm>
              <a:off x="6296199" y="2003698"/>
              <a:ext cx="350535" cy="245847"/>
            </a:xfrm>
            <a:custGeom>
              <a:avLst/>
              <a:gdLst/>
              <a:ahLst/>
              <a:cxnLst/>
              <a:rect l="l" t="t" r="r" b="b"/>
              <a:pathLst>
                <a:path w="10765" h="7550" extrusionOk="0">
                  <a:moveTo>
                    <a:pt x="644" y="0"/>
                  </a:moveTo>
                  <a:lnTo>
                    <a:pt x="1" y="619"/>
                  </a:lnTo>
                  <a:lnTo>
                    <a:pt x="1" y="7240"/>
                  </a:lnTo>
                  <a:cubicBezTo>
                    <a:pt x="1" y="7406"/>
                    <a:pt x="167" y="7549"/>
                    <a:pt x="334" y="7549"/>
                  </a:cubicBezTo>
                  <a:lnTo>
                    <a:pt x="10431" y="7549"/>
                  </a:lnTo>
                  <a:cubicBezTo>
                    <a:pt x="10598" y="7549"/>
                    <a:pt x="10765" y="7406"/>
                    <a:pt x="10765" y="7240"/>
                  </a:cubicBezTo>
                  <a:lnTo>
                    <a:pt x="10765" y="619"/>
                  </a:lnTo>
                  <a:lnTo>
                    <a:pt x="10098"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9" name="Google Shape;20709;p137"/>
            <p:cNvSpPr/>
            <p:nvPr/>
          </p:nvSpPr>
          <p:spPr>
            <a:xfrm>
              <a:off x="6470669" y="2003698"/>
              <a:ext cx="176065" cy="245847"/>
            </a:xfrm>
            <a:custGeom>
              <a:avLst/>
              <a:gdLst/>
              <a:ahLst/>
              <a:cxnLst/>
              <a:rect l="l" t="t" r="r" b="b"/>
              <a:pathLst>
                <a:path w="5407" h="7550" extrusionOk="0">
                  <a:moveTo>
                    <a:pt x="1" y="0"/>
                  </a:moveTo>
                  <a:lnTo>
                    <a:pt x="1" y="7549"/>
                  </a:lnTo>
                  <a:lnTo>
                    <a:pt x="5073" y="7549"/>
                  </a:lnTo>
                  <a:cubicBezTo>
                    <a:pt x="5240" y="7549"/>
                    <a:pt x="5407" y="7406"/>
                    <a:pt x="5407" y="7240"/>
                  </a:cubicBezTo>
                  <a:lnTo>
                    <a:pt x="5407" y="619"/>
                  </a:lnTo>
                  <a:lnTo>
                    <a:pt x="4740"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0" name="Google Shape;20710;p137"/>
            <p:cNvSpPr/>
            <p:nvPr/>
          </p:nvSpPr>
          <p:spPr>
            <a:xfrm>
              <a:off x="6297762" y="1942416"/>
              <a:ext cx="348972" cy="83002"/>
            </a:xfrm>
            <a:custGeom>
              <a:avLst/>
              <a:gdLst/>
              <a:ahLst/>
              <a:cxnLst/>
              <a:rect l="l" t="t" r="r" b="b"/>
              <a:pathLst>
                <a:path w="10717" h="2549" extrusionOk="0">
                  <a:moveTo>
                    <a:pt x="310" y="1"/>
                  </a:moveTo>
                  <a:cubicBezTo>
                    <a:pt x="143" y="1"/>
                    <a:pt x="0" y="167"/>
                    <a:pt x="0" y="334"/>
                  </a:cubicBezTo>
                  <a:lnTo>
                    <a:pt x="0" y="2549"/>
                  </a:lnTo>
                  <a:lnTo>
                    <a:pt x="10717" y="2549"/>
                  </a:lnTo>
                  <a:lnTo>
                    <a:pt x="10717" y="334"/>
                  </a:lnTo>
                  <a:cubicBezTo>
                    <a:pt x="10717" y="167"/>
                    <a:pt x="10550" y="1"/>
                    <a:pt x="10407"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1" name="Google Shape;20711;p137"/>
            <p:cNvSpPr/>
            <p:nvPr/>
          </p:nvSpPr>
          <p:spPr>
            <a:xfrm>
              <a:off x="6472232" y="1943718"/>
              <a:ext cx="174502" cy="81699"/>
            </a:xfrm>
            <a:custGeom>
              <a:avLst/>
              <a:gdLst/>
              <a:ahLst/>
              <a:cxnLst/>
              <a:rect l="l" t="t" r="r" b="b"/>
              <a:pathLst>
                <a:path w="5359" h="2509" extrusionOk="0">
                  <a:moveTo>
                    <a:pt x="5101" y="0"/>
                  </a:moveTo>
                  <a:cubicBezTo>
                    <a:pt x="5083" y="0"/>
                    <a:pt x="5066" y="3"/>
                    <a:pt x="5049" y="8"/>
                  </a:cubicBezTo>
                  <a:lnTo>
                    <a:pt x="1" y="8"/>
                  </a:lnTo>
                  <a:lnTo>
                    <a:pt x="1" y="2509"/>
                  </a:lnTo>
                  <a:lnTo>
                    <a:pt x="5359" y="2509"/>
                  </a:lnTo>
                  <a:lnTo>
                    <a:pt x="5359" y="294"/>
                  </a:lnTo>
                  <a:cubicBezTo>
                    <a:pt x="5359" y="147"/>
                    <a:pt x="5229" y="0"/>
                    <a:pt x="510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2" name="Google Shape;20712;p137"/>
            <p:cNvSpPr/>
            <p:nvPr/>
          </p:nvSpPr>
          <p:spPr>
            <a:xfrm>
              <a:off x="6338074" y="1972666"/>
              <a:ext cx="21752" cy="20970"/>
            </a:xfrm>
            <a:custGeom>
              <a:avLst/>
              <a:gdLst/>
              <a:ahLst/>
              <a:cxnLst/>
              <a:rect l="l" t="t" r="r" b="b"/>
              <a:pathLst>
                <a:path w="668" h="644" extrusionOk="0">
                  <a:moveTo>
                    <a:pt x="334" y="0"/>
                  </a:moveTo>
                  <a:cubicBezTo>
                    <a:pt x="144" y="0"/>
                    <a:pt x="1" y="143"/>
                    <a:pt x="1" y="334"/>
                  </a:cubicBezTo>
                  <a:cubicBezTo>
                    <a:pt x="1" y="501"/>
                    <a:pt x="144" y="643"/>
                    <a:pt x="334" y="643"/>
                  </a:cubicBezTo>
                  <a:cubicBezTo>
                    <a:pt x="501" y="643"/>
                    <a:pt x="667" y="501"/>
                    <a:pt x="667" y="334"/>
                  </a:cubicBezTo>
                  <a:cubicBezTo>
                    <a:pt x="667" y="143"/>
                    <a:pt x="501"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3" name="Google Shape;20713;p137"/>
            <p:cNvSpPr/>
            <p:nvPr/>
          </p:nvSpPr>
          <p:spPr>
            <a:xfrm>
              <a:off x="6378419" y="1972666"/>
              <a:ext cx="21719" cy="20970"/>
            </a:xfrm>
            <a:custGeom>
              <a:avLst/>
              <a:gdLst/>
              <a:ahLst/>
              <a:cxnLst/>
              <a:rect l="l" t="t" r="r" b="b"/>
              <a:pathLst>
                <a:path w="667" h="644" extrusionOk="0">
                  <a:moveTo>
                    <a:pt x="333" y="0"/>
                  </a:moveTo>
                  <a:cubicBezTo>
                    <a:pt x="167" y="0"/>
                    <a:pt x="0" y="143"/>
                    <a:pt x="0" y="334"/>
                  </a:cubicBezTo>
                  <a:cubicBezTo>
                    <a:pt x="0" y="501"/>
                    <a:pt x="167" y="643"/>
                    <a:pt x="333" y="643"/>
                  </a:cubicBezTo>
                  <a:cubicBezTo>
                    <a:pt x="524" y="643"/>
                    <a:pt x="667" y="501"/>
                    <a:pt x="667" y="334"/>
                  </a:cubicBezTo>
                  <a:cubicBezTo>
                    <a:pt x="667" y="143"/>
                    <a:pt x="524" y="0"/>
                    <a:pt x="333"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4" name="Google Shape;20714;p137"/>
            <p:cNvSpPr/>
            <p:nvPr/>
          </p:nvSpPr>
          <p:spPr>
            <a:xfrm>
              <a:off x="6419513" y="1972666"/>
              <a:ext cx="20970" cy="20970"/>
            </a:xfrm>
            <a:custGeom>
              <a:avLst/>
              <a:gdLst/>
              <a:ahLst/>
              <a:cxnLst/>
              <a:rect l="l" t="t" r="r" b="b"/>
              <a:pathLst>
                <a:path w="644" h="644" extrusionOk="0">
                  <a:moveTo>
                    <a:pt x="334" y="0"/>
                  </a:moveTo>
                  <a:cubicBezTo>
                    <a:pt x="143" y="0"/>
                    <a:pt x="0" y="143"/>
                    <a:pt x="0" y="334"/>
                  </a:cubicBezTo>
                  <a:cubicBezTo>
                    <a:pt x="0" y="501"/>
                    <a:pt x="143" y="643"/>
                    <a:pt x="334" y="643"/>
                  </a:cubicBezTo>
                  <a:cubicBezTo>
                    <a:pt x="500" y="643"/>
                    <a:pt x="643" y="501"/>
                    <a:pt x="643" y="334"/>
                  </a:cubicBezTo>
                  <a:cubicBezTo>
                    <a:pt x="643" y="143"/>
                    <a:pt x="500" y="0"/>
                    <a:pt x="334"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5" name="Google Shape;20715;p137"/>
            <p:cNvSpPr/>
            <p:nvPr/>
          </p:nvSpPr>
          <p:spPr>
            <a:xfrm>
              <a:off x="6470669" y="1973448"/>
              <a:ext cx="134190" cy="21752"/>
            </a:xfrm>
            <a:custGeom>
              <a:avLst/>
              <a:gdLst/>
              <a:ahLst/>
              <a:cxnLst/>
              <a:rect l="l" t="t" r="r" b="b"/>
              <a:pathLst>
                <a:path w="4121" h="668" extrusionOk="0">
                  <a:moveTo>
                    <a:pt x="334" y="0"/>
                  </a:moveTo>
                  <a:cubicBezTo>
                    <a:pt x="168" y="0"/>
                    <a:pt x="1" y="167"/>
                    <a:pt x="1" y="334"/>
                  </a:cubicBezTo>
                  <a:cubicBezTo>
                    <a:pt x="1" y="524"/>
                    <a:pt x="168" y="667"/>
                    <a:pt x="334" y="667"/>
                  </a:cubicBezTo>
                  <a:lnTo>
                    <a:pt x="3787" y="667"/>
                  </a:lnTo>
                  <a:cubicBezTo>
                    <a:pt x="3978" y="667"/>
                    <a:pt x="4121" y="524"/>
                    <a:pt x="4121" y="334"/>
                  </a:cubicBezTo>
                  <a:cubicBezTo>
                    <a:pt x="4121" y="167"/>
                    <a:pt x="3978" y="0"/>
                    <a:pt x="3787"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6" name="Google Shape;20716;p137"/>
            <p:cNvSpPr/>
            <p:nvPr/>
          </p:nvSpPr>
          <p:spPr>
            <a:xfrm>
              <a:off x="6369106" y="2085104"/>
              <a:ext cx="215596" cy="113252"/>
            </a:xfrm>
            <a:custGeom>
              <a:avLst/>
              <a:gdLst/>
              <a:ahLst/>
              <a:cxnLst/>
              <a:rect l="l" t="t" r="r" b="b"/>
              <a:pathLst>
                <a:path w="6621" h="3478" extrusionOk="0">
                  <a:moveTo>
                    <a:pt x="6287" y="1"/>
                  </a:moveTo>
                  <a:cubicBezTo>
                    <a:pt x="6208" y="1"/>
                    <a:pt x="6128" y="32"/>
                    <a:pt x="6049" y="96"/>
                  </a:cubicBezTo>
                  <a:lnTo>
                    <a:pt x="5001" y="1144"/>
                  </a:lnTo>
                  <a:lnTo>
                    <a:pt x="4287" y="429"/>
                  </a:lnTo>
                  <a:cubicBezTo>
                    <a:pt x="4227" y="358"/>
                    <a:pt x="4144" y="322"/>
                    <a:pt x="4061" y="322"/>
                  </a:cubicBezTo>
                  <a:cubicBezTo>
                    <a:pt x="3977" y="322"/>
                    <a:pt x="3894" y="358"/>
                    <a:pt x="3834" y="429"/>
                  </a:cubicBezTo>
                  <a:lnTo>
                    <a:pt x="3120" y="1144"/>
                  </a:lnTo>
                  <a:lnTo>
                    <a:pt x="2167" y="2072"/>
                  </a:lnTo>
                  <a:lnTo>
                    <a:pt x="1501" y="1382"/>
                  </a:lnTo>
                  <a:cubicBezTo>
                    <a:pt x="1441" y="1322"/>
                    <a:pt x="1358" y="1292"/>
                    <a:pt x="1274" y="1292"/>
                  </a:cubicBezTo>
                  <a:cubicBezTo>
                    <a:pt x="1191" y="1292"/>
                    <a:pt x="1108" y="1322"/>
                    <a:pt x="1048" y="1382"/>
                  </a:cubicBezTo>
                  <a:lnTo>
                    <a:pt x="0" y="2406"/>
                  </a:lnTo>
                  <a:lnTo>
                    <a:pt x="0" y="3477"/>
                  </a:lnTo>
                  <a:lnTo>
                    <a:pt x="6621" y="3477"/>
                  </a:lnTo>
                  <a:lnTo>
                    <a:pt x="6621" y="334"/>
                  </a:lnTo>
                  <a:cubicBezTo>
                    <a:pt x="6621" y="215"/>
                    <a:pt x="6525" y="96"/>
                    <a:pt x="6406" y="24"/>
                  </a:cubicBezTo>
                  <a:cubicBezTo>
                    <a:pt x="6367" y="9"/>
                    <a:pt x="6327" y="1"/>
                    <a:pt x="6287"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7" name="Google Shape;20717;p137"/>
            <p:cNvSpPr/>
            <p:nvPr/>
          </p:nvSpPr>
          <p:spPr>
            <a:xfrm>
              <a:off x="6470669" y="2085104"/>
              <a:ext cx="114034" cy="112471"/>
            </a:xfrm>
            <a:custGeom>
              <a:avLst/>
              <a:gdLst/>
              <a:ahLst/>
              <a:cxnLst/>
              <a:rect l="l" t="t" r="r" b="b"/>
              <a:pathLst>
                <a:path w="3502" h="3454" extrusionOk="0">
                  <a:moveTo>
                    <a:pt x="3168" y="1"/>
                  </a:moveTo>
                  <a:cubicBezTo>
                    <a:pt x="3089" y="1"/>
                    <a:pt x="3009" y="32"/>
                    <a:pt x="2930" y="96"/>
                  </a:cubicBezTo>
                  <a:lnTo>
                    <a:pt x="1882" y="1144"/>
                  </a:lnTo>
                  <a:lnTo>
                    <a:pt x="1168" y="429"/>
                  </a:lnTo>
                  <a:cubicBezTo>
                    <a:pt x="1108" y="358"/>
                    <a:pt x="1025" y="322"/>
                    <a:pt x="942" y="322"/>
                  </a:cubicBezTo>
                  <a:cubicBezTo>
                    <a:pt x="858" y="322"/>
                    <a:pt x="775" y="358"/>
                    <a:pt x="715" y="429"/>
                  </a:cubicBezTo>
                  <a:lnTo>
                    <a:pt x="1" y="1144"/>
                  </a:lnTo>
                  <a:lnTo>
                    <a:pt x="1" y="3454"/>
                  </a:lnTo>
                  <a:lnTo>
                    <a:pt x="3454" y="3454"/>
                  </a:lnTo>
                  <a:lnTo>
                    <a:pt x="3454" y="334"/>
                  </a:lnTo>
                  <a:lnTo>
                    <a:pt x="3502" y="334"/>
                  </a:lnTo>
                  <a:cubicBezTo>
                    <a:pt x="3502" y="215"/>
                    <a:pt x="3406" y="96"/>
                    <a:pt x="3287" y="24"/>
                  </a:cubicBezTo>
                  <a:cubicBezTo>
                    <a:pt x="3248" y="9"/>
                    <a:pt x="3208" y="1"/>
                    <a:pt x="3168"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8" name="Google Shape;20718;p137"/>
            <p:cNvSpPr/>
            <p:nvPr/>
          </p:nvSpPr>
          <p:spPr>
            <a:xfrm>
              <a:off x="6358230" y="2064851"/>
              <a:ext cx="226472" cy="144350"/>
            </a:xfrm>
            <a:custGeom>
              <a:avLst/>
              <a:gdLst/>
              <a:ahLst/>
              <a:cxnLst/>
              <a:rect l="l" t="t" r="r" b="b"/>
              <a:pathLst>
                <a:path w="6955" h="4433" extrusionOk="0">
                  <a:moveTo>
                    <a:pt x="321" y="1"/>
                  </a:moveTo>
                  <a:cubicBezTo>
                    <a:pt x="165" y="1"/>
                    <a:pt x="1" y="138"/>
                    <a:pt x="1" y="337"/>
                  </a:cubicBezTo>
                  <a:lnTo>
                    <a:pt x="1" y="4099"/>
                  </a:lnTo>
                  <a:cubicBezTo>
                    <a:pt x="1" y="4290"/>
                    <a:pt x="168" y="4433"/>
                    <a:pt x="334" y="4433"/>
                  </a:cubicBezTo>
                  <a:lnTo>
                    <a:pt x="6645" y="4433"/>
                  </a:lnTo>
                  <a:cubicBezTo>
                    <a:pt x="6788" y="4409"/>
                    <a:pt x="6955" y="4266"/>
                    <a:pt x="6955" y="4076"/>
                  </a:cubicBezTo>
                  <a:cubicBezTo>
                    <a:pt x="6955" y="3933"/>
                    <a:pt x="6788" y="3790"/>
                    <a:pt x="6621" y="3790"/>
                  </a:cubicBezTo>
                  <a:lnTo>
                    <a:pt x="668" y="3790"/>
                  </a:lnTo>
                  <a:lnTo>
                    <a:pt x="668" y="337"/>
                  </a:lnTo>
                  <a:cubicBezTo>
                    <a:pt x="668" y="170"/>
                    <a:pt x="549" y="27"/>
                    <a:pt x="358" y="3"/>
                  </a:cubicBezTo>
                  <a:cubicBezTo>
                    <a:pt x="346" y="2"/>
                    <a:pt x="334" y="1"/>
                    <a:pt x="321"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9" name="Google Shape;20719;p137"/>
            <p:cNvSpPr/>
            <p:nvPr/>
          </p:nvSpPr>
          <p:spPr>
            <a:xfrm>
              <a:off x="6472232" y="2188230"/>
              <a:ext cx="113252" cy="20221"/>
            </a:xfrm>
            <a:custGeom>
              <a:avLst/>
              <a:gdLst/>
              <a:ahLst/>
              <a:cxnLst/>
              <a:rect l="l" t="t" r="r" b="b"/>
              <a:pathLst>
                <a:path w="3478" h="621" extrusionOk="0">
                  <a:moveTo>
                    <a:pt x="1" y="1"/>
                  </a:moveTo>
                  <a:lnTo>
                    <a:pt x="1" y="620"/>
                  </a:lnTo>
                  <a:lnTo>
                    <a:pt x="3120" y="620"/>
                  </a:lnTo>
                  <a:cubicBezTo>
                    <a:pt x="3263" y="620"/>
                    <a:pt x="3406" y="501"/>
                    <a:pt x="3477" y="358"/>
                  </a:cubicBezTo>
                  <a:cubicBezTo>
                    <a:pt x="3477" y="144"/>
                    <a:pt x="3335" y="1"/>
                    <a:pt x="314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20" name="Google Shape;20720;p137"/>
          <p:cNvGrpSpPr/>
          <p:nvPr/>
        </p:nvGrpSpPr>
        <p:grpSpPr>
          <a:xfrm>
            <a:off x="7048393" y="1810953"/>
            <a:ext cx="351317" cy="266036"/>
            <a:chOff x="7048393" y="1963353"/>
            <a:chExt cx="351317" cy="266036"/>
          </a:xfrm>
        </p:grpSpPr>
        <p:sp>
          <p:nvSpPr>
            <p:cNvPr id="20721" name="Google Shape;20721;p137"/>
            <p:cNvSpPr/>
            <p:nvPr/>
          </p:nvSpPr>
          <p:spPr>
            <a:xfrm>
              <a:off x="7048393" y="1963353"/>
              <a:ext cx="351317" cy="266036"/>
            </a:xfrm>
            <a:custGeom>
              <a:avLst/>
              <a:gdLst/>
              <a:ahLst/>
              <a:cxnLst/>
              <a:rect l="l" t="t" r="r" b="b"/>
              <a:pathLst>
                <a:path w="10789" h="8170" extrusionOk="0">
                  <a:moveTo>
                    <a:pt x="334" y="1"/>
                  </a:moveTo>
                  <a:cubicBezTo>
                    <a:pt x="144" y="1"/>
                    <a:pt x="1" y="144"/>
                    <a:pt x="1" y="310"/>
                  </a:cubicBezTo>
                  <a:lnTo>
                    <a:pt x="1" y="7859"/>
                  </a:lnTo>
                  <a:cubicBezTo>
                    <a:pt x="1" y="8026"/>
                    <a:pt x="144" y="8169"/>
                    <a:pt x="334" y="8169"/>
                  </a:cubicBezTo>
                  <a:lnTo>
                    <a:pt x="10455" y="8169"/>
                  </a:lnTo>
                  <a:cubicBezTo>
                    <a:pt x="10646" y="8169"/>
                    <a:pt x="10789" y="8026"/>
                    <a:pt x="10789" y="7859"/>
                  </a:cubicBezTo>
                  <a:lnTo>
                    <a:pt x="10789" y="310"/>
                  </a:lnTo>
                  <a:cubicBezTo>
                    <a:pt x="10789" y="144"/>
                    <a:pt x="10646" y="1"/>
                    <a:pt x="10455"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2" name="Google Shape;20722;p137"/>
            <p:cNvSpPr/>
            <p:nvPr/>
          </p:nvSpPr>
          <p:spPr>
            <a:xfrm>
              <a:off x="7224425" y="1963353"/>
              <a:ext cx="175284" cy="265254"/>
            </a:xfrm>
            <a:custGeom>
              <a:avLst/>
              <a:gdLst/>
              <a:ahLst/>
              <a:cxnLst/>
              <a:rect l="l" t="t" r="r" b="b"/>
              <a:pathLst>
                <a:path w="5383" h="8146" extrusionOk="0">
                  <a:moveTo>
                    <a:pt x="1" y="1"/>
                  </a:moveTo>
                  <a:lnTo>
                    <a:pt x="1" y="8145"/>
                  </a:lnTo>
                  <a:lnTo>
                    <a:pt x="5049" y="8145"/>
                  </a:lnTo>
                  <a:cubicBezTo>
                    <a:pt x="5240" y="8145"/>
                    <a:pt x="5383" y="8026"/>
                    <a:pt x="5383" y="7859"/>
                  </a:cubicBezTo>
                  <a:lnTo>
                    <a:pt x="5383" y="310"/>
                  </a:lnTo>
                  <a:cubicBezTo>
                    <a:pt x="5383" y="144"/>
                    <a:pt x="5240" y="1"/>
                    <a:pt x="5049"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3" name="Google Shape;20723;p137"/>
            <p:cNvSpPr/>
            <p:nvPr/>
          </p:nvSpPr>
          <p:spPr>
            <a:xfrm>
              <a:off x="7070893" y="1983509"/>
              <a:ext cx="308660" cy="202441"/>
            </a:xfrm>
            <a:custGeom>
              <a:avLst/>
              <a:gdLst/>
              <a:ahLst/>
              <a:cxnLst/>
              <a:rect l="l" t="t" r="r" b="b"/>
              <a:pathLst>
                <a:path w="9479" h="6217" extrusionOk="0">
                  <a:moveTo>
                    <a:pt x="0" y="1"/>
                  </a:moveTo>
                  <a:lnTo>
                    <a:pt x="0" y="3954"/>
                  </a:lnTo>
                  <a:lnTo>
                    <a:pt x="4049" y="6216"/>
                  </a:lnTo>
                  <a:lnTo>
                    <a:pt x="4739" y="6002"/>
                  </a:lnTo>
                  <a:lnTo>
                    <a:pt x="9479" y="4573"/>
                  </a:lnTo>
                  <a:lnTo>
                    <a:pt x="9479"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4" name="Google Shape;20724;p137"/>
            <p:cNvSpPr/>
            <p:nvPr/>
          </p:nvSpPr>
          <p:spPr>
            <a:xfrm>
              <a:off x="7225207" y="1983509"/>
              <a:ext cx="154346" cy="195473"/>
            </a:xfrm>
            <a:custGeom>
              <a:avLst/>
              <a:gdLst/>
              <a:ahLst/>
              <a:cxnLst/>
              <a:rect l="l" t="t" r="r" b="b"/>
              <a:pathLst>
                <a:path w="4740" h="6003" extrusionOk="0">
                  <a:moveTo>
                    <a:pt x="0" y="1"/>
                  </a:moveTo>
                  <a:lnTo>
                    <a:pt x="0" y="6002"/>
                  </a:lnTo>
                  <a:lnTo>
                    <a:pt x="4740" y="4573"/>
                  </a:lnTo>
                  <a:lnTo>
                    <a:pt x="4740"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5" name="Google Shape;20725;p137"/>
            <p:cNvSpPr/>
            <p:nvPr/>
          </p:nvSpPr>
          <p:spPr>
            <a:xfrm>
              <a:off x="7214364" y="2003698"/>
              <a:ext cx="62064" cy="62064"/>
            </a:xfrm>
            <a:custGeom>
              <a:avLst/>
              <a:gdLst/>
              <a:ahLst/>
              <a:cxnLst/>
              <a:rect l="l" t="t" r="r" b="b"/>
              <a:pathLst>
                <a:path w="1906" h="1906" extrusionOk="0">
                  <a:moveTo>
                    <a:pt x="953" y="0"/>
                  </a:moveTo>
                  <a:cubicBezTo>
                    <a:pt x="405" y="0"/>
                    <a:pt x="0" y="429"/>
                    <a:pt x="0" y="953"/>
                  </a:cubicBezTo>
                  <a:cubicBezTo>
                    <a:pt x="0" y="1500"/>
                    <a:pt x="452" y="1905"/>
                    <a:pt x="953" y="1905"/>
                  </a:cubicBezTo>
                  <a:cubicBezTo>
                    <a:pt x="1453" y="1905"/>
                    <a:pt x="1905" y="1500"/>
                    <a:pt x="1905" y="953"/>
                  </a:cubicBezTo>
                  <a:cubicBezTo>
                    <a:pt x="1905" y="429"/>
                    <a:pt x="1453" y="0"/>
                    <a:pt x="953"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6" name="Google Shape;20726;p137"/>
            <p:cNvSpPr/>
            <p:nvPr/>
          </p:nvSpPr>
          <p:spPr>
            <a:xfrm>
              <a:off x="7202706" y="2106824"/>
              <a:ext cx="176847" cy="102376"/>
            </a:xfrm>
            <a:custGeom>
              <a:avLst/>
              <a:gdLst/>
              <a:ahLst/>
              <a:cxnLst/>
              <a:rect l="l" t="t" r="r" b="b"/>
              <a:pathLst>
                <a:path w="5431" h="3144" extrusionOk="0">
                  <a:moveTo>
                    <a:pt x="1811" y="0"/>
                  </a:moveTo>
                  <a:lnTo>
                    <a:pt x="1" y="1810"/>
                  </a:lnTo>
                  <a:lnTo>
                    <a:pt x="3335" y="3144"/>
                  </a:lnTo>
                  <a:lnTo>
                    <a:pt x="5431" y="3144"/>
                  </a:lnTo>
                  <a:lnTo>
                    <a:pt x="5431" y="810"/>
                  </a:lnTo>
                  <a:lnTo>
                    <a:pt x="4597"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7" name="Google Shape;20727;p137"/>
            <p:cNvSpPr/>
            <p:nvPr/>
          </p:nvSpPr>
          <p:spPr>
            <a:xfrm>
              <a:off x="7260863" y="2065925"/>
              <a:ext cx="90003" cy="81243"/>
            </a:xfrm>
            <a:custGeom>
              <a:avLst/>
              <a:gdLst/>
              <a:ahLst/>
              <a:cxnLst/>
              <a:rect l="l" t="t" r="r" b="b"/>
              <a:pathLst>
                <a:path w="2764" h="2495" extrusionOk="0">
                  <a:moveTo>
                    <a:pt x="1394" y="0"/>
                  </a:moveTo>
                  <a:cubicBezTo>
                    <a:pt x="1311" y="0"/>
                    <a:pt x="1227" y="30"/>
                    <a:pt x="1168" y="89"/>
                  </a:cubicBezTo>
                  <a:lnTo>
                    <a:pt x="1" y="1256"/>
                  </a:lnTo>
                  <a:lnTo>
                    <a:pt x="1168" y="2399"/>
                  </a:lnTo>
                  <a:cubicBezTo>
                    <a:pt x="1263" y="2471"/>
                    <a:pt x="1311" y="2495"/>
                    <a:pt x="1406" y="2495"/>
                  </a:cubicBezTo>
                  <a:cubicBezTo>
                    <a:pt x="1501" y="2495"/>
                    <a:pt x="1549" y="2471"/>
                    <a:pt x="1620" y="2399"/>
                  </a:cubicBezTo>
                  <a:lnTo>
                    <a:pt x="2763" y="1256"/>
                  </a:lnTo>
                  <a:lnTo>
                    <a:pt x="1620" y="89"/>
                  </a:lnTo>
                  <a:cubicBezTo>
                    <a:pt x="1561" y="30"/>
                    <a:pt x="1477" y="0"/>
                    <a:pt x="139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8" name="Google Shape;20728;p137"/>
            <p:cNvSpPr/>
            <p:nvPr/>
          </p:nvSpPr>
          <p:spPr>
            <a:xfrm>
              <a:off x="7071675" y="2096729"/>
              <a:ext cx="240409" cy="112471"/>
            </a:xfrm>
            <a:custGeom>
              <a:avLst/>
              <a:gdLst/>
              <a:ahLst/>
              <a:cxnLst/>
              <a:rect l="l" t="t" r="r" b="b"/>
              <a:pathLst>
                <a:path w="7383" h="3454" extrusionOk="0">
                  <a:moveTo>
                    <a:pt x="524" y="1"/>
                  </a:moveTo>
                  <a:lnTo>
                    <a:pt x="0" y="501"/>
                  </a:lnTo>
                  <a:lnTo>
                    <a:pt x="0" y="3454"/>
                  </a:lnTo>
                  <a:lnTo>
                    <a:pt x="7383" y="3454"/>
                  </a:lnTo>
                  <a:lnTo>
                    <a:pt x="4715" y="810"/>
                  </a:lnTo>
                  <a:lnTo>
                    <a:pt x="3906"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9" name="Google Shape;20729;p137"/>
            <p:cNvSpPr/>
            <p:nvPr/>
          </p:nvSpPr>
          <p:spPr>
            <a:xfrm>
              <a:off x="7225207" y="2123105"/>
              <a:ext cx="86095" cy="86095"/>
            </a:xfrm>
            <a:custGeom>
              <a:avLst/>
              <a:gdLst/>
              <a:ahLst/>
              <a:cxnLst/>
              <a:rect l="l" t="t" r="r" b="b"/>
              <a:pathLst>
                <a:path w="2644" h="2644" extrusionOk="0">
                  <a:moveTo>
                    <a:pt x="0" y="0"/>
                  </a:moveTo>
                  <a:lnTo>
                    <a:pt x="0" y="2644"/>
                  </a:lnTo>
                  <a:lnTo>
                    <a:pt x="2644" y="2644"/>
                  </a:lnTo>
                  <a:lnTo>
                    <a:pt x="0"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0" name="Google Shape;20730;p137"/>
            <p:cNvSpPr/>
            <p:nvPr/>
          </p:nvSpPr>
          <p:spPr>
            <a:xfrm>
              <a:off x="7087174" y="2045736"/>
              <a:ext cx="112471" cy="81862"/>
            </a:xfrm>
            <a:custGeom>
              <a:avLst/>
              <a:gdLst/>
              <a:ahLst/>
              <a:cxnLst/>
              <a:rect l="l" t="t" r="r" b="b"/>
              <a:pathLst>
                <a:path w="3454" h="2514" extrusionOk="0">
                  <a:moveTo>
                    <a:pt x="1727" y="1"/>
                  </a:moveTo>
                  <a:cubicBezTo>
                    <a:pt x="1644" y="1"/>
                    <a:pt x="1560" y="31"/>
                    <a:pt x="1501" y="90"/>
                  </a:cubicBezTo>
                  <a:lnTo>
                    <a:pt x="0" y="1567"/>
                  </a:lnTo>
                  <a:lnTo>
                    <a:pt x="882" y="2424"/>
                  </a:lnTo>
                  <a:cubicBezTo>
                    <a:pt x="941" y="2484"/>
                    <a:pt x="1019" y="2513"/>
                    <a:pt x="1096" y="2513"/>
                  </a:cubicBezTo>
                  <a:cubicBezTo>
                    <a:pt x="1173" y="2513"/>
                    <a:pt x="1251" y="2484"/>
                    <a:pt x="1310" y="2424"/>
                  </a:cubicBezTo>
                  <a:lnTo>
                    <a:pt x="1739" y="2019"/>
                  </a:lnTo>
                  <a:lnTo>
                    <a:pt x="2144" y="2424"/>
                  </a:lnTo>
                  <a:cubicBezTo>
                    <a:pt x="2203" y="2484"/>
                    <a:pt x="2287" y="2513"/>
                    <a:pt x="2370" y="2513"/>
                  </a:cubicBezTo>
                  <a:cubicBezTo>
                    <a:pt x="2453" y="2513"/>
                    <a:pt x="2537" y="2484"/>
                    <a:pt x="2596" y="2424"/>
                  </a:cubicBezTo>
                  <a:lnTo>
                    <a:pt x="3454" y="1567"/>
                  </a:lnTo>
                  <a:lnTo>
                    <a:pt x="1953" y="90"/>
                  </a:lnTo>
                  <a:cubicBezTo>
                    <a:pt x="1894" y="31"/>
                    <a:pt x="1810" y="1"/>
                    <a:pt x="1727"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31" name="Google Shape;20731;p137"/>
          <p:cNvGrpSpPr/>
          <p:nvPr/>
        </p:nvGrpSpPr>
        <p:grpSpPr>
          <a:xfrm>
            <a:off x="7788180" y="1768622"/>
            <a:ext cx="349786" cy="350242"/>
            <a:chOff x="7788180" y="1921022"/>
            <a:chExt cx="349786" cy="350242"/>
          </a:xfrm>
        </p:grpSpPr>
        <p:sp>
          <p:nvSpPr>
            <p:cNvPr id="20732" name="Google Shape;20732;p137"/>
            <p:cNvSpPr/>
            <p:nvPr/>
          </p:nvSpPr>
          <p:spPr>
            <a:xfrm>
              <a:off x="7889775" y="1921022"/>
              <a:ext cx="146596" cy="143959"/>
            </a:xfrm>
            <a:custGeom>
              <a:avLst/>
              <a:gdLst/>
              <a:ahLst/>
              <a:cxnLst/>
              <a:rect l="l" t="t" r="r" b="b"/>
              <a:pathLst>
                <a:path w="4502" h="4421" extrusionOk="0">
                  <a:moveTo>
                    <a:pt x="4132" y="0"/>
                  </a:moveTo>
                  <a:cubicBezTo>
                    <a:pt x="4014" y="0"/>
                    <a:pt x="3893" y="78"/>
                    <a:pt x="3858" y="181"/>
                  </a:cubicBezTo>
                  <a:lnTo>
                    <a:pt x="2239" y="3396"/>
                  </a:lnTo>
                  <a:lnTo>
                    <a:pt x="643" y="181"/>
                  </a:lnTo>
                  <a:cubicBezTo>
                    <a:pt x="572" y="74"/>
                    <a:pt x="447" y="21"/>
                    <a:pt x="329" y="21"/>
                  </a:cubicBezTo>
                  <a:cubicBezTo>
                    <a:pt x="289" y="21"/>
                    <a:pt x="250" y="27"/>
                    <a:pt x="215" y="39"/>
                  </a:cubicBezTo>
                  <a:cubicBezTo>
                    <a:pt x="72" y="134"/>
                    <a:pt x="0" y="301"/>
                    <a:pt x="72" y="467"/>
                  </a:cubicBezTo>
                  <a:lnTo>
                    <a:pt x="1977" y="4230"/>
                  </a:lnTo>
                  <a:cubicBezTo>
                    <a:pt x="2025" y="4349"/>
                    <a:pt x="2144" y="4420"/>
                    <a:pt x="2239" y="4420"/>
                  </a:cubicBezTo>
                  <a:cubicBezTo>
                    <a:pt x="2358" y="4420"/>
                    <a:pt x="2477" y="4349"/>
                    <a:pt x="2549" y="4230"/>
                  </a:cubicBezTo>
                  <a:lnTo>
                    <a:pt x="4406" y="467"/>
                  </a:lnTo>
                  <a:cubicBezTo>
                    <a:pt x="4501" y="301"/>
                    <a:pt x="4454" y="134"/>
                    <a:pt x="4263" y="39"/>
                  </a:cubicBezTo>
                  <a:cubicBezTo>
                    <a:pt x="4223" y="12"/>
                    <a:pt x="4178" y="0"/>
                    <a:pt x="4132"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3" name="Google Shape;20733;p137"/>
            <p:cNvSpPr/>
            <p:nvPr/>
          </p:nvSpPr>
          <p:spPr>
            <a:xfrm>
              <a:off x="7962650" y="1921022"/>
              <a:ext cx="73721" cy="143959"/>
            </a:xfrm>
            <a:custGeom>
              <a:avLst/>
              <a:gdLst/>
              <a:ahLst/>
              <a:cxnLst/>
              <a:rect l="l" t="t" r="r" b="b"/>
              <a:pathLst>
                <a:path w="2264" h="4421" extrusionOk="0">
                  <a:moveTo>
                    <a:pt x="1894" y="0"/>
                  </a:moveTo>
                  <a:cubicBezTo>
                    <a:pt x="1776" y="0"/>
                    <a:pt x="1655" y="78"/>
                    <a:pt x="1620" y="181"/>
                  </a:cubicBezTo>
                  <a:lnTo>
                    <a:pt x="1" y="3396"/>
                  </a:lnTo>
                  <a:lnTo>
                    <a:pt x="1" y="4420"/>
                  </a:lnTo>
                  <a:cubicBezTo>
                    <a:pt x="120" y="4420"/>
                    <a:pt x="239" y="4349"/>
                    <a:pt x="311" y="4230"/>
                  </a:cubicBezTo>
                  <a:lnTo>
                    <a:pt x="2168" y="467"/>
                  </a:lnTo>
                  <a:cubicBezTo>
                    <a:pt x="2263" y="301"/>
                    <a:pt x="2168" y="110"/>
                    <a:pt x="2025" y="39"/>
                  </a:cubicBezTo>
                  <a:cubicBezTo>
                    <a:pt x="1985" y="12"/>
                    <a:pt x="1940" y="0"/>
                    <a:pt x="189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4" name="Google Shape;20734;p137"/>
            <p:cNvSpPr/>
            <p:nvPr/>
          </p:nvSpPr>
          <p:spPr>
            <a:xfrm>
              <a:off x="7788180" y="2044792"/>
              <a:ext cx="349786" cy="226472"/>
            </a:xfrm>
            <a:custGeom>
              <a:avLst/>
              <a:gdLst/>
              <a:ahLst/>
              <a:cxnLst/>
              <a:rect l="l" t="t" r="r" b="b"/>
              <a:pathLst>
                <a:path w="10742" h="6955" extrusionOk="0">
                  <a:moveTo>
                    <a:pt x="953" y="0"/>
                  </a:moveTo>
                  <a:cubicBezTo>
                    <a:pt x="453" y="0"/>
                    <a:pt x="1" y="405"/>
                    <a:pt x="1" y="929"/>
                  </a:cubicBezTo>
                  <a:lnTo>
                    <a:pt x="1" y="6001"/>
                  </a:lnTo>
                  <a:cubicBezTo>
                    <a:pt x="1" y="6502"/>
                    <a:pt x="406" y="6954"/>
                    <a:pt x="953" y="6954"/>
                  </a:cubicBezTo>
                  <a:lnTo>
                    <a:pt x="9788" y="6954"/>
                  </a:lnTo>
                  <a:cubicBezTo>
                    <a:pt x="10312" y="6954"/>
                    <a:pt x="10741" y="6525"/>
                    <a:pt x="10741" y="6001"/>
                  </a:cubicBezTo>
                  <a:lnTo>
                    <a:pt x="10741" y="929"/>
                  </a:lnTo>
                  <a:cubicBezTo>
                    <a:pt x="10717" y="429"/>
                    <a:pt x="10312" y="0"/>
                    <a:pt x="9788"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5" name="Google Shape;20735;p137"/>
            <p:cNvSpPr/>
            <p:nvPr/>
          </p:nvSpPr>
          <p:spPr>
            <a:xfrm>
              <a:off x="7962650" y="2045541"/>
              <a:ext cx="174535" cy="225723"/>
            </a:xfrm>
            <a:custGeom>
              <a:avLst/>
              <a:gdLst/>
              <a:ahLst/>
              <a:cxnLst/>
              <a:rect l="l" t="t" r="r" b="b"/>
              <a:pathLst>
                <a:path w="5360" h="6932" extrusionOk="0">
                  <a:moveTo>
                    <a:pt x="4450" y="0"/>
                  </a:moveTo>
                  <a:cubicBezTo>
                    <a:pt x="4436" y="0"/>
                    <a:pt x="4421" y="0"/>
                    <a:pt x="4407" y="1"/>
                  </a:cubicBezTo>
                  <a:lnTo>
                    <a:pt x="1" y="1"/>
                  </a:lnTo>
                  <a:lnTo>
                    <a:pt x="1" y="6931"/>
                  </a:lnTo>
                  <a:lnTo>
                    <a:pt x="4407" y="6931"/>
                  </a:lnTo>
                  <a:cubicBezTo>
                    <a:pt x="4954" y="6931"/>
                    <a:pt x="5359" y="6479"/>
                    <a:pt x="5359" y="5978"/>
                  </a:cubicBezTo>
                  <a:lnTo>
                    <a:pt x="5359" y="930"/>
                  </a:lnTo>
                  <a:cubicBezTo>
                    <a:pt x="5359" y="420"/>
                    <a:pt x="4976" y="0"/>
                    <a:pt x="445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6" name="Google Shape;20736;p137"/>
            <p:cNvSpPr/>
            <p:nvPr/>
          </p:nvSpPr>
          <p:spPr>
            <a:xfrm>
              <a:off x="7992900" y="2106824"/>
              <a:ext cx="104721" cy="20189"/>
            </a:xfrm>
            <a:custGeom>
              <a:avLst/>
              <a:gdLst/>
              <a:ahLst/>
              <a:cxnLst/>
              <a:rect l="l" t="t" r="r" b="b"/>
              <a:pathLst>
                <a:path w="3216" h="620" extrusionOk="0">
                  <a:moveTo>
                    <a:pt x="334" y="0"/>
                  </a:moveTo>
                  <a:cubicBezTo>
                    <a:pt x="144" y="0"/>
                    <a:pt x="1" y="167"/>
                    <a:pt x="25" y="358"/>
                  </a:cubicBezTo>
                  <a:cubicBezTo>
                    <a:pt x="48" y="500"/>
                    <a:pt x="215" y="620"/>
                    <a:pt x="358" y="620"/>
                  </a:cubicBezTo>
                  <a:lnTo>
                    <a:pt x="2882" y="620"/>
                  </a:lnTo>
                  <a:cubicBezTo>
                    <a:pt x="3073" y="620"/>
                    <a:pt x="3216" y="477"/>
                    <a:pt x="3192" y="262"/>
                  </a:cubicBezTo>
                  <a:cubicBezTo>
                    <a:pt x="3144" y="119"/>
                    <a:pt x="3001" y="0"/>
                    <a:pt x="2858"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7" name="Google Shape;20737;p137"/>
            <p:cNvSpPr/>
            <p:nvPr/>
          </p:nvSpPr>
          <p:spPr>
            <a:xfrm>
              <a:off x="7992900" y="2147136"/>
              <a:ext cx="104721" cy="20189"/>
            </a:xfrm>
            <a:custGeom>
              <a:avLst/>
              <a:gdLst/>
              <a:ahLst/>
              <a:cxnLst/>
              <a:rect l="l" t="t" r="r" b="b"/>
              <a:pathLst>
                <a:path w="3216" h="620" extrusionOk="0">
                  <a:moveTo>
                    <a:pt x="334" y="1"/>
                  </a:moveTo>
                  <a:cubicBezTo>
                    <a:pt x="144" y="1"/>
                    <a:pt x="1" y="191"/>
                    <a:pt x="25" y="358"/>
                  </a:cubicBezTo>
                  <a:cubicBezTo>
                    <a:pt x="48" y="501"/>
                    <a:pt x="215" y="620"/>
                    <a:pt x="358" y="620"/>
                  </a:cubicBezTo>
                  <a:lnTo>
                    <a:pt x="2882" y="620"/>
                  </a:lnTo>
                  <a:cubicBezTo>
                    <a:pt x="3073" y="620"/>
                    <a:pt x="3216" y="477"/>
                    <a:pt x="3192" y="263"/>
                  </a:cubicBezTo>
                  <a:cubicBezTo>
                    <a:pt x="3144" y="120"/>
                    <a:pt x="3001" y="1"/>
                    <a:pt x="285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8" name="Google Shape;20738;p137"/>
            <p:cNvSpPr/>
            <p:nvPr/>
          </p:nvSpPr>
          <p:spPr>
            <a:xfrm>
              <a:off x="7992900" y="2188230"/>
              <a:ext cx="104721" cy="20221"/>
            </a:xfrm>
            <a:custGeom>
              <a:avLst/>
              <a:gdLst/>
              <a:ahLst/>
              <a:cxnLst/>
              <a:rect l="l" t="t" r="r" b="b"/>
              <a:pathLst>
                <a:path w="3216" h="621" extrusionOk="0">
                  <a:moveTo>
                    <a:pt x="334" y="1"/>
                  </a:moveTo>
                  <a:cubicBezTo>
                    <a:pt x="144" y="1"/>
                    <a:pt x="1" y="168"/>
                    <a:pt x="25" y="358"/>
                  </a:cubicBezTo>
                  <a:cubicBezTo>
                    <a:pt x="48" y="501"/>
                    <a:pt x="215" y="620"/>
                    <a:pt x="358" y="620"/>
                  </a:cubicBezTo>
                  <a:lnTo>
                    <a:pt x="2882" y="620"/>
                  </a:lnTo>
                  <a:cubicBezTo>
                    <a:pt x="3073" y="620"/>
                    <a:pt x="3216" y="477"/>
                    <a:pt x="3192" y="263"/>
                  </a:cubicBezTo>
                  <a:cubicBezTo>
                    <a:pt x="3144" y="120"/>
                    <a:pt x="3001" y="1"/>
                    <a:pt x="285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9" name="Google Shape;20739;p137"/>
            <p:cNvSpPr/>
            <p:nvPr/>
          </p:nvSpPr>
          <p:spPr>
            <a:xfrm>
              <a:off x="7870400" y="2085886"/>
              <a:ext cx="62064" cy="62064"/>
            </a:xfrm>
            <a:custGeom>
              <a:avLst/>
              <a:gdLst/>
              <a:ahLst/>
              <a:cxnLst/>
              <a:rect l="l" t="t" r="r" b="b"/>
              <a:pathLst>
                <a:path w="1906" h="1906" extrusionOk="0">
                  <a:moveTo>
                    <a:pt x="953" y="0"/>
                  </a:moveTo>
                  <a:cubicBezTo>
                    <a:pt x="429" y="0"/>
                    <a:pt x="0" y="429"/>
                    <a:pt x="0" y="953"/>
                  </a:cubicBezTo>
                  <a:cubicBezTo>
                    <a:pt x="0" y="1501"/>
                    <a:pt x="429" y="1906"/>
                    <a:pt x="953" y="1906"/>
                  </a:cubicBezTo>
                  <a:cubicBezTo>
                    <a:pt x="1500" y="1906"/>
                    <a:pt x="1905" y="1501"/>
                    <a:pt x="1905" y="953"/>
                  </a:cubicBezTo>
                  <a:cubicBezTo>
                    <a:pt x="1905" y="429"/>
                    <a:pt x="1500" y="0"/>
                    <a:pt x="953"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0" name="Google Shape;20740;p137"/>
            <p:cNvSpPr/>
            <p:nvPr/>
          </p:nvSpPr>
          <p:spPr>
            <a:xfrm>
              <a:off x="7847900" y="2147136"/>
              <a:ext cx="105502" cy="62064"/>
            </a:xfrm>
            <a:custGeom>
              <a:avLst/>
              <a:gdLst/>
              <a:ahLst/>
              <a:cxnLst/>
              <a:rect l="l" t="t" r="r" b="b"/>
              <a:pathLst>
                <a:path w="3240" h="1906" extrusionOk="0">
                  <a:moveTo>
                    <a:pt x="1596" y="1"/>
                  </a:moveTo>
                  <a:cubicBezTo>
                    <a:pt x="715" y="1"/>
                    <a:pt x="0" y="715"/>
                    <a:pt x="0" y="1572"/>
                  </a:cubicBezTo>
                  <a:cubicBezTo>
                    <a:pt x="0" y="1763"/>
                    <a:pt x="167" y="1906"/>
                    <a:pt x="334" y="1906"/>
                  </a:cubicBezTo>
                  <a:cubicBezTo>
                    <a:pt x="524" y="1906"/>
                    <a:pt x="667" y="1763"/>
                    <a:pt x="667" y="1572"/>
                  </a:cubicBezTo>
                  <a:cubicBezTo>
                    <a:pt x="667" y="1049"/>
                    <a:pt x="1072" y="620"/>
                    <a:pt x="1620" y="620"/>
                  </a:cubicBezTo>
                  <a:cubicBezTo>
                    <a:pt x="2168" y="620"/>
                    <a:pt x="2572" y="1049"/>
                    <a:pt x="2572" y="1572"/>
                  </a:cubicBezTo>
                  <a:cubicBezTo>
                    <a:pt x="2572" y="1763"/>
                    <a:pt x="2715" y="1906"/>
                    <a:pt x="2906" y="1906"/>
                  </a:cubicBezTo>
                  <a:cubicBezTo>
                    <a:pt x="3073" y="1906"/>
                    <a:pt x="3239" y="1763"/>
                    <a:pt x="3239" y="1572"/>
                  </a:cubicBezTo>
                  <a:cubicBezTo>
                    <a:pt x="3239" y="715"/>
                    <a:pt x="2525" y="1"/>
                    <a:pt x="1596"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41" name="Google Shape;20741;p137"/>
          <p:cNvGrpSpPr/>
          <p:nvPr/>
        </p:nvGrpSpPr>
        <p:grpSpPr>
          <a:xfrm>
            <a:off x="7788180" y="2332832"/>
            <a:ext cx="349005" cy="349005"/>
            <a:chOff x="7788180" y="2485232"/>
            <a:chExt cx="349005" cy="349005"/>
          </a:xfrm>
        </p:grpSpPr>
        <p:sp>
          <p:nvSpPr>
            <p:cNvPr id="20742" name="Google Shape;20742;p137"/>
            <p:cNvSpPr/>
            <p:nvPr/>
          </p:nvSpPr>
          <p:spPr>
            <a:xfrm>
              <a:off x="7788180" y="2485232"/>
              <a:ext cx="349005" cy="349005"/>
            </a:xfrm>
            <a:custGeom>
              <a:avLst/>
              <a:gdLst/>
              <a:ahLst/>
              <a:cxnLst/>
              <a:rect l="l" t="t" r="r" b="b"/>
              <a:pathLst>
                <a:path w="10718" h="10718" extrusionOk="0">
                  <a:moveTo>
                    <a:pt x="5359" y="1"/>
                  </a:moveTo>
                  <a:cubicBezTo>
                    <a:pt x="2406" y="1"/>
                    <a:pt x="1" y="2406"/>
                    <a:pt x="1" y="5359"/>
                  </a:cubicBezTo>
                  <a:cubicBezTo>
                    <a:pt x="1" y="8336"/>
                    <a:pt x="2406" y="10717"/>
                    <a:pt x="5359" y="10717"/>
                  </a:cubicBezTo>
                  <a:cubicBezTo>
                    <a:pt x="8312" y="10717"/>
                    <a:pt x="10717" y="8336"/>
                    <a:pt x="10717" y="5359"/>
                  </a:cubicBezTo>
                  <a:cubicBezTo>
                    <a:pt x="10717" y="2406"/>
                    <a:pt x="8312" y="1"/>
                    <a:pt x="5359"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3" name="Google Shape;20743;p137"/>
            <p:cNvSpPr/>
            <p:nvPr/>
          </p:nvSpPr>
          <p:spPr>
            <a:xfrm>
              <a:off x="7962650" y="2485232"/>
              <a:ext cx="174535" cy="349005"/>
            </a:xfrm>
            <a:custGeom>
              <a:avLst/>
              <a:gdLst/>
              <a:ahLst/>
              <a:cxnLst/>
              <a:rect l="l" t="t" r="r" b="b"/>
              <a:pathLst>
                <a:path w="5360" h="10718" extrusionOk="0">
                  <a:moveTo>
                    <a:pt x="1" y="1"/>
                  </a:moveTo>
                  <a:lnTo>
                    <a:pt x="1" y="10717"/>
                  </a:lnTo>
                  <a:cubicBezTo>
                    <a:pt x="2954" y="10717"/>
                    <a:pt x="5359" y="8312"/>
                    <a:pt x="5359" y="5359"/>
                  </a:cubicBezTo>
                  <a:cubicBezTo>
                    <a:pt x="5359" y="2430"/>
                    <a:pt x="2954" y="1"/>
                    <a:pt x="1"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4" name="Google Shape;20744;p137"/>
            <p:cNvSpPr/>
            <p:nvPr/>
          </p:nvSpPr>
          <p:spPr>
            <a:xfrm>
              <a:off x="7808336" y="2506170"/>
              <a:ext cx="308693" cy="307911"/>
            </a:xfrm>
            <a:custGeom>
              <a:avLst/>
              <a:gdLst/>
              <a:ahLst/>
              <a:cxnLst/>
              <a:rect l="l" t="t" r="r" b="b"/>
              <a:pathLst>
                <a:path w="9480" h="9456" extrusionOk="0">
                  <a:moveTo>
                    <a:pt x="4740" y="1"/>
                  </a:moveTo>
                  <a:cubicBezTo>
                    <a:pt x="2120" y="1"/>
                    <a:pt x="1" y="2096"/>
                    <a:pt x="1" y="4716"/>
                  </a:cubicBezTo>
                  <a:cubicBezTo>
                    <a:pt x="1" y="7336"/>
                    <a:pt x="2120" y="9455"/>
                    <a:pt x="4740" y="9455"/>
                  </a:cubicBezTo>
                  <a:cubicBezTo>
                    <a:pt x="7360" y="9455"/>
                    <a:pt x="9479" y="7336"/>
                    <a:pt x="9479" y="4716"/>
                  </a:cubicBezTo>
                  <a:cubicBezTo>
                    <a:pt x="9479" y="2096"/>
                    <a:pt x="7360" y="1"/>
                    <a:pt x="4740"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5" name="Google Shape;20745;p137"/>
            <p:cNvSpPr/>
            <p:nvPr/>
          </p:nvSpPr>
          <p:spPr>
            <a:xfrm>
              <a:off x="7962650" y="2506170"/>
              <a:ext cx="154379" cy="307911"/>
            </a:xfrm>
            <a:custGeom>
              <a:avLst/>
              <a:gdLst/>
              <a:ahLst/>
              <a:cxnLst/>
              <a:rect l="l" t="t" r="r" b="b"/>
              <a:pathLst>
                <a:path w="4741" h="9456" extrusionOk="0">
                  <a:moveTo>
                    <a:pt x="1" y="1"/>
                  </a:moveTo>
                  <a:lnTo>
                    <a:pt x="1" y="9455"/>
                  </a:lnTo>
                  <a:cubicBezTo>
                    <a:pt x="2621" y="9455"/>
                    <a:pt x="4740" y="7312"/>
                    <a:pt x="4740" y="4716"/>
                  </a:cubicBezTo>
                  <a:cubicBezTo>
                    <a:pt x="4740" y="2144"/>
                    <a:pt x="2597" y="1"/>
                    <a:pt x="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6" name="Google Shape;20746;p137"/>
            <p:cNvSpPr/>
            <p:nvPr/>
          </p:nvSpPr>
          <p:spPr>
            <a:xfrm>
              <a:off x="7865744" y="2735703"/>
              <a:ext cx="21719" cy="20970"/>
            </a:xfrm>
            <a:custGeom>
              <a:avLst/>
              <a:gdLst/>
              <a:ahLst/>
              <a:cxnLst/>
              <a:rect l="l" t="t" r="r" b="b"/>
              <a:pathLst>
                <a:path w="667" h="644" extrusionOk="0">
                  <a:moveTo>
                    <a:pt x="334" y="1"/>
                  </a:moveTo>
                  <a:cubicBezTo>
                    <a:pt x="143" y="1"/>
                    <a:pt x="0" y="144"/>
                    <a:pt x="0" y="334"/>
                  </a:cubicBezTo>
                  <a:cubicBezTo>
                    <a:pt x="0" y="501"/>
                    <a:pt x="143" y="644"/>
                    <a:pt x="334" y="644"/>
                  </a:cubicBezTo>
                  <a:cubicBezTo>
                    <a:pt x="500" y="644"/>
                    <a:pt x="667" y="501"/>
                    <a:pt x="667" y="334"/>
                  </a:cubicBezTo>
                  <a:cubicBezTo>
                    <a:pt x="667" y="144"/>
                    <a:pt x="500" y="1"/>
                    <a:pt x="334"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7" name="Google Shape;20747;p137"/>
            <p:cNvSpPr/>
            <p:nvPr/>
          </p:nvSpPr>
          <p:spPr>
            <a:xfrm>
              <a:off x="8039432" y="2562015"/>
              <a:ext cx="20970" cy="21752"/>
            </a:xfrm>
            <a:custGeom>
              <a:avLst/>
              <a:gdLst/>
              <a:ahLst/>
              <a:cxnLst/>
              <a:rect l="l" t="t" r="r" b="b"/>
              <a:pathLst>
                <a:path w="644" h="668" extrusionOk="0">
                  <a:moveTo>
                    <a:pt x="334" y="0"/>
                  </a:moveTo>
                  <a:cubicBezTo>
                    <a:pt x="144" y="0"/>
                    <a:pt x="1" y="143"/>
                    <a:pt x="1" y="334"/>
                  </a:cubicBezTo>
                  <a:cubicBezTo>
                    <a:pt x="1" y="500"/>
                    <a:pt x="144" y="667"/>
                    <a:pt x="334" y="667"/>
                  </a:cubicBezTo>
                  <a:cubicBezTo>
                    <a:pt x="501" y="667"/>
                    <a:pt x="644" y="500"/>
                    <a:pt x="644" y="334"/>
                  </a:cubicBezTo>
                  <a:cubicBezTo>
                    <a:pt x="644" y="143"/>
                    <a:pt x="501" y="0"/>
                    <a:pt x="33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8" name="Google Shape;20748;p137"/>
            <p:cNvSpPr/>
            <p:nvPr/>
          </p:nvSpPr>
          <p:spPr>
            <a:xfrm>
              <a:off x="7865744" y="2562015"/>
              <a:ext cx="21719" cy="21752"/>
            </a:xfrm>
            <a:custGeom>
              <a:avLst/>
              <a:gdLst/>
              <a:ahLst/>
              <a:cxnLst/>
              <a:rect l="l" t="t" r="r" b="b"/>
              <a:pathLst>
                <a:path w="667" h="668" extrusionOk="0">
                  <a:moveTo>
                    <a:pt x="334" y="0"/>
                  </a:moveTo>
                  <a:cubicBezTo>
                    <a:pt x="143" y="0"/>
                    <a:pt x="0" y="143"/>
                    <a:pt x="0" y="334"/>
                  </a:cubicBezTo>
                  <a:cubicBezTo>
                    <a:pt x="0" y="500"/>
                    <a:pt x="143" y="667"/>
                    <a:pt x="334" y="667"/>
                  </a:cubicBezTo>
                  <a:cubicBezTo>
                    <a:pt x="500" y="667"/>
                    <a:pt x="667" y="500"/>
                    <a:pt x="667" y="334"/>
                  </a:cubicBezTo>
                  <a:cubicBezTo>
                    <a:pt x="667" y="143"/>
                    <a:pt x="500" y="0"/>
                    <a:pt x="3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9" name="Google Shape;20749;p137"/>
            <p:cNvSpPr/>
            <p:nvPr/>
          </p:nvSpPr>
          <p:spPr>
            <a:xfrm>
              <a:off x="8039432" y="2735703"/>
              <a:ext cx="20970" cy="20970"/>
            </a:xfrm>
            <a:custGeom>
              <a:avLst/>
              <a:gdLst/>
              <a:ahLst/>
              <a:cxnLst/>
              <a:rect l="l" t="t" r="r" b="b"/>
              <a:pathLst>
                <a:path w="644" h="644" extrusionOk="0">
                  <a:moveTo>
                    <a:pt x="334" y="1"/>
                  </a:moveTo>
                  <a:cubicBezTo>
                    <a:pt x="144" y="1"/>
                    <a:pt x="1" y="144"/>
                    <a:pt x="1" y="334"/>
                  </a:cubicBezTo>
                  <a:cubicBezTo>
                    <a:pt x="1" y="501"/>
                    <a:pt x="144" y="644"/>
                    <a:pt x="334" y="644"/>
                  </a:cubicBezTo>
                  <a:cubicBezTo>
                    <a:pt x="501" y="644"/>
                    <a:pt x="644" y="501"/>
                    <a:pt x="644" y="334"/>
                  </a:cubicBezTo>
                  <a:cubicBezTo>
                    <a:pt x="644" y="144"/>
                    <a:pt x="501" y="1"/>
                    <a:pt x="33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0" name="Google Shape;20750;p137"/>
            <p:cNvSpPr/>
            <p:nvPr/>
          </p:nvSpPr>
          <p:spPr>
            <a:xfrm>
              <a:off x="7830055" y="2648859"/>
              <a:ext cx="41908" cy="21752"/>
            </a:xfrm>
            <a:custGeom>
              <a:avLst/>
              <a:gdLst/>
              <a:ahLst/>
              <a:cxnLst/>
              <a:rect l="l" t="t" r="r" b="b"/>
              <a:pathLst>
                <a:path w="1287" h="668" extrusionOk="0">
                  <a:moveTo>
                    <a:pt x="334" y="1"/>
                  </a:moveTo>
                  <a:cubicBezTo>
                    <a:pt x="144" y="1"/>
                    <a:pt x="1" y="167"/>
                    <a:pt x="1" y="334"/>
                  </a:cubicBezTo>
                  <a:cubicBezTo>
                    <a:pt x="1" y="525"/>
                    <a:pt x="144" y="667"/>
                    <a:pt x="334" y="667"/>
                  </a:cubicBezTo>
                  <a:lnTo>
                    <a:pt x="953" y="667"/>
                  </a:lnTo>
                  <a:cubicBezTo>
                    <a:pt x="1120" y="667"/>
                    <a:pt x="1287" y="525"/>
                    <a:pt x="1287" y="334"/>
                  </a:cubicBezTo>
                  <a:cubicBezTo>
                    <a:pt x="1287" y="167"/>
                    <a:pt x="1120" y="1"/>
                    <a:pt x="953"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1" name="Google Shape;20751;p137"/>
            <p:cNvSpPr/>
            <p:nvPr/>
          </p:nvSpPr>
          <p:spPr>
            <a:xfrm>
              <a:off x="8054932" y="2648859"/>
              <a:ext cx="41908" cy="21752"/>
            </a:xfrm>
            <a:custGeom>
              <a:avLst/>
              <a:gdLst/>
              <a:ahLst/>
              <a:cxnLst/>
              <a:rect l="l" t="t" r="r" b="b"/>
              <a:pathLst>
                <a:path w="1287" h="668" extrusionOk="0">
                  <a:moveTo>
                    <a:pt x="334" y="1"/>
                  </a:moveTo>
                  <a:cubicBezTo>
                    <a:pt x="144" y="1"/>
                    <a:pt x="1" y="167"/>
                    <a:pt x="1" y="334"/>
                  </a:cubicBezTo>
                  <a:cubicBezTo>
                    <a:pt x="1" y="525"/>
                    <a:pt x="144" y="667"/>
                    <a:pt x="334" y="667"/>
                  </a:cubicBezTo>
                  <a:lnTo>
                    <a:pt x="953" y="667"/>
                  </a:lnTo>
                  <a:cubicBezTo>
                    <a:pt x="1120" y="667"/>
                    <a:pt x="1287" y="525"/>
                    <a:pt x="1287" y="334"/>
                  </a:cubicBezTo>
                  <a:cubicBezTo>
                    <a:pt x="1287" y="167"/>
                    <a:pt x="1120"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2" name="Google Shape;20752;p137"/>
            <p:cNvSpPr/>
            <p:nvPr/>
          </p:nvSpPr>
          <p:spPr>
            <a:xfrm>
              <a:off x="7953370" y="2527108"/>
              <a:ext cx="10094" cy="41126"/>
            </a:xfrm>
            <a:custGeom>
              <a:avLst/>
              <a:gdLst/>
              <a:ahLst/>
              <a:cxnLst/>
              <a:rect l="l" t="t" r="r" b="b"/>
              <a:pathLst>
                <a:path w="310" h="1263" extrusionOk="0">
                  <a:moveTo>
                    <a:pt x="310" y="1"/>
                  </a:moveTo>
                  <a:cubicBezTo>
                    <a:pt x="143" y="1"/>
                    <a:pt x="0" y="144"/>
                    <a:pt x="0" y="310"/>
                  </a:cubicBezTo>
                  <a:lnTo>
                    <a:pt x="0" y="930"/>
                  </a:lnTo>
                  <a:cubicBezTo>
                    <a:pt x="0" y="1096"/>
                    <a:pt x="143" y="1263"/>
                    <a:pt x="310" y="1263"/>
                  </a:cubicBezTo>
                  <a:lnTo>
                    <a:pt x="310" y="1"/>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3" name="Google Shape;20753;p137"/>
            <p:cNvSpPr/>
            <p:nvPr/>
          </p:nvSpPr>
          <p:spPr>
            <a:xfrm>
              <a:off x="7962650" y="2526326"/>
              <a:ext cx="10908" cy="40638"/>
            </a:xfrm>
            <a:custGeom>
              <a:avLst/>
              <a:gdLst/>
              <a:ahLst/>
              <a:cxnLst/>
              <a:rect l="l" t="t" r="r" b="b"/>
              <a:pathLst>
                <a:path w="335" h="1248" extrusionOk="0">
                  <a:moveTo>
                    <a:pt x="1" y="1"/>
                  </a:moveTo>
                  <a:lnTo>
                    <a:pt x="1" y="1239"/>
                  </a:lnTo>
                  <a:cubicBezTo>
                    <a:pt x="23" y="1245"/>
                    <a:pt x="45" y="1248"/>
                    <a:pt x="66" y="1248"/>
                  </a:cubicBezTo>
                  <a:cubicBezTo>
                    <a:pt x="223" y="1248"/>
                    <a:pt x="334" y="1101"/>
                    <a:pt x="334" y="954"/>
                  </a:cubicBezTo>
                  <a:lnTo>
                    <a:pt x="334" y="334"/>
                  </a:lnTo>
                  <a:cubicBezTo>
                    <a:pt x="334" y="144"/>
                    <a:pt x="192"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4" name="Google Shape;20754;p137"/>
            <p:cNvSpPr/>
            <p:nvPr/>
          </p:nvSpPr>
          <p:spPr>
            <a:xfrm>
              <a:off x="7951807" y="2751984"/>
              <a:ext cx="21752" cy="41908"/>
            </a:xfrm>
            <a:custGeom>
              <a:avLst/>
              <a:gdLst/>
              <a:ahLst/>
              <a:cxnLst/>
              <a:rect l="l" t="t" r="r" b="b"/>
              <a:pathLst>
                <a:path w="668" h="1287" extrusionOk="0">
                  <a:moveTo>
                    <a:pt x="334" y="1"/>
                  </a:moveTo>
                  <a:cubicBezTo>
                    <a:pt x="167" y="1"/>
                    <a:pt x="1" y="144"/>
                    <a:pt x="1" y="334"/>
                  </a:cubicBezTo>
                  <a:lnTo>
                    <a:pt x="1" y="953"/>
                  </a:lnTo>
                  <a:cubicBezTo>
                    <a:pt x="1" y="1144"/>
                    <a:pt x="167" y="1287"/>
                    <a:pt x="334" y="1287"/>
                  </a:cubicBezTo>
                  <a:cubicBezTo>
                    <a:pt x="525" y="1287"/>
                    <a:pt x="667" y="1144"/>
                    <a:pt x="667" y="953"/>
                  </a:cubicBezTo>
                  <a:lnTo>
                    <a:pt x="667" y="334"/>
                  </a:lnTo>
                  <a:cubicBezTo>
                    <a:pt x="667" y="144"/>
                    <a:pt x="525" y="1"/>
                    <a:pt x="334"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5" name="Google Shape;20755;p137"/>
            <p:cNvSpPr/>
            <p:nvPr/>
          </p:nvSpPr>
          <p:spPr>
            <a:xfrm>
              <a:off x="7951807" y="2588390"/>
              <a:ext cx="83783" cy="142494"/>
            </a:xfrm>
            <a:custGeom>
              <a:avLst/>
              <a:gdLst/>
              <a:ahLst/>
              <a:cxnLst/>
              <a:rect l="l" t="t" r="r" b="b"/>
              <a:pathLst>
                <a:path w="2573" h="4376" extrusionOk="0">
                  <a:moveTo>
                    <a:pt x="334" y="0"/>
                  </a:moveTo>
                  <a:cubicBezTo>
                    <a:pt x="167" y="0"/>
                    <a:pt x="1" y="143"/>
                    <a:pt x="1" y="333"/>
                  </a:cubicBezTo>
                  <a:lnTo>
                    <a:pt x="1" y="2191"/>
                  </a:lnTo>
                  <a:cubicBezTo>
                    <a:pt x="1" y="2286"/>
                    <a:pt x="48" y="2358"/>
                    <a:pt x="96" y="2405"/>
                  </a:cubicBezTo>
                  <a:lnTo>
                    <a:pt x="310" y="2620"/>
                  </a:lnTo>
                  <a:lnTo>
                    <a:pt x="1977" y="4287"/>
                  </a:lnTo>
                  <a:cubicBezTo>
                    <a:pt x="2037" y="4346"/>
                    <a:pt x="2120" y="4376"/>
                    <a:pt x="2203" y="4376"/>
                  </a:cubicBezTo>
                  <a:cubicBezTo>
                    <a:pt x="2287" y="4376"/>
                    <a:pt x="2370" y="4346"/>
                    <a:pt x="2430" y="4287"/>
                  </a:cubicBezTo>
                  <a:cubicBezTo>
                    <a:pt x="2573" y="4191"/>
                    <a:pt x="2573" y="3977"/>
                    <a:pt x="2453" y="3858"/>
                  </a:cubicBezTo>
                  <a:lnTo>
                    <a:pt x="667" y="2072"/>
                  </a:lnTo>
                  <a:lnTo>
                    <a:pt x="667" y="333"/>
                  </a:lnTo>
                  <a:cubicBezTo>
                    <a:pt x="667" y="143"/>
                    <a:pt x="525" y="0"/>
                    <a:pt x="3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6" name="Google Shape;20756;p137"/>
            <p:cNvSpPr/>
            <p:nvPr/>
          </p:nvSpPr>
          <p:spPr>
            <a:xfrm>
              <a:off x="7962650" y="2526326"/>
              <a:ext cx="10908" cy="40638"/>
            </a:xfrm>
            <a:custGeom>
              <a:avLst/>
              <a:gdLst/>
              <a:ahLst/>
              <a:cxnLst/>
              <a:rect l="l" t="t" r="r" b="b"/>
              <a:pathLst>
                <a:path w="335" h="1248" extrusionOk="0">
                  <a:moveTo>
                    <a:pt x="1" y="1"/>
                  </a:moveTo>
                  <a:lnTo>
                    <a:pt x="1" y="1239"/>
                  </a:lnTo>
                  <a:cubicBezTo>
                    <a:pt x="23" y="1245"/>
                    <a:pt x="45" y="1248"/>
                    <a:pt x="66" y="1248"/>
                  </a:cubicBezTo>
                  <a:cubicBezTo>
                    <a:pt x="223" y="1248"/>
                    <a:pt x="334" y="1101"/>
                    <a:pt x="334" y="954"/>
                  </a:cubicBezTo>
                  <a:lnTo>
                    <a:pt x="334" y="334"/>
                  </a:lnTo>
                  <a:cubicBezTo>
                    <a:pt x="334" y="144"/>
                    <a:pt x="192"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7" name="Google Shape;20757;p137"/>
            <p:cNvSpPr/>
            <p:nvPr/>
          </p:nvSpPr>
          <p:spPr>
            <a:xfrm>
              <a:off x="7962650" y="2751984"/>
              <a:ext cx="10908" cy="40378"/>
            </a:xfrm>
            <a:custGeom>
              <a:avLst/>
              <a:gdLst/>
              <a:ahLst/>
              <a:cxnLst/>
              <a:rect l="l" t="t" r="r" b="b"/>
              <a:pathLst>
                <a:path w="335" h="1240" extrusionOk="0">
                  <a:moveTo>
                    <a:pt x="1" y="1"/>
                  </a:moveTo>
                  <a:lnTo>
                    <a:pt x="1" y="1239"/>
                  </a:lnTo>
                  <a:cubicBezTo>
                    <a:pt x="192" y="1239"/>
                    <a:pt x="334" y="1096"/>
                    <a:pt x="334" y="953"/>
                  </a:cubicBezTo>
                  <a:lnTo>
                    <a:pt x="334" y="334"/>
                  </a:lnTo>
                  <a:cubicBezTo>
                    <a:pt x="334" y="144"/>
                    <a:pt x="192"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8" name="Google Shape;20758;p137"/>
            <p:cNvSpPr/>
            <p:nvPr/>
          </p:nvSpPr>
          <p:spPr>
            <a:xfrm>
              <a:off x="7962650" y="2588390"/>
              <a:ext cx="72940" cy="143275"/>
            </a:xfrm>
            <a:custGeom>
              <a:avLst/>
              <a:gdLst/>
              <a:ahLst/>
              <a:cxnLst/>
              <a:rect l="l" t="t" r="r" b="b"/>
              <a:pathLst>
                <a:path w="2240" h="4400" extrusionOk="0">
                  <a:moveTo>
                    <a:pt x="1" y="0"/>
                  </a:moveTo>
                  <a:lnTo>
                    <a:pt x="1" y="2643"/>
                  </a:lnTo>
                  <a:lnTo>
                    <a:pt x="1668" y="4310"/>
                  </a:lnTo>
                  <a:cubicBezTo>
                    <a:pt x="1728" y="4370"/>
                    <a:pt x="1811" y="4400"/>
                    <a:pt x="1894" y="4400"/>
                  </a:cubicBezTo>
                  <a:cubicBezTo>
                    <a:pt x="1978" y="4400"/>
                    <a:pt x="2061" y="4370"/>
                    <a:pt x="2120" y="4310"/>
                  </a:cubicBezTo>
                  <a:cubicBezTo>
                    <a:pt x="2240" y="4191"/>
                    <a:pt x="2240" y="3977"/>
                    <a:pt x="2120" y="3858"/>
                  </a:cubicBezTo>
                  <a:lnTo>
                    <a:pt x="334" y="2072"/>
                  </a:lnTo>
                  <a:lnTo>
                    <a:pt x="334" y="333"/>
                  </a:lnTo>
                  <a:cubicBezTo>
                    <a:pt x="334" y="143"/>
                    <a:pt x="192"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59" name="Google Shape;20759;p137"/>
          <p:cNvGrpSpPr/>
          <p:nvPr/>
        </p:nvGrpSpPr>
        <p:grpSpPr>
          <a:xfrm>
            <a:off x="7048393" y="2332051"/>
            <a:ext cx="351317" cy="352880"/>
            <a:chOff x="7048393" y="2484451"/>
            <a:chExt cx="351317" cy="352880"/>
          </a:xfrm>
        </p:grpSpPr>
        <p:sp>
          <p:nvSpPr>
            <p:cNvPr id="20760" name="Google Shape;20760;p137"/>
            <p:cNvSpPr/>
            <p:nvPr/>
          </p:nvSpPr>
          <p:spPr>
            <a:xfrm>
              <a:off x="7048393" y="2484451"/>
              <a:ext cx="351317" cy="352880"/>
            </a:xfrm>
            <a:custGeom>
              <a:avLst/>
              <a:gdLst/>
              <a:ahLst/>
              <a:cxnLst/>
              <a:rect l="l" t="t" r="r" b="b"/>
              <a:pathLst>
                <a:path w="10789" h="10837" extrusionOk="0">
                  <a:moveTo>
                    <a:pt x="334" y="1"/>
                  </a:moveTo>
                  <a:cubicBezTo>
                    <a:pt x="144" y="1"/>
                    <a:pt x="1" y="144"/>
                    <a:pt x="1" y="334"/>
                  </a:cubicBezTo>
                  <a:lnTo>
                    <a:pt x="1" y="2573"/>
                  </a:lnTo>
                  <a:lnTo>
                    <a:pt x="644" y="2882"/>
                  </a:lnTo>
                  <a:lnTo>
                    <a:pt x="1" y="3216"/>
                  </a:lnTo>
                  <a:lnTo>
                    <a:pt x="1" y="7622"/>
                  </a:lnTo>
                  <a:lnTo>
                    <a:pt x="644" y="7955"/>
                  </a:lnTo>
                  <a:lnTo>
                    <a:pt x="1" y="8288"/>
                  </a:lnTo>
                  <a:lnTo>
                    <a:pt x="1" y="10503"/>
                  </a:lnTo>
                  <a:cubicBezTo>
                    <a:pt x="1" y="10694"/>
                    <a:pt x="144" y="10836"/>
                    <a:pt x="334" y="10836"/>
                  </a:cubicBezTo>
                  <a:lnTo>
                    <a:pt x="10455" y="10836"/>
                  </a:lnTo>
                  <a:cubicBezTo>
                    <a:pt x="10646" y="10836"/>
                    <a:pt x="10789" y="10694"/>
                    <a:pt x="10789" y="10503"/>
                  </a:cubicBezTo>
                  <a:lnTo>
                    <a:pt x="10789" y="334"/>
                  </a:lnTo>
                  <a:cubicBezTo>
                    <a:pt x="10789" y="144"/>
                    <a:pt x="10646" y="1"/>
                    <a:pt x="10455"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1" name="Google Shape;20761;p137"/>
            <p:cNvSpPr/>
            <p:nvPr/>
          </p:nvSpPr>
          <p:spPr>
            <a:xfrm>
              <a:off x="7050737" y="2568202"/>
              <a:ext cx="60501" cy="20221"/>
            </a:xfrm>
            <a:custGeom>
              <a:avLst/>
              <a:gdLst/>
              <a:ahLst/>
              <a:cxnLst/>
              <a:rect l="l" t="t" r="r" b="b"/>
              <a:pathLst>
                <a:path w="1858" h="621" extrusionOk="0">
                  <a:moveTo>
                    <a:pt x="0" y="1"/>
                  </a:moveTo>
                  <a:lnTo>
                    <a:pt x="0" y="620"/>
                  </a:lnTo>
                  <a:lnTo>
                    <a:pt x="1858" y="620"/>
                  </a:lnTo>
                  <a:lnTo>
                    <a:pt x="1858"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2" name="Google Shape;20762;p137"/>
            <p:cNvSpPr/>
            <p:nvPr/>
          </p:nvSpPr>
          <p:spPr>
            <a:xfrm>
              <a:off x="7050737" y="2731828"/>
              <a:ext cx="60501" cy="20189"/>
            </a:xfrm>
            <a:custGeom>
              <a:avLst/>
              <a:gdLst/>
              <a:ahLst/>
              <a:cxnLst/>
              <a:rect l="l" t="t" r="r" b="b"/>
              <a:pathLst>
                <a:path w="1858" h="620" extrusionOk="0">
                  <a:moveTo>
                    <a:pt x="0" y="1"/>
                  </a:moveTo>
                  <a:lnTo>
                    <a:pt x="0" y="620"/>
                  </a:lnTo>
                  <a:lnTo>
                    <a:pt x="1858" y="620"/>
                  </a:lnTo>
                  <a:lnTo>
                    <a:pt x="1858"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3" name="Google Shape;20763;p137"/>
            <p:cNvSpPr/>
            <p:nvPr/>
          </p:nvSpPr>
          <p:spPr>
            <a:xfrm>
              <a:off x="7224425" y="2484451"/>
              <a:ext cx="175284" cy="349103"/>
            </a:xfrm>
            <a:custGeom>
              <a:avLst/>
              <a:gdLst/>
              <a:ahLst/>
              <a:cxnLst/>
              <a:rect l="l" t="t" r="r" b="b"/>
              <a:pathLst>
                <a:path w="5383" h="10721" extrusionOk="0">
                  <a:moveTo>
                    <a:pt x="1" y="1"/>
                  </a:moveTo>
                  <a:lnTo>
                    <a:pt x="1" y="10717"/>
                  </a:lnTo>
                  <a:lnTo>
                    <a:pt x="5049" y="10717"/>
                  </a:lnTo>
                  <a:cubicBezTo>
                    <a:pt x="5063" y="10719"/>
                    <a:pt x="5077" y="10720"/>
                    <a:pt x="5091" y="10720"/>
                  </a:cubicBezTo>
                  <a:cubicBezTo>
                    <a:pt x="5260" y="10720"/>
                    <a:pt x="5383" y="10586"/>
                    <a:pt x="5383" y="10432"/>
                  </a:cubicBezTo>
                  <a:lnTo>
                    <a:pt x="5383" y="334"/>
                  </a:lnTo>
                  <a:cubicBezTo>
                    <a:pt x="5383" y="144"/>
                    <a:pt x="5240" y="1"/>
                    <a:pt x="504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4" name="Google Shape;20764;p137"/>
            <p:cNvSpPr/>
            <p:nvPr/>
          </p:nvSpPr>
          <p:spPr>
            <a:xfrm>
              <a:off x="7091049" y="2526326"/>
              <a:ext cx="267566" cy="267566"/>
            </a:xfrm>
            <a:custGeom>
              <a:avLst/>
              <a:gdLst/>
              <a:ahLst/>
              <a:cxnLst/>
              <a:rect l="l" t="t" r="r" b="b"/>
              <a:pathLst>
                <a:path w="8217" h="8217" extrusionOk="0">
                  <a:moveTo>
                    <a:pt x="334" y="1"/>
                  </a:moveTo>
                  <a:cubicBezTo>
                    <a:pt x="143" y="1"/>
                    <a:pt x="1" y="144"/>
                    <a:pt x="1" y="334"/>
                  </a:cubicBezTo>
                  <a:lnTo>
                    <a:pt x="1" y="7883"/>
                  </a:lnTo>
                  <a:cubicBezTo>
                    <a:pt x="1" y="8074"/>
                    <a:pt x="143" y="8217"/>
                    <a:pt x="334" y="8217"/>
                  </a:cubicBezTo>
                  <a:lnTo>
                    <a:pt x="7907" y="8217"/>
                  </a:lnTo>
                  <a:cubicBezTo>
                    <a:pt x="8074" y="8217"/>
                    <a:pt x="8217" y="8074"/>
                    <a:pt x="8217" y="7883"/>
                  </a:cubicBezTo>
                  <a:lnTo>
                    <a:pt x="8217" y="334"/>
                  </a:lnTo>
                  <a:cubicBezTo>
                    <a:pt x="8217" y="144"/>
                    <a:pt x="8074" y="1"/>
                    <a:pt x="7907"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5" name="Google Shape;20765;p137"/>
            <p:cNvSpPr/>
            <p:nvPr/>
          </p:nvSpPr>
          <p:spPr>
            <a:xfrm>
              <a:off x="7225207" y="2526326"/>
              <a:ext cx="133409" cy="266329"/>
            </a:xfrm>
            <a:custGeom>
              <a:avLst/>
              <a:gdLst/>
              <a:ahLst/>
              <a:cxnLst/>
              <a:rect l="l" t="t" r="r" b="b"/>
              <a:pathLst>
                <a:path w="4097" h="8179" extrusionOk="0">
                  <a:moveTo>
                    <a:pt x="0" y="1"/>
                  </a:moveTo>
                  <a:lnTo>
                    <a:pt x="0" y="8169"/>
                  </a:lnTo>
                  <a:lnTo>
                    <a:pt x="3787" y="8169"/>
                  </a:lnTo>
                  <a:cubicBezTo>
                    <a:pt x="3809" y="8176"/>
                    <a:pt x="3830" y="8178"/>
                    <a:pt x="3851" y="8178"/>
                  </a:cubicBezTo>
                  <a:cubicBezTo>
                    <a:pt x="3989" y="8178"/>
                    <a:pt x="4097" y="8049"/>
                    <a:pt x="4097" y="7883"/>
                  </a:cubicBezTo>
                  <a:lnTo>
                    <a:pt x="4097" y="334"/>
                  </a:lnTo>
                  <a:cubicBezTo>
                    <a:pt x="4097" y="144"/>
                    <a:pt x="3954" y="1"/>
                    <a:pt x="3787"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6" name="Google Shape;20766;p137"/>
            <p:cNvSpPr/>
            <p:nvPr/>
          </p:nvSpPr>
          <p:spPr>
            <a:xfrm>
              <a:off x="7132925" y="2568202"/>
              <a:ext cx="183815" cy="183815"/>
            </a:xfrm>
            <a:custGeom>
              <a:avLst/>
              <a:gdLst/>
              <a:ahLst/>
              <a:cxnLst/>
              <a:rect l="l" t="t" r="r" b="b"/>
              <a:pathLst>
                <a:path w="5645" h="5645" extrusionOk="0">
                  <a:moveTo>
                    <a:pt x="2834" y="1"/>
                  </a:moveTo>
                  <a:cubicBezTo>
                    <a:pt x="1263" y="1"/>
                    <a:pt x="0" y="1263"/>
                    <a:pt x="0" y="2811"/>
                  </a:cubicBezTo>
                  <a:cubicBezTo>
                    <a:pt x="0" y="4383"/>
                    <a:pt x="1263" y="5645"/>
                    <a:pt x="2834" y="5645"/>
                  </a:cubicBezTo>
                  <a:cubicBezTo>
                    <a:pt x="4382" y="5645"/>
                    <a:pt x="5645" y="4383"/>
                    <a:pt x="5645" y="2811"/>
                  </a:cubicBezTo>
                  <a:cubicBezTo>
                    <a:pt x="5645" y="1263"/>
                    <a:pt x="4382" y="1"/>
                    <a:pt x="2834"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7" name="Google Shape;20767;p137"/>
            <p:cNvSpPr/>
            <p:nvPr/>
          </p:nvSpPr>
          <p:spPr>
            <a:xfrm>
              <a:off x="7225207" y="2568202"/>
              <a:ext cx="92315" cy="183815"/>
            </a:xfrm>
            <a:custGeom>
              <a:avLst/>
              <a:gdLst/>
              <a:ahLst/>
              <a:cxnLst/>
              <a:rect l="l" t="t" r="r" b="b"/>
              <a:pathLst>
                <a:path w="2835" h="5645" extrusionOk="0">
                  <a:moveTo>
                    <a:pt x="0" y="1"/>
                  </a:moveTo>
                  <a:lnTo>
                    <a:pt x="0" y="5645"/>
                  </a:lnTo>
                  <a:cubicBezTo>
                    <a:pt x="1548" y="5645"/>
                    <a:pt x="2834" y="4359"/>
                    <a:pt x="2834" y="2811"/>
                  </a:cubicBezTo>
                  <a:cubicBezTo>
                    <a:pt x="2834" y="1263"/>
                    <a:pt x="1548" y="1"/>
                    <a:pt x="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8" name="Google Shape;20768;p137"/>
            <p:cNvSpPr/>
            <p:nvPr/>
          </p:nvSpPr>
          <p:spPr>
            <a:xfrm>
              <a:off x="7153081" y="2588390"/>
              <a:ext cx="143503" cy="143470"/>
            </a:xfrm>
            <a:custGeom>
              <a:avLst/>
              <a:gdLst/>
              <a:ahLst/>
              <a:cxnLst/>
              <a:rect l="l" t="t" r="r" b="b"/>
              <a:pathLst>
                <a:path w="4407" h="4406" extrusionOk="0">
                  <a:moveTo>
                    <a:pt x="2215" y="0"/>
                  </a:moveTo>
                  <a:cubicBezTo>
                    <a:pt x="1001" y="0"/>
                    <a:pt x="1" y="976"/>
                    <a:pt x="1" y="2191"/>
                  </a:cubicBezTo>
                  <a:cubicBezTo>
                    <a:pt x="1" y="3406"/>
                    <a:pt x="1001" y="4406"/>
                    <a:pt x="2215" y="4406"/>
                  </a:cubicBezTo>
                  <a:cubicBezTo>
                    <a:pt x="3430" y="4406"/>
                    <a:pt x="4406" y="3406"/>
                    <a:pt x="4406" y="2191"/>
                  </a:cubicBezTo>
                  <a:cubicBezTo>
                    <a:pt x="4406" y="976"/>
                    <a:pt x="3430" y="0"/>
                    <a:pt x="2215"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9" name="Google Shape;20769;p137"/>
            <p:cNvSpPr/>
            <p:nvPr/>
          </p:nvSpPr>
          <p:spPr>
            <a:xfrm>
              <a:off x="7225207" y="2588390"/>
              <a:ext cx="71377" cy="143470"/>
            </a:xfrm>
            <a:custGeom>
              <a:avLst/>
              <a:gdLst/>
              <a:ahLst/>
              <a:cxnLst/>
              <a:rect l="l" t="t" r="r" b="b"/>
              <a:pathLst>
                <a:path w="2192" h="4406" extrusionOk="0">
                  <a:moveTo>
                    <a:pt x="0" y="0"/>
                  </a:moveTo>
                  <a:lnTo>
                    <a:pt x="0" y="4406"/>
                  </a:lnTo>
                  <a:cubicBezTo>
                    <a:pt x="1215" y="4406"/>
                    <a:pt x="2191" y="3429"/>
                    <a:pt x="2191" y="2191"/>
                  </a:cubicBezTo>
                  <a:cubicBezTo>
                    <a:pt x="2191" y="976"/>
                    <a:pt x="1215"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0" name="Google Shape;20770;p137"/>
            <p:cNvSpPr/>
            <p:nvPr/>
          </p:nvSpPr>
          <p:spPr>
            <a:xfrm>
              <a:off x="7185643" y="2663805"/>
              <a:ext cx="36503" cy="35102"/>
            </a:xfrm>
            <a:custGeom>
              <a:avLst/>
              <a:gdLst/>
              <a:ahLst/>
              <a:cxnLst/>
              <a:rect l="l" t="t" r="r" b="b"/>
              <a:pathLst>
                <a:path w="1121" h="1078" extrusionOk="0">
                  <a:moveTo>
                    <a:pt x="775" y="0"/>
                  </a:moveTo>
                  <a:cubicBezTo>
                    <a:pt x="692" y="0"/>
                    <a:pt x="608" y="30"/>
                    <a:pt x="549" y="89"/>
                  </a:cubicBezTo>
                  <a:lnTo>
                    <a:pt x="120" y="542"/>
                  </a:lnTo>
                  <a:cubicBezTo>
                    <a:pt x="1" y="661"/>
                    <a:pt x="1" y="875"/>
                    <a:pt x="120" y="970"/>
                  </a:cubicBezTo>
                  <a:cubicBezTo>
                    <a:pt x="179" y="1042"/>
                    <a:pt x="257" y="1078"/>
                    <a:pt x="334" y="1078"/>
                  </a:cubicBezTo>
                  <a:cubicBezTo>
                    <a:pt x="412" y="1078"/>
                    <a:pt x="489" y="1042"/>
                    <a:pt x="549" y="970"/>
                  </a:cubicBezTo>
                  <a:lnTo>
                    <a:pt x="1001" y="542"/>
                  </a:lnTo>
                  <a:cubicBezTo>
                    <a:pt x="1120" y="423"/>
                    <a:pt x="1120" y="208"/>
                    <a:pt x="1001" y="89"/>
                  </a:cubicBezTo>
                  <a:cubicBezTo>
                    <a:pt x="942" y="30"/>
                    <a:pt x="858" y="0"/>
                    <a:pt x="775"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1" name="Google Shape;20771;p137"/>
            <p:cNvSpPr/>
            <p:nvPr/>
          </p:nvSpPr>
          <p:spPr>
            <a:xfrm>
              <a:off x="7185643" y="2620367"/>
              <a:ext cx="36503" cy="34744"/>
            </a:xfrm>
            <a:custGeom>
              <a:avLst/>
              <a:gdLst/>
              <a:ahLst/>
              <a:cxnLst/>
              <a:rect l="l" t="t" r="r" b="b"/>
              <a:pathLst>
                <a:path w="1121" h="1067" extrusionOk="0">
                  <a:moveTo>
                    <a:pt x="322" y="0"/>
                  </a:moveTo>
                  <a:cubicBezTo>
                    <a:pt x="239" y="0"/>
                    <a:pt x="156" y="30"/>
                    <a:pt x="96" y="90"/>
                  </a:cubicBezTo>
                  <a:cubicBezTo>
                    <a:pt x="1" y="209"/>
                    <a:pt x="1" y="423"/>
                    <a:pt x="96" y="518"/>
                  </a:cubicBezTo>
                  <a:lnTo>
                    <a:pt x="549" y="971"/>
                  </a:lnTo>
                  <a:cubicBezTo>
                    <a:pt x="620" y="1042"/>
                    <a:pt x="668" y="1066"/>
                    <a:pt x="763" y="1066"/>
                  </a:cubicBezTo>
                  <a:cubicBezTo>
                    <a:pt x="858" y="1066"/>
                    <a:pt x="953" y="1042"/>
                    <a:pt x="1001" y="971"/>
                  </a:cubicBezTo>
                  <a:cubicBezTo>
                    <a:pt x="1120" y="852"/>
                    <a:pt x="1120" y="637"/>
                    <a:pt x="1001" y="518"/>
                  </a:cubicBezTo>
                  <a:lnTo>
                    <a:pt x="549" y="90"/>
                  </a:lnTo>
                  <a:cubicBezTo>
                    <a:pt x="489" y="30"/>
                    <a:pt x="406" y="0"/>
                    <a:pt x="322"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2" name="Google Shape;20772;p137"/>
            <p:cNvSpPr/>
            <p:nvPr/>
          </p:nvSpPr>
          <p:spPr>
            <a:xfrm>
              <a:off x="7194175" y="2628703"/>
              <a:ext cx="62064" cy="62064"/>
            </a:xfrm>
            <a:custGeom>
              <a:avLst/>
              <a:gdLst/>
              <a:ahLst/>
              <a:cxnLst/>
              <a:rect l="l" t="t" r="r" b="b"/>
              <a:pathLst>
                <a:path w="1906" h="1906" extrusionOk="0">
                  <a:moveTo>
                    <a:pt x="953" y="0"/>
                  </a:moveTo>
                  <a:cubicBezTo>
                    <a:pt x="430" y="0"/>
                    <a:pt x="1" y="429"/>
                    <a:pt x="1" y="953"/>
                  </a:cubicBezTo>
                  <a:cubicBezTo>
                    <a:pt x="1" y="1477"/>
                    <a:pt x="430" y="1906"/>
                    <a:pt x="953" y="1906"/>
                  </a:cubicBezTo>
                  <a:cubicBezTo>
                    <a:pt x="1477" y="1906"/>
                    <a:pt x="1906" y="1477"/>
                    <a:pt x="1906" y="953"/>
                  </a:cubicBezTo>
                  <a:cubicBezTo>
                    <a:pt x="1906" y="429"/>
                    <a:pt x="1477" y="0"/>
                    <a:pt x="95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3" name="Google Shape;20773;p137"/>
            <p:cNvSpPr/>
            <p:nvPr/>
          </p:nvSpPr>
          <p:spPr>
            <a:xfrm>
              <a:off x="7225207" y="2619683"/>
              <a:ext cx="40345" cy="77792"/>
            </a:xfrm>
            <a:custGeom>
              <a:avLst/>
              <a:gdLst/>
              <a:ahLst/>
              <a:cxnLst/>
              <a:rect l="l" t="t" r="r" b="b"/>
              <a:pathLst>
                <a:path w="1239" h="2389" extrusionOk="0">
                  <a:moveTo>
                    <a:pt x="926" y="0"/>
                  </a:moveTo>
                  <a:cubicBezTo>
                    <a:pt x="844" y="0"/>
                    <a:pt x="759" y="30"/>
                    <a:pt x="691" y="87"/>
                  </a:cubicBezTo>
                  <a:lnTo>
                    <a:pt x="405" y="349"/>
                  </a:lnTo>
                  <a:cubicBezTo>
                    <a:pt x="286" y="277"/>
                    <a:pt x="143" y="254"/>
                    <a:pt x="0" y="254"/>
                  </a:cubicBezTo>
                  <a:lnTo>
                    <a:pt x="0" y="2135"/>
                  </a:lnTo>
                  <a:cubicBezTo>
                    <a:pt x="143" y="2135"/>
                    <a:pt x="286" y="2111"/>
                    <a:pt x="405" y="2040"/>
                  </a:cubicBezTo>
                  <a:lnTo>
                    <a:pt x="691" y="2302"/>
                  </a:lnTo>
                  <a:cubicBezTo>
                    <a:pt x="748" y="2358"/>
                    <a:pt x="832" y="2388"/>
                    <a:pt x="917" y="2388"/>
                  </a:cubicBezTo>
                  <a:cubicBezTo>
                    <a:pt x="1010" y="2388"/>
                    <a:pt x="1105" y="2353"/>
                    <a:pt x="1167" y="2278"/>
                  </a:cubicBezTo>
                  <a:cubicBezTo>
                    <a:pt x="1239" y="2159"/>
                    <a:pt x="1239" y="1992"/>
                    <a:pt x="1120" y="1873"/>
                  </a:cubicBezTo>
                  <a:lnTo>
                    <a:pt x="858" y="1635"/>
                  </a:lnTo>
                  <a:cubicBezTo>
                    <a:pt x="929" y="1516"/>
                    <a:pt x="953" y="1349"/>
                    <a:pt x="953" y="1206"/>
                  </a:cubicBezTo>
                  <a:cubicBezTo>
                    <a:pt x="953" y="1063"/>
                    <a:pt x="929" y="920"/>
                    <a:pt x="858" y="801"/>
                  </a:cubicBezTo>
                  <a:lnTo>
                    <a:pt x="1120" y="516"/>
                  </a:lnTo>
                  <a:cubicBezTo>
                    <a:pt x="1239" y="397"/>
                    <a:pt x="1239" y="230"/>
                    <a:pt x="1167" y="111"/>
                  </a:cubicBezTo>
                  <a:cubicBezTo>
                    <a:pt x="1105" y="36"/>
                    <a:pt x="1017" y="0"/>
                    <a:pt x="92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74" name="Google Shape;20774;p137"/>
          <p:cNvGrpSpPr/>
          <p:nvPr/>
        </p:nvGrpSpPr>
        <p:grpSpPr>
          <a:xfrm>
            <a:off x="6358230" y="2332832"/>
            <a:ext cx="226472" cy="349005"/>
            <a:chOff x="6358230" y="2485232"/>
            <a:chExt cx="226472" cy="349005"/>
          </a:xfrm>
        </p:grpSpPr>
        <p:sp>
          <p:nvSpPr>
            <p:cNvPr id="20775" name="Google Shape;20775;p137"/>
            <p:cNvSpPr/>
            <p:nvPr/>
          </p:nvSpPr>
          <p:spPr>
            <a:xfrm>
              <a:off x="6379950" y="2486698"/>
              <a:ext cx="183815" cy="184694"/>
            </a:xfrm>
            <a:custGeom>
              <a:avLst/>
              <a:gdLst/>
              <a:ahLst/>
              <a:cxnLst/>
              <a:rect l="l" t="t" r="r" b="b"/>
              <a:pathLst>
                <a:path w="5645" h="5672" extrusionOk="0">
                  <a:moveTo>
                    <a:pt x="2888" y="1"/>
                  </a:moveTo>
                  <a:cubicBezTo>
                    <a:pt x="2847" y="1"/>
                    <a:pt x="2805" y="2"/>
                    <a:pt x="2763" y="3"/>
                  </a:cubicBezTo>
                  <a:cubicBezTo>
                    <a:pt x="1215" y="27"/>
                    <a:pt x="1" y="1313"/>
                    <a:pt x="1" y="2861"/>
                  </a:cubicBezTo>
                  <a:lnTo>
                    <a:pt x="1" y="5671"/>
                  </a:lnTo>
                  <a:lnTo>
                    <a:pt x="1239" y="5671"/>
                  </a:lnTo>
                  <a:lnTo>
                    <a:pt x="1239" y="2813"/>
                  </a:lnTo>
                  <a:cubicBezTo>
                    <a:pt x="1239" y="1947"/>
                    <a:pt x="1977" y="1241"/>
                    <a:pt x="2839" y="1241"/>
                  </a:cubicBezTo>
                  <a:cubicBezTo>
                    <a:pt x="2854" y="1241"/>
                    <a:pt x="2868" y="1241"/>
                    <a:pt x="2882" y="1242"/>
                  </a:cubicBezTo>
                  <a:cubicBezTo>
                    <a:pt x="3740" y="1266"/>
                    <a:pt x="4406" y="1956"/>
                    <a:pt x="4406" y="2813"/>
                  </a:cubicBezTo>
                  <a:lnTo>
                    <a:pt x="4406" y="5647"/>
                  </a:lnTo>
                  <a:lnTo>
                    <a:pt x="5645" y="5647"/>
                  </a:lnTo>
                  <a:lnTo>
                    <a:pt x="5645" y="2790"/>
                  </a:lnTo>
                  <a:cubicBezTo>
                    <a:pt x="5645" y="1260"/>
                    <a:pt x="4404" y="1"/>
                    <a:pt x="2888"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6" name="Google Shape;20776;p137"/>
            <p:cNvSpPr/>
            <p:nvPr/>
          </p:nvSpPr>
          <p:spPr>
            <a:xfrm>
              <a:off x="6472232" y="2485232"/>
              <a:ext cx="91533" cy="185378"/>
            </a:xfrm>
            <a:custGeom>
              <a:avLst/>
              <a:gdLst/>
              <a:ahLst/>
              <a:cxnLst/>
              <a:rect l="l" t="t" r="r" b="b"/>
              <a:pathLst>
                <a:path w="2811" h="5693" extrusionOk="0">
                  <a:moveTo>
                    <a:pt x="1" y="1"/>
                  </a:moveTo>
                  <a:lnTo>
                    <a:pt x="1" y="1263"/>
                  </a:lnTo>
                  <a:cubicBezTo>
                    <a:pt x="858" y="1263"/>
                    <a:pt x="1572" y="1977"/>
                    <a:pt x="1572" y="2835"/>
                  </a:cubicBezTo>
                  <a:lnTo>
                    <a:pt x="1572" y="5692"/>
                  </a:lnTo>
                  <a:lnTo>
                    <a:pt x="2811" y="5692"/>
                  </a:lnTo>
                  <a:lnTo>
                    <a:pt x="2811" y="2835"/>
                  </a:lnTo>
                  <a:cubicBezTo>
                    <a:pt x="2811" y="1263"/>
                    <a:pt x="1548" y="1"/>
                    <a:pt x="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7" name="Google Shape;20777;p137"/>
            <p:cNvSpPr/>
            <p:nvPr/>
          </p:nvSpPr>
          <p:spPr>
            <a:xfrm>
              <a:off x="6358230" y="2628703"/>
              <a:ext cx="226472" cy="205535"/>
            </a:xfrm>
            <a:custGeom>
              <a:avLst/>
              <a:gdLst/>
              <a:ahLst/>
              <a:cxnLst/>
              <a:rect l="l" t="t" r="r" b="b"/>
              <a:pathLst>
                <a:path w="6955" h="6312" extrusionOk="0">
                  <a:moveTo>
                    <a:pt x="334" y="0"/>
                  </a:moveTo>
                  <a:cubicBezTo>
                    <a:pt x="168" y="0"/>
                    <a:pt x="1" y="167"/>
                    <a:pt x="1" y="334"/>
                  </a:cubicBezTo>
                  <a:lnTo>
                    <a:pt x="1" y="5406"/>
                  </a:lnTo>
                  <a:cubicBezTo>
                    <a:pt x="1" y="5525"/>
                    <a:pt x="72" y="5644"/>
                    <a:pt x="191" y="5668"/>
                  </a:cubicBezTo>
                  <a:cubicBezTo>
                    <a:pt x="239" y="5692"/>
                    <a:pt x="1525" y="6311"/>
                    <a:pt x="3454" y="6311"/>
                  </a:cubicBezTo>
                  <a:cubicBezTo>
                    <a:pt x="5407" y="6311"/>
                    <a:pt x="6669" y="5692"/>
                    <a:pt x="6740" y="5668"/>
                  </a:cubicBezTo>
                  <a:cubicBezTo>
                    <a:pt x="6859" y="5597"/>
                    <a:pt x="6907" y="5525"/>
                    <a:pt x="6907" y="5406"/>
                  </a:cubicBezTo>
                  <a:lnTo>
                    <a:pt x="6907" y="334"/>
                  </a:lnTo>
                  <a:cubicBezTo>
                    <a:pt x="6955" y="167"/>
                    <a:pt x="6788" y="0"/>
                    <a:pt x="6621"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8" name="Google Shape;20778;p137"/>
            <p:cNvSpPr/>
            <p:nvPr/>
          </p:nvSpPr>
          <p:spPr>
            <a:xfrm>
              <a:off x="6472232" y="2628703"/>
              <a:ext cx="112471" cy="205535"/>
            </a:xfrm>
            <a:custGeom>
              <a:avLst/>
              <a:gdLst/>
              <a:ahLst/>
              <a:cxnLst/>
              <a:rect l="l" t="t" r="r" b="b"/>
              <a:pathLst>
                <a:path w="3454" h="6312" extrusionOk="0">
                  <a:moveTo>
                    <a:pt x="1" y="0"/>
                  </a:moveTo>
                  <a:lnTo>
                    <a:pt x="1" y="6311"/>
                  </a:lnTo>
                  <a:cubicBezTo>
                    <a:pt x="1930" y="6311"/>
                    <a:pt x="3216" y="5692"/>
                    <a:pt x="3263" y="5668"/>
                  </a:cubicBezTo>
                  <a:cubicBezTo>
                    <a:pt x="3382" y="5644"/>
                    <a:pt x="3454" y="5525"/>
                    <a:pt x="3454" y="5406"/>
                  </a:cubicBezTo>
                  <a:lnTo>
                    <a:pt x="3454" y="334"/>
                  </a:lnTo>
                  <a:cubicBezTo>
                    <a:pt x="3454" y="167"/>
                    <a:pt x="3287" y="0"/>
                    <a:pt x="3120"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9" name="Google Shape;20779;p137"/>
            <p:cNvSpPr/>
            <p:nvPr/>
          </p:nvSpPr>
          <p:spPr>
            <a:xfrm>
              <a:off x="6460607" y="2689953"/>
              <a:ext cx="20970" cy="82513"/>
            </a:xfrm>
            <a:custGeom>
              <a:avLst/>
              <a:gdLst/>
              <a:ahLst/>
              <a:cxnLst/>
              <a:rect l="l" t="t" r="r" b="b"/>
              <a:pathLst>
                <a:path w="644" h="2534" extrusionOk="0">
                  <a:moveTo>
                    <a:pt x="286" y="1"/>
                  </a:moveTo>
                  <a:cubicBezTo>
                    <a:pt x="119" y="25"/>
                    <a:pt x="0" y="167"/>
                    <a:pt x="0" y="334"/>
                  </a:cubicBezTo>
                  <a:lnTo>
                    <a:pt x="0" y="2216"/>
                  </a:lnTo>
                  <a:cubicBezTo>
                    <a:pt x="0" y="2384"/>
                    <a:pt x="130" y="2533"/>
                    <a:pt x="292" y="2533"/>
                  </a:cubicBezTo>
                  <a:cubicBezTo>
                    <a:pt x="313" y="2533"/>
                    <a:pt x="335" y="2531"/>
                    <a:pt x="358" y="2525"/>
                  </a:cubicBezTo>
                  <a:cubicBezTo>
                    <a:pt x="524" y="2501"/>
                    <a:pt x="643" y="2358"/>
                    <a:pt x="643" y="2216"/>
                  </a:cubicBezTo>
                  <a:lnTo>
                    <a:pt x="643" y="334"/>
                  </a:lnTo>
                  <a:cubicBezTo>
                    <a:pt x="643" y="144"/>
                    <a:pt x="500" y="1"/>
                    <a:pt x="286"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0" name="Google Shape;20780;p137"/>
            <p:cNvSpPr/>
            <p:nvPr/>
          </p:nvSpPr>
          <p:spPr>
            <a:xfrm>
              <a:off x="6470669" y="2690734"/>
              <a:ext cx="10908" cy="81471"/>
            </a:xfrm>
            <a:custGeom>
              <a:avLst/>
              <a:gdLst/>
              <a:ahLst/>
              <a:cxnLst/>
              <a:rect l="l" t="t" r="r" b="b"/>
              <a:pathLst>
                <a:path w="335" h="2502" extrusionOk="0">
                  <a:moveTo>
                    <a:pt x="1" y="1"/>
                  </a:moveTo>
                  <a:lnTo>
                    <a:pt x="1" y="2501"/>
                  </a:lnTo>
                  <a:cubicBezTo>
                    <a:pt x="191" y="2501"/>
                    <a:pt x="334" y="2358"/>
                    <a:pt x="334" y="2192"/>
                  </a:cubicBezTo>
                  <a:lnTo>
                    <a:pt x="334" y="310"/>
                  </a:lnTo>
                  <a:cubicBezTo>
                    <a:pt x="334" y="120"/>
                    <a:pt x="191"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1" name="Google Shape;20781;p137"/>
            <p:cNvSpPr/>
            <p:nvPr/>
          </p:nvSpPr>
          <p:spPr>
            <a:xfrm>
              <a:off x="6439669" y="2689953"/>
              <a:ext cx="62064" cy="21752"/>
            </a:xfrm>
            <a:custGeom>
              <a:avLst/>
              <a:gdLst/>
              <a:ahLst/>
              <a:cxnLst/>
              <a:rect l="l" t="t" r="r" b="b"/>
              <a:pathLst>
                <a:path w="1906" h="668" extrusionOk="0">
                  <a:moveTo>
                    <a:pt x="334" y="1"/>
                  </a:moveTo>
                  <a:cubicBezTo>
                    <a:pt x="167" y="1"/>
                    <a:pt x="0" y="144"/>
                    <a:pt x="0" y="334"/>
                  </a:cubicBezTo>
                  <a:cubicBezTo>
                    <a:pt x="0" y="501"/>
                    <a:pt x="167" y="668"/>
                    <a:pt x="334" y="668"/>
                  </a:cubicBezTo>
                  <a:lnTo>
                    <a:pt x="1596" y="668"/>
                  </a:lnTo>
                  <a:cubicBezTo>
                    <a:pt x="1763" y="668"/>
                    <a:pt x="1906" y="501"/>
                    <a:pt x="1906" y="334"/>
                  </a:cubicBezTo>
                  <a:cubicBezTo>
                    <a:pt x="1906" y="144"/>
                    <a:pt x="1763" y="25"/>
                    <a:pt x="1596"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2" name="Google Shape;20782;p137"/>
            <p:cNvSpPr/>
            <p:nvPr/>
          </p:nvSpPr>
          <p:spPr>
            <a:xfrm>
              <a:off x="6470669" y="2690734"/>
              <a:ext cx="31065" cy="20970"/>
            </a:xfrm>
            <a:custGeom>
              <a:avLst/>
              <a:gdLst/>
              <a:ahLst/>
              <a:cxnLst/>
              <a:rect l="l" t="t" r="r" b="b"/>
              <a:pathLst>
                <a:path w="954" h="644" extrusionOk="0">
                  <a:moveTo>
                    <a:pt x="1" y="1"/>
                  </a:moveTo>
                  <a:lnTo>
                    <a:pt x="1" y="644"/>
                  </a:lnTo>
                  <a:lnTo>
                    <a:pt x="644" y="644"/>
                  </a:lnTo>
                  <a:cubicBezTo>
                    <a:pt x="811" y="644"/>
                    <a:pt x="954" y="524"/>
                    <a:pt x="954" y="358"/>
                  </a:cubicBezTo>
                  <a:cubicBezTo>
                    <a:pt x="954" y="143"/>
                    <a:pt x="811" y="1"/>
                    <a:pt x="64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83" name="Google Shape;20783;p137"/>
          <p:cNvGrpSpPr/>
          <p:nvPr/>
        </p:nvGrpSpPr>
        <p:grpSpPr>
          <a:xfrm>
            <a:off x="5536255" y="2404958"/>
            <a:ext cx="352098" cy="204753"/>
            <a:chOff x="5536255" y="2557358"/>
            <a:chExt cx="352098" cy="204753"/>
          </a:xfrm>
        </p:grpSpPr>
        <p:sp>
          <p:nvSpPr>
            <p:cNvPr id="20784" name="Google Shape;20784;p137"/>
            <p:cNvSpPr/>
            <p:nvPr/>
          </p:nvSpPr>
          <p:spPr>
            <a:xfrm>
              <a:off x="5549443" y="2569765"/>
              <a:ext cx="327286" cy="192347"/>
            </a:xfrm>
            <a:custGeom>
              <a:avLst/>
              <a:gdLst/>
              <a:ahLst/>
              <a:cxnLst/>
              <a:rect l="l" t="t" r="r" b="b"/>
              <a:pathLst>
                <a:path w="10051" h="5907" extrusionOk="0">
                  <a:moveTo>
                    <a:pt x="5025" y="1"/>
                  </a:moveTo>
                  <a:cubicBezTo>
                    <a:pt x="2882" y="1"/>
                    <a:pt x="1334" y="1429"/>
                    <a:pt x="0" y="2954"/>
                  </a:cubicBezTo>
                  <a:cubicBezTo>
                    <a:pt x="1334" y="4501"/>
                    <a:pt x="2882" y="5907"/>
                    <a:pt x="5025" y="5907"/>
                  </a:cubicBezTo>
                  <a:cubicBezTo>
                    <a:pt x="7168" y="5907"/>
                    <a:pt x="8716" y="4478"/>
                    <a:pt x="10050" y="2954"/>
                  </a:cubicBezTo>
                  <a:cubicBezTo>
                    <a:pt x="8693" y="1429"/>
                    <a:pt x="7168" y="1"/>
                    <a:pt x="5025"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5" name="Google Shape;20785;p137"/>
            <p:cNvSpPr/>
            <p:nvPr/>
          </p:nvSpPr>
          <p:spPr>
            <a:xfrm>
              <a:off x="5712288" y="2569765"/>
              <a:ext cx="163659" cy="192347"/>
            </a:xfrm>
            <a:custGeom>
              <a:avLst/>
              <a:gdLst/>
              <a:ahLst/>
              <a:cxnLst/>
              <a:rect l="l" t="t" r="r" b="b"/>
              <a:pathLst>
                <a:path w="5026" h="5907" extrusionOk="0">
                  <a:moveTo>
                    <a:pt x="0" y="1"/>
                  </a:moveTo>
                  <a:lnTo>
                    <a:pt x="0" y="5907"/>
                  </a:lnTo>
                  <a:cubicBezTo>
                    <a:pt x="2144" y="5907"/>
                    <a:pt x="3692" y="4478"/>
                    <a:pt x="5025" y="2954"/>
                  </a:cubicBezTo>
                  <a:cubicBezTo>
                    <a:pt x="3692" y="1429"/>
                    <a:pt x="2167" y="1"/>
                    <a:pt x="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6" name="Google Shape;20786;p137"/>
            <p:cNvSpPr/>
            <p:nvPr/>
          </p:nvSpPr>
          <p:spPr>
            <a:xfrm>
              <a:off x="5640944" y="2578296"/>
              <a:ext cx="143503" cy="143503"/>
            </a:xfrm>
            <a:custGeom>
              <a:avLst/>
              <a:gdLst/>
              <a:ahLst/>
              <a:cxnLst/>
              <a:rect l="l" t="t" r="r" b="b"/>
              <a:pathLst>
                <a:path w="4407" h="4407" extrusionOk="0">
                  <a:moveTo>
                    <a:pt x="2215" y="0"/>
                  </a:moveTo>
                  <a:cubicBezTo>
                    <a:pt x="977" y="0"/>
                    <a:pt x="0" y="1001"/>
                    <a:pt x="0" y="2215"/>
                  </a:cubicBezTo>
                  <a:cubicBezTo>
                    <a:pt x="0" y="3430"/>
                    <a:pt x="977" y="4406"/>
                    <a:pt x="2215" y="4406"/>
                  </a:cubicBezTo>
                  <a:cubicBezTo>
                    <a:pt x="3430" y="4406"/>
                    <a:pt x="4406" y="3430"/>
                    <a:pt x="4406" y="2215"/>
                  </a:cubicBezTo>
                  <a:cubicBezTo>
                    <a:pt x="4406" y="1001"/>
                    <a:pt x="3430" y="0"/>
                    <a:pt x="2215"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7" name="Google Shape;20787;p137"/>
            <p:cNvSpPr/>
            <p:nvPr/>
          </p:nvSpPr>
          <p:spPr>
            <a:xfrm>
              <a:off x="5712288" y="2577515"/>
              <a:ext cx="71377" cy="143503"/>
            </a:xfrm>
            <a:custGeom>
              <a:avLst/>
              <a:gdLst/>
              <a:ahLst/>
              <a:cxnLst/>
              <a:rect l="l" t="t" r="r" b="b"/>
              <a:pathLst>
                <a:path w="2192" h="4407" extrusionOk="0">
                  <a:moveTo>
                    <a:pt x="0" y="1"/>
                  </a:moveTo>
                  <a:lnTo>
                    <a:pt x="0" y="4406"/>
                  </a:lnTo>
                  <a:cubicBezTo>
                    <a:pt x="1215" y="4406"/>
                    <a:pt x="2191" y="3430"/>
                    <a:pt x="2191" y="2215"/>
                  </a:cubicBezTo>
                  <a:cubicBezTo>
                    <a:pt x="2191" y="1025"/>
                    <a:pt x="1215" y="24"/>
                    <a:pt x="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8" name="Google Shape;20788;p137"/>
            <p:cNvSpPr/>
            <p:nvPr/>
          </p:nvSpPr>
          <p:spPr>
            <a:xfrm>
              <a:off x="5536255" y="2557358"/>
              <a:ext cx="352098" cy="123347"/>
            </a:xfrm>
            <a:custGeom>
              <a:avLst/>
              <a:gdLst/>
              <a:ahLst/>
              <a:cxnLst/>
              <a:rect l="l" t="t" r="r" b="b"/>
              <a:pathLst>
                <a:path w="10813" h="3788" extrusionOk="0">
                  <a:moveTo>
                    <a:pt x="5430" y="1"/>
                  </a:moveTo>
                  <a:cubicBezTo>
                    <a:pt x="2120" y="1"/>
                    <a:pt x="191" y="3192"/>
                    <a:pt x="96" y="3311"/>
                  </a:cubicBezTo>
                  <a:cubicBezTo>
                    <a:pt x="0" y="3477"/>
                    <a:pt x="72" y="3644"/>
                    <a:pt x="215" y="3739"/>
                  </a:cubicBezTo>
                  <a:cubicBezTo>
                    <a:pt x="264" y="3764"/>
                    <a:pt x="319" y="3777"/>
                    <a:pt x="375" y="3777"/>
                  </a:cubicBezTo>
                  <a:cubicBezTo>
                    <a:pt x="481" y="3777"/>
                    <a:pt x="589" y="3729"/>
                    <a:pt x="667" y="3620"/>
                  </a:cubicBezTo>
                  <a:cubicBezTo>
                    <a:pt x="667" y="3596"/>
                    <a:pt x="2501" y="643"/>
                    <a:pt x="5430" y="643"/>
                  </a:cubicBezTo>
                  <a:cubicBezTo>
                    <a:pt x="8336" y="643"/>
                    <a:pt x="10145" y="3596"/>
                    <a:pt x="10193" y="3620"/>
                  </a:cubicBezTo>
                  <a:cubicBezTo>
                    <a:pt x="10240" y="3730"/>
                    <a:pt x="10349" y="3788"/>
                    <a:pt x="10458" y="3788"/>
                  </a:cubicBezTo>
                  <a:cubicBezTo>
                    <a:pt x="10515" y="3788"/>
                    <a:pt x="10573" y="3772"/>
                    <a:pt x="10622" y="3739"/>
                  </a:cubicBezTo>
                  <a:cubicBezTo>
                    <a:pt x="10788" y="3644"/>
                    <a:pt x="10812" y="3454"/>
                    <a:pt x="10741" y="3311"/>
                  </a:cubicBezTo>
                  <a:cubicBezTo>
                    <a:pt x="10669" y="3144"/>
                    <a:pt x="8740" y="1"/>
                    <a:pt x="5430"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9" name="Google Shape;20789;p137"/>
            <p:cNvSpPr/>
            <p:nvPr/>
          </p:nvSpPr>
          <p:spPr>
            <a:xfrm>
              <a:off x="5713070" y="2558140"/>
              <a:ext cx="175284" cy="122565"/>
            </a:xfrm>
            <a:custGeom>
              <a:avLst/>
              <a:gdLst/>
              <a:ahLst/>
              <a:cxnLst/>
              <a:rect l="l" t="t" r="r" b="b"/>
              <a:pathLst>
                <a:path w="5383" h="3764" extrusionOk="0">
                  <a:moveTo>
                    <a:pt x="0" y="0"/>
                  </a:moveTo>
                  <a:lnTo>
                    <a:pt x="0" y="619"/>
                  </a:lnTo>
                  <a:cubicBezTo>
                    <a:pt x="2906" y="619"/>
                    <a:pt x="4715" y="3572"/>
                    <a:pt x="4763" y="3596"/>
                  </a:cubicBezTo>
                  <a:cubicBezTo>
                    <a:pt x="4810" y="3706"/>
                    <a:pt x="4919" y="3764"/>
                    <a:pt x="5028" y="3764"/>
                  </a:cubicBezTo>
                  <a:cubicBezTo>
                    <a:pt x="5085" y="3764"/>
                    <a:pt x="5143" y="3748"/>
                    <a:pt x="5192" y="3715"/>
                  </a:cubicBezTo>
                  <a:cubicBezTo>
                    <a:pt x="5335" y="3620"/>
                    <a:pt x="5382" y="3430"/>
                    <a:pt x="5311" y="3311"/>
                  </a:cubicBezTo>
                  <a:cubicBezTo>
                    <a:pt x="5239" y="3168"/>
                    <a:pt x="3263"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0" name="Google Shape;20790;p137"/>
            <p:cNvSpPr/>
            <p:nvPr/>
          </p:nvSpPr>
          <p:spPr>
            <a:xfrm>
              <a:off x="5682037" y="2619390"/>
              <a:ext cx="62064" cy="62064"/>
            </a:xfrm>
            <a:custGeom>
              <a:avLst/>
              <a:gdLst/>
              <a:ahLst/>
              <a:cxnLst/>
              <a:rect l="l" t="t" r="r" b="b"/>
              <a:pathLst>
                <a:path w="1906" h="1906" extrusionOk="0">
                  <a:moveTo>
                    <a:pt x="953" y="1"/>
                  </a:moveTo>
                  <a:cubicBezTo>
                    <a:pt x="405" y="1"/>
                    <a:pt x="1" y="406"/>
                    <a:pt x="1" y="953"/>
                  </a:cubicBezTo>
                  <a:cubicBezTo>
                    <a:pt x="1" y="1477"/>
                    <a:pt x="405" y="1906"/>
                    <a:pt x="953" y="1906"/>
                  </a:cubicBezTo>
                  <a:cubicBezTo>
                    <a:pt x="1477" y="1906"/>
                    <a:pt x="1906" y="1477"/>
                    <a:pt x="1906" y="953"/>
                  </a:cubicBezTo>
                  <a:cubicBezTo>
                    <a:pt x="1882" y="406"/>
                    <a:pt x="1453" y="1"/>
                    <a:pt x="953"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1" name="Google Shape;20791;p137"/>
            <p:cNvSpPr/>
            <p:nvPr/>
          </p:nvSpPr>
          <p:spPr>
            <a:xfrm>
              <a:off x="5711507" y="2619390"/>
              <a:ext cx="31814" cy="61283"/>
            </a:xfrm>
            <a:custGeom>
              <a:avLst/>
              <a:gdLst/>
              <a:ahLst/>
              <a:cxnLst/>
              <a:rect l="l" t="t" r="r" b="b"/>
              <a:pathLst>
                <a:path w="977" h="1882" extrusionOk="0">
                  <a:moveTo>
                    <a:pt x="1" y="1"/>
                  </a:moveTo>
                  <a:lnTo>
                    <a:pt x="1" y="1882"/>
                  </a:lnTo>
                  <a:cubicBezTo>
                    <a:pt x="548" y="1882"/>
                    <a:pt x="977" y="1453"/>
                    <a:pt x="977" y="929"/>
                  </a:cubicBezTo>
                  <a:cubicBezTo>
                    <a:pt x="977" y="406"/>
                    <a:pt x="548"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92" name="Google Shape;20792;p137"/>
          <p:cNvGrpSpPr/>
          <p:nvPr/>
        </p:nvGrpSpPr>
        <p:grpSpPr>
          <a:xfrm>
            <a:off x="4833687" y="2332051"/>
            <a:ext cx="227254" cy="349786"/>
            <a:chOff x="4833687" y="2484451"/>
            <a:chExt cx="227254" cy="349786"/>
          </a:xfrm>
        </p:grpSpPr>
        <p:sp>
          <p:nvSpPr>
            <p:cNvPr id="20793" name="Google Shape;20793;p137"/>
            <p:cNvSpPr/>
            <p:nvPr/>
          </p:nvSpPr>
          <p:spPr>
            <a:xfrm>
              <a:off x="4833687" y="2485232"/>
              <a:ext cx="226472" cy="258253"/>
            </a:xfrm>
            <a:custGeom>
              <a:avLst/>
              <a:gdLst/>
              <a:ahLst/>
              <a:cxnLst/>
              <a:rect l="l" t="t" r="r" b="b"/>
              <a:pathLst>
                <a:path w="6955" h="7931" extrusionOk="0">
                  <a:moveTo>
                    <a:pt x="3477" y="1"/>
                  </a:moveTo>
                  <a:cubicBezTo>
                    <a:pt x="1572" y="1"/>
                    <a:pt x="96" y="1501"/>
                    <a:pt x="24" y="3382"/>
                  </a:cubicBezTo>
                  <a:cubicBezTo>
                    <a:pt x="1" y="4526"/>
                    <a:pt x="524" y="5645"/>
                    <a:pt x="1477" y="6312"/>
                  </a:cubicBezTo>
                  <a:cubicBezTo>
                    <a:pt x="1763" y="6502"/>
                    <a:pt x="1906" y="6764"/>
                    <a:pt x="1906" y="7050"/>
                  </a:cubicBezTo>
                  <a:lnTo>
                    <a:pt x="1906" y="7931"/>
                  </a:lnTo>
                  <a:lnTo>
                    <a:pt x="5049" y="7931"/>
                  </a:lnTo>
                  <a:lnTo>
                    <a:pt x="5049" y="7097"/>
                  </a:lnTo>
                  <a:cubicBezTo>
                    <a:pt x="5049" y="6788"/>
                    <a:pt x="5216" y="6502"/>
                    <a:pt x="5502" y="6288"/>
                  </a:cubicBezTo>
                  <a:cubicBezTo>
                    <a:pt x="6430" y="5621"/>
                    <a:pt x="6954" y="4597"/>
                    <a:pt x="6954" y="3454"/>
                  </a:cubicBezTo>
                  <a:cubicBezTo>
                    <a:pt x="6931" y="1549"/>
                    <a:pt x="5383" y="1"/>
                    <a:pt x="3477" y="1"/>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4" name="Google Shape;20794;p137"/>
            <p:cNvSpPr/>
            <p:nvPr/>
          </p:nvSpPr>
          <p:spPr>
            <a:xfrm>
              <a:off x="4948469" y="2484451"/>
              <a:ext cx="112471" cy="256723"/>
            </a:xfrm>
            <a:custGeom>
              <a:avLst/>
              <a:gdLst/>
              <a:ahLst/>
              <a:cxnLst/>
              <a:rect l="l" t="t" r="r" b="b"/>
              <a:pathLst>
                <a:path w="3454" h="7884" extrusionOk="0">
                  <a:moveTo>
                    <a:pt x="0" y="1"/>
                  </a:moveTo>
                  <a:lnTo>
                    <a:pt x="0" y="7884"/>
                  </a:lnTo>
                  <a:lnTo>
                    <a:pt x="1572" y="7884"/>
                  </a:lnTo>
                  <a:lnTo>
                    <a:pt x="1572" y="7074"/>
                  </a:lnTo>
                  <a:lnTo>
                    <a:pt x="1548" y="7074"/>
                  </a:lnTo>
                  <a:cubicBezTo>
                    <a:pt x="1548" y="6788"/>
                    <a:pt x="1691" y="6478"/>
                    <a:pt x="1977" y="6288"/>
                  </a:cubicBezTo>
                  <a:cubicBezTo>
                    <a:pt x="2905" y="5621"/>
                    <a:pt x="3453" y="4597"/>
                    <a:pt x="3453" y="3454"/>
                  </a:cubicBezTo>
                  <a:cubicBezTo>
                    <a:pt x="3453" y="1549"/>
                    <a:pt x="1929" y="1"/>
                    <a:pt x="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5" name="Google Shape;20795;p137"/>
            <p:cNvSpPr/>
            <p:nvPr/>
          </p:nvSpPr>
          <p:spPr>
            <a:xfrm>
              <a:off x="4895718" y="2783016"/>
              <a:ext cx="101628" cy="51221"/>
            </a:xfrm>
            <a:custGeom>
              <a:avLst/>
              <a:gdLst/>
              <a:ahLst/>
              <a:cxnLst/>
              <a:rect l="l" t="t" r="r" b="b"/>
              <a:pathLst>
                <a:path w="3121" h="1573" extrusionOk="0">
                  <a:moveTo>
                    <a:pt x="1" y="0"/>
                  </a:moveTo>
                  <a:cubicBezTo>
                    <a:pt x="1" y="858"/>
                    <a:pt x="691" y="1572"/>
                    <a:pt x="1572" y="1572"/>
                  </a:cubicBezTo>
                  <a:cubicBezTo>
                    <a:pt x="2477" y="1572"/>
                    <a:pt x="3097" y="834"/>
                    <a:pt x="3120" y="24"/>
                  </a:cubicBezTo>
                  <a:lnTo>
                    <a:pt x="1572"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6" name="Google Shape;20796;p137"/>
            <p:cNvSpPr/>
            <p:nvPr/>
          </p:nvSpPr>
          <p:spPr>
            <a:xfrm>
              <a:off x="4946125" y="2783016"/>
              <a:ext cx="51221" cy="51221"/>
            </a:xfrm>
            <a:custGeom>
              <a:avLst/>
              <a:gdLst/>
              <a:ahLst/>
              <a:cxnLst/>
              <a:rect l="l" t="t" r="r" b="b"/>
              <a:pathLst>
                <a:path w="1573" h="1573" extrusionOk="0">
                  <a:moveTo>
                    <a:pt x="1" y="0"/>
                  </a:moveTo>
                  <a:lnTo>
                    <a:pt x="1" y="1572"/>
                  </a:lnTo>
                  <a:cubicBezTo>
                    <a:pt x="929" y="1572"/>
                    <a:pt x="1549" y="834"/>
                    <a:pt x="157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7" name="Google Shape;20797;p137"/>
            <p:cNvSpPr/>
            <p:nvPr/>
          </p:nvSpPr>
          <p:spPr>
            <a:xfrm>
              <a:off x="4894188" y="2608547"/>
              <a:ext cx="105470" cy="40931"/>
            </a:xfrm>
            <a:custGeom>
              <a:avLst/>
              <a:gdLst/>
              <a:ahLst/>
              <a:cxnLst/>
              <a:rect l="l" t="t" r="r" b="b"/>
              <a:pathLst>
                <a:path w="3239" h="1257" extrusionOk="0">
                  <a:moveTo>
                    <a:pt x="1596" y="0"/>
                  </a:moveTo>
                  <a:cubicBezTo>
                    <a:pt x="1500" y="0"/>
                    <a:pt x="1453" y="24"/>
                    <a:pt x="1381" y="96"/>
                  </a:cubicBezTo>
                  <a:lnTo>
                    <a:pt x="976" y="500"/>
                  </a:lnTo>
                  <a:lnTo>
                    <a:pt x="548" y="96"/>
                  </a:lnTo>
                  <a:cubicBezTo>
                    <a:pt x="488" y="36"/>
                    <a:pt x="411" y="6"/>
                    <a:pt x="333" y="6"/>
                  </a:cubicBezTo>
                  <a:cubicBezTo>
                    <a:pt x="256" y="6"/>
                    <a:pt x="179" y="36"/>
                    <a:pt x="119" y="96"/>
                  </a:cubicBezTo>
                  <a:cubicBezTo>
                    <a:pt x="0" y="215"/>
                    <a:pt x="0" y="429"/>
                    <a:pt x="119" y="548"/>
                  </a:cubicBezTo>
                  <a:lnTo>
                    <a:pt x="738" y="1167"/>
                  </a:lnTo>
                  <a:cubicBezTo>
                    <a:pt x="798" y="1227"/>
                    <a:pt x="881" y="1256"/>
                    <a:pt x="965" y="1256"/>
                  </a:cubicBezTo>
                  <a:cubicBezTo>
                    <a:pt x="1048" y="1256"/>
                    <a:pt x="1131" y="1227"/>
                    <a:pt x="1191" y="1167"/>
                  </a:cubicBezTo>
                  <a:lnTo>
                    <a:pt x="1596" y="739"/>
                  </a:lnTo>
                  <a:lnTo>
                    <a:pt x="2024" y="1167"/>
                  </a:lnTo>
                  <a:cubicBezTo>
                    <a:pt x="2084" y="1227"/>
                    <a:pt x="2161" y="1256"/>
                    <a:pt x="2239" y="1256"/>
                  </a:cubicBezTo>
                  <a:cubicBezTo>
                    <a:pt x="2316" y="1256"/>
                    <a:pt x="2393" y="1227"/>
                    <a:pt x="2453" y="1167"/>
                  </a:cubicBezTo>
                  <a:lnTo>
                    <a:pt x="3096" y="548"/>
                  </a:lnTo>
                  <a:cubicBezTo>
                    <a:pt x="3239" y="381"/>
                    <a:pt x="3239" y="215"/>
                    <a:pt x="3096" y="96"/>
                  </a:cubicBezTo>
                  <a:cubicBezTo>
                    <a:pt x="3036" y="36"/>
                    <a:pt x="2953" y="6"/>
                    <a:pt x="2870" y="6"/>
                  </a:cubicBezTo>
                  <a:cubicBezTo>
                    <a:pt x="2786" y="6"/>
                    <a:pt x="2703" y="36"/>
                    <a:pt x="2643" y="96"/>
                  </a:cubicBezTo>
                  <a:lnTo>
                    <a:pt x="2215" y="500"/>
                  </a:lnTo>
                  <a:lnTo>
                    <a:pt x="1810" y="96"/>
                  </a:lnTo>
                  <a:cubicBezTo>
                    <a:pt x="1739" y="24"/>
                    <a:pt x="1667" y="0"/>
                    <a:pt x="1596"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8" name="Google Shape;20798;p137"/>
            <p:cNvSpPr/>
            <p:nvPr/>
          </p:nvSpPr>
          <p:spPr>
            <a:xfrm>
              <a:off x="4946125" y="2608547"/>
              <a:ext cx="52784" cy="40931"/>
            </a:xfrm>
            <a:custGeom>
              <a:avLst/>
              <a:gdLst/>
              <a:ahLst/>
              <a:cxnLst/>
              <a:rect l="l" t="t" r="r" b="b"/>
              <a:pathLst>
                <a:path w="1621" h="1257" extrusionOk="0">
                  <a:moveTo>
                    <a:pt x="1" y="0"/>
                  </a:moveTo>
                  <a:lnTo>
                    <a:pt x="1" y="739"/>
                  </a:lnTo>
                  <a:lnTo>
                    <a:pt x="429" y="1167"/>
                  </a:lnTo>
                  <a:cubicBezTo>
                    <a:pt x="501" y="1227"/>
                    <a:pt x="578" y="1256"/>
                    <a:pt x="653" y="1256"/>
                  </a:cubicBezTo>
                  <a:cubicBezTo>
                    <a:pt x="727" y="1256"/>
                    <a:pt x="798" y="1227"/>
                    <a:pt x="858" y="1167"/>
                  </a:cubicBezTo>
                  <a:lnTo>
                    <a:pt x="1501" y="548"/>
                  </a:lnTo>
                  <a:cubicBezTo>
                    <a:pt x="1620" y="429"/>
                    <a:pt x="1620" y="238"/>
                    <a:pt x="1525" y="119"/>
                  </a:cubicBezTo>
                  <a:cubicBezTo>
                    <a:pt x="1463" y="45"/>
                    <a:pt x="1374" y="9"/>
                    <a:pt x="1284" y="9"/>
                  </a:cubicBezTo>
                  <a:cubicBezTo>
                    <a:pt x="1201" y="9"/>
                    <a:pt x="1117" y="39"/>
                    <a:pt x="1048" y="96"/>
                  </a:cubicBezTo>
                  <a:lnTo>
                    <a:pt x="620" y="500"/>
                  </a:lnTo>
                  <a:lnTo>
                    <a:pt x="215" y="96"/>
                  </a:lnTo>
                  <a:cubicBezTo>
                    <a:pt x="144" y="24"/>
                    <a:pt x="72" y="0"/>
                    <a:pt x="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9" name="Google Shape;20799;p137"/>
            <p:cNvSpPr/>
            <p:nvPr/>
          </p:nvSpPr>
          <p:spPr>
            <a:xfrm>
              <a:off x="4895718" y="2742704"/>
              <a:ext cx="102409" cy="40345"/>
            </a:xfrm>
            <a:custGeom>
              <a:avLst/>
              <a:gdLst/>
              <a:ahLst/>
              <a:cxnLst/>
              <a:rect l="l" t="t" r="r" b="b"/>
              <a:pathLst>
                <a:path w="3145" h="1239" extrusionOk="0">
                  <a:moveTo>
                    <a:pt x="1" y="0"/>
                  </a:moveTo>
                  <a:lnTo>
                    <a:pt x="1" y="1238"/>
                  </a:lnTo>
                  <a:lnTo>
                    <a:pt x="3144" y="1238"/>
                  </a:lnTo>
                  <a:lnTo>
                    <a:pt x="3144" y="1191"/>
                  </a:lnTo>
                  <a:lnTo>
                    <a:pt x="3144"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0" name="Google Shape;20800;p137"/>
            <p:cNvSpPr/>
            <p:nvPr/>
          </p:nvSpPr>
          <p:spPr>
            <a:xfrm>
              <a:off x="4946906" y="2742704"/>
              <a:ext cx="52002" cy="40345"/>
            </a:xfrm>
            <a:custGeom>
              <a:avLst/>
              <a:gdLst/>
              <a:ahLst/>
              <a:cxnLst/>
              <a:rect l="l" t="t" r="r" b="b"/>
              <a:pathLst>
                <a:path w="1597" h="1239" extrusionOk="0">
                  <a:moveTo>
                    <a:pt x="0" y="0"/>
                  </a:moveTo>
                  <a:lnTo>
                    <a:pt x="0" y="1238"/>
                  </a:lnTo>
                  <a:lnTo>
                    <a:pt x="1596" y="1238"/>
                  </a:lnTo>
                  <a:cubicBezTo>
                    <a:pt x="1548" y="1238"/>
                    <a:pt x="1596" y="1215"/>
                    <a:pt x="1596" y="1191"/>
                  </a:cubicBezTo>
                  <a:lnTo>
                    <a:pt x="1596"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1" name="Google Shape;20801;p137"/>
            <p:cNvSpPr/>
            <p:nvPr/>
          </p:nvSpPr>
          <p:spPr>
            <a:xfrm>
              <a:off x="4874781" y="2731828"/>
              <a:ext cx="145066" cy="20189"/>
            </a:xfrm>
            <a:custGeom>
              <a:avLst/>
              <a:gdLst/>
              <a:ahLst/>
              <a:cxnLst/>
              <a:rect l="l" t="t" r="r" b="b"/>
              <a:pathLst>
                <a:path w="4455" h="620" extrusionOk="0">
                  <a:moveTo>
                    <a:pt x="382" y="1"/>
                  </a:moveTo>
                  <a:cubicBezTo>
                    <a:pt x="144" y="25"/>
                    <a:pt x="1" y="167"/>
                    <a:pt x="25" y="358"/>
                  </a:cubicBezTo>
                  <a:cubicBezTo>
                    <a:pt x="48" y="501"/>
                    <a:pt x="167" y="620"/>
                    <a:pt x="358" y="620"/>
                  </a:cubicBezTo>
                  <a:lnTo>
                    <a:pt x="4097" y="620"/>
                  </a:lnTo>
                  <a:cubicBezTo>
                    <a:pt x="4240" y="620"/>
                    <a:pt x="4383" y="501"/>
                    <a:pt x="4430" y="358"/>
                  </a:cubicBezTo>
                  <a:cubicBezTo>
                    <a:pt x="4454" y="167"/>
                    <a:pt x="4311" y="1"/>
                    <a:pt x="412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2" name="Google Shape;20802;p137"/>
            <p:cNvSpPr/>
            <p:nvPr/>
          </p:nvSpPr>
          <p:spPr>
            <a:xfrm>
              <a:off x="4873999" y="2773704"/>
              <a:ext cx="145066" cy="20189"/>
            </a:xfrm>
            <a:custGeom>
              <a:avLst/>
              <a:gdLst/>
              <a:ahLst/>
              <a:cxnLst/>
              <a:rect l="l" t="t" r="r" b="b"/>
              <a:pathLst>
                <a:path w="4455" h="620" extrusionOk="0">
                  <a:moveTo>
                    <a:pt x="382" y="1"/>
                  </a:moveTo>
                  <a:cubicBezTo>
                    <a:pt x="215" y="1"/>
                    <a:pt x="72" y="120"/>
                    <a:pt x="49" y="263"/>
                  </a:cubicBezTo>
                  <a:cubicBezTo>
                    <a:pt x="1" y="429"/>
                    <a:pt x="168" y="620"/>
                    <a:pt x="334" y="620"/>
                  </a:cubicBezTo>
                  <a:lnTo>
                    <a:pt x="4097" y="620"/>
                  </a:lnTo>
                  <a:cubicBezTo>
                    <a:pt x="4311" y="620"/>
                    <a:pt x="4454" y="429"/>
                    <a:pt x="4454" y="263"/>
                  </a:cubicBezTo>
                  <a:cubicBezTo>
                    <a:pt x="4430" y="120"/>
                    <a:pt x="4311" y="1"/>
                    <a:pt x="412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3" name="Google Shape;20803;p137"/>
            <p:cNvSpPr/>
            <p:nvPr/>
          </p:nvSpPr>
          <p:spPr>
            <a:xfrm>
              <a:off x="4946906" y="2732610"/>
              <a:ext cx="72158" cy="20189"/>
            </a:xfrm>
            <a:custGeom>
              <a:avLst/>
              <a:gdLst/>
              <a:ahLst/>
              <a:cxnLst/>
              <a:rect l="l" t="t" r="r" b="b"/>
              <a:pathLst>
                <a:path w="2216" h="620" extrusionOk="0">
                  <a:moveTo>
                    <a:pt x="0" y="1"/>
                  </a:moveTo>
                  <a:lnTo>
                    <a:pt x="0" y="620"/>
                  </a:lnTo>
                  <a:lnTo>
                    <a:pt x="1882" y="620"/>
                  </a:lnTo>
                  <a:cubicBezTo>
                    <a:pt x="2072" y="620"/>
                    <a:pt x="2215" y="477"/>
                    <a:pt x="2191" y="263"/>
                  </a:cubicBezTo>
                  <a:cubicBezTo>
                    <a:pt x="2191" y="96"/>
                    <a:pt x="2025" y="1"/>
                    <a:pt x="1882"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4" name="Google Shape;20804;p137"/>
            <p:cNvSpPr/>
            <p:nvPr/>
          </p:nvSpPr>
          <p:spPr>
            <a:xfrm>
              <a:off x="4946906" y="2772922"/>
              <a:ext cx="72158" cy="20970"/>
            </a:xfrm>
            <a:custGeom>
              <a:avLst/>
              <a:gdLst/>
              <a:ahLst/>
              <a:cxnLst/>
              <a:rect l="l" t="t" r="r" b="b"/>
              <a:pathLst>
                <a:path w="2216" h="644" extrusionOk="0">
                  <a:moveTo>
                    <a:pt x="0" y="1"/>
                  </a:moveTo>
                  <a:lnTo>
                    <a:pt x="0" y="644"/>
                  </a:lnTo>
                  <a:lnTo>
                    <a:pt x="1882" y="644"/>
                  </a:lnTo>
                  <a:cubicBezTo>
                    <a:pt x="2072" y="644"/>
                    <a:pt x="2215" y="501"/>
                    <a:pt x="2191" y="287"/>
                  </a:cubicBezTo>
                  <a:cubicBezTo>
                    <a:pt x="2191" y="144"/>
                    <a:pt x="2025" y="1"/>
                    <a:pt x="1882"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5" name="Google Shape;20805;p137"/>
          <p:cNvGrpSpPr/>
          <p:nvPr/>
        </p:nvGrpSpPr>
        <p:grpSpPr>
          <a:xfrm>
            <a:off x="4018680" y="2332832"/>
            <a:ext cx="348223" cy="349786"/>
            <a:chOff x="4018680" y="2485232"/>
            <a:chExt cx="348223" cy="349786"/>
          </a:xfrm>
        </p:grpSpPr>
        <p:sp>
          <p:nvSpPr>
            <p:cNvPr id="20806" name="Google Shape;20806;p137"/>
            <p:cNvSpPr/>
            <p:nvPr/>
          </p:nvSpPr>
          <p:spPr>
            <a:xfrm>
              <a:off x="4223400" y="2730298"/>
              <a:ext cx="103158" cy="83783"/>
            </a:xfrm>
            <a:custGeom>
              <a:avLst/>
              <a:gdLst/>
              <a:ahLst/>
              <a:cxnLst/>
              <a:rect l="l" t="t" r="r" b="b"/>
              <a:pathLst>
                <a:path w="3168" h="2573" extrusionOk="0">
                  <a:moveTo>
                    <a:pt x="2858" y="0"/>
                  </a:moveTo>
                  <a:cubicBezTo>
                    <a:pt x="2668" y="0"/>
                    <a:pt x="2525" y="167"/>
                    <a:pt x="2525" y="334"/>
                  </a:cubicBezTo>
                  <a:lnTo>
                    <a:pt x="2525" y="977"/>
                  </a:lnTo>
                  <a:cubicBezTo>
                    <a:pt x="2525" y="1500"/>
                    <a:pt x="2072" y="1905"/>
                    <a:pt x="1572" y="1905"/>
                  </a:cubicBezTo>
                  <a:lnTo>
                    <a:pt x="310" y="1905"/>
                  </a:lnTo>
                  <a:cubicBezTo>
                    <a:pt x="143" y="1905"/>
                    <a:pt x="1" y="2072"/>
                    <a:pt x="1" y="2239"/>
                  </a:cubicBezTo>
                  <a:cubicBezTo>
                    <a:pt x="1" y="2429"/>
                    <a:pt x="143" y="2572"/>
                    <a:pt x="310" y="2572"/>
                  </a:cubicBezTo>
                  <a:lnTo>
                    <a:pt x="1572" y="2572"/>
                  </a:lnTo>
                  <a:cubicBezTo>
                    <a:pt x="2430" y="2572"/>
                    <a:pt x="3144" y="1858"/>
                    <a:pt x="3168" y="977"/>
                  </a:cubicBezTo>
                  <a:lnTo>
                    <a:pt x="3168" y="334"/>
                  </a:lnTo>
                  <a:cubicBezTo>
                    <a:pt x="3168" y="167"/>
                    <a:pt x="3025" y="0"/>
                    <a:pt x="2858"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7" name="Google Shape;20807;p137"/>
            <p:cNvSpPr/>
            <p:nvPr/>
          </p:nvSpPr>
          <p:spPr>
            <a:xfrm>
              <a:off x="4018680" y="2627140"/>
              <a:ext cx="55096" cy="108596"/>
            </a:xfrm>
            <a:custGeom>
              <a:avLst/>
              <a:gdLst/>
              <a:ahLst/>
              <a:cxnLst/>
              <a:rect l="l" t="t" r="r" b="b"/>
              <a:pathLst>
                <a:path w="1692" h="3335" extrusionOk="0">
                  <a:moveTo>
                    <a:pt x="1059" y="0"/>
                  </a:moveTo>
                  <a:cubicBezTo>
                    <a:pt x="255" y="0"/>
                    <a:pt x="1" y="776"/>
                    <a:pt x="1" y="1644"/>
                  </a:cubicBezTo>
                  <a:cubicBezTo>
                    <a:pt x="1" y="2501"/>
                    <a:pt x="262" y="3335"/>
                    <a:pt x="1120" y="3335"/>
                  </a:cubicBezTo>
                  <a:cubicBezTo>
                    <a:pt x="1358" y="3335"/>
                    <a:pt x="1572" y="3263"/>
                    <a:pt x="1691" y="3216"/>
                  </a:cubicBezTo>
                  <a:lnTo>
                    <a:pt x="1691" y="120"/>
                  </a:lnTo>
                  <a:cubicBezTo>
                    <a:pt x="1572" y="48"/>
                    <a:pt x="1334" y="1"/>
                    <a:pt x="1096" y="1"/>
                  </a:cubicBezTo>
                  <a:cubicBezTo>
                    <a:pt x="1084" y="0"/>
                    <a:pt x="1071" y="0"/>
                    <a:pt x="1059"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8" name="Google Shape;20808;p137"/>
            <p:cNvSpPr/>
            <p:nvPr/>
          </p:nvSpPr>
          <p:spPr>
            <a:xfrm>
              <a:off x="4058992" y="2485232"/>
              <a:ext cx="269129" cy="145066"/>
            </a:xfrm>
            <a:custGeom>
              <a:avLst/>
              <a:gdLst/>
              <a:ahLst/>
              <a:cxnLst/>
              <a:rect l="l" t="t" r="r" b="b"/>
              <a:pathLst>
                <a:path w="8265" h="4455" extrusionOk="0">
                  <a:moveTo>
                    <a:pt x="4121" y="1"/>
                  </a:moveTo>
                  <a:cubicBezTo>
                    <a:pt x="1858" y="1"/>
                    <a:pt x="1" y="1858"/>
                    <a:pt x="1" y="4121"/>
                  </a:cubicBezTo>
                  <a:cubicBezTo>
                    <a:pt x="1" y="4287"/>
                    <a:pt x="168" y="4454"/>
                    <a:pt x="334" y="4454"/>
                  </a:cubicBezTo>
                  <a:cubicBezTo>
                    <a:pt x="525" y="4454"/>
                    <a:pt x="668" y="4287"/>
                    <a:pt x="668" y="4121"/>
                  </a:cubicBezTo>
                  <a:cubicBezTo>
                    <a:pt x="668" y="2216"/>
                    <a:pt x="2239" y="644"/>
                    <a:pt x="4145" y="644"/>
                  </a:cubicBezTo>
                  <a:cubicBezTo>
                    <a:pt x="6050" y="644"/>
                    <a:pt x="7598" y="2216"/>
                    <a:pt x="7598" y="4121"/>
                  </a:cubicBezTo>
                  <a:cubicBezTo>
                    <a:pt x="7598" y="4287"/>
                    <a:pt x="7741" y="4454"/>
                    <a:pt x="7931" y="4454"/>
                  </a:cubicBezTo>
                  <a:cubicBezTo>
                    <a:pt x="8098" y="4454"/>
                    <a:pt x="8265" y="4287"/>
                    <a:pt x="8265" y="4121"/>
                  </a:cubicBezTo>
                  <a:cubicBezTo>
                    <a:pt x="8193" y="1858"/>
                    <a:pt x="6359" y="1"/>
                    <a:pt x="412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9" name="Google Shape;20809;p137"/>
            <p:cNvSpPr/>
            <p:nvPr/>
          </p:nvSpPr>
          <p:spPr>
            <a:xfrm>
              <a:off x="4193931" y="2485232"/>
              <a:ext cx="132627" cy="145066"/>
            </a:xfrm>
            <a:custGeom>
              <a:avLst/>
              <a:gdLst/>
              <a:ahLst/>
              <a:cxnLst/>
              <a:rect l="l" t="t" r="r" b="b"/>
              <a:pathLst>
                <a:path w="4073" h="4455" extrusionOk="0">
                  <a:moveTo>
                    <a:pt x="1" y="1"/>
                  </a:moveTo>
                  <a:lnTo>
                    <a:pt x="1" y="644"/>
                  </a:lnTo>
                  <a:cubicBezTo>
                    <a:pt x="1882" y="644"/>
                    <a:pt x="3430" y="2216"/>
                    <a:pt x="3430" y="4121"/>
                  </a:cubicBezTo>
                  <a:cubicBezTo>
                    <a:pt x="3430" y="4287"/>
                    <a:pt x="3573" y="4454"/>
                    <a:pt x="3763" y="4454"/>
                  </a:cubicBezTo>
                  <a:cubicBezTo>
                    <a:pt x="3930" y="4454"/>
                    <a:pt x="4073" y="4287"/>
                    <a:pt x="4073" y="4121"/>
                  </a:cubicBezTo>
                  <a:cubicBezTo>
                    <a:pt x="4073" y="1858"/>
                    <a:pt x="2239" y="1"/>
                    <a:pt x="1"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0" name="Google Shape;20810;p137"/>
            <p:cNvSpPr/>
            <p:nvPr/>
          </p:nvSpPr>
          <p:spPr>
            <a:xfrm>
              <a:off x="4162150" y="2772922"/>
              <a:ext cx="82220" cy="62097"/>
            </a:xfrm>
            <a:custGeom>
              <a:avLst/>
              <a:gdLst/>
              <a:ahLst/>
              <a:cxnLst/>
              <a:rect l="l" t="t" r="r" b="b"/>
              <a:pathLst>
                <a:path w="2525" h="1907" extrusionOk="0">
                  <a:moveTo>
                    <a:pt x="953" y="1"/>
                  </a:moveTo>
                  <a:cubicBezTo>
                    <a:pt x="453" y="1"/>
                    <a:pt x="0" y="430"/>
                    <a:pt x="0" y="953"/>
                  </a:cubicBezTo>
                  <a:cubicBezTo>
                    <a:pt x="0" y="1501"/>
                    <a:pt x="405" y="1906"/>
                    <a:pt x="953" y="1906"/>
                  </a:cubicBezTo>
                  <a:lnTo>
                    <a:pt x="1572" y="1906"/>
                  </a:lnTo>
                  <a:cubicBezTo>
                    <a:pt x="2072" y="1906"/>
                    <a:pt x="2525" y="1501"/>
                    <a:pt x="2525" y="953"/>
                  </a:cubicBezTo>
                  <a:cubicBezTo>
                    <a:pt x="2525" y="430"/>
                    <a:pt x="2072" y="1"/>
                    <a:pt x="1572"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1" name="Google Shape;20811;p137"/>
            <p:cNvSpPr/>
            <p:nvPr/>
          </p:nvSpPr>
          <p:spPr>
            <a:xfrm>
              <a:off x="4192368" y="2772173"/>
              <a:ext cx="51221" cy="61315"/>
            </a:xfrm>
            <a:custGeom>
              <a:avLst/>
              <a:gdLst/>
              <a:ahLst/>
              <a:cxnLst/>
              <a:rect l="l" t="t" r="r" b="b"/>
              <a:pathLst>
                <a:path w="1573" h="1883" extrusionOk="0">
                  <a:moveTo>
                    <a:pt x="1" y="0"/>
                  </a:moveTo>
                  <a:lnTo>
                    <a:pt x="1" y="1881"/>
                  </a:lnTo>
                  <a:lnTo>
                    <a:pt x="620" y="1881"/>
                  </a:lnTo>
                  <a:cubicBezTo>
                    <a:pt x="635" y="1882"/>
                    <a:pt x="649" y="1882"/>
                    <a:pt x="664" y="1882"/>
                  </a:cubicBezTo>
                  <a:cubicBezTo>
                    <a:pt x="1168" y="1882"/>
                    <a:pt x="1573" y="1485"/>
                    <a:pt x="1573" y="953"/>
                  </a:cubicBezTo>
                  <a:cubicBezTo>
                    <a:pt x="1573" y="453"/>
                    <a:pt x="1144" y="0"/>
                    <a:pt x="620"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2" name="Google Shape;20812;p137"/>
            <p:cNvSpPr/>
            <p:nvPr/>
          </p:nvSpPr>
          <p:spPr>
            <a:xfrm>
              <a:off x="4058243" y="2608547"/>
              <a:ext cx="21719" cy="144252"/>
            </a:xfrm>
            <a:custGeom>
              <a:avLst/>
              <a:gdLst/>
              <a:ahLst/>
              <a:cxnLst/>
              <a:rect l="l" t="t" r="r" b="b"/>
              <a:pathLst>
                <a:path w="667" h="4430" extrusionOk="0">
                  <a:moveTo>
                    <a:pt x="333" y="0"/>
                  </a:moveTo>
                  <a:cubicBezTo>
                    <a:pt x="143" y="0"/>
                    <a:pt x="0" y="143"/>
                    <a:pt x="0" y="334"/>
                  </a:cubicBezTo>
                  <a:lnTo>
                    <a:pt x="0" y="4120"/>
                  </a:lnTo>
                  <a:cubicBezTo>
                    <a:pt x="0" y="4287"/>
                    <a:pt x="143" y="4430"/>
                    <a:pt x="333" y="4430"/>
                  </a:cubicBezTo>
                  <a:cubicBezTo>
                    <a:pt x="500" y="4430"/>
                    <a:pt x="667" y="4287"/>
                    <a:pt x="667" y="4120"/>
                  </a:cubicBezTo>
                  <a:lnTo>
                    <a:pt x="667" y="334"/>
                  </a:lnTo>
                  <a:cubicBezTo>
                    <a:pt x="667" y="143"/>
                    <a:pt x="500" y="0"/>
                    <a:pt x="33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3" name="Google Shape;20813;p137"/>
            <p:cNvSpPr/>
            <p:nvPr/>
          </p:nvSpPr>
          <p:spPr>
            <a:xfrm>
              <a:off x="4304839" y="2608547"/>
              <a:ext cx="20970" cy="144252"/>
            </a:xfrm>
            <a:custGeom>
              <a:avLst/>
              <a:gdLst/>
              <a:ahLst/>
              <a:cxnLst/>
              <a:rect l="l" t="t" r="r" b="b"/>
              <a:pathLst>
                <a:path w="644" h="4430" extrusionOk="0">
                  <a:moveTo>
                    <a:pt x="310" y="0"/>
                  </a:moveTo>
                  <a:cubicBezTo>
                    <a:pt x="143" y="0"/>
                    <a:pt x="0" y="143"/>
                    <a:pt x="0" y="334"/>
                  </a:cubicBezTo>
                  <a:lnTo>
                    <a:pt x="0" y="4120"/>
                  </a:lnTo>
                  <a:cubicBezTo>
                    <a:pt x="0" y="4287"/>
                    <a:pt x="143" y="4430"/>
                    <a:pt x="310" y="4430"/>
                  </a:cubicBezTo>
                  <a:cubicBezTo>
                    <a:pt x="500" y="4430"/>
                    <a:pt x="643" y="4287"/>
                    <a:pt x="643" y="4120"/>
                  </a:cubicBezTo>
                  <a:lnTo>
                    <a:pt x="643" y="334"/>
                  </a:lnTo>
                  <a:cubicBezTo>
                    <a:pt x="643" y="143"/>
                    <a:pt x="500" y="0"/>
                    <a:pt x="31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4" name="Google Shape;20814;p137"/>
            <p:cNvSpPr/>
            <p:nvPr/>
          </p:nvSpPr>
          <p:spPr>
            <a:xfrm>
              <a:off x="4310244" y="2626358"/>
              <a:ext cx="56659" cy="107847"/>
            </a:xfrm>
            <a:custGeom>
              <a:avLst/>
              <a:gdLst/>
              <a:ahLst/>
              <a:cxnLst/>
              <a:rect l="l" t="t" r="r" b="b"/>
              <a:pathLst>
                <a:path w="1740" h="3312" extrusionOk="0">
                  <a:moveTo>
                    <a:pt x="596" y="1"/>
                  </a:moveTo>
                  <a:cubicBezTo>
                    <a:pt x="358" y="1"/>
                    <a:pt x="144" y="49"/>
                    <a:pt x="1" y="96"/>
                  </a:cubicBezTo>
                  <a:lnTo>
                    <a:pt x="1" y="3216"/>
                  </a:lnTo>
                  <a:cubicBezTo>
                    <a:pt x="120" y="3264"/>
                    <a:pt x="358" y="3311"/>
                    <a:pt x="572" y="3311"/>
                  </a:cubicBezTo>
                  <a:cubicBezTo>
                    <a:pt x="1430" y="3311"/>
                    <a:pt x="1739" y="2478"/>
                    <a:pt x="1739" y="1620"/>
                  </a:cubicBezTo>
                  <a:cubicBezTo>
                    <a:pt x="1739" y="787"/>
                    <a:pt x="1430" y="1"/>
                    <a:pt x="596"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5" name="Google Shape;20815;p137"/>
            <p:cNvSpPr/>
            <p:nvPr/>
          </p:nvSpPr>
          <p:spPr>
            <a:xfrm>
              <a:off x="4058243" y="2608547"/>
              <a:ext cx="41908" cy="144252"/>
            </a:xfrm>
            <a:custGeom>
              <a:avLst/>
              <a:gdLst/>
              <a:ahLst/>
              <a:cxnLst/>
              <a:rect l="l" t="t" r="r" b="b"/>
              <a:pathLst>
                <a:path w="1287" h="4430" extrusionOk="0">
                  <a:moveTo>
                    <a:pt x="333" y="0"/>
                  </a:moveTo>
                  <a:cubicBezTo>
                    <a:pt x="143" y="0"/>
                    <a:pt x="0" y="143"/>
                    <a:pt x="0" y="334"/>
                  </a:cubicBezTo>
                  <a:lnTo>
                    <a:pt x="0" y="4120"/>
                  </a:lnTo>
                  <a:cubicBezTo>
                    <a:pt x="0" y="4287"/>
                    <a:pt x="143" y="4430"/>
                    <a:pt x="333" y="4430"/>
                  </a:cubicBezTo>
                  <a:lnTo>
                    <a:pt x="953" y="4430"/>
                  </a:lnTo>
                  <a:cubicBezTo>
                    <a:pt x="1143" y="4430"/>
                    <a:pt x="1286" y="4287"/>
                    <a:pt x="1286" y="4120"/>
                  </a:cubicBezTo>
                  <a:lnTo>
                    <a:pt x="1286" y="334"/>
                  </a:lnTo>
                  <a:cubicBezTo>
                    <a:pt x="1286" y="143"/>
                    <a:pt x="1143" y="0"/>
                    <a:pt x="953"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6" name="Google Shape;20816;p137"/>
            <p:cNvSpPr/>
            <p:nvPr/>
          </p:nvSpPr>
          <p:spPr>
            <a:xfrm>
              <a:off x="4283901" y="2608547"/>
              <a:ext cx="41908" cy="144252"/>
            </a:xfrm>
            <a:custGeom>
              <a:avLst/>
              <a:gdLst/>
              <a:ahLst/>
              <a:cxnLst/>
              <a:rect l="l" t="t" r="r" b="b"/>
              <a:pathLst>
                <a:path w="1287" h="4430" extrusionOk="0">
                  <a:moveTo>
                    <a:pt x="333" y="0"/>
                  </a:moveTo>
                  <a:cubicBezTo>
                    <a:pt x="167" y="0"/>
                    <a:pt x="0" y="143"/>
                    <a:pt x="0" y="334"/>
                  </a:cubicBezTo>
                  <a:lnTo>
                    <a:pt x="0" y="4120"/>
                  </a:lnTo>
                  <a:cubicBezTo>
                    <a:pt x="0" y="4287"/>
                    <a:pt x="167" y="4430"/>
                    <a:pt x="333" y="4430"/>
                  </a:cubicBezTo>
                  <a:lnTo>
                    <a:pt x="953" y="4430"/>
                  </a:lnTo>
                  <a:cubicBezTo>
                    <a:pt x="1143" y="4430"/>
                    <a:pt x="1286" y="4287"/>
                    <a:pt x="1286" y="4120"/>
                  </a:cubicBezTo>
                  <a:lnTo>
                    <a:pt x="1286" y="334"/>
                  </a:lnTo>
                  <a:cubicBezTo>
                    <a:pt x="1286" y="143"/>
                    <a:pt x="1143" y="0"/>
                    <a:pt x="95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7" name="Google Shape;20817;p137"/>
          <p:cNvGrpSpPr/>
          <p:nvPr/>
        </p:nvGrpSpPr>
        <p:grpSpPr>
          <a:xfrm>
            <a:off x="3269580" y="2332051"/>
            <a:ext cx="321848" cy="349005"/>
            <a:chOff x="3269580" y="2484451"/>
            <a:chExt cx="321848" cy="349005"/>
          </a:xfrm>
        </p:grpSpPr>
        <p:sp>
          <p:nvSpPr>
            <p:cNvPr id="20818" name="Google Shape;20818;p137"/>
            <p:cNvSpPr/>
            <p:nvPr/>
          </p:nvSpPr>
          <p:spPr>
            <a:xfrm>
              <a:off x="3454144" y="2484451"/>
              <a:ext cx="137283" cy="144512"/>
            </a:xfrm>
            <a:custGeom>
              <a:avLst/>
              <a:gdLst/>
              <a:ahLst/>
              <a:cxnLst/>
              <a:rect l="l" t="t" r="r" b="b"/>
              <a:pathLst>
                <a:path w="4216" h="4438" extrusionOk="0">
                  <a:moveTo>
                    <a:pt x="334" y="1"/>
                  </a:moveTo>
                  <a:cubicBezTo>
                    <a:pt x="167" y="1"/>
                    <a:pt x="1" y="144"/>
                    <a:pt x="1" y="334"/>
                  </a:cubicBezTo>
                  <a:lnTo>
                    <a:pt x="1" y="4121"/>
                  </a:lnTo>
                  <a:cubicBezTo>
                    <a:pt x="1" y="4240"/>
                    <a:pt x="72" y="4311"/>
                    <a:pt x="167" y="4383"/>
                  </a:cubicBezTo>
                  <a:cubicBezTo>
                    <a:pt x="209" y="4410"/>
                    <a:pt x="258" y="4438"/>
                    <a:pt x="310" y="4438"/>
                  </a:cubicBezTo>
                  <a:cubicBezTo>
                    <a:pt x="349" y="4438"/>
                    <a:pt x="389" y="4423"/>
                    <a:pt x="429" y="4383"/>
                  </a:cubicBezTo>
                  <a:lnTo>
                    <a:pt x="4001" y="3097"/>
                  </a:lnTo>
                  <a:cubicBezTo>
                    <a:pt x="4097" y="3073"/>
                    <a:pt x="4144" y="3049"/>
                    <a:pt x="4168" y="2954"/>
                  </a:cubicBezTo>
                  <a:cubicBezTo>
                    <a:pt x="4216" y="2882"/>
                    <a:pt x="4216" y="2811"/>
                    <a:pt x="4168" y="2716"/>
                  </a:cubicBezTo>
                  <a:cubicBezTo>
                    <a:pt x="3620" y="1096"/>
                    <a:pt x="2025" y="1"/>
                    <a:pt x="334"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9" name="Google Shape;20819;p137"/>
            <p:cNvSpPr/>
            <p:nvPr/>
          </p:nvSpPr>
          <p:spPr>
            <a:xfrm>
              <a:off x="3269580" y="2566671"/>
              <a:ext cx="267566" cy="266785"/>
            </a:xfrm>
            <a:custGeom>
              <a:avLst/>
              <a:gdLst/>
              <a:ahLst/>
              <a:cxnLst/>
              <a:rect l="l" t="t" r="r" b="b"/>
              <a:pathLst>
                <a:path w="8217" h="8193" extrusionOk="0">
                  <a:moveTo>
                    <a:pt x="4073" y="0"/>
                  </a:moveTo>
                  <a:cubicBezTo>
                    <a:pt x="1811" y="0"/>
                    <a:pt x="1" y="1858"/>
                    <a:pt x="1" y="4073"/>
                  </a:cubicBezTo>
                  <a:cubicBezTo>
                    <a:pt x="1" y="6311"/>
                    <a:pt x="1834" y="8192"/>
                    <a:pt x="4073" y="8192"/>
                  </a:cubicBezTo>
                  <a:cubicBezTo>
                    <a:pt x="6312" y="8192"/>
                    <a:pt x="8145" y="6335"/>
                    <a:pt x="8145" y="4073"/>
                  </a:cubicBezTo>
                  <a:cubicBezTo>
                    <a:pt x="8217" y="3644"/>
                    <a:pt x="8121" y="3168"/>
                    <a:pt x="7931" y="2715"/>
                  </a:cubicBezTo>
                  <a:cubicBezTo>
                    <a:pt x="7892" y="2598"/>
                    <a:pt x="7756" y="2512"/>
                    <a:pt x="7616" y="2512"/>
                  </a:cubicBezTo>
                  <a:cubicBezTo>
                    <a:pt x="7586" y="2512"/>
                    <a:pt x="7556" y="2516"/>
                    <a:pt x="7526" y="2525"/>
                  </a:cubicBezTo>
                  <a:lnTo>
                    <a:pt x="4406" y="3668"/>
                  </a:lnTo>
                  <a:lnTo>
                    <a:pt x="4406" y="334"/>
                  </a:lnTo>
                  <a:cubicBezTo>
                    <a:pt x="4406" y="143"/>
                    <a:pt x="4240" y="0"/>
                    <a:pt x="407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0" name="Google Shape;20820;p137"/>
            <p:cNvSpPr/>
            <p:nvPr/>
          </p:nvSpPr>
          <p:spPr>
            <a:xfrm>
              <a:off x="3402956" y="2566671"/>
              <a:ext cx="134190" cy="266785"/>
            </a:xfrm>
            <a:custGeom>
              <a:avLst/>
              <a:gdLst/>
              <a:ahLst/>
              <a:cxnLst/>
              <a:rect l="l" t="t" r="r" b="b"/>
              <a:pathLst>
                <a:path w="4121" h="8193" extrusionOk="0">
                  <a:moveTo>
                    <a:pt x="1" y="0"/>
                  </a:moveTo>
                  <a:lnTo>
                    <a:pt x="1" y="8192"/>
                  </a:lnTo>
                  <a:cubicBezTo>
                    <a:pt x="15" y="8193"/>
                    <a:pt x="30" y="8193"/>
                    <a:pt x="44" y="8193"/>
                  </a:cubicBezTo>
                  <a:cubicBezTo>
                    <a:pt x="2287" y="8193"/>
                    <a:pt x="4121" y="6368"/>
                    <a:pt x="4121" y="4120"/>
                  </a:cubicBezTo>
                  <a:cubicBezTo>
                    <a:pt x="4121" y="3644"/>
                    <a:pt x="4025" y="3168"/>
                    <a:pt x="3883" y="2715"/>
                  </a:cubicBezTo>
                  <a:cubicBezTo>
                    <a:pt x="3824" y="2598"/>
                    <a:pt x="3701" y="2512"/>
                    <a:pt x="3553" y="2512"/>
                  </a:cubicBezTo>
                  <a:cubicBezTo>
                    <a:pt x="3521" y="2512"/>
                    <a:pt x="3488" y="2516"/>
                    <a:pt x="3454" y="2525"/>
                  </a:cubicBezTo>
                  <a:lnTo>
                    <a:pt x="334" y="3668"/>
                  </a:lnTo>
                  <a:lnTo>
                    <a:pt x="334" y="334"/>
                  </a:lnTo>
                  <a:cubicBezTo>
                    <a:pt x="334" y="143"/>
                    <a:pt x="191" y="0"/>
                    <a:pt x="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21" name="Google Shape;20821;p137"/>
          <p:cNvGrpSpPr/>
          <p:nvPr/>
        </p:nvGrpSpPr>
        <p:grpSpPr>
          <a:xfrm>
            <a:off x="2548418" y="2332832"/>
            <a:ext cx="291597" cy="349005"/>
            <a:chOff x="2548418" y="2485232"/>
            <a:chExt cx="291597" cy="349005"/>
          </a:xfrm>
        </p:grpSpPr>
        <p:sp>
          <p:nvSpPr>
            <p:cNvPr id="20822" name="Google Shape;20822;p137"/>
            <p:cNvSpPr/>
            <p:nvPr/>
          </p:nvSpPr>
          <p:spPr>
            <a:xfrm>
              <a:off x="2707388" y="2693828"/>
              <a:ext cx="132627" cy="139628"/>
            </a:xfrm>
            <a:custGeom>
              <a:avLst/>
              <a:gdLst/>
              <a:ahLst/>
              <a:cxnLst/>
              <a:rect l="l" t="t" r="r" b="b"/>
              <a:pathLst>
                <a:path w="4073" h="4288" extrusionOk="0">
                  <a:moveTo>
                    <a:pt x="2763" y="1"/>
                  </a:moveTo>
                  <a:lnTo>
                    <a:pt x="0" y="1525"/>
                  </a:lnTo>
                  <a:lnTo>
                    <a:pt x="1120" y="4121"/>
                  </a:lnTo>
                  <a:cubicBezTo>
                    <a:pt x="1191" y="4216"/>
                    <a:pt x="1262" y="4287"/>
                    <a:pt x="1429" y="4287"/>
                  </a:cubicBezTo>
                  <a:cubicBezTo>
                    <a:pt x="1501" y="4264"/>
                    <a:pt x="1667" y="4192"/>
                    <a:pt x="1715" y="4121"/>
                  </a:cubicBezTo>
                  <a:lnTo>
                    <a:pt x="2286" y="2811"/>
                  </a:lnTo>
                  <a:lnTo>
                    <a:pt x="3620" y="3240"/>
                  </a:lnTo>
                  <a:cubicBezTo>
                    <a:pt x="3653" y="3253"/>
                    <a:pt x="3687" y="3259"/>
                    <a:pt x="3719" y="3259"/>
                  </a:cubicBezTo>
                  <a:cubicBezTo>
                    <a:pt x="3804" y="3259"/>
                    <a:pt x="3885" y="3220"/>
                    <a:pt x="3953" y="3168"/>
                  </a:cubicBezTo>
                  <a:cubicBezTo>
                    <a:pt x="4049" y="3097"/>
                    <a:pt x="4073" y="2978"/>
                    <a:pt x="4001" y="2859"/>
                  </a:cubicBezTo>
                  <a:lnTo>
                    <a:pt x="2763" y="1"/>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3" name="Google Shape;20823;p137"/>
            <p:cNvSpPr/>
            <p:nvPr/>
          </p:nvSpPr>
          <p:spPr>
            <a:xfrm>
              <a:off x="2548418" y="2693828"/>
              <a:ext cx="132627" cy="140410"/>
            </a:xfrm>
            <a:custGeom>
              <a:avLst/>
              <a:gdLst/>
              <a:ahLst/>
              <a:cxnLst/>
              <a:rect l="l" t="t" r="r" b="b"/>
              <a:pathLst>
                <a:path w="4073" h="4312" extrusionOk="0">
                  <a:moveTo>
                    <a:pt x="1310" y="1"/>
                  </a:moveTo>
                  <a:lnTo>
                    <a:pt x="48" y="2859"/>
                  </a:lnTo>
                  <a:cubicBezTo>
                    <a:pt x="0" y="2978"/>
                    <a:pt x="24" y="3097"/>
                    <a:pt x="119" y="3192"/>
                  </a:cubicBezTo>
                  <a:cubicBezTo>
                    <a:pt x="174" y="3265"/>
                    <a:pt x="256" y="3296"/>
                    <a:pt x="345" y="3296"/>
                  </a:cubicBezTo>
                  <a:cubicBezTo>
                    <a:pt x="373" y="3296"/>
                    <a:pt x="401" y="3293"/>
                    <a:pt x="429" y="3287"/>
                  </a:cubicBezTo>
                  <a:lnTo>
                    <a:pt x="1786" y="2835"/>
                  </a:lnTo>
                  <a:lnTo>
                    <a:pt x="2334" y="4145"/>
                  </a:lnTo>
                  <a:cubicBezTo>
                    <a:pt x="2406" y="4264"/>
                    <a:pt x="2525" y="4287"/>
                    <a:pt x="2644" y="4311"/>
                  </a:cubicBezTo>
                  <a:cubicBezTo>
                    <a:pt x="2763" y="4311"/>
                    <a:pt x="2882" y="4264"/>
                    <a:pt x="2929" y="4145"/>
                  </a:cubicBezTo>
                  <a:lnTo>
                    <a:pt x="4073" y="1549"/>
                  </a:lnTo>
                  <a:lnTo>
                    <a:pt x="13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4" name="Google Shape;20824;p137"/>
            <p:cNvSpPr/>
            <p:nvPr/>
          </p:nvSpPr>
          <p:spPr>
            <a:xfrm>
              <a:off x="2560824" y="2485232"/>
              <a:ext cx="265222" cy="266785"/>
            </a:xfrm>
            <a:custGeom>
              <a:avLst/>
              <a:gdLst/>
              <a:ahLst/>
              <a:cxnLst/>
              <a:rect l="l" t="t" r="r" b="b"/>
              <a:pathLst>
                <a:path w="8145" h="8193" extrusionOk="0">
                  <a:moveTo>
                    <a:pt x="4073" y="1"/>
                  </a:moveTo>
                  <a:cubicBezTo>
                    <a:pt x="1810" y="1"/>
                    <a:pt x="0" y="1858"/>
                    <a:pt x="0" y="4121"/>
                  </a:cubicBezTo>
                  <a:cubicBezTo>
                    <a:pt x="0" y="6383"/>
                    <a:pt x="1834" y="8193"/>
                    <a:pt x="4073" y="8193"/>
                  </a:cubicBezTo>
                  <a:cubicBezTo>
                    <a:pt x="6335" y="8193"/>
                    <a:pt x="8145" y="6359"/>
                    <a:pt x="8145" y="4121"/>
                  </a:cubicBezTo>
                  <a:cubicBezTo>
                    <a:pt x="8145" y="1882"/>
                    <a:pt x="6335" y="1"/>
                    <a:pt x="4073" y="1"/>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5" name="Google Shape;20825;p137"/>
            <p:cNvSpPr/>
            <p:nvPr/>
          </p:nvSpPr>
          <p:spPr>
            <a:xfrm>
              <a:off x="2693419" y="2485232"/>
              <a:ext cx="132627" cy="266785"/>
            </a:xfrm>
            <a:custGeom>
              <a:avLst/>
              <a:gdLst/>
              <a:ahLst/>
              <a:cxnLst/>
              <a:rect l="l" t="t" r="r" b="b"/>
              <a:pathLst>
                <a:path w="4073" h="8193" extrusionOk="0">
                  <a:moveTo>
                    <a:pt x="1" y="1"/>
                  </a:moveTo>
                  <a:lnTo>
                    <a:pt x="1" y="8193"/>
                  </a:lnTo>
                  <a:cubicBezTo>
                    <a:pt x="2263" y="8193"/>
                    <a:pt x="4073" y="6359"/>
                    <a:pt x="4073" y="4121"/>
                  </a:cubicBezTo>
                  <a:cubicBezTo>
                    <a:pt x="4073" y="1858"/>
                    <a:pt x="2239" y="1"/>
                    <a:pt x="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6" name="Google Shape;20826;p137"/>
            <p:cNvSpPr/>
            <p:nvPr/>
          </p:nvSpPr>
          <p:spPr>
            <a:xfrm>
              <a:off x="2625168" y="2548827"/>
              <a:ext cx="138065" cy="129827"/>
            </a:xfrm>
            <a:custGeom>
              <a:avLst/>
              <a:gdLst/>
              <a:ahLst/>
              <a:cxnLst/>
              <a:rect l="l" t="t" r="r" b="b"/>
              <a:pathLst>
                <a:path w="4240" h="3987" extrusionOk="0">
                  <a:moveTo>
                    <a:pt x="2120" y="1"/>
                  </a:moveTo>
                  <a:cubicBezTo>
                    <a:pt x="2001" y="1"/>
                    <a:pt x="1882" y="48"/>
                    <a:pt x="1858" y="143"/>
                  </a:cubicBezTo>
                  <a:lnTo>
                    <a:pt x="1382" y="1120"/>
                  </a:lnTo>
                  <a:lnTo>
                    <a:pt x="310" y="1263"/>
                  </a:lnTo>
                  <a:cubicBezTo>
                    <a:pt x="191" y="1310"/>
                    <a:pt x="96" y="1358"/>
                    <a:pt x="49" y="1477"/>
                  </a:cubicBezTo>
                  <a:cubicBezTo>
                    <a:pt x="1" y="1596"/>
                    <a:pt x="49" y="1715"/>
                    <a:pt x="144" y="1810"/>
                  </a:cubicBezTo>
                  <a:lnTo>
                    <a:pt x="906" y="2549"/>
                  </a:lnTo>
                  <a:lnTo>
                    <a:pt x="739" y="3620"/>
                  </a:lnTo>
                  <a:cubicBezTo>
                    <a:pt x="692" y="3739"/>
                    <a:pt x="763" y="3858"/>
                    <a:pt x="834" y="3930"/>
                  </a:cubicBezTo>
                  <a:cubicBezTo>
                    <a:pt x="893" y="3959"/>
                    <a:pt x="970" y="3980"/>
                    <a:pt x="1043" y="3980"/>
                  </a:cubicBezTo>
                  <a:cubicBezTo>
                    <a:pt x="1088" y="3980"/>
                    <a:pt x="1131" y="3972"/>
                    <a:pt x="1168" y="3954"/>
                  </a:cubicBezTo>
                  <a:lnTo>
                    <a:pt x="2120" y="3454"/>
                  </a:lnTo>
                  <a:lnTo>
                    <a:pt x="3073" y="3954"/>
                  </a:lnTo>
                  <a:cubicBezTo>
                    <a:pt x="3126" y="3975"/>
                    <a:pt x="3180" y="3987"/>
                    <a:pt x="3231" y="3987"/>
                  </a:cubicBezTo>
                  <a:cubicBezTo>
                    <a:pt x="3294" y="3987"/>
                    <a:pt x="3354" y="3969"/>
                    <a:pt x="3406" y="3930"/>
                  </a:cubicBezTo>
                  <a:cubicBezTo>
                    <a:pt x="3502" y="3858"/>
                    <a:pt x="3549" y="3739"/>
                    <a:pt x="3525" y="3620"/>
                  </a:cubicBezTo>
                  <a:lnTo>
                    <a:pt x="3335" y="2549"/>
                  </a:lnTo>
                  <a:lnTo>
                    <a:pt x="4121" y="1810"/>
                  </a:lnTo>
                  <a:cubicBezTo>
                    <a:pt x="4216" y="1715"/>
                    <a:pt x="4240" y="1596"/>
                    <a:pt x="4216" y="1477"/>
                  </a:cubicBezTo>
                  <a:cubicBezTo>
                    <a:pt x="4168" y="1358"/>
                    <a:pt x="4049" y="1263"/>
                    <a:pt x="3954" y="1263"/>
                  </a:cubicBezTo>
                  <a:lnTo>
                    <a:pt x="2859" y="1120"/>
                  </a:lnTo>
                  <a:lnTo>
                    <a:pt x="2382" y="143"/>
                  </a:lnTo>
                  <a:cubicBezTo>
                    <a:pt x="2335" y="24"/>
                    <a:pt x="2216" y="1"/>
                    <a:pt x="21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7" name="Google Shape;20827;p137"/>
            <p:cNvSpPr/>
            <p:nvPr/>
          </p:nvSpPr>
          <p:spPr>
            <a:xfrm>
              <a:off x="2694200" y="2549608"/>
              <a:ext cx="69033" cy="129534"/>
            </a:xfrm>
            <a:custGeom>
              <a:avLst/>
              <a:gdLst/>
              <a:ahLst/>
              <a:cxnLst/>
              <a:rect l="l" t="t" r="r" b="b"/>
              <a:pathLst>
                <a:path w="2120" h="3978" extrusionOk="0">
                  <a:moveTo>
                    <a:pt x="0" y="0"/>
                  </a:moveTo>
                  <a:lnTo>
                    <a:pt x="0" y="3477"/>
                  </a:lnTo>
                  <a:lnTo>
                    <a:pt x="953" y="3977"/>
                  </a:lnTo>
                  <a:cubicBezTo>
                    <a:pt x="1048" y="3977"/>
                    <a:pt x="1167" y="3977"/>
                    <a:pt x="1286" y="3930"/>
                  </a:cubicBezTo>
                  <a:cubicBezTo>
                    <a:pt x="1382" y="3858"/>
                    <a:pt x="1429" y="3739"/>
                    <a:pt x="1405" y="3620"/>
                  </a:cubicBezTo>
                  <a:lnTo>
                    <a:pt x="1215" y="2549"/>
                  </a:lnTo>
                  <a:lnTo>
                    <a:pt x="2001" y="1810"/>
                  </a:lnTo>
                  <a:cubicBezTo>
                    <a:pt x="2096" y="1715"/>
                    <a:pt x="2120" y="1596"/>
                    <a:pt x="2096" y="1477"/>
                  </a:cubicBezTo>
                  <a:cubicBezTo>
                    <a:pt x="2072" y="1358"/>
                    <a:pt x="1929" y="1263"/>
                    <a:pt x="1834" y="1263"/>
                  </a:cubicBezTo>
                  <a:lnTo>
                    <a:pt x="739" y="1120"/>
                  </a:lnTo>
                  <a:lnTo>
                    <a:pt x="262" y="143"/>
                  </a:lnTo>
                  <a:cubicBezTo>
                    <a:pt x="215" y="24"/>
                    <a:pt x="96" y="0"/>
                    <a:pt x="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28" name="Google Shape;20828;p137"/>
          <p:cNvGrpSpPr/>
          <p:nvPr/>
        </p:nvGrpSpPr>
        <p:grpSpPr>
          <a:xfrm>
            <a:off x="1754349" y="2334395"/>
            <a:ext cx="352847" cy="348972"/>
            <a:chOff x="1754349" y="2486795"/>
            <a:chExt cx="352847" cy="348972"/>
          </a:xfrm>
        </p:grpSpPr>
        <p:sp>
          <p:nvSpPr>
            <p:cNvPr id="20829" name="Google Shape;20829;p137"/>
            <p:cNvSpPr/>
            <p:nvPr/>
          </p:nvSpPr>
          <p:spPr>
            <a:xfrm>
              <a:off x="1754349" y="2486795"/>
              <a:ext cx="352847" cy="347442"/>
            </a:xfrm>
            <a:custGeom>
              <a:avLst/>
              <a:gdLst/>
              <a:ahLst/>
              <a:cxnLst/>
              <a:rect l="l" t="t" r="r" b="b"/>
              <a:pathLst>
                <a:path w="10836" h="10670" extrusionOk="0">
                  <a:moveTo>
                    <a:pt x="5454" y="1215"/>
                  </a:moveTo>
                  <a:cubicBezTo>
                    <a:pt x="5787" y="1215"/>
                    <a:pt x="6073" y="1477"/>
                    <a:pt x="6073" y="1834"/>
                  </a:cubicBezTo>
                  <a:cubicBezTo>
                    <a:pt x="6073" y="2191"/>
                    <a:pt x="5811" y="2453"/>
                    <a:pt x="5454" y="2453"/>
                  </a:cubicBezTo>
                  <a:cubicBezTo>
                    <a:pt x="5097" y="2453"/>
                    <a:pt x="4811" y="2191"/>
                    <a:pt x="4811" y="1834"/>
                  </a:cubicBezTo>
                  <a:cubicBezTo>
                    <a:pt x="4811" y="1477"/>
                    <a:pt x="5097" y="1215"/>
                    <a:pt x="5454" y="1215"/>
                  </a:cubicBezTo>
                  <a:close/>
                  <a:moveTo>
                    <a:pt x="5406" y="0"/>
                  </a:moveTo>
                  <a:cubicBezTo>
                    <a:pt x="4382" y="0"/>
                    <a:pt x="3549" y="834"/>
                    <a:pt x="3549" y="1858"/>
                  </a:cubicBezTo>
                  <a:cubicBezTo>
                    <a:pt x="3549" y="2668"/>
                    <a:pt x="4049" y="3358"/>
                    <a:pt x="4811" y="3620"/>
                  </a:cubicBezTo>
                  <a:lnTo>
                    <a:pt x="4811" y="8169"/>
                  </a:lnTo>
                  <a:cubicBezTo>
                    <a:pt x="3715" y="7978"/>
                    <a:pt x="2405" y="7430"/>
                    <a:pt x="2024" y="6264"/>
                  </a:cubicBezTo>
                  <a:lnTo>
                    <a:pt x="2263" y="6264"/>
                  </a:lnTo>
                  <a:cubicBezTo>
                    <a:pt x="2382" y="6264"/>
                    <a:pt x="2477" y="6216"/>
                    <a:pt x="2525" y="6121"/>
                  </a:cubicBezTo>
                  <a:cubicBezTo>
                    <a:pt x="2596" y="6025"/>
                    <a:pt x="2596" y="5906"/>
                    <a:pt x="2525" y="5835"/>
                  </a:cubicBezTo>
                  <a:lnTo>
                    <a:pt x="1572" y="3954"/>
                  </a:lnTo>
                  <a:cubicBezTo>
                    <a:pt x="1512" y="3846"/>
                    <a:pt x="1399" y="3793"/>
                    <a:pt x="1286" y="3793"/>
                  </a:cubicBezTo>
                  <a:cubicBezTo>
                    <a:pt x="1173" y="3793"/>
                    <a:pt x="1060" y="3846"/>
                    <a:pt x="1000" y="3954"/>
                  </a:cubicBezTo>
                  <a:lnTo>
                    <a:pt x="48" y="5835"/>
                  </a:lnTo>
                  <a:cubicBezTo>
                    <a:pt x="0" y="5906"/>
                    <a:pt x="24" y="6025"/>
                    <a:pt x="48" y="6121"/>
                  </a:cubicBezTo>
                  <a:cubicBezTo>
                    <a:pt x="119" y="6216"/>
                    <a:pt x="215" y="6264"/>
                    <a:pt x="334" y="6264"/>
                  </a:cubicBezTo>
                  <a:lnTo>
                    <a:pt x="691" y="6264"/>
                  </a:lnTo>
                  <a:cubicBezTo>
                    <a:pt x="1000" y="8455"/>
                    <a:pt x="2763" y="9193"/>
                    <a:pt x="4287" y="9836"/>
                  </a:cubicBezTo>
                  <a:cubicBezTo>
                    <a:pt x="4496" y="9929"/>
                    <a:pt x="5021" y="10361"/>
                    <a:pt x="5048" y="10361"/>
                  </a:cubicBezTo>
                  <a:cubicBezTo>
                    <a:pt x="5049" y="10361"/>
                    <a:pt x="5049" y="10360"/>
                    <a:pt x="5049" y="10360"/>
                  </a:cubicBezTo>
                  <a:cubicBezTo>
                    <a:pt x="5049" y="10526"/>
                    <a:pt x="5216" y="10669"/>
                    <a:pt x="5382" y="10669"/>
                  </a:cubicBezTo>
                  <a:cubicBezTo>
                    <a:pt x="5525" y="10669"/>
                    <a:pt x="5644" y="10598"/>
                    <a:pt x="5716" y="10383"/>
                  </a:cubicBezTo>
                  <a:cubicBezTo>
                    <a:pt x="5811" y="10169"/>
                    <a:pt x="6406" y="9883"/>
                    <a:pt x="6573" y="9788"/>
                  </a:cubicBezTo>
                  <a:cubicBezTo>
                    <a:pt x="8264" y="8931"/>
                    <a:pt x="9764" y="8407"/>
                    <a:pt x="10098" y="6264"/>
                  </a:cubicBezTo>
                  <a:lnTo>
                    <a:pt x="10455" y="6264"/>
                  </a:lnTo>
                  <a:cubicBezTo>
                    <a:pt x="10574" y="6264"/>
                    <a:pt x="10645" y="6216"/>
                    <a:pt x="10717" y="6121"/>
                  </a:cubicBezTo>
                  <a:cubicBezTo>
                    <a:pt x="10764" y="6025"/>
                    <a:pt x="10836" y="5906"/>
                    <a:pt x="10764" y="5787"/>
                  </a:cubicBezTo>
                  <a:lnTo>
                    <a:pt x="9812" y="3930"/>
                  </a:lnTo>
                  <a:cubicBezTo>
                    <a:pt x="9752" y="3823"/>
                    <a:pt x="9645" y="3769"/>
                    <a:pt x="9538" y="3769"/>
                  </a:cubicBezTo>
                  <a:cubicBezTo>
                    <a:pt x="9431" y="3769"/>
                    <a:pt x="9324" y="3823"/>
                    <a:pt x="9264" y="3930"/>
                  </a:cubicBezTo>
                  <a:lnTo>
                    <a:pt x="8311" y="5787"/>
                  </a:lnTo>
                  <a:cubicBezTo>
                    <a:pt x="8240" y="5883"/>
                    <a:pt x="8264" y="6002"/>
                    <a:pt x="8311" y="6097"/>
                  </a:cubicBezTo>
                  <a:cubicBezTo>
                    <a:pt x="8351" y="6176"/>
                    <a:pt x="8423" y="6222"/>
                    <a:pt x="8514" y="6222"/>
                  </a:cubicBezTo>
                  <a:cubicBezTo>
                    <a:pt x="8533" y="6222"/>
                    <a:pt x="8553" y="6220"/>
                    <a:pt x="8573" y="6216"/>
                  </a:cubicBezTo>
                  <a:lnTo>
                    <a:pt x="8812" y="6216"/>
                  </a:lnTo>
                  <a:cubicBezTo>
                    <a:pt x="8550" y="7430"/>
                    <a:pt x="7287" y="7859"/>
                    <a:pt x="6049" y="8121"/>
                  </a:cubicBezTo>
                  <a:lnTo>
                    <a:pt x="6049" y="3620"/>
                  </a:lnTo>
                  <a:cubicBezTo>
                    <a:pt x="6787" y="3358"/>
                    <a:pt x="7287" y="2644"/>
                    <a:pt x="7287" y="1858"/>
                  </a:cubicBezTo>
                  <a:cubicBezTo>
                    <a:pt x="7287" y="905"/>
                    <a:pt x="6549" y="0"/>
                    <a:pt x="540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0" name="Google Shape;20830;p137"/>
            <p:cNvSpPr/>
            <p:nvPr/>
          </p:nvSpPr>
          <p:spPr>
            <a:xfrm>
              <a:off x="1929600" y="2486795"/>
              <a:ext cx="176814" cy="348972"/>
            </a:xfrm>
            <a:custGeom>
              <a:avLst/>
              <a:gdLst/>
              <a:ahLst/>
              <a:cxnLst/>
              <a:rect l="l" t="t" r="r" b="b"/>
              <a:pathLst>
                <a:path w="5430" h="10717" extrusionOk="0">
                  <a:moveTo>
                    <a:pt x="0" y="0"/>
                  </a:moveTo>
                  <a:lnTo>
                    <a:pt x="0" y="1239"/>
                  </a:lnTo>
                  <a:cubicBezTo>
                    <a:pt x="334" y="1239"/>
                    <a:pt x="619" y="1501"/>
                    <a:pt x="619" y="1858"/>
                  </a:cubicBezTo>
                  <a:cubicBezTo>
                    <a:pt x="619" y="2215"/>
                    <a:pt x="358" y="2501"/>
                    <a:pt x="0" y="2501"/>
                  </a:cubicBezTo>
                  <a:lnTo>
                    <a:pt x="0" y="10717"/>
                  </a:lnTo>
                  <a:cubicBezTo>
                    <a:pt x="215" y="10669"/>
                    <a:pt x="334" y="10574"/>
                    <a:pt x="358" y="10383"/>
                  </a:cubicBezTo>
                  <a:cubicBezTo>
                    <a:pt x="453" y="10169"/>
                    <a:pt x="1048" y="9883"/>
                    <a:pt x="1215" y="9788"/>
                  </a:cubicBezTo>
                  <a:cubicBezTo>
                    <a:pt x="2929" y="8931"/>
                    <a:pt x="4406" y="8407"/>
                    <a:pt x="4739" y="6240"/>
                  </a:cubicBezTo>
                  <a:lnTo>
                    <a:pt x="5097" y="6240"/>
                  </a:lnTo>
                  <a:cubicBezTo>
                    <a:pt x="5117" y="6244"/>
                    <a:pt x="5137" y="6246"/>
                    <a:pt x="5156" y="6246"/>
                  </a:cubicBezTo>
                  <a:cubicBezTo>
                    <a:pt x="5247" y="6246"/>
                    <a:pt x="5319" y="6200"/>
                    <a:pt x="5359" y="6121"/>
                  </a:cubicBezTo>
                  <a:cubicBezTo>
                    <a:pt x="5430" y="6025"/>
                    <a:pt x="5430" y="5906"/>
                    <a:pt x="5359" y="5835"/>
                  </a:cubicBezTo>
                  <a:lnTo>
                    <a:pt x="4406" y="3954"/>
                  </a:lnTo>
                  <a:cubicBezTo>
                    <a:pt x="4346" y="3846"/>
                    <a:pt x="4233" y="3793"/>
                    <a:pt x="4120" y="3793"/>
                  </a:cubicBezTo>
                  <a:cubicBezTo>
                    <a:pt x="4007" y="3793"/>
                    <a:pt x="3894" y="3846"/>
                    <a:pt x="3834" y="3954"/>
                  </a:cubicBezTo>
                  <a:lnTo>
                    <a:pt x="2882" y="5835"/>
                  </a:lnTo>
                  <a:cubicBezTo>
                    <a:pt x="2834" y="5906"/>
                    <a:pt x="2858" y="6025"/>
                    <a:pt x="2882" y="6121"/>
                  </a:cubicBezTo>
                  <a:cubicBezTo>
                    <a:pt x="2953" y="6216"/>
                    <a:pt x="3049" y="6264"/>
                    <a:pt x="3168" y="6264"/>
                  </a:cubicBezTo>
                  <a:lnTo>
                    <a:pt x="3406" y="6264"/>
                  </a:lnTo>
                  <a:cubicBezTo>
                    <a:pt x="3120" y="7454"/>
                    <a:pt x="1882" y="7907"/>
                    <a:pt x="619" y="8169"/>
                  </a:cubicBezTo>
                  <a:lnTo>
                    <a:pt x="619" y="3620"/>
                  </a:lnTo>
                  <a:cubicBezTo>
                    <a:pt x="1382" y="3358"/>
                    <a:pt x="1882" y="2644"/>
                    <a:pt x="1882" y="1858"/>
                  </a:cubicBezTo>
                  <a:cubicBezTo>
                    <a:pt x="1882" y="905"/>
                    <a:pt x="1143" y="0"/>
                    <a:pt x="0"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31" name="Google Shape;20831;p137"/>
          <p:cNvGrpSpPr/>
          <p:nvPr/>
        </p:nvGrpSpPr>
        <p:grpSpPr>
          <a:xfrm>
            <a:off x="1006811" y="2333744"/>
            <a:ext cx="351317" cy="348093"/>
            <a:chOff x="1006811" y="2486144"/>
            <a:chExt cx="351317" cy="348093"/>
          </a:xfrm>
        </p:grpSpPr>
        <p:sp>
          <p:nvSpPr>
            <p:cNvPr id="20832" name="Google Shape;20832;p137"/>
            <p:cNvSpPr/>
            <p:nvPr/>
          </p:nvSpPr>
          <p:spPr>
            <a:xfrm>
              <a:off x="1227813" y="2486144"/>
              <a:ext cx="128752" cy="128622"/>
            </a:xfrm>
            <a:custGeom>
              <a:avLst/>
              <a:gdLst/>
              <a:ahLst/>
              <a:cxnLst/>
              <a:rect l="l" t="t" r="r" b="b"/>
              <a:pathLst>
                <a:path w="3954" h="3950" extrusionOk="0">
                  <a:moveTo>
                    <a:pt x="1873" y="1"/>
                  </a:moveTo>
                  <a:cubicBezTo>
                    <a:pt x="1790" y="1"/>
                    <a:pt x="1711" y="34"/>
                    <a:pt x="1643" y="68"/>
                  </a:cubicBezTo>
                  <a:lnTo>
                    <a:pt x="95" y="1616"/>
                  </a:lnTo>
                  <a:cubicBezTo>
                    <a:pt x="24" y="1664"/>
                    <a:pt x="0" y="1759"/>
                    <a:pt x="0" y="1854"/>
                  </a:cubicBezTo>
                  <a:lnTo>
                    <a:pt x="143" y="3497"/>
                  </a:lnTo>
                  <a:cubicBezTo>
                    <a:pt x="143" y="3593"/>
                    <a:pt x="191" y="3640"/>
                    <a:pt x="238" y="3712"/>
                  </a:cubicBezTo>
                  <a:cubicBezTo>
                    <a:pt x="310" y="3759"/>
                    <a:pt x="357" y="3783"/>
                    <a:pt x="453" y="3783"/>
                  </a:cubicBezTo>
                  <a:lnTo>
                    <a:pt x="2096" y="3950"/>
                  </a:lnTo>
                  <a:cubicBezTo>
                    <a:pt x="2167" y="3950"/>
                    <a:pt x="2263" y="3902"/>
                    <a:pt x="2334" y="3855"/>
                  </a:cubicBezTo>
                  <a:lnTo>
                    <a:pt x="3882" y="2307"/>
                  </a:lnTo>
                  <a:cubicBezTo>
                    <a:pt x="3930" y="2211"/>
                    <a:pt x="3953" y="2068"/>
                    <a:pt x="3930" y="1973"/>
                  </a:cubicBezTo>
                  <a:cubicBezTo>
                    <a:pt x="3906" y="1854"/>
                    <a:pt x="3787" y="1759"/>
                    <a:pt x="3668" y="1759"/>
                  </a:cubicBezTo>
                  <a:lnTo>
                    <a:pt x="2286" y="1640"/>
                  </a:lnTo>
                  <a:lnTo>
                    <a:pt x="2167" y="282"/>
                  </a:lnTo>
                  <a:cubicBezTo>
                    <a:pt x="2167" y="163"/>
                    <a:pt x="2096" y="44"/>
                    <a:pt x="1977" y="20"/>
                  </a:cubicBezTo>
                  <a:cubicBezTo>
                    <a:pt x="1942" y="6"/>
                    <a:pt x="1907" y="1"/>
                    <a:pt x="1873" y="1"/>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3" name="Google Shape;20833;p137"/>
            <p:cNvSpPr/>
            <p:nvPr/>
          </p:nvSpPr>
          <p:spPr>
            <a:xfrm>
              <a:off x="1235563" y="2538733"/>
              <a:ext cx="122565" cy="74503"/>
            </a:xfrm>
            <a:custGeom>
              <a:avLst/>
              <a:gdLst/>
              <a:ahLst/>
              <a:cxnLst/>
              <a:rect l="l" t="t" r="r" b="b"/>
              <a:pathLst>
                <a:path w="3764" h="2288" extrusionOk="0">
                  <a:moveTo>
                    <a:pt x="2048" y="1"/>
                  </a:moveTo>
                  <a:lnTo>
                    <a:pt x="0" y="2049"/>
                  </a:lnTo>
                  <a:cubicBezTo>
                    <a:pt x="72" y="2120"/>
                    <a:pt x="119" y="2144"/>
                    <a:pt x="215" y="2144"/>
                  </a:cubicBezTo>
                  <a:lnTo>
                    <a:pt x="1858" y="2287"/>
                  </a:lnTo>
                  <a:cubicBezTo>
                    <a:pt x="1929" y="2287"/>
                    <a:pt x="2025" y="2263"/>
                    <a:pt x="2096" y="2192"/>
                  </a:cubicBezTo>
                  <a:lnTo>
                    <a:pt x="3644" y="644"/>
                  </a:lnTo>
                  <a:cubicBezTo>
                    <a:pt x="3715" y="573"/>
                    <a:pt x="3763" y="453"/>
                    <a:pt x="3692" y="334"/>
                  </a:cubicBezTo>
                  <a:cubicBezTo>
                    <a:pt x="3620" y="215"/>
                    <a:pt x="3549" y="120"/>
                    <a:pt x="3430" y="120"/>
                  </a:cubicBezTo>
                  <a:lnTo>
                    <a:pt x="2048"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4" name="Google Shape;20834;p137"/>
            <p:cNvSpPr/>
            <p:nvPr/>
          </p:nvSpPr>
          <p:spPr>
            <a:xfrm>
              <a:off x="1006811" y="2568983"/>
              <a:ext cx="266785" cy="265254"/>
            </a:xfrm>
            <a:custGeom>
              <a:avLst/>
              <a:gdLst/>
              <a:ahLst/>
              <a:cxnLst/>
              <a:rect l="l" t="t" r="r" b="b"/>
              <a:pathLst>
                <a:path w="8193" h="8146" extrusionOk="0">
                  <a:moveTo>
                    <a:pt x="4072" y="1"/>
                  </a:moveTo>
                  <a:cubicBezTo>
                    <a:pt x="1810" y="1"/>
                    <a:pt x="0" y="1834"/>
                    <a:pt x="0" y="4073"/>
                  </a:cubicBezTo>
                  <a:cubicBezTo>
                    <a:pt x="0" y="5216"/>
                    <a:pt x="453" y="6216"/>
                    <a:pt x="1191" y="6955"/>
                  </a:cubicBezTo>
                  <a:cubicBezTo>
                    <a:pt x="1929" y="7717"/>
                    <a:pt x="2953" y="8145"/>
                    <a:pt x="4072" y="8145"/>
                  </a:cubicBezTo>
                  <a:cubicBezTo>
                    <a:pt x="6335" y="8145"/>
                    <a:pt x="8145" y="6312"/>
                    <a:pt x="8145" y="4073"/>
                  </a:cubicBezTo>
                  <a:cubicBezTo>
                    <a:pt x="8192" y="2954"/>
                    <a:pt x="7716" y="1930"/>
                    <a:pt x="6954" y="1191"/>
                  </a:cubicBezTo>
                  <a:cubicBezTo>
                    <a:pt x="6216" y="453"/>
                    <a:pt x="5215" y="1"/>
                    <a:pt x="4072"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5" name="Google Shape;20835;p137"/>
            <p:cNvSpPr/>
            <p:nvPr/>
          </p:nvSpPr>
          <p:spPr>
            <a:xfrm>
              <a:off x="1046342" y="2607765"/>
              <a:ext cx="227254" cy="226472"/>
            </a:xfrm>
            <a:custGeom>
              <a:avLst/>
              <a:gdLst/>
              <a:ahLst/>
              <a:cxnLst/>
              <a:rect l="l" t="t" r="r" b="b"/>
              <a:pathLst>
                <a:path w="6979" h="6955" extrusionOk="0">
                  <a:moveTo>
                    <a:pt x="5788" y="0"/>
                  </a:moveTo>
                  <a:lnTo>
                    <a:pt x="1" y="5764"/>
                  </a:lnTo>
                  <a:cubicBezTo>
                    <a:pt x="763" y="6526"/>
                    <a:pt x="1763" y="6954"/>
                    <a:pt x="2906" y="6954"/>
                  </a:cubicBezTo>
                  <a:cubicBezTo>
                    <a:pt x="5121" y="6954"/>
                    <a:pt x="6978" y="5144"/>
                    <a:pt x="6978" y="2882"/>
                  </a:cubicBezTo>
                  <a:cubicBezTo>
                    <a:pt x="6978" y="1763"/>
                    <a:pt x="6526" y="739"/>
                    <a:pt x="5788"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6" name="Google Shape;20836;p137"/>
            <p:cNvSpPr/>
            <p:nvPr/>
          </p:nvSpPr>
          <p:spPr>
            <a:xfrm>
              <a:off x="1048687" y="2609328"/>
              <a:ext cx="183815" cy="184564"/>
            </a:xfrm>
            <a:custGeom>
              <a:avLst/>
              <a:gdLst/>
              <a:ahLst/>
              <a:cxnLst/>
              <a:rect l="l" t="t" r="r" b="b"/>
              <a:pathLst>
                <a:path w="5645" h="5668" extrusionOk="0">
                  <a:moveTo>
                    <a:pt x="2834" y="0"/>
                  </a:moveTo>
                  <a:cubicBezTo>
                    <a:pt x="1286" y="0"/>
                    <a:pt x="0" y="1286"/>
                    <a:pt x="0" y="2834"/>
                  </a:cubicBezTo>
                  <a:cubicBezTo>
                    <a:pt x="0" y="3620"/>
                    <a:pt x="333" y="4334"/>
                    <a:pt x="834" y="4834"/>
                  </a:cubicBezTo>
                  <a:cubicBezTo>
                    <a:pt x="1334" y="5334"/>
                    <a:pt x="2048" y="5668"/>
                    <a:pt x="2834" y="5668"/>
                  </a:cubicBezTo>
                  <a:cubicBezTo>
                    <a:pt x="4382" y="5668"/>
                    <a:pt x="5644" y="4382"/>
                    <a:pt x="5644" y="2834"/>
                  </a:cubicBezTo>
                  <a:cubicBezTo>
                    <a:pt x="5620" y="2048"/>
                    <a:pt x="5334" y="1357"/>
                    <a:pt x="4811" y="834"/>
                  </a:cubicBezTo>
                  <a:cubicBezTo>
                    <a:pt x="4310" y="333"/>
                    <a:pt x="3596" y="0"/>
                    <a:pt x="2834"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7" name="Google Shape;20837;p137"/>
            <p:cNvSpPr/>
            <p:nvPr/>
          </p:nvSpPr>
          <p:spPr>
            <a:xfrm>
              <a:off x="1074248" y="2636453"/>
              <a:ext cx="157472" cy="157440"/>
            </a:xfrm>
            <a:custGeom>
              <a:avLst/>
              <a:gdLst/>
              <a:ahLst/>
              <a:cxnLst/>
              <a:rect l="l" t="t" r="r" b="b"/>
              <a:pathLst>
                <a:path w="4836" h="4835" extrusionOk="0">
                  <a:moveTo>
                    <a:pt x="4002" y="1"/>
                  </a:moveTo>
                  <a:lnTo>
                    <a:pt x="1" y="4001"/>
                  </a:lnTo>
                  <a:cubicBezTo>
                    <a:pt x="525" y="4501"/>
                    <a:pt x="1239" y="4835"/>
                    <a:pt x="2001" y="4835"/>
                  </a:cubicBezTo>
                  <a:cubicBezTo>
                    <a:pt x="3597" y="4835"/>
                    <a:pt x="4835" y="3549"/>
                    <a:pt x="4835" y="2001"/>
                  </a:cubicBezTo>
                  <a:cubicBezTo>
                    <a:pt x="4835" y="1215"/>
                    <a:pt x="4502" y="524"/>
                    <a:pt x="4002"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8" name="Google Shape;20838;p137"/>
            <p:cNvSpPr/>
            <p:nvPr/>
          </p:nvSpPr>
          <p:spPr>
            <a:xfrm>
              <a:off x="1088999" y="2651203"/>
              <a:ext cx="102376" cy="101595"/>
            </a:xfrm>
            <a:custGeom>
              <a:avLst/>
              <a:gdLst/>
              <a:ahLst/>
              <a:cxnLst/>
              <a:rect l="l" t="t" r="r" b="b"/>
              <a:pathLst>
                <a:path w="3144" h="3120" extrusionOk="0">
                  <a:moveTo>
                    <a:pt x="1596" y="0"/>
                  </a:moveTo>
                  <a:cubicBezTo>
                    <a:pt x="715" y="0"/>
                    <a:pt x="0" y="714"/>
                    <a:pt x="0" y="1572"/>
                  </a:cubicBezTo>
                  <a:cubicBezTo>
                    <a:pt x="0" y="2024"/>
                    <a:pt x="191" y="2405"/>
                    <a:pt x="453" y="2691"/>
                  </a:cubicBezTo>
                  <a:cubicBezTo>
                    <a:pt x="762" y="2977"/>
                    <a:pt x="1143" y="3120"/>
                    <a:pt x="1548" y="3120"/>
                  </a:cubicBezTo>
                  <a:cubicBezTo>
                    <a:pt x="2429" y="3120"/>
                    <a:pt x="3144" y="2405"/>
                    <a:pt x="3144" y="1548"/>
                  </a:cubicBezTo>
                  <a:cubicBezTo>
                    <a:pt x="3144" y="1096"/>
                    <a:pt x="2953" y="714"/>
                    <a:pt x="2691" y="453"/>
                  </a:cubicBezTo>
                  <a:cubicBezTo>
                    <a:pt x="2382" y="143"/>
                    <a:pt x="2001" y="0"/>
                    <a:pt x="1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9" name="Google Shape;20839;p137"/>
            <p:cNvSpPr/>
            <p:nvPr/>
          </p:nvSpPr>
          <p:spPr>
            <a:xfrm>
              <a:off x="1103717" y="2665922"/>
              <a:ext cx="87658" cy="86877"/>
            </a:xfrm>
            <a:custGeom>
              <a:avLst/>
              <a:gdLst/>
              <a:ahLst/>
              <a:cxnLst/>
              <a:rect l="l" t="t" r="r" b="b"/>
              <a:pathLst>
                <a:path w="2692" h="2668" extrusionOk="0">
                  <a:moveTo>
                    <a:pt x="2239" y="1"/>
                  </a:moveTo>
                  <a:lnTo>
                    <a:pt x="1" y="2239"/>
                  </a:lnTo>
                  <a:cubicBezTo>
                    <a:pt x="310" y="2525"/>
                    <a:pt x="691" y="2668"/>
                    <a:pt x="1096" y="2668"/>
                  </a:cubicBezTo>
                  <a:cubicBezTo>
                    <a:pt x="2001" y="2668"/>
                    <a:pt x="2692" y="1953"/>
                    <a:pt x="2692" y="1096"/>
                  </a:cubicBezTo>
                  <a:cubicBezTo>
                    <a:pt x="2692" y="644"/>
                    <a:pt x="2501" y="262"/>
                    <a:pt x="2239" y="1"/>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0" name="Google Shape;20840;p137"/>
            <p:cNvSpPr/>
            <p:nvPr/>
          </p:nvSpPr>
          <p:spPr>
            <a:xfrm>
              <a:off x="1130875" y="2501709"/>
              <a:ext cx="210191" cy="207488"/>
            </a:xfrm>
            <a:custGeom>
              <a:avLst/>
              <a:gdLst/>
              <a:ahLst/>
              <a:cxnLst/>
              <a:rect l="l" t="t" r="r" b="b"/>
              <a:pathLst>
                <a:path w="6455" h="6372" extrusionOk="0">
                  <a:moveTo>
                    <a:pt x="6121" y="1"/>
                  </a:moveTo>
                  <a:cubicBezTo>
                    <a:pt x="6043" y="1"/>
                    <a:pt x="5966" y="31"/>
                    <a:pt x="5906" y="90"/>
                  </a:cubicBezTo>
                  <a:lnTo>
                    <a:pt x="119" y="5853"/>
                  </a:lnTo>
                  <a:cubicBezTo>
                    <a:pt x="0" y="5948"/>
                    <a:pt x="0" y="6163"/>
                    <a:pt x="119" y="6282"/>
                  </a:cubicBezTo>
                  <a:cubicBezTo>
                    <a:pt x="179" y="6341"/>
                    <a:pt x="262" y="6371"/>
                    <a:pt x="346" y="6371"/>
                  </a:cubicBezTo>
                  <a:cubicBezTo>
                    <a:pt x="429" y="6371"/>
                    <a:pt x="512" y="6341"/>
                    <a:pt x="572" y="6282"/>
                  </a:cubicBezTo>
                  <a:lnTo>
                    <a:pt x="6335" y="519"/>
                  </a:lnTo>
                  <a:cubicBezTo>
                    <a:pt x="6454" y="424"/>
                    <a:pt x="6454" y="209"/>
                    <a:pt x="6335" y="90"/>
                  </a:cubicBezTo>
                  <a:cubicBezTo>
                    <a:pt x="6275" y="31"/>
                    <a:pt x="6198" y="1"/>
                    <a:pt x="6121"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1" name="Google Shape;20841;p137"/>
            <p:cNvSpPr/>
            <p:nvPr/>
          </p:nvSpPr>
          <p:spPr>
            <a:xfrm>
              <a:off x="1134749" y="2503858"/>
              <a:ext cx="206316" cy="205339"/>
            </a:xfrm>
            <a:custGeom>
              <a:avLst/>
              <a:gdLst/>
              <a:ahLst/>
              <a:cxnLst/>
              <a:rect l="l" t="t" r="r" b="b"/>
              <a:pathLst>
                <a:path w="6336" h="6306" extrusionOk="0">
                  <a:moveTo>
                    <a:pt x="6216" y="0"/>
                  </a:moveTo>
                  <a:lnTo>
                    <a:pt x="0" y="6216"/>
                  </a:lnTo>
                  <a:cubicBezTo>
                    <a:pt x="60" y="6275"/>
                    <a:pt x="143" y="6305"/>
                    <a:pt x="227" y="6305"/>
                  </a:cubicBezTo>
                  <a:cubicBezTo>
                    <a:pt x="310" y="6305"/>
                    <a:pt x="393" y="6275"/>
                    <a:pt x="453" y="6216"/>
                  </a:cubicBezTo>
                  <a:lnTo>
                    <a:pt x="6216" y="453"/>
                  </a:lnTo>
                  <a:cubicBezTo>
                    <a:pt x="6335" y="334"/>
                    <a:pt x="6335" y="119"/>
                    <a:pt x="621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42" name="Google Shape;20842;p137"/>
          <p:cNvGrpSpPr/>
          <p:nvPr/>
        </p:nvGrpSpPr>
        <p:grpSpPr>
          <a:xfrm>
            <a:off x="1088999" y="2882650"/>
            <a:ext cx="185378" cy="349852"/>
            <a:chOff x="1088999" y="3035050"/>
            <a:chExt cx="185378" cy="349852"/>
          </a:xfrm>
        </p:grpSpPr>
        <p:sp>
          <p:nvSpPr>
            <p:cNvPr id="20843" name="Google Shape;20843;p137"/>
            <p:cNvSpPr/>
            <p:nvPr/>
          </p:nvSpPr>
          <p:spPr>
            <a:xfrm>
              <a:off x="1127781" y="3035050"/>
              <a:ext cx="146596" cy="104005"/>
            </a:xfrm>
            <a:custGeom>
              <a:avLst/>
              <a:gdLst/>
              <a:ahLst/>
              <a:cxnLst/>
              <a:rect l="l" t="t" r="r" b="b"/>
              <a:pathLst>
                <a:path w="4502" h="3194" extrusionOk="0">
                  <a:moveTo>
                    <a:pt x="357" y="0"/>
                  </a:moveTo>
                  <a:cubicBezTo>
                    <a:pt x="167" y="0"/>
                    <a:pt x="0" y="191"/>
                    <a:pt x="48" y="357"/>
                  </a:cubicBezTo>
                  <a:cubicBezTo>
                    <a:pt x="72" y="548"/>
                    <a:pt x="214" y="667"/>
                    <a:pt x="357" y="667"/>
                  </a:cubicBezTo>
                  <a:lnTo>
                    <a:pt x="3501" y="667"/>
                  </a:lnTo>
                  <a:cubicBezTo>
                    <a:pt x="3691" y="667"/>
                    <a:pt x="3858" y="834"/>
                    <a:pt x="3810" y="1024"/>
                  </a:cubicBezTo>
                  <a:cubicBezTo>
                    <a:pt x="3787" y="1191"/>
                    <a:pt x="3644" y="1310"/>
                    <a:pt x="3501" y="1310"/>
                  </a:cubicBezTo>
                  <a:lnTo>
                    <a:pt x="2239" y="1310"/>
                  </a:lnTo>
                  <a:cubicBezTo>
                    <a:pt x="2001" y="1310"/>
                    <a:pt x="1762" y="1405"/>
                    <a:pt x="1620" y="1548"/>
                  </a:cubicBezTo>
                  <a:cubicBezTo>
                    <a:pt x="1405" y="1691"/>
                    <a:pt x="1286" y="1977"/>
                    <a:pt x="1286" y="2239"/>
                  </a:cubicBezTo>
                  <a:lnTo>
                    <a:pt x="1286" y="2858"/>
                  </a:lnTo>
                  <a:cubicBezTo>
                    <a:pt x="1286" y="3057"/>
                    <a:pt x="1450" y="3194"/>
                    <a:pt x="1607" y="3194"/>
                  </a:cubicBezTo>
                  <a:cubicBezTo>
                    <a:pt x="1619" y="3194"/>
                    <a:pt x="1631" y="3193"/>
                    <a:pt x="1643" y="3191"/>
                  </a:cubicBezTo>
                  <a:cubicBezTo>
                    <a:pt x="1834" y="3167"/>
                    <a:pt x="1953" y="3001"/>
                    <a:pt x="1953" y="2858"/>
                  </a:cubicBezTo>
                  <a:lnTo>
                    <a:pt x="1953" y="2239"/>
                  </a:lnTo>
                  <a:cubicBezTo>
                    <a:pt x="1953" y="2048"/>
                    <a:pt x="2096" y="1905"/>
                    <a:pt x="2262" y="1905"/>
                  </a:cubicBezTo>
                  <a:lnTo>
                    <a:pt x="3525" y="1905"/>
                  </a:lnTo>
                  <a:cubicBezTo>
                    <a:pt x="4049" y="1905"/>
                    <a:pt x="4501" y="1453"/>
                    <a:pt x="4477" y="929"/>
                  </a:cubicBezTo>
                  <a:cubicBezTo>
                    <a:pt x="4430" y="429"/>
                    <a:pt x="4025" y="24"/>
                    <a:pt x="3501"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4" name="Google Shape;20844;p137"/>
            <p:cNvSpPr/>
            <p:nvPr/>
          </p:nvSpPr>
          <p:spPr>
            <a:xfrm>
              <a:off x="1088999" y="3117238"/>
              <a:ext cx="184597" cy="103158"/>
            </a:xfrm>
            <a:custGeom>
              <a:avLst/>
              <a:gdLst/>
              <a:ahLst/>
              <a:cxnLst/>
              <a:rect l="l" t="t" r="r" b="b"/>
              <a:pathLst>
                <a:path w="5669" h="3168" extrusionOk="0">
                  <a:moveTo>
                    <a:pt x="1596" y="0"/>
                  </a:moveTo>
                  <a:cubicBezTo>
                    <a:pt x="715" y="0"/>
                    <a:pt x="0" y="715"/>
                    <a:pt x="0" y="1596"/>
                  </a:cubicBezTo>
                  <a:lnTo>
                    <a:pt x="0" y="2549"/>
                  </a:lnTo>
                  <a:lnTo>
                    <a:pt x="810" y="3168"/>
                  </a:lnTo>
                  <a:lnTo>
                    <a:pt x="5073" y="3168"/>
                  </a:lnTo>
                  <a:lnTo>
                    <a:pt x="5668" y="2549"/>
                  </a:lnTo>
                  <a:lnTo>
                    <a:pt x="5668" y="1596"/>
                  </a:lnTo>
                  <a:cubicBezTo>
                    <a:pt x="5668" y="715"/>
                    <a:pt x="4978" y="0"/>
                    <a:pt x="4096"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5" name="Google Shape;20845;p137"/>
            <p:cNvSpPr/>
            <p:nvPr/>
          </p:nvSpPr>
          <p:spPr>
            <a:xfrm>
              <a:off x="1181281" y="3117238"/>
              <a:ext cx="92315" cy="103158"/>
            </a:xfrm>
            <a:custGeom>
              <a:avLst/>
              <a:gdLst/>
              <a:ahLst/>
              <a:cxnLst/>
              <a:rect l="l" t="t" r="r" b="b"/>
              <a:pathLst>
                <a:path w="2835" h="3168" extrusionOk="0">
                  <a:moveTo>
                    <a:pt x="0" y="0"/>
                  </a:moveTo>
                  <a:lnTo>
                    <a:pt x="0" y="3168"/>
                  </a:lnTo>
                  <a:lnTo>
                    <a:pt x="2239" y="3168"/>
                  </a:lnTo>
                  <a:lnTo>
                    <a:pt x="2834" y="2549"/>
                  </a:lnTo>
                  <a:lnTo>
                    <a:pt x="2834" y="1596"/>
                  </a:lnTo>
                  <a:cubicBezTo>
                    <a:pt x="2834" y="715"/>
                    <a:pt x="2144" y="0"/>
                    <a:pt x="126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6" name="Google Shape;20846;p137"/>
            <p:cNvSpPr/>
            <p:nvPr/>
          </p:nvSpPr>
          <p:spPr>
            <a:xfrm>
              <a:off x="1170405" y="3158332"/>
              <a:ext cx="21752" cy="62162"/>
            </a:xfrm>
            <a:custGeom>
              <a:avLst/>
              <a:gdLst/>
              <a:ahLst/>
              <a:cxnLst/>
              <a:rect l="l" t="t" r="r" b="b"/>
              <a:pathLst>
                <a:path w="668" h="1909" extrusionOk="0">
                  <a:moveTo>
                    <a:pt x="311" y="1"/>
                  </a:moveTo>
                  <a:cubicBezTo>
                    <a:pt x="120" y="24"/>
                    <a:pt x="1" y="167"/>
                    <a:pt x="1" y="334"/>
                  </a:cubicBezTo>
                  <a:lnTo>
                    <a:pt x="1" y="1572"/>
                  </a:lnTo>
                  <a:cubicBezTo>
                    <a:pt x="1" y="1771"/>
                    <a:pt x="165" y="1908"/>
                    <a:pt x="321" y="1908"/>
                  </a:cubicBezTo>
                  <a:cubicBezTo>
                    <a:pt x="334" y="1908"/>
                    <a:pt x="346" y="1908"/>
                    <a:pt x="358" y="1906"/>
                  </a:cubicBezTo>
                  <a:cubicBezTo>
                    <a:pt x="549" y="1882"/>
                    <a:pt x="668" y="1715"/>
                    <a:pt x="668" y="1572"/>
                  </a:cubicBezTo>
                  <a:lnTo>
                    <a:pt x="668" y="334"/>
                  </a:lnTo>
                  <a:cubicBezTo>
                    <a:pt x="668" y="144"/>
                    <a:pt x="525" y="1"/>
                    <a:pt x="311"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7" name="Google Shape;20847;p137"/>
            <p:cNvSpPr/>
            <p:nvPr/>
          </p:nvSpPr>
          <p:spPr>
            <a:xfrm>
              <a:off x="1181281" y="3159016"/>
              <a:ext cx="10876" cy="61380"/>
            </a:xfrm>
            <a:custGeom>
              <a:avLst/>
              <a:gdLst/>
              <a:ahLst/>
              <a:cxnLst/>
              <a:rect l="l" t="t" r="r" b="b"/>
              <a:pathLst>
                <a:path w="334" h="1885" extrusionOk="0">
                  <a:moveTo>
                    <a:pt x="41" y="1"/>
                  </a:moveTo>
                  <a:cubicBezTo>
                    <a:pt x="28" y="1"/>
                    <a:pt x="14" y="2"/>
                    <a:pt x="0" y="3"/>
                  </a:cubicBezTo>
                  <a:lnTo>
                    <a:pt x="0" y="1885"/>
                  </a:lnTo>
                  <a:cubicBezTo>
                    <a:pt x="191" y="1885"/>
                    <a:pt x="334" y="1742"/>
                    <a:pt x="334" y="1551"/>
                  </a:cubicBezTo>
                  <a:lnTo>
                    <a:pt x="334" y="313"/>
                  </a:lnTo>
                  <a:cubicBezTo>
                    <a:pt x="334" y="137"/>
                    <a:pt x="211" y="1"/>
                    <a:pt x="4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8" name="Google Shape;20848;p137"/>
            <p:cNvSpPr/>
            <p:nvPr/>
          </p:nvSpPr>
          <p:spPr>
            <a:xfrm>
              <a:off x="1088999" y="3200207"/>
              <a:ext cx="184597" cy="184695"/>
            </a:xfrm>
            <a:custGeom>
              <a:avLst/>
              <a:gdLst/>
              <a:ahLst/>
              <a:cxnLst/>
              <a:rect l="l" t="t" r="r" b="b"/>
              <a:pathLst>
                <a:path w="5669" h="5672" extrusionOk="0">
                  <a:moveTo>
                    <a:pt x="0" y="1"/>
                  </a:moveTo>
                  <a:lnTo>
                    <a:pt x="0" y="2858"/>
                  </a:lnTo>
                  <a:cubicBezTo>
                    <a:pt x="0" y="4389"/>
                    <a:pt x="1243" y="5671"/>
                    <a:pt x="2803" y="5671"/>
                  </a:cubicBezTo>
                  <a:cubicBezTo>
                    <a:pt x="2845" y="5671"/>
                    <a:pt x="2887" y="5670"/>
                    <a:pt x="2930" y="5668"/>
                  </a:cubicBezTo>
                  <a:cubicBezTo>
                    <a:pt x="4454" y="5621"/>
                    <a:pt x="5668" y="4359"/>
                    <a:pt x="5668" y="2811"/>
                  </a:cubicBezTo>
                  <a:lnTo>
                    <a:pt x="5668" y="1"/>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9" name="Google Shape;20849;p137"/>
            <p:cNvSpPr/>
            <p:nvPr/>
          </p:nvSpPr>
          <p:spPr>
            <a:xfrm>
              <a:off x="1181281" y="3200207"/>
              <a:ext cx="92315" cy="184597"/>
            </a:xfrm>
            <a:custGeom>
              <a:avLst/>
              <a:gdLst/>
              <a:ahLst/>
              <a:cxnLst/>
              <a:rect l="l" t="t" r="r" b="b"/>
              <a:pathLst>
                <a:path w="2835" h="5669" extrusionOk="0">
                  <a:moveTo>
                    <a:pt x="0" y="1"/>
                  </a:moveTo>
                  <a:lnTo>
                    <a:pt x="0" y="5668"/>
                  </a:lnTo>
                  <a:cubicBezTo>
                    <a:pt x="1548" y="5668"/>
                    <a:pt x="2834" y="4406"/>
                    <a:pt x="2834" y="2858"/>
                  </a:cubicBezTo>
                  <a:lnTo>
                    <a:pt x="2834"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50" name="Google Shape;20850;p137"/>
          <p:cNvGrpSpPr/>
          <p:nvPr/>
        </p:nvGrpSpPr>
        <p:grpSpPr>
          <a:xfrm>
            <a:off x="1755879" y="2883399"/>
            <a:ext cx="350535" cy="349005"/>
            <a:chOff x="1755879" y="3035799"/>
            <a:chExt cx="350535" cy="349005"/>
          </a:xfrm>
        </p:grpSpPr>
        <p:sp>
          <p:nvSpPr>
            <p:cNvPr id="20851" name="Google Shape;20851;p137"/>
            <p:cNvSpPr/>
            <p:nvPr/>
          </p:nvSpPr>
          <p:spPr>
            <a:xfrm>
              <a:off x="1879193" y="3035799"/>
              <a:ext cx="144252" cy="102507"/>
            </a:xfrm>
            <a:custGeom>
              <a:avLst/>
              <a:gdLst/>
              <a:ahLst/>
              <a:cxnLst/>
              <a:rect l="l" t="t" r="r" b="b"/>
              <a:pathLst>
                <a:path w="4430" h="3148" extrusionOk="0">
                  <a:moveTo>
                    <a:pt x="334" y="1"/>
                  </a:moveTo>
                  <a:cubicBezTo>
                    <a:pt x="143" y="1"/>
                    <a:pt x="0" y="191"/>
                    <a:pt x="24" y="358"/>
                  </a:cubicBezTo>
                  <a:cubicBezTo>
                    <a:pt x="72" y="525"/>
                    <a:pt x="215" y="620"/>
                    <a:pt x="358" y="620"/>
                  </a:cubicBezTo>
                  <a:lnTo>
                    <a:pt x="3525" y="620"/>
                  </a:lnTo>
                  <a:cubicBezTo>
                    <a:pt x="3787" y="620"/>
                    <a:pt x="3954" y="954"/>
                    <a:pt x="3692" y="1216"/>
                  </a:cubicBezTo>
                  <a:cubicBezTo>
                    <a:pt x="3668" y="1263"/>
                    <a:pt x="3644" y="1263"/>
                    <a:pt x="3596" y="1263"/>
                  </a:cubicBezTo>
                  <a:lnTo>
                    <a:pt x="1620" y="1263"/>
                  </a:lnTo>
                  <a:cubicBezTo>
                    <a:pt x="1429" y="1263"/>
                    <a:pt x="1286" y="1406"/>
                    <a:pt x="1286" y="1597"/>
                  </a:cubicBezTo>
                  <a:lnTo>
                    <a:pt x="1286" y="2835"/>
                  </a:lnTo>
                  <a:cubicBezTo>
                    <a:pt x="1286" y="3011"/>
                    <a:pt x="1429" y="3147"/>
                    <a:pt x="1602" y="3147"/>
                  </a:cubicBezTo>
                  <a:cubicBezTo>
                    <a:pt x="1616" y="3147"/>
                    <a:pt x="1630" y="3146"/>
                    <a:pt x="1644" y="3144"/>
                  </a:cubicBezTo>
                  <a:cubicBezTo>
                    <a:pt x="1810" y="3144"/>
                    <a:pt x="1906" y="2978"/>
                    <a:pt x="1882" y="2835"/>
                  </a:cubicBezTo>
                  <a:lnTo>
                    <a:pt x="1882" y="2216"/>
                  </a:lnTo>
                  <a:cubicBezTo>
                    <a:pt x="1882" y="2025"/>
                    <a:pt x="2025" y="1882"/>
                    <a:pt x="2215" y="1882"/>
                  </a:cubicBezTo>
                  <a:lnTo>
                    <a:pt x="3453" y="1882"/>
                  </a:lnTo>
                  <a:cubicBezTo>
                    <a:pt x="4001" y="1882"/>
                    <a:pt x="4430" y="1430"/>
                    <a:pt x="4406" y="906"/>
                  </a:cubicBezTo>
                  <a:cubicBezTo>
                    <a:pt x="4382" y="406"/>
                    <a:pt x="3930" y="1"/>
                    <a:pt x="3453"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2" name="Google Shape;20852;p137"/>
            <p:cNvSpPr/>
            <p:nvPr/>
          </p:nvSpPr>
          <p:spPr>
            <a:xfrm>
              <a:off x="1755879" y="3117238"/>
              <a:ext cx="350535" cy="267566"/>
            </a:xfrm>
            <a:custGeom>
              <a:avLst/>
              <a:gdLst/>
              <a:ahLst/>
              <a:cxnLst/>
              <a:rect l="l" t="t" r="r" b="b"/>
              <a:pathLst>
                <a:path w="10765" h="8217" extrusionOk="0">
                  <a:moveTo>
                    <a:pt x="953" y="0"/>
                  </a:moveTo>
                  <a:cubicBezTo>
                    <a:pt x="453" y="0"/>
                    <a:pt x="1" y="429"/>
                    <a:pt x="1" y="953"/>
                  </a:cubicBezTo>
                  <a:lnTo>
                    <a:pt x="1" y="7264"/>
                  </a:lnTo>
                  <a:cubicBezTo>
                    <a:pt x="1" y="7764"/>
                    <a:pt x="430" y="8216"/>
                    <a:pt x="953" y="8216"/>
                  </a:cubicBezTo>
                  <a:lnTo>
                    <a:pt x="9812" y="8216"/>
                  </a:lnTo>
                  <a:cubicBezTo>
                    <a:pt x="10313" y="8216"/>
                    <a:pt x="10765" y="7812"/>
                    <a:pt x="10765" y="7264"/>
                  </a:cubicBezTo>
                  <a:lnTo>
                    <a:pt x="10765" y="953"/>
                  </a:lnTo>
                  <a:cubicBezTo>
                    <a:pt x="10765" y="429"/>
                    <a:pt x="10336" y="0"/>
                    <a:pt x="9812"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3" name="Google Shape;20853;p137"/>
            <p:cNvSpPr/>
            <p:nvPr/>
          </p:nvSpPr>
          <p:spPr>
            <a:xfrm>
              <a:off x="1755879" y="3251395"/>
              <a:ext cx="350535" cy="133409"/>
            </a:xfrm>
            <a:custGeom>
              <a:avLst/>
              <a:gdLst/>
              <a:ahLst/>
              <a:cxnLst/>
              <a:rect l="l" t="t" r="r" b="b"/>
              <a:pathLst>
                <a:path w="10765" h="4097" extrusionOk="0">
                  <a:moveTo>
                    <a:pt x="1" y="0"/>
                  </a:moveTo>
                  <a:lnTo>
                    <a:pt x="1" y="3144"/>
                  </a:lnTo>
                  <a:cubicBezTo>
                    <a:pt x="1" y="3692"/>
                    <a:pt x="453" y="4096"/>
                    <a:pt x="953" y="4096"/>
                  </a:cubicBezTo>
                  <a:lnTo>
                    <a:pt x="9812" y="4096"/>
                  </a:lnTo>
                  <a:cubicBezTo>
                    <a:pt x="10336" y="4096"/>
                    <a:pt x="10765" y="3668"/>
                    <a:pt x="10765" y="3144"/>
                  </a:cubicBezTo>
                  <a:lnTo>
                    <a:pt x="1076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4" name="Google Shape;20854;p137"/>
            <p:cNvSpPr/>
            <p:nvPr/>
          </p:nvSpPr>
          <p:spPr>
            <a:xfrm>
              <a:off x="1786911" y="3199426"/>
              <a:ext cx="21752" cy="21752"/>
            </a:xfrm>
            <a:custGeom>
              <a:avLst/>
              <a:gdLst/>
              <a:ahLst/>
              <a:cxnLst/>
              <a:rect l="l" t="t" r="r" b="b"/>
              <a:pathLst>
                <a:path w="668" h="668" extrusionOk="0">
                  <a:moveTo>
                    <a:pt x="334" y="1"/>
                  </a:moveTo>
                  <a:cubicBezTo>
                    <a:pt x="143" y="1"/>
                    <a:pt x="0" y="168"/>
                    <a:pt x="0" y="334"/>
                  </a:cubicBezTo>
                  <a:cubicBezTo>
                    <a:pt x="0" y="525"/>
                    <a:pt x="143" y="668"/>
                    <a:pt x="334" y="668"/>
                  </a:cubicBezTo>
                  <a:cubicBezTo>
                    <a:pt x="524" y="668"/>
                    <a:pt x="667" y="525"/>
                    <a:pt x="667" y="334"/>
                  </a:cubicBezTo>
                  <a:cubicBezTo>
                    <a:pt x="667" y="168"/>
                    <a:pt x="524" y="1"/>
                    <a:pt x="334"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5" name="Google Shape;20855;p137"/>
            <p:cNvSpPr/>
            <p:nvPr/>
          </p:nvSpPr>
          <p:spPr>
            <a:xfrm>
              <a:off x="1786911" y="3240520"/>
              <a:ext cx="21752" cy="21752"/>
            </a:xfrm>
            <a:custGeom>
              <a:avLst/>
              <a:gdLst/>
              <a:ahLst/>
              <a:cxnLst/>
              <a:rect l="l" t="t" r="r" b="b"/>
              <a:pathLst>
                <a:path w="668" h="668" extrusionOk="0">
                  <a:moveTo>
                    <a:pt x="334" y="1"/>
                  </a:moveTo>
                  <a:cubicBezTo>
                    <a:pt x="143" y="1"/>
                    <a:pt x="0" y="144"/>
                    <a:pt x="0" y="334"/>
                  </a:cubicBezTo>
                  <a:cubicBezTo>
                    <a:pt x="0" y="501"/>
                    <a:pt x="143" y="668"/>
                    <a:pt x="334" y="668"/>
                  </a:cubicBezTo>
                  <a:cubicBezTo>
                    <a:pt x="524" y="668"/>
                    <a:pt x="667" y="501"/>
                    <a:pt x="667" y="334"/>
                  </a:cubicBezTo>
                  <a:cubicBezTo>
                    <a:pt x="667" y="144"/>
                    <a:pt x="524" y="1"/>
                    <a:pt x="334"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6" name="Google Shape;20856;p137"/>
            <p:cNvSpPr/>
            <p:nvPr/>
          </p:nvSpPr>
          <p:spPr>
            <a:xfrm>
              <a:off x="1786911" y="3280865"/>
              <a:ext cx="21752" cy="21752"/>
            </a:xfrm>
            <a:custGeom>
              <a:avLst/>
              <a:gdLst/>
              <a:ahLst/>
              <a:cxnLst/>
              <a:rect l="l" t="t" r="r" b="b"/>
              <a:pathLst>
                <a:path w="668" h="668" extrusionOk="0">
                  <a:moveTo>
                    <a:pt x="334" y="0"/>
                  </a:moveTo>
                  <a:cubicBezTo>
                    <a:pt x="143" y="0"/>
                    <a:pt x="0" y="167"/>
                    <a:pt x="0" y="334"/>
                  </a:cubicBezTo>
                  <a:cubicBezTo>
                    <a:pt x="0" y="524"/>
                    <a:pt x="143" y="667"/>
                    <a:pt x="334" y="667"/>
                  </a:cubicBezTo>
                  <a:cubicBezTo>
                    <a:pt x="524" y="667"/>
                    <a:pt x="667" y="524"/>
                    <a:pt x="667" y="334"/>
                  </a:cubicBezTo>
                  <a:cubicBezTo>
                    <a:pt x="667" y="167"/>
                    <a:pt x="524" y="0"/>
                    <a:pt x="3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7" name="Google Shape;20857;p137"/>
            <p:cNvSpPr/>
            <p:nvPr/>
          </p:nvSpPr>
          <p:spPr>
            <a:xfrm>
              <a:off x="1786911" y="3251395"/>
              <a:ext cx="20970" cy="10876"/>
            </a:xfrm>
            <a:custGeom>
              <a:avLst/>
              <a:gdLst/>
              <a:ahLst/>
              <a:cxnLst/>
              <a:rect l="l" t="t" r="r" b="b"/>
              <a:pathLst>
                <a:path w="644" h="334" extrusionOk="0">
                  <a:moveTo>
                    <a:pt x="0" y="0"/>
                  </a:moveTo>
                  <a:cubicBezTo>
                    <a:pt x="0" y="167"/>
                    <a:pt x="167" y="334"/>
                    <a:pt x="310" y="334"/>
                  </a:cubicBezTo>
                  <a:cubicBezTo>
                    <a:pt x="477" y="334"/>
                    <a:pt x="643" y="167"/>
                    <a:pt x="643"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8" name="Google Shape;20858;p137"/>
            <p:cNvSpPr/>
            <p:nvPr/>
          </p:nvSpPr>
          <p:spPr>
            <a:xfrm>
              <a:off x="1838881" y="3158332"/>
              <a:ext cx="226440" cy="186160"/>
            </a:xfrm>
            <a:custGeom>
              <a:avLst/>
              <a:gdLst/>
              <a:ahLst/>
              <a:cxnLst/>
              <a:rect l="l" t="t" r="r" b="b"/>
              <a:pathLst>
                <a:path w="6954" h="5717" extrusionOk="0">
                  <a:moveTo>
                    <a:pt x="310" y="1"/>
                  </a:moveTo>
                  <a:cubicBezTo>
                    <a:pt x="143" y="1"/>
                    <a:pt x="0" y="144"/>
                    <a:pt x="0" y="334"/>
                  </a:cubicBezTo>
                  <a:lnTo>
                    <a:pt x="0" y="5383"/>
                  </a:lnTo>
                  <a:cubicBezTo>
                    <a:pt x="0" y="5573"/>
                    <a:pt x="143" y="5716"/>
                    <a:pt x="310" y="5716"/>
                  </a:cubicBezTo>
                  <a:lnTo>
                    <a:pt x="6620" y="5716"/>
                  </a:lnTo>
                  <a:cubicBezTo>
                    <a:pt x="6811" y="5716"/>
                    <a:pt x="6954" y="5573"/>
                    <a:pt x="6954" y="5383"/>
                  </a:cubicBezTo>
                  <a:lnTo>
                    <a:pt x="6954" y="334"/>
                  </a:lnTo>
                  <a:cubicBezTo>
                    <a:pt x="6954" y="144"/>
                    <a:pt x="6811" y="1"/>
                    <a:pt x="662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9" name="Google Shape;20859;p137"/>
            <p:cNvSpPr/>
            <p:nvPr/>
          </p:nvSpPr>
          <p:spPr>
            <a:xfrm>
              <a:off x="1838881" y="3251395"/>
              <a:ext cx="226440" cy="93096"/>
            </a:xfrm>
            <a:custGeom>
              <a:avLst/>
              <a:gdLst/>
              <a:ahLst/>
              <a:cxnLst/>
              <a:rect l="l" t="t" r="r" b="b"/>
              <a:pathLst>
                <a:path w="6954" h="2859" extrusionOk="0">
                  <a:moveTo>
                    <a:pt x="0" y="0"/>
                  </a:moveTo>
                  <a:lnTo>
                    <a:pt x="0" y="2525"/>
                  </a:lnTo>
                  <a:cubicBezTo>
                    <a:pt x="0" y="2715"/>
                    <a:pt x="143" y="2858"/>
                    <a:pt x="310" y="2858"/>
                  </a:cubicBezTo>
                  <a:lnTo>
                    <a:pt x="6620" y="2858"/>
                  </a:lnTo>
                  <a:cubicBezTo>
                    <a:pt x="6811" y="2858"/>
                    <a:pt x="6954" y="2715"/>
                    <a:pt x="6954" y="2525"/>
                  </a:cubicBezTo>
                  <a:lnTo>
                    <a:pt x="6954"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60" name="Google Shape;20860;p137"/>
          <p:cNvGrpSpPr/>
          <p:nvPr/>
        </p:nvGrpSpPr>
        <p:grpSpPr>
          <a:xfrm>
            <a:off x="2518949" y="2924526"/>
            <a:ext cx="349754" cy="266003"/>
            <a:chOff x="2518949" y="3076926"/>
            <a:chExt cx="349754" cy="266003"/>
          </a:xfrm>
        </p:grpSpPr>
        <p:sp>
          <p:nvSpPr>
            <p:cNvPr id="20861" name="Google Shape;20861;p137"/>
            <p:cNvSpPr/>
            <p:nvPr/>
          </p:nvSpPr>
          <p:spPr>
            <a:xfrm>
              <a:off x="2540668" y="3076926"/>
              <a:ext cx="307878" cy="235753"/>
            </a:xfrm>
            <a:custGeom>
              <a:avLst/>
              <a:gdLst/>
              <a:ahLst/>
              <a:cxnLst/>
              <a:rect l="l" t="t" r="r" b="b"/>
              <a:pathLst>
                <a:path w="9455" h="7240" extrusionOk="0">
                  <a:moveTo>
                    <a:pt x="953" y="0"/>
                  </a:moveTo>
                  <a:cubicBezTo>
                    <a:pt x="405" y="0"/>
                    <a:pt x="0" y="453"/>
                    <a:pt x="0" y="953"/>
                  </a:cubicBezTo>
                  <a:lnTo>
                    <a:pt x="0" y="7240"/>
                  </a:lnTo>
                  <a:lnTo>
                    <a:pt x="9454" y="7240"/>
                  </a:lnTo>
                  <a:lnTo>
                    <a:pt x="9454" y="953"/>
                  </a:lnTo>
                  <a:cubicBezTo>
                    <a:pt x="9454" y="453"/>
                    <a:pt x="9002" y="24"/>
                    <a:pt x="8526"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2" name="Google Shape;20862;p137"/>
            <p:cNvSpPr/>
            <p:nvPr/>
          </p:nvSpPr>
          <p:spPr>
            <a:xfrm>
              <a:off x="2693419" y="3076926"/>
              <a:ext cx="154346" cy="235753"/>
            </a:xfrm>
            <a:custGeom>
              <a:avLst/>
              <a:gdLst/>
              <a:ahLst/>
              <a:cxnLst/>
              <a:rect l="l" t="t" r="r" b="b"/>
              <a:pathLst>
                <a:path w="4740" h="7240" extrusionOk="0">
                  <a:moveTo>
                    <a:pt x="1" y="0"/>
                  </a:moveTo>
                  <a:lnTo>
                    <a:pt x="1" y="7240"/>
                  </a:lnTo>
                  <a:lnTo>
                    <a:pt x="4740" y="7240"/>
                  </a:lnTo>
                  <a:lnTo>
                    <a:pt x="4740" y="953"/>
                  </a:lnTo>
                  <a:cubicBezTo>
                    <a:pt x="4740" y="453"/>
                    <a:pt x="4311" y="24"/>
                    <a:pt x="37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3" name="Google Shape;20863;p137"/>
            <p:cNvSpPr/>
            <p:nvPr/>
          </p:nvSpPr>
          <p:spPr>
            <a:xfrm>
              <a:off x="2560043" y="3097082"/>
              <a:ext cx="267566" cy="183815"/>
            </a:xfrm>
            <a:custGeom>
              <a:avLst/>
              <a:gdLst/>
              <a:ahLst/>
              <a:cxnLst/>
              <a:rect l="l" t="t" r="r" b="b"/>
              <a:pathLst>
                <a:path w="8217" h="5645" extrusionOk="0">
                  <a:moveTo>
                    <a:pt x="310" y="0"/>
                  </a:moveTo>
                  <a:cubicBezTo>
                    <a:pt x="143" y="0"/>
                    <a:pt x="0" y="143"/>
                    <a:pt x="0" y="334"/>
                  </a:cubicBezTo>
                  <a:lnTo>
                    <a:pt x="0" y="5644"/>
                  </a:lnTo>
                  <a:lnTo>
                    <a:pt x="8216" y="5644"/>
                  </a:lnTo>
                  <a:lnTo>
                    <a:pt x="8216" y="334"/>
                  </a:lnTo>
                  <a:cubicBezTo>
                    <a:pt x="8216" y="167"/>
                    <a:pt x="8097" y="24"/>
                    <a:pt x="7907"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4" name="Google Shape;20864;p137"/>
            <p:cNvSpPr/>
            <p:nvPr/>
          </p:nvSpPr>
          <p:spPr>
            <a:xfrm>
              <a:off x="2693419" y="3097082"/>
              <a:ext cx="134190" cy="183815"/>
            </a:xfrm>
            <a:custGeom>
              <a:avLst/>
              <a:gdLst/>
              <a:ahLst/>
              <a:cxnLst/>
              <a:rect l="l" t="t" r="r" b="b"/>
              <a:pathLst>
                <a:path w="4121" h="5645" extrusionOk="0">
                  <a:moveTo>
                    <a:pt x="1" y="0"/>
                  </a:moveTo>
                  <a:lnTo>
                    <a:pt x="1" y="5644"/>
                  </a:lnTo>
                  <a:lnTo>
                    <a:pt x="4120" y="5644"/>
                  </a:lnTo>
                  <a:lnTo>
                    <a:pt x="4120" y="334"/>
                  </a:lnTo>
                  <a:cubicBezTo>
                    <a:pt x="4120" y="167"/>
                    <a:pt x="3954" y="24"/>
                    <a:pt x="3787"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5" name="Google Shape;20865;p137"/>
            <p:cNvSpPr/>
            <p:nvPr/>
          </p:nvSpPr>
          <p:spPr>
            <a:xfrm>
              <a:off x="2600355" y="3118801"/>
              <a:ext cx="186160" cy="62064"/>
            </a:xfrm>
            <a:custGeom>
              <a:avLst/>
              <a:gdLst/>
              <a:ahLst/>
              <a:cxnLst/>
              <a:rect l="l" t="t" r="r" b="b"/>
              <a:pathLst>
                <a:path w="5717" h="1906" extrusionOk="0">
                  <a:moveTo>
                    <a:pt x="334" y="0"/>
                  </a:moveTo>
                  <a:cubicBezTo>
                    <a:pt x="144" y="0"/>
                    <a:pt x="1" y="143"/>
                    <a:pt x="1" y="310"/>
                  </a:cubicBezTo>
                  <a:lnTo>
                    <a:pt x="1" y="1572"/>
                  </a:lnTo>
                  <a:cubicBezTo>
                    <a:pt x="1" y="1739"/>
                    <a:pt x="144" y="1905"/>
                    <a:pt x="334" y="1905"/>
                  </a:cubicBezTo>
                  <a:lnTo>
                    <a:pt x="5383" y="1905"/>
                  </a:lnTo>
                  <a:cubicBezTo>
                    <a:pt x="5573" y="1905"/>
                    <a:pt x="5716" y="1739"/>
                    <a:pt x="5716" y="1572"/>
                  </a:cubicBezTo>
                  <a:lnTo>
                    <a:pt x="5716" y="286"/>
                  </a:lnTo>
                  <a:cubicBezTo>
                    <a:pt x="5716" y="143"/>
                    <a:pt x="5573" y="0"/>
                    <a:pt x="538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6" name="Google Shape;20866;p137"/>
            <p:cNvSpPr/>
            <p:nvPr/>
          </p:nvSpPr>
          <p:spPr>
            <a:xfrm>
              <a:off x="2600355" y="3200207"/>
              <a:ext cx="83783" cy="62064"/>
            </a:xfrm>
            <a:custGeom>
              <a:avLst/>
              <a:gdLst/>
              <a:ahLst/>
              <a:cxnLst/>
              <a:rect l="l" t="t" r="r" b="b"/>
              <a:pathLst>
                <a:path w="2573" h="1906" extrusionOk="0">
                  <a:moveTo>
                    <a:pt x="334" y="1"/>
                  </a:moveTo>
                  <a:cubicBezTo>
                    <a:pt x="144" y="1"/>
                    <a:pt x="1" y="144"/>
                    <a:pt x="1" y="310"/>
                  </a:cubicBezTo>
                  <a:lnTo>
                    <a:pt x="1" y="1572"/>
                  </a:lnTo>
                  <a:cubicBezTo>
                    <a:pt x="1" y="1739"/>
                    <a:pt x="144" y="1906"/>
                    <a:pt x="334" y="1906"/>
                  </a:cubicBezTo>
                  <a:lnTo>
                    <a:pt x="2239" y="1906"/>
                  </a:lnTo>
                  <a:cubicBezTo>
                    <a:pt x="2406" y="1906"/>
                    <a:pt x="2573" y="1739"/>
                    <a:pt x="2573" y="1572"/>
                  </a:cubicBezTo>
                  <a:lnTo>
                    <a:pt x="2573" y="310"/>
                  </a:lnTo>
                  <a:cubicBezTo>
                    <a:pt x="2573" y="144"/>
                    <a:pt x="2406" y="1"/>
                    <a:pt x="2239"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7" name="Google Shape;20867;p137"/>
            <p:cNvSpPr/>
            <p:nvPr/>
          </p:nvSpPr>
          <p:spPr>
            <a:xfrm>
              <a:off x="2702732" y="3200207"/>
              <a:ext cx="83783" cy="20189"/>
            </a:xfrm>
            <a:custGeom>
              <a:avLst/>
              <a:gdLst/>
              <a:ahLst/>
              <a:cxnLst/>
              <a:rect l="l" t="t" r="r" b="b"/>
              <a:pathLst>
                <a:path w="2573" h="620" extrusionOk="0">
                  <a:moveTo>
                    <a:pt x="334" y="1"/>
                  </a:moveTo>
                  <a:cubicBezTo>
                    <a:pt x="167" y="1"/>
                    <a:pt x="0" y="167"/>
                    <a:pt x="48" y="358"/>
                  </a:cubicBezTo>
                  <a:cubicBezTo>
                    <a:pt x="72" y="501"/>
                    <a:pt x="215" y="620"/>
                    <a:pt x="381" y="620"/>
                  </a:cubicBezTo>
                  <a:lnTo>
                    <a:pt x="2239" y="620"/>
                  </a:lnTo>
                  <a:cubicBezTo>
                    <a:pt x="2429" y="620"/>
                    <a:pt x="2572" y="477"/>
                    <a:pt x="2548" y="263"/>
                  </a:cubicBezTo>
                  <a:cubicBezTo>
                    <a:pt x="2525" y="120"/>
                    <a:pt x="2358" y="1"/>
                    <a:pt x="221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8" name="Google Shape;20868;p137"/>
            <p:cNvSpPr/>
            <p:nvPr/>
          </p:nvSpPr>
          <p:spPr>
            <a:xfrm>
              <a:off x="2702732" y="3241301"/>
              <a:ext cx="83783" cy="20970"/>
            </a:xfrm>
            <a:custGeom>
              <a:avLst/>
              <a:gdLst/>
              <a:ahLst/>
              <a:cxnLst/>
              <a:rect l="l" t="t" r="r" b="b"/>
              <a:pathLst>
                <a:path w="2573" h="644" extrusionOk="0">
                  <a:moveTo>
                    <a:pt x="334" y="1"/>
                  </a:moveTo>
                  <a:cubicBezTo>
                    <a:pt x="167" y="1"/>
                    <a:pt x="0" y="191"/>
                    <a:pt x="48" y="358"/>
                  </a:cubicBezTo>
                  <a:cubicBezTo>
                    <a:pt x="72" y="525"/>
                    <a:pt x="215" y="644"/>
                    <a:pt x="381" y="644"/>
                  </a:cubicBezTo>
                  <a:lnTo>
                    <a:pt x="2239" y="644"/>
                  </a:lnTo>
                  <a:cubicBezTo>
                    <a:pt x="2429" y="644"/>
                    <a:pt x="2572" y="453"/>
                    <a:pt x="2548" y="287"/>
                  </a:cubicBezTo>
                  <a:cubicBezTo>
                    <a:pt x="2525" y="120"/>
                    <a:pt x="2358" y="1"/>
                    <a:pt x="221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9" name="Google Shape;20869;p137"/>
            <p:cNvSpPr/>
            <p:nvPr/>
          </p:nvSpPr>
          <p:spPr>
            <a:xfrm>
              <a:off x="2693419" y="3118801"/>
              <a:ext cx="92315" cy="60501"/>
            </a:xfrm>
            <a:custGeom>
              <a:avLst/>
              <a:gdLst/>
              <a:ahLst/>
              <a:cxnLst/>
              <a:rect l="l" t="t" r="r" b="b"/>
              <a:pathLst>
                <a:path w="2835" h="1858" extrusionOk="0">
                  <a:moveTo>
                    <a:pt x="1" y="0"/>
                  </a:moveTo>
                  <a:lnTo>
                    <a:pt x="1" y="1858"/>
                  </a:lnTo>
                  <a:lnTo>
                    <a:pt x="2501" y="1858"/>
                  </a:lnTo>
                  <a:cubicBezTo>
                    <a:pt x="2692" y="1858"/>
                    <a:pt x="2834" y="1715"/>
                    <a:pt x="2834" y="1572"/>
                  </a:cubicBezTo>
                  <a:lnTo>
                    <a:pt x="2834" y="310"/>
                  </a:lnTo>
                  <a:cubicBezTo>
                    <a:pt x="2834" y="143"/>
                    <a:pt x="2692" y="0"/>
                    <a:pt x="250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0" name="Google Shape;20870;p137"/>
            <p:cNvSpPr/>
            <p:nvPr/>
          </p:nvSpPr>
          <p:spPr>
            <a:xfrm>
              <a:off x="2518949" y="3302584"/>
              <a:ext cx="349754" cy="40345"/>
            </a:xfrm>
            <a:custGeom>
              <a:avLst/>
              <a:gdLst/>
              <a:ahLst/>
              <a:cxnLst/>
              <a:rect l="l" t="t" r="r" b="b"/>
              <a:pathLst>
                <a:path w="10741" h="1239" extrusionOk="0">
                  <a:moveTo>
                    <a:pt x="334" y="0"/>
                  </a:moveTo>
                  <a:cubicBezTo>
                    <a:pt x="215" y="0"/>
                    <a:pt x="119" y="24"/>
                    <a:pt x="72" y="119"/>
                  </a:cubicBezTo>
                  <a:cubicBezTo>
                    <a:pt x="0" y="214"/>
                    <a:pt x="0" y="334"/>
                    <a:pt x="24" y="429"/>
                  </a:cubicBezTo>
                  <a:cubicBezTo>
                    <a:pt x="143" y="738"/>
                    <a:pt x="381" y="1024"/>
                    <a:pt x="477" y="1119"/>
                  </a:cubicBezTo>
                  <a:cubicBezTo>
                    <a:pt x="524" y="1215"/>
                    <a:pt x="619" y="1238"/>
                    <a:pt x="715" y="1238"/>
                  </a:cubicBezTo>
                  <a:lnTo>
                    <a:pt x="10026" y="1238"/>
                  </a:lnTo>
                  <a:cubicBezTo>
                    <a:pt x="10121" y="1238"/>
                    <a:pt x="10217" y="1191"/>
                    <a:pt x="10264" y="1119"/>
                  </a:cubicBezTo>
                  <a:cubicBezTo>
                    <a:pt x="10360" y="1024"/>
                    <a:pt x="10598" y="738"/>
                    <a:pt x="10717" y="429"/>
                  </a:cubicBezTo>
                  <a:cubicBezTo>
                    <a:pt x="10741" y="334"/>
                    <a:pt x="10717" y="214"/>
                    <a:pt x="10693" y="119"/>
                  </a:cubicBezTo>
                  <a:cubicBezTo>
                    <a:pt x="10622" y="72"/>
                    <a:pt x="10502" y="0"/>
                    <a:pt x="10407"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1" name="Google Shape;20871;p137"/>
            <p:cNvSpPr/>
            <p:nvPr/>
          </p:nvSpPr>
          <p:spPr>
            <a:xfrm>
              <a:off x="2694200" y="3302584"/>
              <a:ext cx="174502" cy="40345"/>
            </a:xfrm>
            <a:custGeom>
              <a:avLst/>
              <a:gdLst/>
              <a:ahLst/>
              <a:cxnLst/>
              <a:rect l="l" t="t" r="r" b="b"/>
              <a:pathLst>
                <a:path w="5359" h="1239" extrusionOk="0">
                  <a:moveTo>
                    <a:pt x="0" y="0"/>
                  </a:moveTo>
                  <a:lnTo>
                    <a:pt x="0" y="1238"/>
                  </a:lnTo>
                  <a:lnTo>
                    <a:pt x="4644" y="1238"/>
                  </a:lnTo>
                  <a:cubicBezTo>
                    <a:pt x="4739" y="1238"/>
                    <a:pt x="4835" y="1191"/>
                    <a:pt x="4882" y="1119"/>
                  </a:cubicBezTo>
                  <a:cubicBezTo>
                    <a:pt x="4978" y="1024"/>
                    <a:pt x="5216" y="738"/>
                    <a:pt x="5335" y="429"/>
                  </a:cubicBezTo>
                  <a:cubicBezTo>
                    <a:pt x="5359" y="334"/>
                    <a:pt x="5359" y="214"/>
                    <a:pt x="5335" y="119"/>
                  </a:cubicBezTo>
                  <a:cubicBezTo>
                    <a:pt x="5263" y="72"/>
                    <a:pt x="5168" y="0"/>
                    <a:pt x="507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72" name="Google Shape;20872;p137"/>
          <p:cNvGrpSpPr/>
          <p:nvPr/>
        </p:nvGrpSpPr>
        <p:grpSpPr>
          <a:xfrm>
            <a:off x="3255643" y="2894275"/>
            <a:ext cx="349754" cy="328035"/>
            <a:chOff x="3255643" y="3046675"/>
            <a:chExt cx="349754" cy="328035"/>
          </a:xfrm>
        </p:grpSpPr>
        <p:sp>
          <p:nvSpPr>
            <p:cNvPr id="20873" name="Google Shape;20873;p137"/>
            <p:cNvSpPr/>
            <p:nvPr/>
          </p:nvSpPr>
          <p:spPr>
            <a:xfrm>
              <a:off x="3382018" y="3291708"/>
              <a:ext cx="98534" cy="67502"/>
            </a:xfrm>
            <a:custGeom>
              <a:avLst/>
              <a:gdLst/>
              <a:ahLst/>
              <a:cxnLst/>
              <a:rect l="l" t="t" r="r" b="b"/>
              <a:pathLst>
                <a:path w="3026" h="2073" extrusionOk="0">
                  <a:moveTo>
                    <a:pt x="549" y="1"/>
                  </a:moveTo>
                  <a:lnTo>
                    <a:pt x="549" y="334"/>
                  </a:lnTo>
                  <a:cubicBezTo>
                    <a:pt x="549" y="1191"/>
                    <a:pt x="1" y="2073"/>
                    <a:pt x="1" y="2073"/>
                  </a:cubicBezTo>
                  <a:lnTo>
                    <a:pt x="3025" y="2073"/>
                  </a:lnTo>
                  <a:cubicBezTo>
                    <a:pt x="3001" y="2025"/>
                    <a:pt x="2430" y="1168"/>
                    <a:pt x="2430" y="334"/>
                  </a:cubicBezTo>
                  <a:lnTo>
                    <a:pt x="2430"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4" name="Google Shape;20874;p137"/>
            <p:cNvSpPr/>
            <p:nvPr/>
          </p:nvSpPr>
          <p:spPr>
            <a:xfrm>
              <a:off x="3430894" y="3293271"/>
              <a:ext cx="49658" cy="65939"/>
            </a:xfrm>
            <a:custGeom>
              <a:avLst/>
              <a:gdLst/>
              <a:ahLst/>
              <a:cxnLst/>
              <a:rect l="l" t="t" r="r" b="b"/>
              <a:pathLst>
                <a:path w="1525" h="2025" extrusionOk="0">
                  <a:moveTo>
                    <a:pt x="0" y="0"/>
                  </a:moveTo>
                  <a:lnTo>
                    <a:pt x="0" y="2025"/>
                  </a:lnTo>
                  <a:lnTo>
                    <a:pt x="1524" y="2025"/>
                  </a:lnTo>
                  <a:cubicBezTo>
                    <a:pt x="1500" y="1977"/>
                    <a:pt x="929" y="1120"/>
                    <a:pt x="953" y="310"/>
                  </a:cubicBezTo>
                  <a:lnTo>
                    <a:pt x="953" y="0"/>
                  </a:ln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5" name="Google Shape;20875;p137"/>
            <p:cNvSpPr/>
            <p:nvPr/>
          </p:nvSpPr>
          <p:spPr>
            <a:xfrm>
              <a:off x="3255643" y="3046675"/>
              <a:ext cx="349754" cy="266785"/>
            </a:xfrm>
            <a:custGeom>
              <a:avLst/>
              <a:gdLst/>
              <a:ahLst/>
              <a:cxnLst/>
              <a:rect l="l" t="t" r="r" b="b"/>
              <a:pathLst>
                <a:path w="10741" h="8193" extrusionOk="0">
                  <a:moveTo>
                    <a:pt x="953" y="0"/>
                  </a:moveTo>
                  <a:cubicBezTo>
                    <a:pt x="429" y="0"/>
                    <a:pt x="0" y="429"/>
                    <a:pt x="0" y="953"/>
                  </a:cubicBezTo>
                  <a:lnTo>
                    <a:pt x="0" y="7240"/>
                  </a:lnTo>
                  <a:cubicBezTo>
                    <a:pt x="0" y="7764"/>
                    <a:pt x="429" y="8193"/>
                    <a:pt x="953" y="8193"/>
                  </a:cubicBezTo>
                  <a:lnTo>
                    <a:pt x="9788" y="8193"/>
                  </a:lnTo>
                  <a:cubicBezTo>
                    <a:pt x="10336" y="8193"/>
                    <a:pt x="10740" y="7764"/>
                    <a:pt x="10740" y="7240"/>
                  </a:cubicBezTo>
                  <a:lnTo>
                    <a:pt x="10740" y="953"/>
                  </a:lnTo>
                  <a:cubicBezTo>
                    <a:pt x="10740" y="429"/>
                    <a:pt x="10336" y="0"/>
                    <a:pt x="9788"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6" name="Google Shape;20876;p137"/>
            <p:cNvSpPr/>
            <p:nvPr/>
          </p:nvSpPr>
          <p:spPr>
            <a:xfrm>
              <a:off x="3430894" y="3047424"/>
              <a:ext cx="174502" cy="266036"/>
            </a:xfrm>
            <a:custGeom>
              <a:avLst/>
              <a:gdLst/>
              <a:ahLst/>
              <a:cxnLst/>
              <a:rect l="l" t="t" r="r" b="b"/>
              <a:pathLst>
                <a:path w="5359" h="8170" extrusionOk="0">
                  <a:moveTo>
                    <a:pt x="4449" y="0"/>
                  </a:moveTo>
                  <a:cubicBezTo>
                    <a:pt x="4435" y="0"/>
                    <a:pt x="4420" y="1"/>
                    <a:pt x="4406" y="1"/>
                  </a:cubicBezTo>
                  <a:lnTo>
                    <a:pt x="0" y="1"/>
                  </a:lnTo>
                  <a:lnTo>
                    <a:pt x="0" y="8170"/>
                  </a:lnTo>
                  <a:lnTo>
                    <a:pt x="4406" y="8170"/>
                  </a:lnTo>
                  <a:cubicBezTo>
                    <a:pt x="4954" y="8170"/>
                    <a:pt x="5358" y="7741"/>
                    <a:pt x="5358" y="7217"/>
                  </a:cubicBezTo>
                  <a:lnTo>
                    <a:pt x="5358" y="930"/>
                  </a:lnTo>
                  <a:cubicBezTo>
                    <a:pt x="5358" y="420"/>
                    <a:pt x="4975" y="0"/>
                    <a:pt x="444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7" name="Google Shape;20877;p137"/>
            <p:cNvSpPr/>
            <p:nvPr/>
          </p:nvSpPr>
          <p:spPr>
            <a:xfrm>
              <a:off x="3275799" y="3066831"/>
              <a:ext cx="309441" cy="226472"/>
            </a:xfrm>
            <a:custGeom>
              <a:avLst/>
              <a:gdLst/>
              <a:ahLst/>
              <a:cxnLst/>
              <a:rect l="l" t="t" r="r" b="b"/>
              <a:pathLst>
                <a:path w="9503" h="6955" extrusionOk="0">
                  <a:moveTo>
                    <a:pt x="334" y="1"/>
                  </a:moveTo>
                  <a:cubicBezTo>
                    <a:pt x="167" y="1"/>
                    <a:pt x="0" y="167"/>
                    <a:pt x="0" y="334"/>
                  </a:cubicBezTo>
                  <a:lnTo>
                    <a:pt x="0" y="6621"/>
                  </a:lnTo>
                  <a:cubicBezTo>
                    <a:pt x="0" y="6788"/>
                    <a:pt x="167" y="6954"/>
                    <a:pt x="334" y="6954"/>
                  </a:cubicBezTo>
                  <a:lnTo>
                    <a:pt x="9169" y="6954"/>
                  </a:lnTo>
                  <a:cubicBezTo>
                    <a:pt x="9359" y="6954"/>
                    <a:pt x="9502" y="6788"/>
                    <a:pt x="9502" y="6621"/>
                  </a:cubicBezTo>
                  <a:lnTo>
                    <a:pt x="9502" y="334"/>
                  </a:lnTo>
                  <a:cubicBezTo>
                    <a:pt x="9502" y="167"/>
                    <a:pt x="9359" y="1"/>
                    <a:pt x="9169"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8" name="Google Shape;20878;p137"/>
            <p:cNvSpPr/>
            <p:nvPr/>
          </p:nvSpPr>
          <p:spPr>
            <a:xfrm>
              <a:off x="3430894" y="3068101"/>
              <a:ext cx="154346" cy="225202"/>
            </a:xfrm>
            <a:custGeom>
              <a:avLst/>
              <a:gdLst/>
              <a:ahLst/>
              <a:cxnLst/>
              <a:rect l="l" t="t" r="r" b="b"/>
              <a:pathLst>
                <a:path w="4740" h="6916" extrusionOk="0">
                  <a:moveTo>
                    <a:pt x="4471" y="1"/>
                  </a:moveTo>
                  <a:cubicBezTo>
                    <a:pt x="4450" y="1"/>
                    <a:pt x="4428" y="4"/>
                    <a:pt x="4406" y="9"/>
                  </a:cubicBezTo>
                  <a:lnTo>
                    <a:pt x="0" y="9"/>
                  </a:lnTo>
                  <a:lnTo>
                    <a:pt x="0" y="6915"/>
                  </a:lnTo>
                  <a:lnTo>
                    <a:pt x="4406" y="6915"/>
                  </a:lnTo>
                  <a:cubicBezTo>
                    <a:pt x="4596" y="6915"/>
                    <a:pt x="4739" y="6749"/>
                    <a:pt x="4739" y="6582"/>
                  </a:cubicBezTo>
                  <a:lnTo>
                    <a:pt x="4739" y="295"/>
                  </a:lnTo>
                  <a:cubicBezTo>
                    <a:pt x="4739" y="148"/>
                    <a:pt x="4628" y="1"/>
                    <a:pt x="4471"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9" name="Google Shape;20879;p137"/>
            <p:cNvSpPr/>
            <p:nvPr/>
          </p:nvSpPr>
          <p:spPr>
            <a:xfrm>
              <a:off x="3337831" y="3352990"/>
              <a:ext cx="185378" cy="21719"/>
            </a:xfrm>
            <a:custGeom>
              <a:avLst/>
              <a:gdLst/>
              <a:ahLst/>
              <a:cxnLst/>
              <a:rect l="l" t="t" r="r" b="b"/>
              <a:pathLst>
                <a:path w="5693" h="667" extrusionOk="0">
                  <a:moveTo>
                    <a:pt x="334" y="0"/>
                  </a:moveTo>
                  <a:cubicBezTo>
                    <a:pt x="143" y="0"/>
                    <a:pt x="0" y="143"/>
                    <a:pt x="0" y="333"/>
                  </a:cubicBezTo>
                  <a:cubicBezTo>
                    <a:pt x="0" y="500"/>
                    <a:pt x="143" y="667"/>
                    <a:pt x="334" y="667"/>
                  </a:cubicBezTo>
                  <a:lnTo>
                    <a:pt x="5359" y="667"/>
                  </a:lnTo>
                  <a:cubicBezTo>
                    <a:pt x="5549" y="667"/>
                    <a:pt x="5692" y="500"/>
                    <a:pt x="5692" y="333"/>
                  </a:cubicBezTo>
                  <a:cubicBezTo>
                    <a:pt x="5692" y="143"/>
                    <a:pt x="5549" y="24"/>
                    <a:pt x="5359"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0" name="Google Shape;20880;p137"/>
            <p:cNvSpPr/>
            <p:nvPr/>
          </p:nvSpPr>
          <p:spPr>
            <a:xfrm>
              <a:off x="3430894" y="3353739"/>
              <a:ext cx="92315" cy="20970"/>
            </a:xfrm>
            <a:custGeom>
              <a:avLst/>
              <a:gdLst/>
              <a:ahLst/>
              <a:cxnLst/>
              <a:rect l="l" t="t" r="r" b="b"/>
              <a:pathLst>
                <a:path w="2835" h="644" extrusionOk="0">
                  <a:moveTo>
                    <a:pt x="0" y="1"/>
                  </a:moveTo>
                  <a:lnTo>
                    <a:pt x="0" y="644"/>
                  </a:lnTo>
                  <a:lnTo>
                    <a:pt x="2501" y="644"/>
                  </a:lnTo>
                  <a:cubicBezTo>
                    <a:pt x="2691" y="644"/>
                    <a:pt x="2834" y="477"/>
                    <a:pt x="2834" y="310"/>
                  </a:cubicBezTo>
                  <a:cubicBezTo>
                    <a:pt x="2834" y="120"/>
                    <a:pt x="2691" y="1"/>
                    <a:pt x="250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1" name="Google Shape;20881;p137"/>
            <p:cNvSpPr/>
            <p:nvPr/>
          </p:nvSpPr>
          <p:spPr>
            <a:xfrm>
              <a:off x="3339394" y="3087769"/>
              <a:ext cx="183815" cy="183815"/>
            </a:xfrm>
            <a:custGeom>
              <a:avLst/>
              <a:gdLst/>
              <a:ahLst/>
              <a:cxnLst/>
              <a:rect l="l" t="t" r="r" b="b"/>
              <a:pathLst>
                <a:path w="5645" h="5645" extrusionOk="0">
                  <a:moveTo>
                    <a:pt x="2810" y="1"/>
                  </a:moveTo>
                  <a:cubicBezTo>
                    <a:pt x="1262" y="1"/>
                    <a:pt x="0" y="1263"/>
                    <a:pt x="0" y="2811"/>
                  </a:cubicBezTo>
                  <a:cubicBezTo>
                    <a:pt x="0" y="4359"/>
                    <a:pt x="1262" y="5645"/>
                    <a:pt x="2810" y="5645"/>
                  </a:cubicBezTo>
                  <a:cubicBezTo>
                    <a:pt x="4358" y="5645"/>
                    <a:pt x="5644" y="4359"/>
                    <a:pt x="5644" y="2811"/>
                  </a:cubicBezTo>
                  <a:cubicBezTo>
                    <a:pt x="5644" y="1263"/>
                    <a:pt x="4358" y="1"/>
                    <a:pt x="2810"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2" name="Google Shape;20882;p137"/>
            <p:cNvSpPr/>
            <p:nvPr/>
          </p:nvSpPr>
          <p:spPr>
            <a:xfrm>
              <a:off x="3430894" y="3087769"/>
              <a:ext cx="92315" cy="183815"/>
            </a:xfrm>
            <a:custGeom>
              <a:avLst/>
              <a:gdLst/>
              <a:ahLst/>
              <a:cxnLst/>
              <a:rect l="l" t="t" r="r" b="b"/>
              <a:pathLst>
                <a:path w="2835" h="5645" extrusionOk="0">
                  <a:moveTo>
                    <a:pt x="0" y="1"/>
                  </a:moveTo>
                  <a:lnTo>
                    <a:pt x="0" y="5645"/>
                  </a:lnTo>
                  <a:cubicBezTo>
                    <a:pt x="1548" y="5645"/>
                    <a:pt x="2834" y="4359"/>
                    <a:pt x="2834" y="2811"/>
                  </a:cubicBezTo>
                  <a:cubicBezTo>
                    <a:pt x="2834" y="1263"/>
                    <a:pt x="1548" y="1"/>
                    <a:pt x="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3" name="Google Shape;20883;p137"/>
            <p:cNvSpPr/>
            <p:nvPr/>
          </p:nvSpPr>
          <p:spPr>
            <a:xfrm>
              <a:off x="3388237" y="3190145"/>
              <a:ext cx="83783" cy="27808"/>
            </a:xfrm>
            <a:custGeom>
              <a:avLst/>
              <a:gdLst/>
              <a:ahLst/>
              <a:cxnLst/>
              <a:rect l="l" t="t" r="r" b="b"/>
              <a:pathLst>
                <a:path w="2573" h="854" extrusionOk="0">
                  <a:moveTo>
                    <a:pt x="1286" y="0"/>
                  </a:moveTo>
                  <a:cubicBezTo>
                    <a:pt x="905" y="0"/>
                    <a:pt x="548" y="95"/>
                    <a:pt x="215" y="262"/>
                  </a:cubicBezTo>
                  <a:cubicBezTo>
                    <a:pt x="72" y="333"/>
                    <a:pt x="0" y="548"/>
                    <a:pt x="96" y="691"/>
                  </a:cubicBezTo>
                  <a:cubicBezTo>
                    <a:pt x="145" y="789"/>
                    <a:pt x="250" y="853"/>
                    <a:pt x="365" y="853"/>
                  </a:cubicBezTo>
                  <a:cubicBezTo>
                    <a:pt x="417" y="853"/>
                    <a:pt x="472" y="840"/>
                    <a:pt x="524" y="810"/>
                  </a:cubicBezTo>
                  <a:cubicBezTo>
                    <a:pt x="762" y="667"/>
                    <a:pt x="1024" y="595"/>
                    <a:pt x="1286" y="595"/>
                  </a:cubicBezTo>
                  <a:cubicBezTo>
                    <a:pt x="1548" y="595"/>
                    <a:pt x="1834" y="691"/>
                    <a:pt x="2072" y="810"/>
                  </a:cubicBezTo>
                  <a:cubicBezTo>
                    <a:pt x="2117" y="840"/>
                    <a:pt x="2164" y="853"/>
                    <a:pt x="2211" y="853"/>
                  </a:cubicBezTo>
                  <a:cubicBezTo>
                    <a:pt x="2313" y="853"/>
                    <a:pt x="2412" y="789"/>
                    <a:pt x="2477" y="691"/>
                  </a:cubicBezTo>
                  <a:cubicBezTo>
                    <a:pt x="2572" y="548"/>
                    <a:pt x="2548" y="357"/>
                    <a:pt x="2358" y="262"/>
                  </a:cubicBezTo>
                  <a:cubicBezTo>
                    <a:pt x="2025" y="95"/>
                    <a:pt x="1667" y="0"/>
                    <a:pt x="1286"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4" name="Google Shape;20884;p137"/>
            <p:cNvSpPr/>
            <p:nvPr/>
          </p:nvSpPr>
          <p:spPr>
            <a:xfrm>
              <a:off x="3430113" y="3189364"/>
              <a:ext cx="41908" cy="28590"/>
            </a:xfrm>
            <a:custGeom>
              <a:avLst/>
              <a:gdLst/>
              <a:ahLst/>
              <a:cxnLst/>
              <a:rect l="l" t="t" r="r" b="b"/>
              <a:pathLst>
                <a:path w="1287" h="878" extrusionOk="0">
                  <a:moveTo>
                    <a:pt x="0" y="0"/>
                  </a:moveTo>
                  <a:lnTo>
                    <a:pt x="0" y="619"/>
                  </a:lnTo>
                  <a:cubicBezTo>
                    <a:pt x="262" y="619"/>
                    <a:pt x="548" y="715"/>
                    <a:pt x="786" y="834"/>
                  </a:cubicBezTo>
                  <a:cubicBezTo>
                    <a:pt x="831" y="864"/>
                    <a:pt x="878" y="877"/>
                    <a:pt x="925" y="877"/>
                  </a:cubicBezTo>
                  <a:cubicBezTo>
                    <a:pt x="1027" y="877"/>
                    <a:pt x="1126" y="813"/>
                    <a:pt x="1191" y="715"/>
                  </a:cubicBezTo>
                  <a:cubicBezTo>
                    <a:pt x="1286" y="572"/>
                    <a:pt x="1262" y="381"/>
                    <a:pt x="1072" y="262"/>
                  </a:cubicBezTo>
                  <a:cubicBezTo>
                    <a:pt x="739" y="95"/>
                    <a:pt x="358" y="0"/>
                    <a:pt x="0"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5" name="Google Shape;20885;p137"/>
            <p:cNvSpPr/>
            <p:nvPr/>
          </p:nvSpPr>
          <p:spPr>
            <a:xfrm>
              <a:off x="3399862" y="3128081"/>
              <a:ext cx="62064" cy="62097"/>
            </a:xfrm>
            <a:custGeom>
              <a:avLst/>
              <a:gdLst/>
              <a:ahLst/>
              <a:cxnLst/>
              <a:rect l="l" t="t" r="r" b="b"/>
              <a:pathLst>
                <a:path w="1906" h="1907" extrusionOk="0">
                  <a:moveTo>
                    <a:pt x="953" y="1"/>
                  </a:moveTo>
                  <a:cubicBezTo>
                    <a:pt x="429" y="1"/>
                    <a:pt x="1" y="430"/>
                    <a:pt x="1" y="953"/>
                  </a:cubicBezTo>
                  <a:cubicBezTo>
                    <a:pt x="1" y="1501"/>
                    <a:pt x="429" y="1906"/>
                    <a:pt x="953" y="1906"/>
                  </a:cubicBezTo>
                  <a:cubicBezTo>
                    <a:pt x="1501" y="1906"/>
                    <a:pt x="1906" y="1501"/>
                    <a:pt x="1906" y="953"/>
                  </a:cubicBezTo>
                  <a:cubicBezTo>
                    <a:pt x="1882" y="453"/>
                    <a:pt x="1477" y="1"/>
                    <a:pt x="953"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6" name="Google Shape;20886;p137"/>
            <p:cNvSpPr/>
            <p:nvPr/>
          </p:nvSpPr>
          <p:spPr>
            <a:xfrm>
              <a:off x="3430894" y="3128081"/>
              <a:ext cx="31032" cy="62097"/>
            </a:xfrm>
            <a:custGeom>
              <a:avLst/>
              <a:gdLst/>
              <a:ahLst/>
              <a:cxnLst/>
              <a:rect l="l" t="t" r="r" b="b"/>
              <a:pathLst>
                <a:path w="953" h="1907" extrusionOk="0">
                  <a:moveTo>
                    <a:pt x="0" y="1"/>
                  </a:moveTo>
                  <a:lnTo>
                    <a:pt x="0" y="1906"/>
                  </a:lnTo>
                  <a:cubicBezTo>
                    <a:pt x="524" y="1906"/>
                    <a:pt x="929" y="1501"/>
                    <a:pt x="953" y="953"/>
                  </a:cubicBezTo>
                  <a:cubicBezTo>
                    <a:pt x="953" y="430"/>
                    <a:pt x="548" y="1"/>
                    <a:pt x="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7" name="Google Shape;20887;p137"/>
          <p:cNvGrpSpPr/>
          <p:nvPr/>
        </p:nvGrpSpPr>
        <p:grpSpPr>
          <a:xfrm>
            <a:off x="4016368" y="2894275"/>
            <a:ext cx="351317" cy="328035"/>
            <a:chOff x="4016368" y="3046675"/>
            <a:chExt cx="351317" cy="328035"/>
          </a:xfrm>
        </p:grpSpPr>
        <p:sp>
          <p:nvSpPr>
            <p:cNvPr id="20888" name="Google Shape;20888;p137"/>
            <p:cNvSpPr/>
            <p:nvPr/>
          </p:nvSpPr>
          <p:spPr>
            <a:xfrm>
              <a:off x="4121056" y="3046675"/>
              <a:ext cx="145815" cy="82220"/>
            </a:xfrm>
            <a:custGeom>
              <a:avLst/>
              <a:gdLst/>
              <a:ahLst/>
              <a:cxnLst/>
              <a:rect l="l" t="t" r="r" b="b"/>
              <a:pathLst>
                <a:path w="4478" h="2525" extrusionOk="0">
                  <a:moveTo>
                    <a:pt x="333" y="0"/>
                  </a:moveTo>
                  <a:cubicBezTo>
                    <a:pt x="167" y="0"/>
                    <a:pt x="0" y="143"/>
                    <a:pt x="0" y="334"/>
                  </a:cubicBezTo>
                  <a:lnTo>
                    <a:pt x="0" y="2215"/>
                  </a:lnTo>
                  <a:cubicBezTo>
                    <a:pt x="0" y="2382"/>
                    <a:pt x="167" y="2525"/>
                    <a:pt x="333" y="2525"/>
                  </a:cubicBezTo>
                  <a:cubicBezTo>
                    <a:pt x="524" y="2525"/>
                    <a:pt x="667" y="2382"/>
                    <a:pt x="667" y="2215"/>
                  </a:cubicBezTo>
                  <a:lnTo>
                    <a:pt x="667" y="620"/>
                  </a:lnTo>
                  <a:lnTo>
                    <a:pt x="3810" y="620"/>
                  </a:lnTo>
                  <a:lnTo>
                    <a:pt x="3810" y="2215"/>
                  </a:lnTo>
                  <a:cubicBezTo>
                    <a:pt x="3810" y="2382"/>
                    <a:pt x="3977" y="2525"/>
                    <a:pt x="4144" y="2525"/>
                  </a:cubicBezTo>
                  <a:cubicBezTo>
                    <a:pt x="4334" y="2525"/>
                    <a:pt x="4477" y="2382"/>
                    <a:pt x="4477" y="2215"/>
                  </a:cubicBezTo>
                  <a:lnTo>
                    <a:pt x="4477" y="334"/>
                  </a:lnTo>
                  <a:cubicBezTo>
                    <a:pt x="4382" y="143"/>
                    <a:pt x="4263" y="0"/>
                    <a:pt x="4096"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9" name="Google Shape;20889;p137"/>
            <p:cNvSpPr/>
            <p:nvPr/>
          </p:nvSpPr>
          <p:spPr>
            <a:xfrm>
              <a:off x="4193150" y="3046675"/>
              <a:ext cx="71377" cy="82220"/>
            </a:xfrm>
            <a:custGeom>
              <a:avLst/>
              <a:gdLst/>
              <a:ahLst/>
              <a:cxnLst/>
              <a:rect l="l" t="t" r="r" b="b"/>
              <a:pathLst>
                <a:path w="2192" h="2525" extrusionOk="0">
                  <a:moveTo>
                    <a:pt x="1" y="0"/>
                  </a:moveTo>
                  <a:lnTo>
                    <a:pt x="1" y="620"/>
                  </a:lnTo>
                  <a:lnTo>
                    <a:pt x="1573" y="620"/>
                  </a:lnTo>
                  <a:lnTo>
                    <a:pt x="1573" y="2215"/>
                  </a:lnTo>
                  <a:lnTo>
                    <a:pt x="1549" y="2215"/>
                  </a:lnTo>
                  <a:cubicBezTo>
                    <a:pt x="1549" y="2382"/>
                    <a:pt x="1692" y="2525"/>
                    <a:pt x="1882" y="2525"/>
                  </a:cubicBezTo>
                  <a:cubicBezTo>
                    <a:pt x="2049" y="2525"/>
                    <a:pt x="2192" y="2382"/>
                    <a:pt x="2192" y="2215"/>
                  </a:cubicBezTo>
                  <a:lnTo>
                    <a:pt x="2192" y="334"/>
                  </a:lnTo>
                  <a:cubicBezTo>
                    <a:pt x="2192" y="143"/>
                    <a:pt x="2049" y="0"/>
                    <a:pt x="188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0" name="Google Shape;20890;p137"/>
            <p:cNvSpPr/>
            <p:nvPr/>
          </p:nvSpPr>
          <p:spPr>
            <a:xfrm>
              <a:off x="4038836" y="3204864"/>
              <a:ext cx="308660" cy="169846"/>
            </a:xfrm>
            <a:custGeom>
              <a:avLst/>
              <a:gdLst/>
              <a:ahLst/>
              <a:cxnLst/>
              <a:rect l="l" t="t" r="r" b="b"/>
              <a:pathLst>
                <a:path w="9479" h="5216" extrusionOk="0">
                  <a:moveTo>
                    <a:pt x="1" y="1"/>
                  </a:moveTo>
                  <a:lnTo>
                    <a:pt x="1" y="4882"/>
                  </a:lnTo>
                  <a:cubicBezTo>
                    <a:pt x="1" y="5049"/>
                    <a:pt x="144" y="5216"/>
                    <a:pt x="334" y="5216"/>
                  </a:cubicBezTo>
                  <a:lnTo>
                    <a:pt x="9145" y="5216"/>
                  </a:lnTo>
                  <a:cubicBezTo>
                    <a:pt x="9312" y="5216"/>
                    <a:pt x="9479" y="5049"/>
                    <a:pt x="9479" y="4882"/>
                  </a:cubicBezTo>
                  <a:lnTo>
                    <a:pt x="9479" y="1"/>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1" name="Google Shape;20891;p137"/>
            <p:cNvSpPr/>
            <p:nvPr/>
          </p:nvSpPr>
          <p:spPr>
            <a:xfrm>
              <a:off x="4192368" y="3204864"/>
              <a:ext cx="153597" cy="168576"/>
            </a:xfrm>
            <a:custGeom>
              <a:avLst/>
              <a:gdLst/>
              <a:ahLst/>
              <a:cxnLst/>
              <a:rect l="l" t="t" r="r" b="b"/>
              <a:pathLst>
                <a:path w="4717" h="5177" extrusionOk="0">
                  <a:moveTo>
                    <a:pt x="1" y="1"/>
                  </a:moveTo>
                  <a:lnTo>
                    <a:pt x="1" y="5168"/>
                  </a:lnTo>
                  <a:lnTo>
                    <a:pt x="4407" y="5168"/>
                  </a:lnTo>
                  <a:cubicBezTo>
                    <a:pt x="4429" y="5174"/>
                    <a:pt x="4451" y="5176"/>
                    <a:pt x="4471" y="5176"/>
                  </a:cubicBezTo>
                  <a:cubicBezTo>
                    <a:pt x="4624" y="5176"/>
                    <a:pt x="4716" y="5029"/>
                    <a:pt x="4716" y="4882"/>
                  </a:cubicBezTo>
                  <a:lnTo>
                    <a:pt x="471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2" name="Google Shape;20892;p137"/>
            <p:cNvSpPr/>
            <p:nvPr/>
          </p:nvSpPr>
          <p:spPr>
            <a:xfrm>
              <a:off x="4016368" y="3107925"/>
              <a:ext cx="351317" cy="144284"/>
            </a:xfrm>
            <a:custGeom>
              <a:avLst/>
              <a:gdLst/>
              <a:ahLst/>
              <a:cxnLst/>
              <a:rect l="l" t="t" r="r" b="b"/>
              <a:pathLst>
                <a:path w="10789" h="4431" extrusionOk="0">
                  <a:moveTo>
                    <a:pt x="333" y="1"/>
                  </a:moveTo>
                  <a:cubicBezTo>
                    <a:pt x="143" y="1"/>
                    <a:pt x="0" y="144"/>
                    <a:pt x="0" y="334"/>
                  </a:cubicBezTo>
                  <a:lnTo>
                    <a:pt x="0" y="3478"/>
                  </a:lnTo>
                  <a:cubicBezTo>
                    <a:pt x="0" y="3620"/>
                    <a:pt x="95" y="3740"/>
                    <a:pt x="238" y="3787"/>
                  </a:cubicBezTo>
                  <a:cubicBezTo>
                    <a:pt x="667" y="3954"/>
                    <a:pt x="3453" y="4430"/>
                    <a:pt x="5358" y="4430"/>
                  </a:cubicBezTo>
                  <a:cubicBezTo>
                    <a:pt x="7954" y="4430"/>
                    <a:pt x="10431" y="3787"/>
                    <a:pt x="10478" y="3787"/>
                  </a:cubicBezTo>
                  <a:cubicBezTo>
                    <a:pt x="10621" y="3740"/>
                    <a:pt x="10717" y="3620"/>
                    <a:pt x="10717" y="3478"/>
                  </a:cubicBezTo>
                  <a:lnTo>
                    <a:pt x="10717" y="334"/>
                  </a:lnTo>
                  <a:cubicBezTo>
                    <a:pt x="10788" y="144"/>
                    <a:pt x="10645" y="1"/>
                    <a:pt x="10455" y="1"/>
                  </a:cubicBezTo>
                  <a:lnTo>
                    <a:pt x="6359" y="1"/>
                  </a:lnTo>
                  <a:lnTo>
                    <a:pt x="5716" y="620"/>
                  </a:lnTo>
                  <a:lnTo>
                    <a:pt x="5073" y="620"/>
                  </a:lnTo>
                  <a:lnTo>
                    <a:pt x="4430" y="1"/>
                  </a:lnTo>
                  <a:close/>
                </a:path>
              </a:pathLst>
            </a:custGeom>
            <a:solidFill>
              <a:srgbClr val="A3AE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3" name="Google Shape;20893;p137"/>
            <p:cNvSpPr/>
            <p:nvPr/>
          </p:nvSpPr>
          <p:spPr>
            <a:xfrm>
              <a:off x="4191619" y="3107925"/>
              <a:ext cx="176065" cy="143503"/>
            </a:xfrm>
            <a:custGeom>
              <a:avLst/>
              <a:gdLst/>
              <a:ahLst/>
              <a:cxnLst/>
              <a:rect l="l" t="t" r="r" b="b"/>
              <a:pathLst>
                <a:path w="5407" h="4407" extrusionOk="0">
                  <a:moveTo>
                    <a:pt x="977" y="1"/>
                  </a:moveTo>
                  <a:lnTo>
                    <a:pt x="334" y="620"/>
                  </a:lnTo>
                  <a:lnTo>
                    <a:pt x="0" y="620"/>
                  </a:lnTo>
                  <a:lnTo>
                    <a:pt x="0" y="4406"/>
                  </a:lnTo>
                  <a:cubicBezTo>
                    <a:pt x="2596" y="4406"/>
                    <a:pt x="5073" y="3740"/>
                    <a:pt x="5120" y="3740"/>
                  </a:cubicBezTo>
                  <a:cubicBezTo>
                    <a:pt x="5287" y="3716"/>
                    <a:pt x="5406" y="3597"/>
                    <a:pt x="5406" y="3454"/>
                  </a:cubicBezTo>
                  <a:lnTo>
                    <a:pt x="5406" y="334"/>
                  </a:lnTo>
                  <a:cubicBezTo>
                    <a:pt x="5406" y="144"/>
                    <a:pt x="5263" y="1"/>
                    <a:pt x="5073"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4" name="Google Shape;20894;p137"/>
            <p:cNvSpPr/>
            <p:nvPr/>
          </p:nvSpPr>
          <p:spPr>
            <a:xfrm>
              <a:off x="4162150" y="3262239"/>
              <a:ext cx="59720" cy="70596"/>
            </a:xfrm>
            <a:custGeom>
              <a:avLst/>
              <a:gdLst/>
              <a:ahLst/>
              <a:cxnLst/>
              <a:rect l="l" t="t" r="r" b="b"/>
              <a:pathLst>
                <a:path w="1834" h="2168" extrusionOk="0">
                  <a:moveTo>
                    <a:pt x="0" y="1"/>
                  </a:moveTo>
                  <a:lnTo>
                    <a:pt x="0" y="1239"/>
                  </a:lnTo>
                  <a:cubicBezTo>
                    <a:pt x="0" y="1334"/>
                    <a:pt x="24" y="1382"/>
                    <a:pt x="95" y="1453"/>
                  </a:cubicBezTo>
                  <a:lnTo>
                    <a:pt x="715" y="2073"/>
                  </a:lnTo>
                  <a:cubicBezTo>
                    <a:pt x="762" y="2144"/>
                    <a:pt x="858" y="2168"/>
                    <a:pt x="929" y="2168"/>
                  </a:cubicBezTo>
                  <a:cubicBezTo>
                    <a:pt x="1000" y="2168"/>
                    <a:pt x="1072" y="2144"/>
                    <a:pt x="1119" y="2073"/>
                  </a:cubicBezTo>
                  <a:lnTo>
                    <a:pt x="1762" y="1453"/>
                  </a:lnTo>
                  <a:cubicBezTo>
                    <a:pt x="1810" y="1382"/>
                    <a:pt x="1834" y="1311"/>
                    <a:pt x="1834" y="1239"/>
                  </a:cubicBezTo>
                  <a:lnTo>
                    <a:pt x="1834" y="1"/>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5" name="Google Shape;20895;p137"/>
            <p:cNvSpPr/>
            <p:nvPr/>
          </p:nvSpPr>
          <p:spPr>
            <a:xfrm>
              <a:off x="4192368" y="3262239"/>
              <a:ext cx="31065" cy="71377"/>
            </a:xfrm>
            <a:custGeom>
              <a:avLst/>
              <a:gdLst/>
              <a:ahLst/>
              <a:cxnLst/>
              <a:rect l="l" t="t" r="r" b="b"/>
              <a:pathLst>
                <a:path w="954" h="2192" extrusionOk="0">
                  <a:moveTo>
                    <a:pt x="1" y="1"/>
                  </a:moveTo>
                  <a:lnTo>
                    <a:pt x="1" y="2192"/>
                  </a:lnTo>
                  <a:cubicBezTo>
                    <a:pt x="72" y="2192"/>
                    <a:pt x="144" y="2168"/>
                    <a:pt x="191" y="2096"/>
                  </a:cubicBezTo>
                  <a:lnTo>
                    <a:pt x="858" y="1453"/>
                  </a:lnTo>
                  <a:cubicBezTo>
                    <a:pt x="906" y="1382"/>
                    <a:pt x="954" y="1311"/>
                    <a:pt x="954" y="1239"/>
                  </a:cubicBezTo>
                  <a:lnTo>
                    <a:pt x="954"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6" name="Google Shape;20896;p137"/>
            <p:cNvSpPr/>
            <p:nvPr/>
          </p:nvSpPr>
          <p:spPr>
            <a:xfrm>
              <a:off x="4162150" y="3107925"/>
              <a:ext cx="62064" cy="143503"/>
            </a:xfrm>
            <a:custGeom>
              <a:avLst/>
              <a:gdLst/>
              <a:ahLst/>
              <a:cxnLst/>
              <a:rect l="l" t="t" r="r" b="b"/>
              <a:pathLst>
                <a:path w="1906" h="4407" extrusionOk="0">
                  <a:moveTo>
                    <a:pt x="0" y="1"/>
                  </a:moveTo>
                  <a:lnTo>
                    <a:pt x="0" y="4406"/>
                  </a:lnTo>
                  <a:lnTo>
                    <a:pt x="1905" y="4406"/>
                  </a:lnTo>
                  <a:lnTo>
                    <a:pt x="1905" y="1"/>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7" name="Google Shape;20897;p137"/>
            <p:cNvSpPr/>
            <p:nvPr/>
          </p:nvSpPr>
          <p:spPr>
            <a:xfrm>
              <a:off x="4193150" y="3107925"/>
              <a:ext cx="31065" cy="143503"/>
            </a:xfrm>
            <a:custGeom>
              <a:avLst/>
              <a:gdLst/>
              <a:ahLst/>
              <a:cxnLst/>
              <a:rect l="l" t="t" r="r" b="b"/>
              <a:pathLst>
                <a:path w="954" h="4407" extrusionOk="0">
                  <a:moveTo>
                    <a:pt x="1" y="1"/>
                  </a:moveTo>
                  <a:lnTo>
                    <a:pt x="1" y="4406"/>
                  </a:lnTo>
                  <a:lnTo>
                    <a:pt x="953" y="4406"/>
                  </a:lnTo>
                  <a:lnTo>
                    <a:pt x="953"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8" name="Google Shape;20898;p137"/>
            <p:cNvSpPr/>
            <p:nvPr/>
          </p:nvSpPr>
          <p:spPr>
            <a:xfrm>
              <a:off x="4141994" y="3231239"/>
              <a:ext cx="102376" cy="41126"/>
            </a:xfrm>
            <a:custGeom>
              <a:avLst/>
              <a:gdLst/>
              <a:ahLst/>
              <a:cxnLst/>
              <a:rect l="l" t="t" r="r" b="b"/>
              <a:pathLst>
                <a:path w="3144" h="1263" extrusionOk="0">
                  <a:moveTo>
                    <a:pt x="310" y="0"/>
                  </a:moveTo>
                  <a:cubicBezTo>
                    <a:pt x="143" y="0"/>
                    <a:pt x="0" y="143"/>
                    <a:pt x="0" y="310"/>
                  </a:cubicBezTo>
                  <a:lnTo>
                    <a:pt x="0" y="953"/>
                  </a:lnTo>
                  <a:cubicBezTo>
                    <a:pt x="0" y="1119"/>
                    <a:pt x="143" y="1262"/>
                    <a:pt x="310" y="1262"/>
                  </a:cubicBezTo>
                  <a:lnTo>
                    <a:pt x="2810" y="1262"/>
                  </a:lnTo>
                  <a:cubicBezTo>
                    <a:pt x="3001" y="1262"/>
                    <a:pt x="3144" y="1119"/>
                    <a:pt x="3144" y="953"/>
                  </a:cubicBezTo>
                  <a:lnTo>
                    <a:pt x="3144" y="310"/>
                  </a:lnTo>
                  <a:cubicBezTo>
                    <a:pt x="3120" y="143"/>
                    <a:pt x="3001" y="0"/>
                    <a:pt x="2810"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9" name="Google Shape;20899;p137"/>
            <p:cNvSpPr/>
            <p:nvPr/>
          </p:nvSpPr>
          <p:spPr>
            <a:xfrm>
              <a:off x="4192368" y="3231239"/>
              <a:ext cx="51221" cy="40345"/>
            </a:xfrm>
            <a:custGeom>
              <a:avLst/>
              <a:gdLst/>
              <a:ahLst/>
              <a:cxnLst/>
              <a:rect l="l" t="t" r="r" b="b"/>
              <a:pathLst>
                <a:path w="1573" h="1239" extrusionOk="0">
                  <a:moveTo>
                    <a:pt x="1" y="0"/>
                  </a:moveTo>
                  <a:lnTo>
                    <a:pt x="1" y="1239"/>
                  </a:lnTo>
                  <a:lnTo>
                    <a:pt x="1239" y="1239"/>
                  </a:lnTo>
                  <a:cubicBezTo>
                    <a:pt x="1454" y="1239"/>
                    <a:pt x="1573" y="1096"/>
                    <a:pt x="1573" y="953"/>
                  </a:cubicBezTo>
                  <a:lnTo>
                    <a:pt x="1573" y="310"/>
                  </a:lnTo>
                  <a:cubicBezTo>
                    <a:pt x="1573" y="143"/>
                    <a:pt x="1430" y="0"/>
                    <a:pt x="123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00" name="Google Shape;20900;p137"/>
          <p:cNvGrpSpPr/>
          <p:nvPr/>
        </p:nvGrpSpPr>
        <p:grpSpPr>
          <a:xfrm>
            <a:off x="4772437" y="2883399"/>
            <a:ext cx="348972" cy="349363"/>
            <a:chOff x="4772437" y="3035799"/>
            <a:chExt cx="348972" cy="349363"/>
          </a:xfrm>
        </p:grpSpPr>
        <p:sp>
          <p:nvSpPr>
            <p:cNvPr id="20901" name="Google Shape;20901;p137"/>
            <p:cNvSpPr/>
            <p:nvPr/>
          </p:nvSpPr>
          <p:spPr>
            <a:xfrm>
              <a:off x="4772437" y="3035799"/>
              <a:ext cx="226472" cy="165222"/>
            </a:xfrm>
            <a:custGeom>
              <a:avLst/>
              <a:gdLst/>
              <a:ahLst/>
              <a:cxnLst/>
              <a:rect l="l" t="t" r="r" b="b"/>
              <a:pathLst>
                <a:path w="6955" h="5074" extrusionOk="0">
                  <a:moveTo>
                    <a:pt x="2239" y="1"/>
                  </a:moveTo>
                  <a:cubicBezTo>
                    <a:pt x="1024" y="1"/>
                    <a:pt x="0" y="1025"/>
                    <a:pt x="0" y="2240"/>
                  </a:cubicBezTo>
                  <a:cubicBezTo>
                    <a:pt x="0" y="3454"/>
                    <a:pt x="1024" y="4454"/>
                    <a:pt x="2239" y="4454"/>
                  </a:cubicBezTo>
                  <a:lnTo>
                    <a:pt x="4739" y="4454"/>
                  </a:lnTo>
                  <a:cubicBezTo>
                    <a:pt x="4882" y="4454"/>
                    <a:pt x="5049" y="4407"/>
                    <a:pt x="5192" y="4383"/>
                  </a:cubicBezTo>
                  <a:lnTo>
                    <a:pt x="5787" y="4978"/>
                  </a:lnTo>
                  <a:cubicBezTo>
                    <a:pt x="5851" y="5042"/>
                    <a:pt x="5935" y="5073"/>
                    <a:pt x="6013" y="5073"/>
                  </a:cubicBezTo>
                  <a:cubicBezTo>
                    <a:pt x="6052" y="5073"/>
                    <a:pt x="6089" y="5065"/>
                    <a:pt x="6121" y="5050"/>
                  </a:cubicBezTo>
                  <a:cubicBezTo>
                    <a:pt x="6240" y="4978"/>
                    <a:pt x="6311" y="4883"/>
                    <a:pt x="6311" y="4740"/>
                  </a:cubicBezTo>
                  <a:lnTo>
                    <a:pt x="6311" y="3764"/>
                  </a:lnTo>
                  <a:cubicBezTo>
                    <a:pt x="6740" y="3335"/>
                    <a:pt x="6954" y="2811"/>
                    <a:pt x="6954" y="2240"/>
                  </a:cubicBezTo>
                  <a:cubicBezTo>
                    <a:pt x="6954" y="1025"/>
                    <a:pt x="5930" y="1"/>
                    <a:pt x="4739" y="1"/>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2" name="Google Shape;20902;p137"/>
            <p:cNvSpPr/>
            <p:nvPr/>
          </p:nvSpPr>
          <p:spPr>
            <a:xfrm>
              <a:off x="4886405" y="3035799"/>
              <a:ext cx="112503" cy="164245"/>
            </a:xfrm>
            <a:custGeom>
              <a:avLst/>
              <a:gdLst/>
              <a:ahLst/>
              <a:cxnLst/>
              <a:rect l="l" t="t" r="r" b="b"/>
              <a:pathLst>
                <a:path w="3455" h="5044" extrusionOk="0">
                  <a:moveTo>
                    <a:pt x="1" y="1"/>
                  </a:moveTo>
                  <a:lnTo>
                    <a:pt x="1" y="4407"/>
                  </a:lnTo>
                  <a:lnTo>
                    <a:pt x="1239" y="4407"/>
                  </a:lnTo>
                  <a:cubicBezTo>
                    <a:pt x="1382" y="4407"/>
                    <a:pt x="1525" y="4383"/>
                    <a:pt x="1692" y="4359"/>
                  </a:cubicBezTo>
                  <a:lnTo>
                    <a:pt x="2287" y="4954"/>
                  </a:lnTo>
                  <a:cubicBezTo>
                    <a:pt x="2345" y="5012"/>
                    <a:pt x="2402" y="5044"/>
                    <a:pt x="2465" y="5044"/>
                  </a:cubicBezTo>
                  <a:cubicBezTo>
                    <a:pt x="2506" y="5044"/>
                    <a:pt x="2550" y="5030"/>
                    <a:pt x="2597" y="5002"/>
                  </a:cubicBezTo>
                  <a:cubicBezTo>
                    <a:pt x="2740" y="4954"/>
                    <a:pt x="2811" y="4835"/>
                    <a:pt x="2811" y="4716"/>
                  </a:cubicBezTo>
                  <a:lnTo>
                    <a:pt x="2811" y="3740"/>
                  </a:lnTo>
                  <a:cubicBezTo>
                    <a:pt x="3216" y="3311"/>
                    <a:pt x="3454" y="2763"/>
                    <a:pt x="3454" y="2216"/>
                  </a:cubicBezTo>
                  <a:cubicBezTo>
                    <a:pt x="3454" y="1025"/>
                    <a:pt x="2430" y="1"/>
                    <a:pt x="123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3" name="Google Shape;20903;p137"/>
            <p:cNvSpPr/>
            <p:nvPr/>
          </p:nvSpPr>
          <p:spPr>
            <a:xfrm>
              <a:off x="4833687" y="3097082"/>
              <a:ext cx="21752" cy="20970"/>
            </a:xfrm>
            <a:custGeom>
              <a:avLst/>
              <a:gdLst/>
              <a:ahLst/>
              <a:cxnLst/>
              <a:rect l="l" t="t" r="r" b="b"/>
              <a:pathLst>
                <a:path w="668" h="644" extrusionOk="0">
                  <a:moveTo>
                    <a:pt x="334" y="0"/>
                  </a:moveTo>
                  <a:cubicBezTo>
                    <a:pt x="143" y="0"/>
                    <a:pt x="1" y="143"/>
                    <a:pt x="1" y="334"/>
                  </a:cubicBezTo>
                  <a:cubicBezTo>
                    <a:pt x="1" y="500"/>
                    <a:pt x="143" y="643"/>
                    <a:pt x="334" y="643"/>
                  </a:cubicBezTo>
                  <a:cubicBezTo>
                    <a:pt x="501" y="643"/>
                    <a:pt x="667" y="500"/>
                    <a:pt x="667" y="334"/>
                  </a:cubicBezTo>
                  <a:cubicBezTo>
                    <a:pt x="667" y="143"/>
                    <a:pt x="501" y="0"/>
                    <a:pt x="3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4" name="Google Shape;20904;p137"/>
            <p:cNvSpPr/>
            <p:nvPr/>
          </p:nvSpPr>
          <p:spPr>
            <a:xfrm>
              <a:off x="4873999" y="3097082"/>
              <a:ext cx="21752" cy="20970"/>
            </a:xfrm>
            <a:custGeom>
              <a:avLst/>
              <a:gdLst/>
              <a:ahLst/>
              <a:cxnLst/>
              <a:rect l="l" t="t" r="r" b="b"/>
              <a:pathLst>
                <a:path w="668" h="644" extrusionOk="0">
                  <a:moveTo>
                    <a:pt x="334" y="0"/>
                  </a:moveTo>
                  <a:cubicBezTo>
                    <a:pt x="168" y="0"/>
                    <a:pt x="1" y="143"/>
                    <a:pt x="1" y="334"/>
                  </a:cubicBezTo>
                  <a:cubicBezTo>
                    <a:pt x="1" y="500"/>
                    <a:pt x="168" y="643"/>
                    <a:pt x="334" y="643"/>
                  </a:cubicBezTo>
                  <a:cubicBezTo>
                    <a:pt x="525" y="643"/>
                    <a:pt x="668" y="500"/>
                    <a:pt x="668" y="334"/>
                  </a:cubicBezTo>
                  <a:cubicBezTo>
                    <a:pt x="668" y="143"/>
                    <a:pt x="525" y="0"/>
                    <a:pt x="3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5" name="Google Shape;20905;p137"/>
            <p:cNvSpPr/>
            <p:nvPr/>
          </p:nvSpPr>
          <p:spPr>
            <a:xfrm>
              <a:off x="4915874" y="3097082"/>
              <a:ext cx="21752" cy="20970"/>
            </a:xfrm>
            <a:custGeom>
              <a:avLst/>
              <a:gdLst/>
              <a:ahLst/>
              <a:cxnLst/>
              <a:rect l="l" t="t" r="r" b="b"/>
              <a:pathLst>
                <a:path w="668" h="644" extrusionOk="0">
                  <a:moveTo>
                    <a:pt x="334" y="0"/>
                  </a:moveTo>
                  <a:cubicBezTo>
                    <a:pt x="144" y="0"/>
                    <a:pt x="1" y="143"/>
                    <a:pt x="1" y="334"/>
                  </a:cubicBezTo>
                  <a:cubicBezTo>
                    <a:pt x="1" y="500"/>
                    <a:pt x="144" y="643"/>
                    <a:pt x="334" y="643"/>
                  </a:cubicBezTo>
                  <a:cubicBezTo>
                    <a:pt x="525" y="643"/>
                    <a:pt x="668" y="500"/>
                    <a:pt x="668" y="334"/>
                  </a:cubicBezTo>
                  <a:cubicBezTo>
                    <a:pt x="668" y="143"/>
                    <a:pt x="525" y="0"/>
                    <a:pt x="33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6" name="Google Shape;20906;p137"/>
            <p:cNvSpPr/>
            <p:nvPr/>
          </p:nvSpPr>
          <p:spPr>
            <a:xfrm>
              <a:off x="4895718" y="3220363"/>
              <a:ext cx="225691" cy="164799"/>
            </a:xfrm>
            <a:custGeom>
              <a:avLst/>
              <a:gdLst/>
              <a:ahLst/>
              <a:cxnLst/>
              <a:rect l="l" t="t" r="r" b="b"/>
              <a:pathLst>
                <a:path w="6931" h="5061" extrusionOk="0">
                  <a:moveTo>
                    <a:pt x="2215" y="1"/>
                  </a:moveTo>
                  <a:cubicBezTo>
                    <a:pt x="977" y="1"/>
                    <a:pt x="1" y="977"/>
                    <a:pt x="1" y="2192"/>
                  </a:cubicBezTo>
                  <a:cubicBezTo>
                    <a:pt x="1" y="2763"/>
                    <a:pt x="239" y="3335"/>
                    <a:pt x="620" y="3740"/>
                  </a:cubicBezTo>
                  <a:lnTo>
                    <a:pt x="620" y="4740"/>
                  </a:lnTo>
                  <a:cubicBezTo>
                    <a:pt x="620" y="4835"/>
                    <a:pt x="715" y="4978"/>
                    <a:pt x="834" y="5026"/>
                  </a:cubicBezTo>
                  <a:cubicBezTo>
                    <a:pt x="876" y="5051"/>
                    <a:pt x="917" y="5061"/>
                    <a:pt x="958" y="5061"/>
                  </a:cubicBezTo>
                  <a:cubicBezTo>
                    <a:pt x="1033" y="5061"/>
                    <a:pt x="1106" y="5025"/>
                    <a:pt x="1168" y="4978"/>
                  </a:cubicBezTo>
                  <a:lnTo>
                    <a:pt x="1763" y="4383"/>
                  </a:lnTo>
                  <a:cubicBezTo>
                    <a:pt x="1906" y="4406"/>
                    <a:pt x="2049" y="4430"/>
                    <a:pt x="2215" y="4430"/>
                  </a:cubicBezTo>
                  <a:lnTo>
                    <a:pt x="4716" y="4430"/>
                  </a:lnTo>
                  <a:cubicBezTo>
                    <a:pt x="5931" y="4430"/>
                    <a:pt x="6931" y="3430"/>
                    <a:pt x="6931" y="2192"/>
                  </a:cubicBezTo>
                  <a:cubicBezTo>
                    <a:pt x="6931" y="1001"/>
                    <a:pt x="5931" y="1"/>
                    <a:pt x="4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7" name="Google Shape;20907;p137"/>
            <p:cNvSpPr/>
            <p:nvPr/>
          </p:nvSpPr>
          <p:spPr>
            <a:xfrm>
              <a:off x="5008157" y="3221145"/>
              <a:ext cx="113252" cy="143503"/>
            </a:xfrm>
            <a:custGeom>
              <a:avLst/>
              <a:gdLst/>
              <a:ahLst/>
              <a:cxnLst/>
              <a:rect l="l" t="t" r="r" b="b"/>
              <a:pathLst>
                <a:path w="3478" h="4407" extrusionOk="0">
                  <a:moveTo>
                    <a:pt x="1282" y="0"/>
                  </a:moveTo>
                  <a:cubicBezTo>
                    <a:pt x="1268" y="0"/>
                    <a:pt x="1254" y="0"/>
                    <a:pt x="1239" y="1"/>
                  </a:cubicBezTo>
                  <a:lnTo>
                    <a:pt x="1" y="1"/>
                  </a:lnTo>
                  <a:lnTo>
                    <a:pt x="1" y="4406"/>
                  </a:lnTo>
                  <a:lnTo>
                    <a:pt x="1239" y="4406"/>
                  </a:lnTo>
                  <a:cubicBezTo>
                    <a:pt x="2478" y="4406"/>
                    <a:pt x="3478" y="3406"/>
                    <a:pt x="3478" y="2168"/>
                  </a:cubicBezTo>
                  <a:cubicBezTo>
                    <a:pt x="3478" y="991"/>
                    <a:pt x="2501" y="0"/>
                    <a:pt x="1282"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8" name="Google Shape;20908;p137"/>
            <p:cNvSpPr/>
            <p:nvPr/>
          </p:nvSpPr>
          <p:spPr>
            <a:xfrm>
              <a:off x="4957001" y="3280865"/>
              <a:ext cx="20970" cy="21752"/>
            </a:xfrm>
            <a:custGeom>
              <a:avLst/>
              <a:gdLst/>
              <a:ahLst/>
              <a:cxnLst/>
              <a:rect l="l" t="t" r="r" b="b"/>
              <a:pathLst>
                <a:path w="644" h="668" extrusionOk="0">
                  <a:moveTo>
                    <a:pt x="333" y="0"/>
                  </a:moveTo>
                  <a:cubicBezTo>
                    <a:pt x="143" y="0"/>
                    <a:pt x="0" y="167"/>
                    <a:pt x="0" y="334"/>
                  </a:cubicBezTo>
                  <a:cubicBezTo>
                    <a:pt x="0" y="524"/>
                    <a:pt x="143" y="667"/>
                    <a:pt x="333" y="667"/>
                  </a:cubicBezTo>
                  <a:cubicBezTo>
                    <a:pt x="500" y="667"/>
                    <a:pt x="643" y="524"/>
                    <a:pt x="643" y="334"/>
                  </a:cubicBezTo>
                  <a:cubicBezTo>
                    <a:pt x="643" y="167"/>
                    <a:pt x="500" y="0"/>
                    <a:pt x="333"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9" name="Google Shape;20909;p137"/>
            <p:cNvSpPr/>
            <p:nvPr/>
          </p:nvSpPr>
          <p:spPr>
            <a:xfrm>
              <a:off x="4997313" y="3280865"/>
              <a:ext cx="21752" cy="21752"/>
            </a:xfrm>
            <a:custGeom>
              <a:avLst/>
              <a:gdLst/>
              <a:ahLst/>
              <a:cxnLst/>
              <a:rect l="l" t="t" r="r" b="b"/>
              <a:pathLst>
                <a:path w="668" h="668" extrusionOk="0">
                  <a:moveTo>
                    <a:pt x="334" y="0"/>
                  </a:moveTo>
                  <a:cubicBezTo>
                    <a:pt x="143" y="0"/>
                    <a:pt x="0" y="167"/>
                    <a:pt x="0" y="334"/>
                  </a:cubicBezTo>
                  <a:cubicBezTo>
                    <a:pt x="0" y="524"/>
                    <a:pt x="143" y="667"/>
                    <a:pt x="334" y="667"/>
                  </a:cubicBezTo>
                  <a:cubicBezTo>
                    <a:pt x="524" y="667"/>
                    <a:pt x="667" y="524"/>
                    <a:pt x="667" y="334"/>
                  </a:cubicBezTo>
                  <a:cubicBezTo>
                    <a:pt x="667" y="167"/>
                    <a:pt x="524" y="0"/>
                    <a:pt x="3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0" name="Google Shape;20910;p137"/>
            <p:cNvSpPr/>
            <p:nvPr/>
          </p:nvSpPr>
          <p:spPr>
            <a:xfrm>
              <a:off x="5038407" y="3280865"/>
              <a:ext cx="20970" cy="21752"/>
            </a:xfrm>
            <a:custGeom>
              <a:avLst/>
              <a:gdLst/>
              <a:ahLst/>
              <a:cxnLst/>
              <a:rect l="l" t="t" r="r" b="b"/>
              <a:pathLst>
                <a:path w="644" h="668" extrusionOk="0">
                  <a:moveTo>
                    <a:pt x="310" y="0"/>
                  </a:moveTo>
                  <a:cubicBezTo>
                    <a:pt x="143" y="0"/>
                    <a:pt x="1" y="167"/>
                    <a:pt x="1" y="334"/>
                  </a:cubicBezTo>
                  <a:cubicBezTo>
                    <a:pt x="1" y="524"/>
                    <a:pt x="143" y="667"/>
                    <a:pt x="310" y="667"/>
                  </a:cubicBezTo>
                  <a:cubicBezTo>
                    <a:pt x="501" y="667"/>
                    <a:pt x="644" y="524"/>
                    <a:pt x="644" y="334"/>
                  </a:cubicBezTo>
                  <a:cubicBezTo>
                    <a:pt x="644" y="167"/>
                    <a:pt x="501" y="0"/>
                    <a:pt x="31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1" name="Google Shape;20911;p137"/>
            <p:cNvSpPr/>
            <p:nvPr/>
          </p:nvSpPr>
          <p:spPr>
            <a:xfrm>
              <a:off x="5008157" y="3282395"/>
              <a:ext cx="10908" cy="20221"/>
            </a:xfrm>
            <a:custGeom>
              <a:avLst/>
              <a:gdLst/>
              <a:ahLst/>
              <a:cxnLst/>
              <a:rect l="l" t="t" r="r" b="b"/>
              <a:pathLst>
                <a:path w="335" h="621" extrusionOk="0">
                  <a:moveTo>
                    <a:pt x="1" y="1"/>
                  </a:moveTo>
                  <a:lnTo>
                    <a:pt x="1" y="620"/>
                  </a:lnTo>
                  <a:cubicBezTo>
                    <a:pt x="191" y="620"/>
                    <a:pt x="334" y="477"/>
                    <a:pt x="334" y="287"/>
                  </a:cubicBezTo>
                  <a:cubicBezTo>
                    <a:pt x="334" y="120"/>
                    <a:pt x="191" y="1"/>
                    <a:pt x="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2" name="Google Shape;20912;p137"/>
            <p:cNvSpPr/>
            <p:nvPr/>
          </p:nvSpPr>
          <p:spPr>
            <a:xfrm>
              <a:off x="4884875" y="3097863"/>
              <a:ext cx="10876" cy="20970"/>
            </a:xfrm>
            <a:custGeom>
              <a:avLst/>
              <a:gdLst/>
              <a:ahLst/>
              <a:cxnLst/>
              <a:rect l="l" t="t" r="r" b="b"/>
              <a:pathLst>
                <a:path w="334" h="644" extrusionOk="0">
                  <a:moveTo>
                    <a:pt x="0" y="0"/>
                  </a:moveTo>
                  <a:lnTo>
                    <a:pt x="0" y="643"/>
                  </a:lnTo>
                  <a:cubicBezTo>
                    <a:pt x="191" y="643"/>
                    <a:pt x="334" y="476"/>
                    <a:pt x="334" y="310"/>
                  </a:cubicBezTo>
                  <a:cubicBezTo>
                    <a:pt x="334" y="119"/>
                    <a:pt x="191"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13" name="Google Shape;20913;p137"/>
          <p:cNvGrpSpPr/>
          <p:nvPr/>
        </p:nvGrpSpPr>
        <p:grpSpPr>
          <a:xfrm>
            <a:off x="5537037" y="2882650"/>
            <a:ext cx="350535" cy="349754"/>
            <a:chOff x="5537037" y="3035050"/>
            <a:chExt cx="350535" cy="349754"/>
          </a:xfrm>
        </p:grpSpPr>
        <p:sp>
          <p:nvSpPr>
            <p:cNvPr id="20914" name="Google Shape;20914;p137"/>
            <p:cNvSpPr/>
            <p:nvPr/>
          </p:nvSpPr>
          <p:spPr>
            <a:xfrm>
              <a:off x="5537037" y="3035050"/>
              <a:ext cx="206283" cy="349754"/>
            </a:xfrm>
            <a:custGeom>
              <a:avLst/>
              <a:gdLst/>
              <a:ahLst/>
              <a:cxnLst/>
              <a:rect l="l" t="t" r="r" b="b"/>
              <a:pathLst>
                <a:path w="6335" h="10741" extrusionOk="0">
                  <a:moveTo>
                    <a:pt x="977" y="0"/>
                  </a:moveTo>
                  <a:cubicBezTo>
                    <a:pt x="429" y="0"/>
                    <a:pt x="0" y="429"/>
                    <a:pt x="0" y="953"/>
                  </a:cubicBezTo>
                  <a:lnTo>
                    <a:pt x="0" y="9788"/>
                  </a:lnTo>
                  <a:cubicBezTo>
                    <a:pt x="0" y="10336"/>
                    <a:pt x="429" y="10740"/>
                    <a:pt x="977" y="10740"/>
                  </a:cubicBezTo>
                  <a:lnTo>
                    <a:pt x="5359" y="10740"/>
                  </a:lnTo>
                  <a:cubicBezTo>
                    <a:pt x="5906" y="10740"/>
                    <a:pt x="6335" y="10336"/>
                    <a:pt x="6335" y="9788"/>
                  </a:cubicBezTo>
                  <a:lnTo>
                    <a:pt x="6335" y="953"/>
                  </a:lnTo>
                  <a:cubicBezTo>
                    <a:pt x="6335" y="453"/>
                    <a:pt x="5906" y="24"/>
                    <a:pt x="535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5" name="Google Shape;20915;p137"/>
            <p:cNvSpPr/>
            <p:nvPr/>
          </p:nvSpPr>
          <p:spPr>
            <a:xfrm>
              <a:off x="5640162" y="3035799"/>
              <a:ext cx="103158" cy="349005"/>
            </a:xfrm>
            <a:custGeom>
              <a:avLst/>
              <a:gdLst/>
              <a:ahLst/>
              <a:cxnLst/>
              <a:rect l="l" t="t" r="r" b="b"/>
              <a:pathLst>
                <a:path w="3168" h="10718" extrusionOk="0">
                  <a:moveTo>
                    <a:pt x="1" y="1"/>
                  </a:moveTo>
                  <a:lnTo>
                    <a:pt x="1" y="10717"/>
                  </a:lnTo>
                  <a:lnTo>
                    <a:pt x="2192" y="10717"/>
                  </a:lnTo>
                  <a:cubicBezTo>
                    <a:pt x="2739" y="10717"/>
                    <a:pt x="3168" y="10313"/>
                    <a:pt x="3168" y="9765"/>
                  </a:cubicBezTo>
                  <a:lnTo>
                    <a:pt x="3168" y="930"/>
                  </a:lnTo>
                  <a:cubicBezTo>
                    <a:pt x="3168" y="430"/>
                    <a:pt x="2739" y="1"/>
                    <a:pt x="2192"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6" name="Google Shape;20916;p137"/>
            <p:cNvSpPr/>
            <p:nvPr/>
          </p:nvSpPr>
          <p:spPr>
            <a:xfrm>
              <a:off x="5557974" y="3055206"/>
              <a:ext cx="164408" cy="309441"/>
            </a:xfrm>
            <a:custGeom>
              <a:avLst/>
              <a:gdLst/>
              <a:ahLst/>
              <a:cxnLst/>
              <a:rect l="l" t="t" r="r" b="b"/>
              <a:pathLst>
                <a:path w="5049" h="9503" extrusionOk="0">
                  <a:moveTo>
                    <a:pt x="334" y="0"/>
                  </a:moveTo>
                  <a:cubicBezTo>
                    <a:pt x="143" y="0"/>
                    <a:pt x="0" y="167"/>
                    <a:pt x="0" y="334"/>
                  </a:cubicBezTo>
                  <a:lnTo>
                    <a:pt x="0" y="9169"/>
                  </a:lnTo>
                  <a:cubicBezTo>
                    <a:pt x="0" y="9359"/>
                    <a:pt x="143" y="9502"/>
                    <a:pt x="334" y="9502"/>
                  </a:cubicBezTo>
                  <a:lnTo>
                    <a:pt x="4716" y="9502"/>
                  </a:lnTo>
                  <a:cubicBezTo>
                    <a:pt x="4906" y="9502"/>
                    <a:pt x="5049" y="9359"/>
                    <a:pt x="5049" y="9169"/>
                  </a:cubicBezTo>
                  <a:lnTo>
                    <a:pt x="5049" y="334"/>
                  </a:lnTo>
                  <a:cubicBezTo>
                    <a:pt x="5049" y="191"/>
                    <a:pt x="4930" y="48"/>
                    <a:pt x="4716"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7" name="Google Shape;20917;p137"/>
            <p:cNvSpPr/>
            <p:nvPr/>
          </p:nvSpPr>
          <p:spPr>
            <a:xfrm>
              <a:off x="5640162" y="3056737"/>
              <a:ext cx="82220" cy="307911"/>
            </a:xfrm>
            <a:custGeom>
              <a:avLst/>
              <a:gdLst/>
              <a:ahLst/>
              <a:cxnLst/>
              <a:rect l="l" t="t" r="r" b="b"/>
              <a:pathLst>
                <a:path w="2525" h="9456" extrusionOk="0">
                  <a:moveTo>
                    <a:pt x="1" y="1"/>
                  </a:moveTo>
                  <a:lnTo>
                    <a:pt x="1" y="9455"/>
                  </a:lnTo>
                  <a:lnTo>
                    <a:pt x="2192" y="9455"/>
                  </a:lnTo>
                  <a:cubicBezTo>
                    <a:pt x="2382" y="9455"/>
                    <a:pt x="2525" y="9312"/>
                    <a:pt x="2525" y="9122"/>
                  </a:cubicBezTo>
                  <a:lnTo>
                    <a:pt x="2525" y="287"/>
                  </a:lnTo>
                  <a:cubicBezTo>
                    <a:pt x="2525" y="144"/>
                    <a:pt x="2406" y="1"/>
                    <a:pt x="2192"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8" name="Google Shape;20918;p137"/>
            <p:cNvSpPr/>
            <p:nvPr/>
          </p:nvSpPr>
          <p:spPr>
            <a:xfrm>
              <a:off x="5630849" y="3076926"/>
              <a:ext cx="20970" cy="20970"/>
            </a:xfrm>
            <a:custGeom>
              <a:avLst/>
              <a:gdLst/>
              <a:ahLst/>
              <a:cxnLst/>
              <a:rect l="l" t="t" r="r" b="b"/>
              <a:pathLst>
                <a:path w="644" h="644" extrusionOk="0">
                  <a:moveTo>
                    <a:pt x="310" y="0"/>
                  </a:moveTo>
                  <a:cubicBezTo>
                    <a:pt x="144" y="0"/>
                    <a:pt x="1" y="143"/>
                    <a:pt x="1" y="310"/>
                  </a:cubicBezTo>
                  <a:cubicBezTo>
                    <a:pt x="1" y="500"/>
                    <a:pt x="144" y="643"/>
                    <a:pt x="310" y="643"/>
                  </a:cubicBezTo>
                  <a:cubicBezTo>
                    <a:pt x="501" y="643"/>
                    <a:pt x="644" y="500"/>
                    <a:pt x="644" y="310"/>
                  </a:cubicBezTo>
                  <a:cubicBezTo>
                    <a:pt x="644" y="143"/>
                    <a:pt x="501" y="0"/>
                    <a:pt x="310"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9" name="Google Shape;20919;p137"/>
            <p:cNvSpPr/>
            <p:nvPr/>
          </p:nvSpPr>
          <p:spPr>
            <a:xfrm>
              <a:off x="5620006" y="3322740"/>
              <a:ext cx="41908" cy="21752"/>
            </a:xfrm>
            <a:custGeom>
              <a:avLst/>
              <a:gdLst/>
              <a:ahLst/>
              <a:cxnLst/>
              <a:rect l="l" t="t" r="r" b="b"/>
              <a:pathLst>
                <a:path w="1287" h="668" extrusionOk="0">
                  <a:moveTo>
                    <a:pt x="310" y="0"/>
                  </a:moveTo>
                  <a:cubicBezTo>
                    <a:pt x="143" y="0"/>
                    <a:pt x="0" y="167"/>
                    <a:pt x="0" y="334"/>
                  </a:cubicBezTo>
                  <a:cubicBezTo>
                    <a:pt x="0" y="524"/>
                    <a:pt x="143" y="667"/>
                    <a:pt x="310" y="667"/>
                  </a:cubicBezTo>
                  <a:lnTo>
                    <a:pt x="953" y="667"/>
                  </a:lnTo>
                  <a:cubicBezTo>
                    <a:pt x="1120" y="667"/>
                    <a:pt x="1286" y="524"/>
                    <a:pt x="1286" y="334"/>
                  </a:cubicBezTo>
                  <a:cubicBezTo>
                    <a:pt x="1286" y="167"/>
                    <a:pt x="1120" y="48"/>
                    <a:pt x="95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0" name="Google Shape;20920;p137"/>
            <p:cNvSpPr/>
            <p:nvPr/>
          </p:nvSpPr>
          <p:spPr>
            <a:xfrm>
              <a:off x="5640944" y="3076926"/>
              <a:ext cx="10876" cy="20189"/>
            </a:xfrm>
            <a:custGeom>
              <a:avLst/>
              <a:gdLst/>
              <a:ahLst/>
              <a:cxnLst/>
              <a:rect l="l" t="t" r="r" b="b"/>
              <a:pathLst>
                <a:path w="334" h="620" extrusionOk="0">
                  <a:moveTo>
                    <a:pt x="0" y="0"/>
                  </a:moveTo>
                  <a:lnTo>
                    <a:pt x="0" y="619"/>
                  </a:lnTo>
                  <a:cubicBezTo>
                    <a:pt x="191" y="619"/>
                    <a:pt x="310" y="476"/>
                    <a:pt x="334" y="334"/>
                  </a:cubicBezTo>
                  <a:cubicBezTo>
                    <a:pt x="334" y="143"/>
                    <a:pt x="191" y="0"/>
                    <a:pt x="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1" name="Google Shape;20921;p137"/>
            <p:cNvSpPr/>
            <p:nvPr/>
          </p:nvSpPr>
          <p:spPr>
            <a:xfrm>
              <a:off x="5640162" y="3324270"/>
              <a:ext cx="21752" cy="20221"/>
            </a:xfrm>
            <a:custGeom>
              <a:avLst/>
              <a:gdLst/>
              <a:ahLst/>
              <a:cxnLst/>
              <a:rect l="l" t="t" r="r" b="b"/>
              <a:pathLst>
                <a:path w="668" h="621" extrusionOk="0">
                  <a:moveTo>
                    <a:pt x="1" y="1"/>
                  </a:moveTo>
                  <a:lnTo>
                    <a:pt x="1" y="620"/>
                  </a:lnTo>
                  <a:lnTo>
                    <a:pt x="334" y="620"/>
                  </a:lnTo>
                  <a:cubicBezTo>
                    <a:pt x="501" y="620"/>
                    <a:pt x="667" y="477"/>
                    <a:pt x="667" y="287"/>
                  </a:cubicBezTo>
                  <a:cubicBezTo>
                    <a:pt x="667" y="120"/>
                    <a:pt x="501" y="1"/>
                    <a:pt x="33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2" name="Google Shape;20922;p137"/>
            <p:cNvSpPr/>
            <p:nvPr/>
          </p:nvSpPr>
          <p:spPr>
            <a:xfrm>
              <a:off x="5661881" y="3118801"/>
              <a:ext cx="225691" cy="163627"/>
            </a:xfrm>
            <a:custGeom>
              <a:avLst/>
              <a:gdLst/>
              <a:ahLst/>
              <a:cxnLst/>
              <a:rect l="l" t="t" r="r" b="b"/>
              <a:pathLst>
                <a:path w="6931" h="5025" extrusionOk="0">
                  <a:moveTo>
                    <a:pt x="2191" y="0"/>
                  </a:moveTo>
                  <a:cubicBezTo>
                    <a:pt x="977" y="0"/>
                    <a:pt x="0" y="976"/>
                    <a:pt x="0" y="2191"/>
                  </a:cubicBezTo>
                  <a:cubicBezTo>
                    <a:pt x="0" y="2763"/>
                    <a:pt x="215" y="3286"/>
                    <a:pt x="620" y="3715"/>
                  </a:cubicBezTo>
                  <a:lnTo>
                    <a:pt x="620" y="4692"/>
                  </a:lnTo>
                  <a:cubicBezTo>
                    <a:pt x="620" y="4811"/>
                    <a:pt x="715" y="4930"/>
                    <a:pt x="834" y="5001"/>
                  </a:cubicBezTo>
                  <a:cubicBezTo>
                    <a:pt x="874" y="5017"/>
                    <a:pt x="913" y="5025"/>
                    <a:pt x="951" y="5025"/>
                  </a:cubicBezTo>
                  <a:cubicBezTo>
                    <a:pt x="1027" y="5025"/>
                    <a:pt x="1096" y="4993"/>
                    <a:pt x="1144" y="4930"/>
                  </a:cubicBezTo>
                  <a:lnTo>
                    <a:pt x="1739" y="4334"/>
                  </a:lnTo>
                  <a:cubicBezTo>
                    <a:pt x="1906" y="4358"/>
                    <a:pt x="2048" y="4406"/>
                    <a:pt x="2191" y="4406"/>
                  </a:cubicBezTo>
                  <a:lnTo>
                    <a:pt x="4692" y="4406"/>
                  </a:lnTo>
                  <a:cubicBezTo>
                    <a:pt x="5906" y="4406"/>
                    <a:pt x="6930" y="3406"/>
                    <a:pt x="6930" y="2191"/>
                  </a:cubicBezTo>
                  <a:cubicBezTo>
                    <a:pt x="6930" y="976"/>
                    <a:pt x="5906" y="0"/>
                    <a:pt x="4692" y="0"/>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3" name="Google Shape;20923;p137"/>
            <p:cNvSpPr/>
            <p:nvPr/>
          </p:nvSpPr>
          <p:spPr>
            <a:xfrm>
              <a:off x="5773538" y="3118801"/>
              <a:ext cx="114034" cy="142689"/>
            </a:xfrm>
            <a:custGeom>
              <a:avLst/>
              <a:gdLst/>
              <a:ahLst/>
              <a:cxnLst/>
              <a:rect l="l" t="t" r="r" b="b"/>
              <a:pathLst>
                <a:path w="3502" h="4382" extrusionOk="0">
                  <a:moveTo>
                    <a:pt x="1" y="0"/>
                  </a:moveTo>
                  <a:lnTo>
                    <a:pt x="1" y="4382"/>
                  </a:lnTo>
                  <a:lnTo>
                    <a:pt x="1263" y="4382"/>
                  </a:lnTo>
                  <a:cubicBezTo>
                    <a:pt x="2477" y="4382"/>
                    <a:pt x="3501" y="3406"/>
                    <a:pt x="3501" y="2191"/>
                  </a:cubicBezTo>
                  <a:cubicBezTo>
                    <a:pt x="3501" y="976"/>
                    <a:pt x="2477" y="0"/>
                    <a:pt x="126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4" name="Google Shape;20924;p137"/>
            <p:cNvSpPr/>
            <p:nvPr/>
          </p:nvSpPr>
          <p:spPr>
            <a:xfrm>
              <a:off x="5722350" y="3179270"/>
              <a:ext cx="21752" cy="21752"/>
            </a:xfrm>
            <a:custGeom>
              <a:avLst/>
              <a:gdLst/>
              <a:ahLst/>
              <a:cxnLst/>
              <a:rect l="l" t="t" r="r" b="b"/>
              <a:pathLst>
                <a:path w="668" h="668" extrusionOk="0">
                  <a:moveTo>
                    <a:pt x="334" y="1"/>
                  </a:moveTo>
                  <a:cubicBezTo>
                    <a:pt x="144" y="1"/>
                    <a:pt x="1" y="144"/>
                    <a:pt x="1" y="334"/>
                  </a:cubicBezTo>
                  <a:cubicBezTo>
                    <a:pt x="1" y="525"/>
                    <a:pt x="144" y="667"/>
                    <a:pt x="334" y="667"/>
                  </a:cubicBezTo>
                  <a:cubicBezTo>
                    <a:pt x="525" y="667"/>
                    <a:pt x="668" y="525"/>
                    <a:pt x="668" y="334"/>
                  </a:cubicBezTo>
                  <a:cubicBezTo>
                    <a:pt x="668" y="144"/>
                    <a:pt x="525" y="1"/>
                    <a:pt x="334"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5" name="Google Shape;20925;p137"/>
            <p:cNvSpPr/>
            <p:nvPr/>
          </p:nvSpPr>
          <p:spPr>
            <a:xfrm>
              <a:off x="5763476" y="3179270"/>
              <a:ext cx="20970" cy="21752"/>
            </a:xfrm>
            <a:custGeom>
              <a:avLst/>
              <a:gdLst/>
              <a:ahLst/>
              <a:cxnLst/>
              <a:rect l="l" t="t" r="r" b="b"/>
              <a:pathLst>
                <a:path w="644" h="668" extrusionOk="0">
                  <a:moveTo>
                    <a:pt x="310" y="1"/>
                  </a:moveTo>
                  <a:cubicBezTo>
                    <a:pt x="143" y="1"/>
                    <a:pt x="0" y="144"/>
                    <a:pt x="0" y="334"/>
                  </a:cubicBezTo>
                  <a:cubicBezTo>
                    <a:pt x="0" y="525"/>
                    <a:pt x="143" y="667"/>
                    <a:pt x="310" y="667"/>
                  </a:cubicBezTo>
                  <a:cubicBezTo>
                    <a:pt x="500" y="667"/>
                    <a:pt x="643" y="525"/>
                    <a:pt x="643" y="334"/>
                  </a:cubicBezTo>
                  <a:cubicBezTo>
                    <a:pt x="643" y="144"/>
                    <a:pt x="500" y="1"/>
                    <a:pt x="310"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6" name="Google Shape;20926;p137"/>
            <p:cNvSpPr/>
            <p:nvPr/>
          </p:nvSpPr>
          <p:spPr>
            <a:xfrm>
              <a:off x="5803789" y="3179270"/>
              <a:ext cx="21752" cy="21752"/>
            </a:xfrm>
            <a:custGeom>
              <a:avLst/>
              <a:gdLst/>
              <a:ahLst/>
              <a:cxnLst/>
              <a:rect l="l" t="t" r="r" b="b"/>
              <a:pathLst>
                <a:path w="668" h="668" extrusionOk="0">
                  <a:moveTo>
                    <a:pt x="334" y="1"/>
                  </a:moveTo>
                  <a:cubicBezTo>
                    <a:pt x="143" y="1"/>
                    <a:pt x="0" y="144"/>
                    <a:pt x="0" y="334"/>
                  </a:cubicBezTo>
                  <a:cubicBezTo>
                    <a:pt x="0" y="525"/>
                    <a:pt x="143" y="667"/>
                    <a:pt x="334" y="667"/>
                  </a:cubicBezTo>
                  <a:cubicBezTo>
                    <a:pt x="524" y="667"/>
                    <a:pt x="667" y="525"/>
                    <a:pt x="667" y="334"/>
                  </a:cubicBezTo>
                  <a:cubicBezTo>
                    <a:pt x="667" y="144"/>
                    <a:pt x="524" y="1"/>
                    <a:pt x="33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7" name="Google Shape;20927;p137"/>
            <p:cNvSpPr/>
            <p:nvPr/>
          </p:nvSpPr>
          <p:spPr>
            <a:xfrm>
              <a:off x="5774320" y="3180539"/>
              <a:ext cx="10127" cy="20482"/>
            </a:xfrm>
            <a:custGeom>
              <a:avLst/>
              <a:gdLst/>
              <a:ahLst/>
              <a:cxnLst/>
              <a:rect l="l" t="t" r="r" b="b"/>
              <a:pathLst>
                <a:path w="311" h="629" extrusionOk="0">
                  <a:moveTo>
                    <a:pt x="58" y="1"/>
                  </a:moveTo>
                  <a:cubicBezTo>
                    <a:pt x="40" y="1"/>
                    <a:pt x="20" y="4"/>
                    <a:pt x="1" y="9"/>
                  </a:cubicBezTo>
                  <a:lnTo>
                    <a:pt x="1" y="628"/>
                  </a:lnTo>
                  <a:cubicBezTo>
                    <a:pt x="167" y="628"/>
                    <a:pt x="310" y="486"/>
                    <a:pt x="310" y="295"/>
                  </a:cubicBezTo>
                  <a:cubicBezTo>
                    <a:pt x="310" y="148"/>
                    <a:pt x="199" y="1"/>
                    <a:pt x="5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28" name="Google Shape;20928;p137"/>
          <p:cNvGrpSpPr/>
          <p:nvPr/>
        </p:nvGrpSpPr>
        <p:grpSpPr>
          <a:xfrm>
            <a:off x="6296199" y="2882650"/>
            <a:ext cx="350535" cy="349754"/>
            <a:chOff x="6296199" y="3035050"/>
            <a:chExt cx="350535" cy="349754"/>
          </a:xfrm>
        </p:grpSpPr>
        <p:sp>
          <p:nvSpPr>
            <p:cNvPr id="20929" name="Google Shape;20929;p137"/>
            <p:cNvSpPr/>
            <p:nvPr/>
          </p:nvSpPr>
          <p:spPr>
            <a:xfrm>
              <a:off x="6296199" y="3035050"/>
              <a:ext cx="205535" cy="349754"/>
            </a:xfrm>
            <a:custGeom>
              <a:avLst/>
              <a:gdLst/>
              <a:ahLst/>
              <a:cxnLst/>
              <a:rect l="l" t="t" r="r" b="b"/>
              <a:pathLst>
                <a:path w="6312" h="10741" extrusionOk="0">
                  <a:moveTo>
                    <a:pt x="953" y="0"/>
                  </a:moveTo>
                  <a:cubicBezTo>
                    <a:pt x="429" y="0"/>
                    <a:pt x="1" y="453"/>
                    <a:pt x="1" y="953"/>
                  </a:cubicBezTo>
                  <a:lnTo>
                    <a:pt x="1" y="9788"/>
                  </a:lnTo>
                  <a:cubicBezTo>
                    <a:pt x="1" y="10336"/>
                    <a:pt x="453" y="10740"/>
                    <a:pt x="953" y="10740"/>
                  </a:cubicBezTo>
                  <a:lnTo>
                    <a:pt x="5359" y="10740"/>
                  </a:lnTo>
                  <a:cubicBezTo>
                    <a:pt x="5907" y="10740"/>
                    <a:pt x="6312" y="10312"/>
                    <a:pt x="6312" y="9788"/>
                  </a:cubicBezTo>
                  <a:lnTo>
                    <a:pt x="6312" y="953"/>
                  </a:lnTo>
                  <a:cubicBezTo>
                    <a:pt x="6312" y="453"/>
                    <a:pt x="5907" y="24"/>
                    <a:pt x="535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0" name="Google Shape;20930;p137"/>
            <p:cNvSpPr/>
            <p:nvPr/>
          </p:nvSpPr>
          <p:spPr>
            <a:xfrm>
              <a:off x="6399324" y="3035799"/>
              <a:ext cx="102409" cy="349005"/>
            </a:xfrm>
            <a:custGeom>
              <a:avLst/>
              <a:gdLst/>
              <a:ahLst/>
              <a:cxnLst/>
              <a:rect l="l" t="t" r="r" b="b"/>
              <a:pathLst>
                <a:path w="3145" h="10718" extrusionOk="0">
                  <a:moveTo>
                    <a:pt x="1" y="1"/>
                  </a:moveTo>
                  <a:lnTo>
                    <a:pt x="1" y="10717"/>
                  </a:lnTo>
                  <a:lnTo>
                    <a:pt x="2192" y="10717"/>
                  </a:lnTo>
                  <a:cubicBezTo>
                    <a:pt x="2740" y="10717"/>
                    <a:pt x="3145" y="10289"/>
                    <a:pt x="3145" y="9765"/>
                  </a:cubicBezTo>
                  <a:lnTo>
                    <a:pt x="3145" y="930"/>
                  </a:lnTo>
                  <a:cubicBezTo>
                    <a:pt x="3145" y="430"/>
                    <a:pt x="2740" y="1"/>
                    <a:pt x="2192"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1" name="Google Shape;20931;p137"/>
            <p:cNvSpPr/>
            <p:nvPr/>
          </p:nvSpPr>
          <p:spPr>
            <a:xfrm>
              <a:off x="6317136" y="3055206"/>
              <a:ext cx="164441" cy="309441"/>
            </a:xfrm>
            <a:custGeom>
              <a:avLst/>
              <a:gdLst/>
              <a:ahLst/>
              <a:cxnLst/>
              <a:rect l="l" t="t" r="r" b="b"/>
              <a:pathLst>
                <a:path w="5050" h="9503" extrusionOk="0">
                  <a:moveTo>
                    <a:pt x="310" y="0"/>
                  </a:moveTo>
                  <a:cubicBezTo>
                    <a:pt x="144" y="0"/>
                    <a:pt x="1" y="167"/>
                    <a:pt x="1" y="334"/>
                  </a:cubicBezTo>
                  <a:lnTo>
                    <a:pt x="1" y="9169"/>
                  </a:lnTo>
                  <a:cubicBezTo>
                    <a:pt x="1" y="9359"/>
                    <a:pt x="144" y="9502"/>
                    <a:pt x="310" y="9502"/>
                  </a:cubicBezTo>
                  <a:lnTo>
                    <a:pt x="4716" y="9502"/>
                  </a:lnTo>
                  <a:cubicBezTo>
                    <a:pt x="4906" y="9502"/>
                    <a:pt x="5049" y="9359"/>
                    <a:pt x="5049" y="9169"/>
                  </a:cubicBezTo>
                  <a:lnTo>
                    <a:pt x="5049" y="334"/>
                  </a:lnTo>
                  <a:cubicBezTo>
                    <a:pt x="5049" y="191"/>
                    <a:pt x="4906" y="48"/>
                    <a:pt x="4716"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2" name="Google Shape;20932;p137"/>
            <p:cNvSpPr/>
            <p:nvPr/>
          </p:nvSpPr>
          <p:spPr>
            <a:xfrm>
              <a:off x="6399324" y="3056737"/>
              <a:ext cx="82253" cy="307911"/>
            </a:xfrm>
            <a:custGeom>
              <a:avLst/>
              <a:gdLst/>
              <a:ahLst/>
              <a:cxnLst/>
              <a:rect l="l" t="t" r="r" b="b"/>
              <a:pathLst>
                <a:path w="2526" h="9456" extrusionOk="0">
                  <a:moveTo>
                    <a:pt x="1" y="1"/>
                  </a:moveTo>
                  <a:lnTo>
                    <a:pt x="1" y="9455"/>
                  </a:lnTo>
                  <a:lnTo>
                    <a:pt x="2192" y="9455"/>
                  </a:lnTo>
                  <a:cubicBezTo>
                    <a:pt x="2382" y="9455"/>
                    <a:pt x="2525" y="9312"/>
                    <a:pt x="2525" y="9122"/>
                  </a:cubicBezTo>
                  <a:lnTo>
                    <a:pt x="2525" y="287"/>
                  </a:lnTo>
                  <a:cubicBezTo>
                    <a:pt x="2525" y="144"/>
                    <a:pt x="2382" y="1"/>
                    <a:pt x="2192"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3" name="Google Shape;20933;p137"/>
            <p:cNvSpPr/>
            <p:nvPr/>
          </p:nvSpPr>
          <p:spPr>
            <a:xfrm>
              <a:off x="6388481" y="3076926"/>
              <a:ext cx="20970" cy="20970"/>
            </a:xfrm>
            <a:custGeom>
              <a:avLst/>
              <a:gdLst/>
              <a:ahLst/>
              <a:cxnLst/>
              <a:rect l="l" t="t" r="r" b="b"/>
              <a:pathLst>
                <a:path w="644" h="644" extrusionOk="0">
                  <a:moveTo>
                    <a:pt x="334" y="0"/>
                  </a:moveTo>
                  <a:cubicBezTo>
                    <a:pt x="143" y="0"/>
                    <a:pt x="1" y="143"/>
                    <a:pt x="1" y="310"/>
                  </a:cubicBezTo>
                  <a:cubicBezTo>
                    <a:pt x="1" y="500"/>
                    <a:pt x="143" y="643"/>
                    <a:pt x="334" y="643"/>
                  </a:cubicBezTo>
                  <a:cubicBezTo>
                    <a:pt x="501" y="643"/>
                    <a:pt x="644" y="500"/>
                    <a:pt x="644" y="310"/>
                  </a:cubicBezTo>
                  <a:cubicBezTo>
                    <a:pt x="644" y="143"/>
                    <a:pt x="501" y="0"/>
                    <a:pt x="334"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4" name="Google Shape;20934;p137"/>
            <p:cNvSpPr/>
            <p:nvPr/>
          </p:nvSpPr>
          <p:spPr>
            <a:xfrm>
              <a:off x="6377638" y="3322740"/>
              <a:ext cx="41908" cy="21752"/>
            </a:xfrm>
            <a:custGeom>
              <a:avLst/>
              <a:gdLst/>
              <a:ahLst/>
              <a:cxnLst/>
              <a:rect l="l" t="t" r="r" b="b"/>
              <a:pathLst>
                <a:path w="1287" h="668" extrusionOk="0">
                  <a:moveTo>
                    <a:pt x="334" y="0"/>
                  </a:moveTo>
                  <a:cubicBezTo>
                    <a:pt x="167" y="0"/>
                    <a:pt x="0" y="167"/>
                    <a:pt x="0" y="334"/>
                  </a:cubicBezTo>
                  <a:cubicBezTo>
                    <a:pt x="0" y="524"/>
                    <a:pt x="167" y="667"/>
                    <a:pt x="334" y="667"/>
                  </a:cubicBezTo>
                  <a:lnTo>
                    <a:pt x="953" y="667"/>
                  </a:lnTo>
                  <a:cubicBezTo>
                    <a:pt x="1143" y="667"/>
                    <a:pt x="1286" y="524"/>
                    <a:pt x="1286" y="334"/>
                  </a:cubicBezTo>
                  <a:cubicBezTo>
                    <a:pt x="1286" y="167"/>
                    <a:pt x="1167" y="48"/>
                    <a:pt x="95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5" name="Google Shape;20935;p137"/>
            <p:cNvSpPr/>
            <p:nvPr/>
          </p:nvSpPr>
          <p:spPr>
            <a:xfrm>
              <a:off x="6400106" y="3076926"/>
              <a:ext cx="10908" cy="20189"/>
            </a:xfrm>
            <a:custGeom>
              <a:avLst/>
              <a:gdLst/>
              <a:ahLst/>
              <a:cxnLst/>
              <a:rect l="l" t="t" r="r" b="b"/>
              <a:pathLst>
                <a:path w="335" h="620" extrusionOk="0">
                  <a:moveTo>
                    <a:pt x="1" y="0"/>
                  </a:moveTo>
                  <a:lnTo>
                    <a:pt x="1" y="619"/>
                  </a:lnTo>
                  <a:cubicBezTo>
                    <a:pt x="191" y="619"/>
                    <a:pt x="310" y="476"/>
                    <a:pt x="334" y="334"/>
                  </a:cubicBezTo>
                  <a:cubicBezTo>
                    <a:pt x="334" y="143"/>
                    <a:pt x="191" y="0"/>
                    <a:pt x="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6" name="Google Shape;20936;p137"/>
            <p:cNvSpPr/>
            <p:nvPr/>
          </p:nvSpPr>
          <p:spPr>
            <a:xfrm>
              <a:off x="6400106" y="3324270"/>
              <a:ext cx="21752" cy="20221"/>
            </a:xfrm>
            <a:custGeom>
              <a:avLst/>
              <a:gdLst/>
              <a:ahLst/>
              <a:cxnLst/>
              <a:rect l="l" t="t" r="r" b="b"/>
              <a:pathLst>
                <a:path w="668" h="621" extrusionOk="0">
                  <a:moveTo>
                    <a:pt x="1" y="1"/>
                  </a:moveTo>
                  <a:lnTo>
                    <a:pt x="1" y="620"/>
                  </a:lnTo>
                  <a:lnTo>
                    <a:pt x="310" y="620"/>
                  </a:lnTo>
                  <a:cubicBezTo>
                    <a:pt x="477" y="620"/>
                    <a:pt x="596" y="501"/>
                    <a:pt x="668" y="358"/>
                  </a:cubicBezTo>
                  <a:cubicBezTo>
                    <a:pt x="668" y="144"/>
                    <a:pt x="501" y="1"/>
                    <a:pt x="33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7" name="Google Shape;20937;p137"/>
            <p:cNvSpPr/>
            <p:nvPr/>
          </p:nvSpPr>
          <p:spPr>
            <a:xfrm>
              <a:off x="6420262" y="3148270"/>
              <a:ext cx="226472" cy="41908"/>
            </a:xfrm>
            <a:custGeom>
              <a:avLst/>
              <a:gdLst/>
              <a:ahLst/>
              <a:cxnLst/>
              <a:rect l="l" t="t" r="r" b="b"/>
              <a:pathLst>
                <a:path w="6955" h="1287" extrusionOk="0">
                  <a:moveTo>
                    <a:pt x="644" y="0"/>
                  </a:moveTo>
                  <a:lnTo>
                    <a:pt x="1" y="333"/>
                  </a:lnTo>
                  <a:lnTo>
                    <a:pt x="1" y="953"/>
                  </a:lnTo>
                  <a:lnTo>
                    <a:pt x="644" y="1286"/>
                  </a:lnTo>
                  <a:lnTo>
                    <a:pt x="6312" y="1286"/>
                  </a:lnTo>
                  <a:lnTo>
                    <a:pt x="6955" y="953"/>
                  </a:lnTo>
                  <a:lnTo>
                    <a:pt x="6955" y="333"/>
                  </a:lnTo>
                  <a:lnTo>
                    <a:pt x="6312" y="0"/>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8" name="Google Shape;20938;p137"/>
            <p:cNvSpPr/>
            <p:nvPr/>
          </p:nvSpPr>
          <p:spPr>
            <a:xfrm>
              <a:off x="6532733" y="3149800"/>
              <a:ext cx="114001" cy="40378"/>
            </a:xfrm>
            <a:custGeom>
              <a:avLst/>
              <a:gdLst/>
              <a:ahLst/>
              <a:cxnLst/>
              <a:rect l="l" t="t" r="r" b="b"/>
              <a:pathLst>
                <a:path w="3501" h="1240" extrusionOk="0">
                  <a:moveTo>
                    <a:pt x="0" y="1"/>
                  </a:moveTo>
                  <a:lnTo>
                    <a:pt x="0" y="1239"/>
                  </a:lnTo>
                  <a:lnTo>
                    <a:pt x="2858" y="1239"/>
                  </a:lnTo>
                  <a:lnTo>
                    <a:pt x="3501" y="906"/>
                  </a:lnTo>
                  <a:lnTo>
                    <a:pt x="3501" y="286"/>
                  </a:lnTo>
                  <a:lnTo>
                    <a:pt x="2858"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9" name="Google Shape;20939;p137"/>
            <p:cNvSpPr/>
            <p:nvPr/>
          </p:nvSpPr>
          <p:spPr>
            <a:xfrm>
              <a:off x="6419513" y="3179270"/>
              <a:ext cx="227221" cy="103158"/>
            </a:xfrm>
            <a:custGeom>
              <a:avLst/>
              <a:gdLst/>
              <a:ahLst/>
              <a:cxnLst/>
              <a:rect l="l" t="t" r="r" b="b"/>
              <a:pathLst>
                <a:path w="6978" h="3168" extrusionOk="0">
                  <a:moveTo>
                    <a:pt x="0" y="1"/>
                  </a:moveTo>
                  <a:lnTo>
                    <a:pt x="0" y="2835"/>
                  </a:lnTo>
                  <a:cubicBezTo>
                    <a:pt x="0" y="3025"/>
                    <a:pt x="143" y="3168"/>
                    <a:pt x="334" y="3168"/>
                  </a:cubicBezTo>
                  <a:lnTo>
                    <a:pt x="6644" y="3168"/>
                  </a:lnTo>
                  <a:cubicBezTo>
                    <a:pt x="6811" y="3168"/>
                    <a:pt x="6978" y="3025"/>
                    <a:pt x="6978" y="2835"/>
                  </a:cubicBezTo>
                  <a:lnTo>
                    <a:pt x="6978" y="1"/>
                  </a:ln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0" name="Google Shape;20940;p137"/>
            <p:cNvSpPr/>
            <p:nvPr/>
          </p:nvSpPr>
          <p:spPr>
            <a:xfrm>
              <a:off x="6420262" y="3117238"/>
              <a:ext cx="226472" cy="41908"/>
            </a:xfrm>
            <a:custGeom>
              <a:avLst/>
              <a:gdLst/>
              <a:ahLst/>
              <a:cxnLst/>
              <a:rect l="l" t="t" r="r" b="b"/>
              <a:pathLst>
                <a:path w="6955" h="1287" extrusionOk="0">
                  <a:moveTo>
                    <a:pt x="334" y="0"/>
                  </a:moveTo>
                  <a:cubicBezTo>
                    <a:pt x="168" y="0"/>
                    <a:pt x="1" y="143"/>
                    <a:pt x="1" y="334"/>
                  </a:cubicBezTo>
                  <a:lnTo>
                    <a:pt x="1" y="1286"/>
                  </a:lnTo>
                  <a:lnTo>
                    <a:pt x="6955" y="1286"/>
                  </a:lnTo>
                  <a:lnTo>
                    <a:pt x="6955" y="334"/>
                  </a:lnTo>
                  <a:cubicBezTo>
                    <a:pt x="6955" y="191"/>
                    <a:pt x="6788" y="48"/>
                    <a:pt x="6645" y="0"/>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1" name="Google Shape;20941;p137"/>
            <p:cNvSpPr/>
            <p:nvPr/>
          </p:nvSpPr>
          <p:spPr>
            <a:xfrm>
              <a:off x="6532733" y="3118801"/>
              <a:ext cx="114001" cy="40345"/>
            </a:xfrm>
            <a:custGeom>
              <a:avLst/>
              <a:gdLst/>
              <a:ahLst/>
              <a:cxnLst/>
              <a:rect l="l" t="t" r="r" b="b"/>
              <a:pathLst>
                <a:path w="3501" h="1239" extrusionOk="0">
                  <a:moveTo>
                    <a:pt x="0" y="0"/>
                  </a:moveTo>
                  <a:lnTo>
                    <a:pt x="0" y="1238"/>
                  </a:lnTo>
                  <a:lnTo>
                    <a:pt x="3501" y="1238"/>
                  </a:lnTo>
                  <a:lnTo>
                    <a:pt x="3501" y="286"/>
                  </a:lnTo>
                  <a:cubicBezTo>
                    <a:pt x="3501" y="143"/>
                    <a:pt x="3334" y="0"/>
                    <a:pt x="3167"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2" name="Google Shape;20942;p137"/>
            <p:cNvSpPr/>
            <p:nvPr/>
          </p:nvSpPr>
          <p:spPr>
            <a:xfrm>
              <a:off x="6532733" y="3179270"/>
              <a:ext cx="114001" cy="103158"/>
            </a:xfrm>
            <a:custGeom>
              <a:avLst/>
              <a:gdLst/>
              <a:ahLst/>
              <a:cxnLst/>
              <a:rect l="l" t="t" r="r" b="b"/>
              <a:pathLst>
                <a:path w="3501" h="3168" extrusionOk="0">
                  <a:moveTo>
                    <a:pt x="0" y="1"/>
                  </a:moveTo>
                  <a:lnTo>
                    <a:pt x="0" y="3168"/>
                  </a:lnTo>
                  <a:lnTo>
                    <a:pt x="3167" y="3168"/>
                  </a:lnTo>
                  <a:cubicBezTo>
                    <a:pt x="3334" y="3168"/>
                    <a:pt x="3501" y="3025"/>
                    <a:pt x="3501" y="2835"/>
                  </a:cubicBezTo>
                  <a:lnTo>
                    <a:pt x="3501"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3" name="Google Shape;20943;p137"/>
            <p:cNvSpPr/>
            <p:nvPr/>
          </p:nvSpPr>
          <p:spPr>
            <a:xfrm>
              <a:off x="6562951" y="3198644"/>
              <a:ext cx="41908" cy="21752"/>
            </a:xfrm>
            <a:custGeom>
              <a:avLst/>
              <a:gdLst/>
              <a:ahLst/>
              <a:cxnLst/>
              <a:rect l="l" t="t" r="r" b="b"/>
              <a:pathLst>
                <a:path w="1287" h="668" extrusionOk="0">
                  <a:moveTo>
                    <a:pt x="334" y="1"/>
                  </a:moveTo>
                  <a:cubicBezTo>
                    <a:pt x="144" y="1"/>
                    <a:pt x="1" y="144"/>
                    <a:pt x="1" y="334"/>
                  </a:cubicBezTo>
                  <a:cubicBezTo>
                    <a:pt x="1" y="525"/>
                    <a:pt x="144" y="668"/>
                    <a:pt x="334" y="668"/>
                  </a:cubicBezTo>
                  <a:lnTo>
                    <a:pt x="953" y="668"/>
                  </a:lnTo>
                  <a:cubicBezTo>
                    <a:pt x="1144" y="668"/>
                    <a:pt x="1287" y="525"/>
                    <a:pt x="1287" y="334"/>
                  </a:cubicBezTo>
                  <a:cubicBezTo>
                    <a:pt x="1287" y="144"/>
                    <a:pt x="1144"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4" name="Google Shape;20944;p137"/>
          <p:cNvGrpSpPr/>
          <p:nvPr/>
        </p:nvGrpSpPr>
        <p:grpSpPr>
          <a:xfrm>
            <a:off x="7060017" y="2882650"/>
            <a:ext cx="329630" cy="349754"/>
            <a:chOff x="7060017" y="3035050"/>
            <a:chExt cx="329630" cy="349754"/>
          </a:xfrm>
        </p:grpSpPr>
        <p:sp>
          <p:nvSpPr>
            <p:cNvPr id="20945" name="Google Shape;20945;p137"/>
            <p:cNvSpPr/>
            <p:nvPr/>
          </p:nvSpPr>
          <p:spPr>
            <a:xfrm>
              <a:off x="7060017" y="3035050"/>
              <a:ext cx="205535" cy="349754"/>
            </a:xfrm>
            <a:custGeom>
              <a:avLst/>
              <a:gdLst/>
              <a:ahLst/>
              <a:cxnLst/>
              <a:rect l="l" t="t" r="r" b="b"/>
              <a:pathLst>
                <a:path w="6312" h="10741" extrusionOk="0">
                  <a:moveTo>
                    <a:pt x="954" y="0"/>
                  </a:moveTo>
                  <a:cubicBezTo>
                    <a:pt x="430" y="0"/>
                    <a:pt x="1" y="453"/>
                    <a:pt x="1" y="953"/>
                  </a:cubicBezTo>
                  <a:lnTo>
                    <a:pt x="1" y="9788"/>
                  </a:lnTo>
                  <a:cubicBezTo>
                    <a:pt x="1" y="10336"/>
                    <a:pt x="453" y="10740"/>
                    <a:pt x="954" y="10740"/>
                  </a:cubicBezTo>
                  <a:lnTo>
                    <a:pt x="5359" y="10740"/>
                  </a:lnTo>
                  <a:cubicBezTo>
                    <a:pt x="5907" y="10740"/>
                    <a:pt x="6312" y="10312"/>
                    <a:pt x="6312" y="9788"/>
                  </a:cubicBezTo>
                  <a:lnTo>
                    <a:pt x="6312" y="953"/>
                  </a:lnTo>
                  <a:cubicBezTo>
                    <a:pt x="6312" y="453"/>
                    <a:pt x="5907" y="24"/>
                    <a:pt x="535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6" name="Google Shape;20946;p137"/>
            <p:cNvSpPr/>
            <p:nvPr/>
          </p:nvSpPr>
          <p:spPr>
            <a:xfrm>
              <a:off x="7163957" y="3035799"/>
              <a:ext cx="101595" cy="349005"/>
            </a:xfrm>
            <a:custGeom>
              <a:avLst/>
              <a:gdLst/>
              <a:ahLst/>
              <a:cxnLst/>
              <a:rect l="l" t="t" r="r" b="b"/>
              <a:pathLst>
                <a:path w="3120" h="10718" extrusionOk="0">
                  <a:moveTo>
                    <a:pt x="0" y="1"/>
                  </a:moveTo>
                  <a:lnTo>
                    <a:pt x="0" y="10717"/>
                  </a:lnTo>
                  <a:lnTo>
                    <a:pt x="2167" y="10717"/>
                  </a:lnTo>
                  <a:cubicBezTo>
                    <a:pt x="2715" y="10717"/>
                    <a:pt x="3120" y="10289"/>
                    <a:pt x="3120" y="9765"/>
                  </a:cubicBezTo>
                  <a:lnTo>
                    <a:pt x="3120" y="930"/>
                  </a:lnTo>
                  <a:cubicBezTo>
                    <a:pt x="3120" y="430"/>
                    <a:pt x="2715" y="1"/>
                    <a:pt x="221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7" name="Google Shape;20947;p137"/>
            <p:cNvSpPr/>
            <p:nvPr/>
          </p:nvSpPr>
          <p:spPr>
            <a:xfrm>
              <a:off x="7080955" y="3055206"/>
              <a:ext cx="164441" cy="309441"/>
            </a:xfrm>
            <a:custGeom>
              <a:avLst/>
              <a:gdLst/>
              <a:ahLst/>
              <a:cxnLst/>
              <a:rect l="l" t="t" r="r" b="b"/>
              <a:pathLst>
                <a:path w="5050" h="9503" extrusionOk="0">
                  <a:moveTo>
                    <a:pt x="311" y="0"/>
                  </a:moveTo>
                  <a:cubicBezTo>
                    <a:pt x="144" y="0"/>
                    <a:pt x="1" y="167"/>
                    <a:pt x="1" y="334"/>
                  </a:cubicBezTo>
                  <a:lnTo>
                    <a:pt x="1" y="9169"/>
                  </a:lnTo>
                  <a:cubicBezTo>
                    <a:pt x="1" y="9359"/>
                    <a:pt x="144" y="9502"/>
                    <a:pt x="311" y="9502"/>
                  </a:cubicBezTo>
                  <a:lnTo>
                    <a:pt x="4716" y="9502"/>
                  </a:lnTo>
                  <a:cubicBezTo>
                    <a:pt x="4907" y="9502"/>
                    <a:pt x="5050" y="9359"/>
                    <a:pt x="5050" y="9169"/>
                  </a:cubicBezTo>
                  <a:lnTo>
                    <a:pt x="5050" y="334"/>
                  </a:lnTo>
                  <a:cubicBezTo>
                    <a:pt x="5050" y="191"/>
                    <a:pt x="4907" y="48"/>
                    <a:pt x="4716"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8" name="Google Shape;20948;p137"/>
            <p:cNvSpPr/>
            <p:nvPr/>
          </p:nvSpPr>
          <p:spPr>
            <a:xfrm>
              <a:off x="7163957" y="3056737"/>
              <a:ext cx="81439" cy="307911"/>
            </a:xfrm>
            <a:custGeom>
              <a:avLst/>
              <a:gdLst/>
              <a:ahLst/>
              <a:cxnLst/>
              <a:rect l="l" t="t" r="r" b="b"/>
              <a:pathLst>
                <a:path w="2501" h="9456" extrusionOk="0">
                  <a:moveTo>
                    <a:pt x="0" y="1"/>
                  </a:moveTo>
                  <a:lnTo>
                    <a:pt x="0" y="9455"/>
                  </a:lnTo>
                  <a:lnTo>
                    <a:pt x="2167" y="9455"/>
                  </a:lnTo>
                  <a:cubicBezTo>
                    <a:pt x="2358" y="9455"/>
                    <a:pt x="2501" y="9312"/>
                    <a:pt x="2501" y="9122"/>
                  </a:cubicBezTo>
                  <a:lnTo>
                    <a:pt x="2501" y="287"/>
                  </a:lnTo>
                  <a:cubicBezTo>
                    <a:pt x="2501" y="144"/>
                    <a:pt x="2358" y="1"/>
                    <a:pt x="2215"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9" name="Google Shape;20949;p137"/>
            <p:cNvSpPr/>
            <p:nvPr/>
          </p:nvSpPr>
          <p:spPr>
            <a:xfrm>
              <a:off x="7152299" y="3076926"/>
              <a:ext cx="21752" cy="20970"/>
            </a:xfrm>
            <a:custGeom>
              <a:avLst/>
              <a:gdLst/>
              <a:ahLst/>
              <a:cxnLst/>
              <a:rect l="l" t="t" r="r" b="b"/>
              <a:pathLst>
                <a:path w="668" h="644" extrusionOk="0">
                  <a:moveTo>
                    <a:pt x="334" y="0"/>
                  </a:moveTo>
                  <a:cubicBezTo>
                    <a:pt x="144" y="0"/>
                    <a:pt x="1" y="143"/>
                    <a:pt x="1" y="310"/>
                  </a:cubicBezTo>
                  <a:cubicBezTo>
                    <a:pt x="1" y="500"/>
                    <a:pt x="144" y="643"/>
                    <a:pt x="334" y="643"/>
                  </a:cubicBezTo>
                  <a:cubicBezTo>
                    <a:pt x="501" y="643"/>
                    <a:pt x="668" y="500"/>
                    <a:pt x="668" y="310"/>
                  </a:cubicBezTo>
                  <a:cubicBezTo>
                    <a:pt x="668" y="143"/>
                    <a:pt x="501" y="0"/>
                    <a:pt x="334"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0" name="Google Shape;20950;p137"/>
            <p:cNvSpPr/>
            <p:nvPr/>
          </p:nvSpPr>
          <p:spPr>
            <a:xfrm>
              <a:off x="7143019" y="3322740"/>
              <a:ext cx="41126" cy="21752"/>
            </a:xfrm>
            <a:custGeom>
              <a:avLst/>
              <a:gdLst/>
              <a:ahLst/>
              <a:cxnLst/>
              <a:rect l="l" t="t" r="r" b="b"/>
              <a:pathLst>
                <a:path w="1263" h="668" extrusionOk="0">
                  <a:moveTo>
                    <a:pt x="310" y="0"/>
                  </a:moveTo>
                  <a:cubicBezTo>
                    <a:pt x="143" y="0"/>
                    <a:pt x="0" y="167"/>
                    <a:pt x="0" y="334"/>
                  </a:cubicBezTo>
                  <a:cubicBezTo>
                    <a:pt x="0" y="524"/>
                    <a:pt x="143" y="667"/>
                    <a:pt x="310" y="667"/>
                  </a:cubicBezTo>
                  <a:lnTo>
                    <a:pt x="953" y="667"/>
                  </a:lnTo>
                  <a:cubicBezTo>
                    <a:pt x="1119" y="667"/>
                    <a:pt x="1262" y="524"/>
                    <a:pt x="1262" y="334"/>
                  </a:cubicBezTo>
                  <a:cubicBezTo>
                    <a:pt x="1262" y="167"/>
                    <a:pt x="1119" y="48"/>
                    <a:pt x="95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1" name="Google Shape;20951;p137"/>
            <p:cNvSpPr/>
            <p:nvPr/>
          </p:nvSpPr>
          <p:spPr>
            <a:xfrm>
              <a:off x="7163957" y="3076926"/>
              <a:ext cx="10876" cy="20189"/>
            </a:xfrm>
            <a:custGeom>
              <a:avLst/>
              <a:gdLst/>
              <a:ahLst/>
              <a:cxnLst/>
              <a:rect l="l" t="t" r="r" b="b"/>
              <a:pathLst>
                <a:path w="334" h="620" extrusionOk="0">
                  <a:moveTo>
                    <a:pt x="0" y="0"/>
                  </a:moveTo>
                  <a:lnTo>
                    <a:pt x="0" y="619"/>
                  </a:lnTo>
                  <a:cubicBezTo>
                    <a:pt x="191" y="619"/>
                    <a:pt x="310" y="476"/>
                    <a:pt x="333" y="334"/>
                  </a:cubicBezTo>
                  <a:cubicBezTo>
                    <a:pt x="333" y="143"/>
                    <a:pt x="191" y="0"/>
                    <a:pt x="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2" name="Google Shape;20952;p137"/>
            <p:cNvSpPr/>
            <p:nvPr/>
          </p:nvSpPr>
          <p:spPr>
            <a:xfrm>
              <a:off x="7163957" y="3324270"/>
              <a:ext cx="21719" cy="20221"/>
            </a:xfrm>
            <a:custGeom>
              <a:avLst/>
              <a:gdLst/>
              <a:ahLst/>
              <a:cxnLst/>
              <a:rect l="l" t="t" r="r" b="b"/>
              <a:pathLst>
                <a:path w="667" h="621" extrusionOk="0">
                  <a:moveTo>
                    <a:pt x="0" y="1"/>
                  </a:moveTo>
                  <a:lnTo>
                    <a:pt x="0" y="620"/>
                  </a:lnTo>
                  <a:lnTo>
                    <a:pt x="310" y="620"/>
                  </a:lnTo>
                  <a:cubicBezTo>
                    <a:pt x="476" y="620"/>
                    <a:pt x="595" y="501"/>
                    <a:pt x="667" y="358"/>
                  </a:cubicBezTo>
                  <a:cubicBezTo>
                    <a:pt x="667" y="144"/>
                    <a:pt x="500" y="1"/>
                    <a:pt x="33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3" name="Google Shape;20953;p137"/>
            <p:cNvSpPr/>
            <p:nvPr/>
          </p:nvSpPr>
          <p:spPr>
            <a:xfrm>
              <a:off x="7301989" y="3257778"/>
              <a:ext cx="87658" cy="85737"/>
            </a:xfrm>
            <a:custGeom>
              <a:avLst/>
              <a:gdLst/>
              <a:ahLst/>
              <a:cxnLst/>
              <a:rect l="l" t="t" r="r" b="b"/>
              <a:pathLst>
                <a:path w="2692" h="2633" extrusionOk="0">
                  <a:moveTo>
                    <a:pt x="322" y="1"/>
                  </a:moveTo>
                  <a:cubicBezTo>
                    <a:pt x="238" y="1"/>
                    <a:pt x="155" y="31"/>
                    <a:pt x="95" y="90"/>
                  </a:cubicBezTo>
                  <a:cubicBezTo>
                    <a:pt x="0" y="209"/>
                    <a:pt x="0" y="424"/>
                    <a:pt x="95" y="543"/>
                  </a:cubicBezTo>
                  <a:lnTo>
                    <a:pt x="2096" y="2543"/>
                  </a:lnTo>
                  <a:cubicBezTo>
                    <a:pt x="2155" y="2603"/>
                    <a:pt x="2239" y="2632"/>
                    <a:pt x="2322" y="2632"/>
                  </a:cubicBezTo>
                  <a:cubicBezTo>
                    <a:pt x="2405" y="2632"/>
                    <a:pt x="2489" y="2603"/>
                    <a:pt x="2548" y="2543"/>
                  </a:cubicBezTo>
                  <a:cubicBezTo>
                    <a:pt x="2691" y="2424"/>
                    <a:pt x="2691" y="2210"/>
                    <a:pt x="2548" y="2091"/>
                  </a:cubicBezTo>
                  <a:lnTo>
                    <a:pt x="548" y="90"/>
                  </a:lnTo>
                  <a:cubicBezTo>
                    <a:pt x="488" y="31"/>
                    <a:pt x="405" y="1"/>
                    <a:pt x="322"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4" name="Google Shape;20954;p137"/>
            <p:cNvSpPr/>
            <p:nvPr/>
          </p:nvSpPr>
          <p:spPr>
            <a:xfrm>
              <a:off x="7163175" y="3118801"/>
              <a:ext cx="183815" cy="183815"/>
            </a:xfrm>
            <a:custGeom>
              <a:avLst/>
              <a:gdLst/>
              <a:ahLst/>
              <a:cxnLst/>
              <a:rect l="l" t="t" r="r" b="b"/>
              <a:pathLst>
                <a:path w="5645" h="5645" extrusionOk="0">
                  <a:moveTo>
                    <a:pt x="2834" y="0"/>
                  </a:moveTo>
                  <a:cubicBezTo>
                    <a:pt x="2048" y="0"/>
                    <a:pt x="1334" y="310"/>
                    <a:pt x="834" y="834"/>
                  </a:cubicBezTo>
                  <a:cubicBezTo>
                    <a:pt x="310" y="1334"/>
                    <a:pt x="0" y="2048"/>
                    <a:pt x="0" y="2810"/>
                  </a:cubicBezTo>
                  <a:cubicBezTo>
                    <a:pt x="0" y="4358"/>
                    <a:pt x="1286" y="5644"/>
                    <a:pt x="2834" y="5644"/>
                  </a:cubicBezTo>
                  <a:cubicBezTo>
                    <a:pt x="3596" y="5644"/>
                    <a:pt x="4311" y="5311"/>
                    <a:pt x="4811" y="4811"/>
                  </a:cubicBezTo>
                  <a:cubicBezTo>
                    <a:pt x="5335" y="4311"/>
                    <a:pt x="5644" y="3596"/>
                    <a:pt x="5644" y="2810"/>
                  </a:cubicBezTo>
                  <a:cubicBezTo>
                    <a:pt x="5644" y="1262"/>
                    <a:pt x="4406" y="0"/>
                    <a:pt x="28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5" name="Google Shape;20955;p137"/>
            <p:cNvSpPr/>
            <p:nvPr/>
          </p:nvSpPr>
          <p:spPr>
            <a:xfrm>
              <a:off x="7190300" y="3118801"/>
              <a:ext cx="199348" cy="221816"/>
            </a:xfrm>
            <a:custGeom>
              <a:avLst/>
              <a:gdLst/>
              <a:ahLst/>
              <a:cxnLst/>
              <a:rect l="l" t="t" r="r" b="b"/>
              <a:pathLst>
                <a:path w="6122" h="6812" extrusionOk="0">
                  <a:moveTo>
                    <a:pt x="2001" y="0"/>
                  </a:moveTo>
                  <a:cubicBezTo>
                    <a:pt x="1215" y="0"/>
                    <a:pt x="501" y="310"/>
                    <a:pt x="1" y="834"/>
                  </a:cubicBezTo>
                  <a:lnTo>
                    <a:pt x="5978" y="6811"/>
                  </a:lnTo>
                  <a:cubicBezTo>
                    <a:pt x="6121" y="6692"/>
                    <a:pt x="6121" y="6478"/>
                    <a:pt x="5978" y="6359"/>
                  </a:cubicBezTo>
                  <a:lnTo>
                    <a:pt x="4192" y="4572"/>
                  </a:lnTo>
                  <a:cubicBezTo>
                    <a:pt x="4573" y="4096"/>
                    <a:pt x="4811" y="3477"/>
                    <a:pt x="4811" y="2810"/>
                  </a:cubicBezTo>
                  <a:cubicBezTo>
                    <a:pt x="4811" y="1262"/>
                    <a:pt x="3549" y="0"/>
                    <a:pt x="200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6" name="Google Shape;20956;p137"/>
            <p:cNvSpPr/>
            <p:nvPr/>
          </p:nvSpPr>
          <p:spPr>
            <a:xfrm>
              <a:off x="7183332" y="3138957"/>
              <a:ext cx="143503" cy="143470"/>
            </a:xfrm>
            <a:custGeom>
              <a:avLst/>
              <a:gdLst/>
              <a:ahLst/>
              <a:cxnLst/>
              <a:rect l="l" t="t" r="r" b="b"/>
              <a:pathLst>
                <a:path w="4407" h="4406" extrusionOk="0">
                  <a:moveTo>
                    <a:pt x="2215" y="0"/>
                  </a:moveTo>
                  <a:cubicBezTo>
                    <a:pt x="1620" y="0"/>
                    <a:pt x="1048" y="238"/>
                    <a:pt x="667" y="643"/>
                  </a:cubicBezTo>
                  <a:cubicBezTo>
                    <a:pt x="262" y="1072"/>
                    <a:pt x="0" y="1596"/>
                    <a:pt x="0" y="2191"/>
                  </a:cubicBezTo>
                  <a:cubicBezTo>
                    <a:pt x="0" y="3430"/>
                    <a:pt x="977" y="4406"/>
                    <a:pt x="2191" y="4406"/>
                  </a:cubicBezTo>
                  <a:cubicBezTo>
                    <a:pt x="2787" y="4406"/>
                    <a:pt x="3358" y="4168"/>
                    <a:pt x="3739" y="3739"/>
                  </a:cubicBezTo>
                  <a:cubicBezTo>
                    <a:pt x="4144" y="3358"/>
                    <a:pt x="4406" y="2787"/>
                    <a:pt x="4406" y="2191"/>
                  </a:cubicBezTo>
                  <a:cubicBezTo>
                    <a:pt x="4406" y="977"/>
                    <a:pt x="3430" y="0"/>
                    <a:pt x="2215"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7" name="Google Shape;20957;p137"/>
            <p:cNvSpPr/>
            <p:nvPr/>
          </p:nvSpPr>
          <p:spPr>
            <a:xfrm>
              <a:off x="7205051" y="3138957"/>
              <a:ext cx="121784" cy="121784"/>
            </a:xfrm>
            <a:custGeom>
              <a:avLst/>
              <a:gdLst/>
              <a:ahLst/>
              <a:cxnLst/>
              <a:rect l="l" t="t" r="r" b="b"/>
              <a:pathLst>
                <a:path w="3740" h="3740" extrusionOk="0">
                  <a:moveTo>
                    <a:pt x="1548" y="0"/>
                  </a:moveTo>
                  <a:cubicBezTo>
                    <a:pt x="953" y="0"/>
                    <a:pt x="381" y="238"/>
                    <a:pt x="0" y="643"/>
                  </a:cubicBezTo>
                  <a:lnTo>
                    <a:pt x="3072" y="3739"/>
                  </a:lnTo>
                  <a:cubicBezTo>
                    <a:pt x="3477" y="3358"/>
                    <a:pt x="3739" y="2787"/>
                    <a:pt x="3739" y="2191"/>
                  </a:cubicBezTo>
                  <a:cubicBezTo>
                    <a:pt x="3739" y="977"/>
                    <a:pt x="2763" y="0"/>
                    <a:pt x="154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58" name="Google Shape;20958;p137"/>
          <p:cNvGrpSpPr/>
          <p:nvPr/>
        </p:nvGrpSpPr>
        <p:grpSpPr>
          <a:xfrm>
            <a:off x="7828525" y="2883399"/>
            <a:ext cx="269096" cy="350568"/>
            <a:chOff x="7828525" y="3035799"/>
            <a:chExt cx="269096" cy="350568"/>
          </a:xfrm>
        </p:grpSpPr>
        <p:sp>
          <p:nvSpPr>
            <p:cNvPr id="20959" name="Google Shape;20959;p137"/>
            <p:cNvSpPr/>
            <p:nvPr/>
          </p:nvSpPr>
          <p:spPr>
            <a:xfrm>
              <a:off x="7860306" y="3118801"/>
              <a:ext cx="205535" cy="267566"/>
            </a:xfrm>
            <a:custGeom>
              <a:avLst/>
              <a:gdLst/>
              <a:ahLst/>
              <a:cxnLst/>
              <a:rect l="l" t="t" r="r" b="b"/>
              <a:pathLst>
                <a:path w="6312" h="8217" extrusionOk="0">
                  <a:moveTo>
                    <a:pt x="953" y="0"/>
                  </a:moveTo>
                  <a:cubicBezTo>
                    <a:pt x="405" y="0"/>
                    <a:pt x="0" y="429"/>
                    <a:pt x="0" y="953"/>
                  </a:cubicBezTo>
                  <a:lnTo>
                    <a:pt x="0" y="7263"/>
                  </a:lnTo>
                  <a:cubicBezTo>
                    <a:pt x="0" y="7787"/>
                    <a:pt x="429" y="8216"/>
                    <a:pt x="953" y="8216"/>
                  </a:cubicBezTo>
                  <a:lnTo>
                    <a:pt x="5359" y="8216"/>
                  </a:lnTo>
                  <a:cubicBezTo>
                    <a:pt x="5883" y="8216"/>
                    <a:pt x="6311" y="7764"/>
                    <a:pt x="6311" y="7263"/>
                  </a:cubicBezTo>
                  <a:lnTo>
                    <a:pt x="6311" y="953"/>
                  </a:lnTo>
                  <a:cubicBezTo>
                    <a:pt x="6311" y="405"/>
                    <a:pt x="5883" y="0"/>
                    <a:pt x="535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0" name="Google Shape;20960;p137"/>
            <p:cNvSpPr/>
            <p:nvPr/>
          </p:nvSpPr>
          <p:spPr>
            <a:xfrm>
              <a:off x="7962650" y="3118801"/>
              <a:ext cx="103191" cy="267566"/>
            </a:xfrm>
            <a:custGeom>
              <a:avLst/>
              <a:gdLst/>
              <a:ahLst/>
              <a:cxnLst/>
              <a:rect l="l" t="t" r="r" b="b"/>
              <a:pathLst>
                <a:path w="3169" h="8217" extrusionOk="0">
                  <a:moveTo>
                    <a:pt x="1" y="0"/>
                  </a:moveTo>
                  <a:lnTo>
                    <a:pt x="1" y="8216"/>
                  </a:lnTo>
                  <a:lnTo>
                    <a:pt x="2216" y="8216"/>
                  </a:lnTo>
                  <a:cubicBezTo>
                    <a:pt x="2740" y="8216"/>
                    <a:pt x="3168" y="7764"/>
                    <a:pt x="3168" y="7263"/>
                  </a:cubicBezTo>
                  <a:lnTo>
                    <a:pt x="3168" y="953"/>
                  </a:lnTo>
                  <a:cubicBezTo>
                    <a:pt x="3168" y="405"/>
                    <a:pt x="2740" y="0"/>
                    <a:pt x="221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1" name="Google Shape;20961;p137"/>
            <p:cNvSpPr/>
            <p:nvPr/>
          </p:nvSpPr>
          <p:spPr>
            <a:xfrm>
              <a:off x="7880462" y="3138957"/>
              <a:ext cx="164441" cy="226472"/>
            </a:xfrm>
            <a:custGeom>
              <a:avLst/>
              <a:gdLst/>
              <a:ahLst/>
              <a:cxnLst/>
              <a:rect l="l" t="t" r="r" b="b"/>
              <a:pathLst>
                <a:path w="5050" h="6955" extrusionOk="0">
                  <a:moveTo>
                    <a:pt x="334" y="0"/>
                  </a:moveTo>
                  <a:cubicBezTo>
                    <a:pt x="144" y="0"/>
                    <a:pt x="1" y="143"/>
                    <a:pt x="1" y="334"/>
                  </a:cubicBezTo>
                  <a:lnTo>
                    <a:pt x="1" y="6644"/>
                  </a:lnTo>
                  <a:cubicBezTo>
                    <a:pt x="1" y="6811"/>
                    <a:pt x="144" y="6954"/>
                    <a:pt x="334" y="6954"/>
                  </a:cubicBezTo>
                  <a:lnTo>
                    <a:pt x="4740" y="6954"/>
                  </a:lnTo>
                  <a:cubicBezTo>
                    <a:pt x="4906" y="6954"/>
                    <a:pt x="5049" y="6811"/>
                    <a:pt x="5049" y="6644"/>
                  </a:cubicBezTo>
                  <a:lnTo>
                    <a:pt x="5049" y="334"/>
                  </a:lnTo>
                  <a:cubicBezTo>
                    <a:pt x="5049" y="143"/>
                    <a:pt x="4906" y="0"/>
                    <a:pt x="4740"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2" name="Google Shape;20962;p137"/>
            <p:cNvSpPr/>
            <p:nvPr/>
          </p:nvSpPr>
          <p:spPr>
            <a:xfrm>
              <a:off x="7962650" y="3139641"/>
              <a:ext cx="82253" cy="225788"/>
            </a:xfrm>
            <a:custGeom>
              <a:avLst/>
              <a:gdLst/>
              <a:ahLst/>
              <a:cxnLst/>
              <a:rect l="l" t="t" r="r" b="b"/>
              <a:pathLst>
                <a:path w="2526" h="6934" extrusionOk="0">
                  <a:moveTo>
                    <a:pt x="2252" y="1"/>
                  </a:moveTo>
                  <a:cubicBezTo>
                    <a:pt x="2240" y="1"/>
                    <a:pt x="2228" y="1"/>
                    <a:pt x="2216" y="3"/>
                  </a:cubicBezTo>
                  <a:lnTo>
                    <a:pt x="1" y="3"/>
                  </a:lnTo>
                  <a:lnTo>
                    <a:pt x="1" y="6933"/>
                  </a:lnTo>
                  <a:lnTo>
                    <a:pt x="2216" y="6933"/>
                  </a:lnTo>
                  <a:cubicBezTo>
                    <a:pt x="2382" y="6933"/>
                    <a:pt x="2525" y="6790"/>
                    <a:pt x="2525" y="6623"/>
                  </a:cubicBezTo>
                  <a:lnTo>
                    <a:pt x="2525" y="313"/>
                  </a:lnTo>
                  <a:cubicBezTo>
                    <a:pt x="2525" y="136"/>
                    <a:pt x="2403" y="1"/>
                    <a:pt x="2252"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3" name="Google Shape;20963;p137"/>
            <p:cNvSpPr/>
            <p:nvPr/>
          </p:nvSpPr>
          <p:spPr>
            <a:xfrm>
              <a:off x="7942494" y="3322740"/>
              <a:ext cx="41908" cy="21752"/>
            </a:xfrm>
            <a:custGeom>
              <a:avLst/>
              <a:gdLst/>
              <a:ahLst/>
              <a:cxnLst/>
              <a:rect l="l" t="t" r="r" b="b"/>
              <a:pathLst>
                <a:path w="1287" h="668" extrusionOk="0">
                  <a:moveTo>
                    <a:pt x="334" y="0"/>
                  </a:moveTo>
                  <a:cubicBezTo>
                    <a:pt x="144" y="0"/>
                    <a:pt x="1" y="167"/>
                    <a:pt x="1" y="334"/>
                  </a:cubicBezTo>
                  <a:cubicBezTo>
                    <a:pt x="1" y="524"/>
                    <a:pt x="144" y="667"/>
                    <a:pt x="334" y="667"/>
                  </a:cubicBezTo>
                  <a:lnTo>
                    <a:pt x="953" y="667"/>
                  </a:lnTo>
                  <a:cubicBezTo>
                    <a:pt x="1120" y="667"/>
                    <a:pt x="1287" y="524"/>
                    <a:pt x="1287" y="334"/>
                  </a:cubicBezTo>
                  <a:cubicBezTo>
                    <a:pt x="1287" y="167"/>
                    <a:pt x="1120" y="48"/>
                    <a:pt x="95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4" name="Google Shape;20964;p137"/>
            <p:cNvSpPr/>
            <p:nvPr/>
          </p:nvSpPr>
          <p:spPr>
            <a:xfrm>
              <a:off x="7963431" y="3324270"/>
              <a:ext cx="21752" cy="20221"/>
            </a:xfrm>
            <a:custGeom>
              <a:avLst/>
              <a:gdLst/>
              <a:ahLst/>
              <a:cxnLst/>
              <a:rect l="l" t="t" r="r" b="b"/>
              <a:pathLst>
                <a:path w="668" h="621" extrusionOk="0">
                  <a:moveTo>
                    <a:pt x="1" y="1"/>
                  </a:moveTo>
                  <a:lnTo>
                    <a:pt x="1" y="620"/>
                  </a:lnTo>
                  <a:lnTo>
                    <a:pt x="310" y="620"/>
                  </a:lnTo>
                  <a:cubicBezTo>
                    <a:pt x="453" y="620"/>
                    <a:pt x="596" y="501"/>
                    <a:pt x="668" y="358"/>
                  </a:cubicBezTo>
                  <a:cubicBezTo>
                    <a:pt x="668" y="144"/>
                    <a:pt x="525" y="1"/>
                    <a:pt x="33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5" name="Google Shape;20965;p137"/>
            <p:cNvSpPr/>
            <p:nvPr/>
          </p:nvSpPr>
          <p:spPr>
            <a:xfrm>
              <a:off x="7828525" y="3035799"/>
              <a:ext cx="268315" cy="81471"/>
            </a:xfrm>
            <a:custGeom>
              <a:avLst/>
              <a:gdLst/>
              <a:ahLst/>
              <a:cxnLst/>
              <a:rect l="l" t="t" r="r" b="b"/>
              <a:pathLst>
                <a:path w="8240" h="2502" extrusionOk="0">
                  <a:moveTo>
                    <a:pt x="1286" y="1"/>
                  </a:moveTo>
                  <a:cubicBezTo>
                    <a:pt x="1167" y="1"/>
                    <a:pt x="1096" y="72"/>
                    <a:pt x="1024" y="168"/>
                  </a:cubicBezTo>
                  <a:lnTo>
                    <a:pt x="72" y="1739"/>
                  </a:lnTo>
                  <a:cubicBezTo>
                    <a:pt x="48" y="1787"/>
                    <a:pt x="0" y="1858"/>
                    <a:pt x="0" y="1882"/>
                  </a:cubicBezTo>
                  <a:lnTo>
                    <a:pt x="572" y="2501"/>
                  </a:lnTo>
                  <a:lnTo>
                    <a:pt x="7216" y="2501"/>
                  </a:lnTo>
                  <a:lnTo>
                    <a:pt x="8192" y="1882"/>
                  </a:lnTo>
                  <a:cubicBezTo>
                    <a:pt x="8240" y="1858"/>
                    <a:pt x="8192" y="1787"/>
                    <a:pt x="8168" y="1739"/>
                  </a:cubicBezTo>
                  <a:lnTo>
                    <a:pt x="7216" y="168"/>
                  </a:lnTo>
                  <a:cubicBezTo>
                    <a:pt x="7144" y="72"/>
                    <a:pt x="7073" y="1"/>
                    <a:pt x="6954" y="1"/>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6" name="Google Shape;20966;p137"/>
            <p:cNvSpPr/>
            <p:nvPr/>
          </p:nvSpPr>
          <p:spPr>
            <a:xfrm>
              <a:off x="7961901" y="3036581"/>
              <a:ext cx="133409" cy="83002"/>
            </a:xfrm>
            <a:custGeom>
              <a:avLst/>
              <a:gdLst/>
              <a:ahLst/>
              <a:cxnLst/>
              <a:rect l="l" t="t" r="r" b="b"/>
              <a:pathLst>
                <a:path w="4097" h="2549" extrusionOk="0">
                  <a:moveTo>
                    <a:pt x="0" y="1"/>
                  </a:moveTo>
                  <a:lnTo>
                    <a:pt x="0" y="2549"/>
                  </a:lnTo>
                  <a:lnTo>
                    <a:pt x="3120" y="2549"/>
                  </a:lnTo>
                  <a:lnTo>
                    <a:pt x="4096" y="1882"/>
                  </a:lnTo>
                  <a:cubicBezTo>
                    <a:pt x="4096" y="1834"/>
                    <a:pt x="4072" y="1763"/>
                    <a:pt x="4049" y="1739"/>
                  </a:cubicBezTo>
                  <a:lnTo>
                    <a:pt x="3096" y="167"/>
                  </a:lnTo>
                  <a:cubicBezTo>
                    <a:pt x="3025" y="72"/>
                    <a:pt x="2953" y="1"/>
                    <a:pt x="283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7" name="Google Shape;20967;p137"/>
            <p:cNvSpPr/>
            <p:nvPr/>
          </p:nvSpPr>
          <p:spPr>
            <a:xfrm>
              <a:off x="7830055" y="3097863"/>
              <a:ext cx="267566" cy="83067"/>
            </a:xfrm>
            <a:custGeom>
              <a:avLst/>
              <a:gdLst/>
              <a:ahLst/>
              <a:cxnLst/>
              <a:rect l="l" t="t" r="r" b="b"/>
              <a:pathLst>
                <a:path w="8217" h="2551" extrusionOk="0">
                  <a:moveTo>
                    <a:pt x="1" y="0"/>
                  </a:moveTo>
                  <a:lnTo>
                    <a:pt x="1" y="1262"/>
                  </a:lnTo>
                  <a:cubicBezTo>
                    <a:pt x="1" y="1905"/>
                    <a:pt x="501" y="2477"/>
                    <a:pt x="1144" y="2548"/>
                  </a:cubicBezTo>
                  <a:cubicBezTo>
                    <a:pt x="1168" y="2550"/>
                    <a:pt x="1192" y="2550"/>
                    <a:pt x="1216" y="2550"/>
                  </a:cubicBezTo>
                  <a:cubicBezTo>
                    <a:pt x="1613" y="2550"/>
                    <a:pt x="1945" y="2367"/>
                    <a:pt x="2192" y="2120"/>
                  </a:cubicBezTo>
                  <a:cubicBezTo>
                    <a:pt x="2430" y="2382"/>
                    <a:pt x="2763" y="2548"/>
                    <a:pt x="3144" y="2548"/>
                  </a:cubicBezTo>
                  <a:cubicBezTo>
                    <a:pt x="3549" y="2548"/>
                    <a:pt x="3859" y="2358"/>
                    <a:pt x="4097" y="2120"/>
                  </a:cubicBezTo>
                  <a:cubicBezTo>
                    <a:pt x="4335" y="2382"/>
                    <a:pt x="4668" y="2548"/>
                    <a:pt x="5049" y="2548"/>
                  </a:cubicBezTo>
                  <a:cubicBezTo>
                    <a:pt x="5454" y="2548"/>
                    <a:pt x="5764" y="2358"/>
                    <a:pt x="6002" y="2120"/>
                  </a:cubicBezTo>
                  <a:cubicBezTo>
                    <a:pt x="6240" y="2382"/>
                    <a:pt x="6574" y="2548"/>
                    <a:pt x="6955" y="2548"/>
                  </a:cubicBezTo>
                  <a:cubicBezTo>
                    <a:pt x="7717" y="2548"/>
                    <a:pt x="8217" y="1905"/>
                    <a:pt x="8217" y="1381"/>
                  </a:cubicBezTo>
                  <a:lnTo>
                    <a:pt x="821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8" name="Google Shape;20968;p137"/>
            <p:cNvSpPr/>
            <p:nvPr/>
          </p:nvSpPr>
          <p:spPr>
            <a:xfrm>
              <a:off x="7963431" y="3097082"/>
              <a:ext cx="133409" cy="82220"/>
            </a:xfrm>
            <a:custGeom>
              <a:avLst/>
              <a:gdLst/>
              <a:ahLst/>
              <a:cxnLst/>
              <a:rect l="l" t="t" r="r" b="b"/>
              <a:pathLst>
                <a:path w="4097" h="2525" extrusionOk="0">
                  <a:moveTo>
                    <a:pt x="1" y="0"/>
                  </a:moveTo>
                  <a:lnTo>
                    <a:pt x="1" y="2072"/>
                  </a:lnTo>
                  <a:cubicBezTo>
                    <a:pt x="239" y="2358"/>
                    <a:pt x="572" y="2501"/>
                    <a:pt x="953" y="2501"/>
                  </a:cubicBezTo>
                  <a:cubicBezTo>
                    <a:pt x="1358" y="2501"/>
                    <a:pt x="1644" y="2382"/>
                    <a:pt x="1882" y="2120"/>
                  </a:cubicBezTo>
                  <a:cubicBezTo>
                    <a:pt x="2120" y="2382"/>
                    <a:pt x="2454" y="2525"/>
                    <a:pt x="2835" y="2525"/>
                  </a:cubicBezTo>
                  <a:cubicBezTo>
                    <a:pt x="3573" y="2525"/>
                    <a:pt x="4097" y="1905"/>
                    <a:pt x="4097" y="1382"/>
                  </a:cubicBezTo>
                  <a:lnTo>
                    <a:pt x="4097" y="0"/>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69" name="Google Shape;20969;p137"/>
          <p:cNvGrpSpPr/>
          <p:nvPr/>
        </p:nvGrpSpPr>
        <p:grpSpPr>
          <a:xfrm>
            <a:off x="7788180" y="3477404"/>
            <a:ext cx="349786" cy="287722"/>
            <a:chOff x="7788180" y="3629804"/>
            <a:chExt cx="349786" cy="287722"/>
          </a:xfrm>
        </p:grpSpPr>
        <p:sp>
          <p:nvSpPr>
            <p:cNvPr id="20970" name="Google Shape;20970;p137"/>
            <p:cNvSpPr/>
            <p:nvPr/>
          </p:nvSpPr>
          <p:spPr>
            <a:xfrm>
              <a:off x="7815337" y="3678681"/>
              <a:ext cx="293909" cy="228003"/>
            </a:xfrm>
            <a:custGeom>
              <a:avLst/>
              <a:gdLst/>
              <a:ahLst/>
              <a:cxnLst/>
              <a:rect l="l" t="t" r="r" b="b"/>
              <a:pathLst>
                <a:path w="9026" h="7002" extrusionOk="0">
                  <a:moveTo>
                    <a:pt x="4049" y="0"/>
                  </a:moveTo>
                  <a:lnTo>
                    <a:pt x="3953" y="238"/>
                  </a:lnTo>
                  <a:cubicBezTo>
                    <a:pt x="3787" y="834"/>
                    <a:pt x="3334" y="2215"/>
                    <a:pt x="2858" y="2334"/>
                  </a:cubicBezTo>
                  <a:cubicBezTo>
                    <a:pt x="2832" y="2340"/>
                    <a:pt x="2805" y="2343"/>
                    <a:pt x="2777" y="2343"/>
                  </a:cubicBezTo>
                  <a:cubicBezTo>
                    <a:pt x="2388" y="2343"/>
                    <a:pt x="1781" y="1759"/>
                    <a:pt x="1381" y="1381"/>
                  </a:cubicBezTo>
                  <a:cubicBezTo>
                    <a:pt x="1167" y="1167"/>
                    <a:pt x="953" y="976"/>
                    <a:pt x="786" y="857"/>
                  </a:cubicBezTo>
                  <a:lnTo>
                    <a:pt x="0" y="1405"/>
                  </a:lnTo>
                  <a:lnTo>
                    <a:pt x="96" y="1739"/>
                  </a:lnTo>
                  <a:cubicBezTo>
                    <a:pt x="477" y="2929"/>
                    <a:pt x="1048" y="4668"/>
                    <a:pt x="1048" y="7001"/>
                  </a:cubicBezTo>
                  <a:lnTo>
                    <a:pt x="7978" y="7001"/>
                  </a:lnTo>
                  <a:cubicBezTo>
                    <a:pt x="7978" y="4668"/>
                    <a:pt x="8550" y="2929"/>
                    <a:pt x="8931" y="1739"/>
                  </a:cubicBezTo>
                  <a:lnTo>
                    <a:pt x="9026" y="1405"/>
                  </a:lnTo>
                  <a:lnTo>
                    <a:pt x="8288" y="857"/>
                  </a:lnTo>
                  <a:cubicBezTo>
                    <a:pt x="8121" y="976"/>
                    <a:pt x="7930" y="1167"/>
                    <a:pt x="7716" y="1381"/>
                  </a:cubicBezTo>
                  <a:cubicBezTo>
                    <a:pt x="7300" y="1754"/>
                    <a:pt x="6662" y="2348"/>
                    <a:pt x="6284" y="2348"/>
                  </a:cubicBezTo>
                  <a:cubicBezTo>
                    <a:pt x="6251" y="2348"/>
                    <a:pt x="6221" y="2343"/>
                    <a:pt x="6192" y="2334"/>
                  </a:cubicBezTo>
                  <a:cubicBezTo>
                    <a:pt x="5716" y="2167"/>
                    <a:pt x="5263" y="810"/>
                    <a:pt x="5097" y="238"/>
                  </a:cubicBezTo>
                  <a:lnTo>
                    <a:pt x="5001" y="0"/>
                  </a:ln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1" name="Google Shape;20971;p137"/>
            <p:cNvSpPr/>
            <p:nvPr/>
          </p:nvSpPr>
          <p:spPr>
            <a:xfrm>
              <a:off x="7962650" y="3678681"/>
              <a:ext cx="147378" cy="228784"/>
            </a:xfrm>
            <a:custGeom>
              <a:avLst/>
              <a:gdLst/>
              <a:ahLst/>
              <a:cxnLst/>
              <a:rect l="l" t="t" r="r" b="b"/>
              <a:pathLst>
                <a:path w="4526" h="7026" extrusionOk="0">
                  <a:moveTo>
                    <a:pt x="1" y="0"/>
                  </a:moveTo>
                  <a:lnTo>
                    <a:pt x="1" y="7025"/>
                  </a:lnTo>
                  <a:lnTo>
                    <a:pt x="3478" y="7025"/>
                  </a:lnTo>
                  <a:cubicBezTo>
                    <a:pt x="3478" y="4668"/>
                    <a:pt x="4049" y="2929"/>
                    <a:pt x="4430" y="1739"/>
                  </a:cubicBezTo>
                  <a:lnTo>
                    <a:pt x="4526" y="1405"/>
                  </a:lnTo>
                  <a:lnTo>
                    <a:pt x="3740" y="857"/>
                  </a:lnTo>
                  <a:cubicBezTo>
                    <a:pt x="3597" y="976"/>
                    <a:pt x="3383" y="1167"/>
                    <a:pt x="3192" y="1381"/>
                  </a:cubicBezTo>
                  <a:cubicBezTo>
                    <a:pt x="2776" y="1754"/>
                    <a:pt x="2138" y="2348"/>
                    <a:pt x="1760" y="2348"/>
                  </a:cubicBezTo>
                  <a:cubicBezTo>
                    <a:pt x="1727" y="2348"/>
                    <a:pt x="1697" y="2343"/>
                    <a:pt x="1668" y="2334"/>
                  </a:cubicBezTo>
                  <a:cubicBezTo>
                    <a:pt x="1192" y="2167"/>
                    <a:pt x="739" y="810"/>
                    <a:pt x="573" y="238"/>
                  </a:cubicBezTo>
                  <a:lnTo>
                    <a:pt x="477"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2" name="Google Shape;20972;p137"/>
            <p:cNvSpPr/>
            <p:nvPr/>
          </p:nvSpPr>
          <p:spPr>
            <a:xfrm>
              <a:off x="8075870" y="3670898"/>
              <a:ext cx="62097" cy="62097"/>
            </a:xfrm>
            <a:custGeom>
              <a:avLst/>
              <a:gdLst/>
              <a:ahLst/>
              <a:cxnLst/>
              <a:rect l="l" t="t" r="r" b="b"/>
              <a:pathLst>
                <a:path w="1907" h="1907" extrusionOk="0">
                  <a:moveTo>
                    <a:pt x="953" y="1"/>
                  </a:moveTo>
                  <a:cubicBezTo>
                    <a:pt x="430" y="1"/>
                    <a:pt x="1" y="430"/>
                    <a:pt x="1" y="954"/>
                  </a:cubicBezTo>
                  <a:cubicBezTo>
                    <a:pt x="1" y="1501"/>
                    <a:pt x="453" y="1906"/>
                    <a:pt x="953" y="1906"/>
                  </a:cubicBezTo>
                  <a:cubicBezTo>
                    <a:pt x="1477" y="1906"/>
                    <a:pt x="1906" y="1501"/>
                    <a:pt x="1906" y="954"/>
                  </a:cubicBezTo>
                  <a:cubicBezTo>
                    <a:pt x="1906" y="430"/>
                    <a:pt x="1477" y="1"/>
                    <a:pt x="953"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3" name="Google Shape;20973;p137"/>
            <p:cNvSpPr/>
            <p:nvPr/>
          </p:nvSpPr>
          <p:spPr>
            <a:xfrm>
              <a:off x="7788180" y="3670898"/>
              <a:ext cx="62064" cy="62097"/>
            </a:xfrm>
            <a:custGeom>
              <a:avLst/>
              <a:gdLst/>
              <a:ahLst/>
              <a:cxnLst/>
              <a:rect l="l" t="t" r="r" b="b"/>
              <a:pathLst>
                <a:path w="1906" h="1907" extrusionOk="0">
                  <a:moveTo>
                    <a:pt x="953" y="1"/>
                  </a:moveTo>
                  <a:cubicBezTo>
                    <a:pt x="429" y="1"/>
                    <a:pt x="1" y="430"/>
                    <a:pt x="1" y="954"/>
                  </a:cubicBezTo>
                  <a:cubicBezTo>
                    <a:pt x="1" y="1501"/>
                    <a:pt x="453" y="1906"/>
                    <a:pt x="953" y="1906"/>
                  </a:cubicBezTo>
                  <a:cubicBezTo>
                    <a:pt x="1453" y="1906"/>
                    <a:pt x="1906" y="1501"/>
                    <a:pt x="1906" y="954"/>
                  </a:cubicBezTo>
                  <a:cubicBezTo>
                    <a:pt x="1906" y="430"/>
                    <a:pt x="1453" y="1"/>
                    <a:pt x="95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4" name="Google Shape;20974;p137"/>
            <p:cNvSpPr/>
            <p:nvPr/>
          </p:nvSpPr>
          <p:spPr>
            <a:xfrm>
              <a:off x="8013838" y="3814271"/>
              <a:ext cx="20970" cy="39954"/>
            </a:xfrm>
            <a:custGeom>
              <a:avLst/>
              <a:gdLst/>
              <a:ahLst/>
              <a:cxnLst/>
              <a:rect l="l" t="t" r="r" b="b"/>
              <a:pathLst>
                <a:path w="644" h="1227" extrusionOk="0">
                  <a:moveTo>
                    <a:pt x="324" y="1"/>
                  </a:moveTo>
                  <a:cubicBezTo>
                    <a:pt x="311" y="1"/>
                    <a:pt x="299" y="2"/>
                    <a:pt x="287" y="4"/>
                  </a:cubicBezTo>
                  <a:cubicBezTo>
                    <a:pt x="120" y="27"/>
                    <a:pt x="1" y="194"/>
                    <a:pt x="1" y="337"/>
                  </a:cubicBezTo>
                  <a:lnTo>
                    <a:pt x="1" y="956"/>
                  </a:lnTo>
                  <a:cubicBezTo>
                    <a:pt x="1" y="1082"/>
                    <a:pt x="93" y="1226"/>
                    <a:pt x="229" y="1226"/>
                  </a:cubicBezTo>
                  <a:cubicBezTo>
                    <a:pt x="248" y="1226"/>
                    <a:pt x="267" y="1224"/>
                    <a:pt x="287" y="1218"/>
                  </a:cubicBezTo>
                  <a:cubicBezTo>
                    <a:pt x="309" y="1224"/>
                    <a:pt x="331" y="1226"/>
                    <a:pt x="353" y="1226"/>
                  </a:cubicBezTo>
                  <a:cubicBezTo>
                    <a:pt x="514" y="1226"/>
                    <a:pt x="644" y="1079"/>
                    <a:pt x="644" y="932"/>
                  </a:cubicBezTo>
                  <a:lnTo>
                    <a:pt x="644" y="289"/>
                  </a:lnTo>
                  <a:cubicBezTo>
                    <a:pt x="644" y="135"/>
                    <a:pt x="480" y="1"/>
                    <a:pt x="324" y="1"/>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5" name="Google Shape;20975;p137"/>
            <p:cNvSpPr/>
            <p:nvPr/>
          </p:nvSpPr>
          <p:spPr>
            <a:xfrm>
              <a:off x="7891338" y="3814271"/>
              <a:ext cx="20189" cy="39954"/>
            </a:xfrm>
            <a:custGeom>
              <a:avLst/>
              <a:gdLst/>
              <a:ahLst/>
              <a:cxnLst/>
              <a:rect l="l" t="t" r="r" b="b"/>
              <a:pathLst>
                <a:path w="620" h="1227" extrusionOk="0">
                  <a:moveTo>
                    <a:pt x="299" y="1"/>
                  </a:moveTo>
                  <a:cubicBezTo>
                    <a:pt x="287" y="1"/>
                    <a:pt x="274" y="2"/>
                    <a:pt x="262" y="4"/>
                  </a:cubicBezTo>
                  <a:cubicBezTo>
                    <a:pt x="119" y="27"/>
                    <a:pt x="0" y="194"/>
                    <a:pt x="0" y="337"/>
                  </a:cubicBezTo>
                  <a:lnTo>
                    <a:pt x="0" y="956"/>
                  </a:lnTo>
                  <a:cubicBezTo>
                    <a:pt x="0" y="1082"/>
                    <a:pt x="92" y="1226"/>
                    <a:pt x="212" y="1226"/>
                  </a:cubicBezTo>
                  <a:cubicBezTo>
                    <a:pt x="228" y="1226"/>
                    <a:pt x="245" y="1224"/>
                    <a:pt x="262" y="1218"/>
                  </a:cubicBezTo>
                  <a:cubicBezTo>
                    <a:pt x="287" y="1224"/>
                    <a:pt x="312" y="1226"/>
                    <a:pt x="335" y="1226"/>
                  </a:cubicBezTo>
                  <a:cubicBezTo>
                    <a:pt x="508" y="1226"/>
                    <a:pt x="619" y="1079"/>
                    <a:pt x="619" y="932"/>
                  </a:cubicBezTo>
                  <a:lnTo>
                    <a:pt x="619" y="289"/>
                  </a:lnTo>
                  <a:cubicBezTo>
                    <a:pt x="619" y="135"/>
                    <a:pt x="456" y="1"/>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6" name="Google Shape;20976;p137"/>
            <p:cNvSpPr/>
            <p:nvPr/>
          </p:nvSpPr>
          <p:spPr>
            <a:xfrm>
              <a:off x="7931650" y="3629804"/>
              <a:ext cx="62064" cy="62846"/>
            </a:xfrm>
            <a:custGeom>
              <a:avLst/>
              <a:gdLst/>
              <a:ahLst/>
              <a:cxnLst/>
              <a:rect l="l" t="t" r="r" b="b"/>
              <a:pathLst>
                <a:path w="1906" h="1930" extrusionOk="0">
                  <a:moveTo>
                    <a:pt x="953" y="1"/>
                  </a:moveTo>
                  <a:cubicBezTo>
                    <a:pt x="429" y="1"/>
                    <a:pt x="0" y="429"/>
                    <a:pt x="0" y="977"/>
                  </a:cubicBezTo>
                  <a:cubicBezTo>
                    <a:pt x="0" y="1501"/>
                    <a:pt x="429" y="1930"/>
                    <a:pt x="953" y="1930"/>
                  </a:cubicBezTo>
                  <a:cubicBezTo>
                    <a:pt x="1477" y="1930"/>
                    <a:pt x="1906" y="1501"/>
                    <a:pt x="1906" y="977"/>
                  </a:cubicBezTo>
                  <a:cubicBezTo>
                    <a:pt x="1906" y="429"/>
                    <a:pt x="1477" y="1"/>
                    <a:pt x="95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7" name="Google Shape;20977;p137"/>
            <p:cNvSpPr/>
            <p:nvPr/>
          </p:nvSpPr>
          <p:spPr>
            <a:xfrm>
              <a:off x="7962650" y="3630586"/>
              <a:ext cx="31065" cy="60631"/>
            </a:xfrm>
            <a:custGeom>
              <a:avLst/>
              <a:gdLst/>
              <a:ahLst/>
              <a:cxnLst/>
              <a:rect l="l" t="t" r="r" b="b"/>
              <a:pathLst>
                <a:path w="954" h="1862" extrusionOk="0">
                  <a:moveTo>
                    <a:pt x="1" y="1"/>
                  </a:moveTo>
                  <a:lnTo>
                    <a:pt x="1" y="1858"/>
                  </a:lnTo>
                  <a:cubicBezTo>
                    <a:pt x="28" y="1860"/>
                    <a:pt x="54" y="1862"/>
                    <a:pt x="80" y="1862"/>
                  </a:cubicBezTo>
                  <a:cubicBezTo>
                    <a:pt x="587" y="1862"/>
                    <a:pt x="954" y="1429"/>
                    <a:pt x="954" y="953"/>
                  </a:cubicBezTo>
                  <a:cubicBezTo>
                    <a:pt x="954" y="429"/>
                    <a:pt x="549"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8" name="Google Shape;20978;p137"/>
            <p:cNvSpPr/>
            <p:nvPr/>
          </p:nvSpPr>
          <p:spPr>
            <a:xfrm>
              <a:off x="7931650" y="3794212"/>
              <a:ext cx="62064" cy="81439"/>
            </a:xfrm>
            <a:custGeom>
              <a:avLst/>
              <a:gdLst/>
              <a:ahLst/>
              <a:cxnLst/>
              <a:rect l="l" t="t" r="r" b="b"/>
              <a:pathLst>
                <a:path w="1906" h="2501" extrusionOk="0">
                  <a:moveTo>
                    <a:pt x="953" y="0"/>
                  </a:moveTo>
                  <a:cubicBezTo>
                    <a:pt x="429" y="0"/>
                    <a:pt x="0" y="548"/>
                    <a:pt x="0" y="1239"/>
                  </a:cubicBezTo>
                  <a:cubicBezTo>
                    <a:pt x="0" y="1929"/>
                    <a:pt x="429" y="2501"/>
                    <a:pt x="953" y="2501"/>
                  </a:cubicBezTo>
                  <a:cubicBezTo>
                    <a:pt x="1477" y="2501"/>
                    <a:pt x="1906" y="1929"/>
                    <a:pt x="1906" y="1239"/>
                  </a:cubicBezTo>
                  <a:cubicBezTo>
                    <a:pt x="1906" y="548"/>
                    <a:pt x="1477"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9" name="Google Shape;20979;p137"/>
            <p:cNvSpPr/>
            <p:nvPr/>
          </p:nvSpPr>
          <p:spPr>
            <a:xfrm>
              <a:off x="7962650" y="3794212"/>
              <a:ext cx="31065" cy="81471"/>
            </a:xfrm>
            <a:custGeom>
              <a:avLst/>
              <a:gdLst/>
              <a:ahLst/>
              <a:cxnLst/>
              <a:rect l="l" t="t" r="r" b="b"/>
              <a:pathLst>
                <a:path w="954" h="2502" extrusionOk="0">
                  <a:moveTo>
                    <a:pt x="1" y="0"/>
                  </a:moveTo>
                  <a:lnTo>
                    <a:pt x="1" y="2501"/>
                  </a:lnTo>
                  <a:cubicBezTo>
                    <a:pt x="12" y="2501"/>
                    <a:pt x="23" y="2502"/>
                    <a:pt x="34" y="2502"/>
                  </a:cubicBezTo>
                  <a:cubicBezTo>
                    <a:pt x="565" y="2502"/>
                    <a:pt x="954" y="1939"/>
                    <a:pt x="954" y="1239"/>
                  </a:cubicBezTo>
                  <a:cubicBezTo>
                    <a:pt x="954" y="524"/>
                    <a:pt x="549" y="0"/>
                    <a:pt x="1"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0" name="Google Shape;20980;p137"/>
            <p:cNvSpPr/>
            <p:nvPr/>
          </p:nvSpPr>
          <p:spPr>
            <a:xfrm>
              <a:off x="7828525" y="3896556"/>
              <a:ext cx="269096" cy="20970"/>
            </a:xfrm>
            <a:custGeom>
              <a:avLst/>
              <a:gdLst/>
              <a:ahLst/>
              <a:cxnLst/>
              <a:rect l="l" t="t" r="r" b="b"/>
              <a:pathLst>
                <a:path w="8264" h="644" extrusionOk="0">
                  <a:moveTo>
                    <a:pt x="381" y="1"/>
                  </a:moveTo>
                  <a:cubicBezTo>
                    <a:pt x="214" y="1"/>
                    <a:pt x="72" y="120"/>
                    <a:pt x="48" y="287"/>
                  </a:cubicBezTo>
                  <a:cubicBezTo>
                    <a:pt x="0" y="453"/>
                    <a:pt x="167" y="644"/>
                    <a:pt x="333" y="644"/>
                  </a:cubicBezTo>
                  <a:lnTo>
                    <a:pt x="7906" y="644"/>
                  </a:lnTo>
                  <a:cubicBezTo>
                    <a:pt x="8121" y="644"/>
                    <a:pt x="8264" y="453"/>
                    <a:pt x="8240" y="287"/>
                  </a:cubicBezTo>
                  <a:cubicBezTo>
                    <a:pt x="8192" y="120"/>
                    <a:pt x="8073" y="1"/>
                    <a:pt x="790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1" name="Google Shape;20981;p137"/>
            <p:cNvSpPr/>
            <p:nvPr/>
          </p:nvSpPr>
          <p:spPr>
            <a:xfrm>
              <a:off x="7962650" y="3895807"/>
              <a:ext cx="134190" cy="20189"/>
            </a:xfrm>
            <a:custGeom>
              <a:avLst/>
              <a:gdLst/>
              <a:ahLst/>
              <a:cxnLst/>
              <a:rect l="l" t="t" r="r" b="b"/>
              <a:pathLst>
                <a:path w="4121" h="620" extrusionOk="0">
                  <a:moveTo>
                    <a:pt x="1" y="0"/>
                  </a:moveTo>
                  <a:lnTo>
                    <a:pt x="1" y="619"/>
                  </a:lnTo>
                  <a:lnTo>
                    <a:pt x="3787" y="619"/>
                  </a:lnTo>
                  <a:cubicBezTo>
                    <a:pt x="3954" y="619"/>
                    <a:pt x="4121" y="476"/>
                    <a:pt x="4073" y="262"/>
                  </a:cubicBezTo>
                  <a:cubicBezTo>
                    <a:pt x="4073" y="119"/>
                    <a:pt x="3954" y="0"/>
                    <a:pt x="378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82" name="Google Shape;20982;p137"/>
          <p:cNvGrpSpPr/>
          <p:nvPr/>
        </p:nvGrpSpPr>
        <p:grpSpPr>
          <a:xfrm>
            <a:off x="7090268" y="3445623"/>
            <a:ext cx="268348" cy="350633"/>
            <a:chOff x="7090268" y="3598023"/>
            <a:chExt cx="268348" cy="350633"/>
          </a:xfrm>
        </p:grpSpPr>
        <p:sp>
          <p:nvSpPr>
            <p:cNvPr id="20983" name="Google Shape;20983;p137"/>
            <p:cNvSpPr/>
            <p:nvPr/>
          </p:nvSpPr>
          <p:spPr>
            <a:xfrm>
              <a:off x="7141456" y="3619742"/>
              <a:ext cx="216378" cy="205502"/>
            </a:xfrm>
            <a:custGeom>
              <a:avLst/>
              <a:gdLst/>
              <a:ahLst/>
              <a:cxnLst/>
              <a:rect l="l" t="t" r="r" b="b"/>
              <a:pathLst>
                <a:path w="6645" h="6311" extrusionOk="0">
                  <a:moveTo>
                    <a:pt x="953" y="0"/>
                  </a:moveTo>
                  <a:cubicBezTo>
                    <a:pt x="548" y="0"/>
                    <a:pt x="215" y="119"/>
                    <a:pt x="0" y="286"/>
                  </a:cubicBezTo>
                  <a:lnTo>
                    <a:pt x="0" y="5692"/>
                  </a:lnTo>
                  <a:cubicBezTo>
                    <a:pt x="191" y="5692"/>
                    <a:pt x="334" y="5525"/>
                    <a:pt x="310" y="5358"/>
                  </a:cubicBezTo>
                  <a:cubicBezTo>
                    <a:pt x="310" y="5358"/>
                    <a:pt x="310" y="5263"/>
                    <a:pt x="381" y="5216"/>
                  </a:cubicBezTo>
                  <a:cubicBezTo>
                    <a:pt x="477" y="5120"/>
                    <a:pt x="691" y="5049"/>
                    <a:pt x="929" y="5049"/>
                  </a:cubicBezTo>
                  <a:cubicBezTo>
                    <a:pt x="1334" y="5049"/>
                    <a:pt x="2239" y="5382"/>
                    <a:pt x="3001" y="5644"/>
                  </a:cubicBezTo>
                  <a:cubicBezTo>
                    <a:pt x="3168" y="5716"/>
                    <a:pt x="3287" y="5739"/>
                    <a:pt x="3430" y="5811"/>
                  </a:cubicBezTo>
                  <a:cubicBezTo>
                    <a:pt x="4168" y="6073"/>
                    <a:pt x="4882" y="6311"/>
                    <a:pt x="5335" y="6311"/>
                  </a:cubicBezTo>
                  <a:cubicBezTo>
                    <a:pt x="5787" y="6311"/>
                    <a:pt x="6097" y="6192"/>
                    <a:pt x="6311" y="5954"/>
                  </a:cubicBezTo>
                  <a:cubicBezTo>
                    <a:pt x="6573" y="5692"/>
                    <a:pt x="6573" y="5382"/>
                    <a:pt x="6549" y="5358"/>
                  </a:cubicBezTo>
                  <a:lnTo>
                    <a:pt x="6549" y="929"/>
                  </a:lnTo>
                  <a:cubicBezTo>
                    <a:pt x="6645" y="762"/>
                    <a:pt x="6526" y="619"/>
                    <a:pt x="6359" y="619"/>
                  </a:cubicBezTo>
                  <a:cubicBezTo>
                    <a:pt x="6343" y="617"/>
                    <a:pt x="6327" y="616"/>
                    <a:pt x="6311" y="616"/>
                  </a:cubicBezTo>
                  <a:cubicBezTo>
                    <a:pt x="6145" y="616"/>
                    <a:pt x="6026" y="729"/>
                    <a:pt x="6026" y="881"/>
                  </a:cubicBezTo>
                  <a:lnTo>
                    <a:pt x="6026" y="929"/>
                  </a:lnTo>
                  <a:cubicBezTo>
                    <a:pt x="6026" y="977"/>
                    <a:pt x="6002" y="1239"/>
                    <a:pt x="5406" y="1239"/>
                  </a:cubicBezTo>
                  <a:cubicBezTo>
                    <a:pt x="5001" y="1239"/>
                    <a:pt x="4239" y="977"/>
                    <a:pt x="3501" y="715"/>
                  </a:cubicBezTo>
                  <a:cubicBezTo>
                    <a:pt x="3430" y="691"/>
                    <a:pt x="3334" y="643"/>
                    <a:pt x="3287" y="643"/>
                  </a:cubicBezTo>
                  <a:cubicBezTo>
                    <a:pt x="2358" y="334"/>
                    <a:pt x="1501"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4" name="Google Shape;20984;p137"/>
            <p:cNvSpPr/>
            <p:nvPr/>
          </p:nvSpPr>
          <p:spPr>
            <a:xfrm>
              <a:off x="7255457" y="3639638"/>
              <a:ext cx="103158" cy="185606"/>
            </a:xfrm>
            <a:custGeom>
              <a:avLst/>
              <a:gdLst/>
              <a:ahLst/>
              <a:cxnLst/>
              <a:rect l="l" t="t" r="r" b="b"/>
              <a:pathLst>
                <a:path w="3168" h="5700" extrusionOk="0">
                  <a:moveTo>
                    <a:pt x="2819" y="0"/>
                  </a:moveTo>
                  <a:cubicBezTo>
                    <a:pt x="2794" y="0"/>
                    <a:pt x="2767" y="3"/>
                    <a:pt x="2739" y="8"/>
                  </a:cubicBezTo>
                  <a:cubicBezTo>
                    <a:pt x="2620" y="32"/>
                    <a:pt x="2525" y="151"/>
                    <a:pt x="2525" y="318"/>
                  </a:cubicBezTo>
                  <a:cubicBezTo>
                    <a:pt x="2525" y="366"/>
                    <a:pt x="2501" y="628"/>
                    <a:pt x="1905" y="628"/>
                  </a:cubicBezTo>
                  <a:cubicBezTo>
                    <a:pt x="1500" y="628"/>
                    <a:pt x="738" y="366"/>
                    <a:pt x="0" y="104"/>
                  </a:cubicBezTo>
                  <a:lnTo>
                    <a:pt x="0" y="5200"/>
                  </a:lnTo>
                  <a:cubicBezTo>
                    <a:pt x="738" y="5462"/>
                    <a:pt x="1453" y="5700"/>
                    <a:pt x="1905" y="5700"/>
                  </a:cubicBezTo>
                  <a:cubicBezTo>
                    <a:pt x="2334" y="5700"/>
                    <a:pt x="2667" y="5581"/>
                    <a:pt x="2906" y="5343"/>
                  </a:cubicBezTo>
                  <a:cubicBezTo>
                    <a:pt x="3168" y="5081"/>
                    <a:pt x="3168" y="4771"/>
                    <a:pt x="3144" y="4747"/>
                  </a:cubicBezTo>
                  <a:lnTo>
                    <a:pt x="3144" y="318"/>
                  </a:lnTo>
                  <a:cubicBezTo>
                    <a:pt x="3144" y="150"/>
                    <a:pt x="3014" y="0"/>
                    <a:pt x="2819"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5" name="Google Shape;20985;p137"/>
            <p:cNvSpPr/>
            <p:nvPr/>
          </p:nvSpPr>
          <p:spPr>
            <a:xfrm>
              <a:off x="7132143" y="3598023"/>
              <a:ext cx="20970" cy="350633"/>
            </a:xfrm>
            <a:custGeom>
              <a:avLst/>
              <a:gdLst/>
              <a:ahLst/>
              <a:cxnLst/>
              <a:rect l="l" t="t" r="r" b="b"/>
              <a:pathLst>
                <a:path w="644" h="10768" extrusionOk="0">
                  <a:moveTo>
                    <a:pt x="286" y="0"/>
                  </a:moveTo>
                  <a:cubicBezTo>
                    <a:pt x="120" y="48"/>
                    <a:pt x="1" y="191"/>
                    <a:pt x="1" y="334"/>
                  </a:cubicBezTo>
                  <a:lnTo>
                    <a:pt x="1" y="10431"/>
                  </a:lnTo>
                  <a:cubicBezTo>
                    <a:pt x="1" y="10630"/>
                    <a:pt x="144" y="10767"/>
                    <a:pt x="317" y="10767"/>
                  </a:cubicBezTo>
                  <a:cubicBezTo>
                    <a:pt x="330" y="10767"/>
                    <a:pt x="344" y="10766"/>
                    <a:pt x="358" y="10764"/>
                  </a:cubicBezTo>
                  <a:cubicBezTo>
                    <a:pt x="525" y="10717"/>
                    <a:pt x="644" y="10574"/>
                    <a:pt x="644" y="10431"/>
                  </a:cubicBezTo>
                  <a:lnTo>
                    <a:pt x="644" y="334"/>
                  </a:lnTo>
                  <a:cubicBezTo>
                    <a:pt x="644" y="167"/>
                    <a:pt x="501" y="0"/>
                    <a:pt x="286"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6" name="Google Shape;20986;p137"/>
            <p:cNvSpPr/>
            <p:nvPr/>
          </p:nvSpPr>
          <p:spPr>
            <a:xfrm>
              <a:off x="7143019" y="3599586"/>
              <a:ext cx="10094" cy="348972"/>
            </a:xfrm>
            <a:custGeom>
              <a:avLst/>
              <a:gdLst/>
              <a:ahLst/>
              <a:cxnLst/>
              <a:rect l="l" t="t" r="r" b="b"/>
              <a:pathLst>
                <a:path w="310" h="10717" extrusionOk="0">
                  <a:moveTo>
                    <a:pt x="0" y="0"/>
                  </a:moveTo>
                  <a:lnTo>
                    <a:pt x="0" y="10716"/>
                  </a:lnTo>
                  <a:cubicBezTo>
                    <a:pt x="167" y="10716"/>
                    <a:pt x="310" y="10550"/>
                    <a:pt x="310" y="10383"/>
                  </a:cubicBezTo>
                  <a:lnTo>
                    <a:pt x="310" y="286"/>
                  </a:lnTo>
                  <a:cubicBezTo>
                    <a:pt x="310" y="143"/>
                    <a:pt x="191" y="0"/>
                    <a:pt x="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7" name="Google Shape;20987;p137"/>
            <p:cNvSpPr/>
            <p:nvPr/>
          </p:nvSpPr>
          <p:spPr>
            <a:xfrm>
              <a:off x="7090268" y="3926807"/>
              <a:ext cx="103940" cy="21752"/>
            </a:xfrm>
            <a:custGeom>
              <a:avLst/>
              <a:gdLst/>
              <a:ahLst/>
              <a:cxnLst/>
              <a:rect l="l" t="t" r="r" b="b"/>
              <a:pathLst>
                <a:path w="3192" h="668" extrusionOk="0">
                  <a:moveTo>
                    <a:pt x="358" y="1"/>
                  </a:moveTo>
                  <a:cubicBezTo>
                    <a:pt x="144" y="1"/>
                    <a:pt x="1" y="191"/>
                    <a:pt x="25" y="358"/>
                  </a:cubicBezTo>
                  <a:cubicBezTo>
                    <a:pt x="72" y="548"/>
                    <a:pt x="215" y="667"/>
                    <a:pt x="358" y="667"/>
                  </a:cubicBezTo>
                  <a:lnTo>
                    <a:pt x="2858" y="667"/>
                  </a:lnTo>
                  <a:cubicBezTo>
                    <a:pt x="3049" y="667"/>
                    <a:pt x="3192" y="548"/>
                    <a:pt x="3192" y="358"/>
                  </a:cubicBezTo>
                  <a:cubicBezTo>
                    <a:pt x="3192" y="144"/>
                    <a:pt x="3049" y="1"/>
                    <a:pt x="285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8" name="Google Shape;20988;p137"/>
            <p:cNvSpPr/>
            <p:nvPr/>
          </p:nvSpPr>
          <p:spPr>
            <a:xfrm>
              <a:off x="7143768" y="3927588"/>
              <a:ext cx="51221" cy="20970"/>
            </a:xfrm>
            <a:custGeom>
              <a:avLst/>
              <a:gdLst/>
              <a:ahLst/>
              <a:cxnLst/>
              <a:rect l="l" t="t" r="r" b="b"/>
              <a:pathLst>
                <a:path w="1573" h="644" extrusionOk="0">
                  <a:moveTo>
                    <a:pt x="1" y="0"/>
                  </a:moveTo>
                  <a:lnTo>
                    <a:pt x="1" y="643"/>
                  </a:lnTo>
                  <a:lnTo>
                    <a:pt x="1239" y="643"/>
                  </a:lnTo>
                  <a:cubicBezTo>
                    <a:pt x="1406" y="643"/>
                    <a:pt x="1549" y="524"/>
                    <a:pt x="1573" y="358"/>
                  </a:cubicBezTo>
                  <a:cubicBezTo>
                    <a:pt x="1573" y="167"/>
                    <a:pt x="1430" y="0"/>
                    <a:pt x="1239"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89" name="Google Shape;20989;p137"/>
          <p:cNvGrpSpPr/>
          <p:nvPr/>
        </p:nvGrpSpPr>
        <p:grpSpPr>
          <a:xfrm>
            <a:off x="6295417" y="3467342"/>
            <a:ext cx="351317" cy="307097"/>
            <a:chOff x="6295417" y="3619742"/>
            <a:chExt cx="351317" cy="307097"/>
          </a:xfrm>
        </p:grpSpPr>
        <p:sp>
          <p:nvSpPr>
            <p:cNvPr id="20990" name="Google Shape;20990;p137"/>
            <p:cNvSpPr/>
            <p:nvPr/>
          </p:nvSpPr>
          <p:spPr>
            <a:xfrm>
              <a:off x="6295417" y="3619742"/>
              <a:ext cx="81471" cy="51970"/>
            </a:xfrm>
            <a:custGeom>
              <a:avLst/>
              <a:gdLst/>
              <a:ahLst/>
              <a:cxnLst/>
              <a:rect l="l" t="t" r="r" b="b"/>
              <a:pathLst>
                <a:path w="2502" h="1596" extrusionOk="0">
                  <a:moveTo>
                    <a:pt x="358" y="0"/>
                  </a:moveTo>
                  <a:cubicBezTo>
                    <a:pt x="215" y="0"/>
                    <a:pt x="72" y="119"/>
                    <a:pt x="25" y="262"/>
                  </a:cubicBezTo>
                  <a:cubicBezTo>
                    <a:pt x="1" y="453"/>
                    <a:pt x="144" y="619"/>
                    <a:pt x="334" y="619"/>
                  </a:cubicBezTo>
                  <a:lnTo>
                    <a:pt x="1644" y="619"/>
                  </a:lnTo>
                  <a:lnTo>
                    <a:pt x="1858" y="1286"/>
                  </a:lnTo>
                  <a:lnTo>
                    <a:pt x="2216" y="1596"/>
                  </a:lnTo>
                  <a:lnTo>
                    <a:pt x="2501" y="1286"/>
                  </a:lnTo>
                  <a:lnTo>
                    <a:pt x="2216" y="238"/>
                  </a:lnTo>
                  <a:cubicBezTo>
                    <a:pt x="2168" y="95"/>
                    <a:pt x="2049" y="0"/>
                    <a:pt x="190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1" name="Google Shape;20991;p137"/>
            <p:cNvSpPr/>
            <p:nvPr/>
          </p:nvSpPr>
          <p:spPr>
            <a:xfrm>
              <a:off x="6522638" y="3864775"/>
              <a:ext cx="62064" cy="62064"/>
            </a:xfrm>
            <a:custGeom>
              <a:avLst/>
              <a:gdLst/>
              <a:ahLst/>
              <a:cxnLst/>
              <a:rect l="l" t="t" r="r" b="b"/>
              <a:pathLst>
                <a:path w="1906" h="1906" extrusionOk="0">
                  <a:moveTo>
                    <a:pt x="953" y="1"/>
                  </a:moveTo>
                  <a:cubicBezTo>
                    <a:pt x="405" y="1"/>
                    <a:pt x="0" y="453"/>
                    <a:pt x="0" y="953"/>
                  </a:cubicBezTo>
                  <a:cubicBezTo>
                    <a:pt x="0" y="1501"/>
                    <a:pt x="429" y="1906"/>
                    <a:pt x="953" y="1906"/>
                  </a:cubicBezTo>
                  <a:cubicBezTo>
                    <a:pt x="1453" y="1906"/>
                    <a:pt x="1906" y="1501"/>
                    <a:pt x="1906" y="953"/>
                  </a:cubicBezTo>
                  <a:cubicBezTo>
                    <a:pt x="1906" y="429"/>
                    <a:pt x="1477"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2" name="Google Shape;20992;p137"/>
            <p:cNvSpPr/>
            <p:nvPr/>
          </p:nvSpPr>
          <p:spPr>
            <a:xfrm>
              <a:off x="6419513" y="3864775"/>
              <a:ext cx="62064" cy="62064"/>
            </a:xfrm>
            <a:custGeom>
              <a:avLst/>
              <a:gdLst/>
              <a:ahLst/>
              <a:cxnLst/>
              <a:rect l="l" t="t" r="r" b="b"/>
              <a:pathLst>
                <a:path w="1906" h="1906" extrusionOk="0">
                  <a:moveTo>
                    <a:pt x="953" y="1"/>
                  </a:moveTo>
                  <a:cubicBezTo>
                    <a:pt x="405" y="1"/>
                    <a:pt x="0" y="453"/>
                    <a:pt x="0" y="953"/>
                  </a:cubicBezTo>
                  <a:cubicBezTo>
                    <a:pt x="0" y="1501"/>
                    <a:pt x="453" y="1906"/>
                    <a:pt x="953" y="1906"/>
                  </a:cubicBezTo>
                  <a:cubicBezTo>
                    <a:pt x="1500" y="1906"/>
                    <a:pt x="1905" y="1501"/>
                    <a:pt x="1905" y="953"/>
                  </a:cubicBezTo>
                  <a:cubicBezTo>
                    <a:pt x="1905" y="429"/>
                    <a:pt x="1500" y="1"/>
                    <a:pt x="953"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3" name="Google Shape;20993;p137"/>
            <p:cNvSpPr/>
            <p:nvPr/>
          </p:nvSpPr>
          <p:spPr>
            <a:xfrm>
              <a:off x="6439669" y="3886494"/>
              <a:ext cx="21752" cy="20970"/>
            </a:xfrm>
            <a:custGeom>
              <a:avLst/>
              <a:gdLst/>
              <a:ahLst/>
              <a:cxnLst/>
              <a:rect l="l" t="t" r="r" b="b"/>
              <a:pathLst>
                <a:path w="668" h="644" extrusionOk="0">
                  <a:moveTo>
                    <a:pt x="334" y="0"/>
                  </a:moveTo>
                  <a:cubicBezTo>
                    <a:pt x="167" y="0"/>
                    <a:pt x="0" y="143"/>
                    <a:pt x="0" y="310"/>
                  </a:cubicBezTo>
                  <a:cubicBezTo>
                    <a:pt x="0" y="500"/>
                    <a:pt x="167" y="643"/>
                    <a:pt x="334" y="643"/>
                  </a:cubicBezTo>
                  <a:cubicBezTo>
                    <a:pt x="524" y="643"/>
                    <a:pt x="667" y="500"/>
                    <a:pt x="667" y="310"/>
                  </a:cubicBezTo>
                  <a:cubicBezTo>
                    <a:pt x="667" y="143"/>
                    <a:pt x="524" y="0"/>
                    <a:pt x="334"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4" name="Google Shape;20994;p137"/>
            <p:cNvSpPr/>
            <p:nvPr/>
          </p:nvSpPr>
          <p:spPr>
            <a:xfrm>
              <a:off x="6542795" y="3886494"/>
              <a:ext cx="20970" cy="20970"/>
            </a:xfrm>
            <a:custGeom>
              <a:avLst/>
              <a:gdLst/>
              <a:ahLst/>
              <a:cxnLst/>
              <a:rect l="l" t="t" r="r" b="b"/>
              <a:pathLst>
                <a:path w="644" h="644" extrusionOk="0">
                  <a:moveTo>
                    <a:pt x="334" y="0"/>
                  </a:moveTo>
                  <a:cubicBezTo>
                    <a:pt x="144" y="0"/>
                    <a:pt x="1" y="143"/>
                    <a:pt x="1" y="310"/>
                  </a:cubicBezTo>
                  <a:cubicBezTo>
                    <a:pt x="1" y="500"/>
                    <a:pt x="144" y="643"/>
                    <a:pt x="334" y="643"/>
                  </a:cubicBezTo>
                  <a:cubicBezTo>
                    <a:pt x="501" y="643"/>
                    <a:pt x="644" y="500"/>
                    <a:pt x="644" y="310"/>
                  </a:cubicBezTo>
                  <a:cubicBezTo>
                    <a:pt x="644" y="143"/>
                    <a:pt x="501" y="0"/>
                    <a:pt x="33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5" name="Google Shape;20995;p137"/>
            <p:cNvSpPr/>
            <p:nvPr/>
          </p:nvSpPr>
          <p:spPr>
            <a:xfrm>
              <a:off x="6384606" y="3804600"/>
              <a:ext cx="220253" cy="62520"/>
            </a:xfrm>
            <a:custGeom>
              <a:avLst/>
              <a:gdLst/>
              <a:ahLst/>
              <a:cxnLst/>
              <a:rect l="l" t="t" r="r" b="b"/>
              <a:pathLst>
                <a:path w="6764" h="1920" extrusionOk="0">
                  <a:moveTo>
                    <a:pt x="798" y="0"/>
                  </a:moveTo>
                  <a:cubicBezTo>
                    <a:pt x="678" y="0"/>
                    <a:pt x="552" y="79"/>
                    <a:pt x="501" y="182"/>
                  </a:cubicBezTo>
                  <a:lnTo>
                    <a:pt x="334" y="539"/>
                  </a:lnTo>
                  <a:cubicBezTo>
                    <a:pt x="1" y="1158"/>
                    <a:pt x="477" y="1920"/>
                    <a:pt x="1167" y="1920"/>
                  </a:cubicBezTo>
                  <a:lnTo>
                    <a:pt x="6430" y="1920"/>
                  </a:lnTo>
                  <a:cubicBezTo>
                    <a:pt x="6621" y="1872"/>
                    <a:pt x="6764" y="1706"/>
                    <a:pt x="6764" y="1515"/>
                  </a:cubicBezTo>
                  <a:cubicBezTo>
                    <a:pt x="6740" y="1372"/>
                    <a:pt x="6621" y="1253"/>
                    <a:pt x="6430" y="1253"/>
                  </a:cubicBezTo>
                  <a:lnTo>
                    <a:pt x="1167" y="1253"/>
                  </a:lnTo>
                  <a:cubicBezTo>
                    <a:pt x="929" y="1253"/>
                    <a:pt x="786" y="1015"/>
                    <a:pt x="882" y="801"/>
                  </a:cubicBezTo>
                  <a:lnTo>
                    <a:pt x="1072" y="443"/>
                  </a:lnTo>
                  <a:cubicBezTo>
                    <a:pt x="1167" y="301"/>
                    <a:pt x="1072" y="86"/>
                    <a:pt x="929" y="39"/>
                  </a:cubicBezTo>
                  <a:cubicBezTo>
                    <a:pt x="889" y="12"/>
                    <a:pt x="844" y="0"/>
                    <a:pt x="79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6" name="Google Shape;20996;p137"/>
            <p:cNvSpPr/>
            <p:nvPr/>
          </p:nvSpPr>
          <p:spPr>
            <a:xfrm>
              <a:off x="6501701" y="3845401"/>
              <a:ext cx="103158" cy="20189"/>
            </a:xfrm>
            <a:custGeom>
              <a:avLst/>
              <a:gdLst/>
              <a:ahLst/>
              <a:cxnLst/>
              <a:rect l="l" t="t" r="r" b="b"/>
              <a:pathLst>
                <a:path w="3168" h="620" extrusionOk="0">
                  <a:moveTo>
                    <a:pt x="1" y="0"/>
                  </a:moveTo>
                  <a:lnTo>
                    <a:pt x="1" y="619"/>
                  </a:lnTo>
                  <a:lnTo>
                    <a:pt x="2834" y="619"/>
                  </a:lnTo>
                  <a:cubicBezTo>
                    <a:pt x="3025" y="619"/>
                    <a:pt x="3168" y="476"/>
                    <a:pt x="3144" y="262"/>
                  </a:cubicBezTo>
                  <a:cubicBezTo>
                    <a:pt x="3144" y="119"/>
                    <a:pt x="2977" y="0"/>
                    <a:pt x="2834"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7" name="Google Shape;20997;p137"/>
            <p:cNvSpPr/>
            <p:nvPr/>
          </p:nvSpPr>
          <p:spPr>
            <a:xfrm>
              <a:off x="6356700" y="3661618"/>
              <a:ext cx="290034" cy="163627"/>
            </a:xfrm>
            <a:custGeom>
              <a:avLst/>
              <a:gdLst/>
              <a:ahLst/>
              <a:cxnLst/>
              <a:rect l="l" t="t" r="r" b="b"/>
              <a:pathLst>
                <a:path w="8907" h="5025" extrusionOk="0">
                  <a:moveTo>
                    <a:pt x="0" y="0"/>
                  </a:moveTo>
                  <a:lnTo>
                    <a:pt x="1358" y="4787"/>
                  </a:lnTo>
                  <a:cubicBezTo>
                    <a:pt x="1405" y="4930"/>
                    <a:pt x="1524" y="5025"/>
                    <a:pt x="1667" y="5025"/>
                  </a:cubicBezTo>
                  <a:lnTo>
                    <a:pt x="7311" y="5025"/>
                  </a:lnTo>
                  <a:cubicBezTo>
                    <a:pt x="7478" y="5025"/>
                    <a:pt x="7597" y="4930"/>
                    <a:pt x="7621" y="4787"/>
                  </a:cubicBezTo>
                  <a:lnTo>
                    <a:pt x="8907" y="381"/>
                  </a:lnTo>
                  <a:cubicBezTo>
                    <a:pt x="8907" y="286"/>
                    <a:pt x="8859" y="191"/>
                    <a:pt x="8835" y="119"/>
                  </a:cubicBezTo>
                  <a:cubicBezTo>
                    <a:pt x="8788" y="24"/>
                    <a:pt x="8692" y="0"/>
                    <a:pt x="8597"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8" name="Google Shape;20998;p137"/>
            <p:cNvSpPr/>
            <p:nvPr/>
          </p:nvSpPr>
          <p:spPr>
            <a:xfrm>
              <a:off x="6501701" y="3661618"/>
              <a:ext cx="145033" cy="163627"/>
            </a:xfrm>
            <a:custGeom>
              <a:avLst/>
              <a:gdLst/>
              <a:ahLst/>
              <a:cxnLst/>
              <a:rect l="l" t="t" r="r" b="b"/>
              <a:pathLst>
                <a:path w="4454" h="5025" extrusionOk="0">
                  <a:moveTo>
                    <a:pt x="1" y="0"/>
                  </a:moveTo>
                  <a:lnTo>
                    <a:pt x="1" y="5025"/>
                  </a:lnTo>
                  <a:lnTo>
                    <a:pt x="2834" y="5025"/>
                  </a:lnTo>
                  <a:cubicBezTo>
                    <a:pt x="2977" y="5025"/>
                    <a:pt x="3096" y="4906"/>
                    <a:pt x="3144" y="4787"/>
                  </a:cubicBezTo>
                  <a:lnTo>
                    <a:pt x="4406" y="381"/>
                  </a:lnTo>
                  <a:cubicBezTo>
                    <a:pt x="4454" y="286"/>
                    <a:pt x="4406" y="167"/>
                    <a:pt x="4359" y="119"/>
                  </a:cubicBezTo>
                  <a:cubicBezTo>
                    <a:pt x="4287" y="24"/>
                    <a:pt x="4216" y="0"/>
                    <a:pt x="4120"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9" name="Google Shape;20999;p137"/>
          <p:cNvGrpSpPr/>
          <p:nvPr/>
        </p:nvGrpSpPr>
        <p:grpSpPr>
          <a:xfrm>
            <a:off x="5538567" y="3447186"/>
            <a:ext cx="349005" cy="349754"/>
            <a:chOff x="5538567" y="3599586"/>
            <a:chExt cx="349005" cy="349754"/>
          </a:xfrm>
        </p:grpSpPr>
        <p:sp>
          <p:nvSpPr>
            <p:cNvPr id="21000" name="Google Shape;21000;p137"/>
            <p:cNvSpPr/>
            <p:nvPr/>
          </p:nvSpPr>
          <p:spPr>
            <a:xfrm>
              <a:off x="5538567" y="3599586"/>
              <a:ext cx="349005" cy="206283"/>
            </a:xfrm>
            <a:custGeom>
              <a:avLst/>
              <a:gdLst/>
              <a:ahLst/>
              <a:cxnLst/>
              <a:rect l="l" t="t" r="r" b="b"/>
              <a:pathLst>
                <a:path w="10718" h="6335" extrusionOk="0">
                  <a:moveTo>
                    <a:pt x="6931" y="0"/>
                  </a:moveTo>
                  <a:cubicBezTo>
                    <a:pt x="6336" y="0"/>
                    <a:pt x="5812" y="191"/>
                    <a:pt x="5359" y="548"/>
                  </a:cubicBezTo>
                  <a:cubicBezTo>
                    <a:pt x="5145" y="714"/>
                    <a:pt x="4978" y="905"/>
                    <a:pt x="4859" y="1119"/>
                  </a:cubicBezTo>
                  <a:cubicBezTo>
                    <a:pt x="4454" y="786"/>
                    <a:pt x="3978" y="643"/>
                    <a:pt x="3478" y="643"/>
                  </a:cubicBezTo>
                  <a:cubicBezTo>
                    <a:pt x="2359" y="643"/>
                    <a:pt x="1406" y="1500"/>
                    <a:pt x="1287" y="2643"/>
                  </a:cubicBezTo>
                  <a:cubicBezTo>
                    <a:pt x="525" y="2905"/>
                    <a:pt x="1" y="3620"/>
                    <a:pt x="1" y="4453"/>
                  </a:cubicBezTo>
                  <a:cubicBezTo>
                    <a:pt x="1" y="5501"/>
                    <a:pt x="834" y="6335"/>
                    <a:pt x="1882" y="6335"/>
                  </a:cubicBezTo>
                  <a:lnTo>
                    <a:pt x="8812" y="6335"/>
                  </a:lnTo>
                  <a:cubicBezTo>
                    <a:pt x="9860" y="6335"/>
                    <a:pt x="10717" y="5501"/>
                    <a:pt x="10717" y="4453"/>
                  </a:cubicBezTo>
                  <a:cubicBezTo>
                    <a:pt x="10717" y="3596"/>
                    <a:pt x="10170" y="2882"/>
                    <a:pt x="9431" y="2620"/>
                  </a:cubicBezTo>
                  <a:lnTo>
                    <a:pt x="9431" y="2501"/>
                  </a:lnTo>
                  <a:cubicBezTo>
                    <a:pt x="9431" y="1095"/>
                    <a:pt x="8312" y="0"/>
                    <a:pt x="6931"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1" name="Google Shape;21001;p137"/>
            <p:cNvSpPr/>
            <p:nvPr/>
          </p:nvSpPr>
          <p:spPr>
            <a:xfrm>
              <a:off x="5713070" y="3599586"/>
              <a:ext cx="174502" cy="205502"/>
            </a:xfrm>
            <a:custGeom>
              <a:avLst/>
              <a:gdLst/>
              <a:ahLst/>
              <a:cxnLst/>
              <a:rect l="l" t="t" r="r" b="b"/>
              <a:pathLst>
                <a:path w="5359" h="6311" extrusionOk="0">
                  <a:moveTo>
                    <a:pt x="1572" y="0"/>
                  </a:moveTo>
                  <a:cubicBezTo>
                    <a:pt x="977" y="0"/>
                    <a:pt x="453" y="191"/>
                    <a:pt x="0" y="548"/>
                  </a:cubicBezTo>
                  <a:lnTo>
                    <a:pt x="0" y="6311"/>
                  </a:lnTo>
                  <a:lnTo>
                    <a:pt x="3453" y="6311"/>
                  </a:lnTo>
                  <a:cubicBezTo>
                    <a:pt x="4501" y="6311"/>
                    <a:pt x="5358" y="5430"/>
                    <a:pt x="5358" y="4406"/>
                  </a:cubicBezTo>
                  <a:cubicBezTo>
                    <a:pt x="5358" y="3596"/>
                    <a:pt x="4811" y="2858"/>
                    <a:pt x="4072" y="2620"/>
                  </a:cubicBezTo>
                  <a:lnTo>
                    <a:pt x="4072" y="2501"/>
                  </a:lnTo>
                  <a:cubicBezTo>
                    <a:pt x="4072" y="1095"/>
                    <a:pt x="2953" y="0"/>
                    <a:pt x="157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2" name="Google Shape;21002;p137"/>
            <p:cNvSpPr/>
            <p:nvPr/>
          </p:nvSpPr>
          <p:spPr>
            <a:xfrm>
              <a:off x="5656443" y="3753118"/>
              <a:ext cx="110940" cy="196222"/>
            </a:xfrm>
            <a:custGeom>
              <a:avLst/>
              <a:gdLst/>
              <a:ahLst/>
              <a:cxnLst/>
              <a:rect l="l" t="t" r="r" b="b"/>
              <a:pathLst>
                <a:path w="3407" h="6026" extrusionOk="0">
                  <a:moveTo>
                    <a:pt x="1715" y="0"/>
                  </a:moveTo>
                  <a:cubicBezTo>
                    <a:pt x="1596" y="0"/>
                    <a:pt x="1501" y="72"/>
                    <a:pt x="1430" y="167"/>
                  </a:cubicBezTo>
                  <a:lnTo>
                    <a:pt x="96" y="2358"/>
                  </a:lnTo>
                  <a:cubicBezTo>
                    <a:pt x="1" y="2477"/>
                    <a:pt x="48" y="2667"/>
                    <a:pt x="167" y="2739"/>
                  </a:cubicBezTo>
                  <a:cubicBezTo>
                    <a:pt x="215" y="2810"/>
                    <a:pt x="310" y="2834"/>
                    <a:pt x="358" y="2834"/>
                  </a:cubicBezTo>
                  <a:lnTo>
                    <a:pt x="1049" y="2834"/>
                  </a:lnTo>
                  <a:lnTo>
                    <a:pt x="1049" y="5692"/>
                  </a:lnTo>
                  <a:cubicBezTo>
                    <a:pt x="1049" y="5882"/>
                    <a:pt x="1191" y="6025"/>
                    <a:pt x="1382" y="6025"/>
                  </a:cubicBezTo>
                  <a:lnTo>
                    <a:pt x="2025" y="6025"/>
                  </a:lnTo>
                  <a:cubicBezTo>
                    <a:pt x="2215" y="6025"/>
                    <a:pt x="2358" y="5882"/>
                    <a:pt x="2358" y="5692"/>
                  </a:cubicBezTo>
                  <a:lnTo>
                    <a:pt x="2358" y="2834"/>
                  </a:lnTo>
                  <a:lnTo>
                    <a:pt x="3049" y="2834"/>
                  </a:lnTo>
                  <a:cubicBezTo>
                    <a:pt x="3144" y="2834"/>
                    <a:pt x="3216" y="2810"/>
                    <a:pt x="3287" y="2739"/>
                  </a:cubicBezTo>
                  <a:cubicBezTo>
                    <a:pt x="3359" y="2620"/>
                    <a:pt x="3406" y="2477"/>
                    <a:pt x="3311" y="2358"/>
                  </a:cubicBezTo>
                  <a:lnTo>
                    <a:pt x="1977" y="167"/>
                  </a:lnTo>
                  <a:cubicBezTo>
                    <a:pt x="1906" y="72"/>
                    <a:pt x="1834" y="0"/>
                    <a:pt x="1715"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3" name="Google Shape;21003;p137"/>
            <p:cNvSpPr/>
            <p:nvPr/>
          </p:nvSpPr>
          <p:spPr>
            <a:xfrm>
              <a:off x="5711507" y="3753118"/>
              <a:ext cx="55877" cy="195440"/>
            </a:xfrm>
            <a:custGeom>
              <a:avLst/>
              <a:gdLst/>
              <a:ahLst/>
              <a:cxnLst/>
              <a:rect l="l" t="t" r="r" b="b"/>
              <a:pathLst>
                <a:path w="1716" h="6002" extrusionOk="0">
                  <a:moveTo>
                    <a:pt x="1" y="0"/>
                  </a:moveTo>
                  <a:lnTo>
                    <a:pt x="1" y="6001"/>
                  </a:lnTo>
                  <a:lnTo>
                    <a:pt x="334" y="6001"/>
                  </a:lnTo>
                  <a:cubicBezTo>
                    <a:pt x="524" y="6001"/>
                    <a:pt x="667" y="5835"/>
                    <a:pt x="667" y="5668"/>
                  </a:cubicBezTo>
                  <a:lnTo>
                    <a:pt x="667" y="2834"/>
                  </a:lnTo>
                  <a:lnTo>
                    <a:pt x="1358" y="2834"/>
                  </a:lnTo>
                  <a:cubicBezTo>
                    <a:pt x="1429" y="2834"/>
                    <a:pt x="1525" y="2810"/>
                    <a:pt x="1596" y="2739"/>
                  </a:cubicBezTo>
                  <a:cubicBezTo>
                    <a:pt x="1668" y="2620"/>
                    <a:pt x="1715" y="2477"/>
                    <a:pt x="1620" y="2358"/>
                  </a:cubicBezTo>
                  <a:lnTo>
                    <a:pt x="286" y="167"/>
                  </a:lnTo>
                  <a:cubicBezTo>
                    <a:pt x="215" y="72"/>
                    <a:pt x="120" y="0"/>
                    <a:pt x="1"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04" name="Google Shape;21004;p137"/>
          <p:cNvGrpSpPr/>
          <p:nvPr/>
        </p:nvGrpSpPr>
        <p:grpSpPr>
          <a:xfrm>
            <a:off x="4771655" y="3447186"/>
            <a:ext cx="351317" cy="349754"/>
            <a:chOff x="4771655" y="3599586"/>
            <a:chExt cx="351317" cy="349754"/>
          </a:xfrm>
        </p:grpSpPr>
        <p:sp>
          <p:nvSpPr>
            <p:cNvPr id="21005" name="Google Shape;21005;p137"/>
            <p:cNvSpPr/>
            <p:nvPr/>
          </p:nvSpPr>
          <p:spPr>
            <a:xfrm>
              <a:off x="4813530" y="3722086"/>
              <a:ext cx="62064" cy="205535"/>
            </a:xfrm>
            <a:custGeom>
              <a:avLst/>
              <a:gdLst/>
              <a:ahLst/>
              <a:cxnLst/>
              <a:rect l="l" t="t" r="r" b="b"/>
              <a:pathLst>
                <a:path w="1906" h="6312" extrusionOk="0">
                  <a:moveTo>
                    <a:pt x="0" y="1"/>
                  </a:moveTo>
                  <a:lnTo>
                    <a:pt x="0" y="6311"/>
                  </a:lnTo>
                  <a:lnTo>
                    <a:pt x="1906" y="6311"/>
                  </a:lnTo>
                  <a:lnTo>
                    <a:pt x="1906"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6" name="Google Shape;21006;p137"/>
            <p:cNvSpPr/>
            <p:nvPr/>
          </p:nvSpPr>
          <p:spPr>
            <a:xfrm>
              <a:off x="5019032" y="3722086"/>
              <a:ext cx="62064" cy="205535"/>
            </a:xfrm>
            <a:custGeom>
              <a:avLst/>
              <a:gdLst/>
              <a:ahLst/>
              <a:cxnLst/>
              <a:rect l="l" t="t" r="r" b="b"/>
              <a:pathLst>
                <a:path w="1906" h="6312" extrusionOk="0">
                  <a:moveTo>
                    <a:pt x="0" y="1"/>
                  </a:moveTo>
                  <a:lnTo>
                    <a:pt x="0" y="6311"/>
                  </a:lnTo>
                  <a:lnTo>
                    <a:pt x="1905" y="6311"/>
                  </a:lnTo>
                  <a:lnTo>
                    <a:pt x="1905"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7" name="Google Shape;21007;p137"/>
            <p:cNvSpPr/>
            <p:nvPr/>
          </p:nvSpPr>
          <p:spPr>
            <a:xfrm>
              <a:off x="4915874" y="3722086"/>
              <a:ext cx="62097" cy="205535"/>
            </a:xfrm>
            <a:custGeom>
              <a:avLst/>
              <a:gdLst/>
              <a:ahLst/>
              <a:cxnLst/>
              <a:rect l="l" t="t" r="r" b="b"/>
              <a:pathLst>
                <a:path w="1907" h="6312" extrusionOk="0">
                  <a:moveTo>
                    <a:pt x="1" y="1"/>
                  </a:moveTo>
                  <a:lnTo>
                    <a:pt x="1" y="6311"/>
                  </a:lnTo>
                  <a:lnTo>
                    <a:pt x="1906" y="6311"/>
                  </a:lnTo>
                  <a:lnTo>
                    <a:pt x="1906"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8" name="Google Shape;21008;p137"/>
            <p:cNvSpPr/>
            <p:nvPr/>
          </p:nvSpPr>
          <p:spPr>
            <a:xfrm>
              <a:off x="4946906" y="3722086"/>
              <a:ext cx="31065" cy="205535"/>
            </a:xfrm>
            <a:custGeom>
              <a:avLst/>
              <a:gdLst/>
              <a:ahLst/>
              <a:cxnLst/>
              <a:rect l="l" t="t" r="r" b="b"/>
              <a:pathLst>
                <a:path w="954" h="6312" extrusionOk="0">
                  <a:moveTo>
                    <a:pt x="0" y="1"/>
                  </a:moveTo>
                  <a:lnTo>
                    <a:pt x="0" y="6311"/>
                  </a:lnTo>
                  <a:lnTo>
                    <a:pt x="953" y="6311"/>
                  </a:lnTo>
                  <a:lnTo>
                    <a:pt x="953"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9" name="Google Shape;21009;p137"/>
            <p:cNvSpPr/>
            <p:nvPr/>
          </p:nvSpPr>
          <p:spPr>
            <a:xfrm>
              <a:off x="4772437" y="3907432"/>
              <a:ext cx="348972" cy="41908"/>
            </a:xfrm>
            <a:custGeom>
              <a:avLst/>
              <a:gdLst/>
              <a:ahLst/>
              <a:cxnLst/>
              <a:rect l="l" t="t" r="r" b="b"/>
              <a:pathLst>
                <a:path w="10717" h="1287" extrusionOk="0">
                  <a:moveTo>
                    <a:pt x="715" y="0"/>
                  </a:moveTo>
                  <a:cubicBezTo>
                    <a:pt x="643" y="0"/>
                    <a:pt x="548" y="24"/>
                    <a:pt x="476" y="119"/>
                  </a:cubicBezTo>
                  <a:cubicBezTo>
                    <a:pt x="405" y="238"/>
                    <a:pt x="167" y="500"/>
                    <a:pt x="48" y="834"/>
                  </a:cubicBezTo>
                  <a:cubicBezTo>
                    <a:pt x="0" y="929"/>
                    <a:pt x="0" y="1048"/>
                    <a:pt x="72" y="1143"/>
                  </a:cubicBezTo>
                  <a:cubicBezTo>
                    <a:pt x="119" y="1215"/>
                    <a:pt x="215" y="1286"/>
                    <a:pt x="334" y="1286"/>
                  </a:cubicBezTo>
                  <a:lnTo>
                    <a:pt x="10455" y="1286"/>
                  </a:lnTo>
                  <a:cubicBezTo>
                    <a:pt x="10550" y="1286"/>
                    <a:pt x="10669" y="1215"/>
                    <a:pt x="10717" y="1143"/>
                  </a:cubicBezTo>
                  <a:cubicBezTo>
                    <a:pt x="10717" y="1048"/>
                    <a:pt x="10717" y="929"/>
                    <a:pt x="10693" y="834"/>
                  </a:cubicBezTo>
                  <a:cubicBezTo>
                    <a:pt x="10574" y="500"/>
                    <a:pt x="10336" y="215"/>
                    <a:pt x="10240" y="119"/>
                  </a:cubicBezTo>
                  <a:cubicBezTo>
                    <a:pt x="10193" y="72"/>
                    <a:pt x="10098" y="0"/>
                    <a:pt x="10002"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0" name="Google Shape;21010;p137"/>
            <p:cNvSpPr/>
            <p:nvPr/>
          </p:nvSpPr>
          <p:spPr>
            <a:xfrm>
              <a:off x="4946906" y="3906651"/>
              <a:ext cx="174502" cy="40833"/>
            </a:xfrm>
            <a:custGeom>
              <a:avLst/>
              <a:gdLst/>
              <a:ahLst/>
              <a:cxnLst/>
              <a:rect l="l" t="t" r="r" b="b"/>
              <a:pathLst>
                <a:path w="5359" h="1254" extrusionOk="0">
                  <a:moveTo>
                    <a:pt x="0" y="0"/>
                  </a:moveTo>
                  <a:lnTo>
                    <a:pt x="0" y="1239"/>
                  </a:lnTo>
                  <a:lnTo>
                    <a:pt x="5073" y="1239"/>
                  </a:lnTo>
                  <a:cubicBezTo>
                    <a:pt x="5094" y="1249"/>
                    <a:pt x="5114" y="1254"/>
                    <a:pt x="5132" y="1254"/>
                  </a:cubicBezTo>
                  <a:cubicBezTo>
                    <a:pt x="5200" y="1254"/>
                    <a:pt x="5255" y="1194"/>
                    <a:pt x="5311" y="1120"/>
                  </a:cubicBezTo>
                  <a:cubicBezTo>
                    <a:pt x="5359" y="1048"/>
                    <a:pt x="5359" y="953"/>
                    <a:pt x="5335" y="834"/>
                  </a:cubicBezTo>
                  <a:cubicBezTo>
                    <a:pt x="5216" y="501"/>
                    <a:pt x="4978" y="215"/>
                    <a:pt x="4882" y="120"/>
                  </a:cubicBezTo>
                  <a:cubicBezTo>
                    <a:pt x="4835" y="48"/>
                    <a:pt x="4740" y="0"/>
                    <a:pt x="464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1" name="Google Shape;21011;p137"/>
            <p:cNvSpPr/>
            <p:nvPr/>
          </p:nvSpPr>
          <p:spPr>
            <a:xfrm>
              <a:off x="4777093" y="3599586"/>
              <a:ext cx="338911" cy="122533"/>
            </a:xfrm>
            <a:custGeom>
              <a:avLst/>
              <a:gdLst/>
              <a:ahLst/>
              <a:cxnLst/>
              <a:rect l="l" t="t" r="r" b="b"/>
              <a:pathLst>
                <a:path w="10408" h="3763" extrusionOk="0">
                  <a:moveTo>
                    <a:pt x="5215" y="0"/>
                  </a:moveTo>
                  <a:cubicBezTo>
                    <a:pt x="5192" y="0"/>
                    <a:pt x="5096" y="0"/>
                    <a:pt x="5073" y="24"/>
                  </a:cubicBezTo>
                  <a:lnTo>
                    <a:pt x="0" y="3144"/>
                  </a:lnTo>
                  <a:lnTo>
                    <a:pt x="905" y="3763"/>
                  </a:lnTo>
                  <a:lnTo>
                    <a:pt x="8907" y="3763"/>
                  </a:lnTo>
                  <a:lnTo>
                    <a:pt x="10407" y="3144"/>
                  </a:lnTo>
                  <a:lnTo>
                    <a:pt x="5358" y="24"/>
                  </a:lnTo>
                  <a:cubicBezTo>
                    <a:pt x="5311" y="0"/>
                    <a:pt x="5263" y="0"/>
                    <a:pt x="5215"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2" name="Google Shape;21012;p137"/>
            <p:cNvSpPr/>
            <p:nvPr/>
          </p:nvSpPr>
          <p:spPr>
            <a:xfrm>
              <a:off x="4946906" y="3599586"/>
              <a:ext cx="169846" cy="122533"/>
            </a:xfrm>
            <a:custGeom>
              <a:avLst/>
              <a:gdLst/>
              <a:ahLst/>
              <a:cxnLst/>
              <a:rect l="l" t="t" r="r" b="b"/>
              <a:pathLst>
                <a:path w="5216" h="3763" extrusionOk="0">
                  <a:moveTo>
                    <a:pt x="0" y="0"/>
                  </a:moveTo>
                  <a:lnTo>
                    <a:pt x="0" y="3763"/>
                  </a:lnTo>
                  <a:lnTo>
                    <a:pt x="3716" y="3763"/>
                  </a:lnTo>
                  <a:lnTo>
                    <a:pt x="5216" y="3144"/>
                  </a:lnTo>
                  <a:lnTo>
                    <a:pt x="143" y="24"/>
                  </a:lnTo>
                  <a:cubicBezTo>
                    <a:pt x="96" y="0"/>
                    <a:pt x="48" y="0"/>
                    <a:pt x="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3" name="Google Shape;21013;p137"/>
            <p:cNvSpPr/>
            <p:nvPr/>
          </p:nvSpPr>
          <p:spPr>
            <a:xfrm>
              <a:off x="4771655" y="3701930"/>
              <a:ext cx="351317" cy="41908"/>
            </a:xfrm>
            <a:custGeom>
              <a:avLst/>
              <a:gdLst/>
              <a:ahLst/>
              <a:cxnLst/>
              <a:rect l="l" t="t" r="r" b="b"/>
              <a:pathLst>
                <a:path w="10789" h="1287" extrusionOk="0">
                  <a:moveTo>
                    <a:pt x="167" y="1"/>
                  </a:moveTo>
                  <a:cubicBezTo>
                    <a:pt x="72" y="72"/>
                    <a:pt x="0" y="215"/>
                    <a:pt x="24" y="358"/>
                  </a:cubicBezTo>
                  <a:cubicBezTo>
                    <a:pt x="119" y="739"/>
                    <a:pt x="429" y="1025"/>
                    <a:pt x="524" y="1167"/>
                  </a:cubicBezTo>
                  <a:cubicBezTo>
                    <a:pt x="596" y="1215"/>
                    <a:pt x="691" y="1286"/>
                    <a:pt x="762" y="1286"/>
                  </a:cubicBezTo>
                  <a:lnTo>
                    <a:pt x="10002" y="1286"/>
                  </a:lnTo>
                  <a:cubicBezTo>
                    <a:pt x="10098" y="1286"/>
                    <a:pt x="10193" y="1239"/>
                    <a:pt x="10241" y="1167"/>
                  </a:cubicBezTo>
                  <a:cubicBezTo>
                    <a:pt x="10360" y="1025"/>
                    <a:pt x="10622" y="739"/>
                    <a:pt x="10741" y="358"/>
                  </a:cubicBezTo>
                  <a:cubicBezTo>
                    <a:pt x="10788" y="215"/>
                    <a:pt x="10717" y="72"/>
                    <a:pt x="10598"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4" name="Google Shape;21014;p137"/>
            <p:cNvSpPr/>
            <p:nvPr/>
          </p:nvSpPr>
          <p:spPr>
            <a:xfrm>
              <a:off x="4946906" y="3701930"/>
              <a:ext cx="176065" cy="41126"/>
            </a:xfrm>
            <a:custGeom>
              <a:avLst/>
              <a:gdLst/>
              <a:ahLst/>
              <a:cxnLst/>
              <a:rect l="l" t="t" r="r" b="b"/>
              <a:pathLst>
                <a:path w="5407" h="1263" extrusionOk="0">
                  <a:moveTo>
                    <a:pt x="0" y="1"/>
                  </a:moveTo>
                  <a:lnTo>
                    <a:pt x="0" y="1263"/>
                  </a:lnTo>
                  <a:lnTo>
                    <a:pt x="4620" y="1263"/>
                  </a:lnTo>
                  <a:cubicBezTo>
                    <a:pt x="4716" y="1263"/>
                    <a:pt x="4811" y="1215"/>
                    <a:pt x="4859" y="1167"/>
                  </a:cubicBezTo>
                  <a:cubicBezTo>
                    <a:pt x="4978" y="1025"/>
                    <a:pt x="5240" y="739"/>
                    <a:pt x="5359" y="358"/>
                  </a:cubicBezTo>
                  <a:cubicBezTo>
                    <a:pt x="5406" y="239"/>
                    <a:pt x="5335" y="96"/>
                    <a:pt x="5216"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15" name="Google Shape;21015;p137"/>
          <p:cNvGrpSpPr/>
          <p:nvPr/>
        </p:nvGrpSpPr>
        <p:grpSpPr>
          <a:xfrm>
            <a:off x="4069868" y="3447186"/>
            <a:ext cx="246628" cy="349754"/>
            <a:chOff x="4069868" y="3599586"/>
            <a:chExt cx="246628" cy="349754"/>
          </a:xfrm>
        </p:grpSpPr>
        <p:sp>
          <p:nvSpPr>
            <p:cNvPr id="21016" name="Google Shape;21016;p137"/>
            <p:cNvSpPr/>
            <p:nvPr/>
          </p:nvSpPr>
          <p:spPr>
            <a:xfrm>
              <a:off x="4069868" y="3599586"/>
              <a:ext cx="246628" cy="348972"/>
            </a:xfrm>
            <a:custGeom>
              <a:avLst/>
              <a:gdLst/>
              <a:ahLst/>
              <a:cxnLst/>
              <a:rect l="l" t="t" r="r" b="b"/>
              <a:pathLst>
                <a:path w="7574" h="10717" extrusionOk="0">
                  <a:moveTo>
                    <a:pt x="3787" y="1929"/>
                  </a:moveTo>
                  <a:cubicBezTo>
                    <a:pt x="4835" y="1929"/>
                    <a:pt x="5668" y="2762"/>
                    <a:pt x="5668" y="3810"/>
                  </a:cubicBezTo>
                  <a:cubicBezTo>
                    <a:pt x="5668" y="4834"/>
                    <a:pt x="4787" y="5668"/>
                    <a:pt x="3787" y="5668"/>
                  </a:cubicBezTo>
                  <a:cubicBezTo>
                    <a:pt x="2739" y="5668"/>
                    <a:pt x="1905" y="4834"/>
                    <a:pt x="1905" y="3810"/>
                  </a:cubicBezTo>
                  <a:cubicBezTo>
                    <a:pt x="1905" y="2762"/>
                    <a:pt x="2739" y="1929"/>
                    <a:pt x="3787" y="1929"/>
                  </a:cubicBezTo>
                  <a:close/>
                  <a:moveTo>
                    <a:pt x="3787" y="0"/>
                  </a:moveTo>
                  <a:cubicBezTo>
                    <a:pt x="1691" y="0"/>
                    <a:pt x="0" y="1715"/>
                    <a:pt x="0" y="3763"/>
                  </a:cubicBezTo>
                  <a:cubicBezTo>
                    <a:pt x="0" y="5644"/>
                    <a:pt x="1429" y="7644"/>
                    <a:pt x="2691" y="9359"/>
                  </a:cubicBezTo>
                  <a:cubicBezTo>
                    <a:pt x="2977" y="9788"/>
                    <a:pt x="3287" y="10169"/>
                    <a:pt x="3525" y="10550"/>
                  </a:cubicBezTo>
                  <a:cubicBezTo>
                    <a:pt x="3572" y="10645"/>
                    <a:pt x="3668" y="10716"/>
                    <a:pt x="3787" y="10716"/>
                  </a:cubicBezTo>
                  <a:cubicBezTo>
                    <a:pt x="3906" y="10716"/>
                    <a:pt x="4001" y="10645"/>
                    <a:pt x="4049" y="10550"/>
                  </a:cubicBezTo>
                  <a:cubicBezTo>
                    <a:pt x="4287" y="10169"/>
                    <a:pt x="4596" y="9788"/>
                    <a:pt x="4882" y="9359"/>
                  </a:cubicBezTo>
                  <a:cubicBezTo>
                    <a:pt x="6144" y="7621"/>
                    <a:pt x="7573" y="5620"/>
                    <a:pt x="7573" y="3763"/>
                  </a:cubicBezTo>
                  <a:cubicBezTo>
                    <a:pt x="7526" y="1691"/>
                    <a:pt x="5835" y="0"/>
                    <a:pt x="378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7" name="Google Shape;21017;p137"/>
            <p:cNvSpPr/>
            <p:nvPr/>
          </p:nvSpPr>
          <p:spPr>
            <a:xfrm>
              <a:off x="4192368" y="3600335"/>
              <a:ext cx="122565" cy="349005"/>
            </a:xfrm>
            <a:custGeom>
              <a:avLst/>
              <a:gdLst/>
              <a:ahLst/>
              <a:cxnLst/>
              <a:rect l="l" t="t" r="r" b="b"/>
              <a:pathLst>
                <a:path w="3764" h="10718" extrusionOk="0">
                  <a:moveTo>
                    <a:pt x="1" y="1"/>
                  </a:moveTo>
                  <a:lnTo>
                    <a:pt x="1" y="1906"/>
                  </a:lnTo>
                  <a:cubicBezTo>
                    <a:pt x="1025" y="1906"/>
                    <a:pt x="1859" y="2739"/>
                    <a:pt x="1859" y="3787"/>
                  </a:cubicBezTo>
                  <a:cubicBezTo>
                    <a:pt x="1859" y="4811"/>
                    <a:pt x="1025" y="5645"/>
                    <a:pt x="1" y="5645"/>
                  </a:cubicBezTo>
                  <a:lnTo>
                    <a:pt x="1" y="10717"/>
                  </a:lnTo>
                  <a:cubicBezTo>
                    <a:pt x="120" y="10717"/>
                    <a:pt x="191" y="10646"/>
                    <a:pt x="263" y="10574"/>
                  </a:cubicBezTo>
                  <a:cubicBezTo>
                    <a:pt x="525" y="10170"/>
                    <a:pt x="787" y="9765"/>
                    <a:pt x="1096" y="9384"/>
                  </a:cubicBezTo>
                  <a:cubicBezTo>
                    <a:pt x="2335" y="7621"/>
                    <a:pt x="3764" y="5621"/>
                    <a:pt x="3764" y="3787"/>
                  </a:cubicBezTo>
                  <a:cubicBezTo>
                    <a:pt x="3764" y="1692"/>
                    <a:pt x="2073" y="1"/>
                    <a:pt x="1" y="1"/>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18" name="Google Shape;21018;p137"/>
          <p:cNvGrpSpPr/>
          <p:nvPr/>
        </p:nvGrpSpPr>
        <p:grpSpPr>
          <a:xfrm>
            <a:off x="3255643" y="3447186"/>
            <a:ext cx="349754" cy="349754"/>
            <a:chOff x="3255643" y="3599586"/>
            <a:chExt cx="349754" cy="349754"/>
          </a:xfrm>
        </p:grpSpPr>
        <p:sp>
          <p:nvSpPr>
            <p:cNvPr id="21019" name="Google Shape;21019;p137"/>
            <p:cNvSpPr/>
            <p:nvPr/>
          </p:nvSpPr>
          <p:spPr>
            <a:xfrm>
              <a:off x="3255643" y="3784118"/>
              <a:ext cx="165190" cy="165222"/>
            </a:xfrm>
            <a:custGeom>
              <a:avLst/>
              <a:gdLst/>
              <a:ahLst/>
              <a:cxnLst/>
              <a:rect l="l" t="t" r="r" b="b"/>
              <a:pathLst>
                <a:path w="5073" h="5074" extrusionOk="0">
                  <a:moveTo>
                    <a:pt x="953" y="1"/>
                  </a:moveTo>
                  <a:cubicBezTo>
                    <a:pt x="453" y="1"/>
                    <a:pt x="0" y="429"/>
                    <a:pt x="0" y="953"/>
                  </a:cubicBezTo>
                  <a:lnTo>
                    <a:pt x="0" y="4121"/>
                  </a:lnTo>
                  <a:cubicBezTo>
                    <a:pt x="0" y="4621"/>
                    <a:pt x="429" y="5073"/>
                    <a:pt x="953" y="5073"/>
                  </a:cubicBezTo>
                  <a:lnTo>
                    <a:pt x="4120" y="5073"/>
                  </a:lnTo>
                  <a:cubicBezTo>
                    <a:pt x="4620" y="5073"/>
                    <a:pt x="5073" y="4645"/>
                    <a:pt x="5073" y="4121"/>
                  </a:cubicBezTo>
                  <a:lnTo>
                    <a:pt x="5073" y="953"/>
                  </a:lnTo>
                  <a:cubicBezTo>
                    <a:pt x="5073" y="429"/>
                    <a:pt x="4644" y="1"/>
                    <a:pt x="4120"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0" name="Google Shape;21020;p137"/>
            <p:cNvSpPr/>
            <p:nvPr/>
          </p:nvSpPr>
          <p:spPr>
            <a:xfrm>
              <a:off x="3255643" y="3599586"/>
              <a:ext cx="165190" cy="164408"/>
            </a:xfrm>
            <a:custGeom>
              <a:avLst/>
              <a:gdLst/>
              <a:ahLst/>
              <a:cxnLst/>
              <a:rect l="l" t="t" r="r" b="b"/>
              <a:pathLst>
                <a:path w="5073" h="5049" extrusionOk="0">
                  <a:moveTo>
                    <a:pt x="953" y="0"/>
                  </a:moveTo>
                  <a:cubicBezTo>
                    <a:pt x="453" y="0"/>
                    <a:pt x="0" y="405"/>
                    <a:pt x="0" y="953"/>
                  </a:cubicBezTo>
                  <a:lnTo>
                    <a:pt x="0" y="4096"/>
                  </a:lnTo>
                  <a:cubicBezTo>
                    <a:pt x="0" y="4596"/>
                    <a:pt x="429" y="5049"/>
                    <a:pt x="953" y="5049"/>
                  </a:cubicBezTo>
                  <a:lnTo>
                    <a:pt x="4120" y="5049"/>
                  </a:lnTo>
                  <a:cubicBezTo>
                    <a:pt x="4620" y="5049"/>
                    <a:pt x="5073" y="4644"/>
                    <a:pt x="5073" y="4096"/>
                  </a:cubicBezTo>
                  <a:lnTo>
                    <a:pt x="5073" y="953"/>
                  </a:lnTo>
                  <a:cubicBezTo>
                    <a:pt x="5073" y="405"/>
                    <a:pt x="4644" y="0"/>
                    <a:pt x="4120"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1" name="Google Shape;21021;p137"/>
            <p:cNvSpPr/>
            <p:nvPr/>
          </p:nvSpPr>
          <p:spPr>
            <a:xfrm>
              <a:off x="3337831" y="3599586"/>
              <a:ext cx="83002" cy="164408"/>
            </a:xfrm>
            <a:custGeom>
              <a:avLst/>
              <a:gdLst/>
              <a:ahLst/>
              <a:cxnLst/>
              <a:rect l="l" t="t" r="r" b="b"/>
              <a:pathLst>
                <a:path w="2549" h="5049" extrusionOk="0">
                  <a:moveTo>
                    <a:pt x="0" y="0"/>
                  </a:moveTo>
                  <a:lnTo>
                    <a:pt x="0" y="5049"/>
                  </a:lnTo>
                  <a:lnTo>
                    <a:pt x="1596" y="5049"/>
                  </a:lnTo>
                  <a:cubicBezTo>
                    <a:pt x="2120" y="5049"/>
                    <a:pt x="2549" y="4596"/>
                    <a:pt x="2549" y="4096"/>
                  </a:cubicBezTo>
                  <a:lnTo>
                    <a:pt x="2549" y="953"/>
                  </a:lnTo>
                  <a:cubicBezTo>
                    <a:pt x="2549" y="405"/>
                    <a:pt x="2120" y="0"/>
                    <a:pt x="159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2" name="Google Shape;21022;p137"/>
            <p:cNvSpPr/>
            <p:nvPr/>
          </p:nvSpPr>
          <p:spPr>
            <a:xfrm>
              <a:off x="3337831" y="3783369"/>
              <a:ext cx="83002" cy="165190"/>
            </a:xfrm>
            <a:custGeom>
              <a:avLst/>
              <a:gdLst/>
              <a:ahLst/>
              <a:cxnLst/>
              <a:rect l="l" t="t" r="r" b="b"/>
              <a:pathLst>
                <a:path w="2549" h="5073" extrusionOk="0">
                  <a:moveTo>
                    <a:pt x="0" y="0"/>
                  </a:moveTo>
                  <a:lnTo>
                    <a:pt x="0" y="5072"/>
                  </a:lnTo>
                  <a:lnTo>
                    <a:pt x="1596" y="5072"/>
                  </a:lnTo>
                  <a:cubicBezTo>
                    <a:pt x="2120" y="5072"/>
                    <a:pt x="2549" y="4620"/>
                    <a:pt x="2549" y="4120"/>
                  </a:cubicBezTo>
                  <a:lnTo>
                    <a:pt x="2549" y="953"/>
                  </a:lnTo>
                  <a:cubicBezTo>
                    <a:pt x="2549" y="452"/>
                    <a:pt x="2120" y="24"/>
                    <a:pt x="159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3" name="Google Shape;21023;p137"/>
            <p:cNvSpPr/>
            <p:nvPr/>
          </p:nvSpPr>
          <p:spPr>
            <a:xfrm>
              <a:off x="3440956" y="3599586"/>
              <a:ext cx="164441" cy="164408"/>
            </a:xfrm>
            <a:custGeom>
              <a:avLst/>
              <a:gdLst/>
              <a:ahLst/>
              <a:cxnLst/>
              <a:rect l="l" t="t" r="r" b="b"/>
              <a:pathLst>
                <a:path w="5050" h="5049" extrusionOk="0">
                  <a:moveTo>
                    <a:pt x="953" y="0"/>
                  </a:moveTo>
                  <a:cubicBezTo>
                    <a:pt x="453" y="0"/>
                    <a:pt x="1" y="405"/>
                    <a:pt x="1" y="953"/>
                  </a:cubicBezTo>
                  <a:lnTo>
                    <a:pt x="1" y="4096"/>
                  </a:lnTo>
                  <a:cubicBezTo>
                    <a:pt x="1" y="4596"/>
                    <a:pt x="406" y="5049"/>
                    <a:pt x="953" y="5049"/>
                  </a:cubicBezTo>
                  <a:lnTo>
                    <a:pt x="4097" y="5049"/>
                  </a:lnTo>
                  <a:cubicBezTo>
                    <a:pt x="4645" y="5049"/>
                    <a:pt x="5049" y="4596"/>
                    <a:pt x="5049" y="4096"/>
                  </a:cubicBezTo>
                  <a:lnTo>
                    <a:pt x="5049" y="953"/>
                  </a:lnTo>
                  <a:cubicBezTo>
                    <a:pt x="5049" y="405"/>
                    <a:pt x="4645" y="0"/>
                    <a:pt x="4097"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4" name="Google Shape;21024;p137"/>
            <p:cNvSpPr/>
            <p:nvPr/>
          </p:nvSpPr>
          <p:spPr>
            <a:xfrm>
              <a:off x="3523176" y="3599586"/>
              <a:ext cx="82220" cy="164408"/>
            </a:xfrm>
            <a:custGeom>
              <a:avLst/>
              <a:gdLst/>
              <a:ahLst/>
              <a:cxnLst/>
              <a:rect l="l" t="t" r="r" b="b"/>
              <a:pathLst>
                <a:path w="2525" h="5049" extrusionOk="0">
                  <a:moveTo>
                    <a:pt x="0" y="0"/>
                  </a:moveTo>
                  <a:lnTo>
                    <a:pt x="0" y="5049"/>
                  </a:lnTo>
                  <a:lnTo>
                    <a:pt x="1572" y="5049"/>
                  </a:lnTo>
                  <a:cubicBezTo>
                    <a:pt x="2120" y="5049"/>
                    <a:pt x="2524" y="4596"/>
                    <a:pt x="2524" y="4096"/>
                  </a:cubicBezTo>
                  <a:lnTo>
                    <a:pt x="2524" y="953"/>
                  </a:lnTo>
                  <a:cubicBezTo>
                    <a:pt x="2524" y="405"/>
                    <a:pt x="2096" y="0"/>
                    <a:pt x="15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5" name="Google Shape;21025;p137"/>
            <p:cNvSpPr/>
            <p:nvPr/>
          </p:nvSpPr>
          <p:spPr>
            <a:xfrm>
              <a:off x="3440956" y="3784118"/>
              <a:ext cx="164441" cy="165222"/>
            </a:xfrm>
            <a:custGeom>
              <a:avLst/>
              <a:gdLst/>
              <a:ahLst/>
              <a:cxnLst/>
              <a:rect l="l" t="t" r="r" b="b"/>
              <a:pathLst>
                <a:path w="5050" h="5074" extrusionOk="0">
                  <a:moveTo>
                    <a:pt x="953" y="1"/>
                  </a:moveTo>
                  <a:cubicBezTo>
                    <a:pt x="453" y="1"/>
                    <a:pt x="1" y="429"/>
                    <a:pt x="1" y="953"/>
                  </a:cubicBezTo>
                  <a:lnTo>
                    <a:pt x="1" y="4121"/>
                  </a:lnTo>
                  <a:cubicBezTo>
                    <a:pt x="1" y="4621"/>
                    <a:pt x="406" y="5073"/>
                    <a:pt x="953" y="5073"/>
                  </a:cubicBezTo>
                  <a:lnTo>
                    <a:pt x="4097" y="5073"/>
                  </a:lnTo>
                  <a:cubicBezTo>
                    <a:pt x="4645" y="5073"/>
                    <a:pt x="5049" y="4621"/>
                    <a:pt x="5049" y="4121"/>
                  </a:cubicBezTo>
                  <a:lnTo>
                    <a:pt x="5049" y="953"/>
                  </a:lnTo>
                  <a:cubicBezTo>
                    <a:pt x="5049" y="429"/>
                    <a:pt x="4645" y="1"/>
                    <a:pt x="409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6" name="Google Shape;21026;p137"/>
            <p:cNvSpPr/>
            <p:nvPr/>
          </p:nvSpPr>
          <p:spPr>
            <a:xfrm>
              <a:off x="3523176" y="3784118"/>
              <a:ext cx="82220" cy="165222"/>
            </a:xfrm>
            <a:custGeom>
              <a:avLst/>
              <a:gdLst/>
              <a:ahLst/>
              <a:cxnLst/>
              <a:rect l="l" t="t" r="r" b="b"/>
              <a:pathLst>
                <a:path w="2525" h="5074" extrusionOk="0">
                  <a:moveTo>
                    <a:pt x="0" y="1"/>
                  </a:moveTo>
                  <a:lnTo>
                    <a:pt x="0" y="5073"/>
                  </a:lnTo>
                  <a:lnTo>
                    <a:pt x="1572" y="5073"/>
                  </a:lnTo>
                  <a:cubicBezTo>
                    <a:pt x="2120" y="5073"/>
                    <a:pt x="2524" y="4621"/>
                    <a:pt x="2524" y="4121"/>
                  </a:cubicBezTo>
                  <a:lnTo>
                    <a:pt x="2524" y="953"/>
                  </a:lnTo>
                  <a:cubicBezTo>
                    <a:pt x="2524" y="429"/>
                    <a:pt x="2096" y="1"/>
                    <a:pt x="1572"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7" name="Google Shape;21027;p137"/>
            <p:cNvSpPr/>
            <p:nvPr/>
          </p:nvSpPr>
          <p:spPr>
            <a:xfrm>
              <a:off x="3480519" y="3670898"/>
              <a:ext cx="83783" cy="21752"/>
            </a:xfrm>
            <a:custGeom>
              <a:avLst/>
              <a:gdLst/>
              <a:ahLst/>
              <a:cxnLst/>
              <a:rect l="l" t="t" r="r" b="b"/>
              <a:pathLst>
                <a:path w="2573" h="668" extrusionOk="0">
                  <a:moveTo>
                    <a:pt x="357" y="1"/>
                  </a:moveTo>
                  <a:cubicBezTo>
                    <a:pt x="143" y="1"/>
                    <a:pt x="0" y="191"/>
                    <a:pt x="24" y="358"/>
                  </a:cubicBezTo>
                  <a:cubicBezTo>
                    <a:pt x="72" y="549"/>
                    <a:pt x="215" y="668"/>
                    <a:pt x="357" y="668"/>
                  </a:cubicBezTo>
                  <a:lnTo>
                    <a:pt x="2239" y="668"/>
                  </a:lnTo>
                  <a:cubicBezTo>
                    <a:pt x="2382" y="668"/>
                    <a:pt x="2525" y="501"/>
                    <a:pt x="2572" y="358"/>
                  </a:cubicBezTo>
                  <a:cubicBezTo>
                    <a:pt x="2572" y="144"/>
                    <a:pt x="2406" y="1"/>
                    <a:pt x="2239"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8" name="Google Shape;21028;p137"/>
            <p:cNvSpPr/>
            <p:nvPr/>
          </p:nvSpPr>
          <p:spPr>
            <a:xfrm>
              <a:off x="3480519" y="3833743"/>
              <a:ext cx="83783" cy="21752"/>
            </a:xfrm>
            <a:custGeom>
              <a:avLst/>
              <a:gdLst/>
              <a:ahLst/>
              <a:cxnLst/>
              <a:rect l="l" t="t" r="r" b="b"/>
              <a:pathLst>
                <a:path w="2573" h="668" extrusionOk="0">
                  <a:moveTo>
                    <a:pt x="357" y="1"/>
                  </a:moveTo>
                  <a:cubicBezTo>
                    <a:pt x="143" y="1"/>
                    <a:pt x="0" y="191"/>
                    <a:pt x="24" y="358"/>
                  </a:cubicBezTo>
                  <a:cubicBezTo>
                    <a:pt x="72" y="549"/>
                    <a:pt x="215" y="668"/>
                    <a:pt x="357" y="668"/>
                  </a:cubicBezTo>
                  <a:lnTo>
                    <a:pt x="2239" y="668"/>
                  </a:lnTo>
                  <a:cubicBezTo>
                    <a:pt x="2382" y="668"/>
                    <a:pt x="2525" y="549"/>
                    <a:pt x="2572" y="358"/>
                  </a:cubicBezTo>
                  <a:cubicBezTo>
                    <a:pt x="2572" y="144"/>
                    <a:pt x="2406" y="1"/>
                    <a:pt x="2239"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9" name="Google Shape;21029;p137"/>
            <p:cNvSpPr/>
            <p:nvPr/>
          </p:nvSpPr>
          <p:spPr>
            <a:xfrm>
              <a:off x="3480519" y="3875619"/>
              <a:ext cx="83783" cy="20970"/>
            </a:xfrm>
            <a:custGeom>
              <a:avLst/>
              <a:gdLst/>
              <a:ahLst/>
              <a:cxnLst/>
              <a:rect l="l" t="t" r="r" b="b"/>
              <a:pathLst>
                <a:path w="2573" h="644" extrusionOk="0">
                  <a:moveTo>
                    <a:pt x="357" y="1"/>
                  </a:moveTo>
                  <a:cubicBezTo>
                    <a:pt x="143" y="1"/>
                    <a:pt x="0" y="168"/>
                    <a:pt x="24" y="358"/>
                  </a:cubicBezTo>
                  <a:cubicBezTo>
                    <a:pt x="72" y="525"/>
                    <a:pt x="215" y="644"/>
                    <a:pt x="357" y="644"/>
                  </a:cubicBezTo>
                  <a:lnTo>
                    <a:pt x="2239" y="644"/>
                  </a:lnTo>
                  <a:cubicBezTo>
                    <a:pt x="2382" y="644"/>
                    <a:pt x="2525" y="501"/>
                    <a:pt x="2572" y="358"/>
                  </a:cubicBezTo>
                  <a:cubicBezTo>
                    <a:pt x="2572" y="144"/>
                    <a:pt x="2406" y="1"/>
                    <a:pt x="2239"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0" name="Google Shape;21030;p137"/>
            <p:cNvSpPr/>
            <p:nvPr/>
          </p:nvSpPr>
          <p:spPr>
            <a:xfrm>
              <a:off x="3295174" y="3640582"/>
              <a:ext cx="84565" cy="83165"/>
            </a:xfrm>
            <a:custGeom>
              <a:avLst/>
              <a:gdLst/>
              <a:ahLst/>
              <a:cxnLst/>
              <a:rect l="l" t="t" r="r" b="b"/>
              <a:pathLst>
                <a:path w="2597" h="2554" extrusionOk="0">
                  <a:moveTo>
                    <a:pt x="1328" y="1"/>
                  </a:moveTo>
                  <a:cubicBezTo>
                    <a:pt x="1314" y="1"/>
                    <a:pt x="1300" y="1"/>
                    <a:pt x="1287" y="3"/>
                  </a:cubicBezTo>
                  <a:cubicBezTo>
                    <a:pt x="1120" y="51"/>
                    <a:pt x="1001" y="194"/>
                    <a:pt x="1001" y="337"/>
                  </a:cubicBezTo>
                  <a:lnTo>
                    <a:pt x="1001" y="932"/>
                  </a:lnTo>
                  <a:lnTo>
                    <a:pt x="358" y="932"/>
                  </a:lnTo>
                  <a:cubicBezTo>
                    <a:pt x="143" y="932"/>
                    <a:pt x="1" y="1122"/>
                    <a:pt x="24" y="1289"/>
                  </a:cubicBezTo>
                  <a:cubicBezTo>
                    <a:pt x="72" y="1480"/>
                    <a:pt x="215" y="1599"/>
                    <a:pt x="358" y="1599"/>
                  </a:cubicBezTo>
                  <a:lnTo>
                    <a:pt x="1001" y="1599"/>
                  </a:lnTo>
                  <a:lnTo>
                    <a:pt x="1001" y="2218"/>
                  </a:lnTo>
                  <a:cubicBezTo>
                    <a:pt x="1001" y="2417"/>
                    <a:pt x="1144" y="2554"/>
                    <a:pt x="1317" y="2554"/>
                  </a:cubicBezTo>
                  <a:cubicBezTo>
                    <a:pt x="1330" y="2554"/>
                    <a:pt x="1344" y="2553"/>
                    <a:pt x="1358" y="2551"/>
                  </a:cubicBezTo>
                  <a:cubicBezTo>
                    <a:pt x="1525" y="2504"/>
                    <a:pt x="1644" y="2361"/>
                    <a:pt x="1644" y="2218"/>
                  </a:cubicBezTo>
                  <a:lnTo>
                    <a:pt x="1644" y="1599"/>
                  </a:lnTo>
                  <a:lnTo>
                    <a:pt x="2263" y="1599"/>
                  </a:lnTo>
                  <a:cubicBezTo>
                    <a:pt x="2454" y="1599"/>
                    <a:pt x="2573" y="1432"/>
                    <a:pt x="2596" y="1313"/>
                  </a:cubicBezTo>
                  <a:cubicBezTo>
                    <a:pt x="2596" y="1122"/>
                    <a:pt x="2454" y="956"/>
                    <a:pt x="2263" y="956"/>
                  </a:cubicBezTo>
                  <a:lnTo>
                    <a:pt x="1644" y="956"/>
                  </a:lnTo>
                  <a:lnTo>
                    <a:pt x="1644" y="337"/>
                  </a:lnTo>
                  <a:cubicBezTo>
                    <a:pt x="1644" y="138"/>
                    <a:pt x="1501" y="1"/>
                    <a:pt x="1328"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1" name="Google Shape;21031;p137"/>
            <p:cNvSpPr/>
            <p:nvPr/>
          </p:nvSpPr>
          <p:spPr>
            <a:xfrm>
              <a:off x="3305268" y="3833939"/>
              <a:ext cx="65939" cy="64018"/>
            </a:xfrm>
            <a:custGeom>
              <a:avLst/>
              <a:gdLst/>
              <a:ahLst/>
              <a:cxnLst/>
              <a:rect l="l" t="t" r="r" b="b"/>
              <a:pathLst>
                <a:path w="2025" h="1966" extrusionOk="0">
                  <a:moveTo>
                    <a:pt x="346" y="1"/>
                  </a:moveTo>
                  <a:cubicBezTo>
                    <a:pt x="262" y="1"/>
                    <a:pt x="179" y="31"/>
                    <a:pt x="119" y="90"/>
                  </a:cubicBezTo>
                  <a:cubicBezTo>
                    <a:pt x="0" y="209"/>
                    <a:pt x="0" y="424"/>
                    <a:pt x="119" y="543"/>
                  </a:cubicBezTo>
                  <a:lnTo>
                    <a:pt x="572" y="971"/>
                  </a:lnTo>
                  <a:lnTo>
                    <a:pt x="119" y="1424"/>
                  </a:lnTo>
                  <a:cubicBezTo>
                    <a:pt x="0" y="1543"/>
                    <a:pt x="0" y="1757"/>
                    <a:pt x="119" y="1876"/>
                  </a:cubicBezTo>
                  <a:cubicBezTo>
                    <a:pt x="179" y="1936"/>
                    <a:pt x="262" y="1966"/>
                    <a:pt x="346" y="1966"/>
                  </a:cubicBezTo>
                  <a:cubicBezTo>
                    <a:pt x="429" y="1966"/>
                    <a:pt x="512" y="1936"/>
                    <a:pt x="572" y="1876"/>
                  </a:cubicBezTo>
                  <a:lnTo>
                    <a:pt x="1000" y="1424"/>
                  </a:lnTo>
                  <a:lnTo>
                    <a:pt x="1453" y="1876"/>
                  </a:lnTo>
                  <a:cubicBezTo>
                    <a:pt x="1512" y="1936"/>
                    <a:pt x="1596" y="1966"/>
                    <a:pt x="1679" y="1966"/>
                  </a:cubicBezTo>
                  <a:cubicBezTo>
                    <a:pt x="1762" y="1966"/>
                    <a:pt x="1846" y="1936"/>
                    <a:pt x="1905" y="1876"/>
                  </a:cubicBezTo>
                  <a:cubicBezTo>
                    <a:pt x="2024" y="1757"/>
                    <a:pt x="2024" y="1543"/>
                    <a:pt x="1905" y="1424"/>
                  </a:cubicBezTo>
                  <a:lnTo>
                    <a:pt x="1453" y="971"/>
                  </a:lnTo>
                  <a:lnTo>
                    <a:pt x="1905" y="543"/>
                  </a:lnTo>
                  <a:cubicBezTo>
                    <a:pt x="2024" y="424"/>
                    <a:pt x="2024" y="209"/>
                    <a:pt x="1905" y="90"/>
                  </a:cubicBezTo>
                  <a:cubicBezTo>
                    <a:pt x="1846" y="31"/>
                    <a:pt x="1762" y="1"/>
                    <a:pt x="1679" y="1"/>
                  </a:cubicBezTo>
                  <a:cubicBezTo>
                    <a:pt x="1596" y="1"/>
                    <a:pt x="1512" y="31"/>
                    <a:pt x="1453" y="90"/>
                  </a:cubicBezTo>
                  <a:lnTo>
                    <a:pt x="1000" y="543"/>
                  </a:lnTo>
                  <a:lnTo>
                    <a:pt x="572" y="90"/>
                  </a:lnTo>
                  <a:cubicBezTo>
                    <a:pt x="512" y="31"/>
                    <a:pt x="429" y="1"/>
                    <a:pt x="346"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2" name="Google Shape;21032;p137"/>
            <p:cNvSpPr/>
            <p:nvPr/>
          </p:nvSpPr>
          <p:spPr>
            <a:xfrm>
              <a:off x="3337831" y="3833939"/>
              <a:ext cx="34158" cy="64018"/>
            </a:xfrm>
            <a:custGeom>
              <a:avLst/>
              <a:gdLst/>
              <a:ahLst/>
              <a:cxnLst/>
              <a:rect l="l" t="t" r="r" b="b"/>
              <a:pathLst>
                <a:path w="1049" h="1966" extrusionOk="0">
                  <a:moveTo>
                    <a:pt x="679" y="1"/>
                  </a:moveTo>
                  <a:cubicBezTo>
                    <a:pt x="596" y="1"/>
                    <a:pt x="512" y="31"/>
                    <a:pt x="453" y="90"/>
                  </a:cubicBezTo>
                  <a:lnTo>
                    <a:pt x="0" y="543"/>
                  </a:lnTo>
                  <a:lnTo>
                    <a:pt x="0" y="1424"/>
                  </a:lnTo>
                  <a:lnTo>
                    <a:pt x="453" y="1876"/>
                  </a:lnTo>
                  <a:cubicBezTo>
                    <a:pt x="512" y="1936"/>
                    <a:pt x="596" y="1966"/>
                    <a:pt x="679" y="1966"/>
                  </a:cubicBezTo>
                  <a:cubicBezTo>
                    <a:pt x="762" y="1966"/>
                    <a:pt x="846" y="1936"/>
                    <a:pt x="905" y="1876"/>
                  </a:cubicBezTo>
                  <a:cubicBezTo>
                    <a:pt x="1024" y="1757"/>
                    <a:pt x="1024" y="1543"/>
                    <a:pt x="905" y="1424"/>
                  </a:cubicBezTo>
                  <a:lnTo>
                    <a:pt x="453" y="971"/>
                  </a:lnTo>
                  <a:lnTo>
                    <a:pt x="905" y="543"/>
                  </a:lnTo>
                  <a:cubicBezTo>
                    <a:pt x="1048" y="424"/>
                    <a:pt x="1048" y="209"/>
                    <a:pt x="905" y="90"/>
                  </a:cubicBezTo>
                  <a:cubicBezTo>
                    <a:pt x="846" y="31"/>
                    <a:pt x="762" y="1"/>
                    <a:pt x="67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3" name="Google Shape;21033;p137"/>
            <p:cNvSpPr/>
            <p:nvPr/>
          </p:nvSpPr>
          <p:spPr>
            <a:xfrm>
              <a:off x="3337831" y="3642211"/>
              <a:ext cx="41908" cy="81471"/>
            </a:xfrm>
            <a:custGeom>
              <a:avLst/>
              <a:gdLst/>
              <a:ahLst/>
              <a:cxnLst/>
              <a:rect l="l" t="t" r="r" b="b"/>
              <a:pathLst>
                <a:path w="1287" h="2502" extrusionOk="0">
                  <a:moveTo>
                    <a:pt x="0" y="1"/>
                  </a:moveTo>
                  <a:lnTo>
                    <a:pt x="0" y="2501"/>
                  </a:lnTo>
                  <a:cubicBezTo>
                    <a:pt x="191" y="2501"/>
                    <a:pt x="334" y="2335"/>
                    <a:pt x="334" y="2168"/>
                  </a:cubicBezTo>
                  <a:lnTo>
                    <a:pt x="334" y="1549"/>
                  </a:lnTo>
                  <a:lnTo>
                    <a:pt x="953" y="1549"/>
                  </a:lnTo>
                  <a:cubicBezTo>
                    <a:pt x="1144" y="1549"/>
                    <a:pt x="1263" y="1382"/>
                    <a:pt x="1286" y="1311"/>
                  </a:cubicBezTo>
                  <a:cubicBezTo>
                    <a:pt x="1286" y="1096"/>
                    <a:pt x="1144" y="953"/>
                    <a:pt x="953" y="953"/>
                  </a:cubicBezTo>
                  <a:lnTo>
                    <a:pt x="334" y="953"/>
                  </a:lnTo>
                  <a:lnTo>
                    <a:pt x="334" y="310"/>
                  </a:lnTo>
                  <a:cubicBezTo>
                    <a:pt x="334" y="144"/>
                    <a:pt x="191" y="1"/>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4" name="Google Shape;21034;p137"/>
            <p:cNvSpPr/>
            <p:nvPr/>
          </p:nvSpPr>
          <p:spPr>
            <a:xfrm>
              <a:off x="3523176" y="3876400"/>
              <a:ext cx="41908" cy="20189"/>
            </a:xfrm>
            <a:custGeom>
              <a:avLst/>
              <a:gdLst/>
              <a:ahLst/>
              <a:cxnLst/>
              <a:rect l="l" t="t" r="r" b="b"/>
              <a:pathLst>
                <a:path w="1287" h="620" extrusionOk="0">
                  <a:moveTo>
                    <a:pt x="0" y="1"/>
                  </a:moveTo>
                  <a:lnTo>
                    <a:pt x="0" y="620"/>
                  </a:lnTo>
                  <a:lnTo>
                    <a:pt x="929" y="620"/>
                  </a:lnTo>
                  <a:cubicBezTo>
                    <a:pt x="1072" y="620"/>
                    <a:pt x="1215" y="477"/>
                    <a:pt x="1286" y="358"/>
                  </a:cubicBezTo>
                  <a:cubicBezTo>
                    <a:pt x="1286" y="144"/>
                    <a:pt x="1143"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5" name="Google Shape;21035;p137"/>
            <p:cNvSpPr/>
            <p:nvPr/>
          </p:nvSpPr>
          <p:spPr>
            <a:xfrm>
              <a:off x="3523176" y="3834525"/>
              <a:ext cx="41908" cy="20970"/>
            </a:xfrm>
            <a:custGeom>
              <a:avLst/>
              <a:gdLst/>
              <a:ahLst/>
              <a:cxnLst/>
              <a:rect l="l" t="t" r="r" b="b"/>
              <a:pathLst>
                <a:path w="1287" h="644" extrusionOk="0">
                  <a:moveTo>
                    <a:pt x="0" y="1"/>
                  </a:moveTo>
                  <a:lnTo>
                    <a:pt x="0" y="644"/>
                  </a:lnTo>
                  <a:lnTo>
                    <a:pt x="929" y="644"/>
                  </a:lnTo>
                  <a:cubicBezTo>
                    <a:pt x="1072" y="644"/>
                    <a:pt x="1215" y="525"/>
                    <a:pt x="1286" y="358"/>
                  </a:cubicBezTo>
                  <a:cubicBezTo>
                    <a:pt x="1286" y="167"/>
                    <a:pt x="1143"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6" name="Google Shape;21036;p137"/>
            <p:cNvSpPr/>
            <p:nvPr/>
          </p:nvSpPr>
          <p:spPr>
            <a:xfrm>
              <a:off x="3523176" y="3670898"/>
              <a:ext cx="41908" cy="21752"/>
            </a:xfrm>
            <a:custGeom>
              <a:avLst/>
              <a:gdLst/>
              <a:ahLst/>
              <a:cxnLst/>
              <a:rect l="l" t="t" r="r" b="b"/>
              <a:pathLst>
                <a:path w="1287" h="668" extrusionOk="0">
                  <a:moveTo>
                    <a:pt x="0" y="1"/>
                  </a:moveTo>
                  <a:lnTo>
                    <a:pt x="0" y="668"/>
                  </a:lnTo>
                  <a:lnTo>
                    <a:pt x="929" y="668"/>
                  </a:lnTo>
                  <a:cubicBezTo>
                    <a:pt x="1072" y="668"/>
                    <a:pt x="1215" y="501"/>
                    <a:pt x="1286" y="358"/>
                  </a:cubicBezTo>
                  <a:cubicBezTo>
                    <a:pt x="1286" y="144"/>
                    <a:pt x="1143"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37" name="Google Shape;21037;p137"/>
          <p:cNvGrpSpPr/>
          <p:nvPr/>
        </p:nvGrpSpPr>
        <p:grpSpPr>
          <a:xfrm>
            <a:off x="2518167" y="3446861"/>
            <a:ext cx="350535" cy="348028"/>
            <a:chOff x="2518167" y="3599261"/>
            <a:chExt cx="350535" cy="348028"/>
          </a:xfrm>
        </p:grpSpPr>
        <p:sp>
          <p:nvSpPr>
            <p:cNvPr id="21038" name="Google Shape;21038;p137"/>
            <p:cNvSpPr/>
            <p:nvPr/>
          </p:nvSpPr>
          <p:spPr>
            <a:xfrm>
              <a:off x="2518167" y="3825212"/>
              <a:ext cx="83783" cy="20221"/>
            </a:xfrm>
            <a:custGeom>
              <a:avLst/>
              <a:gdLst/>
              <a:ahLst/>
              <a:cxnLst/>
              <a:rect l="l" t="t" r="r" b="b"/>
              <a:pathLst>
                <a:path w="2573" h="621" extrusionOk="0">
                  <a:moveTo>
                    <a:pt x="334" y="1"/>
                  </a:moveTo>
                  <a:cubicBezTo>
                    <a:pt x="143" y="1"/>
                    <a:pt x="0" y="168"/>
                    <a:pt x="24" y="358"/>
                  </a:cubicBezTo>
                  <a:cubicBezTo>
                    <a:pt x="48" y="501"/>
                    <a:pt x="215" y="620"/>
                    <a:pt x="358" y="620"/>
                  </a:cubicBezTo>
                  <a:lnTo>
                    <a:pt x="2263" y="620"/>
                  </a:lnTo>
                  <a:cubicBezTo>
                    <a:pt x="2430" y="620"/>
                    <a:pt x="2572" y="453"/>
                    <a:pt x="2549" y="263"/>
                  </a:cubicBezTo>
                  <a:cubicBezTo>
                    <a:pt x="2525" y="120"/>
                    <a:pt x="2382" y="1"/>
                    <a:pt x="2239"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9" name="Google Shape;21039;p137"/>
            <p:cNvSpPr/>
            <p:nvPr/>
          </p:nvSpPr>
          <p:spPr>
            <a:xfrm>
              <a:off x="2518167" y="3783369"/>
              <a:ext cx="83783" cy="20189"/>
            </a:xfrm>
            <a:custGeom>
              <a:avLst/>
              <a:gdLst/>
              <a:ahLst/>
              <a:cxnLst/>
              <a:rect l="l" t="t" r="r" b="b"/>
              <a:pathLst>
                <a:path w="2573" h="620" extrusionOk="0">
                  <a:moveTo>
                    <a:pt x="334" y="0"/>
                  </a:moveTo>
                  <a:cubicBezTo>
                    <a:pt x="143" y="0"/>
                    <a:pt x="0" y="191"/>
                    <a:pt x="24" y="357"/>
                  </a:cubicBezTo>
                  <a:cubicBezTo>
                    <a:pt x="48" y="500"/>
                    <a:pt x="215" y="619"/>
                    <a:pt x="358" y="619"/>
                  </a:cubicBezTo>
                  <a:lnTo>
                    <a:pt x="2263" y="619"/>
                  </a:lnTo>
                  <a:cubicBezTo>
                    <a:pt x="2430" y="619"/>
                    <a:pt x="2572" y="476"/>
                    <a:pt x="2549" y="262"/>
                  </a:cubicBezTo>
                  <a:cubicBezTo>
                    <a:pt x="2525" y="119"/>
                    <a:pt x="2382" y="0"/>
                    <a:pt x="2239"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0" name="Google Shape;21040;p137"/>
            <p:cNvSpPr/>
            <p:nvPr/>
          </p:nvSpPr>
          <p:spPr>
            <a:xfrm>
              <a:off x="2518167" y="3701930"/>
              <a:ext cx="83783" cy="20189"/>
            </a:xfrm>
            <a:custGeom>
              <a:avLst/>
              <a:gdLst/>
              <a:ahLst/>
              <a:cxnLst/>
              <a:rect l="l" t="t" r="r" b="b"/>
              <a:pathLst>
                <a:path w="2573" h="620" extrusionOk="0">
                  <a:moveTo>
                    <a:pt x="334" y="1"/>
                  </a:moveTo>
                  <a:cubicBezTo>
                    <a:pt x="143" y="1"/>
                    <a:pt x="0" y="191"/>
                    <a:pt x="24" y="358"/>
                  </a:cubicBezTo>
                  <a:cubicBezTo>
                    <a:pt x="48" y="501"/>
                    <a:pt x="215" y="620"/>
                    <a:pt x="358" y="620"/>
                  </a:cubicBezTo>
                  <a:lnTo>
                    <a:pt x="2263" y="620"/>
                  </a:lnTo>
                  <a:cubicBezTo>
                    <a:pt x="2430" y="620"/>
                    <a:pt x="2572" y="477"/>
                    <a:pt x="2549" y="262"/>
                  </a:cubicBezTo>
                  <a:cubicBezTo>
                    <a:pt x="2525" y="120"/>
                    <a:pt x="2382" y="1"/>
                    <a:pt x="2239"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1" name="Google Shape;21041;p137"/>
            <p:cNvSpPr/>
            <p:nvPr/>
          </p:nvSpPr>
          <p:spPr>
            <a:xfrm>
              <a:off x="2518167" y="3743024"/>
              <a:ext cx="83783" cy="20189"/>
            </a:xfrm>
            <a:custGeom>
              <a:avLst/>
              <a:gdLst/>
              <a:ahLst/>
              <a:cxnLst/>
              <a:rect l="l" t="t" r="r" b="b"/>
              <a:pathLst>
                <a:path w="2573" h="620" extrusionOk="0">
                  <a:moveTo>
                    <a:pt x="334" y="1"/>
                  </a:moveTo>
                  <a:cubicBezTo>
                    <a:pt x="143" y="1"/>
                    <a:pt x="0" y="167"/>
                    <a:pt x="24" y="358"/>
                  </a:cubicBezTo>
                  <a:cubicBezTo>
                    <a:pt x="48" y="501"/>
                    <a:pt x="215" y="620"/>
                    <a:pt x="358" y="620"/>
                  </a:cubicBezTo>
                  <a:lnTo>
                    <a:pt x="2263" y="620"/>
                  </a:lnTo>
                  <a:cubicBezTo>
                    <a:pt x="2430" y="620"/>
                    <a:pt x="2572" y="477"/>
                    <a:pt x="2549" y="263"/>
                  </a:cubicBezTo>
                  <a:cubicBezTo>
                    <a:pt x="2525" y="120"/>
                    <a:pt x="2382" y="1"/>
                    <a:pt x="2239"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2" name="Google Shape;21042;p137"/>
            <p:cNvSpPr/>
            <p:nvPr/>
          </p:nvSpPr>
          <p:spPr>
            <a:xfrm>
              <a:off x="2518167" y="3783369"/>
              <a:ext cx="83783" cy="20189"/>
            </a:xfrm>
            <a:custGeom>
              <a:avLst/>
              <a:gdLst/>
              <a:ahLst/>
              <a:cxnLst/>
              <a:rect l="l" t="t" r="r" b="b"/>
              <a:pathLst>
                <a:path w="2573" h="620" extrusionOk="0">
                  <a:moveTo>
                    <a:pt x="334" y="0"/>
                  </a:moveTo>
                  <a:cubicBezTo>
                    <a:pt x="143" y="0"/>
                    <a:pt x="0" y="191"/>
                    <a:pt x="24" y="357"/>
                  </a:cubicBezTo>
                  <a:cubicBezTo>
                    <a:pt x="48" y="500"/>
                    <a:pt x="215" y="619"/>
                    <a:pt x="358" y="619"/>
                  </a:cubicBezTo>
                  <a:lnTo>
                    <a:pt x="2263" y="619"/>
                  </a:lnTo>
                  <a:cubicBezTo>
                    <a:pt x="2430" y="619"/>
                    <a:pt x="2572" y="476"/>
                    <a:pt x="2549" y="262"/>
                  </a:cubicBezTo>
                  <a:cubicBezTo>
                    <a:pt x="2525" y="119"/>
                    <a:pt x="2382" y="0"/>
                    <a:pt x="2239"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3" name="Google Shape;21043;p137"/>
            <p:cNvSpPr/>
            <p:nvPr/>
          </p:nvSpPr>
          <p:spPr>
            <a:xfrm>
              <a:off x="2518167" y="3783369"/>
              <a:ext cx="83783" cy="20189"/>
            </a:xfrm>
            <a:custGeom>
              <a:avLst/>
              <a:gdLst/>
              <a:ahLst/>
              <a:cxnLst/>
              <a:rect l="l" t="t" r="r" b="b"/>
              <a:pathLst>
                <a:path w="2573" h="620" extrusionOk="0">
                  <a:moveTo>
                    <a:pt x="334" y="0"/>
                  </a:moveTo>
                  <a:cubicBezTo>
                    <a:pt x="143" y="0"/>
                    <a:pt x="0" y="191"/>
                    <a:pt x="24" y="357"/>
                  </a:cubicBezTo>
                  <a:cubicBezTo>
                    <a:pt x="48" y="500"/>
                    <a:pt x="215" y="619"/>
                    <a:pt x="358" y="619"/>
                  </a:cubicBezTo>
                  <a:lnTo>
                    <a:pt x="2263" y="619"/>
                  </a:lnTo>
                  <a:cubicBezTo>
                    <a:pt x="2430" y="619"/>
                    <a:pt x="2572" y="476"/>
                    <a:pt x="2549" y="262"/>
                  </a:cubicBezTo>
                  <a:cubicBezTo>
                    <a:pt x="2525" y="119"/>
                    <a:pt x="2382" y="0"/>
                    <a:pt x="2239"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4" name="Google Shape;21044;p137"/>
            <p:cNvSpPr/>
            <p:nvPr/>
          </p:nvSpPr>
          <p:spPr>
            <a:xfrm>
              <a:off x="2622856" y="3865459"/>
              <a:ext cx="20189" cy="81830"/>
            </a:xfrm>
            <a:custGeom>
              <a:avLst/>
              <a:gdLst/>
              <a:ahLst/>
              <a:cxnLst/>
              <a:rect l="l" t="t" r="r" b="b"/>
              <a:pathLst>
                <a:path w="620" h="2513" extrusionOk="0">
                  <a:moveTo>
                    <a:pt x="304" y="1"/>
                  </a:moveTo>
                  <a:cubicBezTo>
                    <a:pt x="290" y="1"/>
                    <a:pt x="276" y="2"/>
                    <a:pt x="262" y="3"/>
                  </a:cubicBezTo>
                  <a:cubicBezTo>
                    <a:pt x="120" y="51"/>
                    <a:pt x="0" y="194"/>
                    <a:pt x="0" y="337"/>
                  </a:cubicBezTo>
                  <a:lnTo>
                    <a:pt x="0" y="2218"/>
                  </a:lnTo>
                  <a:cubicBezTo>
                    <a:pt x="0" y="2385"/>
                    <a:pt x="120" y="2504"/>
                    <a:pt x="262" y="2504"/>
                  </a:cubicBezTo>
                  <a:cubicBezTo>
                    <a:pt x="288" y="2509"/>
                    <a:pt x="312" y="2512"/>
                    <a:pt x="335" y="2512"/>
                  </a:cubicBezTo>
                  <a:cubicBezTo>
                    <a:pt x="508" y="2512"/>
                    <a:pt x="620" y="2365"/>
                    <a:pt x="620" y="2218"/>
                  </a:cubicBezTo>
                  <a:lnTo>
                    <a:pt x="620" y="313"/>
                  </a:lnTo>
                  <a:cubicBezTo>
                    <a:pt x="620" y="136"/>
                    <a:pt x="476" y="1"/>
                    <a:pt x="304"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5" name="Google Shape;21045;p137"/>
            <p:cNvSpPr/>
            <p:nvPr/>
          </p:nvSpPr>
          <p:spPr>
            <a:xfrm>
              <a:off x="2704262" y="3865459"/>
              <a:ext cx="20221" cy="81830"/>
            </a:xfrm>
            <a:custGeom>
              <a:avLst/>
              <a:gdLst/>
              <a:ahLst/>
              <a:cxnLst/>
              <a:rect l="l" t="t" r="r" b="b"/>
              <a:pathLst>
                <a:path w="621" h="2513" extrusionOk="0">
                  <a:moveTo>
                    <a:pt x="300" y="1"/>
                  </a:moveTo>
                  <a:cubicBezTo>
                    <a:pt x="288" y="1"/>
                    <a:pt x="275" y="2"/>
                    <a:pt x="263" y="3"/>
                  </a:cubicBezTo>
                  <a:cubicBezTo>
                    <a:pt x="120" y="51"/>
                    <a:pt x="1" y="194"/>
                    <a:pt x="1" y="337"/>
                  </a:cubicBezTo>
                  <a:lnTo>
                    <a:pt x="1" y="2218"/>
                  </a:lnTo>
                  <a:cubicBezTo>
                    <a:pt x="1" y="2385"/>
                    <a:pt x="120" y="2504"/>
                    <a:pt x="263" y="2504"/>
                  </a:cubicBezTo>
                  <a:cubicBezTo>
                    <a:pt x="288" y="2509"/>
                    <a:pt x="313" y="2512"/>
                    <a:pt x="336" y="2512"/>
                  </a:cubicBezTo>
                  <a:cubicBezTo>
                    <a:pt x="509" y="2512"/>
                    <a:pt x="620" y="2365"/>
                    <a:pt x="620" y="2218"/>
                  </a:cubicBezTo>
                  <a:lnTo>
                    <a:pt x="620" y="313"/>
                  </a:lnTo>
                  <a:cubicBezTo>
                    <a:pt x="620" y="136"/>
                    <a:pt x="457" y="1"/>
                    <a:pt x="30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6" name="Google Shape;21046;p137"/>
            <p:cNvSpPr/>
            <p:nvPr/>
          </p:nvSpPr>
          <p:spPr>
            <a:xfrm>
              <a:off x="2663168" y="3865459"/>
              <a:ext cx="20189" cy="81830"/>
            </a:xfrm>
            <a:custGeom>
              <a:avLst/>
              <a:gdLst/>
              <a:ahLst/>
              <a:cxnLst/>
              <a:rect l="l" t="t" r="r" b="b"/>
              <a:pathLst>
                <a:path w="620" h="2513" extrusionOk="0">
                  <a:moveTo>
                    <a:pt x="304" y="1"/>
                  </a:moveTo>
                  <a:cubicBezTo>
                    <a:pt x="291" y="1"/>
                    <a:pt x="277" y="2"/>
                    <a:pt x="263" y="3"/>
                  </a:cubicBezTo>
                  <a:cubicBezTo>
                    <a:pt x="120" y="51"/>
                    <a:pt x="1" y="194"/>
                    <a:pt x="1" y="337"/>
                  </a:cubicBezTo>
                  <a:lnTo>
                    <a:pt x="1" y="2218"/>
                  </a:lnTo>
                  <a:cubicBezTo>
                    <a:pt x="1" y="2385"/>
                    <a:pt x="120" y="2504"/>
                    <a:pt x="263" y="2504"/>
                  </a:cubicBezTo>
                  <a:cubicBezTo>
                    <a:pt x="288" y="2509"/>
                    <a:pt x="312" y="2512"/>
                    <a:pt x="336" y="2512"/>
                  </a:cubicBezTo>
                  <a:cubicBezTo>
                    <a:pt x="509" y="2512"/>
                    <a:pt x="620" y="2365"/>
                    <a:pt x="620" y="2218"/>
                  </a:cubicBezTo>
                  <a:lnTo>
                    <a:pt x="620" y="313"/>
                  </a:lnTo>
                  <a:cubicBezTo>
                    <a:pt x="620" y="136"/>
                    <a:pt x="477" y="1"/>
                    <a:pt x="304"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7" name="Google Shape;21047;p137"/>
            <p:cNvSpPr/>
            <p:nvPr/>
          </p:nvSpPr>
          <p:spPr>
            <a:xfrm>
              <a:off x="2744607" y="3865459"/>
              <a:ext cx="20970" cy="81830"/>
            </a:xfrm>
            <a:custGeom>
              <a:avLst/>
              <a:gdLst/>
              <a:ahLst/>
              <a:cxnLst/>
              <a:rect l="l" t="t" r="r" b="b"/>
              <a:pathLst>
                <a:path w="644" h="2513" extrusionOk="0">
                  <a:moveTo>
                    <a:pt x="323" y="1"/>
                  </a:moveTo>
                  <a:cubicBezTo>
                    <a:pt x="311" y="1"/>
                    <a:pt x="298" y="2"/>
                    <a:pt x="286" y="3"/>
                  </a:cubicBezTo>
                  <a:cubicBezTo>
                    <a:pt x="119" y="51"/>
                    <a:pt x="0" y="194"/>
                    <a:pt x="0" y="337"/>
                  </a:cubicBezTo>
                  <a:lnTo>
                    <a:pt x="0" y="2218"/>
                  </a:lnTo>
                  <a:cubicBezTo>
                    <a:pt x="0" y="2385"/>
                    <a:pt x="119" y="2504"/>
                    <a:pt x="286" y="2504"/>
                  </a:cubicBezTo>
                  <a:cubicBezTo>
                    <a:pt x="309" y="2509"/>
                    <a:pt x="331" y="2512"/>
                    <a:pt x="352" y="2512"/>
                  </a:cubicBezTo>
                  <a:cubicBezTo>
                    <a:pt x="514" y="2512"/>
                    <a:pt x="643" y="2365"/>
                    <a:pt x="643" y="2218"/>
                  </a:cubicBezTo>
                  <a:lnTo>
                    <a:pt x="643" y="313"/>
                  </a:lnTo>
                  <a:cubicBezTo>
                    <a:pt x="643" y="136"/>
                    <a:pt x="480" y="1"/>
                    <a:pt x="32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8" name="Google Shape;21048;p137"/>
            <p:cNvSpPr/>
            <p:nvPr/>
          </p:nvSpPr>
          <p:spPr>
            <a:xfrm>
              <a:off x="2784919" y="3825212"/>
              <a:ext cx="83783" cy="20221"/>
            </a:xfrm>
            <a:custGeom>
              <a:avLst/>
              <a:gdLst/>
              <a:ahLst/>
              <a:cxnLst/>
              <a:rect l="l" t="t" r="r" b="b"/>
              <a:pathLst>
                <a:path w="2573" h="621" extrusionOk="0">
                  <a:moveTo>
                    <a:pt x="310" y="1"/>
                  </a:moveTo>
                  <a:cubicBezTo>
                    <a:pt x="144" y="1"/>
                    <a:pt x="1" y="168"/>
                    <a:pt x="24" y="358"/>
                  </a:cubicBezTo>
                  <a:cubicBezTo>
                    <a:pt x="48" y="501"/>
                    <a:pt x="191" y="620"/>
                    <a:pt x="358" y="620"/>
                  </a:cubicBezTo>
                  <a:lnTo>
                    <a:pt x="2263" y="620"/>
                  </a:lnTo>
                  <a:cubicBezTo>
                    <a:pt x="2430" y="620"/>
                    <a:pt x="2573" y="453"/>
                    <a:pt x="2549" y="263"/>
                  </a:cubicBezTo>
                  <a:cubicBezTo>
                    <a:pt x="2525" y="120"/>
                    <a:pt x="2382" y="1"/>
                    <a:pt x="221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9" name="Google Shape;21049;p137"/>
            <p:cNvSpPr/>
            <p:nvPr/>
          </p:nvSpPr>
          <p:spPr>
            <a:xfrm>
              <a:off x="2784919" y="3783369"/>
              <a:ext cx="83783" cy="20189"/>
            </a:xfrm>
            <a:custGeom>
              <a:avLst/>
              <a:gdLst/>
              <a:ahLst/>
              <a:cxnLst/>
              <a:rect l="l" t="t" r="r" b="b"/>
              <a:pathLst>
                <a:path w="2573" h="620" extrusionOk="0">
                  <a:moveTo>
                    <a:pt x="310" y="0"/>
                  </a:moveTo>
                  <a:cubicBezTo>
                    <a:pt x="144" y="0"/>
                    <a:pt x="1" y="191"/>
                    <a:pt x="24" y="357"/>
                  </a:cubicBezTo>
                  <a:cubicBezTo>
                    <a:pt x="48" y="500"/>
                    <a:pt x="191" y="619"/>
                    <a:pt x="358" y="619"/>
                  </a:cubicBezTo>
                  <a:lnTo>
                    <a:pt x="2263" y="619"/>
                  </a:lnTo>
                  <a:cubicBezTo>
                    <a:pt x="2430" y="619"/>
                    <a:pt x="2573" y="476"/>
                    <a:pt x="2549" y="262"/>
                  </a:cubicBezTo>
                  <a:cubicBezTo>
                    <a:pt x="2525" y="119"/>
                    <a:pt x="2382" y="0"/>
                    <a:pt x="2215"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0" name="Google Shape;21050;p137"/>
            <p:cNvSpPr/>
            <p:nvPr/>
          </p:nvSpPr>
          <p:spPr>
            <a:xfrm>
              <a:off x="2784919" y="3743024"/>
              <a:ext cx="83783" cy="20189"/>
            </a:xfrm>
            <a:custGeom>
              <a:avLst/>
              <a:gdLst/>
              <a:ahLst/>
              <a:cxnLst/>
              <a:rect l="l" t="t" r="r" b="b"/>
              <a:pathLst>
                <a:path w="2573" h="620" extrusionOk="0">
                  <a:moveTo>
                    <a:pt x="310" y="1"/>
                  </a:moveTo>
                  <a:cubicBezTo>
                    <a:pt x="144" y="1"/>
                    <a:pt x="1" y="167"/>
                    <a:pt x="24" y="358"/>
                  </a:cubicBezTo>
                  <a:cubicBezTo>
                    <a:pt x="48" y="501"/>
                    <a:pt x="191" y="620"/>
                    <a:pt x="358" y="620"/>
                  </a:cubicBezTo>
                  <a:lnTo>
                    <a:pt x="2263" y="620"/>
                  </a:lnTo>
                  <a:cubicBezTo>
                    <a:pt x="2430" y="620"/>
                    <a:pt x="2573" y="477"/>
                    <a:pt x="2549" y="263"/>
                  </a:cubicBezTo>
                  <a:cubicBezTo>
                    <a:pt x="2525" y="120"/>
                    <a:pt x="2382" y="1"/>
                    <a:pt x="221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1" name="Google Shape;21051;p137"/>
            <p:cNvSpPr/>
            <p:nvPr/>
          </p:nvSpPr>
          <p:spPr>
            <a:xfrm>
              <a:off x="2784919" y="3701930"/>
              <a:ext cx="83783" cy="20189"/>
            </a:xfrm>
            <a:custGeom>
              <a:avLst/>
              <a:gdLst/>
              <a:ahLst/>
              <a:cxnLst/>
              <a:rect l="l" t="t" r="r" b="b"/>
              <a:pathLst>
                <a:path w="2573" h="620" extrusionOk="0">
                  <a:moveTo>
                    <a:pt x="310" y="1"/>
                  </a:moveTo>
                  <a:cubicBezTo>
                    <a:pt x="144" y="1"/>
                    <a:pt x="1" y="191"/>
                    <a:pt x="24" y="358"/>
                  </a:cubicBezTo>
                  <a:cubicBezTo>
                    <a:pt x="48" y="501"/>
                    <a:pt x="191" y="620"/>
                    <a:pt x="358" y="620"/>
                  </a:cubicBezTo>
                  <a:lnTo>
                    <a:pt x="2263" y="620"/>
                  </a:lnTo>
                  <a:cubicBezTo>
                    <a:pt x="2430" y="620"/>
                    <a:pt x="2573" y="477"/>
                    <a:pt x="2549" y="262"/>
                  </a:cubicBezTo>
                  <a:cubicBezTo>
                    <a:pt x="2525" y="120"/>
                    <a:pt x="2382" y="1"/>
                    <a:pt x="221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2" name="Google Shape;21052;p137"/>
            <p:cNvSpPr/>
            <p:nvPr/>
          </p:nvSpPr>
          <p:spPr>
            <a:xfrm>
              <a:off x="2622856" y="3599261"/>
              <a:ext cx="20189" cy="81276"/>
            </a:xfrm>
            <a:custGeom>
              <a:avLst/>
              <a:gdLst/>
              <a:ahLst/>
              <a:cxnLst/>
              <a:rect l="l" t="t" r="r" b="b"/>
              <a:pathLst>
                <a:path w="620" h="2496" extrusionOk="0">
                  <a:moveTo>
                    <a:pt x="336" y="1"/>
                  </a:moveTo>
                  <a:cubicBezTo>
                    <a:pt x="312" y="1"/>
                    <a:pt x="287" y="4"/>
                    <a:pt x="262" y="10"/>
                  </a:cubicBezTo>
                  <a:cubicBezTo>
                    <a:pt x="120" y="34"/>
                    <a:pt x="0" y="177"/>
                    <a:pt x="0" y="320"/>
                  </a:cubicBezTo>
                  <a:lnTo>
                    <a:pt x="0" y="2201"/>
                  </a:lnTo>
                  <a:cubicBezTo>
                    <a:pt x="0" y="2375"/>
                    <a:pt x="100" y="2490"/>
                    <a:pt x="226" y="2490"/>
                  </a:cubicBezTo>
                  <a:cubicBezTo>
                    <a:pt x="238" y="2490"/>
                    <a:pt x="250" y="2489"/>
                    <a:pt x="262" y="2487"/>
                  </a:cubicBezTo>
                  <a:cubicBezTo>
                    <a:pt x="291" y="2493"/>
                    <a:pt x="318" y="2496"/>
                    <a:pt x="343" y="2496"/>
                  </a:cubicBezTo>
                  <a:cubicBezTo>
                    <a:pt x="512" y="2496"/>
                    <a:pt x="620" y="2366"/>
                    <a:pt x="620" y="2201"/>
                  </a:cubicBezTo>
                  <a:lnTo>
                    <a:pt x="620" y="296"/>
                  </a:lnTo>
                  <a:cubicBezTo>
                    <a:pt x="620" y="130"/>
                    <a:pt x="494" y="1"/>
                    <a:pt x="336"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3" name="Google Shape;21053;p137"/>
            <p:cNvSpPr/>
            <p:nvPr/>
          </p:nvSpPr>
          <p:spPr>
            <a:xfrm>
              <a:off x="2663168" y="3599261"/>
              <a:ext cx="20189" cy="81276"/>
            </a:xfrm>
            <a:custGeom>
              <a:avLst/>
              <a:gdLst/>
              <a:ahLst/>
              <a:cxnLst/>
              <a:rect l="l" t="t" r="r" b="b"/>
              <a:pathLst>
                <a:path w="620" h="2496" extrusionOk="0">
                  <a:moveTo>
                    <a:pt x="336" y="1"/>
                  </a:moveTo>
                  <a:cubicBezTo>
                    <a:pt x="312" y="1"/>
                    <a:pt x="288" y="4"/>
                    <a:pt x="263" y="10"/>
                  </a:cubicBezTo>
                  <a:cubicBezTo>
                    <a:pt x="120" y="34"/>
                    <a:pt x="1" y="177"/>
                    <a:pt x="1" y="320"/>
                  </a:cubicBezTo>
                  <a:lnTo>
                    <a:pt x="1" y="2201"/>
                  </a:lnTo>
                  <a:cubicBezTo>
                    <a:pt x="1" y="2375"/>
                    <a:pt x="100" y="2490"/>
                    <a:pt x="227" y="2490"/>
                  </a:cubicBezTo>
                  <a:cubicBezTo>
                    <a:pt x="239" y="2490"/>
                    <a:pt x="251" y="2489"/>
                    <a:pt x="263" y="2487"/>
                  </a:cubicBezTo>
                  <a:cubicBezTo>
                    <a:pt x="291" y="2493"/>
                    <a:pt x="318" y="2496"/>
                    <a:pt x="343" y="2496"/>
                  </a:cubicBezTo>
                  <a:cubicBezTo>
                    <a:pt x="512" y="2496"/>
                    <a:pt x="620" y="2366"/>
                    <a:pt x="620" y="2201"/>
                  </a:cubicBezTo>
                  <a:lnTo>
                    <a:pt x="620" y="296"/>
                  </a:lnTo>
                  <a:cubicBezTo>
                    <a:pt x="620" y="130"/>
                    <a:pt x="494" y="1"/>
                    <a:pt x="336"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4" name="Google Shape;21054;p137"/>
            <p:cNvSpPr/>
            <p:nvPr/>
          </p:nvSpPr>
          <p:spPr>
            <a:xfrm>
              <a:off x="2704262" y="3599261"/>
              <a:ext cx="20221" cy="81276"/>
            </a:xfrm>
            <a:custGeom>
              <a:avLst/>
              <a:gdLst/>
              <a:ahLst/>
              <a:cxnLst/>
              <a:rect l="l" t="t" r="r" b="b"/>
              <a:pathLst>
                <a:path w="621" h="2496" extrusionOk="0">
                  <a:moveTo>
                    <a:pt x="329" y="1"/>
                  </a:moveTo>
                  <a:cubicBezTo>
                    <a:pt x="307" y="1"/>
                    <a:pt x="285" y="4"/>
                    <a:pt x="263" y="10"/>
                  </a:cubicBezTo>
                  <a:cubicBezTo>
                    <a:pt x="120" y="34"/>
                    <a:pt x="1" y="177"/>
                    <a:pt x="1" y="320"/>
                  </a:cubicBezTo>
                  <a:lnTo>
                    <a:pt x="1" y="2201"/>
                  </a:lnTo>
                  <a:cubicBezTo>
                    <a:pt x="1" y="2375"/>
                    <a:pt x="101" y="2490"/>
                    <a:pt x="227" y="2490"/>
                  </a:cubicBezTo>
                  <a:cubicBezTo>
                    <a:pt x="239" y="2490"/>
                    <a:pt x="251" y="2489"/>
                    <a:pt x="263" y="2487"/>
                  </a:cubicBezTo>
                  <a:cubicBezTo>
                    <a:pt x="291" y="2493"/>
                    <a:pt x="318" y="2496"/>
                    <a:pt x="344" y="2496"/>
                  </a:cubicBezTo>
                  <a:cubicBezTo>
                    <a:pt x="512" y="2496"/>
                    <a:pt x="620" y="2366"/>
                    <a:pt x="620" y="2201"/>
                  </a:cubicBezTo>
                  <a:lnTo>
                    <a:pt x="620" y="296"/>
                  </a:lnTo>
                  <a:cubicBezTo>
                    <a:pt x="620" y="130"/>
                    <a:pt x="476" y="1"/>
                    <a:pt x="329"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5" name="Google Shape;21055;p137"/>
            <p:cNvSpPr/>
            <p:nvPr/>
          </p:nvSpPr>
          <p:spPr>
            <a:xfrm>
              <a:off x="2744607" y="3599261"/>
              <a:ext cx="20970" cy="81276"/>
            </a:xfrm>
            <a:custGeom>
              <a:avLst/>
              <a:gdLst/>
              <a:ahLst/>
              <a:cxnLst/>
              <a:rect l="l" t="t" r="r" b="b"/>
              <a:pathLst>
                <a:path w="644" h="2496" extrusionOk="0">
                  <a:moveTo>
                    <a:pt x="353" y="1"/>
                  </a:moveTo>
                  <a:cubicBezTo>
                    <a:pt x="330" y="1"/>
                    <a:pt x="308" y="4"/>
                    <a:pt x="286" y="10"/>
                  </a:cubicBezTo>
                  <a:cubicBezTo>
                    <a:pt x="119" y="34"/>
                    <a:pt x="0" y="177"/>
                    <a:pt x="0" y="320"/>
                  </a:cubicBezTo>
                  <a:lnTo>
                    <a:pt x="0" y="2201"/>
                  </a:lnTo>
                  <a:cubicBezTo>
                    <a:pt x="0" y="2375"/>
                    <a:pt x="100" y="2490"/>
                    <a:pt x="245" y="2490"/>
                  </a:cubicBezTo>
                  <a:cubicBezTo>
                    <a:pt x="258" y="2490"/>
                    <a:pt x="272" y="2489"/>
                    <a:pt x="286" y="2487"/>
                  </a:cubicBezTo>
                  <a:cubicBezTo>
                    <a:pt x="311" y="2493"/>
                    <a:pt x="336" y="2496"/>
                    <a:pt x="360" y="2496"/>
                  </a:cubicBezTo>
                  <a:cubicBezTo>
                    <a:pt x="518" y="2496"/>
                    <a:pt x="643" y="2366"/>
                    <a:pt x="643" y="2201"/>
                  </a:cubicBezTo>
                  <a:lnTo>
                    <a:pt x="643" y="296"/>
                  </a:lnTo>
                  <a:cubicBezTo>
                    <a:pt x="643" y="130"/>
                    <a:pt x="500" y="1"/>
                    <a:pt x="35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6" name="Google Shape;21056;p137"/>
            <p:cNvSpPr/>
            <p:nvPr/>
          </p:nvSpPr>
          <p:spPr>
            <a:xfrm>
              <a:off x="2580980" y="3661618"/>
              <a:ext cx="225691" cy="224909"/>
            </a:xfrm>
            <a:custGeom>
              <a:avLst/>
              <a:gdLst/>
              <a:ahLst/>
              <a:cxnLst/>
              <a:rect l="l" t="t" r="r" b="b"/>
              <a:pathLst>
                <a:path w="6931" h="6907" extrusionOk="0">
                  <a:moveTo>
                    <a:pt x="953" y="0"/>
                  </a:moveTo>
                  <a:cubicBezTo>
                    <a:pt x="453" y="0"/>
                    <a:pt x="0" y="405"/>
                    <a:pt x="0" y="953"/>
                  </a:cubicBezTo>
                  <a:lnTo>
                    <a:pt x="0" y="5954"/>
                  </a:lnTo>
                  <a:cubicBezTo>
                    <a:pt x="0" y="6454"/>
                    <a:pt x="429" y="6906"/>
                    <a:pt x="953" y="6906"/>
                  </a:cubicBezTo>
                  <a:lnTo>
                    <a:pt x="5978" y="6906"/>
                  </a:lnTo>
                  <a:cubicBezTo>
                    <a:pt x="6502" y="6906"/>
                    <a:pt x="6930" y="6478"/>
                    <a:pt x="6930" y="5954"/>
                  </a:cubicBezTo>
                  <a:lnTo>
                    <a:pt x="6930" y="905"/>
                  </a:lnTo>
                  <a:cubicBezTo>
                    <a:pt x="6930" y="405"/>
                    <a:pt x="6526" y="0"/>
                    <a:pt x="5978"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7" name="Google Shape;21057;p137"/>
            <p:cNvSpPr/>
            <p:nvPr/>
          </p:nvSpPr>
          <p:spPr>
            <a:xfrm>
              <a:off x="2694200" y="3661618"/>
              <a:ext cx="112471" cy="224909"/>
            </a:xfrm>
            <a:custGeom>
              <a:avLst/>
              <a:gdLst/>
              <a:ahLst/>
              <a:cxnLst/>
              <a:rect l="l" t="t" r="r" b="b"/>
              <a:pathLst>
                <a:path w="3454" h="6907" extrusionOk="0">
                  <a:moveTo>
                    <a:pt x="0" y="0"/>
                  </a:moveTo>
                  <a:lnTo>
                    <a:pt x="0" y="6906"/>
                  </a:lnTo>
                  <a:lnTo>
                    <a:pt x="2501" y="6906"/>
                  </a:lnTo>
                  <a:cubicBezTo>
                    <a:pt x="3049" y="6906"/>
                    <a:pt x="3453" y="6454"/>
                    <a:pt x="3453" y="5954"/>
                  </a:cubicBezTo>
                  <a:lnTo>
                    <a:pt x="3453" y="905"/>
                  </a:lnTo>
                  <a:cubicBezTo>
                    <a:pt x="3453" y="405"/>
                    <a:pt x="3049" y="0"/>
                    <a:pt x="2501"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8" name="Google Shape;21058;p137"/>
            <p:cNvSpPr/>
            <p:nvPr/>
          </p:nvSpPr>
          <p:spPr>
            <a:xfrm>
              <a:off x="2620544" y="3701149"/>
              <a:ext cx="145815" cy="145033"/>
            </a:xfrm>
            <a:custGeom>
              <a:avLst/>
              <a:gdLst/>
              <a:ahLst/>
              <a:cxnLst/>
              <a:rect l="l" t="t" r="r" b="b"/>
              <a:pathLst>
                <a:path w="4478" h="4454" extrusionOk="0">
                  <a:moveTo>
                    <a:pt x="976" y="1"/>
                  </a:moveTo>
                  <a:cubicBezTo>
                    <a:pt x="810" y="1"/>
                    <a:pt x="667" y="144"/>
                    <a:pt x="667" y="334"/>
                  </a:cubicBezTo>
                  <a:lnTo>
                    <a:pt x="667" y="644"/>
                  </a:lnTo>
                  <a:lnTo>
                    <a:pt x="333" y="644"/>
                  </a:lnTo>
                  <a:cubicBezTo>
                    <a:pt x="143" y="644"/>
                    <a:pt x="0" y="810"/>
                    <a:pt x="0" y="977"/>
                  </a:cubicBezTo>
                  <a:lnTo>
                    <a:pt x="0" y="3478"/>
                  </a:lnTo>
                  <a:cubicBezTo>
                    <a:pt x="0" y="3668"/>
                    <a:pt x="143" y="3811"/>
                    <a:pt x="333" y="3811"/>
                  </a:cubicBezTo>
                  <a:lnTo>
                    <a:pt x="667" y="3811"/>
                  </a:lnTo>
                  <a:lnTo>
                    <a:pt x="667" y="4144"/>
                  </a:lnTo>
                  <a:cubicBezTo>
                    <a:pt x="667" y="4311"/>
                    <a:pt x="810" y="4454"/>
                    <a:pt x="976" y="4454"/>
                  </a:cubicBezTo>
                  <a:lnTo>
                    <a:pt x="3477" y="4454"/>
                  </a:lnTo>
                  <a:cubicBezTo>
                    <a:pt x="3667" y="4454"/>
                    <a:pt x="3810" y="4311"/>
                    <a:pt x="3810" y="4144"/>
                  </a:cubicBezTo>
                  <a:lnTo>
                    <a:pt x="3810" y="3811"/>
                  </a:lnTo>
                  <a:lnTo>
                    <a:pt x="4144" y="3811"/>
                  </a:lnTo>
                  <a:cubicBezTo>
                    <a:pt x="4334" y="3811"/>
                    <a:pt x="4477" y="3668"/>
                    <a:pt x="4477" y="3478"/>
                  </a:cubicBezTo>
                  <a:lnTo>
                    <a:pt x="4477" y="977"/>
                  </a:lnTo>
                  <a:cubicBezTo>
                    <a:pt x="4477" y="810"/>
                    <a:pt x="4334" y="644"/>
                    <a:pt x="4144" y="644"/>
                  </a:cubicBezTo>
                  <a:lnTo>
                    <a:pt x="3810" y="644"/>
                  </a:lnTo>
                  <a:lnTo>
                    <a:pt x="3810" y="334"/>
                  </a:lnTo>
                  <a:cubicBezTo>
                    <a:pt x="3810" y="144"/>
                    <a:pt x="3667" y="1"/>
                    <a:pt x="3477"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9" name="Google Shape;21059;p137"/>
            <p:cNvSpPr/>
            <p:nvPr/>
          </p:nvSpPr>
          <p:spPr>
            <a:xfrm>
              <a:off x="2693419" y="3702712"/>
              <a:ext cx="72940" cy="143470"/>
            </a:xfrm>
            <a:custGeom>
              <a:avLst/>
              <a:gdLst/>
              <a:ahLst/>
              <a:cxnLst/>
              <a:rect l="l" t="t" r="r" b="b"/>
              <a:pathLst>
                <a:path w="2240" h="4406" extrusionOk="0">
                  <a:moveTo>
                    <a:pt x="1" y="0"/>
                  </a:moveTo>
                  <a:lnTo>
                    <a:pt x="1" y="4406"/>
                  </a:lnTo>
                  <a:lnTo>
                    <a:pt x="1239" y="4406"/>
                  </a:lnTo>
                  <a:cubicBezTo>
                    <a:pt x="1429" y="4406"/>
                    <a:pt x="1572" y="4263"/>
                    <a:pt x="1572" y="4096"/>
                  </a:cubicBezTo>
                  <a:lnTo>
                    <a:pt x="1572" y="3763"/>
                  </a:lnTo>
                  <a:lnTo>
                    <a:pt x="1906" y="3763"/>
                  </a:lnTo>
                  <a:cubicBezTo>
                    <a:pt x="2096" y="3763"/>
                    <a:pt x="2239" y="3620"/>
                    <a:pt x="2239" y="3430"/>
                  </a:cubicBezTo>
                  <a:lnTo>
                    <a:pt x="2239" y="929"/>
                  </a:lnTo>
                  <a:cubicBezTo>
                    <a:pt x="2239" y="790"/>
                    <a:pt x="2139" y="650"/>
                    <a:pt x="1995" y="650"/>
                  </a:cubicBezTo>
                  <a:cubicBezTo>
                    <a:pt x="1967" y="650"/>
                    <a:pt x="1937" y="655"/>
                    <a:pt x="1906" y="667"/>
                  </a:cubicBezTo>
                  <a:lnTo>
                    <a:pt x="1572" y="667"/>
                  </a:lnTo>
                  <a:lnTo>
                    <a:pt x="1572" y="334"/>
                  </a:lnTo>
                  <a:cubicBezTo>
                    <a:pt x="1572" y="167"/>
                    <a:pt x="1429" y="0"/>
                    <a:pt x="123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0" name="Google Shape;21060;p137"/>
          <p:cNvGrpSpPr/>
          <p:nvPr/>
        </p:nvGrpSpPr>
        <p:grpSpPr>
          <a:xfrm>
            <a:off x="1797006" y="3445623"/>
            <a:ext cx="268315" cy="350535"/>
            <a:chOff x="1797006" y="3598023"/>
            <a:chExt cx="268315" cy="350535"/>
          </a:xfrm>
        </p:grpSpPr>
        <p:sp>
          <p:nvSpPr>
            <p:cNvPr id="21061" name="Google Shape;21061;p137"/>
            <p:cNvSpPr/>
            <p:nvPr/>
          </p:nvSpPr>
          <p:spPr>
            <a:xfrm>
              <a:off x="1797006" y="3701149"/>
              <a:ext cx="267566" cy="247410"/>
            </a:xfrm>
            <a:custGeom>
              <a:avLst/>
              <a:gdLst/>
              <a:ahLst/>
              <a:cxnLst/>
              <a:rect l="l" t="t" r="r" b="b"/>
              <a:pathLst>
                <a:path w="8217" h="7598" extrusionOk="0">
                  <a:moveTo>
                    <a:pt x="976" y="1"/>
                  </a:moveTo>
                  <a:cubicBezTo>
                    <a:pt x="810" y="1"/>
                    <a:pt x="643" y="144"/>
                    <a:pt x="643" y="334"/>
                  </a:cubicBezTo>
                  <a:cubicBezTo>
                    <a:pt x="643" y="4025"/>
                    <a:pt x="24" y="7169"/>
                    <a:pt x="24" y="7193"/>
                  </a:cubicBezTo>
                  <a:cubicBezTo>
                    <a:pt x="0" y="7288"/>
                    <a:pt x="24" y="7383"/>
                    <a:pt x="95" y="7478"/>
                  </a:cubicBezTo>
                  <a:cubicBezTo>
                    <a:pt x="143" y="7526"/>
                    <a:pt x="238" y="7597"/>
                    <a:pt x="333" y="7597"/>
                  </a:cubicBezTo>
                  <a:lnTo>
                    <a:pt x="7859" y="7597"/>
                  </a:lnTo>
                  <a:cubicBezTo>
                    <a:pt x="7954" y="7597"/>
                    <a:pt x="8026" y="7550"/>
                    <a:pt x="8097" y="7478"/>
                  </a:cubicBezTo>
                  <a:cubicBezTo>
                    <a:pt x="8145" y="7383"/>
                    <a:pt x="8192" y="7288"/>
                    <a:pt x="8145" y="7193"/>
                  </a:cubicBezTo>
                  <a:cubicBezTo>
                    <a:pt x="8216" y="7169"/>
                    <a:pt x="7597" y="4025"/>
                    <a:pt x="7597" y="334"/>
                  </a:cubicBezTo>
                  <a:cubicBezTo>
                    <a:pt x="7597" y="144"/>
                    <a:pt x="7430" y="1"/>
                    <a:pt x="7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2" name="Google Shape;21062;p137"/>
            <p:cNvSpPr/>
            <p:nvPr/>
          </p:nvSpPr>
          <p:spPr>
            <a:xfrm>
              <a:off x="1931912" y="3701149"/>
              <a:ext cx="133409" cy="247410"/>
            </a:xfrm>
            <a:custGeom>
              <a:avLst/>
              <a:gdLst/>
              <a:ahLst/>
              <a:cxnLst/>
              <a:rect l="l" t="t" r="r" b="b"/>
              <a:pathLst>
                <a:path w="4097" h="7598" extrusionOk="0">
                  <a:moveTo>
                    <a:pt x="1" y="1"/>
                  </a:moveTo>
                  <a:lnTo>
                    <a:pt x="1" y="7597"/>
                  </a:lnTo>
                  <a:lnTo>
                    <a:pt x="3763" y="7597"/>
                  </a:lnTo>
                  <a:cubicBezTo>
                    <a:pt x="3859" y="7597"/>
                    <a:pt x="3954" y="7526"/>
                    <a:pt x="4002" y="7478"/>
                  </a:cubicBezTo>
                  <a:cubicBezTo>
                    <a:pt x="4073" y="7383"/>
                    <a:pt x="4097" y="7288"/>
                    <a:pt x="4073" y="7193"/>
                  </a:cubicBezTo>
                  <a:cubicBezTo>
                    <a:pt x="4073" y="7169"/>
                    <a:pt x="3454" y="4025"/>
                    <a:pt x="3478" y="334"/>
                  </a:cubicBezTo>
                  <a:cubicBezTo>
                    <a:pt x="3478" y="144"/>
                    <a:pt x="3335" y="1"/>
                    <a:pt x="3144" y="1"/>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3" name="Google Shape;21063;p137"/>
            <p:cNvSpPr/>
            <p:nvPr/>
          </p:nvSpPr>
          <p:spPr>
            <a:xfrm>
              <a:off x="1858256" y="3598023"/>
              <a:ext cx="145033" cy="165287"/>
            </a:xfrm>
            <a:custGeom>
              <a:avLst/>
              <a:gdLst/>
              <a:ahLst/>
              <a:cxnLst/>
              <a:rect l="l" t="t" r="r" b="b"/>
              <a:pathLst>
                <a:path w="4454" h="5076" extrusionOk="0">
                  <a:moveTo>
                    <a:pt x="2144" y="0"/>
                  </a:moveTo>
                  <a:cubicBezTo>
                    <a:pt x="953" y="72"/>
                    <a:pt x="0" y="1048"/>
                    <a:pt x="0" y="2239"/>
                  </a:cubicBezTo>
                  <a:lnTo>
                    <a:pt x="0" y="4739"/>
                  </a:lnTo>
                  <a:cubicBezTo>
                    <a:pt x="0" y="4938"/>
                    <a:pt x="144" y="5075"/>
                    <a:pt x="316" y="5075"/>
                  </a:cubicBezTo>
                  <a:cubicBezTo>
                    <a:pt x="330" y="5075"/>
                    <a:pt x="344" y="5075"/>
                    <a:pt x="358" y="5073"/>
                  </a:cubicBezTo>
                  <a:cubicBezTo>
                    <a:pt x="524" y="5049"/>
                    <a:pt x="643" y="4882"/>
                    <a:pt x="643" y="4739"/>
                  </a:cubicBezTo>
                  <a:lnTo>
                    <a:pt x="643" y="2239"/>
                  </a:lnTo>
                  <a:cubicBezTo>
                    <a:pt x="643" y="1372"/>
                    <a:pt x="1358" y="667"/>
                    <a:pt x="2243" y="667"/>
                  </a:cubicBezTo>
                  <a:cubicBezTo>
                    <a:pt x="2257" y="667"/>
                    <a:pt x="2272" y="667"/>
                    <a:pt x="2287" y="667"/>
                  </a:cubicBezTo>
                  <a:cubicBezTo>
                    <a:pt x="3144" y="691"/>
                    <a:pt x="3811" y="1382"/>
                    <a:pt x="3811" y="2239"/>
                  </a:cubicBezTo>
                  <a:lnTo>
                    <a:pt x="3811" y="4739"/>
                  </a:lnTo>
                  <a:cubicBezTo>
                    <a:pt x="3811" y="4938"/>
                    <a:pt x="3954" y="5075"/>
                    <a:pt x="4127" y="5075"/>
                  </a:cubicBezTo>
                  <a:cubicBezTo>
                    <a:pt x="4140" y="5075"/>
                    <a:pt x="4154" y="5075"/>
                    <a:pt x="4168" y="5073"/>
                  </a:cubicBezTo>
                  <a:cubicBezTo>
                    <a:pt x="4335" y="5049"/>
                    <a:pt x="4454" y="4882"/>
                    <a:pt x="4454" y="4739"/>
                  </a:cubicBezTo>
                  <a:lnTo>
                    <a:pt x="4454" y="2239"/>
                  </a:lnTo>
                  <a:cubicBezTo>
                    <a:pt x="4454" y="1001"/>
                    <a:pt x="3406" y="0"/>
                    <a:pt x="214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4" name="Google Shape;21064;p137"/>
            <p:cNvSpPr/>
            <p:nvPr/>
          </p:nvSpPr>
          <p:spPr>
            <a:xfrm>
              <a:off x="1930382" y="3599586"/>
              <a:ext cx="72907" cy="163724"/>
            </a:xfrm>
            <a:custGeom>
              <a:avLst/>
              <a:gdLst/>
              <a:ahLst/>
              <a:cxnLst/>
              <a:rect l="l" t="t" r="r" b="b"/>
              <a:pathLst>
                <a:path w="2239" h="5028" extrusionOk="0">
                  <a:moveTo>
                    <a:pt x="0" y="0"/>
                  </a:moveTo>
                  <a:lnTo>
                    <a:pt x="0" y="619"/>
                  </a:lnTo>
                  <a:cubicBezTo>
                    <a:pt x="881" y="619"/>
                    <a:pt x="1596" y="1334"/>
                    <a:pt x="1596" y="2191"/>
                  </a:cubicBezTo>
                  <a:lnTo>
                    <a:pt x="1596" y="4691"/>
                  </a:lnTo>
                  <a:cubicBezTo>
                    <a:pt x="1596" y="4890"/>
                    <a:pt x="1739" y="5027"/>
                    <a:pt x="1912" y="5027"/>
                  </a:cubicBezTo>
                  <a:cubicBezTo>
                    <a:pt x="1925" y="5027"/>
                    <a:pt x="1939" y="5027"/>
                    <a:pt x="1953" y="5025"/>
                  </a:cubicBezTo>
                  <a:cubicBezTo>
                    <a:pt x="2120" y="5001"/>
                    <a:pt x="2239" y="4834"/>
                    <a:pt x="2239" y="4691"/>
                  </a:cubicBezTo>
                  <a:lnTo>
                    <a:pt x="2239" y="2191"/>
                  </a:lnTo>
                  <a:cubicBezTo>
                    <a:pt x="2239" y="976"/>
                    <a:pt x="1262"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5" name="Google Shape;21065;p137"/>
          <p:cNvGrpSpPr/>
          <p:nvPr/>
        </p:nvGrpSpPr>
        <p:grpSpPr>
          <a:xfrm>
            <a:off x="1057967" y="3447186"/>
            <a:ext cx="247410" cy="348972"/>
            <a:chOff x="1057967" y="3599586"/>
            <a:chExt cx="247410" cy="348972"/>
          </a:xfrm>
        </p:grpSpPr>
        <p:sp>
          <p:nvSpPr>
            <p:cNvPr id="21066" name="Google Shape;21066;p137"/>
            <p:cNvSpPr/>
            <p:nvPr/>
          </p:nvSpPr>
          <p:spPr>
            <a:xfrm>
              <a:off x="1122343" y="3599586"/>
              <a:ext cx="121002" cy="132627"/>
            </a:xfrm>
            <a:custGeom>
              <a:avLst/>
              <a:gdLst/>
              <a:ahLst/>
              <a:cxnLst/>
              <a:rect l="l" t="t" r="r" b="b"/>
              <a:pathLst>
                <a:path w="3716" h="4073" extrusionOk="0">
                  <a:moveTo>
                    <a:pt x="1834" y="0"/>
                  </a:moveTo>
                  <a:cubicBezTo>
                    <a:pt x="1691" y="0"/>
                    <a:pt x="1548" y="119"/>
                    <a:pt x="1548" y="262"/>
                  </a:cubicBezTo>
                  <a:cubicBezTo>
                    <a:pt x="1477" y="357"/>
                    <a:pt x="1310" y="524"/>
                    <a:pt x="1144" y="667"/>
                  </a:cubicBezTo>
                  <a:cubicBezTo>
                    <a:pt x="643" y="1191"/>
                    <a:pt x="0" y="1905"/>
                    <a:pt x="0" y="2620"/>
                  </a:cubicBezTo>
                  <a:cubicBezTo>
                    <a:pt x="0" y="3263"/>
                    <a:pt x="429" y="3834"/>
                    <a:pt x="1120" y="4072"/>
                  </a:cubicBezTo>
                  <a:lnTo>
                    <a:pt x="2549" y="4072"/>
                  </a:lnTo>
                  <a:cubicBezTo>
                    <a:pt x="3263" y="3834"/>
                    <a:pt x="3715" y="3263"/>
                    <a:pt x="3715" y="2620"/>
                  </a:cubicBezTo>
                  <a:cubicBezTo>
                    <a:pt x="3692" y="1905"/>
                    <a:pt x="3001" y="1191"/>
                    <a:pt x="2525" y="667"/>
                  </a:cubicBezTo>
                  <a:cubicBezTo>
                    <a:pt x="2382" y="524"/>
                    <a:pt x="2191" y="310"/>
                    <a:pt x="2144" y="262"/>
                  </a:cubicBezTo>
                  <a:cubicBezTo>
                    <a:pt x="2096" y="119"/>
                    <a:pt x="1977" y="0"/>
                    <a:pt x="18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7" name="Google Shape;21067;p137"/>
            <p:cNvSpPr/>
            <p:nvPr/>
          </p:nvSpPr>
          <p:spPr>
            <a:xfrm>
              <a:off x="1182063" y="3599586"/>
              <a:ext cx="61283" cy="132627"/>
            </a:xfrm>
            <a:custGeom>
              <a:avLst/>
              <a:gdLst/>
              <a:ahLst/>
              <a:cxnLst/>
              <a:rect l="l" t="t" r="r" b="b"/>
              <a:pathLst>
                <a:path w="1882" h="4073" extrusionOk="0">
                  <a:moveTo>
                    <a:pt x="0" y="0"/>
                  </a:moveTo>
                  <a:lnTo>
                    <a:pt x="0" y="4072"/>
                  </a:lnTo>
                  <a:lnTo>
                    <a:pt x="715" y="4072"/>
                  </a:lnTo>
                  <a:cubicBezTo>
                    <a:pt x="1429" y="3834"/>
                    <a:pt x="1881" y="3286"/>
                    <a:pt x="1881" y="2620"/>
                  </a:cubicBezTo>
                  <a:cubicBezTo>
                    <a:pt x="1881" y="1905"/>
                    <a:pt x="1191" y="1191"/>
                    <a:pt x="691" y="667"/>
                  </a:cubicBezTo>
                  <a:cubicBezTo>
                    <a:pt x="548" y="524"/>
                    <a:pt x="357" y="310"/>
                    <a:pt x="310" y="262"/>
                  </a:cubicBezTo>
                  <a:cubicBezTo>
                    <a:pt x="262" y="119"/>
                    <a:pt x="143"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8" name="Google Shape;21068;p137"/>
            <p:cNvSpPr/>
            <p:nvPr/>
          </p:nvSpPr>
          <p:spPr>
            <a:xfrm>
              <a:off x="1078905" y="3753118"/>
              <a:ext cx="209409" cy="176065"/>
            </a:xfrm>
            <a:custGeom>
              <a:avLst/>
              <a:gdLst/>
              <a:ahLst/>
              <a:cxnLst/>
              <a:rect l="l" t="t" r="r" b="b"/>
              <a:pathLst>
                <a:path w="6431" h="5407" extrusionOk="0">
                  <a:moveTo>
                    <a:pt x="1930" y="0"/>
                  </a:moveTo>
                  <a:lnTo>
                    <a:pt x="1930" y="334"/>
                  </a:lnTo>
                  <a:cubicBezTo>
                    <a:pt x="1930" y="2429"/>
                    <a:pt x="739" y="4239"/>
                    <a:pt x="739" y="4263"/>
                  </a:cubicBezTo>
                  <a:lnTo>
                    <a:pt x="1" y="5406"/>
                  </a:lnTo>
                  <a:lnTo>
                    <a:pt x="6431" y="5406"/>
                  </a:lnTo>
                  <a:lnTo>
                    <a:pt x="5621" y="4263"/>
                  </a:lnTo>
                  <a:cubicBezTo>
                    <a:pt x="5621" y="4239"/>
                    <a:pt x="4430" y="2429"/>
                    <a:pt x="4430" y="334"/>
                  </a:cubicBezTo>
                  <a:lnTo>
                    <a:pt x="4430" y="0"/>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9" name="Google Shape;21069;p137"/>
            <p:cNvSpPr/>
            <p:nvPr/>
          </p:nvSpPr>
          <p:spPr>
            <a:xfrm>
              <a:off x="1182063" y="3753118"/>
              <a:ext cx="104721" cy="174502"/>
            </a:xfrm>
            <a:custGeom>
              <a:avLst/>
              <a:gdLst/>
              <a:ahLst/>
              <a:cxnLst/>
              <a:rect l="l" t="t" r="r" b="b"/>
              <a:pathLst>
                <a:path w="3216" h="5359" extrusionOk="0">
                  <a:moveTo>
                    <a:pt x="0" y="0"/>
                  </a:moveTo>
                  <a:lnTo>
                    <a:pt x="0" y="5358"/>
                  </a:lnTo>
                  <a:lnTo>
                    <a:pt x="3215" y="5358"/>
                  </a:lnTo>
                  <a:lnTo>
                    <a:pt x="2453" y="4263"/>
                  </a:lnTo>
                  <a:cubicBezTo>
                    <a:pt x="2453" y="4239"/>
                    <a:pt x="1262" y="2429"/>
                    <a:pt x="1262" y="334"/>
                  </a:cubicBezTo>
                  <a:lnTo>
                    <a:pt x="1262"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0" name="Google Shape;21070;p137"/>
            <p:cNvSpPr/>
            <p:nvPr/>
          </p:nvSpPr>
          <p:spPr>
            <a:xfrm>
              <a:off x="1106062" y="3722086"/>
              <a:ext cx="151253" cy="41126"/>
            </a:xfrm>
            <a:custGeom>
              <a:avLst/>
              <a:gdLst/>
              <a:ahLst/>
              <a:cxnLst/>
              <a:rect l="l" t="t" r="r" b="b"/>
              <a:pathLst>
                <a:path w="4645" h="1263" extrusionOk="0">
                  <a:moveTo>
                    <a:pt x="1334" y="1"/>
                  </a:moveTo>
                  <a:cubicBezTo>
                    <a:pt x="905" y="1"/>
                    <a:pt x="500" y="120"/>
                    <a:pt x="143" y="358"/>
                  </a:cubicBezTo>
                  <a:cubicBezTo>
                    <a:pt x="48" y="429"/>
                    <a:pt x="0" y="525"/>
                    <a:pt x="0" y="644"/>
                  </a:cubicBezTo>
                  <a:cubicBezTo>
                    <a:pt x="0" y="763"/>
                    <a:pt x="48" y="834"/>
                    <a:pt x="143" y="906"/>
                  </a:cubicBezTo>
                  <a:cubicBezTo>
                    <a:pt x="477" y="1144"/>
                    <a:pt x="905" y="1263"/>
                    <a:pt x="1334" y="1263"/>
                  </a:cubicBezTo>
                  <a:lnTo>
                    <a:pt x="3287" y="1263"/>
                  </a:lnTo>
                  <a:cubicBezTo>
                    <a:pt x="3715" y="1263"/>
                    <a:pt x="4120" y="1144"/>
                    <a:pt x="4477" y="906"/>
                  </a:cubicBezTo>
                  <a:cubicBezTo>
                    <a:pt x="4573" y="834"/>
                    <a:pt x="4644" y="763"/>
                    <a:pt x="4644" y="644"/>
                  </a:cubicBezTo>
                  <a:cubicBezTo>
                    <a:pt x="4644" y="525"/>
                    <a:pt x="4573" y="429"/>
                    <a:pt x="4477" y="358"/>
                  </a:cubicBezTo>
                  <a:cubicBezTo>
                    <a:pt x="4120" y="120"/>
                    <a:pt x="3715" y="1"/>
                    <a:pt x="3287"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1" name="Google Shape;21071;p137"/>
            <p:cNvSpPr/>
            <p:nvPr/>
          </p:nvSpPr>
          <p:spPr>
            <a:xfrm>
              <a:off x="1057967" y="3907432"/>
              <a:ext cx="246628" cy="41126"/>
            </a:xfrm>
            <a:custGeom>
              <a:avLst/>
              <a:gdLst/>
              <a:ahLst/>
              <a:cxnLst/>
              <a:rect l="l" t="t" r="r" b="b"/>
              <a:pathLst>
                <a:path w="7574" h="1263" extrusionOk="0">
                  <a:moveTo>
                    <a:pt x="953" y="0"/>
                  </a:moveTo>
                  <a:cubicBezTo>
                    <a:pt x="429" y="0"/>
                    <a:pt x="1" y="405"/>
                    <a:pt x="1" y="953"/>
                  </a:cubicBezTo>
                  <a:cubicBezTo>
                    <a:pt x="1" y="1143"/>
                    <a:pt x="168" y="1262"/>
                    <a:pt x="334" y="1262"/>
                  </a:cubicBezTo>
                  <a:lnTo>
                    <a:pt x="7240" y="1262"/>
                  </a:lnTo>
                  <a:cubicBezTo>
                    <a:pt x="7431" y="1262"/>
                    <a:pt x="7574" y="1096"/>
                    <a:pt x="7574" y="953"/>
                  </a:cubicBezTo>
                  <a:cubicBezTo>
                    <a:pt x="7574" y="429"/>
                    <a:pt x="7145" y="0"/>
                    <a:pt x="6621"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2" name="Google Shape;21072;p137"/>
            <p:cNvSpPr/>
            <p:nvPr/>
          </p:nvSpPr>
          <p:spPr>
            <a:xfrm>
              <a:off x="1182063" y="3907432"/>
              <a:ext cx="123314" cy="41126"/>
            </a:xfrm>
            <a:custGeom>
              <a:avLst/>
              <a:gdLst/>
              <a:ahLst/>
              <a:cxnLst/>
              <a:rect l="l" t="t" r="r" b="b"/>
              <a:pathLst>
                <a:path w="3787" h="1263" extrusionOk="0">
                  <a:moveTo>
                    <a:pt x="0" y="0"/>
                  </a:moveTo>
                  <a:lnTo>
                    <a:pt x="0" y="1262"/>
                  </a:lnTo>
                  <a:lnTo>
                    <a:pt x="3453" y="1262"/>
                  </a:lnTo>
                  <a:cubicBezTo>
                    <a:pt x="3644" y="1262"/>
                    <a:pt x="3787" y="1096"/>
                    <a:pt x="3787" y="953"/>
                  </a:cubicBezTo>
                  <a:cubicBezTo>
                    <a:pt x="3787" y="429"/>
                    <a:pt x="3358" y="0"/>
                    <a:pt x="28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3" name="Google Shape;21073;p137"/>
            <p:cNvSpPr/>
            <p:nvPr/>
          </p:nvSpPr>
          <p:spPr>
            <a:xfrm>
              <a:off x="1182063" y="3722086"/>
              <a:ext cx="76001" cy="41126"/>
            </a:xfrm>
            <a:custGeom>
              <a:avLst/>
              <a:gdLst/>
              <a:ahLst/>
              <a:cxnLst/>
              <a:rect l="l" t="t" r="r" b="b"/>
              <a:pathLst>
                <a:path w="2334" h="1263" extrusionOk="0">
                  <a:moveTo>
                    <a:pt x="0" y="1"/>
                  </a:moveTo>
                  <a:lnTo>
                    <a:pt x="0" y="1263"/>
                  </a:lnTo>
                  <a:lnTo>
                    <a:pt x="977" y="1263"/>
                  </a:lnTo>
                  <a:cubicBezTo>
                    <a:pt x="1405" y="1263"/>
                    <a:pt x="1834" y="1144"/>
                    <a:pt x="2167" y="906"/>
                  </a:cubicBezTo>
                  <a:cubicBezTo>
                    <a:pt x="2263" y="834"/>
                    <a:pt x="2334" y="763"/>
                    <a:pt x="2334" y="644"/>
                  </a:cubicBezTo>
                  <a:cubicBezTo>
                    <a:pt x="2334" y="525"/>
                    <a:pt x="2263" y="429"/>
                    <a:pt x="2167" y="358"/>
                  </a:cubicBezTo>
                  <a:cubicBezTo>
                    <a:pt x="1834" y="120"/>
                    <a:pt x="1405" y="1"/>
                    <a:pt x="977"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74" name="Google Shape;21074;p137"/>
          <p:cNvGrpSpPr/>
          <p:nvPr/>
        </p:nvGrpSpPr>
        <p:grpSpPr>
          <a:xfrm>
            <a:off x="1006811" y="4002116"/>
            <a:ext cx="349754" cy="350047"/>
            <a:chOff x="1006811" y="4154516"/>
            <a:chExt cx="349754" cy="350047"/>
          </a:xfrm>
        </p:grpSpPr>
        <p:sp>
          <p:nvSpPr>
            <p:cNvPr id="21075" name="Google Shape;21075;p137"/>
            <p:cNvSpPr/>
            <p:nvPr/>
          </p:nvSpPr>
          <p:spPr>
            <a:xfrm>
              <a:off x="1048687" y="4154516"/>
              <a:ext cx="20189" cy="60371"/>
            </a:xfrm>
            <a:custGeom>
              <a:avLst/>
              <a:gdLst/>
              <a:ahLst/>
              <a:cxnLst/>
              <a:rect l="l" t="t" r="r" b="b"/>
              <a:pathLst>
                <a:path w="620" h="1854" extrusionOk="0">
                  <a:moveTo>
                    <a:pt x="328" y="1"/>
                  </a:moveTo>
                  <a:cubicBezTo>
                    <a:pt x="307" y="1"/>
                    <a:pt x="285" y="3"/>
                    <a:pt x="262" y="9"/>
                  </a:cubicBezTo>
                  <a:cubicBezTo>
                    <a:pt x="119" y="33"/>
                    <a:pt x="0" y="176"/>
                    <a:pt x="0" y="342"/>
                  </a:cubicBezTo>
                  <a:lnTo>
                    <a:pt x="0" y="1581"/>
                  </a:lnTo>
                  <a:cubicBezTo>
                    <a:pt x="0" y="1743"/>
                    <a:pt x="86" y="1853"/>
                    <a:pt x="200" y="1853"/>
                  </a:cubicBezTo>
                  <a:cubicBezTo>
                    <a:pt x="220" y="1853"/>
                    <a:pt x="241" y="1850"/>
                    <a:pt x="262" y="1843"/>
                  </a:cubicBezTo>
                  <a:cubicBezTo>
                    <a:pt x="287" y="1848"/>
                    <a:pt x="312" y="1851"/>
                    <a:pt x="335" y="1851"/>
                  </a:cubicBezTo>
                  <a:cubicBezTo>
                    <a:pt x="508" y="1851"/>
                    <a:pt x="619" y="1704"/>
                    <a:pt x="619" y="1557"/>
                  </a:cubicBezTo>
                  <a:lnTo>
                    <a:pt x="619" y="295"/>
                  </a:lnTo>
                  <a:cubicBezTo>
                    <a:pt x="619" y="148"/>
                    <a:pt x="490" y="1"/>
                    <a:pt x="32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6" name="Google Shape;21076;p137"/>
            <p:cNvSpPr/>
            <p:nvPr/>
          </p:nvSpPr>
          <p:spPr>
            <a:xfrm>
              <a:off x="1170405" y="4154809"/>
              <a:ext cx="21752" cy="62129"/>
            </a:xfrm>
            <a:custGeom>
              <a:avLst/>
              <a:gdLst/>
              <a:ahLst/>
              <a:cxnLst/>
              <a:rect l="l" t="t" r="r" b="b"/>
              <a:pathLst>
                <a:path w="668" h="1908" extrusionOk="0">
                  <a:moveTo>
                    <a:pt x="311" y="0"/>
                  </a:moveTo>
                  <a:cubicBezTo>
                    <a:pt x="120" y="24"/>
                    <a:pt x="1" y="167"/>
                    <a:pt x="1" y="333"/>
                  </a:cubicBezTo>
                  <a:lnTo>
                    <a:pt x="1" y="1572"/>
                  </a:lnTo>
                  <a:cubicBezTo>
                    <a:pt x="1" y="1771"/>
                    <a:pt x="165" y="1908"/>
                    <a:pt x="321" y="1908"/>
                  </a:cubicBezTo>
                  <a:cubicBezTo>
                    <a:pt x="334" y="1908"/>
                    <a:pt x="346" y="1907"/>
                    <a:pt x="358" y="1905"/>
                  </a:cubicBezTo>
                  <a:cubicBezTo>
                    <a:pt x="549" y="1881"/>
                    <a:pt x="668" y="1715"/>
                    <a:pt x="668" y="1572"/>
                  </a:cubicBezTo>
                  <a:lnTo>
                    <a:pt x="668" y="333"/>
                  </a:lnTo>
                  <a:cubicBezTo>
                    <a:pt x="668" y="143"/>
                    <a:pt x="525" y="0"/>
                    <a:pt x="31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7" name="Google Shape;21077;p137"/>
            <p:cNvSpPr/>
            <p:nvPr/>
          </p:nvSpPr>
          <p:spPr>
            <a:xfrm>
              <a:off x="1293720" y="4154516"/>
              <a:ext cx="20189" cy="60371"/>
            </a:xfrm>
            <a:custGeom>
              <a:avLst/>
              <a:gdLst/>
              <a:ahLst/>
              <a:cxnLst/>
              <a:rect l="l" t="t" r="r" b="b"/>
              <a:pathLst>
                <a:path w="620" h="1854" extrusionOk="0">
                  <a:moveTo>
                    <a:pt x="329" y="1"/>
                  </a:moveTo>
                  <a:cubicBezTo>
                    <a:pt x="307" y="1"/>
                    <a:pt x="285" y="3"/>
                    <a:pt x="262" y="9"/>
                  </a:cubicBezTo>
                  <a:cubicBezTo>
                    <a:pt x="119" y="33"/>
                    <a:pt x="0" y="176"/>
                    <a:pt x="0" y="342"/>
                  </a:cubicBezTo>
                  <a:lnTo>
                    <a:pt x="0" y="1581"/>
                  </a:lnTo>
                  <a:cubicBezTo>
                    <a:pt x="0" y="1743"/>
                    <a:pt x="87" y="1853"/>
                    <a:pt x="200" y="1853"/>
                  </a:cubicBezTo>
                  <a:cubicBezTo>
                    <a:pt x="220" y="1853"/>
                    <a:pt x="241" y="1850"/>
                    <a:pt x="262" y="1843"/>
                  </a:cubicBezTo>
                  <a:cubicBezTo>
                    <a:pt x="288" y="1848"/>
                    <a:pt x="312" y="1851"/>
                    <a:pt x="335" y="1851"/>
                  </a:cubicBezTo>
                  <a:cubicBezTo>
                    <a:pt x="508" y="1851"/>
                    <a:pt x="620" y="1704"/>
                    <a:pt x="620" y="1557"/>
                  </a:cubicBezTo>
                  <a:lnTo>
                    <a:pt x="620" y="295"/>
                  </a:lnTo>
                  <a:cubicBezTo>
                    <a:pt x="620" y="148"/>
                    <a:pt x="490" y="1"/>
                    <a:pt x="329"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8" name="Google Shape;21078;p137"/>
            <p:cNvSpPr/>
            <p:nvPr/>
          </p:nvSpPr>
          <p:spPr>
            <a:xfrm>
              <a:off x="1181281" y="4155558"/>
              <a:ext cx="10876" cy="61315"/>
            </a:xfrm>
            <a:custGeom>
              <a:avLst/>
              <a:gdLst/>
              <a:ahLst/>
              <a:cxnLst/>
              <a:rect l="l" t="t" r="r" b="b"/>
              <a:pathLst>
                <a:path w="334" h="1883" extrusionOk="0">
                  <a:moveTo>
                    <a:pt x="0" y="1"/>
                  </a:moveTo>
                  <a:lnTo>
                    <a:pt x="0" y="1882"/>
                  </a:lnTo>
                  <a:cubicBezTo>
                    <a:pt x="191" y="1882"/>
                    <a:pt x="334" y="1739"/>
                    <a:pt x="334" y="1573"/>
                  </a:cubicBezTo>
                  <a:lnTo>
                    <a:pt x="334" y="334"/>
                  </a:lnTo>
                  <a:cubicBezTo>
                    <a:pt x="334" y="144"/>
                    <a:pt x="191" y="1"/>
                    <a:pt x="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9" name="Google Shape;21079;p137"/>
            <p:cNvSpPr/>
            <p:nvPr/>
          </p:nvSpPr>
          <p:spPr>
            <a:xfrm>
              <a:off x="1088999" y="4423287"/>
              <a:ext cx="83783" cy="81276"/>
            </a:xfrm>
            <a:custGeom>
              <a:avLst/>
              <a:gdLst/>
              <a:ahLst/>
              <a:cxnLst/>
              <a:rect l="l" t="t" r="r" b="b"/>
              <a:pathLst>
                <a:path w="2573" h="2496" extrusionOk="0">
                  <a:moveTo>
                    <a:pt x="2227" y="1"/>
                  </a:moveTo>
                  <a:cubicBezTo>
                    <a:pt x="2144" y="1"/>
                    <a:pt x="2060" y="31"/>
                    <a:pt x="2001" y="90"/>
                  </a:cubicBezTo>
                  <a:lnTo>
                    <a:pt x="119" y="1971"/>
                  </a:lnTo>
                  <a:cubicBezTo>
                    <a:pt x="0" y="2091"/>
                    <a:pt x="0" y="2281"/>
                    <a:pt x="119" y="2400"/>
                  </a:cubicBezTo>
                  <a:cubicBezTo>
                    <a:pt x="191" y="2472"/>
                    <a:pt x="239" y="2495"/>
                    <a:pt x="334" y="2495"/>
                  </a:cubicBezTo>
                  <a:cubicBezTo>
                    <a:pt x="429" y="2495"/>
                    <a:pt x="477" y="2472"/>
                    <a:pt x="572" y="2400"/>
                  </a:cubicBezTo>
                  <a:lnTo>
                    <a:pt x="2453" y="543"/>
                  </a:lnTo>
                  <a:cubicBezTo>
                    <a:pt x="2572" y="424"/>
                    <a:pt x="2572" y="209"/>
                    <a:pt x="2453" y="90"/>
                  </a:cubicBezTo>
                  <a:cubicBezTo>
                    <a:pt x="2394" y="31"/>
                    <a:pt x="2310" y="1"/>
                    <a:pt x="222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0" name="Google Shape;21080;p137"/>
            <p:cNvSpPr/>
            <p:nvPr/>
          </p:nvSpPr>
          <p:spPr>
            <a:xfrm>
              <a:off x="1192125" y="4423287"/>
              <a:ext cx="83002" cy="81276"/>
            </a:xfrm>
            <a:custGeom>
              <a:avLst/>
              <a:gdLst/>
              <a:ahLst/>
              <a:cxnLst/>
              <a:rect l="l" t="t" r="r" b="b"/>
              <a:pathLst>
                <a:path w="2549" h="2496" extrusionOk="0">
                  <a:moveTo>
                    <a:pt x="346" y="1"/>
                  </a:moveTo>
                  <a:cubicBezTo>
                    <a:pt x="263" y="1"/>
                    <a:pt x="179" y="31"/>
                    <a:pt x="120" y="90"/>
                  </a:cubicBezTo>
                  <a:cubicBezTo>
                    <a:pt x="1" y="209"/>
                    <a:pt x="1" y="424"/>
                    <a:pt x="120" y="543"/>
                  </a:cubicBezTo>
                  <a:lnTo>
                    <a:pt x="2001" y="2400"/>
                  </a:lnTo>
                  <a:cubicBezTo>
                    <a:pt x="2049" y="2472"/>
                    <a:pt x="2120" y="2495"/>
                    <a:pt x="2192" y="2495"/>
                  </a:cubicBezTo>
                  <a:cubicBezTo>
                    <a:pt x="2263" y="2495"/>
                    <a:pt x="2358" y="2472"/>
                    <a:pt x="2430" y="2400"/>
                  </a:cubicBezTo>
                  <a:cubicBezTo>
                    <a:pt x="2549" y="2281"/>
                    <a:pt x="2549" y="2091"/>
                    <a:pt x="2430" y="1971"/>
                  </a:cubicBezTo>
                  <a:lnTo>
                    <a:pt x="572" y="90"/>
                  </a:lnTo>
                  <a:cubicBezTo>
                    <a:pt x="513" y="31"/>
                    <a:pt x="429" y="1"/>
                    <a:pt x="346"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1" name="Google Shape;21081;p137"/>
            <p:cNvSpPr/>
            <p:nvPr/>
          </p:nvSpPr>
          <p:spPr>
            <a:xfrm>
              <a:off x="1151031" y="4371936"/>
              <a:ext cx="61283" cy="123314"/>
            </a:xfrm>
            <a:custGeom>
              <a:avLst/>
              <a:gdLst/>
              <a:ahLst/>
              <a:cxnLst/>
              <a:rect l="l" t="t" r="r" b="b"/>
              <a:pathLst>
                <a:path w="1882" h="3787" extrusionOk="0">
                  <a:moveTo>
                    <a:pt x="1" y="0"/>
                  </a:moveTo>
                  <a:lnTo>
                    <a:pt x="1" y="3787"/>
                  </a:lnTo>
                  <a:lnTo>
                    <a:pt x="1882" y="3787"/>
                  </a:lnTo>
                  <a:lnTo>
                    <a:pt x="1882"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2" name="Google Shape;21082;p137"/>
            <p:cNvSpPr/>
            <p:nvPr/>
          </p:nvSpPr>
          <p:spPr>
            <a:xfrm>
              <a:off x="1181281" y="4371936"/>
              <a:ext cx="31032" cy="123314"/>
            </a:xfrm>
            <a:custGeom>
              <a:avLst/>
              <a:gdLst/>
              <a:ahLst/>
              <a:cxnLst/>
              <a:rect l="l" t="t" r="r" b="b"/>
              <a:pathLst>
                <a:path w="953" h="3787" extrusionOk="0">
                  <a:moveTo>
                    <a:pt x="0" y="0"/>
                  </a:moveTo>
                  <a:lnTo>
                    <a:pt x="0" y="3787"/>
                  </a:lnTo>
                  <a:lnTo>
                    <a:pt x="953" y="3787"/>
                  </a:lnTo>
                  <a:lnTo>
                    <a:pt x="953"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3" name="Google Shape;21083;p137"/>
            <p:cNvSpPr/>
            <p:nvPr/>
          </p:nvSpPr>
          <p:spPr>
            <a:xfrm>
              <a:off x="1006811" y="4196685"/>
              <a:ext cx="349754" cy="186127"/>
            </a:xfrm>
            <a:custGeom>
              <a:avLst/>
              <a:gdLst/>
              <a:ahLst/>
              <a:cxnLst/>
              <a:rect l="l" t="t" r="r" b="b"/>
              <a:pathLst>
                <a:path w="10741" h="5716" extrusionOk="0">
                  <a:moveTo>
                    <a:pt x="333" y="0"/>
                  </a:moveTo>
                  <a:cubicBezTo>
                    <a:pt x="143" y="0"/>
                    <a:pt x="0" y="143"/>
                    <a:pt x="0" y="310"/>
                  </a:cubicBezTo>
                  <a:lnTo>
                    <a:pt x="0" y="5382"/>
                  </a:lnTo>
                  <a:cubicBezTo>
                    <a:pt x="0" y="5549"/>
                    <a:pt x="143" y="5716"/>
                    <a:pt x="333" y="5716"/>
                  </a:cubicBezTo>
                  <a:lnTo>
                    <a:pt x="10431" y="5716"/>
                  </a:lnTo>
                  <a:cubicBezTo>
                    <a:pt x="10598" y="5716"/>
                    <a:pt x="10740" y="5549"/>
                    <a:pt x="10740" y="5382"/>
                  </a:cubicBezTo>
                  <a:lnTo>
                    <a:pt x="10740" y="310"/>
                  </a:lnTo>
                  <a:cubicBezTo>
                    <a:pt x="10717" y="143"/>
                    <a:pt x="10598" y="0"/>
                    <a:pt x="10431"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4" name="Google Shape;21084;p137"/>
            <p:cNvSpPr/>
            <p:nvPr/>
          </p:nvSpPr>
          <p:spPr>
            <a:xfrm>
              <a:off x="1180500" y="4197369"/>
              <a:ext cx="175284" cy="185443"/>
            </a:xfrm>
            <a:custGeom>
              <a:avLst/>
              <a:gdLst/>
              <a:ahLst/>
              <a:cxnLst/>
              <a:rect l="l" t="t" r="r" b="b"/>
              <a:pathLst>
                <a:path w="5383" h="5695" extrusionOk="0">
                  <a:moveTo>
                    <a:pt x="5095" y="0"/>
                  </a:moveTo>
                  <a:cubicBezTo>
                    <a:pt x="5080" y="0"/>
                    <a:pt x="5065" y="1"/>
                    <a:pt x="5049" y="3"/>
                  </a:cubicBezTo>
                  <a:lnTo>
                    <a:pt x="1" y="3"/>
                  </a:lnTo>
                  <a:lnTo>
                    <a:pt x="1" y="5695"/>
                  </a:lnTo>
                  <a:lnTo>
                    <a:pt x="5049" y="5695"/>
                  </a:lnTo>
                  <a:cubicBezTo>
                    <a:pt x="5240" y="5695"/>
                    <a:pt x="5383" y="5528"/>
                    <a:pt x="5383" y="5361"/>
                  </a:cubicBezTo>
                  <a:lnTo>
                    <a:pt x="5383" y="289"/>
                  </a:lnTo>
                  <a:cubicBezTo>
                    <a:pt x="5383" y="134"/>
                    <a:pt x="5280" y="0"/>
                    <a:pt x="5095"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5" name="Google Shape;21085;p137"/>
            <p:cNvSpPr/>
            <p:nvPr/>
          </p:nvSpPr>
          <p:spPr>
            <a:xfrm>
              <a:off x="1026968" y="4155558"/>
              <a:ext cx="63627" cy="20221"/>
            </a:xfrm>
            <a:custGeom>
              <a:avLst/>
              <a:gdLst/>
              <a:ahLst/>
              <a:cxnLst/>
              <a:rect l="l" t="t" r="r" b="b"/>
              <a:pathLst>
                <a:path w="1954" h="621" extrusionOk="0">
                  <a:moveTo>
                    <a:pt x="334" y="1"/>
                  </a:moveTo>
                  <a:cubicBezTo>
                    <a:pt x="167" y="1"/>
                    <a:pt x="0" y="191"/>
                    <a:pt x="48" y="358"/>
                  </a:cubicBezTo>
                  <a:cubicBezTo>
                    <a:pt x="72" y="501"/>
                    <a:pt x="215" y="620"/>
                    <a:pt x="357" y="620"/>
                  </a:cubicBezTo>
                  <a:lnTo>
                    <a:pt x="1620" y="620"/>
                  </a:lnTo>
                  <a:cubicBezTo>
                    <a:pt x="1786" y="620"/>
                    <a:pt x="1953" y="477"/>
                    <a:pt x="1905" y="263"/>
                  </a:cubicBezTo>
                  <a:cubicBezTo>
                    <a:pt x="1882" y="120"/>
                    <a:pt x="1739" y="1"/>
                    <a:pt x="1596" y="1"/>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6" name="Google Shape;21086;p137"/>
            <p:cNvSpPr/>
            <p:nvPr/>
          </p:nvSpPr>
          <p:spPr>
            <a:xfrm>
              <a:off x="1149468" y="4154809"/>
              <a:ext cx="62846" cy="20970"/>
            </a:xfrm>
            <a:custGeom>
              <a:avLst/>
              <a:gdLst/>
              <a:ahLst/>
              <a:cxnLst/>
              <a:rect l="l" t="t" r="r" b="b"/>
              <a:pathLst>
                <a:path w="1930" h="644" extrusionOk="0">
                  <a:moveTo>
                    <a:pt x="358" y="0"/>
                  </a:moveTo>
                  <a:cubicBezTo>
                    <a:pt x="144" y="0"/>
                    <a:pt x="1" y="167"/>
                    <a:pt x="25" y="357"/>
                  </a:cubicBezTo>
                  <a:cubicBezTo>
                    <a:pt x="49" y="524"/>
                    <a:pt x="215" y="643"/>
                    <a:pt x="358" y="643"/>
                  </a:cubicBezTo>
                  <a:lnTo>
                    <a:pt x="1596" y="643"/>
                  </a:lnTo>
                  <a:cubicBezTo>
                    <a:pt x="1787" y="643"/>
                    <a:pt x="1906" y="524"/>
                    <a:pt x="1930" y="357"/>
                  </a:cubicBezTo>
                  <a:cubicBezTo>
                    <a:pt x="1930" y="143"/>
                    <a:pt x="1787" y="0"/>
                    <a:pt x="1596" y="0"/>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7" name="Google Shape;21087;p137"/>
            <p:cNvSpPr/>
            <p:nvPr/>
          </p:nvSpPr>
          <p:spPr>
            <a:xfrm>
              <a:off x="1272782" y="4155558"/>
              <a:ext cx="62846" cy="20221"/>
            </a:xfrm>
            <a:custGeom>
              <a:avLst/>
              <a:gdLst/>
              <a:ahLst/>
              <a:cxnLst/>
              <a:rect l="l" t="t" r="r" b="b"/>
              <a:pathLst>
                <a:path w="1930" h="621" extrusionOk="0">
                  <a:moveTo>
                    <a:pt x="310" y="1"/>
                  </a:moveTo>
                  <a:cubicBezTo>
                    <a:pt x="143" y="1"/>
                    <a:pt x="0" y="191"/>
                    <a:pt x="24" y="358"/>
                  </a:cubicBezTo>
                  <a:cubicBezTo>
                    <a:pt x="48" y="501"/>
                    <a:pt x="191" y="620"/>
                    <a:pt x="358" y="620"/>
                  </a:cubicBezTo>
                  <a:lnTo>
                    <a:pt x="1596" y="620"/>
                  </a:lnTo>
                  <a:cubicBezTo>
                    <a:pt x="1763" y="620"/>
                    <a:pt x="1929" y="477"/>
                    <a:pt x="1906" y="263"/>
                  </a:cubicBezTo>
                  <a:cubicBezTo>
                    <a:pt x="1858" y="120"/>
                    <a:pt x="1715" y="1"/>
                    <a:pt x="15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8" name="Google Shape;21088;p137"/>
            <p:cNvSpPr/>
            <p:nvPr/>
          </p:nvSpPr>
          <p:spPr>
            <a:xfrm>
              <a:off x="1181281" y="4155558"/>
              <a:ext cx="31032" cy="20221"/>
            </a:xfrm>
            <a:custGeom>
              <a:avLst/>
              <a:gdLst/>
              <a:ahLst/>
              <a:cxnLst/>
              <a:rect l="l" t="t" r="r" b="b"/>
              <a:pathLst>
                <a:path w="953" h="621" extrusionOk="0">
                  <a:moveTo>
                    <a:pt x="0" y="1"/>
                  </a:moveTo>
                  <a:lnTo>
                    <a:pt x="0" y="620"/>
                  </a:lnTo>
                  <a:lnTo>
                    <a:pt x="619" y="620"/>
                  </a:lnTo>
                  <a:cubicBezTo>
                    <a:pt x="810" y="620"/>
                    <a:pt x="953" y="501"/>
                    <a:pt x="953" y="358"/>
                  </a:cubicBezTo>
                  <a:cubicBezTo>
                    <a:pt x="953" y="144"/>
                    <a:pt x="810" y="1"/>
                    <a:pt x="61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9" name="Google Shape;21089;p137"/>
            <p:cNvSpPr/>
            <p:nvPr/>
          </p:nvSpPr>
          <p:spPr>
            <a:xfrm>
              <a:off x="1026968" y="4216841"/>
              <a:ext cx="308660" cy="144252"/>
            </a:xfrm>
            <a:custGeom>
              <a:avLst/>
              <a:gdLst/>
              <a:ahLst/>
              <a:cxnLst/>
              <a:rect l="l" t="t" r="r" b="b"/>
              <a:pathLst>
                <a:path w="9479" h="4430" extrusionOk="0">
                  <a:moveTo>
                    <a:pt x="0" y="0"/>
                  </a:moveTo>
                  <a:lnTo>
                    <a:pt x="0" y="4430"/>
                  </a:lnTo>
                  <a:lnTo>
                    <a:pt x="9478" y="4430"/>
                  </a:lnTo>
                  <a:lnTo>
                    <a:pt x="9478" y="0"/>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0" name="Google Shape;21090;p137"/>
            <p:cNvSpPr/>
            <p:nvPr/>
          </p:nvSpPr>
          <p:spPr>
            <a:xfrm>
              <a:off x="1181281" y="4216841"/>
              <a:ext cx="154346" cy="144252"/>
            </a:xfrm>
            <a:custGeom>
              <a:avLst/>
              <a:gdLst/>
              <a:ahLst/>
              <a:cxnLst/>
              <a:rect l="l" t="t" r="r" b="b"/>
              <a:pathLst>
                <a:path w="4740" h="4430" extrusionOk="0">
                  <a:moveTo>
                    <a:pt x="0" y="0"/>
                  </a:moveTo>
                  <a:lnTo>
                    <a:pt x="0" y="4430"/>
                  </a:lnTo>
                  <a:lnTo>
                    <a:pt x="4739" y="4430"/>
                  </a:lnTo>
                  <a:lnTo>
                    <a:pt x="4739" y="0"/>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1" name="Google Shape;21091;p137"/>
            <p:cNvSpPr/>
            <p:nvPr/>
          </p:nvSpPr>
          <p:spPr>
            <a:xfrm>
              <a:off x="1068061" y="4483593"/>
              <a:ext cx="226472" cy="20970"/>
            </a:xfrm>
            <a:custGeom>
              <a:avLst/>
              <a:gdLst/>
              <a:ahLst/>
              <a:cxnLst/>
              <a:rect l="l" t="t" r="r" b="b"/>
              <a:pathLst>
                <a:path w="6955" h="644" extrusionOk="0">
                  <a:moveTo>
                    <a:pt x="358" y="0"/>
                  </a:moveTo>
                  <a:cubicBezTo>
                    <a:pt x="143" y="0"/>
                    <a:pt x="0" y="167"/>
                    <a:pt x="24" y="358"/>
                  </a:cubicBezTo>
                  <a:cubicBezTo>
                    <a:pt x="48" y="524"/>
                    <a:pt x="215" y="643"/>
                    <a:pt x="358" y="643"/>
                  </a:cubicBezTo>
                  <a:lnTo>
                    <a:pt x="6645" y="643"/>
                  </a:lnTo>
                  <a:cubicBezTo>
                    <a:pt x="6788" y="643"/>
                    <a:pt x="6930" y="524"/>
                    <a:pt x="6954" y="358"/>
                  </a:cubicBezTo>
                  <a:cubicBezTo>
                    <a:pt x="6954" y="143"/>
                    <a:pt x="6811" y="0"/>
                    <a:pt x="6645" y="0"/>
                  </a:cubicBezTo>
                  <a:close/>
                </a:path>
              </a:pathLst>
            </a:custGeom>
            <a:solidFill>
              <a:srgbClr val="CFD7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2" name="Google Shape;21092;p137"/>
            <p:cNvSpPr/>
            <p:nvPr/>
          </p:nvSpPr>
          <p:spPr>
            <a:xfrm>
              <a:off x="1182063" y="4484375"/>
              <a:ext cx="114001" cy="20189"/>
            </a:xfrm>
            <a:custGeom>
              <a:avLst/>
              <a:gdLst/>
              <a:ahLst/>
              <a:cxnLst/>
              <a:rect l="l" t="t" r="r" b="b"/>
              <a:pathLst>
                <a:path w="3501" h="620" extrusionOk="0">
                  <a:moveTo>
                    <a:pt x="0" y="0"/>
                  </a:moveTo>
                  <a:lnTo>
                    <a:pt x="0" y="619"/>
                  </a:lnTo>
                  <a:lnTo>
                    <a:pt x="3144" y="619"/>
                  </a:lnTo>
                  <a:cubicBezTo>
                    <a:pt x="3287" y="619"/>
                    <a:pt x="3429" y="500"/>
                    <a:pt x="3501" y="357"/>
                  </a:cubicBezTo>
                  <a:cubicBezTo>
                    <a:pt x="3501" y="143"/>
                    <a:pt x="3334" y="0"/>
                    <a:pt x="31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93" name="Google Shape;21093;p137"/>
          <p:cNvSpPr/>
          <p:nvPr/>
        </p:nvSpPr>
        <p:spPr>
          <a:xfrm>
            <a:off x="1859786" y="4003158"/>
            <a:ext cx="143503" cy="165222"/>
          </a:xfrm>
          <a:custGeom>
            <a:avLst/>
            <a:gdLst/>
            <a:ahLst/>
            <a:cxnLst/>
            <a:rect l="l" t="t" r="r" b="b"/>
            <a:pathLst>
              <a:path w="4407" h="5074" extrusionOk="0">
                <a:moveTo>
                  <a:pt x="1882" y="1"/>
                </a:moveTo>
                <a:cubicBezTo>
                  <a:pt x="930" y="144"/>
                  <a:pt x="144" y="930"/>
                  <a:pt x="25" y="1882"/>
                </a:cubicBezTo>
                <a:lnTo>
                  <a:pt x="620" y="2216"/>
                </a:lnTo>
                <a:lnTo>
                  <a:pt x="1" y="2525"/>
                </a:lnTo>
                <a:lnTo>
                  <a:pt x="1" y="3168"/>
                </a:lnTo>
                <a:lnTo>
                  <a:pt x="620" y="3478"/>
                </a:lnTo>
                <a:lnTo>
                  <a:pt x="1" y="3811"/>
                </a:lnTo>
                <a:lnTo>
                  <a:pt x="1" y="4430"/>
                </a:lnTo>
                <a:lnTo>
                  <a:pt x="620" y="5073"/>
                </a:lnTo>
                <a:lnTo>
                  <a:pt x="3645" y="5073"/>
                </a:lnTo>
                <a:lnTo>
                  <a:pt x="4407" y="4430"/>
                </a:lnTo>
                <a:lnTo>
                  <a:pt x="4407" y="3811"/>
                </a:lnTo>
                <a:lnTo>
                  <a:pt x="3788" y="3478"/>
                </a:lnTo>
                <a:lnTo>
                  <a:pt x="4407" y="3168"/>
                </a:lnTo>
                <a:lnTo>
                  <a:pt x="4407" y="2525"/>
                </a:lnTo>
                <a:lnTo>
                  <a:pt x="3788" y="2216"/>
                </a:lnTo>
                <a:lnTo>
                  <a:pt x="4383" y="1882"/>
                </a:lnTo>
                <a:cubicBezTo>
                  <a:pt x="4240" y="930"/>
                  <a:pt x="3478" y="144"/>
                  <a:pt x="2525" y="1"/>
                </a:cubicBezTo>
                <a:lnTo>
                  <a:pt x="2216" y="596"/>
                </a:lnTo>
                <a:lnTo>
                  <a:pt x="1882" y="1"/>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4" name="Google Shape;21094;p137"/>
          <p:cNvSpPr/>
          <p:nvPr/>
        </p:nvSpPr>
        <p:spPr>
          <a:xfrm>
            <a:off x="1931912" y="4002409"/>
            <a:ext cx="71377" cy="162878"/>
          </a:xfrm>
          <a:custGeom>
            <a:avLst/>
            <a:gdLst/>
            <a:ahLst/>
            <a:cxnLst/>
            <a:rect l="l" t="t" r="r" b="b"/>
            <a:pathLst>
              <a:path w="2192" h="5002" extrusionOk="0">
                <a:moveTo>
                  <a:pt x="310" y="0"/>
                </a:moveTo>
                <a:lnTo>
                  <a:pt x="1" y="595"/>
                </a:lnTo>
                <a:lnTo>
                  <a:pt x="1" y="5001"/>
                </a:lnTo>
                <a:lnTo>
                  <a:pt x="1430" y="5001"/>
                </a:lnTo>
                <a:lnTo>
                  <a:pt x="2192" y="4430"/>
                </a:lnTo>
                <a:lnTo>
                  <a:pt x="2192" y="3810"/>
                </a:lnTo>
                <a:lnTo>
                  <a:pt x="1573" y="3477"/>
                </a:lnTo>
                <a:lnTo>
                  <a:pt x="2192" y="3144"/>
                </a:lnTo>
                <a:lnTo>
                  <a:pt x="2192" y="2524"/>
                </a:lnTo>
                <a:lnTo>
                  <a:pt x="1573" y="2191"/>
                </a:lnTo>
                <a:lnTo>
                  <a:pt x="2168" y="1858"/>
                </a:lnTo>
                <a:cubicBezTo>
                  <a:pt x="2025" y="905"/>
                  <a:pt x="1263" y="143"/>
                  <a:pt x="31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5" name="Google Shape;21095;p137"/>
          <p:cNvSpPr/>
          <p:nvPr/>
        </p:nvSpPr>
        <p:spPr>
          <a:xfrm>
            <a:off x="1921069" y="4249754"/>
            <a:ext cx="20970" cy="103191"/>
          </a:xfrm>
          <a:custGeom>
            <a:avLst/>
            <a:gdLst/>
            <a:ahLst/>
            <a:cxnLst/>
            <a:rect l="l" t="t" r="r" b="b"/>
            <a:pathLst>
              <a:path w="644" h="3169" extrusionOk="0">
                <a:moveTo>
                  <a:pt x="334" y="1"/>
                </a:moveTo>
                <a:cubicBezTo>
                  <a:pt x="143" y="1"/>
                  <a:pt x="0" y="144"/>
                  <a:pt x="0" y="310"/>
                </a:cubicBezTo>
                <a:lnTo>
                  <a:pt x="0" y="2859"/>
                </a:lnTo>
                <a:cubicBezTo>
                  <a:pt x="0" y="3025"/>
                  <a:pt x="143" y="3168"/>
                  <a:pt x="334" y="3168"/>
                </a:cubicBezTo>
                <a:cubicBezTo>
                  <a:pt x="500" y="3168"/>
                  <a:pt x="643" y="3025"/>
                  <a:pt x="643" y="2859"/>
                </a:cubicBezTo>
                <a:lnTo>
                  <a:pt x="643" y="310"/>
                </a:lnTo>
                <a:cubicBezTo>
                  <a:pt x="620" y="120"/>
                  <a:pt x="500" y="1"/>
                  <a:pt x="334"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6" name="Google Shape;21096;p137"/>
          <p:cNvSpPr/>
          <p:nvPr/>
        </p:nvSpPr>
        <p:spPr>
          <a:xfrm>
            <a:off x="1930382" y="4248224"/>
            <a:ext cx="10876" cy="103939"/>
          </a:xfrm>
          <a:custGeom>
            <a:avLst/>
            <a:gdLst/>
            <a:ahLst/>
            <a:cxnLst/>
            <a:rect l="l" t="t" r="r" b="b"/>
            <a:pathLst>
              <a:path w="334" h="3192" extrusionOk="0">
                <a:moveTo>
                  <a:pt x="0" y="0"/>
                </a:moveTo>
                <a:lnTo>
                  <a:pt x="0" y="3191"/>
                </a:lnTo>
                <a:cubicBezTo>
                  <a:pt x="214" y="3191"/>
                  <a:pt x="334" y="3048"/>
                  <a:pt x="334" y="2858"/>
                </a:cubicBezTo>
                <a:lnTo>
                  <a:pt x="334" y="334"/>
                </a:lnTo>
                <a:cubicBezTo>
                  <a:pt x="334" y="143"/>
                  <a:pt x="191" y="0"/>
                  <a:pt x="0"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7" name="Google Shape;21097;p137"/>
          <p:cNvSpPr/>
          <p:nvPr/>
        </p:nvSpPr>
        <p:spPr>
          <a:xfrm>
            <a:off x="1859037" y="4064441"/>
            <a:ext cx="62064" cy="20970"/>
          </a:xfrm>
          <a:custGeom>
            <a:avLst/>
            <a:gdLst/>
            <a:ahLst/>
            <a:cxnLst/>
            <a:rect l="l" t="t" r="r" b="b"/>
            <a:pathLst>
              <a:path w="1906" h="644" extrusionOk="0">
                <a:moveTo>
                  <a:pt x="24" y="0"/>
                </a:moveTo>
                <a:cubicBezTo>
                  <a:pt x="0" y="96"/>
                  <a:pt x="0" y="191"/>
                  <a:pt x="0" y="334"/>
                </a:cubicBezTo>
                <a:lnTo>
                  <a:pt x="0" y="643"/>
                </a:lnTo>
                <a:lnTo>
                  <a:pt x="1572" y="643"/>
                </a:lnTo>
                <a:cubicBezTo>
                  <a:pt x="1786" y="643"/>
                  <a:pt x="1905" y="500"/>
                  <a:pt x="1905" y="334"/>
                </a:cubicBezTo>
                <a:cubicBezTo>
                  <a:pt x="1905" y="143"/>
                  <a:pt x="1762" y="0"/>
                  <a:pt x="157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8" name="Google Shape;21098;p137"/>
          <p:cNvSpPr/>
          <p:nvPr/>
        </p:nvSpPr>
        <p:spPr>
          <a:xfrm>
            <a:off x="1860568" y="4106316"/>
            <a:ext cx="62064" cy="20189"/>
          </a:xfrm>
          <a:custGeom>
            <a:avLst/>
            <a:gdLst/>
            <a:ahLst/>
            <a:cxnLst/>
            <a:rect l="l" t="t" r="r" b="b"/>
            <a:pathLst>
              <a:path w="1906" h="620" extrusionOk="0">
                <a:moveTo>
                  <a:pt x="1" y="0"/>
                </a:moveTo>
                <a:lnTo>
                  <a:pt x="1" y="619"/>
                </a:lnTo>
                <a:lnTo>
                  <a:pt x="1596" y="619"/>
                </a:lnTo>
                <a:cubicBezTo>
                  <a:pt x="1763" y="619"/>
                  <a:pt x="1906" y="477"/>
                  <a:pt x="1882" y="262"/>
                </a:cubicBezTo>
                <a:cubicBezTo>
                  <a:pt x="1858" y="119"/>
                  <a:pt x="1715" y="0"/>
                  <a:pt x="154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9" name="Google Shape;21099;p137"/>
          <p:cNvSpPr/>
          <p:nvPr/>
        </p:nvSpPr>
        <p:spPr>
          <a:xfrm>
            <a:off x="1940443" y="4064441"/>
            <a:ext cx="62064" cy="20970"/>
          </a:xfrm>
          <a:custGeom>
            <a:avLst/>
            <a:gdLst/>
            <a:ahLst/>
            <a:cxnLst/>
            <a:rect l="l" t="t" r="r" b="b"/>
            <a:pathLst>
              <a:path w="1906" h="644" extrusionOk="0">
                <a:moveTo>
                  <a:pt x="334" y="0"/>
                </a:moveTo>
                <a:cubicBezTo>
                  <a:pt x="144" y="0"/>
                  <a:pt x="1" y="143"/>
                  <a:pt x="25" y="357"/>
                </a:cubicBezTo>
                <a:cubicBezTo>
                  <a:pt x="48" y="524"/>
                  <a:pt x="215" y="643"/>
                  <a:pt x="358" y="643"/>
                </a:cubicBezTo>
                <a:lnTo>
                  <a:pt x="1906" y="643"/>
                </a:lnTo>
                <a:lnTo>
                  <a:pt x="1906" y="334"/>
                </a:lnTo>
                <a:cubicBezTo>
                  <a:pt x="1906" y="215"/>
                  <a:pt x="1882" y="119"/>
                  <a:pt x="188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0" name="Google Shape;21100;p137"/>
          <p:cNvSpPr/>
          <p:nvPr/>
        </p:nvSpPr>
        <p:spPr>
          <a:xfrm>
            <a:off x="1940443" y="4106316"/>
            <a:ext cx="62064" cy="20189"/>
          </a:xfrm>
          <a:custGeom>
            <a:avLst/>
            <a:gdLst/>
            <a:ahLst/>
            <a:cxnLst/>
            <a:rect l="l" t="t" r="r" b="b"/>
            <a:pathLst>
              <a:path w="1906" h="620" extrusionOk="0">
                <a:moveTo>
                  <a:pt x="334" y="0"/>
                </a:moveTo>
                <a:cubicBezTo>
                  <a:pt x="144" y="0"/>
                  <a:pt x="1" y="143"/>
                  <a:pt x="25" y="334"/>
                </a:cubicBezTo>
                <a:cubicBezTo>
                  <a:pt x="48" y="500"/>
                  <a:pt x="215" y="619"/>
                  <a:pt x="358" y="619"/>
                </a:cubicBezTo>
                <a:lnTo>
                  <a:pt x="1906" y="619"/>
                </a:lnTo>
                <a:lnTo>
                  <a:pt x="1906"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1" name="Google Shape;21101;p137"/>
          <p:cNvSpPr/>
          <p:nvPr/>
        </p:nvSpPr>
        <p:spPr>
          <a:xfrm>
            <a:off x="1817162" y="4146629"/>
            <a:ext cx="227221" cy="123347"/>
          </a:xfrm>
          <a:custGeom>
            <a:avLst/>
            <a:gdLst/>
            <a:ahLst/>
            <a:cxnLst/>
            <a:rect l="l" t="t" r="r" b="b"/>
            <a:pathLst>
              <a:path w="6978" h="3788" extrusionOk="0">
                <a:moveTo>
                  <a:pt x="334" y="1"/>
                </a:moveTo>
                <a:cubicBezTo>
                  <a:pt x="143" y="1"/>
                  <a:pt x="0" y="143"/>
                  <a:pt x="0" y="334"/>
                </a:cubicBezTo>
                <a:cubicBezTo>
                  <a:pt x="0" y="2239"/>
                  <a:pt x="1548" y="3787"/>
                  <a:pt x="3453" y="3787"/>
                </a:cubicBezTo>
                <a:cubicBezTo>
                  <a:pt x="5358" y="3787"/>
                  <a:pt x="6906" y="2239"/>
                  <a:pt x="6906" y="334"/>
                </a:cubicBezTo>
                <a:cubicBezTo>
                  <a:pt x="6978" y="143"/>
                  <a:pt x="6811" y="1"/>
                  <a:pt x="6644" y="1"/>
                </a:cubicBezTo>
                <a:cubicBezTo>
                  <a:pt x="6454" y="1"/>
                  <a:pt x="6311" y="143"/>
                  <a:pt x="6311" y="334"/>
                </a:cubicBezTo>
                <a:cubicBezTo>
                  <a:pt x="6311" y="1882"/>
                  <a:pt x="5025" y="3168"/>
                  <a:pt x="3477" y="3168"/>
                </a:cubicBezTo>
                <a:cubicBezTo>
                  <a:pt x="1929" y="3168"/>
                  <a:pt x="667" y="1882"/>
                  <a:pt x="667" y="334"/>
                </a:cubicBezTo>
                <a:cubicBezTo>
                  <a:pt x="667" y="143"/>
                  <a:pt x="500" y="1"/>
                  <a:pt x="334"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2" name="Google Shape;21102;p137"/>
          <p:cNvSpPr/>
          <p:nvPr/>
        </p:nvSpPr>
        <p:spPr>
          <a:xfrm>
            <a:off x="1879193" y="4331975"/>
            <a:ext cx="103940" cy="20189"/>
          </a:xfrm>
          <a:custGeom>
            <a:avLst/>
            <a:gdLst/>
            <a:ahLst/>
            <a:cxnLst/>
            <a:rect l="l" t="t" r="r" b="b"/>
            <a:pathLst>
              <a:path w="3192" h="620" extrusionOk="0">
                <a:moveTo>
                  <a:pt x="358" y="0"/>
                </a:moveTo>
                <a:cubicBezTo>
                  <a:pt x="215" y="0"/>
                  <a:pt x="72" y="119"/>
                  <a:pt x="24" y="262"/>
                </a:cubicBezTo>
                <a:cubicBezTo>
                  <a:pt x="0" y="453"/>
                  <a:pt x="143" y="619"/>
                  <a:pt x="334" y="619"/>
                </a:cubicBezTo>
                <a:lnTo>
                  <a:pt x="2834" y="619"/>
                </a:lnTo>
                <a:cubicBezTo>
                  <a:pt x="3049" y="619"/>
                  <a:pt x="3192" y="453"/>
                  <a:pt x="3192" y="262"/>
                </a:cubicBezTo>
                <a:cubicBezTo>
                  <a:pt x="3168" y="119"/>
                  <a:pt x="3049" y="0"/>
                  <a:pt x="2858"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3" name="Google Shape;21103;p137"/>
          <p:cNvSpPr/>
          <p:nvPr/>
        </p:nvSpPr>
        <p:spPr>
          <a:xfrm>
            <a:off x="1930382" y="4146629"/>
            <a:ext cx="114001" cy="123347"/>
          </a:xfrm>
          <a:custGeom>
            <a:avLst/>
            <a:gdLst/>
            <a:ahLst/>
            <a:cxnLst/>
            <a:rect l="l" t="t" r="r" b="b"/>
            <a:pathLst>
              <a:path w="3501" h="3788" extrusionOk="0">
                <a:moveTo>
                  <a:pt x="3167" y="1"/>
                </a:moveTo>
                <a:cubicBezTo>
                  <a:pt x="2977" y="1"/>
                  <a:pt x="2834" y="143"/>
                  <a:pt x="2834" y="334"/>
                </a:cubicBezTo>
                <a:cubicBezTo>
                  <a:pt x="2834" y="1882"/>
                  <a:pt x="1548" y="3168"/>
                  <a:pt x="0" y="3168"/>
                </a:cubicBezTo>
                <a:lnTo>
                  <a:pt x="0" y="3787"/>
                </a:lnTo>
                <a:cubicBezTo>
                  <a:pt x="1953" y="3787"/>
                  <a:pt x="3501" y="2239"/>
                  <a:pt x="3501" y="334"/>
                </a:cubicBezTo>
                <a:cubicBezTo>
                  <a:pt x="3501" y="143"/>
                  <a:pt x="3334" y="1"/>
                  <a:pt x="3167"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4" name="Google Shape;21104;p137"/>
          <p:cNvSpPr/>
          <p:nvPr/>
        </p:nvSpPr>
        <p:spPr>
          <a:xfrm>
            <a:off x="1931912" y="4331975"/>
            <a:ext cx="51221" cy="20189"/>
          </a:xfrm>
          <a:custGeom>
            <a:avLst/>
            <a:gdLst/>
            <a:ahLst/>
            <a:cxnLst/>
            <a:rect l="l" t="t" r="r" b="b"/>
            <a:pathLst>
              <a:path w="1573" h="620" extrusionOk="0">
                <a:moveTo>
                  <a:pt x="1" y="0"/>
                </a:moveTo>
                <a:lnTo>
                  <a:pt x="1" y="619"/>
                </a:lnTo>
                <a:lnTo>
                  <a:pt x="1239" y="619"/>
                </a:lnTo>
                <a:cubicBezTo>
                  <a:pt x="1430" y="619"/>
                  <a:pt x="1573" y="476"/>
                  <a:pt x="1549" y="262"/>
                </a:cubicBezTo>
                <a:cubicBezTo>
                  <a:pt x="1549" y="119"/>
                  <a:pt x="1382" y="0"/>
                  <a:pt x="123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5" name="Google Shape;21105;p137"/>
          <p:cNvSpPr/>
          <p:nvPr/>
        </p:nvSpPr>
        <p:spPr>
          <a:xfrm>
            <a:off x="1921069" y="4003158"/>
            <a:ext cx="20970" cy="41908"/>
          </a:xfrm>
          <a:custGeom>
            <a:avLst/>
            <a:gdLst/>
            <a:ahLst/>
            <a:cxnLst/>
            <a:rect l="l" t="t" r="r" b="b"/>
            <a:pathLst>
              <a:path w="644" h="1287" extrusionOk="0">
                <a:moveTo>
                  <a:pt x="334" y="1"/>
                </a:moveTo>
                <a:cubicBezTo>
                  <a:pt x="215" y="1"/>
                  <a:pt x="119" y="25"/>
                  <a:pt x="0" y="25"/>
                </a:cubicBezTo>
                <a:lnTo>
                  <a:pt x="0" y="953"/>
                </a:lnTo>
                <a:cubicBezTo>
                  <a:pt x="0" y="1144"/>
                  <a:pt x="143" y="1287"/>
                  <a:pt x="334" y="1287"/>
                </a:cubicBezTo>
                <a:cubicBezTo>
                  <a:pt x="500" y="1287"/>
                  <a:pt x="643" y="1144"/>
                  <a:pt x="643" y="953"/>
                </a:cubicBezTo>
                <a:lnTo>
                  <a:pt x="643" y="25"/>
                </a:lnTo>
                <a:cubicBezTo>
                  <a:pt x="524" y="1"/>
                  <a:pt x="453"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6" name="Google Shape;21106;p137"/>
          <p:cNvSpPr/>
          <p:nvPr/>
        </p:nvSpPr>
        <p:spPr>
          <a:xfrm>
            <a:off x="1930382" y="4002409"/>
            <a:ext cx="10876" cy="40605"/>
          </a:xfrm>
          <a:custGeom>
            <a:avLst/>
            <a:gdLst/>
            <a:ahLst/>
            <a:cxnLst/>
            <a:rect l="l" t="t" r="r" b="b"/>
            <a:pathLst>
              <a:path w="334" h="1247" extrusionOk="0">
                <a:moveTo>
                  <a:pt x="0" y="0"/>
                </a:moveTo>
                <a:lnTo>
                  <a:pt x="0" y="1238"/>
                </a:lnTo>
                <a:cubicBezTo>
                  <a:pt x="25" y="1244"/>
                  <a:pt x="49" y="1247"/>
                  <a:pt x="72" y="1247"/>
                </a:cubicBezTo>
                <a:cubicBezTo>
                  <a:pt x="241" y="1247"/>
                  <a:pt x="334" y="1100"/>
                  <a:pt x="334" y="953"/>
                </a:cubicBezTo>
                <a:lnTo>
                  <a:pt x="334" y="24"/>
                </a:lnTo>
                <a:cubicBezTo>
                  <a:pt x="238" y="0"/>
                  <a:pt x="119" y="0"/>
                  <a:pt x="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7" name="Google Shape;21107;p137"/>
          <p:cNvSpPr/>
          <p:nvPr/>
        </p:nvSpPr>
        <p:spPr>
          <a:xfrm>
            <a:off x="1859786" y="4146629"/>
            <a:ext cx="143503" cy="82285"/>
          </a:xfrm>
          <a:custGeom>
            <a:avLst/>
            <a:gdLst/>
            <a:ahLst/>
            <a:cxnLst/>
            <a:rect l="l" t="t" r="r" b="b"/>
            <a:pathLst>
              <a:path w="4407" h="2527" extrusionOk="0">
                <a:moveTo>
                  <a:pt x="1" y="1"/>
                </a:moveTo>
                <a:lnTo>
                  <a:pt x="1" y="310"/>
                </a:lnTo>
                <a:cubicBezTo>
                  <a:pt x="1" y="1501"/>
                  <a:pt x="954" y="2477"/>
                  <a:pt x="2144" y="2525"/>
                </a:cubicBezTo>
                <a:cubicBezTo>
                  <a:pt x="2173" y="2526"/>
                  <a:pt x="2201" y="2527"/>
                  <a:pt x="2229" y="2527"/>
                </a:cubicBezTo>
                <a:cubicBezTo>
                  <a:pt x="3429" y="2527"/>
                  <a:pt x="4407" y="1544"/>
                  <a:pt x="4407" y="334"/>
                </a:cubicBezTo>
                <a:lnTo>
                  <a:pt x="4407" y="1"/>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8" name="Google Shape;21108;p137"/>
          <p:cNvSpPr/>
          <p:nvPr/>
        </p:nvSpPr>
        <p:spPr>
          <a:xfrm>
            <a:off x="1931912" y="4145847"/>
            <a:ext cx="71377" cy="81471"/>
          </a:xfrm>
          <a:custGeom>
            <a:avLst/>
            <a:gdLst/>
            <a:ahLst/>
            <a:cxnLst/>
            <a:rect l="l" t="t" r="r" b="b"/>
            <a:pathLst>
              <a:path w="2192" h="2502" extrusionOk="0">
                <a:moveTo>
                  <a:pt x="1" y="1"/>
                </a:moveTo>
                <a:lnTo>
                  <a:pt x="1" y="2501"/>
                </a:lnTo>
                <a:cubicBezTo>
                  <a:pt x="15" y="2502"/>
                  <a:pt x="30" y="2502"/>
                  <a:pt x="44" y="2502"/>
                </a:cubicBezTo>
                <a:cubicBezTo>
                  <a:pt x="1238" y="2502"/>
                  <a:pt x="2192" y="1534"/>
                  <a:pt x="2192" y="334"/>
                </a:cubicBezTo>
                <a:lnTo>
                  <a:pt x="2192"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9" name="Google Shape;21109;p137"/>
          <p:cNvGrpSpPr/>
          <p:nvPr/>
        </p:nvGrpSpPr>
        <p:grpSpPr>
          <a:xfrm>
            <a:off x="2518167" y="4024617"/>
            <a:ext cx="350535" cy="306413"/>
            <a:chOff x="2518167" y="4177017"/>
            <a:chExt cx="350535" cy="306413"/>
          </a:xfrm>
        </p:grpSpPr>
        <p:sp>
          <p:nvSpPr>
            <p:cNvPr id="21110" name="Google Shape;21110;p137"/>
            <p:cNvSpPr/>
            <p:nvPr/>
          </p:nvSpPr>
          <p:spPr>
            <a:xfrm>
              <a:off x="2529792" y="4197434"/>
              <a:ext cx="216378" cy="133409"/>
            </a:xfrm>
            <a:custGeom>
              <a:avLst/>
              <a:gdLst/>
              <a:ahLst/>
              <a:cxnLst/>
              <a:rect l="l" t="t" r="r" b="b"/>
              <a:pathLst>
                <a:path w="6645" h="4097" extrusionOk="0">
                  <a:moveTo>
                    <a:pt x="6312" y="1"/>
                  </a:moveTo>
                  <a:cubicBezTo>
                    <a:pt x="6235" y="1"/>
                    <a:pt x="6161" y="33"/>
                    <a:pt x="6097" y="96"/>
                  </a:cubicBezTo>
                  <a:lnTo>
                    <a:pt x="5049" y="1120"/>
                  </a:lnTo>
                  <a:lnTo>
                    <a:pt x="4335" y="406"/>
                  </a:lnTo>
                  <a:cubicBezTo>
                    <a:pt x="4275" y="346"/>
                    <a:pt x="4192" y="316"/>
                    <a:pt x="4112" y="316"/>
                  </a:cubicBezTo>
                  <a:cubicBezTo>
                    <a:pt x="4031" y="316"/>
                    <a:pt x="3954" y="346"/>
                    <a:pt x="3906" y="406"/>
                  </a:cubicBezTo>
                  <a:lnTo>
                    <a:pt x="3478" y="834"/>
                  </a:lnTo>
                  <a:lnTo>
                    <a:pt x="2192" y="2073"/>
                  </a:lnTo>
                  <a:lnTo>
                    <a:pt x="1477" y="1358"/>
                  </a:lnTo>
                  <a:cubicBezTo>
                    <a:pt x="1418" y="1299"/>
                    <a:pt x="1340" y="1269"/>
                    <a:pt x="1263" y="1269"/>
                  </a:cubicBezTo>
                  <a:cubicBezTo>
                    <a:pt x="1185" y="1269"/>
                    <a:pt x="1108" y="1299"/>
                    <a:pt x="1049" y="1358"/>
                  </a:cubicBezTo>
                  <a:lnTo>
                    <a:pt x="1" y="2406"/>
                  </a:lnTo>
                  <a:lnTo>
                    <a:pt x="1" y="4097"/>
                  </a:lnTo>
                  <a:lnTo>
                    <a:pt x="6645" y="4097"/>
                  </a:lnTo>
                  <a:lnTo>
                    <a:pt x="6645" y="334"/>
                  </a:lnTo>
                  <a:cubicBezTo>
                    <a:pt x="6645" y="168"/>
                    <a:pt x="6550" y="49"/>
                    <a:pt x="6431" y="25"/>
                  </a:cubicBezTo>
                  <a:cubicBezTo>
                    <a:pt x="6391" y="9"/>
                    <a:pt x="6351" y="1"/>
                    <a:pt x="6312"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1" name="Google Shape;21111;p137"/>
            <p:cNvSpPr/>
            <p:nvPr/>
          </p:nvSpPr>
          <p:spPr>
            <a:xfrm>
              <a:off x="2643012" y="4196294"/>
              <a:ext cx="103158" cy="133799"/>
            </a:xfrm>
            <a:custGeom>
              <a:avLst/>
              <a:gdLst/>
              <a:ahLst/>
              <a:cxnLst/>
              <a:rect l="l" t="t" r="r" b="b"/>
              <a:pathLst>
                <a:path w="3168" h="4109" extrusionOk="0">
                  <a:moveTo>
                    <a:pt x="2830" y="1"/>
                  </a:moveTo>
                  <a:cubicBezTo>
                    <a:pt x="2754" y="1"/>
                    <a:pt x="2682" y="37"/>
                    <a:pt x="2620" y="84"/>
                  </a:cubicBezTo>
                  <a:lnTo>
                    <a:pt x="1572" y="1131"/>
                  </a:lnTo>
                  <a:lnTo>
                    <a:pt x="858" y="417"/>
                  </a:lnTo>
                  <a:cubicBezTo>
                    <a:pt x="798" y="357"/>
                    <a:pt x="715" y="328"/>
                    <a:pt x="635" y="328"/>
                  </a:cubicBezTo>
                  <a:cubicBezTo>
                    <a:pt x="554" y="328"/>
                    <a:pt x="477" y="357"/>
                    <a:pt x="429" y="417"/>
                  </a:cubicBezTo>
                  <a:lnTo>
                    <a:pt x="1" y="846"/>
                  </a:lnTo>
                  <a:lnTo>
                    <a:pt x="1" y="4108"/>
                  </a:lnTo>
                  <a:lnTo>
                    <a:pt x="3168" y="4108"/>
                  </a:lnTo>
                  <a:lnTo>
                    <a:pt x="3168" y="322"/>
                  </a:lnTo>
                  <a:cubicBezTo>
                    <a:pt x="3168" y="203"/>
                    <a:pt x="3073" y="84"/>
                    <a:pt x="2954" y="36"/>
                  </a:cubicBezTo>
                  <a:cubicBezTo>
                    <a:pt x="2912" y="11"/>
                    <a:pt x="2871" y="1"/>
                    <a:pt x="283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2" name="Google Shape;21112;p137"/>
            <p:cNvSpPr/>
            <p:nvPr/>
          </p:nvSpPr>
          <p:spPr>
            <a:xfrm>
              <a:off x="2518949" y="4177017"/>
              <a:ext cx="227221" cy="163920"/>
            </a:xfrm>
            <a:custGeom>
              <a:avLst/>
              <a:gdLst/>
              <a:ahLst/>
              <a:cxnLst/>
              <a:rect l="l" t="t" r="r" b="b"/>
              <a:pathLst>
                <a:path w="6978" h="5034" extrusionOk="0">
                  <a:moveTo>
                    <a:pt x="291" y="0"/>
                  </a:moveTo>
                  <a:cubicBezTo>
                    <a:pt x="130" y="0"/>
                    <a:pt x="0" y="147"/>
                    <a:pt x="0" y="294"/>
                  </a:cubicBezTo>
                  <a:lnTo>
                    <a:pt x="0" y="4700"/>
                  </a:lnTo>
                  <a:cubicBezTo>
                    <a:pt x="0" y="4891"/>
                    <a:pt x="143" y="5034"/>
                    <a:pt x="334" y="5034"/>
                  </a:cubicBezTo>
                  <a:lnTo>
                    <a:pt x="6645" y="5034"/>
                  </a:lnTo>
                  <a:cubicBezTo>
                    <a:pt x="6811" y="5034"/>
                    <a:pt x="6978" y="4843"/>
                    <a:pt x="6978" y="4676"/>
                  </a:cubicBezTo>
                  <a:cubicBezTo>
                    <a:pt x="6930" y="4533"/>
                    <a:pt x="6811" y="4414"/>
                    <a:pt x="6645" y="4414"/>
                  </a:cubicBezTo>
                  <a:lnTo>
                    <a:pt x="619" y="4414"/>
                  </a:lnTo>
                  <a:lnTo>
                    <a:pt x="619" y="318"/>
                  </a:lnTo>
                  <a:cubicBezTo>
                    <a:pt x="619" y="175"/>
                    <a:pt x="500" y="33"/>
                    <a:pt x="358" y="9"/>
                  </a:cubicBezTo>
                  <a:cubicBezTo>
                    <a:pt x="335" y="3"/>
                    <a:pt x="313" y="0"/>
                    <a:pt x="291"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3" name="Google Shape;21113;p137"/>
            <p:cNvSpPr/>
            <p:nvPr/>
          </p:nvSpPr>
          <p:spPr>
            <a:xfrm>
              <a:off x="2643012" y="4319185"/>
              <a:ext cx="103158" cy="20970"/>
            </a:xfrm>
            <a:custGeom>
              <a:avLst/>
              <a:gdLst/>
              <a:ahLst/>
              <a:cxnLst/>
              <a:rect l="l" t="t" r="r" b="b"/>
              <a:pathLst>
                <a:path w="3168" h="644" extrusionOk="0">
                  <a:moveTo>
                    <a:pt x="1" y="1"/>
                  </a:moveTo>
                  <a:lnTo>
                    <a:pt x="1" y="644"/>
                  </a:lnTo>
                  <a:lnTo>
                    <a:pt x="2835" y="644"/>
                  </a:lnTo>
                  <a:cubicBezTo>
                    <a:pt x="3001" y="644"/>
                    <a:pt x="3168" y="477"/>
                    <a:pt x="3120" y="287"/>
                  </a:cubicBezTo>
                  <a:cubicBezTo>
                    <a:pt x="3120" y="120"/>
                    <a:pt x="2977" y="1"/>
                    <a:pt x="283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4" name="Google Shape;21114;p137"/>
            <p:cNvSpPr/>
            <p:nvPr/>
          </p:nvSpPr>
          <p:spPr>
            <a:xfrm>
              <a:off x="2781826" y="4397693"/>
              <a:ext cx="86877" cy="85737"/>
            </a:xfrm>
            <a:custGeom>
              <a:avLst/>
              <a:gdLst/>
              <a:ahLst/>
              <a:cxnLst/>
              <a:rect l="l" t="t" r="r" b="b"/>
              <a:pathLst>
                <a:path w="2668" h="2633" extrusionOk="0">
                  <a:moveTo>
                    <a:pt x="346" y="1"/>
                  </a:moveTo>
                  <a:cubicBezTo>
                    <a:pt x="262" y="1"/>
                    <a:pt x="179" y="31"/>
                    <a:pt x="119" y="90"/>
                  </a:cubicBezTo>
                  <a:cubicBezTo>
                    <a:pt x="0" y="209"/>
                    <a:pt x="0" y="424"/>
                    <a:pt x="119" y="543"/>
                  </a:cubicBezTo>
                  <a:lnTo>
                    <a:pt x="2120" y="2543"/>
                  </a:lnTo>
                  <a:cubicBezTo>
                    <a:pt x="2168" y="2603"/>
                    <a:pt x="2245" y="2632"/>
                    <a:pt x="2325" y="2632"/>
                  </a:cubicBezTo>
                  <a:cubicBezTo>
                    <a:pt x="2406" y="2632"/>
                    <a:pt x="2489" y="2603"/>
                    <a:pt x="2549" y="2543"/>
                  </a:cubicBezTo>
                  <a:cubicBezTo>
                    <a:pt x="2668" y="2424"/>
                    <a:pt x="2668" y="2210"/>
                    <a:pt x="2549" y="2091"/>
                  </a:cubicBezTo>
                  <a:lnTo>
                    <a:pt x="572" y="90"/>
                  </a:lnTo>
                  <a:cubicBezTo>
                    <a:pt x="512" y="31"/>
                    <a:pt x="429" y="1"/>
                    <a:pt x="346" y="1"/>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5" name="Google Shape;21115;p137"/>
            <p:cNvSpPr/>
            <p:nvPr/>
          </p:nvSpPr>
          <p:spPr>
            <a:xfrm>
              <a:off x="2785701" y="4397693"/>
              <a:ext cx="83002" cy="82839"/>
            </a:xfrm>
            <a:custGeom>
              <a:avLst/>
              <a:gdLst/>
              <a:ahLst/>
              <a:cxnLst/>
              <a:rect l="l" t="t" r="r" b="b"/>
              <a:pathLst>
                <a:path w="2549" h="2544" extrusionOk="0">
                  <a:moveTo>
                    <a:pt x="227" y="1"/>
                  </a:moveTo>
                  <a:cubicBezTo>
                    <a:pt x="143" y="1"/>
                    <a:pt x="60" y="31"/>
                    <a:pt x="0" y="90"/>
                  </a:cubicBezTo>
                  <a:lnTo>
                    <a:pt x="2430" y="2543"/>
                  </a:lnTo>
                  <a:cubicBezTo>
                    <a:pt x="2549" y="2424"/>
                    <a:pt x="2549" y="2210"/>
                    <a:pt x="2430" y="2091"/>
                  </a:cubicBezTo>
                  <a:lnTo>
                    <a:pt x="453" y="90"/>
                  </a:lnTo>
                  <a:cubicBezTo>
                    <a:pt x="393" y="31"/>
                    <a:pt x="310" y="1"/>
                    <a:pt x="22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6" name="Google Shape;21116;p137"/>
            <p:cNvSpPr/>
            <p:nvPr/>
          </p:nvSpPr>
          <p:spPr>
            <a:xfrm>
              <a:off x="2643012" y="4258716"/>
              <a:ext cx="184597" cy="183815"/>
            </a:xfrm>
            <a:custGeom>
              <a:avLst/>
              <a:gdLst/>
              <a:ahLst/>
              <a:cxnLst/>
              <a:rect l="l" t="t" r="r" b="b"/>
              <a:pathLst>
                <a:path w="5669" h="5645" extrusionOk="0">
                  <a:moveTo>
                    <a:pt x="2835" y="0"/>
                  </a:moveTo>
                  <a:cubicBezTo>
                    <a:pt x="2049" y="0"/>
                    <a:pt x="1334" y="310"/>
                    <a:pt x="834" y="834"/>
                  </a:cubicBezTo>
                  <a:cubicBezTo>
                    <a:pt x="334" y="1334"/>
                    <a:pt x="1" y="2048"/>
                    <a:pt x="1" y="2810"/>
                  </a:cubicBezTo>
                  <a:cubicBezTo>
                    <a:pt x="1" y="4358"/>
                    <a:pt x="1287" y="5644"/>
                    <a:pt x="2835" y="5644"/>
                  </a:cubicBezTo>
                  <a:cubicBezTo>
                    <a:pt x="3597" y="5644"/>
                    <a:pt x="4311" y="5311"/>
                    <a:pt x="4835" y="4811"/>
                  </a:cubicBezTo>
                  <a:cubicBezTo>
                    <a:pt x="5335" y="4311"/>
                    <a:pt x="5668" y="3596"/>
                    <a:pt x="5668" y="2810"/>
                  </a:cubicBezTo>
                  <a:cubicBezTo>
                    <a:pt x="5668" y="1239"/>
                    <a:pt x="4406" y="0"/>
                    <a:pt x="2835"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7" name="Google Shape;21117;p137"/>
            <p:cNvSpPr/>
            <p:nvPr/>
          </p:nvSpPr>
          <p:spPr>
            <a:xfrm>
              <a:off x="2670169" y="4258716"/>
              <a:ext cx="157440" cy="156658"/>
            </a:xfrm>
            <a:custGeom>
              <a:avLst/>
              <a:gdLst/>
              <a:ahLst/>
              <a:cxnLst/>
              <a:rect l="l" t="t" r="r" b="b"/>
              <a:pathLst>
                <a:path w="4835" h="4811" extrusionOk="0">
                  <a:moveTo>
                    <a:pt x="2001" y="0"/>
                  </a:moveTo>
                  <a:cubicBezTo>
                    <a:pt x="1215" y="0"/>
                    <a:pt x="500" y="310"/>
                    <a:pt x="0" y="834"/>
                  </a:cubicBezTo>
                  <a:lnTo>
                    <a:pt x="4001" y="4811"/>
                  </a:lnTo>
                  <a:cubicBezTo>
                    <a:pt x="4501" y="4311"/>
                    <a:pt x="4834" y="3596"/>
                    <a:pt x="4834" y="2810"/>
                  </a:cubicBezTo>
                  <a:cubicBezTo>
                    <a:pt x="4834" y="1239"/>
                    <a:pt x="3572" y="0"/>
                    <a:pt x="200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8" name="Google Shape;21118;p137"/>
            <p:cNvSpPr/>
            <p:nvPr/>
          </p:nvSpPr>
          <p:spPr>
            <a:xfrm>
              <a:off x="2518167" y="4402154"/>
              <a:ext cx="104721" cy="20221"/>
            </a:xfrm>
            <a:custGeom>
              <a:avLst/>
              <a:gdLst/>
              <a:ahLst/>
              <a:cxnLst/>
              <a:rect l="l" t="t" r="r" b="b"/>
              <a:pathLst>
                <a:path w="3216" h="621" extrusionOk="0">
                  <a:moveTo>
                    <a:pt x="310" y="1"/>
                  </a:moveTo>
                  <a:cubicBezTo>
                    <a:pt x="143" y="1"/>
                    <a:pt x="0" y="168"/>
                    <a:pt x="24" y="358"/>
                  </a:cubicBezTo>
                  <a:cubicBezTo>
                    <a:pt x="48" y="501"/>
                    <a:pt x="191" y="620"/>
                    <a:pt x="358" y="620"/>
                  </a:cubicBezTo>
                  <a:lnTo>
                    <a:pt x="2882" y="620"/>
                  </a:lnTo>
                  <a:cubicBezTo>
                    <a:pt x="3073" y="620"/>
                    <a:pt x="3215" y="477"/>
                    <a:pt x="3168" y="263"/>
                  </a:cubicBezTo>
                  <a:cubicBezTo>
                    <a:pt x="3144" y="120"/>
                    <a:pt x="3001" y="1"/>
                    <a:pt x="2858"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9" name="Google Shape;21119;p137"/>
            <p:cNvSpPr/>
            <p:nvPr/>
          </p:nvSpPr>
          <p:spPr>
            <a:xfrm>
              <a:off x="2518167" y="4361060"/>
              <a:ext cx="63627" cy="20189"/>
            </a:xfrm>
            <a:custGeom>
              <a:avLst/>
              <a:gdLst/>
              <a:ahLst/>
              <a:cxnLst/>
              <a:rect l="l" t="t" r="r" b="b"/>
              <a:pathLst>
                <a:path w="1954" h="620" extrusionOk="0">
                  <a:moveTo>
                    <a:pt x="310" y="1"/>
                  </a:moveTo>
                  <a:cubicBezTo>
                    <a:pt x="143" y="1"/>
                    <a:pt x="0" y="191"/>
                    <a:pt x="24" y="358"/>
                  </a:cubicBezTo>
                  <a:cubicBezTo>
                    <a:pt x="48" y="501"/>
                    <a:pt x="191" y="620"/>
                    <a:pt x="358" y="620"/>
                  </a:cubicBezTo>
                  <a:lnTo>
                    <a:pt x="1644" y="620"/>
                  </a:lnTo>
                  <a:cubicBezTo>
                    <a:pt x="1810" y="620"/>
                    <a:pt x="1953" y="453"/>
                    <a:pt x="1929" y="263"/>
                  </a:cubicBezTo>
                  <a:cubicBezTo>
                    <a:pt x="1906" y="120"/>
                    <a:pt x="1739" y="1"/>
                    <a:pt x="1596"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0" name="Google Shape;21120;p137"/>
            <p:cNvSpPr/>
            <p:nvPr/>
          </p:nvSpPr>
          <p:spPr>
            <a:xfrm>
              <a:off x="2663168" y="4279654"/>
              <a:ext cx="143503" cy="143470"/>
            </a:xfrm>
            <a:custGeom>
              <a:avLst/>
              <a:gdLst/>
              <a:ahLst/>
              <a:cxnLst/>
              <a:rect l="l" t="t" r="r" b="b"/>
              <a:pathLst>
                <a:path w="4407" h="4406" extrusionOk="0">
                  <a:moveTo>
                    <a:pt x="2549" y="0"/>
                  </a:moveTo>
                  <a:lnTo>
                    <a:pt x="1096" y="1072"/>
                  </a:lnTo>
                  <a:lnTo>
                    <a:pt x="25" y="1882"/>
                  </a:lnTo>
                  <a:cubicBezTo>
                    <a:pt x="1" y="1977"/>
                    <a:pt x="1" y="2096"/>
                    <a:pt x="1" y="2215"/>
                  </a:cubicBezTo>
                  <a:cubicBezTo>
                    <a:pt x="1" y="3429"/>
                    <a:pt x="977" y="4406"/>
                    <a:pt x="2216" y="4406"/>
                  </a:cubicBezTo>
                  <a:cubicBezTo>
                    <a:pt x="2811" y="4406"/>
                    <a:pt x="3359" y="4168"/>
                    <a:pt x="3763" y="3763"/>
                  </a:cubicBezTo>
                  <a:cubicBezTo>
                    <a:pt x="4145" y="3358"/>
                    <a:pt x="4406" y="2810"/>
                    <a:pt x="4406" y="2215"/>
                  </a:cubicBezTo>
                  <a:cubicBezTo>
                    <a:pt x="4406" y="1072"/>
                    <a:pt x="3621" y="143"/>
                    <a:pt x="2549"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1" name="Google Shape;21121;p137"/>
            <p:cNvSpPr/>
            <p:nvPr/>
          </p:nvSpPr>
          <p:spPr>
            <a:xfrm>
              <a:off x="2698857" y="4279654"/>
              <a:ext cx="107814" cy="121002"/>
            </a:xfrm>
            <a:custGeom>
              <a:avLst/>
              <a:gdLst/>
              <a:ahLst/>
              <a:cxnLst/>
              <a:rect l="l" t="t" r="r" b="b"/>
              <a:pathLst>
                <a:path w="3311" h="3716" extrusionOk="0">
                  <a:moveTo>
                    <a:pt x="1453" y="0"/>
                  </a:moveTo>
                  <a:lnTo>
                    <a:pt x="0" y="1072"/>
                  </a:lnTo>
                  <a:lnTo>
                    <a:pt x="2667" y="3715"/>
                  </a:lnTo>
                  <a:cubicBezTo>
                    <a:pt x="3049" y="3334"/>
                    <a:pt x="3310" y="2763"/>
                    <a:pt x="3310" y="2167"/>
                  </a:cubicBezTo>
                  <a:cubicBezTo>
                    <a:pt x="3310" y="1072"/>
                    <a:pt x="2525" y="143"/>
                    <a:pt x="145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2" name="Google Shape;21122;p137"/>
            <p:cNvSpPr/>
            <p:nvPr/>
          </p:nvSpPr>
          <p:spPr>
            <a:xfrm>
              <a:off x="2670918" y="4279426"/>
              <a:ext cx="73722" cy="51416"/>
            </a:xfrm>
            <a:custGeom>
              <a:avLst/>
              <a:gdLst/>
              <a:ahLst/>
              <a:cxnLst/>
              <a:rect l="l" t="t" r="r" b="b"/>
              <a:pathLst>
                <a:path w="2264" h="1579" extrusionOk="0">
                  <a:moveTo>
                    <a:pt x="1902" y="1"/>
                  </a:moveTo>
                  <a:cubicBezTo>
                    <a:pt x="1333" y="1"/>
                    <a:pt x="824" y="232"/>
                    <a:pt x="430" y="626"/>
                  </a:cubicBezTo>
                  <a:cubicBezTo>
                    <a:pt x="239" y="817"/>
                    <a:pt x="120" y="1031"/>
                    <a:pt x="1" y="1269"/>
                  </a:cubicBezTo>
                  <a:lnTo>
                    <a:pt x="358" y="1579"/>
                  </a:lnTo>
                  <a:lnTo>
                    <a:pt x="2263" y="1579"/>
                  </a:lnTo>
                  <a:lnTo>
                    <a:pt x="2263" y="31"/>
                  </a:lnTo>
                  <a:cubicBezTo>
                    <a:pt x="2141" y="11"/>
                    <a:pt x="2020" y="1"/>
                    <a:pt x="1902"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3" name="Google Shape;21123;p137"/>
            <p:cNvSpPr/>
            <p:nvPr/>
          </p:nvSpPr>
          <p:spPr>
            <a:xfrm>
              <a:off x="2663168" y="4319185"/>
              <a:ext cx="81471" cy="21752"/>
            </a:xfrm>
            <a:custGeom>
              <a:avLst/>
              <a:gdLst/>
              <a:ahLst/>
              <a:cxnLst/>
              <a:rect l="l" t="t" r="r" b="b"/>
              <a:pathLst>
                <a:path w="2502" h="668" extrusionOk="0">
                  <a:moveTo>
                    <a:pt x="239" y="1"/>
                  </a:moveTo>
                  <a:cubicBezTo>
                    <a:pt x="191" y="96"/>
                    <a:pt x="168" y="215"/>
                    <a:pt x="96" y="334"/>
                  </a:cubicBezTo>
                  <a:cubicBezTo>
                    <a:pt x="72" y="429"/>
                    <a:pt x="48" y="548"/>
                    <a:pt x="1" y="668"/>
                  </a:cubicBezTo>
                  <a:lnTo>
                    <a:pt x="2192" y="668"/>
                  </a:lnTo>
                  <a:cubicBezTo>
                    <a:pt x="2358" y="668"/>
                    <a:pt x="2501" y="525"/>
                    <a:pt x="2478" y="310"/>
                  </a:cubicBezTo>
                  <a:cubicBezTo>
                    <a:pt x="2501" y="120"/>
                    <a:pt x="2358" y="1"/>
                    <a:pt x="221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24" name="Google Shape;21124;p137"/>
          <p:cNvGrpSpPr/>
          <p:nvPr/>
        </p:nvGrpSpPr>
        <p:grpSpPr>
          <a:xfrm>
            <a:off x="3254861" y="4002409"/>
            <a:ext cx="350535" cy="350210"/>
            <a:chOff x="3254861" y="4154809"/>
            <a:chExt cx="350535" cy="350210"/>
          </a:xfrm>
        </p:grpSpPr>
        <p:sp>
          <p:nvSpPr>
            <p:cNvPr id="21125" name="Google Shape;21125;p137"/>
            <p:cNvSpPr/>
            <p:nvPr/>
          </p:nvSpPr>
          <p:spPr>
            <a:xfrm>
              <a:off x="3378924" y="4380468"/>
              <a:ext cx="104721" cy="124552"/>
            </a:xfrm>
            <a:custGeom>
              <a:avLst/>
              <a:gdLst/>
              <a:ahLst/>
              <a:cxnLst/>
              <a:rect l="l" t="t" r="r" b="b"/>
              <a:pathLst>
                <a:path w="3216" h="3825" extrusionOk="0">
                  <a:moveTo>
                    <a:pt x="1596" y="0"/>
                  </a:moveTo>
                  <a:cubicBezTo>
                    <a:pt x="1429" y="0"/>
                    <a:pt x="1263" y="143"/>
                    <a:pt x="1263" y="333"/>
                  </a:cubicBezTo>
                  <a:lnTo>
                    <a:pt x="1263" y="2691"/>
                  </a:lnTo>
                  <a:lnTo>
                    <a:pt x="191" y="3215"/>
                  </a:lnTo>
                  <a:cubicBezTo>
                    <a:pt x="48" y="3310"/>
                    <a:pt x="1" y="3477"/>
                    <a:pt x="48" y="3644"/>
                  </a:cubicBezTo>
                  <a:cubicBezTo>
                    <a:pt x="120" y="3751"/>
                    <a:pt x="231" y="3804"/>
                    <a:pt x="353" y="3804"/>
                  </a:cubicBezTo>
                  <a:cubicBezTo>
                    <a:pt x="394" y="3804"/>
                    <a:pt x="435" y="3798"/>
                    <a:pt x="477" y="3787"/>
                  </a:cubicBezTo>
                  <a:lnTo>
                    <a:pt x="1572" y="3215"/>
                  </a:lnTo>
                  <a:lnTo>
                    <a:pt x="2668" y="3787"/>
                  </a:lnTo>
                  <a:cubicBezTo>
                    <a:pt x="2708" y="3813"/>
                    <a:pt x="2753" y="3825"/>
                    <a:pt x="2800" y="3825"/>
                  </a:cubicBezTo>
                  <a:cubicBezTo>
                    <a:pt x="2919" y="3825"/>
                    <a:pt x="3045" y="3747"/>
                    <a:pt x="3096" y="3644"/>
                  </a:cubicBezTo>
                  <a:cubicBezTo>
                    <a:pt x="3216" y="3477"/>
                    <a:pt x="3144" y="3286"/>
                    <a:pt x="3001" y="3215"/>
                  </a:cubicBezTo>
                  <a:lnTo>
                    <a:pt x="1930" y="2691"/>
                  </a:lnTo>
                  <a:lnTo>
                    <a:pt x="1930" y="333"/>
                  </a:lnTo>
                  <a:cubicBezTo>
                    <a:pt x="1930" y="143"/>
                    <a:pt x="1787" y="0"/>
                    <a:pt x="1596"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6" name="Google Shape;21126;p137"/>
            <p:cNvSpPr/>
            <p:nvPr/>
          </p:nvSpPr>
          <p:spPr>
            <a:xfrm>
              <a:off x="3430113" y="4380468"/>
              <a:ext cx="53533" cy="123900"/>
            </a:xfrm>
            <a:custGeom>
              <a:avLst/>
              <a:gdLst/>
              <a:ahLst/>
              <a:cxnLst/>
              <a:rect l="l" t="t" r="r" b="b"/>
              <a:pathLst>
                <a:path w="1644" h="3805" extrusionOk="0">
                  <a:moveTo>
                    <a:pt x="0" y="0"/>
                  </a:moveTo>
                  <a:lnTo>
                    <a:pt x="0" y="3215"/>
                  </a:lnTo>
                  <a:lnTo>
                    <a:pt x="1096" y="3787"/>
                  </a:lnTo>
                  <a:cubicBezTo>
                    <a:pt x="1143" y="3798"/>
                    <a:pt x="1193" y="3804"/>
                    <a:pt x="1240" y="3804"/>
                  </a:cubicBezTo>
                  <a:cubicBezTo>
                    <a:pt x="1383" y="3804"/>
                    <a:pt x="1513" y="3751"/>
                    <a:pt x="1548" y="3644"/>
                  </a:cubicBezTo>
                  <a:cubicBezTo>
                    <a:pt x="1644" y="3477"/>
                    <a:pt x="1548" y="3286"/>
                    <a:pt x="1405" y="3215"/>
                  </a:cubicBezTo>
                  <a:lnTo>
                    <a:pt x="334" y="2691"/>
                  </a:lnTo>
                  <a:lnTo>
                    <a:pt x="334" y="333"/>
                  </a:lnTo>
                  <a:cubicBezTo>
                    <a:pt x="334" y="143"/>
                    <a:pt x="191"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7" name="Google Shape;21127;p137"/>
            <p:cNvSpPr/>
            <p:nvPr/>
          </p:nvSpPr>
          <p:spPr>
            <a:xfrm>
              <a:off x="3254861" y="4174966"/>
              <a:ext cx="350535" cy="227221"/>
            </a:xfrm>
            <a:custGeom>
              <a:avLst/>
              <a:gdLst/>
              <a:ahLst/>
              <a:cxnLst/>
              <a:rect l="l" t="t" r="r" b="b"/>
              <a:pathLst>
                <a:path w="10765" h="6978" extrusionOk="0">
                  <a:moveTo>
                    <a:pt x="310" y="0"/>
                  </a:moveTo>
                  <a:cubicBezTo>
                    <a:pt x="143" y="0"/>
                    <a:pt x="0" y="143"/>
                    <a:pt x="0" y="334"/>
                  </a:cubicBezTo>
                  <a:lnTo>
                    <a:pt x="0" y="6644"/>
                  </a:lnTo>
                  <a:cubicBezTo>
                    <a:pt x="0" y="6811"/>
                    <a:pt x="143" y="6978"/>
                    <a:pt x="310" y="6978"/>
                  </a:cubicBezTo>
                  <a:lnTo>
                    <a:pt x="10431" y="6978"/>
                  </a:lnTo>
                  <a:cubicBezTo>
                    <a:pt x="10622" y="6978"/>
                    <a:pt x="10764" y="6811"/>
                    <a:pt x="10764" y="6644"/>
                  </a:cubicBezTo>
                  <a:lnTo>
                    <a:pt x="10764" y="334"/>
                  </a:lnTo>
                  <a:cubicBezTo>
                    <a:pt x="10764" y="143"/>
                    <a:pt x="10622" y="0"/>
                    <a:pt x="10431"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8" name="Google Shape;21128;p137"/>
            <p:cNvSpPr/>
            <p:nvPr/>
          </p:nvSpPr>
          <p:spPr>
            <a:xfrm>
              <a:off x="3430113" y="4174966"/>
              <a:ext cx="175284" cy="225951"/>
            </a:xfrm>
            <a:custGeom>
              <a:avLst/>
              <a:gdLst/>
              <a:ahLst/>
              <a:cxnLst/>
              <a:rect l="l" t="t" r="r" b="b"/>
              <a:pathLst>
                <a:path w="5383" h="6939" extrusionOk="0">
                  <a:moveTo>
                    <a:pt x="0" y="0"/>
                  </a:moveTo>
                  <a:lnTo>
                    <a:pt x="0" y="6930"/>
                  </a:lnTo>
                  <a:lnTo>
                    <a:pt x="5049" y="6930"/>
                  </a:lnTo>
                  <a:cubicBezTo>
                    <a:pt x="5071" y="6936"/>
                    <a:pt x="5093" y="6939"/>
                    <a:pt x="5114" y="6939"/>
                  </a:cubicBezTo>
                  <a:cubicBezTo>
                    <a:pt x="5271" y="6939"/>
                    <a:pt x="5382" y="6791"/>
                    <a:pt x="5382" y="6644"/>
                  </a:cubicBezTo>
                  <a:lnTo>
                    <a:pt x="5382" y="334"/>
                  </a:lnTo>
                  <a:cubicBezTo>
                    <a:pt x="5382" y="143"/>
                    <a:pt x="5240" y="0"/>
                    <a:pt x="504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9" name="Google Shape;21129;p137"/>
            <p:cNvSpPr/>
            <p:nvPr/>
          </p:nvSpPr>
          <p:spPr>
            <a:xfrm>
              <a:off x="3328518" y="4237974"/>
              <a:ext cx="214847" cy="113806"/>
            </a:xfrm>
            <a:custGeom>
              <a:avLst/>
              <a:gdLst/>
              <a:ahLst/>
              <a:cxnLst/>
              <a:rect l="l" t="t" r="r" b="b"/>
              <a:pathLst>
                <a:path w="6598" h="3495" extrusionOk="0">
                  <a:moveTo>
                    <a:pt x="6267" y="0"/>
                  </a:moveTo>
                  <a:cubicBezTo>
                    <a:pt x="6197" y="0"/>
                    <a:pt x="6131" y="32"/>
                    <a:pt x="6073" y="89"/>
                  </a:cubicBezTo>
                  <a:lnTo>
                    <a:pt x="5025" y="1137"/>
                  </a:lnTo>
                  <a:lnTo>
                    <a:pt x="4311" y="423"/>
                  </a:lnTo>
                  <a:cubicBezTo>
                    <a:pt x="4252" y="363"/>
                    <a:pt x="4168" y="334"/>
                    <a:pt x="4085" y="334"/>
                  </a:cubicBezTo>
                  <a:cubicBezTo>
                    <a:pt x="4001" y="334"/>
                    <a:pt x="3918" y="363"/>
                    <a:pt x="3859" y="423"/>
                  </a:cubicBezTo>
                  <a:lnTo>
                    <a:pt x="3144" y="1137"/>
                  </a:lnTo>
                  <a:lnTo>
                    <a:pt x="2192" y="2090"/>
                  </a:lnTo>
                  <a:lnTo>
                    <a:pt x="1477" y="1375"/>
                  </a:lnTo>
                  <a:cubicBezTo>
                    <a:pt x="1418" y="1316"/>
                    <a:pt x="1340" y="1286"/>
                    <a:pt x="1263" y="1286"/>
                  </a:cubicBezTo>
                  <a:cubicBezTo>
                    <a:pt x="1185" y="1286"/>
                    <a:pt x="1108" y="1316"/>
                    <a:pt x="1048" y="1375"/>
                  </a:cubicBezTo>
                  <a:lnTo>
                    <a:pt x="1" y="2423"/>
                  </a:lnTo>
                  <a:lnTo>
                    <a:pt x="1" y="3495"/>
                  </a:lnTo>
                  <a:lnTo>
                    <a:pt x="6597" y="3495"/>
                  </a:lnTo>
                  <a:lnTo>
                    <a:pt x="6597" y="328"/>
                  </a:lnTo>
                  <a:cubicBezTo>
                    <a:pt x="6597" y="185"/>
                    <a:pt x="6526" y="66"/>
                    <a:pt x="6407" y="42"/>
                  </a:cubicBezTo>
                  <a:cubicBezTo>
                    <a:pt x="6360" y="14"/>
                    <a:pt x="6313" y="0"/>
                    <a:pt x="6267"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0" name="Google Shape;21130;p137"/>
            <p:cNvSpPr/>
            <p:nvPr/>
          </p:nvSpPr>
          <p:spPr>
            <a:xfrm>
              <a:off x="3430894" y="4237974"/>
              <a:ext cx="112471" cy="112275"/>
            </a:xfrm>
            <a:custGeom>
              <a:avLst/>
              <a:gdLst/>
              <a:ahLst/>
              <a:cxnLst/>
              <a:rect l="l" t="t" r="r" b="b"/>
              <a:pathLst>
                <a:path w="3454" h="3448" extrusionOk="0">
                  <a:moveTo>
                    <a:pt x="3123" y="0"/>
                  </a:moveTo>
                  <a:cubicBezTo>
                    <a:pt x="3053" y="0"/>
                    <a:pt x="2987" y="32"/>
                    <a:pt x="2929" y="89"/>
                  </a:cubicBezTo>
                  <a:lnTo>
                    <a:pt x="1881" y="1137"/>
                  </a:lnTo>
                  <a:lnTo>
                    <a:pt x="1167" y="423"/>
                  </a:lnTo>
                  <a:cubicBezTo>
                    <a:pt x="1108" y="363"/>
                    <a:pt x="1024" y="334"/>
                    <a:pt x="941" y="334"/>
                  </a:cubicBezTo>
                  <a:cubicBezTo>
                    <a:pt x="857" y="334"/>
                    <a:pt x="774" y="363"/>
                    <a:pt x="715" y="423"/>
                  </a:cubicBezTo>
                  <a:lnTo>
                    <a:pt x="0" y="1137"/>
                  </a:lnTo>
                  <a:lnTo>
                    <a:pt x="0" y="3447"/>
                  </a:lnTo>
                  <a:lnTo>
                    <a:pt x="3453" y="3447"/>
                  </a:lnTo>
                  <a:lnTo>
                    <a:pt x="3453" y="328"/>
                  </a:lnTo>
                  <a:cubicBezTo>
                    <a:pt x="3453" y="209"/>
                    <a:pt x="3382" y="89"/>
                    <a:pt x="3263" y="42"/>
                  </a:cubicBezTo>
                  <a:cubicBezTo>
                    <a:pt x="3216" y="14"/>
                    <a:pt x="3169" y="0"/>
                    <a:pt x="3123"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1" name="Google Shape;21131;p137"/>
            <p:cNvSpPr/>
            <p:nvPr/>
          </p:nvSpPr>
          <p:spPr>
            <a:xfrm>
              <a:off x="3378924" y="4154809"/>
              <a:ext cx="102409" cy="41908"/>
            </a:xfrm>
            <a:custGeom>
              <a:avLst/>
              <a:gdLst/>
              <a:ahLst/>
              <a:cxnLst/>
              <a:rect l="l" t="t" r="r" b="b"/>
              <a:pathLst>
                <a:path w="3145" h="1287" extrusionOk="0">
                  <a:moveTo>
                    <a:pt x="334" y="0"/>
                  </a:moveTo>
                  <a:cubicBezTo>
                    <a:pt x="143" y="0"/>
                    <a:pt x="1" y="143"/>
                    <a:pt x="1" y="333"/>
                  </a:cubicBezTo>
                  <a:lnTo>
                    <a:pt x="1" y="953"/>
                  </a:lnTo>
                  <a:cubicBezTo>
                    <a:pt x="1" y="1119"/>
                    <a:pt x="143" y="1286"/>
                    <a:pt x="334" y="1286"/>
                  </a:cubicBezTo>
                  <a:lnTo>
                    <a:pt x="2834" y="1286"/>
                  </a:lnTo>
                  <a:cubicBezTo>
                    <a:pt x="3001" y="1286"/>
                    <a:pt x="3144" y="1119"/>
                    <a:pt x="3144" y="953"/>
                  </a:cubicBezTo>
                  <a:lnTo>
                    <a:pt x="3144" y="333"/>
                  </a:lnTo>
                  <a:cubicBezTo>
                    <a:pt x="3144" y="143"/>
                    <a:pt x="3001" y="0"/>
                    <a:pt x="2834"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2" name="Google Shape;21132;p137"/>
            <p:cNvSpPr/>
            <p:nvPr/>
          </p:nvSpPr>
          <p:spPr>
            <a:xfrm>
              <a:off x="3430113" y="4154809"/>
              <a:ext cx="51221" cy="40605"/>
            </a:xfrm>
            <a:custGeom>
              <a:avLst/>
              <a:gdLst/>
              <a:ahLst/>
              <a:cxnLst/>
              <a:rect l="l" t="t" r="r" b="b"/>
              <a:pathLst>
                <a:path w="1573" h="1247" extrusionOk="0">
                  <a:moveTo>
                    <a:pt x="0" y="0"/>
                  </a:moveTo>
                  <a:lnTo>
                    <a:pt x="0" y="1238"/>
                  </a:lnTo>
                  <a:lnTo>
                    <a:pt x="1262" y="1238"/>
                  </a:lnTo>
                  <a:cubicBezTo>
                    <a:pt x="1285" y="1244"/>
                    <a:pt x="1306" y="1247"/>
                    <a:pt x="1327" y="1247"/>
                  </a:cubicBezTo>
                  <a:cubicBezTo>
                    <a:pt x="1479" y="1247"/>
                    <a:pt x="1572" y="1100"/>
                    <a:pt x="1572" y="953"/>
                  </a:cubicBezTo>
                  <a:lnTo>
                    <a:pt x="1572" y="333"/>
                  </a:lnTo>
                  <a:cubicBezTo>
                    <a:pt x="1572" y="143"/>
                    <a:pt x="1429" y="0"/>
                    <a:pt x="126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3" name="Google Shape;21133;p137"/>
            <p:cNvSpPr/>
            <p:nvPr/>
          </p:nvSpPr>
          <p:spPr>
            <a:xfrm>
              <a:off x="3318456" y="4217525"/>
              <a:ext cx="224909" cy="143568"/>
            </a:xfrm>
            <a:custGeom>
              <a:avLst/>
              <a:gdLst/>
              <a:ahLst/>
              <a:cxnLst/>
              <a:rect l="l" t="t" r="r" b="b"/>
              <a:pathLst>
                <a:path w="6907" h="4409" extrusionOk="0">
                  <a:moveTo>
                    <a:pt x="320" y="0"/>
                  </a:moveTo>
                  <a:cubicBezTo>
                    <a:pt x="164" y="0"/>
                    <a:pt x="0" y="136"/>
                    <a:pt x="0" y="313"/>
                  </a:cubicBezTo>
                  <a:lnTo>
                    <a:pt x="0" y="4075"/>
                  </a:lnTo>
                  <a:cubicBezTo>
                    <a:pt x="0" y="4266"/>
                    <a:pt x="167" y="4409"/>
                    <a:pt x="333" y="4409"/>
                  </a:cubicBezTo>
                  <a:lnTo>
                    <a:pt x="6644" y="4409"/>
                  </a:lnTo>
                  <a:cubicBezTo>
                    <a:pt x="6763" y="4409"/>
                    <a:pt x="6906" y="4242"/>
                    <a:pt x="6906" y="4051"/>
                  </a:cubicBezTo>
                  <a:cubicBezTo>
                    <a:pt x="6882" y="3909"/>
                    <a:pt x="6763" y="3790"/>
                    <a:pt x="6597" y="3790"/>
                  </a:cubicBezTo>
                  <a:lnTo>
                    <a:pt x="643" y="3790"/>
                  </a:lnTo>
                  <a:lnTo>
                    <a:pt x="643" y="336"/>
                  </a:lnTo>
                  <a:cubicBezTo>
                    <a:pt x="643" y="194"/>
                    <a:pt x="524" y="27"/>
                    <a:pt x="357" y="3"/>
                  </a:cubicBezTo>
                  <a:cubicBezTo>
                    <a:pt x="345" y="1"/>
                    <a:pt x="333" y="0"/>
                    <a:pt x="320"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4" name="Google Shape;21134;p137"/>
            <p:cNvSpPr/>
            <p:nvPr/>
          </p:nvSpPr>
          <p:spPr>
            <a:xfrm>
              <a:off x="3430894" y="4340123"/>
              <a:ext cx="114001" cy="20189"/>
            </a:xfrm>
            <a:custGeom>
              <a:avLst/>
              <a:gdLst/>
              <a:ahLst/>
              <a:cxnLst/>
              <a:rect l="l" t="t" r="r" b="b"/>
              <a:pathLst>
                <a:path w="3501" h="620" extrusionOk="0">
                  <a:moveTo>
                    <a:pt x="0" y="1"/>
                  </a:moveTo>
                  <a:lnTo>
                    <a:pt x="0" y="620"/>
                  </a:lnTo>
                  <a:lnTo>
                    <a:pt x="3167" y="620"/>
                  </a:lnTo>
                  <a:cubicBezTo>
                    <a:pt x="3334" y="620"/>
                    <a:pt x="3501" y="477"/>
                    <a:pt x="3453" y="263"/>
                  </a:cubicBezTo>
                  <a:cubicBezTo>
                    <a:pt x="3429" y="120"/>
                    <a:pt x="3287" y="1"/>
                    <a:pt x="314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35" name="Google Shape;21135;p137"/>
          <p:cNvGrpSpPr/>
          <p:nvPr/>
        </p:nvGrpSpPr>
        <p:grpSpPr>
          <a:xfrm>
            <a:off x="4058243" y="4002409"/>
            <a:ext cx="267566" cy="350535"/>
            <a:chOff x="4058243" y="4154809"/>
            <a:chExt cx="267566" cy="350535"/>
          </a:xfrm>
        </p:grpSpPr>
        <p:sp>
          <p:nvSpPr>
            <p:cNvPr id="21136" name="Google Shape;21136;p137"/>
            <p:cNvSpPr/>
            <p:nvPr/>
          </p:nvSpPr>
          <p:spPr>
            <a:xfrm>
              <a:off x="4058243" y="4155558"/>
              <a:ext cx="267566" cy="349786"/>
            </a:xfrm>
            <a:custGeom>
              <a:avLst/>
              <a:gdLst/>
              <a:ahLst/>
              <a:cxnLst/>
              <a:rect l="l" t="t" r="r" b="b"/>
              <a:pathLst>
                <a:path w="8217" h="10742" extrusionOk="0">
                  <a:moveTo>
                    <a:pt x="333" y="1"/>
                  </a:moveTo>
                  <a:cubicBezTo>
                    <a:pt x="143" y="1"/>
                    <a:pt x="0" y="144"/>
                    <a:pt x="0" y="334"/>
                  </a:cubicBezTo>
                  <a:lnTo>
                    <a:pt x="0" y="7598"/>
                  </a:lnTo>
                  <a:lnTo>
                    <a:pt x="3167" y="10741"/>
                  </a:lnTo>
                  <a:lnTo>
                    <a:pt x="7883" y="10741"/>
                  </a:lnTo>
                  <a:cubicBezTo>
                    <a:pt x="8073" y="10741"/>
                    <a:pt x="8216" y="10598"/>
                    <a:pt x="8216" y="10432"/>
                  </a:cubicBezTo>
                  <a:lnTo>
                    <a:pt x="8216" y="310"/>
                  </a:lnTo>
                  <a:cubicBezTo>
                    <a:pt x="8216" y="120"/>
                    <a:pt x="8073" y="1"/>
                    <a:pt x="7883"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7" name="Google Shape;21137;p137"/>
            <p:cNvSpPr/>
            <p:nvPr/>
          </p:nvSpPr>
          <p:spPr>
            <a:xfrm>
              <a:off x="4192368" y="4154809"/>
              <a:ext cx="133441" cy="349070"/>
            </a:xfrm>
            <a:custGeom>
              <a:avLst/>
              <a:gdLst/>
              <a:ahLst/>
              <a:cxnLst/>
              <a:rect l="l" t="t" r="r" b="b"/>
              <a:pathLst>
                <a:path w="4098" h="10720" extrusionOk="0">
                  <a:moveTo>
                    <a:pt x="1" y="0"/>
                  </a:moveTo>
                  <a:lnTo>
                    <a:pt x="1" y="10717"/>
                  </a:lnTo>
                  <a:lnTo>
                    <a:pt x="3764" y="10717"/>
                  </a:lnTo>
                  <a:cubicBezTo>
                    <a:pt x="3778" y="10718"/>
                    <a:pt x="3791" y="10719"/>
                    <a:pt x="3805" y="10719"/>
                  </a:cubicBezTo>
                  <a:cubicBezTo>
                    <a:pt x="3974" y="10719"/>
                    <a:pt x="4097" y="10584"/>
                    <a:pt x="4097" y="10407"/>
                  </a:cubicBezTo>
                  <a:lnTo>
                    <a:pt x="4097" y="333"/>
                  </a:lnTo>
                  <a:cubicBezTo>
                    <a:pt x="4097" y="143"/>
                    <a:pt x="3954" y="0"/>
                    <a:pt x="376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8" name="Google Shape;21138;p137"/>
            <p:cNvSpPr/>
            <p:nvPr/>
          </p:nvSpPr>
          <p:spPr>
            <a:xfrm>
              <a:off x="4099337" y="4217036"/>
              <a:ext cx="63627" cy="61673"/>
            </a:xfrm>
            <a:custGeom>
              <a:avLst/>
              <a:gdLst/>
              <a:ahLst/>
              <a:cxnLst/>
              <a:rect l="l" t="t" r="r" b="b"/>
              <a:pathLst>
                <a:path w="1954" h="1894" extrusionOk="0">
                  <a:moveTo>
                    <a:pt x="334" y="0"/>
                  </a:moveTo>
                  <a:cubicBezTo>
                    <a:pt x="256" y="0"/>
                    <a:pt x="179" y="30"/>
                    <a:pt x="119" y="90"/>
                  </a:cubicBezTo>
                  <a:cubicBezTo>
                    <a:pt x="0" y="209"/>
                    <a:pt x="0" y="399"/>
                    <a:pt x="119" y="518"/>
                  </a:cubicBezTo>
                  <a:lnTo>
                    <a:pt x="524" y="947"/>
                  </a:lnTo>
                  <a:lnTo>
                    <a:pt x="119" y="1352"/>
                  </a:lnTo>
                  <a:cubicBezTo>
                    <a:pt x="0" y="1471"/>
                    <a:pt x="0" y="1685"/>
                    <a:pt x="119" y="1804"/>
                  </a:cubicBezTo>
                  <a:cubicBezTo>
                    <a:pt x="179" y="1864"/>
                    <a:pt x="256" y="1893"/>
                    <a:pt x="334" y="1893"/>
                  </a:cubicBezTo>
                  <a:cubicBezTo>
                    <a:pt x="411" y="1893"/>
                    <a:pt x="488" y="1864"/>
                    <a:pt x="548" y="1804"/>
                  </a:cubicBezTo>
                  <a:lnTo>
                    <a:pt x="977" y="1399"/>
                  </a:lnTo>
                  <a:lnTo>
                    <a:pt x="1381" y="1804"/>
                  </a:lnTo>
                  <a:cubicBezTo>
                    <a:pt x="1441" y="1864"/>
                    <a:pt x="1524" y="1893"/>
                    <a:pt x="1608" y="1893"/>
                  </a:cubicBezTo>
                  <a:cubicBezTo>
                    <a:pt x="1691" y="1893"/>
                    <a:pt x="1774" y="1864"/>
                    <a:pt x="1834" y="1804"/>
                  </a:cubicBezTo>
                  <a:cubicBezTo>
                    <a:pt x="1953" y="1685"/>
                    <a:pt x="1953" y="1471"/>
                    <a:pt x="1834" y="1352"/>
                  </a:cubicBezTo>
                  <a:lnTo>
                    <a:pt x="1429" y="947"/>
                  </a:lnTo>
                  <a:lnTo>
                    <a:pt x="1834" y="518"/>
                  </a:lnTo>
                  <a:cubicBezTo>
                    <a:pt x="1953" y="399"/>
                    <a:pt x="1953" y="209"/>
                    <a:pt x="1834" y="90"/>
                  </a:cubicBezTo>
                  <a:cubicBezTo>
                    <a:pt x="1774" y="30"/>
                    <a:pt x="1691" y="0"/>
                    <a:pt x="1608" y="0"/>
                  </a:cubicBezTo>
                  <a:cubicBezTo>
                    <a:pt x="1524" y="0"/>
                    <a:pt x="1441" y="30"/>
                    <a:pt x="1381" y="90"/>
                  </a:cubicBezTo>
                  <a:lnTo>
                    <a:pt x="977" y="494"/>
                  </a:lnTo>
                  <a:lnTo>
                    <a:pt x="548" y="90"/>
                  </a:lnTo>
                  <a:cubicBezTo>
                    <a:pt x="488" y="30"/>
                    <a:pt x="411"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9" name="Google Shape;21139;p137"/>
            <p:cNvSpPr/>
            <p:nvPr/>
          </p:nvSpPr>
          <p:spPr>
            <a:xfrm>
              <a:off x="4100119" y="4320162"/>
              <a:ext cx="84532" cy="61087"/>
            </a:xfrm>
            <a:custGeom>
              <a:avLst/>
              <a:gdLst/>
              <a:ahLst/>
              <a:cxnLst/>
              <a:rect l="l" t="t" r="r" b="b"/>
              <a:pathLst>
                <a:path w="2596" h="1876" extrusionOk="0">
                  <a:moveTo>
                    <a:pt x="2251" y="1"/>
                  </a:moveTo>
                  <a:cubicBezTo>
                    <a:pt x="2167" y="1"/>
                    <a:pt x="2084" y="30"/>
                    <a:pt x="2024" y="90"/>
                  </a:cubicBezTo>
                  <a:lnTo>
                    <a:pt x="976" y="1138"/>
                  </a:lnTo>
                  <a:lnTo>
                    <a:pt x="572" y="733"/>
                  </a:lnTo>
                  <a:cubicBezTo>
                    <a:pt x="512" y="673"/>
                    <a:pt x="429" y="643"/>
                    <a:pt x="345" y="643"/>
                  </a:cubicBezTo>
                  <a:cubicBezTo>
                    <a:pt x="262" y="643"/>
                    <a:pt x="179" y="673"/>
                    <a:pt x="119" y="733"/>
                  </a:cubicBezTo>
                  <a:cubicBezTo>
                    <a:pt x="0" y="828"/>
                    <a:pt x="0" y="1042"/>
                    <a:pt x="119" y="1161"/>
                  </a:cubicBezTo>
                  <a:lnTo>
                    <a:pt x="738" y="1804"/>
                  </a:lnTo>
                  <a:cubicBezTo>
                    <a:pt x="810" y="1852"/>
                    <a:pt x="857" y="1876"/>
                    <a:pt x="953" y="1876"/>
                  </a:cubicBezTo>
                  <a:cubicBezTo>
                    <a:pt x="1048" y="1876"/>
                    <a:pt x="1119" y="1852"/>
                    <a:pt x="1215" y="1804"/>
                  </a:cubicBezTo>
                  <a:lnTo>
                    <a:pt x="2477" y="542"/>
                  </a:lnTo>
                  <a:cubicBezTo>
                    <a:pt x="2596" y="423"/>
                    <a:pt x="2596" y="209"/>
                    <a:pt x="2477" y="90"/>
                  </a:cubicBezTo>
                  <a:cubicBezTo>
                    <a:pt x="2417" y="30"/>
                    <a:pt x="2334" y="1"/>
                    <a:pt x="2251"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0" name="Google Shape;21140;p137"/>
            <p:cNvSpPr/>
            <p:nvPr/>
          </p:nvSpPr>
          <p:spPr>
            <a:xfrm>
              <a:off x="4202463" y="4236997"/>
              <a:ext cx="83002" cy="21752"/>
            </a:xfrm>
            <a:custGeom>
              <a:avLst/>
              <a:gdLst/>
              <a:ahLst/>
              <a:cxnLst/>
              <a:rect l="l" t="t" r="r" b="b"/>
              <a:pathLst>
                <a:path w="2549" h="668" extrusionOk="0">
                  <a:moveTo>
                    <a:pt x="334" y="0"/>
                  </a:moveTo>
                  <a:cubicBezTo>
                    <a:pt x="143" y="0"/>
                    <a:pt x="1" y="143"/>
                    <a:pt x="1" y="334"/>
                  </a:cubicBezTo>
                  <a:cubicBezTo>
                    <a:pt x="1" y="501"/>
                    <a:pt x="143" y="667"/>
                    <a:pt x="334" y="667"/>
                  </a:cubicBezTo>
                  <a:lnTo>
                    <a:pt x="2215" y="667"/>
                  </a:lnTo>
                  <a:cubicBezTo>
                    <a:pt x="2382" y="667"/>
                    <a:pt x="2549" y="501"/>
                    <a:pt x="2549" y="334"/>
                  </a:cubicBezTo>
                  <a:cubicBezTo>
                    <a:pt x="2549" y="143"/>
                    <a:pt x="2382" y="0"/>
                    <a:pt x="2215"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1" name="Google Shape;21141;p137"/>
            <p:cNvSpPr/>
            <p:nvPr/>
          </p:nvSpPr>
          <p:spPr>
            <a:xfrm>
              <a:off x="4202463" y="4338592"/>
              <a:ext cx="83002" cy="21719"/>
            </a:xfrm>
            <a:custGeom>
              <a:avLst/>
              <a:gdLst/>
              <a:ahLst/>
              <a:cxnLst/>
              <a:rect l="l" t="t" r="r" b="b"/>
              <a:pathLst>
                <a:path w="2549" h="667" extrusionOk="0">
                  <a:moveTo>
                    <a:pt x="334" y="0"/>
                  </a:moveTo>
                  <a:cubicBezTo>
                    <a:pt x="143" y="0"/>
                    <a:pt x="1" y="167"/>
                    <a:pt x="1" y="333"/>
                  </a:cubicBezTo>
                  <a:cubicBezTo>
                    <a:pt x="1" y="524"/>
                    <a:pt x="143" y="667"/>
                    <a:pt x="334" y="667"/>
                  </a:cubicBezTo>
                  <a:lnTo>
                    <a:pt x="2215" y="667"/>
                  </a:lnTo>
                  <a:cubicBezTo>
                    <a:pt x="2382" y="667"/>
                    <a:pt x="2549" y="524"/>
                    <a:pt x="2549" y="333"/>
                  </a:cubicBezTo>
                  <a:cubicBezTo>
                    <a:pt x="2549" y="167"/>
                    <a:pt x="2382" y="0"/>
                    <a:pt x="2215"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2" name="Google Shape;21142;p137"/>
            <p:cNvSpPr/>
            <p:nvPr/>
          </p:nvSpPr>
          <p:spPr>
            <a:xfrm>
              <a:off x="4058992" y="4402154"/>
              <a:ext cx="103191" cy="101628"/>
            </a:xfrm>
            <a:custGeom>
              <a:avLst/>
              <a:gdLst/>
              <a:ahLst/>
              <a:cxnLst/>
              <a:rect l="l" t="t" r="r" b="b"/>
              <a:pathLst>
                <a:path w="3169" h="3121" extrusionOk="0">
                  <a:moveTo>
                    <a:pt x="1" y="1"/>
                  </a:moveTo>
                  <a:lnTo>
                    <a:pt x="1" y="310"/>
                  </a:lnTo>
                  <a:cubicBezTo>
                    <a:pt x="1" y="406"/>
                    <a:pt x="49" y="477"/>
                    <a:pt x="96" y="525"/>
                  </a:cubicBezTo>
                  <a:lnTo>
                    <a:pt x="2597" y="3025"/>
                  </a:lnTo>
                  <a:cubicBezTo>
                    <a:pt x="2668" y="3073"/>
                    <a:pt x="2740" y="3121"/>
                    <a:pt x="2811" y="3121"/>
                  </a:cubicBezTo>
                  <a:lnTo>
                    <a:pt x="3144" y="3121"/>
                  </a:lnTo>
                  <a:lnTo>
                    <a:pt x="3144" y="287"/>
                  </a:lnTo>
                  <a:cubicBezTo>
                    <a:pt x="3168" y="144"/>
                    <a:pt x="3025" y="1"/>
                    <a:pt x="2835"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43" name="Google Shape;21143;p137"/>
          <p:cNvGrpSpPr/>
          <p:nvPr/>
        </p:nvGrpSpPr>
        <p:grpSpPr>
          <a:xfrm>
            <a:off x="4763905" y="4002605"/>
            <a:ext cx="365254" cy="349363"/>
            <a:chOff x="4763905" y="4155005"/>
            <a:chExt cx="365254" cy="349363"/>
          </a:xfrm>
        </p:grpSpPr>
        <p:sp>
          <p:nvSpPr>
            <p:cNvPr id="21144" name="Google Shape;21144;p137"/>
            <p:cNvSpPr/>
            <p:nvPr/>
          </p:nvSpPr>
          <p:spPr>
            <a:xfrm>
              <a:off x="4887187" y="4155005"/>
              <a:ext cx="241972" cy="237120"/>
            </a:xfrm>
            <a:custGeom>
              <a:avLst/>
              <a:gdLst/>
              <a:ahLst/>
              <a:cxnLst/>
              <a:rect l="l" t="t" r="r" b="b"/>
              <a:pathLst>
                <a:path w="7431" h="7282" extrusionOk="0">
                  <a:moveTo>
                    <a:pt x="4686" y="1304"/>
                  </a:moveTo>
                  <a:cubicBezTo>
                    <a:pt x="5008" y="1304"/>
                    <a:pt x="5335" y="1423"/>
                    <a:pt x="5597" y="1661"/>
                  </a:cubicBezTo>
                  <a:cubicBezTo>
                    <a:pt x="6073" y="2137"/>
                    <a:pt x="6073" y="2923"/>
                    <a:pt x="5597" y="3447"/>
                  </a:cubicBezTo>
                  <a:lnTo>
                    <a:pt x="3621" y="5352"/>
                  </a:lnTo>
                  <a:cubicBezTo>
                    <a:pt x="3549" y="5448"/>
                    <a:pt x="3454" y="5495"/>
                    <a:pt x="3359" y="5567"/>
                  </a:cubicBezTo>
                  <a:lnTo>
                    <a:pt x="2287" y="4924"/>
                  </a:lnTo>
                  <a:lnTo>
                    <a:pt x="1668" y="3852"/>
                  </a:lnTo>
                  <a:cubicBezTo>
                    <a:pt x="1715" y="3757"/>
                    <a:pt x="1787" y="3685"/>
                    <a:pt x="1882" y="3590"/>
                  </a:cubicBezTo>
                  <a:lnTo>
                    <a:pt x="3811" y="1661"/>
                  </a:lnTo>
                  <a:cubicBezTo>
                    <a:pt x="4049" y="1423"/>
                    <a:pt x="4365" y="1304"/>
                    <a:pt x="4686" y="1304"/>
                  </a:cubicBezTo>
                  <a:close/>
                  <a:moveTo>
                    <a:pt x="4680" y="0"/>
                  </a:moveTo>
                  <a:cubicBezTo>
                    <a:pt x="4037" y="0"/>
                    <a:pt x="3394" y="244"/>
                    <a:pt x="2906" y="732"/>
                  </a:cubicBezTo>
                  <a:lnTo>
                    <a:pt x="977" y="2661"/>
                  </a:lnTo>
                  <a:cubicBezTo>
                    <a:pt x="1" y="3662"/>
                    <a:pt x="25" y="5257"/>
                    <a:pt x="977" y="6210"/>
                  </a:cubicBezTo>
                  <a:cubicBezTo>
                    <a:pt x="1287" y="6495"/>
                    <a:pt x="1668" y="6710"/>
                    <a:pt x="2049" y="6829"/>
                  </a:cubicBezTo>
                  <a:lnTo>
                    <a:pt x="2787" y="7281"/>
                  </a:lnTo>
                  <a:lnTo>
                    <a:pt x="3382" y="6829"/>
                  </a:lnTo>
                  <a:cubicBezTo>
                    <a:pt x="3811" y="6710"/>
                    <a:pt x="4192" y="6495"/>
                    <a:pt x="4526" y="6186"/>
                  </a:cubicBezTo>
                  <a:lnTo>
                    <a:pt x="6454" y="4257"/>
                  </a:lnTo>
                  <a:cubicBezTo>
                    <a:pt x="7431" y="3328"/>
                    <a:pt x="7431" y="1709"/>
                    <a:pt x="6454" y="732"/>
                  </a:cubicBezTo>
                  <a:cubicBezTo>
                    <a:pt x="5966" y="244"/>
                    <a:pt x="5323" y="0"/>
                    <a:pt x="4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5" name="Google Shape;21145;p137"/>
            <p:cNvSpPr/>
            <p:nvPr/>
          </p:nvSpPr>
          <p:spPr>
            <a:xfrm>
              <a:off x="4918219" y="4178841"/>
              <a:ext cx="210940" cy="214066"/>
            </a:xfrm>
            <a:custGeom>
              <a:avLst/>
              <a:gdLst/>
              <a:ahLst/>
              <a:cxnLst/>
              <a:rect l="l" t="t" r="r" b="b"/>
              <a:pathLst>
                <a:path w="6478" h="6574" extrusionOk="0">
                  <a:moveTo>
                    <a:pt x="5501" y="0"/>
                  </a:moveTo>
                  <a:lnTo>
                    <a:pt x="4597" y="905"/>
                  </a:lnTo>
                  <a:cubicBezTo>
                    <a:pt x="5097" y="1382"/>
                    <a:pt x="5097" y="2167"/>
                    <a:pt x="4597" y="2691"/>
                  </a:cubicBezTo>
                  <a:lnTo>
                    <a:pt x="2668" y="4620"/>
                  </a:lnTo>
                  <a:cubicBezTo>
                    <a:pt x="2596" y="4716"/>
                    <a:pt x="2501" y="4763"/>
                    <a:pt x="2406" y="4835"/>
                  </a:cubicBezTo>
                  <a:lnTo>
                    <a:pt x="1334" y="4192"/>
                  </a:lnTo>
                  <a:lnTo>
                    <a:pt x="0" y="5549"/>
                  </a:lnTo>
                  <a:cubicBezTo>
                    <a:pt x="286" y="5835"/>
                    <a:pt x="667" y="6049"/>
                    <a:pt x="1072" y="6168"/>
                  </a:cubicBezTo>
                  <a:lnTo>
                    <a:pt x="1834" y="6573"/>
                  </a:lnTo>
                  <a:lnTo>
                    <a:pt x="2429" y="6144"/>
                  </a:lnTo>
                  <a:cubicBezTo>
                    <a:pt x="2858" y="6025"/>
                    <a:pt x="3239" y="5811"/>
                    <a:pt x="3573" y="5478"/>
                  </a:cubicBezTo>
                  <a:lnTo>
                    <a:pt x="5501" y="3549"/>
                  </a:lnTo>
                  <a:cubicBezTo>
                    <a:pt x="6478" y="2572"/>
                    <a:pt x="6478" y="977"/>
                    <a:pt x="5501"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6" name="Google Shape;21146;p137"/>
            <p:cNvSpPr/>
            <p:nvPr/>
          </p:nvSpPr>
          <p:spPr>
            <a:xfrm>
              <a:off x="4763905" y="4276463"/>
              <a:ext cx="233441" cy="227905"/>
            </a:xfrm>
            <a:custGeom>
              <a:avLst/>
              <a:gdLst/>
              <a:ahLst/>
              <a:cxnLst/>
              <a:rect l="l" t="t" r="r" b="b"/>
              <a:pathLst>
                <a:path w="7169" h="6999" extrusionOk="0">
                  <a:moveTo>
                    <a:pt x="4750" y="1"/>
                  </a:moveTo>
                  <a:cubicBezTo>
                    <a:pt x="4066" y="1"/>
                    <a:pt x="3422" y="273"/>
                    <a:pt x="2977" y="717"/>
                  </a:cubicBezTo>
                  <a:lnTo>
                    <a:pt x="977" y="2718"/>
                  </a:lnTo>
                  <a:cubicBezTo>
                    <a:pt x="0" y="3694"/>
                    <a:pt x="0" y="5266"/>
                    <a:pt x="977" y="6266"/>
                  </a:cubicBezTo>
                  <a:cubicBezTo>
                    <a:pt x="1465" y="6754"/>
                    <a:pt x="2108" y="6998"/>
                    <a:pt x="2751" y="6998"/>
                  </a:cubicBezTo>
                  <a:cubicBezTo>
                    <a:pt x="3394" y="6998"/>
                    <a:pt x="4037" y="6754"/>
                    <a:pt x="4525" y="6266"/>
                  </a:cubicBezTo>
                  <a:lnTo>
                    <a:pt x="6525" y="4266"/>
                  </a:lnTo>
                  <a:cubicBezTo>
                    <a:pt x="6859" y="3980"/>
                    <a:pt x="7049" y="3551"/>
                    <a:pt x="7168" y="3146"/>
                  </a:cubicBezTo>
                  <a:lnTo>
                    <a:pt x="7168" y="3146"/>
                  </a:lnTo>
                  <a:cubicBezTo>
                    <a:pt x="6972" y="3201"/>
                    <a:pt x="6771" y="3231"/>
                    <a:pt x="6567" y="3231"/>
                  </a:cubicBezTo>
                  <a:cubicBezTo>
                    <a:pt x="6325" y="3231"/>
                    <a:pt x="6080" y="3189"/>
                    <a:pt x="5835" y="3099"/>
                  </a:cubicBezTo>
                  <a:cubicBezTo>
                    <a:pt x="5763" y="3194"/>
                    <a:pt x="5716" y="3289"/>
                    <a:pt x="5620" y="3361"/>
                  </a:cubicBezTo>
                  <a:lnTo>
                    <a:pt x="3644" y="5361"/>
                  </a:lnTo>
                  <a:cubicBezTo>
                    <a:pt x="3394" y="5599"/>
                    <a:pt x="3072" y="5718"/>
                    <a:pt x="2751" y="5718"/>
                  </a:cubicBezTo>
                  <a:cubicBezTo>
                    <a:pt x="2429" y="5718"/>
                    <a:pt x="2108" y="5599"/>
                    <a:pt x="1858" y="5361"/>
                  </a:cubicBezTo>
                  <a:cubicBezTo>
                    <a:pt x="1358" y="4885"/>
                    <a:pt x="1358" y="4075"/>
                    <a:pt x="1858" y="3575"/>
                  </a:cubicBezTo>
                  <a:lnTo>
                    <a:pt x="3834" y="1575"/>
                  </a:lnTo>
                  <a:cubicBezTo>
                    <a:pt x="4075" y="1334"/>
                    <a:pt x="4402" y="1208"/>
                    <a:pt x="4730" y="1208"/>
                  </a:cubicBezTo>
                  <a:cubicBezTo>
                    <a:pt x="5051" y="1208"/>
                    <a:pt x="5373" y="1328"/>
                    <a:pt x="5620" y="1575"/>
                  </a:cubicBezTo>
                  <a:cubicBezTo>
                    <a:pt x="5878" y="1832"/>
                    <a:pt x="6203" y="1960"/>
                    <a:pt x="6526" y="1960"/>
                  </a:cubicBezTo>
                  <a:cubicBezTo>
                    <a:pt x="6741" y="1960"/>
                    <a:pt x="6954" y="1903"/>
                    <a:pt x="7145" y="1789"/>
                  </a:cubicBezTo>
                  <a:cubicBezTo>
                    <a:pt x="7026" y="1408"/>
                    <a:pt x="6811" y="1027"/>
                    <a:pt x="6525" y="717"/>
                  </a:cubicBezTo>
                  <a:cubicBezTo>
                    <a:pt x="6216" y="432"/>
                    <a:pt x="5835" y="217"/>
                    <a:pt x="5454" y="98"/>
                  </a:cubicBezTo>
                  <a:cubicBezTo>
                    <a:pt x="5219" y="32"/>
                    <a:pt x="4982" y="1"/>
                    <a:pt x="475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7" name="Google Shape;21147;p137"/>
            <p:cNvSpPr/>
            <p:nvPr/>
          </p:nvSpPr>
          <p:spPr>
            <a:xfrm>
              <a:off x="4946906" y="4301373"/>
              <a:ext cx="49658" cy="39987"/>
            </a:xfrm>
            <a:custGeom>
              <a:avLst/>
              <a:gdLst/>
              <a:ahLst/>
              <a:cxnLst/>
              <a:rect l="l" t="t" r="r" b="b"/>
              <a:pathLst>
                <a:path w="1525" h="1228" extrusionOk="0">
                  <a:moveTo>
                    <a:pt x="905" y="0"/>
                  </a:moveTo>
                  <a:lnTo>
                    <a:pt x="0" y="881"/>
                  </a:lnTo>
                  <a:cubicBezTo>
                    <a:pt x="258" y="1110"/>
                    <a:pt x="585" y="1227"/>
                    <a:pt x="908" y="1227"/>
                  </a:cubicBezTo>
                  <a:cubicBezTo>
                    <a:pt x="1122" y="1227"/>
                    <a:pt x="1335" y="1176"/>
                    <a:pt x="1525" y="1072"/>
                  </a:cubicBezTo>
                  <a:cubicBezTo>
                    <a:pt x="1406" y="667"/>
                    <a:pt x="1191" y="286"/>
                    <a:pt x="905"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8" name="Google Shape;21148;p137"/>
            <p:cNvSpPr/>
            <p:nvPr/>
          </p:nvSpPr>
          <p:spPr>
            <a:xfrm>
              <a:off x="4795686" y="4377342"/>
              <a:ext cx="203223" cy="127026"/>
            </a:xfrm>
            <a:custGeom>
              <a:avLst/>
              <a:gdLst/>
              <a:ahLst/>
              <a:cxnLst/>
              <a:rect l="l" t="t" r="r" b="b"/>
              <a:pathLst>
                <a:path w="6241" h="3901" extrusionOk="0">
                  <a:moveTo>
                    <a:pt x="4883" y="1"/>
                  </a:moveTo>
                  <a:cubicBezTo>
                    <a:pt x="4835" y="96"/>
                    <a:pt x="4764" y="191"/>
                    <a:pt x="4692" y="263"/>
                  </a:cubicBezTo>
                  <a:lnTo>
                    <a:pt x="2692" y="2263"/>
                  </a:lnTo>
                  <a:cubicBezTo>
                    <a:pt x="2454" y="2501"/>
                    <a:pt x="2132" y="2620"/>
                    <a:pt x="1808" y="2620"/>
                  </a:cubicBezTo>
                  <a:cubicBezTo>
                    <a:pt x="1483" y="2620"/>
                    <a:pt x="1156" y="2501"/>
                    <a:pt x="906" y="2263"/>
                  </a:cubicBezTo>
                  <a:lnTo>
                    <a:pt x="1" y="3168"/>
                  </a:lnTo>
                  <a:cubicBezTo>
                    <a:pt x="501" y="3656"/>
                    <a:pt x="1150" y="3900"/>
                    <a:pt x="1796" y="3900"/>
                  </a:cubicBezTo>
                  <a:cubicBezTo>
                    <a:pt x="2442" y="3900"/>
                    <a:pt x="3085" y="3656"/>
                    <a:pt x="3573" y="3168"/>
                  </a:cubicBezTo>
                  <a:lnTo>
                    <a:pt x="5573" y="1168"/>
                  </a:lnTo>
                  <a:cubicBezTo>
                    <a:pt x="5907" y="834"/>
                    <a:pt x="6121" y="453"/>
                    <a:pt x="6240" y="48"/>
                  </a:cubicBezTo>
                  <a:lnTo>
                    <a:pt x="6240" y="48"/>
                  </a:lnTo>
                  <a:cubicBezTo>
                    <a:pt x="6033" y="103"/>
                    <a:pt x="5826" y="133"/>
                    <a:pt x="5618" y="133"/>
                  </a:cubicBezTo>
                  <a:cubicBezTo>
                    <a:pt x="5373" y="133"/>
                    <a:pt x="5128" y="91"/>
                    <a:pt x="488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49" name="Google Shape;21149;p137"/>
          <p:cNvGrpSpPr/>
          <p:nvPr/>
        </p:nvGrpSpPr>
        <p:grpSpPr>
          <a:xfrm>
            <a:off x="5578131" y="4002409"/>
            <a:ext cx="267566" cy="349754"/>
            <a:chOff x="5578131" y="4154809"/>
            <a:chExt cx="267566" cy="349754"/>
          </a:xfrm>
        </p:grpSpPr>
        <p:sp>
          <p:nvSpPr>
            <p:cNvPr id="21150" name="Google Shape;21150;p137"/>
            <p:cNvSpPr/>
            <p:nvPr/>
          </p:nvSpPr>
          <p:spPr>
            <a:xfrm>
              <a:off x="5578131" y="4154809"/>
              <a:ext cx="267566" cy="349754"/>
            </a:xfrm>
            <a:custGeom>
              <a:avLst/>
              <a:gdLst/>
              <a:ahLst/>
              <a:cxnLst/>
              <a:rect l="l" t="t" r="r" b="b"/>
              <a:pathLst>
                <a:path w="8217" h="10741" extrusionOk="0">
                  <a:moveTo>
                    <a:pt x="334" y="0"/>
                  </a:moveTo>
                  <a:cubicBezTo>
                    <a:pt x="143" y="0"/>
                    <a:pt x="0" y="143"/>
                    <a:pt x="0" y="333"/>
                  </a:cubicBezTo>
                  <a:lnTo>
                    <a:pt x="0" y="7597"/>
                  </a:lnTo>
                  <a:lnTo>
                    <a:pt x="3168" y="10740"/>
                  </a:lnTo>
                  <a:lnTo>
                    <a:pt x="7883" y="10740"/>
                  </a:lnTo>
                  <a:cubicBezTo>
                    <a:pt x="8074" y="10740"/>
                    <a:pt x="8216" y="10597"/>
                    <a:pt x="8216" y="10407"/>
                  </a:cubicBezTo>
                  <a:lnTo>
                    <a:pt x="8216" y="333"/>
                  </a:lnTo>
                  <a:cubicBezTo>
                    <a:pt x="8216" y="143"/>
                    <a:pt x="8074" y="0"/>
                    <a:pt x="7883" y="0"/>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1" name="Google Shape;21151;p137"/>
            <p:cNvSpPr/>
            <p:nvPr/>
          </p:nvSpPr>
          <p:spPr>
            <a:xfrm>
              <a:off x="5711507" y="4154809"/>
              <a:ext cx="134190" cy="349070"/>
            </a:xfrm>
            <a:custGeom>
              <a:avLst/>
              <a:gdLst/>
              <a:ahLst/>
              <a:cxnLst/>
              <a:rect l="l" t="t" r="r" b="b"/>
              <a:pathLst>
                <a:path w="4121" h="10720" extrusionOk="0">
                  <a:moveTo>
                    <a:pt x="1" y="0"/>
                  </a:moveTo>
                  <a:lnTo>
                    <a:pt x="1" y="10717"/>
                  </a:lnTo>
                  <a:lnTo>
                    <a:pt x="3787" y="10717"/>
                  </a:lnTo>
                  <a:cubicBezTo>
                    <a:pt x="3801" y="10718"/>
                    <a:pt x="3815" y="10719"/>
                    <a:pt x="3828" y="10719"/>
                  </a:cubicBezTo>
                  <a:cubicBezTo>
                    <a:pt x="3998" y="10719"/>
                    <a:pt x="4120" y="10584"/>
                    <a:pt x="4120" y="10407"/>
                  </a:cubicBezTo>
                  <a:lnTo>
                    <a:pt x="4120" y="333"/>
                  </a:lnTo>
                  <a:cubicBezTo>
                    <a:pt x="4120" y="143"/>
                    <a:pt x="3978" y="0"/>
                    <a:pt x="3787"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2" name="Google Shape;21152;p137"/>
            <p:cNvSpPr/>
            <p:nvPr/>
          </p:nvSpPr>
          <p:spPr>
            <a:xfrm>
              <a:off x="5580442" y="4402154"/>
              <a:ext cx="101628" cy="101628"/>
            </a:xfrm>
            <a:custGeom>
              <a:avLst/>
              <a:gdLst/>
              <a:ahLst/>
              <a:cxnLst/>
              <a:rect l="l" t="t" r="r" b="b"/>
              <a:pathLst>
                <a:path w="3121" h="3121" extrusionOk="0">
                  <a:moveTo>
                    <a:pt x="1" y="1"/>
                  </a:moveTo>
                  <a:lnTo>
                    <a:pt x="1" y="310"/>
                  </a:lnTo>
                  <a:cubicBezTo>
                    <a:pt x="1" y="406"/>
                    <a:pt x="25" y="477"/>
                    <a:pt x="72" y="525"/>
                  </a:cubicBezTo>
                  <a:lnTo>
                    <a:pt x="2573" y="3025"/>
                  </a:lnTo>
                  <a:cubicBezTo>
                    <a:pt x="2644" y="3073"/>
                    <a:pt x="2716" y="3121"/>
                    <a:pt x="2787" y="3121"/>
                  </a:cubicBezTo>
                  <a:lnTo>
                    <a:pt x="3121" y="3121"/>
                  </a:lnTo>
                  <a:lnTo>
                    <a:pt x="3121" y="287"/>
                  </a:lnTo>
                  <a:cubicBezTo>
                    <a:pt x="3121" y="144"/>
                    <a:pt x="2978" y="1"/>
                    <a:pt x="281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3" name="Google Shape;21153;p137"/>
            <p:cNvSpPr/>
            <p:nvPr/>
          </p:nvSpPr>
          <p:spPr>
            <a:xfrm>
              <a:off x="5712288" y="4381217"/>
              <a:ext cx="82220" cy="21752"/>
            </a:xfrm>
            <a:custGeom>
              <a:avLst/>
              <a:gdLst/>
              <a:ahLst/>
              <a:cxnLst/>
              <a:rect l="l" t="t" r="r" b="b"/>
              <a:pathLst>
                <a:path w="2525" h="668" extrusionOk="0">
                  <a:moveTo>
                    <a:pt x="310" y="1"/>
                  </a:moveTo>
                  <a:cubicBezTo>
                    <a:pt x="143" y="1"/>
                    <a:pt x="0" y="144"/>
                    <a:pt x="0" y="334"/>
                  </a:cubicBezTo>
                  <a:cubicBezTo>
                    <a:pt x="0" y="525"/>
                    <a:pt x="143" y="668"/>
                    <a:pt x="310" y="668"/>
                  </a:cubicBezTo>
                  <a:lnTo>
                    <a:pt x="2191" y="668"/>
                  </a:lnTo>
                  <a:cubicBezTo>
                    <a:pt x="2382" y="668"/>
                    <a:pt x="2525" y="525"/>
                    <a:pt x="2525" y="334"/>
                  </a:cubicBezTo>
                  <a:cubicBezTo>
                    <a:pt x="2525" y="168"/>
                    <a:pt x="2406" y="1"/>
                    <a:pt x="2191" y="1"/>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4" name="Google Shape;21154;p137"/>
            <p:cNvSpPr/>
            <p:nvPr/>
          </p:nvSpPr>
          <p:spPr>
            <a:xfrm>
              <a:off x="5712288" y="4422343"/>
              <a:ext cx="82220" cy="20970"/>
            </a:xfrm>
            <a:custGeom>
              <a:avLst/>
              <a:gdLst/>
              <a:ahLst/>
              <a:cxnLst/>
              <a:rect l="l" t="t" r="r" b="b"/>
              <a:pathLst>
                <a:path w="2525" h="644" extrusionOk="0">
                  <a:moveTo>
                    <a:pt x="310" y="0"/>
                  </a:moveTo>
                  <a:cubicBezTo>
                    <a:pt x="143" y="0"/>
                    <a:pt x="0" y="143"/>
                    <a:pt x="0" y="333"/>
                  </a:cubicBezTo>
                  <a:cubicBezTo>
                    <a:pt x="0" y="500"/>
                    <a:pt x="143" y="643"/>
                    <a:pt x="310" y="643"/>
                  </a:cubicBezTo>
                  <a:lnTo>
                    <a:pt x="2191" y="643"/>
                  </a:lnTo>
                  <a:cubicBezTo>
                    <a:pt x="2382" y="643"/>
                    <a:pt x="2525" y="500"/>
                    <a:pt x="2525" y="333"/>
                  </a:cubicBezTo>
                  <a:cubicBezTo>
                    <a:pt x="2525" y="143"/>
                    <a:pt x="2406" y="0"/>
                    <a:pt x="2191"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5" name="Google Shape;21155;p137"/>
            <p:cNvSpPr/>
            <p:nvPr/>
          </p:nvSpPr>
          <p:spPr>
            <a:xfrm>
              <a:off x="5712288" y="4196685"/>
              <a:ext cx="82220" cy="20970"/>
            </a:xfrm>
            <a:custGeom>
              <a:avLst/>
              <a:gdLst/>
              <a:ahLst/>
              <a:cxnLst/>
              <a:rect l="l" t="t" r="r" b="b"/>
              <a:pathLst>
                <a:path w="2525" h="644" extrusionOk="0">
                  <a:moveTo>
                    <a:pt x="310" y="0"/>
                  </a:moveTo>
                  <a:cubicBezTo>
                    <a:pt x="143" y="0"/>
                    <a:pt x="0" y="143"/>
                    <a:pt x="0" y="310"/>
                  </a:cubicBezTo>
                  <a:cubicBezTo>
                    <a:pt x="0" y="500"/>
                    <a:pt x="143" y="643"/>
                    <a:pt x="310" y="643"/>
                  </a:cubicBezTo>
                  <a:lnTo>
                    <a:pt x="2191" y="643"/>
                  </a:lnTo>
                  <a:cubicBezTo>
                    <a:pt x="2382" y="643"/>
                    <a:pt x="2525" y="500"/>
                    <a:pt x="2525" y="310"/>
                  </a:cubicBezTo>
                  <a:cubicBezTo>
                    <a:pt x="2525" y="143"/>
                    <a:pt x="2406" y="24"/>
                    <a:pt x="2191" y="0"/>
                  </a:cubicBez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6" name="Google Shape;21156;p137"/>
            <p:cNvSpPr/>
            <p:nvPr/>
          </p:nvSpPr>
          <p:spPr>
            <a:xfrm>
              <a:off x="5630100" y="4248036"/>
              <a:ext cx="174502" cy="103744"/>
            </a:xfrm>
            <a:custGeom>
              <a:avLst/>
              <a:gdLst/>
              <a:ahLst/>
              <a:cxnLst/>
              <a:rect l="l" t="t" r="r" b="b"/>
              <a:pathLst>
                <a:path w="5359" h="3186" extrusionOk="0">
                  <a:moveTo>
                    <a:pt x="4108" y="1"/>
                  </a:moveTo>
                  <a:cubicBezTo>
                    <a:pt x="4025" y="1"/>
                    <a:pt x="3941" y="31"/>
                    <a:pt x="3882" y="90"/>
                  </a:cubicBezTo>
                  <a:lnTo>
                    <a:pt x="2548" y="1424"/>
                  </a:lnTo>
                  <a:lnTo>
                    <a:pt x="2215" y="1757"/>
                  </a:lnTo>
                  <a:lnTo>
                    <a:pt x="1500" y="1043"/>
                  </a:lnTo>
                  <a:cubicBezTo>
                    <a:pt x="1441" y="983"/>
                    <a:pt x="1357" y="953"/>
                    <a:pt x="1274" y="953"/>
                  </a:cubicBezTo>
                  <a:cubicBezTo>
                    <a:pt x="1191" y="953"/>
                    <a:pt x="1107" y="983"/>
                    <a:pt x="1048" y="1043"/>
                  </a:cubicBezTo>
                  <a:lnTo>
                    <a:pt x="0" y="2067"/>
                  </a:lnTo>
                  <a:lnTo>
                    <a:pt x="0" y="3186"/>
                  </a:lnTo>
                  <a:lnTo>
                    <a:pt x="5334" y="3186"/>
                  </a:lnTo>
                  <a:lnTo>
                    <a:pt x="5334" y="1281"/>
                  </a:lnTo>
                  <a:cubicBezTo>
                    <a:pt x="5358" y="1186"/>
                    <a:pt x="5334" y="1090"/>
                    <a:pt x="5287" y="1043"/>
                  </a:cubicBezTo>
                  <a:lnTo>
                    <a:pt x="4334" y="90"/>
                  </a:lnTo>
                  <a:cubicBezTo>
                    <a:pt x="4275" y="31"/>
                    <a:pt x="4191" y="1"/>
                    <a:pt x="4108" y="1"/>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7" name="Google Shape;21157;p137"/>
            <p:cNvSpPr/>
            <p:nvPr/>
          </p:nvSpPr>
          <p:spPr>
            <a:xfrm>
              <a:off x="5713070" y="4248817"/>
              <a:ext cx="91533" cy="102963"/>
            </a:xfrm>
            <a:custGeom>
              <a:avLst/>
              <a:gdLst/>
              <a:ahLst/>
              <a:cxnLst/>
              <a:rect l="l" t="t" r="r" b="b"/>
              <a:pathLst>
                <a:path w="2811" h="3162" extrusionOk="0">
                  <a:moveTo>
                    <a:pt x="1560" y="1"/>
                  </a:moveTo>
                  <a:cubicBezTo>
                    <a:pt x="1477" y="1"/>
                    <a:pt x="1393" y="30"/>
                    <a:pt x="1334" y="90"/>
                  </a:cubicBezTo>
                  <a:lnTo>
                    <a:pt x="0" y="1423"/>
                  </a:lnTo>
                  <a:lnTo>
                    <a:pt x="0" y="3162"/>
                  </a:lnTo>
                  <a:lnTo>
                    <a:pt x="2810" y="3162"/>
                  </a:lnTo>
                  <a:lnTo>
                    <a:pt x="2810" y="1257"/>
                  </a:lnTo>
                  <a:cubicBezTo>
                    <a:pt x="2810" y="1162"/>
                    <a:pt x="2786" y="1090"/>
                    <a:pt x="2739" y="1042"/>
                  </a:cubicBezTo>
                  <a:lnTo>
                    <a:pt x="1786" y="90"/>
                  </a:lnTo>
                  <a:cubicBezTo>
                    <a:pt x="1727" y="30"/>
                    <a:pt x="1643" y="1"/>
                    <a:pt x="156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8" name="Google Shape;21158;p137"/>
            <p:cNvSpPr/>
            <p:nvPr/>
          </p:nvSpPr>
          <p:spPr>
            <a:xfrm>
              <a:off x="5620787" y="4217525"/>
              <a:ext cx="183815" cy="143568"/>
            </a:xfrm>
            <a:custGeom>
              <a:avLst/>
              <a:gdLst/>
              <a:ahLst/>
              <a:cxnLst/>
              <a:rect l="l" t="t" r="r" b="b"/>
              <a:pathLst>
                <a:path w="5645" h="4409" extrusionOk="0">
                  <a:moveTo>
                    <a:pt x="320" y="0"/>
                  </a:moveTo>
                  <a:cubicBezTo>
                    <a:pt x="164" y="0"/>
                    <a:pt x="0" y="136"/>
                    <a:pt x="0" y="313"/>
                  </a:cubicBezTo>
                  <a:lnTo>
                    <a:pt x="0" y="4075"/>
                  </a:lnTo>
                  <a:cubicBezTo>
                    <a:pt x="0" y="4266"/>
                    <a:pt x="143" y="4409"/>
                    <a:pt x="334" y="4409"/>
                  </a:cubicBezTo>
                  <a:lnTo>
                    <a:pt x="5335" y="4409"/>
                  </a:lnTo>
                  <a:cubicBezTo>
                    <a:pt x="5501" y="4409"/>
                    <a:pt x="5644" y="4266"/>
                    <a:pt x="5644" y="4051"/>
                  </a:cubicBezTo>
                  <a:cubicBezTo>
                    <a:pt x="5620" y="3909"/>
                    <a:pt x="5501" y="3790"/>
                    <a:pt x="5335" y="3790"/>
                  </a:cubicBezTo>
                  <a:lnTo>
                    <a:pt x="619" y="3790"/>
                  </a:lnTo>
                  <a:lnTo>
                    <a:pt x="619" y="336"/>
                  </a:lnTo>
                  <a:cubicBezTo>
                    <a:pt x="619" y="194"/>
                    <a:pt x="500" y="27"/>
                    <a:pt x="357" y="3"/>
                  </a:cubicBezTo>
                  <a:cubicBezTo>
                    <a:pt x="345" y="1"/>
                    <a:pt x="333" y="0"/>
                    <a:pt x="320"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9" name="Google Shape;21159;p137"/>
            <p:cNvSpPr/>
            <p:nvPr/>
          </p:nvSpPr>
          <p:spPr>
            <a:xfrm>
              <a:off x="5713070" y="4340904"/>
              <a:ext cx="92315" cy="20189"/>
            </a:xfrm>
            <a:custGeom>
              <a:avLst/>
              <a:gdLst/>
              <a:ahLst/>
              <a:cxnLst/>
              <a:rect l="l" t="t" r="r" b="b"/>
              <a:pathLst>
                <a:path w="2835" h="620" extrusionOk="0">
                  <a:moveTo>
                    <a:pt x="0" y="1"/>
                  </a:moveTo>
                  <a:lnTo>
                    <a:pt x="0" y="620"/>
                  </a:lnTo>
                  <a:lnTo>
                    <a:pt x="2501" y="620"/>
                  </a:lnTo>
                  <a:cubicBezTo>
                    <a:pt x="2667" y="620"/>
                    <a:pt x="2834" y="477"/>
                    <a:pt x="2786" y="262"/>
                  </a:cubicBezTo>
                  <a:cubicBezTo>
                    <a:pt x="2786" y="120"/>
                    <a:pt x="2644" y="1"/>
                    <a:pt x="250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0" name="Google Shape;21160;p137"/>
          <p:cNvGrpSpPr/>
          <p:nvPr/>
        </p:nvGrpSpPr>
        <p:grpSpPr>
          <a:xfrm>
            <a:off x="6295417" y="4044285"/>
            <a:ext cx="351317" cy="267566"/>
            <a:chOff x="6295417" y="4196685"/>
            <a:chExt cx="351317" cy="267566"/>
          </a:xfrm>
        </p:grpSpPr>
        <p:sp>
          <p:nvSpPr>
            <p:cNvPr id="21161" name="Google Shape;21161;p137"/>
            <p:cNvSpPr/>
            <p:nvPr/>
          </p:nvSpPr>
          <p:spPr>
            <a:xfrm>
              <a:off x="6335762" y="4216841"/>
              <a:ext cx="165971" cy="82318"/>
            </a:xfrm>
            <a:custGeom>
              <a:avLst/>
              <a:gdLst/>
              <a:ahLst/>
              <a:cxnLst/>
              <a:rect l="l" t="t" r="r" b="b"/>
              <a:pathLst>
                <a:path w="5097" h="2528" extrusionOk="0">
                  <a:moveTo>
                    <a:pt x="1620" y="0"/>
                  </a:moveTo>
                  <a:cubicBezTo>
                    <a:pt x="1501" y="0"/>
                    <a:pt x="1405" y="48"/>
                    <a:pt x="1358" y="143"/>
                  </a:cubicBezTo>
                  <a:lnTo>
                    <a:pt x="95" y="2024"/>
                  </a:lnTo>
                  <a:cubicBezTo>
                    <a:pt x="0" y="2167"/>
                    <a:pt x="48" y="2382"/>
                    <a:pt x="191" y="2477"/>
                  </a:cubicBezTo>
                  <a:cubicBezTo>
                    <a:pt x="262" y="2501"/>
                    <a:pt x="310" y="2525"/>
                    <a:pt x="381" y="2525"/>
                  </a:cubicBezTo>
                  <a:cubicBezTo>
                    <a:pt x="500" y="2525"/>
                    <a:pt x="572" y="2477"/>
                    <a:pt x="643" y="2405"/>
                  </a:cubicBezTo>
                  <a:lnTo>
                    <a:pt x="1810" y="643"/>
                  </a:lnTo>
                  <a:lnTo>
                    <a:pt x="4477" y="643"/>
                  </a:lnTo>
                  <a:lnTo>
                    <a:pt x="4477" y="2239"/>
                  </a:lnTo>
                  <a:cubicBezTo>
                    <a:pt x="4477" y="2393"/>
                    <a:pt x="4641" y="2527"/>
                    <a:pt x="4797" y="2527"/>
                  </a:cubicBezTo>
                  <a:cubicBezTo>
                    <a:pt x="4810" y="2527"/>
                    <a:pt x="4822" y="2526"/>
                    <a:pt x="4835" y="2525"/>
                  </a:cubicBezTo>
                  <a:cubicBezTo>
                    <a:pt x="4977" y="2501"/>
                    <a:pt x="5097" y="2358"/>
                    <a:pt x="5097" y="2191"/>
                  </a:cubicBezTo>
                  <a:lnTo>
                    <a:pt x="5097" y="334"/>
                  </a:lnTo>
                  <a:cubicBezTo>
                    <a:pt x="5097" y="143"/>
                    <a:pt x="4954" y="0"/>
                    <a:pt x="47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2" name="Google Shape;21162;p137"/>
            <p:cNvSpPr/>
            <p:nvPr/>
          </p:nvSpPr>
          <p:spPr>
            <a:xfrm>
              <a:off x="6481545" y="4217623"/>
              <a:ext cx="124096" cy="81439"/>
            </a:xfrm>
            <a:custGeom>
              <a:avLst/>
              <a:gdLst/>
              <a:ahLst/>
              <a:cxnLst/>
              <a:rect l="l" t="t" r="r" b="b"/>
              <a:pathLst>
                <a:path w="3811" h="2501" extrusionOk="0">
                  <a:moveTo>
                    <a:pt x="2215" y="0"/>
                  </a:moveTo>
                  <a:cubicBezTo>
                    <a:pt x="2144" y="0"/>
                    <a:pt x="2048" y="24"/>
                    <a:pt x="2001" y="95"/>
                  </a:cubicBezTo>
                  <a:lnTo>
                    <a:pt x="119" y="1977"/>
                  </a:lnTo>
                  <a:cubicBezTo>
                    <a:pt x="0" y="2096"/>
                    <a:pt x="0" y="2262"/>
                    <a:pt x="96" y="2381"/>
                  </a:cubicBezTo>
                  <a:cubicBezTo>
                    <a:pt x="143" y="2477"/>
                    <a:pt x="238" y="2501"/>
                    <a:pt x="334" y="2501"/>
                  </a:cubicBezTo>
                  <a:cubicBezTo>
                    <a:pt x="429" y="2501"/>
                    <a:pt x="477" y="2477"/>
                    <a:pt x="572" y="2405"/>
                  </a:cubicBezTo>
                  <a:lnTo>
                    <a:pt x="2358" y="619"/>
                  </a:lnTo>
                  <a:lnTo>
                    <a:pt x="3477" y="619"/>
                  </a:lnTo>
                  <a:cubicBezTo>
                    <a:pt x="3668" y="619"/>
                    <a:pt x="3811" y="453"/>
                    <a:pt x="3787" y="262"/>
                  </a:cubicBezTo>
                  <a:cubicBezTo>
                    <a:pt x="3763" y="119"/>
                    <a:pt x="3596" y="0"/>
                    <a:pt x="345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3" name="Google Shape;21163;p137"/>
            <p:cNvSpPr/>
            <p:nvPr/>
          </p:nvSpPr>
          <p:spPr>
            <a:xfrm>
              <a:off x="6534263" y="4318403"/>
              <a:ext cx="60534" cy="103191"/>
            </a:xfrm>
            <a:custGeom>
              <a:avLst/>
              <a:gdLst/>
              <a:ahLst/>
              <a:cxnLst/>
              <a:rect l="l" t="t" r="r" b="b"/>
              <a:pathLst>
                <a:path w="1859" h="3169" extrusionOk="0">
                  <a:moveTo>
                    <a:pt x="1" y="1"/>
                  </a:moveTo>
                  <a:lnTo>
                    <a:pt x="1" y="3168"/>
                  </a:lnTo>
                  <a:lnTo>
                    <a:pt x="1239" y="3168"/>
                  </a:lnTo>
                  <a:lnTo>
                    <a:pt x="1858" y="2525"/>
                  </a:lnTo>
                  <a:lnTo>
                    <a:pt x="1858" y="668"/>
                  </a:lnTo>
                  <a:lnTo>
                    <a:pt x="1239"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4" name="Google Shape;21164;p137"/>
            <p:cNvSpPr/>
            <p:nvPr/>
          </p:nvSpPr>
          <p:spPr>
            <a:xfrm>
              <a:off x="6534263" y="4371155"/>
              <a:ext cx="60534" cy="51221"/>
            </a:xfrm>
            <a:custGeom>
              <a:avLst/>
              <a:gdLst/>
              <a:ahLst/>
              <a:cxnLst/>
              <a:rect l="l" t="t" r="r" b="b"/>
              <a:pathLst>
                <a:path w="1859" h="1573" extrusionOk="0">
                  <a:moveTo>
                    <a:pt x="1" y="0"/>
                  </a:moveTo>
                  <a:lnTo>
                    <a:pt x="1" y="1572"/>
                  </a:lnTo>
                  <a:lnTo>
                    <a:pt x="1239" y="1572"/>
                  </a:lnTo>
                  <a:lnTo>
                    <a:pt x="1858" y="953"/>
                  </a:lnTo>
                  <a:lnTo>
                    <a:pt x="1858"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5" name="Google Shape;21165;p137"/>
            <p:cNvSpPr/>
            <p:nvPr/>
          </p:nvSpPr>
          <p:spPr>
            <a:xfrm>
              <a:off x="6296199" y="4278873"/>
              <a:ext cx="248191" cy="185378"/>
            </a:xfrm>
            <a:custGeom>
              <a:avLst/>
              <a:gdLst/>
              <a:ahLst/>
              <a:cxnLst/>
              <a:rect l="l" t="t" r="r" b="b"/>
              <a:pathLst>
                <a:path w="7622" h="5693" extrusionOk="0">
                  <a:moveTo>
                    <a:pt x="334" y="0"/>
                  </a:moveTo>
                  <a:cubicBezTo>
                    <a:pt x="167" y="0"/>
                    <a:pt x="1" y="143"/>
                    <a:pt x="1" y="334"/>
                  </a:cubicBezTo>
                  <a:lnTo>
                    <a:pt x="1" y="5359"/>
                  </a:lnTo>
                  <a:cubicBezTo>
                    <a:pt x="1" y="5525"/>
                    <a:pt x="167" y="5692"/>
                    <a:pt x="334" y="5692"/>
                  </a:cubicBezTo>
                  <a:lnTo>
                    <a:pt x="7312" y="5692"/>
                  </a:lnTo>
                  <a:cubicBezTo>
                    <a:pt x="7478" y="5692"/>
                    <a:pt x="7621" y="5525"/>
                    <a:pt x="7621" y="5359"/>
                  </a:cubicBezTo>
                  <a:lnTo>
                    <a:pt x="7621" y="334"/>
                  </a:lnTo>
                  <a:cubicBezTo>
                    <a:pt x="7597" y="143"/>
                    <a:pt x="7455" y="0"/>
                    <a:pt x="7312"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6" name="Google Shape;21166;p137"/>
            <p:cNvSpPr/>
            <p:nvPr/>
          </p:nvSpPr>
          <p:spPr>
            <a:xfrm>
              <a:off x="6295417" y="4371155"/>
              <a:ext cx="248191" cy="91533"/>
            </a:xfrm>
            <a:custGeom>
              <a:avLst/>
              <a:gdLst/>
              <a:ahLst/>
              <a:cxnLst/>
              <a:rect l="l" t="t" r="r" b="b"/>
              <a:pathLst>
                <a:path w="7622" h="2811" extrusionOk="0">
                  <a:moveTo>
                    <a:pt x="25" y="0"/>
                  </a:moveTo>
                  <a:lnTo>
                    <a:pt x="1" y="2501"/>
                  </a:lnTo>
                  <a:cubicBezTo>
                    <a:pt x="1" y="2668"/>
                    <a:pt x="144" y="2810"/>
                    <a:pt x="334" y="2810"/>
                  </a:cubicBezTo>
                  <a:lnTo>
                    <a:pt x="7288" y="2810"/>
                  </a:lnTo>
                  <a:cubicBezTo>
                    <a:pt x="7479" y="2810"/>
                    <a:pt x="7621" y="2668"/>
                    <a:pt x="7621" y="2501"/>
                  </a:cubicBezTo>
                  <a:lnTo>
                    <a:pt x="762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7" name="Google Shape;21167;p137"/>
            <p:cNvSpPr/>
            <p:nvPr/>
          </p:nvSpPr>
          <p:spPr>
            <a:xfrm>
              <a:off x="6584670" y="4196685"/>
              <a:ext cx="62064" cy="62064"/>
            </a:xfrm>
            <a:custGeom>
              <a:avLst/>
              <a:gdLst/>
              <a:ahLst/>
              <a:cxnLst/>
              <a:rect l="l" t="t" r="r" b="b"/>
              <a:pathLst>
                <a:path w="1906" h="1906" extrusionOk="0">
                  <a:moveTo>
                    <a:pt x="953" y="0"/>
                  </a:moveTo>
                  <a:cubicBezTo>
                    <a:pt x="406" y="0"/>
                    <a:pt x="1" y="405"/>
                    <a:pt x="1" y="953"/>
                  </a:cubicBezTo>
                  <a:cubicBezTo>
                    <a:pt x="1" y="1477"/>
                    <a:pt x="429" y="1905"/>
                    <a:pt x="953" y="1905"/>
                  </a:cubicBezTo>
                  <a:cubicBezTo>
                    <a:pt x="1453" y="1905"/>
                    <a:pt x="1906" y="1477"/>
                    <a:pt x="1906" y="953"/>
                  </a:cubicBezTo>
                  <a:cubicBezTo>
                    <a:pt x="1906" y="405"/>
                    <a:pt x="1453" y="0"/>
                    <a:pt x="953"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8" name="Google Shape;21168;p137"/>
            <p:cNvSpPr/>
            <p:nvPr/>
          </p:nvSpPr>
          <p:spPr>
            <a:xfrm>
              <a:off x="6338074" y="4380468"/>
              <a:ext cx="21752" cy="20970"/>
            </a:xfrm>
            <a:custGeom>
              <a:avLst/>
              <a:gdLst/>
              <a:ahLst/>
              <a:cxnLst/>
              <a:rect l="l" t="t" r="r" b="b"/>
              <a:pathLst>
                <a:path w="668" h="644" extrusionOk="0">
                  <a:moveTo>
                    <a:pt x="334" y="0"/>
                  </a:moveTo>
                  <a:cubicBezTo>
                    <a:pt x="144" y="0"/>
                    <a:pt x="1" y="143"/>
                    <a:pt x="1" y="333"/>
                  </a:cubicBezTo>
                  <a:cubicBezTo>
                    <a:pt x="1" y="500"/>
                    <a:pt x="144" y="643"/>
                    <a:pt x="334" y="643"/>
                  </a:cubicBezTo>
                  <a:cubicBezTo>
                    <a:pt x="501" y="643"/>
                    <a:pt x="667" y="500"/>
                    <a:pt x="667" y="333"/>
                  </a:cubicBezTo>
                  <a:cubicBezTo>
                    <a:pt x="667" y="143"/>
                    <a:pt x="501" y="0"/>
                    <a:pt x="3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9" name="Google Shape;21169;p137"/>
            <p:cNvSpPr/>
            <p:nvPr/>
          </p:nvSpPr>
          <p:spPr>
            <a:xfrm>
              <a:off x="6338074" y="4340123"/>
              <a:ext cx="21752" cy="20970"/>
            </a:xfrm>
            <a:custGeom>
              <a:avLst/>
              <a:gdLst/>
              <a:ahLst/>
              <a:cxnLst/>
              <a:rect l="l" t="t" r="r" b="b"/>
              <a:pathLst>
                <a:path w="668" h="644" extrusionOk="0">
                  <a:moveTo>
                    <a:pt x="334" y="1"/>
                  </a:moveTo>
                  <a:cubicBezTo>
                    <a:pt x="144" y="1"/>
                    <a:pt x="1" y="144"/>
                    <a:pt x="1" y="310"/>
                  </a:cubicBezTo>
                  <a:cubicBezTo>
                    <a:pt x="1" y="501"/>
                    <a:pt x="144" y="644"/>
                    <a:pt x="334" y="644"/>
                  </a:cubicBezTo>
                  <a:cubicBezTo>
                    <a:pt x="501" y="644"/>
                    <a:pt x="667" y="501"/>
                    <a:pt x="667" y="310"/>
                  </a:cubicBezTo>
                  <a:cubicBezTo>
                    <a:pt x="667" y="144"/>
                    <a:pt x="50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0" name="Google Shape;21170;p137"/>
            <p:cNvSpPr/>
            <p:nvPr/>
          </p:nvSpPr>
          <p:spPr>
            <a:xfrm>
              <a:off x="6574608" y="4278482"/>
              <a:ext cx="72126" cy="185183"/>
            </a:xfrm>
            <a:custGeom>
              <a:avLst/>
              <a:gdLst/>
              <a:ahLst/>
              <a:cxnLst/>
              <a:rect l="l" t="t" r="r" b="b"/>
              <a:pathLst>
                <a:path w="2215" h="5687" extrusionOk="0">
                  <a:moveTo>
                    <a:pt x="1849" y="0"/>
                  </a:moveTo>
                  <a:cubicBezTo>
                    <a:pt x="1792" y="0"/>
                    <a:pt x="1739" y="12"/>
                    <a:pt x="1691" y="36"/>
                  </a:cubicBezTo>
                  <a:lnTo>
                    <a:pt x="0" y="1251"/>
                  </a:lnTo>
                  <a:lnTo>
                    <a:pt x="0" y="4418"/>
                  </a:lnTo>
                  <a:lnTo>
                    <a:pt x="1691" y="5633"/>
                  </a:lnTo>
                  <a:cubicBezTo>
                    <a:pt x="1739" y="5668"/>
                    <a:pt x="1798" y="5686"/>
                    <a:pt x="1858" y="5686"/>
                  </a:cubicBezTo>
                  <a:cubicBezTo>
                    <a:pt x="1917" y="5686"/>
                    <a:pt x="1977" y="5668"/>
                    <a:pt x="2024" y="5633"/>
                  </a:cubicBezTo>
                  <a:cubicBezTo>
                    <a:pt x="2120" y="5585"/>
                    <a:pt x="2167" y="5490"/>
                    <a:pt x="2167" y="5371"/>
                  </a:cubicBezTo>
                  <a:lnTo>
                    <a:pt x="2167" y="346"/>
                  </a:lnTo>
                  <a:cubicBezTo>
                    <a:pt x="2215" y="227"/>
                    <a:pt x="2143" y="108"/>
                    <a:pt x="2024" y="36"/>
                  </a:cubicBezTo>
                  <a:cubicBezTo>
                    <a:pt x="1965" y="12"/>
                    <a:pt x="1905" y="0"/>
                    <a:pt x="1849"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1" name="Google Shape;21171;p137"/>
            <p:cNvSpPr/>
            <p:nvPr/>
          </p:nvSpPr>
          <p:spPr>
            <a:xfrm>
              <a:off x="6575357" y="4369592"/>
              <a:ext cx="71377" cy="92705"/>
            </a:xfrm>
            <a:custGeom>
              <a:avLst/>
              <a:gdLst/>
              <a:ahLst/>
              <a:cxnLst/>
              <a:rect l="l" t="t" r="r" b="b"/>
              <a:pathLst>
                <a:path w="2192" h="2847" extrusionOk="0">
                  <a:moveTo>
                    <a:pt x="1" y="1"/>
                  </a:moveTo>
                  <a:lnTo>
                    <a:pt x="1" y="1572"/>
                  </a:lnTo>
                  <a:lnTo>
                    <a:pt x="1716" y="2811"/>
                  </a:lnTo>
                  <a:cubicBezTo>
                    <a:pt x="1751" y="2835"/>
                    <a:pt x="1811" y="2846"/>
                    <a:pt x="1870" y="2846"/>
                  </a:cubicBezTo>
                  <a:cubicBezTo>
                    <a:pt x="1930" y="2846"/>
                    <a:pt x="1989" y="2835"/>
                    <a:pt x="2025" y="2811"/>
                  </a:cubicBezTo>
                  <a:cubicBezTo>
                    <a:pt x="2120" y="2739"/>
                    <a:pt x="2192" y="2644"/>
                    <a:pt x="2192" y="2549"/>
                  </a:cubicBezTo>
                  <a:lnTo>
                    <a:pt x="2192" y="48"/>
                  </a:lnTo>
                  <a:lnTo>
                    <a:pt x="2168" y="48"/>
                  </a:lnTo>
                  <a:lnTo>
                    <a:pt x="2168"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2" name="Google Shape;21172;p137"/>
            <p:cNvSpPr/>
            <p:nvPr/>
          </p:nvSpPr>
          <p:spPr>
            <a:xfrm>
              <a:off x="6379168" y="4340123"/>
              <a:ext cx="124128" cy="62064"/>
            </a:xfrm>
            <a:custGeom>
              <a:avLst/>
              <a:gdLst/>
              <a:ahLst/>
              <a:cxnLst/>
              <a:rect l="l" t="t" r="r" b="b"/>
              <a:pathLst>
                <a:path w="3812" h="1906" extrusionOk="0">
                  <a:moveTo>
                    <a:pt x="310" y="1"/>
                  </a:moveTo>
                  <a:cubicBezTo>
                    <a:pt x="144" y="1"/>
                    <a:pt x="1" y="144"/>
                    <a:pt x="1" y="310"/>
                  </a:cubicBezTo>
                  <a:lnTo>
                    <a:pt x="1" y="1572"/>
                  </a:lnTo>
                  <a:cubicBezTo>
                    <a:pt x="1" y="1739"/>
                    <a:pt x="144" y="1906"/>
                    <a:pt x="310" y="1906"/>
                  </a:cubicBezTo>
                  <a:lnTo>
                    <a:pt x="3478" y="1906"/>
                  </a:lnTo>
                  <a:cubicBezTo>
                    <a:pt x="3644" y="1906"/>
                    <a:pt x="3811" y="1739"/>
                    <a:pt x="3811" y="1572"/>
                  </a:cubicBezTo>
                  <a:lnTo>
                    <a:pt x="3811" y="310"/>
                  </a:lnTo>
                  <a:cubicBezTo>
                    <a:pt x="3811" y="144"/>
                    <a:pt x="3644" y="1"/>
                    <a:pt x="347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3" name="Google Shape;21173;p137"/>
            <p:cNvSpPr/>
            <p:nvPr/>
          </p:nvSpPr>
          <p:spPr>
            <a:xfrm>
              <a:off x="6379168" y="4371155"/>
              <a:ext cx="124128" cy="31032"/>
            </a:xfrm>
            <a:custGeom>
              <a:avLst/>
              <a:gdLst/>
              <a:ahLst/>
              <a:cxnLst/>
              <a:rect l="l" t="t" r="r" b="b"/>
              <a:pathLst>
                <a:path w="3812" h="953" extrusionOk="0">
                  <a:moveTo>
                    <a:pt x="25" y="0"/>
                  </a:moveTo>
                  <a:lnTo>
                    <a:pt x="1" y="619"/>
                  </a:lnTo>
                  <a:cubicBezTo>
                    <a:pt x="1" y="786"/>
                    <a:pt x="144" y="953"/>
                    <a:pt x="310" y="953"/>
                  </a:cubicBezTo>
                  <a:lnTo>
                    <a:pt x="3478" y="953"/>
                  </a:lnTo>
                  <a:cubicBezTo>
                    <a:pt x="3644" y="953"/>
                    <a:pt x="3811" y="786"/>
                    <a:pt x="3811" y="619"/>
                  </a:cubicBezTo>
                  <a:lnTo>
                    <a:pt x="3811" y="0"/>
                  </a:lnTo>
                  <a:close/>
                </a:path>
              </a:pathLst>
            </a:custGeom>
            <a:solidFill>
              <a:srgbClr val="E3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74" name="Google Shape;21174;p137"/>
          <p:cNvGrpSpPr/>
          <p:nvPr/>
        </p:nvGrpSpPr>
        <p:grpSpPr>
          <a:xfrm>
            <a:off x="7061580" y="4002409"/>
            <a:ext cx="329598" cy="350535"/>
            <a:chOff x="7061580" y="4154809"/>
            <a:chExt cx="329598" cy="350535"/>
          </a:xfrm>
        </p:grpSpPr>
        <p:sp>
          <p:nvSpPr>
            <p:cNvPr id="21175" name="Google Shape;21175;p137"/>
            <p:cNvSpPr/>
            <p:nvPr/>
          </p:nvSpPr>
          <p:spPr>
            <a:xfrm>
              <a:off x="7141456" y="4154809"/>
              <a:ext cx="165190" cy="72907"/>
            </a:xfrm>
            <a:custGeom>
              <a:avLst/>
              <a:gdLst/>
              <a:ahLst/>
              <a:cxnLst/>
              <a:rect l="l" t="t" r="r" b="b"/>
              <a:pathLst>
                <a:path w="5073" h="2239" extrusionOk="0">
                  <a:moveTo>
                    <a:pt x="334" y="0"/>
                  </a:moveTo>
                  <a:cubicBezTo>
                    <a:pt x="167" y="0"/>
                    <a:pt x="0" y="143"/>
                    <a:pt x="0" y="333"/>
                  </a:cubicBezTo>
                  <a:lnTo>
                    <a:pt x="0" y="2239"/>
                  </a:lnTo>
                  <a:lnTo>
                    <a:pt x="5001" y="2239"/>
                  </a:lnTo>
                  <a:lnTo>
                    <a:pt x="5001" y="333"/>
                  </a:lnTo>
                  <a:lnTo>
                    <a:pt x="5073" y="333"/>
                  </a:lnTo>
                  <a:cubicBezTo>
                    <a:pt x="5073" y="143"/>
                    <a:pt x="4930" y="0"/>
                    <a:pt x="4740"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6" name="Google Shape;21176;p137"/>
            <p:cNvSpPr/>
            <p:nvPr/>
          </p:nvSpPr>
          <p:spPr>
            <a:xfrm>
              <a:off x="7225207" y="4155558"/>
              <a:ext cx="81439" cy="72940"/>
            </a:xfrm>
            <a:custGeom>
              <a:avLst/>
              <a:gdLst/>
              <a:ahLst/>
              <a:cxnLst/>
              <a:rect l="l" t="t" r="r" b="b"/>
              <a:pathLst>
                <a:path w="2501" h="2240" extrusionOk="0">
                  <a:moveTo>
                    <a:pt x="0" y="1"/>
                  </a:moveTo>
                  <a:lnTo>
                    <a:pt x="0" y="2239"/>
                  </a:lnTo>
                  <a:lnTo>
                    <a:pt x="2501" y="2239"/>
                  </a:lnTo>
                  <a:lnTo>
                    <a:pt x="2501" y="310"/>
                  </a:lnTo>
                  <a:cubicBezTo>
                    <a:pt x="2501" y="120"/>
                    <a:pt x="2382" y="1"/>
                    <a:pt x="2191"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7" name="Google Shape;21177;p137"/>
            <p:cNvSpPr/>
            <p:nvPr/>
          </p:nvSpPr>
          <p:spPr>
            <a:xfrm>
              <a:off x="7081737" y="4328498"/>
              <a:ext cx="287722" cy="176847"/>
            </a:xfrm>
            <a:custGeom>
              <a:avLst/>
              <a:gdLst/>
              <a:ahLst/>
              <a:cxnLst/>
              <a:rect l="l" t="t" r="r" b="b"/>
              <a:pathLst>
                <a:path w="8836" h="5431" extrusionOk="0">
                  <a:moveTo>
                    <a:pt x="1" y="1"/>
                  </a:moveTo>
                  <a:lnTo>
                    <a:pt x="1" y="5121"/>
                  </a:lnTo>
                  <a:cubicBezTo>
                    <a:pt x="1" y="5287"/>
                    <a:pt x="144" y="5430"/>
                    <a:pt x="334" y="5430"/>
                  </a:cubicBezTo>
                  <a:lnTo>
                    <a:pt x="4740" y="5430"/>
                  </a:lnTo>
                  <a:lnTo>
                    <a:pt x="5359" y="4811"/>
                  </a:lnTo>
                  <a:lnTo>
                    <a:pt x="6931" y="4811"/>
                  </a:lnTo>
                  <a:lnTo>
                    <a:pt x="7550" y="5430"/>
                  </a:lnTo>
                  <a:lnTo>
                    <a:pt x="8503" y="5430"/>
                  </a:lnTo>
                  <a:cubicBezTo>
                    <a:pt x="8693" y="5430"/>
                    <a:pt x="8836" y="5287"/>
                    <a:pt x="8836" y="5121"/>
                  </a:cubicBezTo>
                  <a:lnTo>
                    <a:pt x="8836" y="1"/>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8" name="Google Shape;21178;p137"/>
            <p:cNvSpPr/>
            <p:nvPr/>
          </p:nvSpPr>
          <p:spPr>
            <a:xfrm>
              <a:off x="7225988" y="4326935"/>
              <a:ext cx="143470" cy="177628"/>
            </a:xfrm>
            <a:custGeom>
              <a:avLst/>
              <a:gdLst/>
              <a:ahLst/>
              <a:cxnLst/>
              <a:rect l="l" t="t" r="r" b="b"/>
              <a:pathLst>
                <a:path w="4406" h="5455" extrusionOk="0">
                  <a:moveTo>
                    <a:pt x="0" y="1"/>
                  </a:moveTo>
                  <a:lnTo>
                    <a:pt x="0" y="5454"/>
                  </a:lnTo>
                  <a:lnTo>
                    <a:pt x="334" y="5454"/>
                  </a:lnTo>
                  <a:lnTo>
                    <a:pt x="929" y="4835"/>
                  </a:lnTo>
                  <a:lnTo>
                    <a:pt x="2501" y="4835"/>
                  </a:lnTo>
                  <a:lnTo>
                    <a:pt x="3120" y="5454"/>
                  </a:lnTo>
                  <a:lnTo>
                    <a:pt x="4073" y="5454"/>
                  </a:lnTo>
                  <a:cubicBezTo>
                    <a:pt x="4263" y="5454"/>
                    <a:pt x="4406" y="5311"/>
                    <a:pt x="4406" y="5121"/>
                  </a:cubicBezTo>
                  <a:lnTo>
                    <a:pt x="4406"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9" name="Google Shape;21179;p137"/>
            <p:cNvSpPr/>
            <p:nvPr/>
          </p:nvSpPr>
          <p:spPr>
            <a:xfrm>
              <a:off x="7062362" y="4216841"/>
              <a:ext cx="327286" cy="82220"/>
            </a:xfrm>
            <a:custGeom>
              <a:avLst/>
              <a:gdLst/>
              <a:ahLst/>
              <a:cxnLst/>
              <a:rect l="l" t="t" r="r" b="b"/>
              <a:pathLst>
                <a:path w="10051" h="2525" extrusionOk="0">
                  <a:moveTo>
                    <a:pt x="1548" y="0"/>
                  </a:moveTo>
                  <a:cubicBezTo>
                    <a:pt x="1453" y="0"/>
                    <a:pt x="1358" y="24"/>
                    <a:pt x="1310" y="119"/>
                  </a:cubicBezTo>
                  <a:lnTo>
                    <a:pt x="48" y="1691"/>
                  </a:lnTo>
                  <a:cubicBezTo>
                    <a:pt x="24" y="1763"/>
                    <a:pt x="0" y="1810"/>
                    <a:pt x="0" y="1905"/>
                  </a:cubicBezTo>
                  <a:lnTo>
                    <a:pt x="1120" y="2525"/>
                  </a:lnTo>
                  <a:lnTo>
                    <a:pt x="9240" y="2525"/>
                  </a:lnTo>
                  <a:lnTo>
                    <a:pt x="10050" y="1905"/>
                  </a:lnTo>
                  <a:cubicBezTo>
                    <a:pt x="10026" y="1834"/>
                    <a:pt x="10002" y="1763"/>
                    <a:pt x="9931" y="1691"/>
                  </a:cubicBezTo>
                  <a:lnTo>
                    <a:pt x="8693" y="119"/>
                  </a:lnTo>
                  <a:cubicBezTo>
                    <a:pt x="8621" y="24"/>
                    <a:pt x="8550" y="0"/>
                    <a:pt x="8455"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0" name="Google Shape;21180;p137"/>
            <p:cNvSpPr/>
            <p:nvPr/>
          </p:nvSpPr>
          <p:spPr>
            <a:xfrm>
              <a:off x="7225988" y="4216841"/>
              <a:ext cx="162878" cy="81439"/>
            </a:xfrm>
            <a:custGeom>
              <a:avLst/>
              <a:gdLst/>
              <a:ahLst/>
              <a:cxnLst/>
              <a:rect l="l" t="t" r="r" b="b"/>
              <a:pathLst>
                <a:path w="5002" h="2501" extrusionOk="0">
                  <a:moveTo>
                    <a:pt x="0" y="0"/>
                  </a:moveTo>
                  <a:lnTo>
                    <a:pt x="0" y="2501"/>
                  </a:lnTo>
                  <a:lnTo>
                    <a:pt x="4239" y="2501"/>
                  </a:lnTo>
                  <a:lnTo>
                    <a:pt x="5001" y="1905"/>
                  </a:lnTo>
                  <a:cubicBezTo>
                    <a:pt x="5001" y="1834"/>
                    <a:pt x="4977" y="1763"/>
                    <a:pt x="4954" y="1691"/>
                  </a:cubicBezTo>
                  <a:lnTo>
                    <a:pt x="3691" y="119"/>
                  </a:lnTo>
                  <a:cubicBezTo>
                    <a:pt x="3620" y="24"/>
                    <a:pt x="3549" y="0"/>
                    <a:pt x="345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1" name="Google Shape;21181;p137"/>
            <p:cNvSpPr/>
            <p:nvPr/>
          </p:nvSpPr>
          <p:spPr>
            <a:xfrm>
              <a:off x="7122081" y="4380468"/>
              <a:ext cx="93064" cy="82220"/>
            </a:xfrm>
            <a:custGeom>
              <a:avLst/>
              <a:gdLst/>
              <a:ahLst/>
              <a:cxnLst/>
              <a:rect l="l" t="t" r="r" b="b"/>
              <a:pathLst>
                <a:path w="2858" h="2525" extrusionOk="0">
                  <a:moveTo>
                    <a:pt x="333" y="0"/>
                  </a:moveTo>
                  <a:cubicBezTo>
                    <a:pt x="167" y="0"/>
                    <a:pt x="0" y="143"/>
                    <a:pt x="0" y="333"/>
                  </a:cubicBezTo>
                  <a:lnTo>
                    <a:pt x="0" y="2215"/>
                  </a:lnTo>
                  <a:cubicBezTo>
                    <a:pt x="0" y="2382"/>
                    <a:pt x="167" y="2524"/>
                    <a:pt x="333" y="2524"/>
                  </a:cubicBezTo>
                  <a:lnTo>
                    <a:pt x="2548" y="2524"/>
                  </a:lnTo>
                  <a:cubicBezTo>
                    <a:pt x="2715" y="2524"/>
                    <a:pt x="2834" y="2382"/>
                    <a:pt x="2858" y="2215"/>
                  </a:cubicBezTo>
                  <a:lnTo>
                    <a:pt x="2858" y="333"/>
                  </a:lnTo>
                  <a:cubicBezTo>
                    <a:pt x="2858" y="143"/>
                    <a:pt x="2715" y="0"/>
                    <a:pt x="2548" y="0"/>
                  </a:cubicBez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2" name="Google Shape;21182;p137"/>
            <p:cNvSpPr/>
            <p:nvPr/>
          </p:nvSpPr>
          <p:spPr>
            <a:xfrm>
              <a:off x="7143768" y="4402154"/>
              <a:ext cx="51221" cy="40378"/>
            </a:xfrm>
            <a:custGeom>
              <a:avLst/>
              <a:gdLst/>
              <a:ahLst/>
              <a:cxnLst/>
              <a:rect l="l" t="t" r="r" b="b"/>
              <a:pathLst>
                <a:path w="1573" h="1240" extrusionOk="0">
                  <a:moveTo>
                    <a:pt x="1" y="1"/>
                  </a:moveTo>
                  <a:lnTo>
                    <a:pt x="1" y="1239"/>
                  </a:lnTo>
                  <a:lnTo>
                    <a:pt x="1573" y="1239"/>
                  </a:lnTo>
                  <a:lnTo>
                    <a:pt x="1573" y="1"/>
                  </a:ln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3" name="Google Shape;21183;p137"/>
            <p:cNvSpPr/>
            <p:nvPr/>
          </p:nvSpPr>
          <p:spPr>
            <a:xfrm>
              <a:off x="7234520" y="4380468"/>
              <a:ext cx="93064" cy="124096"/>
            </a:xfrm>
            <a:custGeom>
              <a:avLst/>
              <a:gdLst/>
              <a:ahLst/>
              <a:cxnLst/>
              <a:rect l="l" t="t" r="r" b="b"/>
              <a:pathLst>
                <a:path w="2858" h="3811" extrusionOk="0">
                  <a:moveTo>
                    <a:pt x="334" y="0"/>
                  </a:moveTo>
                  <a:cubicBezTo>
                    <a:pt x="167" y="0"/>
                    <a:pt x="0" y="143"/>
                    <a:pt x="0" y="333"/>
                  </a:cubicBezTo>
                  <a:lnTo>
                    <a:pt x="0" y="3810"/>
                  </a:lnTo>
                  <a:lnTo>
                    <a:pt x="2834" y="3810"/>
                  </a:lnTo>
                  <a:lnTo>
                    <a:pt x="2858" y="333"/>
                  </a:lnTo>
                  <a:cubicBezTo>
                    <a:pt x="2858" y="143"/>
                    <a:pt x="2715" y="0"/>
                    <a:pt x="2548"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4" name="Google Shape;21184;p137"/>
            <p:cNvSpPr/>
            <p:nvPr/>
          </p:nvSpPr>
          <p:spPr>
            <a:xfrm>
              <a:off x="7255457" y="4402154"/>
              <a:ext cx="51188" cy="102409"/>
            </a:xfrm>
            <a:custGeom>
              <a:avLst/>
              <a:gdLst/>
              <a:ahLst/>
              <a:cxnLst/>
              <a:rect l="l" t="t" r="r" b="b"/>
              <a:pathLst>
                <a:path w="1572" h="3145" extrusionOk="0">
                  <a:moveTo>
                    <a:pt x="0" y="1"/>
                  </a:moveTo>
                  <a:lnTo>
                    <a:pt x="0" y="3144"/>
                  </a:lnTo>
                  <a:lnTo>
                    <a:pt x="1572" y="3144"/>
                  </a:lnTo>
                  <a:lnTo>
                    <a:pt x="1572"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5" name="Google Shape;21185;p137"/>
            <p:cNvSpPr/>
            <p:nvPr/>
          </p:nvSpPr>
          <p:spPr>
            <a:xfrm>
              <a:off x="7061580" y="4278873"/>
              <a:ext cx="329598" cy="82285"/>
            </a:xfrm>
            <a:custGeom>
              <a:avLst/>
              <a:gdLst/>
              <a:ahLst/>
              <a:cxnLst/>
              <a:rect l="l" t="t" r="r" b="b"/>
              <a:pathLst>
                <a:path w="10122" h="2527" extrusionOk="0">
                  <a:moveTo>
                    <a:pt x="1" y="0"/>
                  </a:moveTo>
                  <a:lnTo>
                    <a:pt x="1" y="1239"/>
                  </a:lnTo>
                  <a:cubicBezTo>
                    <a:pt x="1" y="1906"/>
                    <a:pt x="501" y="2477"/>
                    <a:pt x="1144" y="2525"/>
                  </a:cubicBezTo>
                  <a:cubicBezTo>
                    <a:pt x="1171" y="2526"/>
                    <a:pt x="1198" y="2527"/>
                    <a:pt x="1224" y="2527"/>
                  </a:cubicBezTo>
                  <a:cubicBezTo>
                    <a:pt x="1617" y="2527"/>
                    <a:pt x="1946" y="2365"/>
                    <a:pt x="2191" y="2120"/>
                  </a:cubicBezTo>
                  <a:cubicBezTo>
                    <a:pt x="2430" y="2382"/>
                    <a:pt x="2763" y="2525"/>
                    <a:pt x="3144" y="2525"/>
                  </a:cubicBezTo>
                  <a:cubicBezTo>
                    <a:pt x="3525" y="2525"/>
                    <a:pt x="3859" y="2358"/>
                    <a:pt x="4097" y="2120"/>
                  </a:cubicBezTo>
                  <a:cubicBezTo>
                    <a:pt x="4335" y="2382"/>
                    <a:pt x="4668" y="2525"/>
                    <a:pt x="5049" y="2525"/>
                  </a:cubicBezTo>
                  <a:cubicBezTo>
                    <a:pt x="5430" y="2525"/>
                    <a:pt x="5764" y="2358"/>
                    <a:pt x="6002" y="2120"/>
                  </a:cubicBezTo>
                  <a:cubicBezTo>
                    <a:pt x="6240" y="2382"/>
                    <a:pt x="6573" y="2525"/>
                    <a:pt x="6954" y="2525"/>
                  </a:cubicBezTo>
                  <a:cubicBezTo>
                    <a:pt x="7335" y="2525"/>
                    <a:pt x="7669" y="2358"/>
                    <a:pt x="7907" y="2120"/>
                  </a:cubicBezTo>
                  <a:cubicBezTo>
                    <a:pt x="8130" y="2365"/>
                    <a:pt x="8478" y="2527"/>
                    <a:pt x="8874" y="2527"/>
                  </a:cubicBezTo>
                  <a:cubicBezTo>
                    <a:pt x="8901" y="2527"/>
                    <a:pt x="8928" y="2526"/>
                    <a:pt x="8955" y="2525"/>
                  </a:cubicBezTo>
                  <a:cubicBezTo>
                    <a:pt x="9598" y="2501"/>
                    <a:pt x="10122" y="1929"/>
                    <a:pt x="10122" y="1239"/>
                  </a:cubicBezTo>
                  <a:lnTo>
                    <a:pt x="1012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6" name="Google Shape;21186;p137"/>
            <p:cNvSpPr/>
            <p:nvPr/>
          </p:nvSpPr>
          <p:spPr>
            <a:xfrm>
              <a:off x="7225207" y="4278091"/>
              <a:ext cx="163659" cy="82318"/>
            </a:xfrm>
            <a:custGeom>
              <a:avLst/>
              <a:gdLst/>
              <a:ahLst/>
              <a:cxnLst/>
              <a:rect l="l" t="t" r="r" b="b"/>
              <a:pathLst>
                <a:path w="5026" h="2528" extrusionOk="0">
                  <a:moveTo>
                    <a:pt x="0" y="1"/>
                  </a:moveTo>
                  <a:lnTo>
                    <a:pt x="0" y="2501"/>
                  </a:lnTo>
                  <a:cubicBezTo>
                    <a:pt x="381" y="2501"/>
                    <a:pt x="715" y="2311"/>
                    <a:pt x="953" y="2072"/>
                  </a:cubicBezTo>
                  <a:cubicBezTo>
                    <a:pt x="1167" y="2382"/>
                    <a:pt x="1525" y="2525"/>
                    <a:pt x="1882" y="2525"/>
                  </a:cubicBezTo>
                  <a:cubicBezTo>
                    <a:pt x="2263" y="2525"/>
                    <a:pt x="2596" y="2334"/>
                    <a:pt x="2834" y="2096"/>
                  </a:cubicBezTo>
                  <a:cubicBezTo>
                    <a:pt x="3057" y="2364"/>
                    <a:pt x="3406" y="2527"/>
                    <a:pt x="3782" y="2527"/>
                  </a:cubicBezTo>
                  <a:cubicBezTo>
                    <a:pt x="3807" y="2527"/>
                    <a:pt x="3833" y="2526"/>
                    <a:pt x="3858" y="2525"/>
                  </a:cubicBezTo>
                  <a:cubicBezTo>
                    <a:pt x="4525" y="2501"/>
                    <a:pt x="5025" y="1930"/>
                    <a:pt x="5025" y="1239"/>
                  </a:cubicBezTo>
                  <a:lnTo>
                    <a:pt x="5025" y="1"/>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7" name="Google Shape;21187;p137"/>
          <p:cNvGrpSpPr/>
          <p:nvPr/>
        </p:nvGrpSpPr>
        <p:grpSpPr>
          <a:xfrm>
            <a:off x="7787398" y="4003158"/>
            <a:ext cx="349786" cy="349200"/>
            <a:chOff x="7787398" y="4155558"/>
            <a:chExt cx="349786" cy="349200"/>
          </a:xfrm>
        </p:grpSpPr>
        <p:sp>
          <p:nvSpPr>
            <p:cNvPr id="21188" name="Google Shape;21188;p137"/>
            <p:cNvSpPr/>
            <p:nvPr/>
          </p:nvSpPr>
          <p:spPr>
            <a:xfrm>
              <a:off x="8035557" y="4155558"/>
              <a:ext cx="101628" cy="103191"/>
            </a:xfrm>
            <a:custGeom>
              <a:avLst/>
              <a:gdLst/>
              <a:ahLst/>
              <a:cxnLst/>
              <a:rect l="l" t="t" r="r" b="b"/>
              <a:pathLst>
                <a:path w="3121" h="3169" extrusionOk="0">
                  <a:moveTo>
                    <a:pt x="2834" y="1"/>
                  </a:moveTo>
                  <a:cubicBezTo>
                    <a:pt x="1715" y="1"/>
                    <a:pt x="810" y="239"/>
                    <a:pt x="1" y="596"/>
                  </a:cubicBezTo>
                  <a:lnTo>
                    <a:pt x="143" y="1644"/>
                  </a:lnTo>
                  <a:lnTo>
                    <a:pt x="810" y="2287"/>
                  </a:lnTo>
                  <a:lnTo>
                    <a:pt x="1668" y="3168"/>
                  </a:lnTo>
                  <a:lnTo>
                    <a:pt x="2501" y="3121"/>
                  </a:lnTo>
                  <a:cubicBezTo>
                    <a:pt x="2882" y="2335"/>
                    <a:pt x="3120" y="1406"/>
                    <a:pt x="3120" y="310"/>
                  </a:cubicBezTo>
                  <a:cubicBezTo>
                    <a:pt x="3120" y="215"/>
                    <a:pt x="3096" y="120"/>
                    <a:pt x="3025" y="96"/>
                  </a:cubicBezTo>
                  <a:cubicBezTo>
                    <a:pt x="2977" y="25"/>
                    <a:pt x="2882" y="1"/>
                    <a:pt x="2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9" name="Google Shape;21189;p137"/>
            <p:cNvSpPr/>
            <p:nvPr/>
          </p:nvSpPr>
          <p:spPr>
            <a:xfrm>
              <a:off x="8061933" y="4158684"/>
              <a:ext cx="75252" cy="100846"/>
            </a:xfrm>
            <a:custGeom>
              <a:avLst/>
              <a:gdLst/>
              <a:ahLst/>
              <a:cxnLst/>
              <a:rect l="l" t="t" r="r" b="b"/>
              <a:pathLst>
                <a:path w="2311" h="3097" extrusionOk="0">
                  <a:moveTo>
                    <a:pt x="2215" y="0"/>
                  </a:moveTo>
                  <a:lnTo>
                    <a:pt x="0" y="2239"/>
                  </a:lnTo>
                  <a:lnTo>
                    <a:pt x="858" y="3096"/>
                  </a:lnTo>
                  <a:lnTo>
                    <a:pt x="1715" y="3025"/>
                  </a:lnTo>
                  <a:cubicBezTo>
                    <a:pt x="2072" y="2239"/>
                    <a:pt x="2310" y="1310"/>
                    <a:pt x="2310" y="214"/>
                  </a:cubicBezTo>
                  <a:cubicBezTo>
                    <a:pt x="2310" y="119"/>
                    <a:pt x="2286" y="24"/>
                    <a:pt x="2215" y="0"/>
                  </a:cubicBez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0" name="Google Shape;21190;p137"/>
            <p:cNvSpPr/>
            <p:nvPr/>
          </p:nvSpPr>
          <p:spPr>
            <a:xfrm>
              <a:off x="7869619" y="4237909"/>
              <a:ext cx="190784" cy="184271"/>
            </a:xfrm>
            <a:custGeom>
              <a:avLst/>
              <a:gdLst/>
              <a:ahLst/>
              <a:cxnLst/>
              <a:rect l="l" t="t" r="r" b="b"/>
              <a:pathLst>
                <a:path w="5859" h="5659" extrusionOk="0">
                  <a:moveTo>
                    <a:pt x="1695" y="1"/>
                  </a:moveTo>
                  <a:cubicBezTo>
                    <a:pt x="1118" y="1"/>
                    <a:pt x="546" y="236"/>
                    <a:pt x="119" y="663"/>
                  </a:cubicBezTo>
                  <a:cubicBezTo>
                    <a:pt x="0" y="782"/>
                    <a:pt x="0" y="996"/>
                    <a:pt x="119" y="1116"/>
                  </a:cubicBezTo>
                  <a:lnTo>
                    <a:pt x="2358" y="3330"/>
                  </a:lnTo>
                  <a:lnTo>
                    <a:pt x="4596" y="5569"/>
                  </a:lnTo>
                  <a:cubicBezTo>
                    <a:pt x="4656" y="5628"/>
                    <a:pt x="4733" y="5658"/>
                    <a:pt x="4811" y="5658"/>
                  </a:cubicBezTo>
                  <a:cubicBezTo>
                    <a:pt x="4888" y="5658"/>
                    <a:pt x="4966" y="5628"/>
                    <a:pt x="5025" y="5569"/>
                  </a:cubicBezTo>
                  <a:cubicBezTo>
                    <a:pt x="5716" y="4854"/>
                    <a:pt x="5859" y="3783"/>
                    <a:pt x="5430" y="2949"/>
                  </a:cubicBezTo>
                  <a:lnTo>
                    <a:pt x="4073" y="1616"/>
                  </a:lnTo>
                  <a:lnTo>
                    <a:pt x="2739" y="282"/>
                  </a:lnTo>
                  <a:cubicBezTo>
                    <a:pt x="2411" y="91"/>
                    <a:pt x="2052"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1" name="Google Shape;21191;p137"/>
            <p:cNvSpPr/>
            <p:nvPr/>
          </p:nvSpPr>
          <p:spPr>
            <a:xfrm>
              <a:off x="7946369" y="4289716"/>
              <a:ext cx="114034" cy="132269"/>
            </a:xfrm>
            <a:custGeom>
              <a:avLst/>
              <a:gdLst/>
              <a:ahLst/>
              <a:cxnLst/>
              <a:rect l="l" t="t" r="r" b="b"/>
              <a:pathLst>
                <a:path w="3502" h="4062" extrusionOk="0">
                  <a:moveTo>
                    <a:pt x="1716" y="1"/>
                  </a:moveTo>
                  <a:lnTo>
                    <a:pt x="1" y="1715"/>
                  </a:lnTo>
                  <a:lnTo>
                    <a:pt x="2239" y="3954"/>
                  </a:lnTo>
                  <a:cubicBezTo>
                    <a:pt x="2299" y="4025"/>
                    <a:pt x="2376" y="4061"/>
                    <a:pt x="2454" y="4061"/>
                  </a:cubicBezTo>
                  <a:cubicBezTo>
                    <a:pt x="2531" y="4061"/>
                    <a:pt x="2609" y="4025"/>
                    <a:pt x="2668" y="3954"/>
                  </a:cubicBezTo>
                  <a:cubicBezTo>
                    <a:pt x="3359" y="3263"/>
                    <a:pt x="3502" y="2192"/>
                    <a:pt x="3073" y="1334"/>
                  </a:cubicBezTo>
                  <a:lnTo>
                    <a:pt x="1716" y="1"/>
                  </a:lnTo>
                  <a:close/>
                </a:path>
              </a:pathLst>
            </a:custGeom>
            <a:solidFill>
              <a:srgbClr val="7C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2" name="Google Shape;21192;p137"/>
            <p:cNvSpPr/>
            <p:nvPr/>
          </p:nvSpPr>
          <p:spPr>
            <a:xfrm>
              <a:off x="7911494" y="4175747"/>
              <a:ext cx="206283" cy="207065"/>
            </a:xfrm>
            <a:custGeom>
              <a:avLst/>
              <a:gdLst/>
              <a:ahLst/>
              <a:cxnLst/>
              <a:rect l="l" t="t" r="r" b="b"/>
              <a:pathLst>
                <a:path w="6335" h="6359" extrusionOk="0">
                  <a:moveTo>
                    <a:pt x="3834" y="0"/>
                  </a:moveTo>
                  <a:cubicBezTo>
                    <a:pt x="3048" y="357"/>
                    <a:pt x="2406" y="881"/>
                    <a:pt x="1858" y="1381"/>
                  </a:cubicBezTo>
                  <a:cubicBezTo>
                    <a:pt x="667" y="2548"/>
                    <a:pt x="119" y="3858"/>
                    <a:pt x="0" y="4144"/>
                  </a:cubicBezTo>
                  <a:lnTo>
                    <a:pt x="0" y="5049"/>
                  </a:lnTo>
                  <a:lnTo>
                    <a:pt x="643" y="5692"/>
                  </a:lnTo>
                  <a:lnTo>
                    <a:pt x="1310" y="6359"/>
                  </a:lnTo>
                  <a:lnTo>
                    <a:pt x="2191" y="6359"/>
                  </a:lnTo>
                  <a:cubicBezTo>
                    <a:pt x="2525" y="6239"/>
                    <a:pt x="3811" y="5668"/>
                    <a:pt x="4977" y="4477"/>
                  </a:cubicBezTo>
                  <a:cubicBezTo>
                    <a:pt x="5478" y="3929"/>
                    <a:pt x="5978" y="3286"/>
                    <a:pt x="6335" y="2501"/>
                  </a:cubicBezTo>
                  <a:lnTo>
                    <a:pt x="5097" y="1262"/>
                  </a:lnTo>
                  <a:lnTo>
                    <a:pt x="3834" y="0"/>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3" name="Google Shape;21193;p137"/>
            <p:cNvSpPr/>
            <p:nvPr/>
          </p:nvSpPr>
          <p:spPr>
            <a:xfrm>
              <a:off x="7931650" y="4216841"/>
              <a:ext cx="185378" cy="165971"/>
            </a:xfrm>
            <a:custGeom>
              <a:avLst/>
              <a:gdLst/>
              <a:ahLst/>
              <a:cxnLst/>
              <a:rect l="l" t="t" r="r" b="b"/>
              <a:pathLst>
                <a:path w="5693" h="5097" extrusionOk="0">
                  <a:moveTo>
                    <a:pt x="4430" y="0"/>
                  </a:moveTo>
                  <a:lnTo>
                    <a:pt x="0" y="4430"/>
                  </a:lnTo>
                  <a:lnTo>
                    <a:pt x="667" y="5073"/>
                  </a:lnTo>
                  <a:lnTo>
                    <a:pt x="1548" y="5073"/>
                  </a:lnTo>
                  <a:lnTo>
                    <a:pt x="1548" y="5097"/>
                  </a:lnTo>
                  <a:cubicBezTo>
                    <a:pt x="1882" y="4977"/>
                    <a:pt x="3168" y="4406"/>
                    <a:pt x="4311" y="3215"/>
                  </a:cubicBezTo>
                  <a:cubicBezTo>
                    <a:pt x="4835" y="2667"/>
                    <a:pt x="5335" y="2024"/>
                    <a:pt x="5692" y="1239"/>
                  </a:cubicBezTo>
                  <a:lnTo>
                    <a:pt x="4430"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4" name="Google Shape;21194;p137"/>
            <p:cNvSpPr/>
            <p:nvPr/>
          </p:nvSpPr>
          <p:spPr>
            <a:xfrm>
              <a:off x="7787398" y="4374834"/>
              <a:ext cx="135753" cy="129924"/>
            </a:xfrm>
            <a:custGeom>
              <a:avLst/>
              <a:gdLst/>
              <a:ahLst/>
              <a:cxnLst/>
              <a:rect l="l" t="t" r="r" b="b"/>
              <a:pathLst>
                <a:path w="4169" h="3990" extrusionOk="0">
                  <a:moveTo>
                    <a:pt x="2454" y="0"/>
                  </a:moveTo>
                  <a:cubicBezTo>
                    <a:pt x="2049" y="0"/>
                    <a:pt x="1644" y="161"/>
                    <a:pt x="1335" y="483"/>
                  </a:cubicBezTo>
                  <a:cubicBezTo>
                    <a:pt x="811" y="1007"/>
                    <a:pt x="120" y="3245"/>
                    <a:pt x="25" y="3626"/>
                  </a:cubicBezTo>
                  <a:cubicBezTo>
                    <a:pt x="1" y="3721"/>
                    <a:pt x="25" y="3840"/>
                    <a:pt x="120" y="3888"/>
                  </a:cubicBezTo>
                  <a:cubicBezTo>
                    <a:pt x="159" y="3947"/>
                    <a:pt x="247" y="3990"/>
                    <a:pt x="330" y="3990"/>
                  </a:cubicBezTo>
                  <a:cubicBezTo>
                    <a:pt x="347" y="3990"/>
                    <a:pt x="365" y="3988"/>
                    <a:pt x="382" y="3983"/>
                  </a:cubicBezTo>
                  <a:cubicBezTo>
                    <a:pt x="763" y="3936"/>
                    <a:pt x="3002" y="3221"/>
                    <a:pt x="3549" y="2674"/>
                  </a:cubicBezTo>
                  <a:cubicBezTo>
                    <a:pt x="4168" y="2078"/>
                    <a:pt x="4168" y="1078"/>
                    <a:pt x="3573" y="483"/>
                  </a:cubicBezTo>
                  <a:cubicBezTo>
                    <a:pt x="3264" y="161"/>
                    <a:pt x="2859" y="0"/>
                    <a:pt x="2454" y="0"/>
                  </a:cubicBezTo>
                  <a:close/>
                </a:path>
              </a:pathLst>
            </a:custGeom>
            <a:solidFill>
              <a:srgbClr val="DE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5" name="Google Shape;21195;p137"/>
            <p:cNvSpPr/>
            <p:nvPr/>
          </p:nvSpPr>
          <p:spPr>
            <a:xfrm>
              <a:off x="7792055" y="4388999"/>
              <a:ext cx="131878" cy="114978"/>
            </a:xfrm>
            <a:custGeom>
              <a:avLst/>
              <a:gdLst/>
              <a:ahLst/>
              <a:cxnLst/>
              <a:rect l="l" t="t" r="r" b="b"/>
              <a:pathLst>
                <a:path w="4050" h="3531" extrusionOk="0">
                  <a:moveTo>
                    <a:pt x="3430" y="0"/>
                  </a:moveTo>
                  <a:lnTo>
                    <a:pt x="1" y="3429"/>
                  </a:lnTo>
                  <a:cubicBezTo>
                    <a:pt x="60" y="3488"/>
                    <a:pt x="151" y="3531"/>
                    <a:pt x="221" y="3531"/>
                  </a:cubicBezTo>
                  <a:cubicBezTo>
                    <a:pt x="236" y="3531"/>
                    <a:pt x="250" y="3529"/>
                    <a:pt x="263" y="3525"/>
                  </a:cubicBezTo>
                  <a:cubicBezTo>
                    <a:pt x="620" y="3453"/>
                    <a:pt x="2882" y="2786"/>
                    <a:pt x="3430" y="2239"/>
                  </a:cubicBezTo>
                  <a:cubicBezTo>
                    <a:pt x="4049" y="1619"/>
                    <a:pt x="4049" y="643"/>
                    <a:pt x="343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6" name="Google Shape;21196;p137"/>
            <p:cNvSpPr/>
            <p:nvPr/>
          </p:nvSpPr>
          <p:spPr>
            <a:xfrm>
              <a:off x="7885119" y="4310654"/>
              <a:ext cx="97753" cy="96776"/>
            </a:xfrm>
            <a:custGeom>
              <a:avLst/>
              <a:gdLst/>
              <a:ahLst/>
              <a:cxnLst/>
              <a:rect l="l" t="t" r="r" b="b"/>
              <a:pathLst>
                <a:path w="3002" h="2972" extrusionOk="0">
                  <a:moveTo>
                    <a:pt x="786" y="1"/>
                  </a:moveTo>
                  <a:lnTo>
                    <a:pt x="120" y="668"/>
                  </a:lnTo>
                  <a:cubicBezTo>
                    <a:pt x="1" y="787"/>
                    <a:pt x="1" y="977"/>
                    <a:pt x="120" y="1096"/>
                  </a:cubicBezTo>
                  <a:lnTo>
                    <a:pt x="1025" y="2001"/>
                  </a:lnTo>
                  <a:lnTo>
                    <a:pt x="1906" y="2882"/>
                  </a:lnTo>
                  <a:cubicBezTo>
                    <a:pt x="1965" y="2942"/>
                    <a:pt x="2049" y="2972"/>
                    <a:pt x="2132" y="2972"/>
                  </a:cubicBezTo>
                  <a:cubicBezTo>
                    <a:pt x="2215" y="2972"/>
                    <a:pt x="2299" y="2942"/>
                    <a:pt x="2358" y="2882"/>
                  </a:cubicBezTo>
                  <a:lnTo>
                    <a:pt x="3001" y="2239"/>
                  </a:lnTo>
                  <a:lnTo>
                    <a:pt x="1882" y="1096"/>
                  </a:lnTo>
                  <a:lnTo>
                    <a:pt x="786" y="1"/>
                  </a:lnTo>
                  <a:close/>
                </a:path>
              </a:pathLst>
            </a:custGeom>
            <a:solidFill>
              <a:srgbClr val="91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7" name="Google Shape;21197;p137"/>
            <p:cNvSpPr/>
            <p:nvPr/>
          </p:nvSpPr>
          <p:spPr>
            <a:xfrm>
              <a:off x="7916900" y="4346342"/>
              <a:ext cx="65190" cy="60990"/>
            </a:xfrm>
            <a:custGeom>
              <a:avLst/>
              <a:gdLst/>
              <a:ahLst/>
              <a:cxnLst/>
              <a:rect l="l" t="t" r="r" b="b"/>
              <a:pathLst>
                <a:path w="2002" h="1873" extrusionOk="0">
                  <a:moveTo>
                    <a:pt x="906" y="0"/>
                  </a:moveTo>
                  <a:lnTo>
                    <a:pt x="1" y="905"/>
                  </a:lnTo>
                  <a:lnTo>
                    <a:pt x="906" y="1786"/>
                  </a:lnTo>
                  <a:cubicBezTo>
                    <a:pt x="974" y="1843"/>
                    <a:pt x="1053" y="1873"/>
                    <a:pt x="1130" y="1873"/>
                  </a:cubicBezTo>
                  <a:cubicBezTo>
                    <a:pt x="1214" y="1873"/>
                    <a:pt x="1296" y="1837"/>
                    <a:pt x="1358" y="1763"/>
                  </a:cubicBezTo>
                  <a:lnTo>
                    <a:pt x="2001" y="1120"/>
                  </a:lnTo>
                  <a:lnTo>
                    <a:pt x="90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8" name="Google Shape;21198;p137"/>
            <p:cNvSpPr/>
            <p:nvPr/>
          </p:nvSpPr>
          <p:spPr>
            <a:xfrm>
              <a:off x="7981276" y="4250185"/>
              <a:ext cx="62064" cy="62846"/>
            </a:xfrm>
            <a:custGeom>
              <a:avLst/>
              <a:gdLst/>
              <a:ahLst/>
              <a:cxnLst/>
              <a:rect l="l" t="t" r="r" b="b"/>
              <a:pathLst>
                <a:path w="1906" h="1930" extrusionOk="0">
                  <a:moveTo>
                    <a:pt x="953" y="0"/>
                  </a:moveTo>
                  <a:cubicBezTo>
                    <a:pt x="429" y="0"/>
                    <a:pt x="1" y="429"/>
                    <a:pt x="1" y="977"/>
                  </a:cubicBezTo>
                  <a:cubicBezTo>
                    <a:pt x="1" y="1501"/>
                    <a:pt x="429" y="1929"/>
                    <a:pt x="953" y="1929"/>
                  </a:cubicBezTo>
                  <a:cubicBezTo>
                    <a:pt x="1477" y="1929"/>
                    <a:pt x="1906" y="1501"/>
                    <a:pt x="1906" y="977"/>
                  </a:cubicBezTo>
                  <a:cubicBezTo>
                    <a:pt x="1906" y="429"/>
                    <a:pt x="1477" y="0"/>
                    <a:pt x="953" y="0"/>
                  </a:cubicBezTo>
                  <a:close/>
                </a:path>
              </a:pathLst>
            </a:custGeom>
            <a:solidFill>
              <a:srgbClr val="C1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9" name="Google Shape;21199;p137"/>
            <p:cNvSpPr/>
            <p:nvPr/>
          </p:nvSpPr>
          <p:spPr>
            <a:xfrm>
              <a:off x="7989807" y="4259498"/>
              <a:ext cx="55096" cy="52165"/>
            </a:xfrm>
            <a:custGeom>
              <a:avLst/>
              <a:gdLst/>
              <a:ahLst/>
              <a:cxnLst/>
              <a:rect l="l" t="t" r="r" b="b"/>
              <a:pathLst>
                <a:path w="1692" h="1602" extrusionOk="0">
                  <a:moveTo>
                    <a:pt x="1334" y="0"/>
                  </a:moveTo>
                  <a:lnTo>
                    <a:pt x="1" y="1334"/>
                  </a:lnTo>
                  <a:cubicBezTo>
                    <a:pt x="179" y="1512"/>
                    <a:pt x="423" y="1602"/>
                    <a:pt x="667" y="1602"/>
                  </a:cubicBezTo>
                  <a:cubicBezTo>
                    <a:pt x="911" y="1602"/>
                    <a:pt x="1156" y="1512"/>
                    <a:pt x="1334" y="1334"/>
                  </a:cubicBezTo>
                  <a:cubicBezTo>
                    <a:pt x="1691" y="976"/>
                    <a:pt x="1691" y="381"/>
                    <a:pt x="13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00" name="Google Shape;21200;p137"/>
          <p:cNvSpPr txBox="1"/>
          <p:nvPr/>
        </p:nvSpPr>
        <p:spPr>
          <a:xfrm>
            <a:off x="1048350" y="11586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rgbClr val="FFFFFF"/>
                </a:solidFill>
              </a:rPr>
              <a:t>Digital Marketing</a:t>
            </a:r>
            <a:endParaRPr sz="1600">
              <a:solidFill>
                <a:srgbClr val="FFFFFF"/>
              </a:solidFill>
            </a:endParaRPr>
          </a:p>
        </p:txBody>
      </p:sp>
      <p:sp>
        <p:nvSpPr>
          <p:cNvPr id="21201" name="Google Shape;21201;p137"/>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Premium Icons</a:t>
            </a:r>
            <a:endParaRPr sz="2400">
              <a:solidFill>
                <a:srgbClr val="FFFFFF"/>
              </a:solidFil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1205"/>
        <p:cNvGrpSpPr/>
        <p:nvPr/>
      </p:nvGrpSpPr>
      <p:grpSpPr>
        <a:xfrm>
          <a:off x="0" y="0"/>
          <a:ext cx="0" cy="0"/>
          <a:chOff x="0" y="0"/>
          <a:chExt cx="0" cy="0"/>
        </a:xfrm>
      </p:grpSpPr>
      <p:grpSp>
        <p:nvGrpSpPr>
          <p:cNvPr id="21206" name="Google Shape;21206;p138"/>
          <p:cNvGrpSpPr/>
          <p:nvPr/>
        </p:nvGrpSpPr>
        <p:grpSpPr>
          <a:xfrm>
            <a:off x="1006306" y="1702473"/>
            <a:ext cx="357598" cy="338260"/>
            <a:chOff x="1006306" y="1931073"/>
            <a:chExt cx="357598" cy="338260"/>
          </a:xfrm>
        </p:grpSpPr>
        <p:sp>
          <p:nvSpPr>
            <p:cNvPr id="21207" name="Google Shape;21207;p138"/>
            <p:cNvSpPr/>
            <p:nvPr/>
          </p:nvSpPr>
          <p:spPr>
            <a:xfrm>
              <a:off x="1029511" y="2040988"/>
              <a:ext cx="311155" cy="209755"/>
            </a:xfrm>
            <a:custGeom>
              <a:avLst/>
              <a:gdLst/>
              <a:ahLst/>
              <a:cxnLst/>
              <a:rect l="l" t="t" r="r" b="b"/>
              <a:pathLst>
                <a:path w="9574" h="6454" extrusionOk="0">
                  <a:moveTo>
                    <a:pt x="405" y="0"/>
                  </a:moveTo>
                  <a:cubicBezTo>
                    <a:pt x="167" y="0"/>
                    <a:pt x="1" y="167"/>
                    <a:pt x="1" y="405"/>
                  </a:cubicBezTo>
                  <a:lnTo>
                    <a:pt x="1" y="6239"/>
                  </a:lnTo>
                  <a:lnTo>
                    <a:pt x="4787" y="6454"/>
                  </a:lnTo>
                  <a:lnTo>
                    <a:pt x="9574" y="6239"/>
                  </a:lnTo>
                  <a:lnTo>
                    <a:pt x="9574" y="405"/>
                  </a:lnTo>
                  <a:cubicBezTo>
                    <a:pt x="9574" y="167"/>
                    <a:pt x="9407" y="0"/>
                    <a:pt x="919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8" name="Google Shape;21208;p138"/>
            <p:cNvSpPr/>
            <p:nvPr/>
          </p:nvSpPr>
          <p:spPr>
            <a:xfrm>
              <a:off x="1051968" y="2064193"/>
              <a:ext cx="264713" cy="186550"/>
            </a:xfrm>
            <a:custGeom>
              <a:avLst/>
              <a:gdLst/>
              <a:ahLst/>
              <a:cxnLst/>
              <a:rect l="l" t="t" r="r" b="b"/>
              <a:pathLst>
                <a:path w="8145" h="5740" extrusionOk="0">
                  <a:moveTo>
                    <a:pt x="167" y="1"/>
                  </a:moveTo>
                  <a:cubicBezTo>
                    <a:pt x="72" y="1"/>
                    <a:pt x="0" y="72"/>
                    <a:pt x="0" y="167"/>
                  </a:cubicBezTo>
                  <a:lnTo>
                    <a:pt x="0" y="5525"/>
                  </a:lnTo>
                  <a:lnTo>
                    <a:pt x="4192" y="5740"/>
                  </a:lnTo>
                  <a:lnTo>
                    <a:pt x="8145" y="5525"/>
                  </a:lnTo>
                  <a:lnTo>
                    <a:pt x="8145" y="167"/>
                  </a:lnTo>
                  <a:cubicBezTo>
                    <a:pt x="8145" y="72"/>
                    <a:pt x="8049" y="1"/>
                    <a:pt x="7954"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9" name="Google Shape;21209;p138"/>
            <p:cNvSpPr/>
            <p:nvPr/>
          </p:nvSpPr>
          <p:spPr>
            <a:xfrm>
              <a:off x="1290356" y="2064193"/>
              <a:ext cx="27105" cy="179595"/>
            </a:xfrm>
            <a:custGeom>
              <a:avLst/>
              <a:gdLst/>
              <a:ahLst/>
              <a:cxnLst/>
              <a:rect l="l" t="t" r="r" b="b"/>
              <a:pathLst>
                <a:path w="834" h="5526" extrusionOk="0">
                  <a:moveTo>
                    <a:pt x="0" y="1"/>
                  </a:moveTo>
                  <a:cubicBezTo>
                    <a:pt x="95" y="1"/>
                    <a:pt x="191" y="72"/>
                    <a:pt x="191" y="167"/>
                  </a:cubicBezTo>
                  <a:lnTo>
                    <a:pt x="191" y="5525"/>
                  </a:lnTo>
                  <a:lnTo>
                    <a:pt x="834" y="5525"/>
                  </a:lnTo>
                  <a:lnTo>
                    <a:pt x="834" y="167"/>
                  </a:lnTo>
                  <a:cubicBezTo>
                    <a:pt x="834" y="72"/>
                    <a:pt x="786" y="1"/>
                    <a:pt x="66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0" name="Google Shape;21210;p138"/>
            <p:cNvSpPr/>
            <p:nvPr/>
          </p:nvSpPr>
          <p:spPr>
            <a:xfrm>
              <a:off x="1310473" y="2040988"/>
              <a:ext cx="31752" cy="209755"/>
            </a:xfrm>
            <a:custGeom>
              <a:avLst/>
              <a:gdLst/>
              <a:ahLst/>
              <a:cxnLst/>
              <a:rect l="l" t="t" r="r" b="b"/>
              <a:pathLst>
                <a:path w="977" h="6454" extrusionOk="0">
                  <a:moveTo>
                    <a:pt x="0" y="0"/>
                  </a:moveTo>
                  <a:cubicBezTo>
                    <a:pt x="238" y="0"/>
                    <a:pt x="429" y="167"/>
                    <a:pt x="429" y="405"/>
                  </a:cubicBezTo>
                  <a:lnTo>
                    <a:pt x="429" y="6239"/>
                  </a:lnTo>
                  <a:lnTo>
                    <a:pt x="667" y="6454"/>
                  </a:lnTo>
                  <a:lnTo>
                    <a:pt x="977" y="6239"/>
                  </a:lnTo>
                  <a:lnTo>
                    <a:pt x="977" y="405"/>
                  </a:lnTo>
                  <a:cubicBezTo>
                    <a:pt x="929" y="167"/>
                    <a:pt x="762" y="0"/>
                    <a:pt x="548"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1" name="Google Shape;21211;p138"/>
            <p:cNvSpPr/>
            <p:nvPr/>
          </p:nvSpPr>
          <p:spPr>
            <a:xfrm>
              <a:off x="1055056" y="1950411"/>
              <a:ext cx="157138" cy="157170"/>
            </a:xfrm>
            <a:custGeom>
              <a:avLst/>
              <a:gdLst/>
              <a:ahLst/>
              <a:cxnLst/>
              <a:rect l="l" t="t" r="r" b="b"/>
              <a:pathLst>
                <a:path w="4835" h="4836" extrusionOk="0">
                  <a:moveTo>
                    <a:pt x="2429" y="1"/>
                  </a:moveTo>
                  <a:cubicBezTo>
                    <a:pt x="1096" y="1"/>
                    <a:pt x="0" y="1096"/>
                    <a:pt x="0" y="2406"/>
                  </a:cubicBezTo>
                  <a:cubicBezTo>
                    <a:pt x="0" y="3740"/>
                    <a:pt x="1096" y="4835"/>
                    <a:pt x="2429" y="4835"/>
                  </a:cubicBezTo>
                  <a:cubicBezTo>
                    <a:pt x="3763" y="4835"/>
                    <a:pt x="4835" y="3740"/>
                    <a:pt x="4835" y="2406"/>
                  </a:cubicBezTo>
                  <a:cubicBezTo>
                    <a:pt x="4835" y="1096"/>
                    <a:pt x="3763" y="1"/>
                    <a:pt x="2429"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2" name="Google Shape;21212;p138"/>
            <p:cNvSpPr/>
            <p:nvPr/>
          </p:nvSpPr>
          <p:spPr>
            <a:xfrm>
              <a:off x="1123176" y="1950411"/>
              <a:ext cx="89017" cy="157170"/>
            </a:xfrm>
            <a:custGeom>
              <a:avLst/>
              <a:gdLst/>
              <a:ahLst/>
              <a:cxnLst/>
              <a:rect l="l" t="t" r="r" b="b"/>
              <a:pathLst>
                <a:path w="2739" h="4836" extrusionOk="0">
                  <a:moveTo>
                    <a:pt x="333" y="1"/>
                  </a:moveTo>
                  <a:cubicBezTo>
                    <a:pt x="214" y="1"/>
                    <a:pt x="95" y="1"/>
                    <a:pt x="0" y="48"/>
                  </a:cubicBezTo>
                  <a:cubicBezTo>
                    <a:pt x="1167" y="191"/>
                    <a:pt x="2096" y="1192"/>
                    <a:pt x="2096" y="2430"/>
                  </a:cubicBezTo>
                  <a:cubicBezTo>
                    <a:pt x="2096" y="3644"/>
                    <a:pt x="1191" y="4645"/>
                    <a:pt x="0" y="4811"/>
                  </a:cubicBezTo>
                  <a:cubicBezTo>
                    <a:pt x="119" y="4835"/>
                    <a:pt x="214" y="4835"/>
                    <a:pt x="333" y="4835"/>
                  </a:cubicBezTo>
                  <a:cubicBezTo>
                    <a:pt x="1667" y="4835"/>
                    <a:pt x="2739" y="3763"/>
                    <a:pt x="2739" y="2430"/>
                  </a:cubicBezTo>
                  <a:cubicBezTo>
                    <a:pt x="2739" y="1072"/>
                    <a:pt x="1667" y="1"/>
                    <a:pt x="33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3" name="Google Shape;21213;p138"/>
            <p:cNvSpPr/>
            <p:nvPr/>
          </p:nvSpPr>
          <p:spPr>
            <a:xfrm>
              <a:off x="1097631" y="1950411"/>
              <a:ext cx="71988" cy="157170"/>
            </a:xfrm>
            <a:custGeom>
              <a:avLst/>
              <a:gdLst/>
              <a:ahLst/>
              <a:cxnLst/>
              <a:rect l="l" t="t" r="r" b="b"/>
              <a:pathLst>
                <a:path w="2215" h="4836" extrusionOk="0">
                  <a:moveTo>
                    <a:pt x="1119" y="1"/>
                  </a:moveTo>
                  <a:cubicBezTo>
                    <a:pt x="500" y="1"/>
                    <a:pt x="0" y="1096"/>
                    <a:pt x="0" y="2406"/>
                  </a:cubicBezTo>
                  <a:cubicBezTo>
                    <a:pt x="0" y="3740"/>
                    <a:pt x="500" y="4835"/>
                    <a:pt x="1119" y="4835"/>
                  </a:cubicBezTo>
                  <a:cubicBezTo>
                    <a:pt x="1715" y="4835"/>
                    <a:pt x="2215" y="3740"/>
                    <a:pt x="2215" y="2406"/>
                  </a:cubicBezTo>
                  <a:cubicBezTo>
                    <a:pt x="2215" y="1096"/>
                    <a:pt x="1715" y="1"/>
                    <a:pt x="1119"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4" name="Google Shape;21214;p138"/>
            <p:cNvSpPr/>
            <p:nvPr/>
          </p:nvSpPr>
          <p:spPr>
            <a:xfrm>
              <a:off x="1123176" y="1950411"/>
              <a:ext cx="46442" cy="157170"/>
            </a:xfrm>
            <a:custGeom>
              <a:avLst/>
              <a:gdLst/>
              <a:ahLst/>
              <a:cxnLst/>
              <a:rect l="l" t="t" r="r" b="b"/>
              <a:pathLst>
                <a:path w="1429" h="4836" extrusionOk="0">
                  <a:moveTo>
                    <a:pt x="333" y="1"/>
                  </a:moveTo>
                  <a:cubicBezTo>
                    <a:pt x="214" y="1"/>
                    <a:pt x="95" y="48"/>
                    <a:pt x="0" y="120"/>
                  </a:cubicBezTo>
                  <a:cubicBezTo>
                    <a:pt x="453" y="429"/>
                    <a:pt x="786" y="1358"/>
                    <a:pt x="786" y="2430"/>
                  </a:cubicBezTo>
                  <a:cubicBezTo>
                    <a:pt x="786" y="3502"/>
                    <a:pt x="453" y="4406"/>
                    <a:pt x="0" y="4716"/>
                  </a:cubicBezTo>
                  <a:cubicBezTo>
                    <a:pt x="119" y="4764"/>
                    <a:pt x="214" y="4835"/>
                    <a:pt x="333" y="4835"/>
                  </a:cubicBezTo>
                  <a:cubicBezTo>
                    <a:pt x="929" y="4835"/>
                    <a:pt x="1429" y="3763"/>
                    <a:pt x="1429" y="2430"/>
                  </a:cubicBezTo>
                  <a:cubicBezTo>
                    <a:pt x="1429" y="1072"/>
                    <a:pt x="953" y="1"/>
                    <a:pt x="333" y="1"/>
                  </a:cubicBezTo>
                  <a:close/>
                </a:path>
              </a:pathLst>
            </a:custGeom>
            <a:solidFill>
              <a:srgbClr val="D6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5" name="Google Shape;21215;p138"/>
            <p:cNvSpPr/>
            <p:nvPr/>
          </p:nvSpPr>
          <p:spPr>
            <a:xfrm>
              <a:off x="1196691" y="2147003"/>
              <a:ext cx="93698" cy="69680"/>
            </a:xfrm>
            <a:custGeom>
              <a:avLst/>
              <a:gdLst/>
              <a:ahLst/>
              <a:cxnLst/>
              <a:rect l="l" t="t" r="r" b="b"/>
              <a:pathLst>
                <a:path w="2883" h="2144" extrusionOk="0">
                  <a:moveTo>
                    <a:pt x="715" y="1"/>
                  </a:moveTo>
                  <a:cubicBezTo>
                    <a:pt x="334" y="1"/>
                    <a:pt x="0" y="334"/>
                    <a:pt x="0" y="715"/>
                  </a:cubicBezTo>
                  <a:lnTo>
                    <a:pt x="0" y="2049"/>
                  </a:lnTo>
                  <a:lnTo>
                    <a:pt x="1429" y="2144"/>
                  </a:lnTo>
                  <a:lnTo>
                    <a:pt x="2858" y="2049"/>
                  </a:lnTo>
                  <a:lnTo>
                    <a:pt x="2882" y="715"/>
                  </a:lnTo>
                  <a:cubicBezTo>
                    <a:pt x="2882" y="334"/>
                    <a:pt x="2572" y="1"/>
                    <a:pt x="2168" y="1"/>
                  </a:cubicBezTo>
                  <a:lnTo>
                    <a:pt x="2144" y="1"/>
                  </a:lnTo>
                  <a:cubicBezTo>
                    <a:pt x="1763" y="1"/>
                    <a:pt x="1429" y="334"/>
                    <a:pt x="1429" y="715"/>
                  </a:cubicBezTo>
                  <a:cubicBezTo>
                    <a:pt x="1429" y="334"/>
                    <a:pt x="1096" y="1"/>
                    <a:pt x="71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6" name="Google Shape;21216;p138"/>
            <p:cNvSpPr/>
            <p:nvPr/>
          </p:nvSpPr>
          <p:spPr>
            <a:xfrm>
              <a:off x="1243913" y="2195753"/>
              <a:ext cx="48002" cy="21710"/>
            </a:xfrm>
            <a:custGeom>
              <a:avLst/>
              <a:gdLst/>
              <a:ahLst/>
              <a:cxnLst/>
              <a:rect l="l" t="t" r="r" b="b"/>
              <a:pathLst>
                <a:path w="1477" h="668" extrusionOk="0">
                  <a:moveTo>
                    <a:pt x="762" y="1"/>
                  </a:moveTo>
                  <a:cubicBezTo>
                    <a:pt x="357" y="1"/>
                    <a:pt x="48" y="263"/>
                    <a:pt x="0" y="668"/>
                  </a:cubicBezTo>
                  <a:lnTo>
                    <a:pt x="1405" y="668"/>
                  </a:lnTo>
                  <a:cubicBezTo>
                    <a:pt x="1429" y="668"/>
                    <a:pt x="1477" y="644"/>
                    <a:pt x="1477" y="596"/>
                  </a:cubicBezTo>
                  <a:cubicBezTo>
                    <a:pt x="1405" y="239"/>
                    <a:pt x="1096" y="1"/>
                    <a:pt x="76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7" name="Google Shape;21217;p138"/>
            <p:cNvSpPr/>
            <p:nvPr/>
          </p:nvSpPr>
          <p:spPr>
            <a:xfrm>
              <a:off x="1006306" y="1931073"/>
              <a:ext cx="33" cy="33"/>
            </a:xfrm>
            <a:custGeom>
              <a:avLst/>
              <a:gdLst/>
              <a:ahLst/>
              <a:cxnLst/>
              <a:rect l="l" t="t" r="r" b="b"/>
              <a:pathLst>
                <a:path w="1" h="1" extrusionOk="0">
                  <a:moveTo>
                    <a:pt x="0" y="0"/>
                  </a:move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8" name="Google Shape;21218;p138"/>
            <p:cNvSpPr/>
            <p:nvPr/>
          </p:nvSpPr>
          <p:spPr>
            <a:xfrm>
              <a:off x="1130131" y="2120678"/>
              <a:ext cx="48002" cy="72800"/>
            </a:xfrm>
            <a:custGeom>
              <a:avLst/>
              <a:gdLst/>
              <a:ahLst/>
              <a:cxnLst/>
              <a:rect l="l" t="t" r="r" b="b"/>
              <a:pathLst>
                <a:path w="1477" h="2240" extrusionOk="0">
                  <a:moveTo>
                    <a:pt x="167" y="1"/>
                  </a:moveTo>
                  <a:cubicBezTo>
                    <a:pt x="48" y="1"/>
                    <a:pt x="0" y="96"/>
                    <a:pt x="0" y="191"/>
                  </a:cubicBezTo>
                  <a:cubicBezTo>
                    <a:pt x="0" y="287"/>
                    <a:pt x="48" y="334"/>
                    <a:pt x="167" y="358"/>
                  </a:cubicBezTo>
                  <a:cubicBezTo>
                    <a:pt x="286" y="358"/>
                    <a:pt x="358" y="287"/>
                    <a:pt x="358" y="191"/>
                  </a:cubicBezTo>
                  <a:cubicBezTo>
                    <a:pt x="358" y="72"/>
                    <a:pt x="262" y="1"/>
                    <a:pt x="167" y="1"/>
                  </a:cubicBezTo>
                  <a:close/>
                  <a:moveTo>
                    <a:pt x="167" y="692"/>
                  </a:moveTo>
                  <a:cubicBezTo>
                    <a:pt x="48" y="692"/>
                    <a:pt x="0" y="787"/>
                    <a:pt x="0" y="882"/>
                  </a:cubicBezTo>
                  <a:cubicBezTo>
                    <a:pt x="0" y="954"/>
                    <a:pt x="48" y="1049"/>
                    <a:pt x="167" y="1049"/>
                  </a:cubicBezTo>
                  <a:cubicBezTo>
                    <a:pt x="286" y="1049"/>
                    <a:pt x="358" y="954"/>
                    <a:pt x="358" y="882"/>
                  </a:cubicBezTo>
                  <a:cubicBezTo>
                    <a:pt x="358" y="763"/>
                    <a:pt x="262" y="692"/>
                    <a:pt x="167" y="692"/>
                  </a:cubicBezTo>
                  <a:close/>
                  <a:moveTo>
                    <a:pt x="205" y="1343"/>
                  </a:moveTo>
                  <a:cubicBezTo>
                    <a:pt x="185" y="1343"/>
                    <a:pt x="164" y="1348"/>
                    <a:pt x="143" y="1358"/>
                  </a:cubicBezTo>
                  <a:cubicBezTo>
                    <a:pt x="48" y="1382"/>
                    <a:pt x="0" y="1477"/>
                    <a:pt x="24" y="1549"/>
                  </a:cubicBezTo>
                  <a:cubicBezTo>
                    <a:pt x="48" y="1644"/>
                    <a:pt x="119" y="1668"/>
                    <a:pt x="167" y="1668"/>
                  </a:cubicBezTo>
                  <a:lnTo>
                    <a:pt x="239" y="1668"/>
                  </a:lnTo>
                  <a:cubicBezTo>
                    <a:pt x="334" y="1644"/>
                    <a:pt x="381" y="1549"/>
                    <a:pt x="358" y="1477"/>
                  </a:cubicBezTo>
                  <a:cubicBezTo>
                    <a:pt x="339" y="1403"/>
                    <a:pt x="277" y="1343"/>
                    <a:pt x="205" y="1343"/>
                  </a:cubicBezTo>
                  <a:close/>
                  <a:moveTo>
                    <a:pt x="642" y="1757"/>
                  </a:moveTo>
                  <a:cubicBezTo>
                    <a:pt x="565" y="1757"/>
                    <a:pt x="496" y="1803"/>
                    <a:pt x="477" y="1882"/>
                  </a:cubicBezTo>
                  <a:cubicBezTo>
                    <a:pt x="453" y="1978"/>
                    <a:pt x="501" y="2073"/>
                    <a:pt x="596" y="2097"/>
                  </a:cubicBezTo>
                  <a:lnTo>
                    <a:pt x="643" y="2097"/>
                  </a:lnTo>
                  <a:cubicBezTo>
                    <a:pt x="715" y="2097"/>
                    <a:pt x="762" y="2049"/>
                    <a:pt x="810" y="1978"/>
                  </a:cubicBezTo>
                  <a:cubicBezTo>
                    <a:pt x="834" y="1882"/>
                    <a:pt x="762" y="1787"/>
                    <a:pt x="691" y="1763"/>
                  </a:cubicBezTo>
                  <a:cubicBezTo>
                    <a:pt x="675" y="1759"/>
                    <a:pt x="658" y="1757"/>
                    <a:pt x="642" y="1757"/>
                  </a:cubicBezTo>
                  <a:close/>
                  <a:moveTo>
                    <a:pt x="1297" y="1901"/>
                  </a:moveTo>
                  <a:cubicBezTo>
                    <a:pt x="1220" y="1901"/>
                    <a:pt x="1161" y="1963"/>
                    <a:pt x="1120" y="2025"/>
                  </a:cubicBezTo>
                  <a:cubicBezTo>
                    <a:pt x="1096" y="2120"/>
                    <a:pt x="1167" y="2216"/>
                    <a:pt x="1239" y="2240"/>
                  </a:cubicBezTo>
                  <a:lnTo>
                    <a:pt x="1310" y="2240"/>
                  </a:lnTo>
                  <a:cubicBezTo>
                    <a:pt x="1358" y="2240"/>
                    <a:pt x="1429" y="2216"/>
                    <a:pt x="1453" y="2120"/>
                  </a:cubicBezTo>
                  <a:cubicBezTo>
                    <a:pt x="1477" y="2025"/>
                    <a:pt x="1429" y="1954"/>
                    <a:pt x="1334" y="1906"/>
                  </a:cubicBezTo>
                  <a:cubicBezTo>
                    <a:pt x="1321" y="1903"/>
                    <a:pt x="1309" y="1901"/>
                    <a:pt x="1297" y="190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9" name="Google Shape;21219;p138"/>
            <p:cNvSpPr/>
            <p:nvPr/>
          </p:nvSpPr>
          <p:spPr>
            <a:xfrm>
              <a:off x="1006306" y="2242976"/>
              <a:ext cx="357598" cy="24797"/>
            </a:xfrm>
            <a:custGeom>
              <a:avLst/>
              <a:gdLst/>
              <a:ahLst/>
              <a:cxnLst/>
              <a:rect l="l" t="t" r="r" b="b"/>
              <a:pathLst>
                <a:path w="11003" h="763" extrusionOk="0">
                  <a:moveTo>
                    <a:pt x="143" y="1"/>
                  </a:moveTo>
                  <a:cubicBezTo>
                    <a:pt x="48" y="1"/>
                    <a:pt x="0" y="48"/>
                    <a:pt x="0" y="144"/>
                  </a:cubicBezTo>
                  <a:lnTo>
                    <a:pt x="0" y="453"/>
                  </a:lnTo>
                  <a:cubicBezTo>
                    <a:pt x="0" y="620"/>
                    <a:pt x="143" y="763"/>
                    <a:pt x="334" y="763"/>
                  </a:cubicBezTo>
                  <a:lnTo>
                    <a:pt x="4525" y="763"/>
                  </a:lnTo>
                  <a:lnTo>
                    <a:pt x="5477" y="382"/>
                  </a:lnTo>
                  <a:lnTo>
                    <a:pt x="6454" y="763"/>
                  </a:lnTo>
                  <a:lnTo>
                    <a:pt x="10645" y="763"/>
                  </a:lnTo>
                  <a:cubicBezTo>
                    <a:pt x="10836" y="763"/>
                    <a:pt x="10979" y="644"/>
                    <a:pt x="11002" y="453"/>
                  </a:cubicBezTo>
                  <a:lnTo>
                    <a:pt x="11002" y="144"/>
                  </a:lnTo>
                  <a:cubicBezTo>
                    <a:pt x="11002" y="48"/>
                    <a:pt x="10955" y="1"/>
                    <a:pt x="10860"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0" name="Google Shape;21220;p138"/>
            <p:cNvSpPr/>
            <p:nvPr/>
          </p:nvSpPr>
          <p:spPr>
            <a:xfrm>
              <a:off x="1331371" y="2243756"/>
              <a:ext cx="31752" cy="25578"/>
            </a:xfrm>
            <a:custGeom>
              <a:avLst/>
              <a:gdLst/>
              <a:ahLst/>
              <a:cxnLst/>
              <a:rect l="l" t="t" r="r" b="b"/>
              <a:pathLst>
                <a:path w="977" h="787" extrusionOk="0">
                  <a:moveTo>
                    <a:pt x="167" y="0"/>
                  </a:moveTo>
                  <a:cubicBezTo>
                    <a:pt x="262" y="0"/>
                    <a:pt x="334" y="72"/>
                    <a:pt x="334" y="143"/>
                  </a:cubicBezTo>
                  <a:lnTo>
                    <a:pt x="334" y="453"/>
                  </a:lnTo>
                  <a:cubicBezTo>
                    <a:pt x="334" y="620"/>
                    <a:pt x="167" y="786"/>
                    <a:pt x="0" y="786"/>
                  </a:cubicBezTo>
                  <a:lnTo>
                    <a:pt x="643" y="786"/>
                  </a:lnTo>
                  <a:cubicBezTo>
                    <a:pt x="834" y="786"/>
                    <a:pt x="977" y="620"/>
                    <a:pt x="977" y="453"/>
                  </a:cubicBezTo>
                  <a:lnTo>
                    <a:pt x="977" y="143"/>
                  </a:lnTo>
                  <a:cubicBezTo>
                    <a:pt x="977" y="72"/>
                    <a:pt x="929" y="0"/>
                    <a:pt x="834"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1" name="Google Shape;21221;p138"/>
            <p:cNvSpPr/>
            <p:nvPr/>
          </p:nvSpPr>
          <p:spPr>
            <a:xfrm>
              <a:off x="1153336" y="2243756"/>
              <a:ext cx="62725" cy="24017"/>
            </a:xfrm>
            <a:custGeom>
              <a:avLst/>
              <a:gdLst/>
              <a:ahLst/>
              <a:cxnLst/>
              <a:rect l="l" t="t" r="r" b="b"/>
              <a:pathLst>
                <a:path w="1930" h="739" extrusionOk="0">
                  <a:moveTo>
                    <a:pt x="1" y="0"/>
                  </a:moveTo>
                  <a:lnTo>
                    <a:pt x="1" y="739"/>
                  </a:lnTo>
                  <a:lnTo>
                    <a:pt x="1930" y="739"/>
                  </a:lnTo>
                  <a:lnTo>
                    <a:pt x="1930" y="0"/>
                  </a:ln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2" name="Google Shape;21222;p138"/>
            <p:cNvSpPr/>
            <p:nvPr/>
          </p:nvSpPr>
          <p:spPr>
            <a:xfrm>
              <a:off x="1195131" y="2243756"/>
              <a:ext cx="20930" cy="24017"/>
            </a:xfrm>
            <a:custGeom>
              <a:avLst/>
              <a:gdLst/>
              <a:ahLst/>
              <a:cxnLst/>
              <a:rect l="l" t="t" r="r" b="b"/>
              <a:pathLst>
                <a:path w="644" h="739" extrusionOk="0">
                  <a:moveTo>
                    <a:pt x="1" y="0"/>
                  </a:moveTo>
                  <a:lnTo>
                    <a:pt x="1" y="739"/>
                  </a:lnTo>
                  <a:lnTo>
                    <a:pt x="644" y="739"/>
                  </a:lnTo>
                  <a:lnTo>
                    <a:pt x="64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3" name="Google Shape;21223;p138"/>
            <p:cNvSpPr/>
            <p:nvPr/>
          </p:nvSpPr>
          <p:spPr>
            <a:xfrm>
              <a:off x="1196691" y="2195753"/>
              <a:ext cx="47255" cy="21710"/>
            </a:xfrm>
            <a:custGeom>
              <a:avLst/>
              <a:gdLst/>
              <a:ahLst/>
              <a:cxnLst/>
              <a:rect l="l" t="t" r="r" b="b"/>
              <a:pathLst>
                <a:path w="1454" h="668" extrusionOk="0">
                  <a:moveTo>
                    <a:pt x="715" y="1"/>
                  </a:moveTo>
                  <a:cubicBezTo>
                    <a:pt x="358" y="1"/>
                    <a:pt x="72" y="239"/>
                    <a:pt x="0" y="596"/>
                  </a:cubicBezTo>
                  <a:cubicBezTo>
                    <a:pt x="0" y="644"/>
                    <a:pt x="24" y="668"/>
                    <a:pt x="48" y="668"/>
                  </a:cubicBezTo>
                  <a:lnTo>
                    <a:pt x="1453" y="668"/>
                  </a:lnTo>
                  <a:cubicBezTo>
                    <a:pt x="1406" y="263"/>
                    <a:pt x="1096" y="1"/>
                    <a:pt x="715"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24" name="Google Shape;21224;p138"/>
          <p:cNvGrpSpPr/>
          <p:nvPr/>
        </p:nvGrpSpPr>
        <p:grpSpPr>
          <a:xfrm>
            <a:off x="1760143" y="1811173"/>
            <a:ext cx="358377" cy="271700"/>
            <a:chOff x="1760143" y="1963573"/>
            <a:chExt cx="358377" cy="271700"/>
          </a:xfrm>
        </p:grpSpPr>
        <p:sp>
          <p:nvSpPr>
            <p:cNvPr id="21225" name="Google Shape;21225;p138"/>
            <p:cNvSpPr/>
            <p:nvPr/>
          </p:nvSpPr>
          <p:spPr>
            <a:xfrm>
              <a:off x="1760923" y="2002281"/>
              <a:ext cx="356817" cy="212095"/>
            </a:xfrm>
            <a:custGeom>
              <a:avLst/>
              <a:gdLst/>
              <a:ahLst/>
              <a:cxnLst/>
              <a:rect l="l" t="t" r="r" b="b"/>
              <a:pathLst>
                <a:path w="10979" h="6526" extrusionOk="0">
                  <a:moveTo>
                    <a:pt x="5335" y="0"/>
                  </a:moveTo>
                  <a:lnTo>
                    <a:pt x="0" y="167"/>
                  </a:lnTo>
                  <a:lnTo>
                    <a:pt x="0" y="6192"/>
                  </a:lnTo>
                  <a:lnTo>
                    <a:pt x="6049" y="6525"/>
                  </a:lnTo>
                  <a:lnTo>
                    <a:pt x="10979" y="6216"/>
                  </a:lnTo>
                  <a:lnTo>
                    <a:pt x="10979" y="167"/>
                  </a:lnTo>
                  <a:lnTo>
                    <a:pt x="5335"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6" name="Google Shape;21226;p138"/>
            <p:cNvSpPr/>
            <p:nvPr/>
          </p:nvSpPr>
          <p:spPr>
            <a:xfrm>
              <a:off x="1959043" y="1996853"/>
              <a:ext cx="158697" cy="219830"/>
            </a:xfrm>
            <a:custGeom>
              <a:avLst/>
              <a:gdLst/>
              <a:ahLst/>
              <a:cxnLst/>
              <a:rect l="l" t="t" r="r" b="b"/>
              <a:pathLst>
                <a:path w="4883" h="6764" extrusionOk="0">
                  <a:moveTo>
                    <a:pt x="1" y="1"/>
                  </a:moveTo>
                  <a:lnTo>
                    <a:pt x="1" y="6764"/>
                  </a:lnTo>
                  <a:lnTo>
                    <a:pt x="4883" y="6359"/>
                  </a:lnTo>
                  <a:lnTo>
                    <a:pt x="4883" y="334"/>
                  </a:lnTo>
                  <a:lnTo>
                    <a:pt x="1" y="1"/>
                  </a:ln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7" name="Google Shape;21227;p138"/>
            <p:cNvSpPr/>
            <p:nvPr/>
          </p:nvSpPr>
          <p:spPr>
            <a:xfrm>
              <a:off x="2096811" y="1998413"/>
              <a:ext cx="20930" cy="217522"/>
            </a:xfrm>
            <a:custGeom>
              <a:avLst/>
              <a:gdLst/>
              <a:ahLst/>
              <a:cxnLst/>
              <a:rect l="l" t="t" r="r" b="b"/>
              <a:pathLst>
                <a:path w="644" h="6693" extrusionOk="0">
                  <a:moveTo>
                    <a:pt x="1" y="0"/>
                  </a:moveTo>
                  <a:lnTo>
                    <a:pt x="1" y="6692"/>
                  </a:lnTo>
                  <a:lnTo>
                    <a:pt x="644" y="6359"/>
                  </a:lnTo>
                  <a:lnTo>
                    <a:pt x="644" y="286"/>
                  </a:lnTo>
                  <a:lnTo>
                    <a:pt x="1" y="0"/>
                  </a:ln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8" name="Google Shape;21228;p138"/>
            <p:cNvSpPr/>
            <p:nvPr/>
          </p:nvSpPr>
          <p:spPr>
            <a:xfrm>
              <a:off x="1760923" y="2203521"/>
              <a:ext cx="357597" cy="31753"/>
            </a:xfrm>
            <a:custGeom>
              <a:avLst/>
              <a:gdLst/>
              <a:ahLst/>
              <a:cxnLst/>
              <a:rect l="l" t="t" r="r" b="b"/>
              <a:pathLst>
                <a:path w="11003" h="977" extrusionOk="0">
                  <a:moveTo>
                    <a:pt x="0" y="0"/>
                  </a:moveTo>
                  <a:lnTo>
                    <a:pt x="0" y="786"/>
                  </a:lnTo>
                  <a:cubicBezTo>
                    <a:pt x="0" y="881"/>
                    <a:pt x="95" y="976"/>
                    <a:pt x="167" y="976"/>
                  </a:cubicBezTo>
                  <a:lnTo>
                    <a:pt x="10836" y="976"/>
                  </a:lnTo>
                  <a:cubicBezTo>
                    <a:pt x="10931" y="976"/>
                    <a:pt x="11003" y="881"/>
                    <a:pt x="11003" y="786"/>
                  </a:cubicBezTo>
                  <a:lnTo>
                    <a:pt x="11003"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9" name="Google Shape;21229;p138"/>
            <p:cNvSpPr/>
            <p:nvPr/>
          </p:nvSpPr>
          <p:spPr>
            <a:xfrm>
              <a:off x="1760143" y="1963573"/>
              <a:ext cx="357597" cy="44167"/>
            </a:xfrm>
            <a:custGeom>
              <a:avLst/>
              <a:gdLst/>
              <a:ahLst/>
              <a:cxnLst/>
              <a:rect l="l" t="t" r="r" b="b"/>
              <a:pathLst>
                <a:path w="11003" h="1359" extrusionOk="0">
                  <a:moveTo>
                    <a:pt x="167" y="1"/>
                  </a:moveTo>
                  <a:cubicBezTo>
                    <a:pt x="72" y="1"/>
                    <a:pt x="0" y="72"/>
                    <a:pt x="0" y="167"/>
                  </a:cubicBezTo>
                  <a:lnTo>
                    <a:pt x="0" y="1358"/>
                  </a:lnTo>
                  <a:lnTo>
                    <a:pt x="11003" y="1358"/>
                  </a:lnTo>
                  <a:lnTo>
                    <a:pt x="11003" y="167"/>
                  </a:lnTo>
                  <a:cubicBezTo>
                    <a:pt x="11003" y="72"/>
                    <a:pt x="10907" y="1"/>
                    <a:pt x="10836"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0" name="Google Shape;21230;p138"/>
            <p:cNvSpPr/>
            <p:nvPr/>
          </p:nvSpPr>
          <p:spPr>
            <a:xfrm>
              <a:off x="2090636" y="2203521"/>
              <a:ext cx="27105" cy="31753"/>
            </a:xfrm>
            <a:custGeom>
              <a:avLst/>
              <a:gdLst/>
              <a:ahLst/>
              <a:cxnLst/>
              <a:rect l="l" t="t" r="r" b="b"/>
              <a:pathLst>
                <a:path w="834" h="977" extrusionOk="0">
                  <a:moveTo>
                    <a:pt x="191" y="0"/>
                  </a:moveTo>
                  <a:lnTo>
                    <a:pt x="191" y="786"/>
                  </a:lnTo>
                  <a:cubicBezTo>
                    <a:pt x="191" y="881"/>
                    <a:pt x="95" y="976"/>
                    <a:pt x="0" y="976"/>
                  </a:cubicBezTo>
                  <a:lnTo>
                    <a:pt x="667" y="976"/>
                  </a:lnTo>
                  <a:cubicBezTo>
                    <a:pt x="738" y="976"/>
                    <a:pt x="834" y="881"/>
                    <a:pt x="834" y="786"/>
                  </a:cubicBezTo>
                  <a:lnTo>
                    <a:pt x="83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1" name="Google Shape;21231;p138"/>
            <p:cNvSpPr/>
            <p:nvPr/>
          </p:nvSpPr>
          <p:spPr>
            <a:xfrm>
              <a:off x="2090636" y="1963573"/>
              <a:ext cx="27105" cy="44167"/>
            </a:xfrm>
            <a:custGeom>
              <a:avLst/>
              <a:gdLst/>
              <a:ahLst/>
              <a:cxnLst/>
              <a:rect l="l" t="t" r="r" b="b"/>
              <a:pathLst>
                <a:path w="834" h="1359" extrusionOk="0">
                  <a:moveTo>
                    <a:pt x="0" y="1"/>
                  </a:moveTo>
                  <a:cubicBezTo>
                    <a:pt x="95" y="1"/>
                    <a:pt x="191" y="72"/>
                    <a:pt x="191" y="167"/>
                  </a:cubicBezTo>
                  <a:lnTo>
                    <a:pt x="191" y="1358"/>
                  </a:lnTo>
                  <a:lnTo>
                    <a:pt x="834" y="1358"/>
                  </a:lnTo>
                  <a:lnTo>
                    <a:pt x="834" y="167"/>
                  </a:lnTo>
                  <a:cubicBezTo>
                    <a:pt x="834" y="72"/>
                    <a:pt x="738" y="1"/>
                    <a:pt x="66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2" name="Google Shape;21232;p138"/>
            <p:cNvSpPr/>
            <p:nvPr/>
          </p:nvSpPr>
          <p:spPr>
            <a:xfrm>
              <a:off x="2035678" y="1979823"/>
              <a:ext cx="11635" cy="11635"/>
            </a:xfrm>
            <a:custGeom>
              <a:avLst/>
              <a:gdLst/>
              <a:ahLst/>
              <a:cxnLst/>
              <a:rect l="l" t="t" r="r" b="b"/>
              <a:pathLst>
                <a:path w="358" h="358" extrusionOk="0">
                  <a:moveTo>
                    <a:pt x="167" y="1"/>
                  </a:moveTo>
                  <a:cubicBezTo>
                    <a:pt x="72" y="1"/>
                    <a:pt x="0" y="72"/>
                    <a:pt x="0" y="167"/>
                  </a:cubicBezTo>
                  <a:cubicBezTo>
                    <a:pt x="0" y="263"/>
                    <a:pt x="72" y="358"/>
                    <a:pt x="167" y="358"/>
                  </a:cubicBezTo>
                  <a:cubicBezTo>
                    <a:pt x="262" y="358"/>
                    <a:pt x="358" y="263"/>
                    <a:pt x="358" y="167"/>
                  </a:cubicBezTo>
                  <a:cubicBezTo>
                    <a:pt x="358" y="72"/>
                    <a:pt x="262"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3" name="Google Shape;21233;p138"/>
            <p:cNvSpPr/>
            <p:nvPr/>
          </p:nvSpPr>
          <p:spPr>
            <a:xfrm>
              <a:off x="2057356" y="1979823"/>
              <a:ext cx="11635" cy="11635"/>
            </a:xfrm>
            <a:custGeom>
              <a:avLst/>
              <a:gdLst/>
              <a:ahLst/>
              <a:cxnLst/>
              <a:rect l="l" t="t" r="r" b="b"/>
              <a:pathLst>
                <a:path w="358" h="358" extrusionOk="0">
                  <a:moveTo>
                    <a:pt x="191" y="1"/>
                  </a:moveTo>
                  <a:cubicBezTo>
                    <a:pt x="95" y="1"/>
                    <a:pt x="0" y="72"/>
                    <a:pt x="0" y="167"/>
                  </a:cubicBezTo>
                  <a:cubicBezTo>
                    <a:pt x="0" y="263"/>
                    <a:pt x="95" y="358"/>
                    <a:pt x="191" y="358"/>
                  </a:cubicBezTo>
                  <a:cubicBezTo>
                    <a:pt x="286" y="358"/>
                    <a:pt x="357" y="263"/>
                    <a:pt x="357" y="167"/>
                  </a:cubicBezTo>
                  <a:cubicBezTo>
                    <a:pt x="357" y="72"/>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4" name="Google Shape;21234;p138"/>
            <p:cNvSpPr/>
            <p:nvPr/>
          </p:nvSpPr>
          <p:spPr>
            <a:xfrm>
              <a:off x="2079781" y="1979823"/>
              <a:ext cx="11667" cy="11635"/>
            </a:xfrm>
            <a:custGeom>
              <a:avLst/>
              <a:gdLst/>
              <a:ahLst/>
              <a:cxnLst/>
              <a:rect l="l" t="t" r="r" b="b"/>
              <a:pathLst>
                <a:path w="359" h="358" extrusionOk="0">
                  <a:moveTo>
                    <a:pt x="191" y="1"/>
                  </a:moveTo>
                  <a:cubicBezTo>
                    <a:pt x="96" y="1"/>
                    <a:pt x="1" y="72"/>
                    <a:pt x="1" y="167"/>
                  </a:cubicBezTo>
                  <a:cubicBezTo>
                    <a:pt x="1" y="263"/>
                    <a:pt x="96" y="358"/>
                    <a:pt x="191" y="358"/>
                  </a:cubicBezTo>
                  <a:cubicBezTo>
                    <a:pt x="287" y="358"/>
                    <a:pt x="358" y="263"/>
                    <a:pt x="358" y="167"/>
                  </a:cubicBezTo>
                  <a:cubicBezTo>
                    <a:pt x="358" y="72"/>
                    <a:pt x="287"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5" name="Google Shape;21235;p138"/>
            <p:cNvSpPr/>
            <p:nvPr/>
          </p:nvSpPr>
          <p:spPr>
            <a:xfrm>
              <a:off x="1815101" y="2101341"/>
              <a:ext cx="85150" cy="58272"/>
            </a:xfrm>
            <a:custGeom>
              <a:avLst/>
              <a:gdLst/>
              <a:ahLst/>
              <a:cxnLst/>
              <a:rect l="l" t="t" r="r" b="b"/>
              <a:pathLst>
                <a:path w="2620" h="1793" extrusionOk="0">
                  <a:moveTo>
                    <a:pt x="0" y="1"/>
                  </a:moveTo>
                  <a:lnTo>
                    <a:pt x="0" y="1429"/>
                  </a:lnTo>
                  <a:cubicBezTo>
                    <a:pt x="0" y="1477"/>
                    <a:pt x="0" y="1501"/>
                    <a:pt x="24" y="1501"/>
                  </a:cubicBezTo>
                  <a:lnTo>
                    <a:pt x="238" y="1596"/>
                  </a:lnTo>
                  <a:cubicBezTo>
                    <a:pt x="560" y="1727"/>
                    <a:pt x="911" y="1793"/>
                    <a:pt x="1265" y="1793"/>
                  </a:cubicBezTo>
                  <a:cubicBezTo>
                    <a:pt x="1620" y="1793"/>
                    <a:pt x="1977" y="1727"/>
                    <a:pt x="2310" y="1596"/>
                  </a:cubicBezTo>
                  <a:lnTo>
                    <a:pt x="2525" y="1501"/>
                  </a:lnTo>
                  <a:cubicBezTo>
                    <a:pt x="2548" y="1501"/>
                    <a:pt x="2596" y="1501"/>
                    <a:pt x="2620" y="1477"/>
                  </a:cubicBezTo>
                  <a:lnTo>
                    <a:pt x="262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6" name="Google Shape;21236;p138"/>
            <p:cNvSpPr/>
            <p:nvPr/>
          </p:nvSpPr>
          <p:spPr>
            <a:xfrm>
              <a:off x="1860763" y="2108296"/>
              <a:ext cx="38740" cy="51122"/>
            </a:xfrm>
            <a:custGeom>
              <a:avLst/>
              <a:gdLst/>
              <a:ahLst/>
              <a:cxnLst/>
              <a:rect l="l" t="t" r="r" b="b"/>
              <a:pathLst>
                <a:path w="1192" h="1573" extrusionOk="0">
                  <a:moveTo>
                    <a:pt x="1191" y="1"/>
                  </a:moveTo>
                  <a:lnTo>
                    <a:pt x="524" y="25"/>
                  </a:lnTo>
                  <a:lnTo>
                    <a:pt x="524" y="1096"/>
                  </a:lnTo>
                  <a:cubicBezTo>
                    <a:pt x="524" y="1287"/>
                    <a:pt x="405" y="1430"/>
                    <a:pt x="262" y="1501"/>
                  </a:cubicBezTo>
                  <a:lnTo>
                    <a:pt x="0" y="1573"/>
                  </a:lnTo>
                  <a:cubicBezTo>
                    <a:pt x="310" y="1573"/>
                    <a:pt x="619" y="1501"/>
                    <a:pt x="905" y="1382"/>
                  </a:cubicBezTo>
                  <a:lnTo>
                    <a:pt x="1143" y="1287"/>
                  </a:lnTo>
                  <a:cubicBezTo>
                    <a:pt x="1191" y="1287"/>
                    <a:pt x="1191" y="1263"/>
                    <a:pt x="1191" y="1215"/>
                  </a:cubicBezTo>
                  <a:lnTo>
                    <a:pt x="1191"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7" name="Google Shape;21237;p138"/>
            <p:cNvSpPr/>
            <p:nvPr/>
          </p:nvSpPr>
          <p:spPr>
            <a:xfrm>
              <a:off x="1784908" y="2064583"/>
              <a:ext cx="142447" cy="66592"/>
            </a:xfrm>
            <a:custGeom>
              <a:avLst/>
              <a:gdLst/>
              <a:ahLst/>
              <a:cxnLst/>
              <a:rect l="l" t="t" r="r" b="b"/>
              <a:pathLst>
                <a:path w="4383" h="2049" extrusionOk="0">
                  <a:moveTo>
                    <a:pt x="2200" y="0"/>
                  </a:moveTo>
                  <a:cubicBezTo>
                    <a:pt x="2138" y="0"/>
                    <a:pt x="2072" y="12"/>
                    <a:pt x="2001" y="36"/>
                  </a:cubicBezTo>
                  <a:lnTo>
                    <a:pt x="96" y="893"/>
                  </a:lnTo>
                  <a:cubicBezTo>
                    <a:pt x="0" y="965"/>
                    <a:pt x="0" y="1084"/>
                    <a:pt x="96" y="1108"/>
                  </a:cubicBezTo>
                  <a:lnTo>
                    <a:pt x="2025" y="2013"/>
                  </a:lnTo>
                  <a:cubicBezTo>
                    <a:pt x="2084" y="2037"/>
                    <a:pt x="2144" y="2048"/>
                    <a:pt x="2200" y="2048"/>
                  </a:cubicBezTo>
                  <a:cubicBezTo>
                    <a:pt x="2257" y="2048"/>
                    <a:pt x="2310" y="2037"/>
                    <a:pt x="2358" y="2013"/>
                  </a:cubicBezTo>
                  <a:lnTo>
                    <a:pt x="4287" y="1108"/>
                  </a:lnTo>
                  <a:cubicBezTo>
                    <a:pt x="4382" y="1084"/>
                    <a:pt x="4382" y="941"/>
                    <a:pt x="4287" y="893"/>
                  </a:cubicBezTo>
                  <a:lnTo>
                    <a:pt x="2382" y="36"/>
                  </a:lnTo>
                  <a:cubicBezTo>
                    <a:pt x="2322" y="12"/>
                    <a:pt x="2263" y="0"/>
                    <a:pt x="220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8" name="Google Shape;21238;p138"/>
            <p:cNvSpPr/>
            <p:nvPr/>
          </p:nvSpPr>
          <p:spPr>
            <a:xfrm>
              <a:off x="1843155" y="2093261"/>
              <a:ext cx="85183" cy="38903"/>
            </a:xfrm>
            <a:custGeom>
              <a:avLst/>
              <a:gdLst/>
              <a:ahLst/>
              <a:cxnLst/>
              <a:rect l="l" t="t" r="r" b="b"/>
              <a:pathLst>
                <a:path w="2621" h="1197" extrusionOk="0">
                  <a:moveTo>
                    <a:pt x="1" y="1024"/>
                  </a:moveTo>
                  <a:cubicBezTo>
                    <a:pt x="12" y="1036"/>
                    <a:pt x="27" y="1042"/>
                    <a:pt x="44" y="1044"/>
                  </a:cubicBezTo>
                  <a:lnTo>
                    <a:pt x="44" y="1044"/>
                  </a:lnTo>
                  <a:lnTo>
                    <a:pt x="1" y="1024"/>
                  </a:lnTo>
                  <a:close/>
                  <a:moveTo>
                    <a:pt x="2311" y="0"/>
                  </a:moveTo>
                  <a:cubicBezTo>
                    <a:pt x="2311" y="24"/>
                    <a:pt x="2287" y="71"/>
                    <a:pt x="2263" y="71"/>
                  </a:cubicBezTo>
                  <a:lnTo>
                    <a:pt x="239" y="1000"/>
                  </a:lnTo>
                  <a:cubicBezTo>
                    <a:pt x="173" y="1017"/>
                    <a:pt x="107" y="1044"/>
                    <a:pt x="57" y="1044"/>
                  </a:cubicBezTo>
                  <a:cubicBezTo>
                    <a:pt x="53" y="1044"/>
                    <a:pt x="48" y="1044"/>
                    <a:pt x="44" y="1044"/>
                  </a:cubicBezTo>
                  <a:lnTo>
                    <a:pt x="44" y="1044"/>
                  </a:lnTo>
                  <a:lnTo>
                    <a:pt x="263" y="1143"/>
                  </a:lnTo>
                  <a:cubicBezTo>
                    <a:pt x="310" y="1179"/>
                    <a:pt x="364" y="1197"/>
                    <a:pt x="420" y="1197"/>
                  </a:cubicBezTo>
                  <a:cubicBezTo>
                    <a:pt x="477" y="1197"/>
                    <a:pt x="537" y="1179"/>
                    <a:pt x="596" y="1143"/>
                  </a:cubicBezTo>
                  <a:lnTo>
                    <a:pt x="2525" y="262"/>
                  </a:lnTo>
                  <a:cubicBezTo>
                    <a:pt x="2620" y="238"/>
                    <a:pt x="2620" y="119"/>
                    <a:pt x="2525" y="71"/>
                  </a:cubicBezTo>
                  <a:lnTo>
                    <a:pt x="231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9" name="Google Shape;21239;p138"/>
            <p:cNvSpPr/>
            <p:nvPr/>
          </p:nvSpPr>
          <p:spPr>
            <a:xfrm>
              <a:off x="1989236" y="2044856"/>
              <a:ext cx="9328" cy="9295"/>
            </a:xfrm>
            <a:custGeom>
              <a:avLst/>
              <a:gdLst/>
              <a:ahLst/>
              <a:cxnLst/>
              <a:rect l="l" t="t" r="r" b="b"/>
              <a:pathLst>
                <a:path w="287" h="286" extrusionOk="0">
                  <a:moveTo>
                    <a:pt x="143" y="0"/>
                  </a:moveTo>
                  <a:cubicBezTo>
                    <a:pt x="72" y="0"/>
                    <a:pt x="1" y="48"/>
                    <a:pt x="1" y="143"/>
                  </a:cubicBezTo>
                  <a:cubicBezTo>
                    <a:pt x="1" y="214"/>
                    <a:pt x="72" y="286"/>
                    <a:pt x="143" y="286"/>
                  </a:cubicBezTo>
                  <a:cubicBezTo>
                    <a:pt x="215" y="286"/>
                    <a:pt x="286" y="214"/>
                    <a:pt x="286" y="143"/>
                  </a:cubicBezTo>
                  <a:cubicBezTo>
                    <a:pt x="286" y="48"/>
                    <a:pt x="215" y="0"/>
                    <a:pt x="143"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0" name="Google Shape;21240;p138"/>
            <p:cNvSpPr/>
            <p:nvPr/>
          </p:nvSpPr>
          <p:spPr>
            <a:xfrm>
              <a:off x="1989236" y="2073488"/>
              <a:ext cx="9328" cy="10075"/>
            </a:xfrm>
            <a:custGeom>
              <a:avLst/>
              <a:gdLst/>
              <a:ahLst/>
              <a:cxnLst/>
              <a:rect l="l" t="t" r="r" b="b"/>
              <a:pathLst>
                <a:path w="287" h="310" extrusionOk="0">
                  <a:moveTo>
                    <a:pt x="143" y="0"/>
                  </a:moveTo>
                  <a:cubicBezTo>
                    <a:pt x="72" y="0"/>
                    <a:pt x="1" y="72"/>
                    <a:pt x="1" y="143"/>
                  </a:cubicBezTo>
                  <a:cubicBezTo>
                    <a:pt x="1" y="238"/>
                    <a:pt x="72" y="310"/>
                    <a:pt x="143" y="310"/>
                  </a:cubicBezTo>
                  <a:cubicBezTo>
                    <a:pt x="215" y="310"/>
                    <a:pt x="286" y="238"/>
                    <a:pt x="286" y="143"/>
                  </a:cubicBezTo>
                  <a:cubicBezTo>
                    <a:pt x="286" y="72"/>
                    <a:pt x="215" y="0"/>
                    <a:pt x="143"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1" name="Google Shape;21241;p138"/>
            <p:cNvSpPr/>
            <p:nvPr/>
          </p:nvSpPr>
          <p:spPr>
            <a:xfrm>
              <a:off x="1989236" y="2101341"/>
              <a:ext cx="9328" cy="10108"/>
            </a:xfrm>
            <a:custGeom>
              <a:avLst/>
              <a:gdLst/>
              <a:ahLst/>
              <a:cxnLst/>
              <a:rect l="l" t="t" r="r" b="b"/>
              <a:pathLst>
                <a:path w="287" h="311" extrusionOk="0">
                  <a:moveTo>
                    <a:pt x="143" y="1"/>
                  </a:moveTo>
                  <a:cubicBezTo>
                    <a:pt x="72" y="1"/>
                    <a:pt x="1" y="72"/>
                    <a:pt x="1" y="143"/>
                  </a:cubicBezTo>
                  <a:cubicBezTo>
                    <a:pt x="1" y="239"/>
                    <a:pt x="72" y="310"/>
                    <a:pt x="143" y="310"/>
                  </a:cubicBezTo>
                  <a:cubicBezTo>
                    <a:pt x="215" y="310"/>
                    <a:pt x="286" y="239"/>
                    <a:pt x="286" y="143"/>
                  </a:cubicBezTo>
                  <a:cubicBezTo>
                    <a:pt x="286" y="72"/>
                    <a:pt x="215" y="1"/>
                    <a:pt x="143"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2" name="Google Shape;21242;p138"/>
            <p:cNvSpPr/>
            <p:nvPr/>
          </p:nvSpPr>
          <p:spPr>
            <a:xfrm>
              <a:off x="1989236" y="2130753"/>
              <a:ext cx="9328" cy="9328"/>
            </a:xfrm>
            <a:custGeom>
              <a:avLst/>
              <a:gdLst/>
              <a:ahLst/>
              <a:cxnLst/>
              <a:rect l="l" t="t" r="r" b="b"/>
              <a:pathLst>
                <a:path w="287" h="287" extrusionOk="0">
                  <a:moveTo>
                    <a:pt x="143" y="1"/>
                  </a:moveTo>
                  <a:cubicBezTo>
                    <a:pt x="48" y="1"/>
                    <a:pt x="1" y="48"/>
                    <a:pt x="1" y="143"/>
                  </a:cubicBezTo>
                  <a:cubicBezTo>
                    <a:pt x="1" y="239"/>
                    <a:pt x="48" y="286"/>
                    <a:pt x="143" y="286"/>
                  </a:cubicBezTo>
                  <a:cubicBezTo>
                    <a:pt x="239" y="286"/>
                    <a:pt x="286" y="239"/>
                    <a:pt x="286" y="143"/>
                  </a:cubicBezTo>
                  <a:cubicBezTo>
                    <a:pt x="286" y="48"/>
                    <a:pt x="239" y="1"/>
                    <a:pt x="143"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3" name="Google Shape;21243;p138"/>
            <p:cNvSpPr/>
            <p:nvPr/>
          </p:nvSpPr>
          <p:spPr>
            <a:xfrm>
              <a:off x="1989236" y="2158606"/>
              <a:ext cx="9328" cy="10108"/>
            </a:xfrm>
            <a:custGeom>
              <a:avLst/>
              <a:gdLst/>
              <a:ahLst/>
              <a:cxnLst/>
              <a:rect l="l" t="t" r="r" b="b"/>
              <a:pathLst>
                <a:path w="287" h="311" extrusionOk="0">
                  <a:moveTo>
                    <a:pt x="143" y="1"/>
                  </a:moveTo>
                  <a:cubicBezTo>
                    <a:pt x="72" y="1"/>
                    <a:pt x="1" y="72"/>
                    <a:pt x="1" y="144"/>
                  </a:cubicBezTo>
                  <a:cubicBezTo>
                    <a:pt x="1" y="239"/>
                    <a:pt x="72" y="310"/>
                    <a:pt x="143" y="310"/>
                  </a:cubicBezTo>
                  <a:cubicBezTo>
                    <a:pt x="215" y="310"/>
                    <a:pt x="286" y="239"/>
                    <a:pt x="286" y="144"/>
                  </a:cubicBezTo>
                  <a:cubicBezTo>
                    <a:pt x="286" y="72"/>
                    <a:pt x="215" y="1"/>
                    <a:pt x="143"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4" name="Google Shape;21244;p138"/>
            <p:cNvSpPr/>
            <p:nvPr/>
          </p:nvSpPr>
          <p:spPr>
            <a:xfrm>
              <a:off x="2007826" y="2045603"/>
              <a:ext cx="77415" cy="9328"/>
            </a:xfrm>
            <a:custGeom>
              <a:avLst/>
              <a:gdLst/>
              <a:ahLst/>
              <a:cxnLst/>
              <a:rect l="l" t="t" r="r" b="b"/>
              <a:pathLst>
                <a:path w="2382" h="287" extrusionOk="0">
                  <a:moveTo>
                    <a:pt x="143" y="1"/>
                  </a:moveTo>
                  <a:cubicBezTo>
                    <a:pt x="48" y="1"/>
                    <a:pt x="0" y="96"/>
                    <a:pt x="0" y="168"/>
                  </a:cubicBezTo>
                  <a:cubicBezTo>
                    <a:pt x="0" y="239"/>
                    <a:pt x="48" y="287"/>
                    <a:pt x="143" y="287"/>
                  </a:cubicBezTo>
                  <a:lnTo>
                    <a:pt x="2215" y="287"/>
                  </a:lnTo>
                  <a:cubicBezTo>
                    <a:pt x="2310" y="287"/>
                    <a:pt x="2381" y="215"/>
                    <a:pt x="2381" y="120"/>
                  </a:cubicBezTo>
                  <a:cubicBezTo>
                    <a:pt x="2381" y="49"/>
                    <a:pt x="2310" y="1"/>
                    <a:pt x="2215"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5" name="Google Shape;21245;p138"/>
            <p:cNvSpPr/>
            <p:nvPr/>
          </p:nvSpPr>
          <p:spPr>
            <a:xfrm>
              <a:off x="2007826" y="2073488"/>
              <a:ext cx="77415" cy="10075"/>
            </a:xfrm>
            <a:custGeom>
              <a:avLst/>
              <a:gdLst/>
              <a:ahLst/>
              <a:cxnLst/>
              <a:rect l="l" t="t" r="r" b="b"/>
              <a:pathLst>
                <a:path w="2382" h="310" extrusionOk="0">
                  <a:moveTo>
                    <a:pt x="143" y="0"/>
                  </a:moveTo>
                  <a:cubicBezTo>
                    <a:pt x="48" y="0"/>
                    <a:pt x="0" y="96"/>
                    <a:pt x="0" y="191"/>
                  </a:cubicBezTo>
                  <a:cubicBezTo>
                    <a:pt x="0" y="238"/>
                    <a:pt x="48" y="310"/>
                    <a:pt x="143" y="310"/>
                  </a:cubicBezTo>
                  <a:lnTo>
                    <a:pt x="2215" y="310"/>
                  </a:lnTo>
                  <a:cubicBezTo>
                    <a:pt x="2310" y="310"/>
                    <a:pt x="2381" y="215"/>
                    <a:pt x="2381" y="119"/>
                  </a:cubicBezTo>
                  <a:cubicBezTo>
                    <a:pt x="2381" y="72"/>
                    <a:pt x="2310" y="0"/>
                    <a:pt x="2215"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6" name="Google Shape;21246;p138"/>
            <p:cNvSpPr/>
            <p:nvPr/>
          </p:nvSpPr>
          <p:spPr>
            <a:xfrm>
              <a:off x="2007826" y="2102901"/>
              <a:ext cx="77415" cy="9295"/>
            </a:xfrm>
            <a:custGeom>
              <a:avLst/>
              <a:gdLst/>
              <a:ahLst/>
              <a:cxnLst/>
              <a:rect l="l" t="t" r="r" b="b"/>
              <a:pathLst>
                <a:path w="2382" h="286" extrusionOk="0">
                  <a:moveTo>
                    <a:pt x="143" y="0"/>
                  </a:moveTo>
                  <a:cubicBezTo>
                    <a:pt x="48" y="0"/>
                    <a:pt x="0" y="72"/>
                    <a:pt x="0" y="167"/>
                  </a:cubicBezTo>
                  <a:cubicBezTo>
                    <a:pt x="0" y="238"/>
                    <a:pt x="48" y="286"/>
                    <a:pt x="143" y="286"/>
                  </a:cubicBezTo>
                  <a:lnTo>
                    <a:pt x="2215" y="286"/>
                  </a:lnTo>
                  <a:cubicBezTo>
                    <a:pt x="2310" y="286"/>
                    <a:pt x="2381" y="191"/>
                    <a:pt x="2381" y="119"/>
                  </a:cubicBezTo>
                  <a:cubicBezTo>
                    <a:pt x="2381" y="48"/>
                    <a:pt x="2310" y="0"/>
                    <a:pt x="2215"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7" name="Google Shape;21247;p138"/>
            <p:cNvSpPr/>
            <p:nvPr/>
          </p:nvSpPr>
          <p:spPr>
            <a:xfrm>
              <a:off x="2007826" y="2130753"/>
              <a:ext cx="77415" cy="9328"/>
            </a:xfrm>
            <a:custGeom>
              <a:avLst/>
              <a:gdLst/>
              <a:ahLst/>
              <a:cxnLst/>
              <a:rect l="l" t="t" r="r" b="b"/>
              <a:pathLst>
                <a:path w="2382" h="287" extrusionOk="0">
                  <a:moveTo>
                    <a:pt x="143" y="1"/>
                  </a:moveTo>
                  <a:cubicBezTo>
                    <a:pt x="48" y="1"/>
                    <a:pt x="0" y="72"/>
                    <a:pt x="0" y="167"/>
                  </a:cubicBezTo>
                  <a:cubicBezTo>
                    <a:pt x="0" y="239"/>
                    <a:pt x="48" y="286"/>
                    <a:pt x="143" y="286"/>
                  </a:cubicBezTo>
                  <a:lnTo>
                    <a:pt x="2215" y="286"/>
                  </a:lnTo>
                  <a:cubicBezTo>
                    <a:pt x="2310" y="286"/>
                    <a:pt x="2381" y="239"/>
                    <a:pt x="2381" y="120"/>
                  </a:cubicBezTo>
                  <a:cubicBezTo>
                    <a:pt x="2381" y="48"/>
                    <a:pt x="2310" y="1"/>
                    <a:pt x="2215"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8" name="Google Shape;21248;p138"/>
            <p:cNvSpPr/>
            <p:nvPr/>
          </p:nvSpPr>
          <p:spPr>
            <a:xfrm>
              <a:off x="2007826" y="2158606"/>
              <a:ext cx="77415" cy="10108"/>
            </a:xfrm>
            <a:custGeom>
              <a:avLst/>
              <a:gdLst/>
              <a:ahLst/>
              <a:cxnLst/>
              <a:rect l="l" t="t" r="r" b="b"/>
              <a:pathLst>
                <a:path w="2382" h="311" extrusionOk="0">
                  <a:moveTo>
                    <a:pt x="143" y="1"/>
                  </a:moveTo>
                  <a:cubicBezTo>
                    <a:pt x="48" y="1"/>
                    <a:pt x="0" y="96"/>
                    <a:pt x="0" y="191"/>
                  </a:cubicBezTo>
                  <a:cubicBezTo>
                    <a:pt x="0" y="239"/>
                    <a:pt x="48" y="310"/>
                    <a:pt x="143" y="310"/>
                  </a:cubicBezTo>
                  <a:lnTo>
                    <a:pt x="2215" y="310"/>
                  </a:lnTo>
                  <a:cubicBezTo>
                    <a:pt x="2310" y="310"/>
                    <a:pt x="2381" y="239"/>
                    <a:pt x="2381" y="120"/>
                  </a:cubicBezTo>
                  <a:cubicBezTo>
                    <a:pt x="2381" y="72"/>
                    <a:pt x="2310" y="1"/>
                    <a:pt x="2215"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49" name="Google Shape;21249;p138"/>
          <p:cNvGrpSpPr/>
          <p:nvPr/>
        </p:nvGrpSpPr>
        <p:grpSpPr>
          <a:xfrm>
            <a:off x="2571246" y="1768598"/>
            <a:ext cx="298025" cy="357630"/>
            <a:chOff x="2571246" y="1920998"/>
            <a:chExt cx="298025" cy="357630"/>
          </a:xfrm>
        </p:grpSpPr>
        <p:sp>
          <p:nvSpPr>
            <p:cNvPr id="21250" name="Google Shape;21250;p138"/>
            <p:cNvSpPr/>
            <p:nvPr/>
          </p:nvSpPr>
          <p:spPr>
            <a:xfrm>
              <a:off x="2571246" y="1921778"/>
              <a:ext cx="215995" cy="320450"/>
            </a:xfrm>
            <a:custGeom>
              <a:avLst/>
              <a:gdLst/>
              <a:ahLst/>
              <a:cxnLst/>
              <a:rect l="l" t="t" r="r" b="b"/>
              <a:pathLst>
                <a:path w="6646" h="9860" extrusionOk="0">
                  <a:moveTo>
                    <a:pt x="287" y="1"/>
                  </a:moveTo>
                  <a:cubicBezTo>
                    <a:pt x="120" y="1"/>
                    <a:pt x="1" y="120"/>
                    <a:pt x="1" y="263"/>
                  </a:cubicBezTo>
                  <a:lnTo>
                    <a:pt x="1" y="9574"/>
                  </a:lnTo>
                  <a:cubicBezTo>
                    <a:pt x="1" y="9741"/>
                    <a:pt x="120" y="9860"/>
                    <a:pt x="287" y="9860"/>
                  </a:cubicBezTo>
                  <a:lnTo>
                    <a:pt x="6383" y="9860"/>
                  </a:lnTo>
                  <a:cubicBezTo>
                    <a:pt x="6526" y="9860"/>
                    <a:pt x="6645" y="9693"/>
                    <a:pt x="6645" y="9550"/>
                  </a:cubicBezTo>
                  <a:lnTo>
                    <a:pt x="6645" y="263"/>
                  </a:lnTo>
                  <a:cubicBezTo>
                    <a:pt x="6645" y="120"/>
                    <a:pt x="6526" y="1"/>
                    <a:pt x="6383" y="1"/>
                  </a:cubicBezTo>
                  <a:close/>
                </a:path>
              </a:pathLst>
            </a:custGeom>
            <a:solidFill>
              <a:srgbClr val="8291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1" name="Google Shape;21251;p138"/>
            <p:cNvSpPr/>
            <p:nvPr/>
          </p:nvSpPr>
          <p:spPr>
            <a:xfrm>
              <a:off x="2757016" y="1920998"/>
              <a:ext cx="30225" cy="318922"/>
            </a:xfrm>
            <a:custGeom>
              <a:avLst/>
              <a:gdLst/>
              <a:ahLst/>
              <a:cxnLst/>
              <a:rect l="l" t="t" r="r" b="b"/>
              <a:pathLst>
                <a:path w="930" h="9813" extrusionOk="0">
                  <a:moveTo>
                    <a:pt x="0" y="1"/>
                  </a:moveTo>
                  <a:cubicBezTo>
                    <a:pt x="167" y="1"/>
                    <a:pt x="286" y="120"/>
                    <a:pt x="286" y="263"/>
                  </a:cubicBezTo>
                  <a:lnTo>
                    <a:pt x="286" y="9550"/>
                  </a:lnTo>
                  <a:cubicBezTo>
                    <a:pt x="286" y="9693"/>
                    <a:pt x="167" y="9812"/>
                    <a:pt x="0" y="9812"/>
                  </a:cubicBezTo>
                  <a:lnTo>
                    <a:pt x="667" y="9812"/>
                  </a:lnTo>
                  <a:cubicBezTo>
                    <a:pt x="810" y="9812"/>
                    <a:pt x="929" y="9693"/>
                    <a:pt x="929" y="9550"/>
                  </a:cubicBezTo>
                  <a:lnTo>
                    <a:pt x="929" y="287"/>
                  </a:lnTo>
                  <a:cubicBezTo>
                    <a:pt x="929" y="144"/>
                    <a:pt x="810" y="1"/>
                    <a:pt x="66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2" name="Google Shape;21252;p138"/>
            <p:cNvSpPr/>
            <p:nvPr/>
          </p:nvSpPr>
          <p:spPr>
            <a:xfrm>
              <a:off x="2609953" y="1959706"/>
              <a:ext cx="216742" cy="318922"/>
            </a:xfrm>
            <a:custGeom>
              <a:avLst/>
              <a:gdLst/>
              <a:ahLst/>
              <a:cxnLst/>
              <a:rect l="l" t="t" r="r" b="b"/>
              <a:pathLst>
                <a:path w="6669" h="9813" extrusionOk="0">
                  <a:moveTo>
                    <a:pt x="286" y="1"/>
                  </a:moveTo>
                  <a:cubicBezTo>
                    <a:pt x="120" y="1"/>
                    <a:pt x="1" y="120"/>
                    <a:pt x="1" y="263"/>
                  </a:cubicBezTo>
                  <a:lnTo>
                    <a:pt x="1" y="9550"/>
                  </a:lnTo>
                  <a:cubicBezTo>
                    <a:pt x="1" y="9693"/>
                    <a:pt x="120" y="9812"/>
                    <a:pt x="286" y="9812"/>
                  </a:cubicBezTo>
                  <a:lnTo>
                    <a:pt x="6383" y="9812"/>
                  </a:lnTo>
                  <a:cubicBezTo>
                    <a:pt x="6550" y="9812"/>
                    <a:pt x="6669" y="9693"/>
                    <a:pt x="6645" y="9526"/>
                  </a:cubicBezTo>
                  <a:lnTo>
                    <a:pt x="6645" y="263"/>
                  </a:lnTo>
                  <a:cubicBezTo>
                    <a:pt x="6645" y="120"/>
                    <a:pt x="6526" y="1"/>
                    <a:pt x="638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3" name="Google Shape;21253;p138"/>
            <p:cNvSpPr/>
            <p:nvPr/>
          </p:nvSpPr>
          <p:spPr>
            <a:xfrm>
              <a:off x="2797251" y="1958146"/>
              <a:ext cx="29445" cy="319703"/>
            </a:xfrm>
            <a:custGeom>
              <a:avLst/>
              <a:gdLst/>
              <a:ahLst/>
              <a:cxnLst/>
              <a:rect l="l" t="t" r="r" b="b"/>
              <a:pathLst>
                <a:path w="906" h="9837" extrusionOk="0">
                  <a:moveTo>
                    <a:pt x="1" y="1"/>
                  </a:moveTo>
                  <a:cubicBezTo>
                    <a:pt x="144" y="1"/>
                    <a:pt x="263" y="120"/>
                    <a:pt x="263" y="287"/>
                  </a:cubicBezTo>
                  <a:lnTo>
                    <a:pt x="263" y="9574"/>
                  </a:lnTo>
                  <a:cubicBezTo>
                    <a:pt x="263" y="9717"/>
                    <a:pt x="144" y="9836"/>
                    <a:pt x="1" y="9836"/>
                  </a:cubicBezTo>
                  <a:lnTo>
                    <a:pt x="644" y="9836"/>
                  </a:lnTo>
                  <a:cubicBezTo>
                    <a:pt x="787" y="9836"/>
                    <a:pt x="906" y="9717"/>
                    <a:pt x="906" y="9574"/>
                  </a:cubicBezTo>
                  <a:lnTo>
                    <a:pt x="906" y="287"/>
                  </a:lnTo>
                  <a:cubicBezTo>
                    <a:pt x="906" y="120"/>
                    <a:pt x="787" y="1"/>
                    <a:pt x="644"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4" name="Google Shape;21254;p138"/>
            <p:cNvSpPr/>
            <p:nvPr/>
          </p:nvSpPr>
          <p:spPr>
            <a:xfrm>
              <a:off x="2722176" y="2164813"/>
              <a:ext cx="147095" cy="75888"/>
            </a:xfrm>
            <a:custGeom>
              <a:avLst/>
              <a:gdLst/>
              <a:ahLst/>
              <a:cxnLst/>
              <a:rect l="l" t="t" r="r" b="b"/>
              <a:pathLst>
                <a:path w="4526" h="2335" extrusionOk="0">
                  <a:moveTo>
                    <a:pt x="239" y="0"/>
                  </a:moveTo>
                  <a:cubicBezTo>
                    <a:pt x="120" y="0"/>
                    <a:pt x="1" y="72"/>
                    <a:pt x="1" y="239"/>
                  </a:cubicBezTo>
                  <a:lnTo>
                    <a:pt x="1" y="2096"/>
                  </a:lnTo>
                  <a:cubicBezTo>
                    <a:pt x="1" y="2215"/>
                    <a:pt x="96" y="2334"/>
                    <a:pt x="239" y="2334"/>
                  </a:cubicBezTo>
                  <a:lnTo>
                    <a:pt x="4264" y="2334"/>
                  </a:lnTo>
                  <a:cubicBezTo>
                    <a:pt x="4406" y="2334"/>
                    <a:pt x="4526" y="2215"/>
                    <a:pt x="4502" y="2096"/>
                  </a:cubicBezTo>
                  <a:lnTo>
                    <a:pt x="4502" y="239"/>
                  </a:lnTo>
                  <a:cubicBezTo>
                    <a:pt x="4502" y="119"/>
                    <a:pt x="4406" y="0"/>
                    <a:pt x="4264"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5" name="Google Shape;21255;p138"/>
            <p:cNvSpPr/>
            <p:nvPr/>
          </p:nvSpPr>
          <p:spPr>
            <a:xfrm>
              <a:off x="2646321" y="2027826"/>
              <a:ext cx="144788" cy="30972"/>
            </a:xfrm>
            <a:custGeom>
              <a:avLst/>
              <a:gdLst/>
              <a:ahLst/>
              <a:cxnLst/>
              <a:rect l="l" t="t" r="r" b="b"/>
              <a:pathLst>
                <a:path w="4455" h="953" extrusionOk="0">
                  <a:moveTo>
                    <a:pt x="120" y="0"/>
                  </a:moveTo>
                  <a:cubicBezTo>
                    <a:pt x="49" y="0"/>
                    <a:pt x="1" y="72"/>
                    <a:pt x="1" y="119"/>
                  </a:cubicBezTo>
                  <a:lnTo>
                    <a:pt x="1" y="834"/>
                  </a:lnTo>
                  <a:cubicBezTo>
                    <a:pt x="1" y="905"/>
                    <a:pt x="49" y="953"/>
                    <a:pt x="120" y="953"/>
                  </a:cubicBezTo>
                  <a:lnTo>
                    <a:pt x="4335" y="953"/>
                  </a:lnTo>
                  <a:cubicBezTo>
                    <a:pt x="4407" y="953"/>
                    <a:pt x="4454" y="905"/>
                    <a:pt x="4454" y="834"/>
                  </a:cubicBezTo>
                  <a:lnTo>
                    <a:pt x="4454" y="119"/>
                  </a:lnTo>
                  <a:cubicBezTo>
                    <a:pt x="4454" y="72"/>
                    <a:pt x="4407" y="0"/>
                    <a:pt x="4335"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6" name="Google Shape;21256;p138"/>
            <p:cNvSpPr/>
            <p:nvPr/>
          </p:nvSpPr>
          <p:spPr>
            <a:xfrm>
              <a:off x="2839826" y="2163253"/>
              <a:ext cx="29445" cy="76667"/>
            </a:xfrm>
            <a:custGeom>
              <a:avLst/>
              <a:gdLst/>
              <a:ahLst/>
              <a:cxnLst/>
              <a:rect l="l" t="t" r="r" b="b"/>
              <a:pathLst>
                <a:path w="906" h="2359" extrusionOk="0">
                  <a:moveTo>
                    <a:pt x="1" y="1"/>
                  </a:moveTo>
                  <a:cubicBezTo>
                    <a:pt x="144" y="1"/>
                    <a:pt x="239" y="120"/>
                    <a:pt x="239" y="239"/>
                  </a:cubicBezTo>
                  <a:lnTo>
                    <a:pt x="239" y="2120"/>
                  </a:lnTo>
                  <a:cubicBezTo>
                    <a:pt x="239" y="2263"/>
                    <a:pt x="120" y="2358"/>
                    <a:pt x="1" y="2358"/>
                  </a:cubicBezTo>
                  <a:lnTo>
                    <a:pt x="644" y="2358"/>
                  </a:lnTo>
                  <a:cubicBezTo>
                    <a:pt x="786" y="2358"/>
                    <a:pt x="882" y="2239"/>
                    <a:pt x="882" y="2120"/>
                  </a:cubicBezTo>
                  <a:lnTo>
                    <a:pt x="882" y="239"/>
                  </a:lnTo>
                  <a:cubicBezTo>
                    <a:pt x="906" y="96"/>
                    <a:pt x="786" y="1"/>
                    <a:pt x="644"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7" name="Google Shape;21257;p138"/>
            <p:cNvSpPr/>
            <p:nvPr/>
          </p:nvSpPr>
          <p:spPr>
            <a:xfrm>
              <a:off x="2766311" y="2027826"/>
              <a:ext cx="24797" cy="30972"/>
            </a:xfrm>
            <a:custGeom>
              <a:avLst/>
              <a:gdLst/>
              <a:ahLst/>
              <a:cxnLst/>
              <a:rect l="l" t="t" r="r" b="b"/>
              <a:pathLst>
                <a:path w="763" h="953" extrusionOk="0">
                  <a:moveTo>
                    <a:pt x="0" y="0"/>
                  </a:moveTo>
                  <a:cubicBezTo>
                    <a:pt x="48" y="0"/>
                    <a:pt x="119" y="72"/>
                    <a:pt x="119" y="119"/>
                  </a:cubicBezTo>
                  <a:lnTo>
                    <a:pt x="119" y="834"/>
                  </a:lnTo>
                  <a:cubicBezTo>
                    <a:pt x="119" y="905"/>
                    <a:pt x="48" y="953"/>
                    <a:pt x="0" y="953"/>
                  </a:cubicBezTo>
                  <a:lnTo>
                    <a:pt x="643" y="953"/>
                  </a:lnTo>
                  <a:cubicBezTo>
                    <a:pt x="715" y="953"/>
                    <a:pt x="762" y="905"/>
                    <a:pt x="762" y="834"/>
                  </a:cubicBezTo>
                  <a:lnTo>
                    <a:pt x="762" y="119"/>
                  </a:lnTo>
                  <a:cubicBezTo>
                    <a:pt x="762" y="72"/>
                    <a:pt x="715" y="0"/>
                    <a:pt x="643"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8" name="Google Shape;21258;p138"/>
            <p:cNvSpPr/>
            <p:nvPr/>
          </p:nvSpPr>
          <p:spPr>
            <a:xfrm>
              <a:off x="2822016" y="2182623"/>
              <a:ext cx="23270" cy="40430"/>
            </a:xfrm>
            <a:custGeom>
              <a:avLst/>
              <a:gdLst/>
              <a:ahLst/>
              <a:cxnLst/>
              <a:rect l="l" t="t" r="r" b="b"/>
              <a:pathLst>
                <a:path w="716" h="1244" extrusionOk="0">
                  <a:moveTo>
                    <a:pt x="144" y="0"/>
                  </a:moveTo>
                  <a:cubicBezTo>
                    <a:pt x="72" y="0"/>
                    <a:pt x="1" y="72"/>
                    <a:pt x="1" y="167"/>
                  </a:cubicBezTo>
                  <a:lnTo>
                    <a:pt x="1" y="1072"/>
                  </a:lnTo>
                  <a:cubicBezTo>
                    <a:pt x="1" y="1143"/>
                    <a:pt x="25" y="1191"/>
                    <a:pt x="96" y="1238"/>
                  </a:cubicBezTo>
                  <a:cubicBezTo>
                    <a:pt x="108" y="1242"/>
                    <a:pt x="121" y="1243"/>
                    <a:pt x="134" y="1243"/>
                  </a:cubicBezTo>
                  <a:cubicBezTo>
                    <a:pt x="220" y="1243"/>
                    <a:pt x="310" y="1175"/>
                    <a:pt x="310" y="1072"/>
                  </a:cubicBezTo>
                  <a:lnTo>
                    <a:pt x="310" y="762"/>
                  </a:lnTo>
                  <a:lnTo>
                    <a:pt x="501" y="762"/>
                  </a:lnTo>
                  <a:cubicBezTo>
                    <a:pt x="572" y="762"/>
                    <a:pt x="620" y="715"/>
                    <a:pt x="668" y="667"/>
                  </a:cubicBezTo>
                  <a:cubicBezTo>
                    <a:pt x="668" y="548"/>
                    <a:pt x="596" y="429"/>
                    <a:pt x="501" y="429"/>
                  </a:cubicBezTo>
                  <a:lnTo>
                    <a:pt x="310" y="429"/>
                  </a:lnTo>
                  <a:lnTo>
                    <a:pt x="310" y="310"/>
                  </a:lnTo>
                  <a:lnTo>
                    <a:pt x="549" y="310"/>
                  </a:lnTo>
                  <a:cubicBezTo>
                    <a:pt x="596" y="310"/>
                    <a:pt x="668" y="286"/>
                    <a:pt x="692" y="214"/>
                  </a:cubicBezTo>
                  <a:cubicBezTo>
                    <a:pt x="715" y="119"/>
                    <a:pt x="668" y="0"/>
                    <a:pt x="54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9" name="Google Shape;21259;p138"/>
            <p:cNvSpPr/>
            <p:nvPr/>
          </p:nvSpPr>
          <p:spPr>
            <a:xfrm>
              <a:off x="2784088" y="2182623"/>
              <a:ext cx="30225" cy="37928"/>
            </a:xfrm>
            <a:custGeom>
              <a:avLst/>
              <a:gdLst/>
              <a:ahLst/>
              <a:cxnLst/>
              <a:rect l="l" t="t" r="r" b="b"/>
              <a:pathLst>
                <a:path w="930" h="1167" extrusionOk="0">
                  <a:moveTo>
                    <a:pt x="430" y="310"/>
                  </a:moveTo>
                  <a:cubicBezTo>
                    <a:pt x="644" y="310"/>
                    <a:pt x="644" y="548"/>
                    <a:pt x="644" y="595"/>
                  </a:cubicBezTo>
                  <a:cubicBezTo>
                    <a:pt x="644" y="762"/>
                    <a:pt x="573" y="905"/>
                    <a:pt x="430" y="905"/>
                  </a:cubicBezTo>
                  <a:lnTo>
                    <a:pt x="311" y="905"/>
                  </a:lnTo>
                  <a:lnTo>
                    <a:pt x="311" y="595"/>
                  </a:lnTo>
                  <a:lnTo>
                    <a:pt x="311" y="310"/>
                  </a:lnTo>
                  <a:close/>
                  <a:moveTo>
                    <a:pt x="120" y="0"/>
                  </a:moveTo>
                  <a:cubicBezTo>
                    <a:pt x="72" y="48"/>
                    <a:pt x="1" y="95"/>
                    <a:pt x="1" y="167"/>
                  </a:cubicBezTo>
                  <a:lnTo>
                    <a:pt x="1" y="1024"/>
                  </a:lnTo>
                  <a:lnTo>
                    <a:pt x="1" y="1048"/>
                  </a:lnTo>
                  <a:cubicBezTo>
                    <a:pt x="1" y="1072"/>
                    <a:pt x="49" y="1119"/>
                    <a:pt x="49" y="1143"/>
                  </a:cubicBezTo>
                  <a:cubicBezTo>
                    <a:pt x="72" y="1167"/>
                    <a:pt x="96" y="1167"/>
                    <a:pt x="120" y="1167"/>
                  </a:cubicBezTo>
                  <a:lnTo>
                    <a:pt x="406" y="1167"/>
                  </a:lnTo>
                  <a:cubicBezTo>
                    <a:pt x="692" y="1167"/>
                    <a:pt x="906" y="929"/>
                    <a:pt x="906" y="572"/>
                  </a:cubicBezTo>
                  <a:cubicBezTo>
                    <a:pt x="930" y="238"/>
                    <a:pt x="715" y="0"/>
                    <a:pt x="43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0" name="Google Shape;21260;p138"/>
            <p:cNvSpPr/>
            <p:nvPr/>
          </p:nvSpPr>
          <p:spPr>
            <a:xfrm>
              <a:off x="2750808" y="2182623"/>
              <a:ext cx="26358" cy="40397"/>
            </a:xfrm>
            <a:custGeom>
              <a:avLst/>
              <a:gdLst/>
              <a:ahLst/>
              <a:cxnLst/>
              <a:rect l="l" t="t" r="r" b="b"/>
              <a:pathLst>
                <a:path w="811" h="1243" extrusionOk="0">
                  <a:moveTo>
                    <a:pt x="406" y="286"/>
                  </a:moveTo>
                  <a:cubicBezTo>
                    <a:pt x="477" y="286"/>
                    <a:pt x="525" y="334"/>
                    <a:pt x="525" y="405"/>
                  </a:cubicBezTo>
                  <a:cubicBezTo>
                    <a:pt x="525" y="453"/>
                    <a:pt x="477" y="524"/>
                    <a:pt x="406" y="524"/>
                  </a:cubicBezTo>
                  <a:lnTo>
                    <a:pt x="287" y="524"/>
                  </a:lnTo>
                  <a:lnTo>
                    <a:pt x="287" y="405"/>
                  </a:lnTo>
                  <a:lnTo>
                    <a:pt x="287" y="286"/>
                  </a:lnTo>
                  <a:close/>
                  <a:moveTo>
                    <a:pt x="144" y="0"/>
                  </a:moveTo>
                  <a:cubicBezTo>
                    <a:pt x="144" y="0"/>
                    <a:pt x="1" y="0"/>
                    <a:pt x="1" y="167"/>
                  </a:cubicBezTo>
                  <a:lnTo>
                    <a:pt x="1" y="1072"/>
                  </a:lnTo>
                  <a:cubicBezTo>
                    <a:pt x="1" y="1143"/>
                    <a:pt x="49" y="1191"/>
                    <a:pt x="96" y="1238"/>
                  </a:cubicBezTo>
                  <a:cubicBezTo>
                    <a:pt x="106" y="1241"/>
                    <a:pt x="116" y="1242"/>
                    <a:pt x="126" y="1242"/>
                  </a:cubicBezTo>
                  <a:cubicBezTo>
                    <a:pt x="211" y="1242"/>
                    <a:pt x="287" y="1157"/>
                    <a:pt x="287" y="1072"/>
                  </a:cubicBezTo>
                  <a:lnTo>
                    <a:pt x="287" y="834"/>
                  </a:lnTo>
                  <a:lnTo>
                    <a:pt x="406" y="834"/>
                  </a:lnTo>
                  <a:cubicBezTo>
                    <a:pt x="644" y="834"/>
                    <a:pt x="811" y="667"/>
                    <a:pt x="811" y="429"/>
                  </a:cubicBezTo>
                  <a:cubicBezTo>
                    <a:pt x="811" y="214"/>
                    <a:pt x="644" y="0"/>
                    <a:pt x="40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1" name="Google Shape;21261;p138"/>
            <p:cNvSpPr/>
            <p:nvPr/>
          </p:nvSpPr>
          <p:spPr>
            <a:xfrm>
              <a:off x="2645573" y="2002281"/>
              <a:ext cx="77415" cy="10075"/>
            </a:xfrm>
            <a:custGeom>
              <a:avLst/>
              <a:gdLst/>
              <a:ahLst/>
              <a:cxnLst/>
              <a:rect l="l" t="t" r="r" b="b"/>
              <a:pathLst>
                <a:path w="2382" h="310" extrusionOk="0">
                  <a:moveTo>
                    <a:pt x="191" y="0"/>
                  </a:moveTo>
                  <a:cubicBezTo>
                    <a:pt x="95" y="0"/>
                    <a:pt x="0" y="72"/>
                    <a:pt x="48" y="191"/>
                  </a:cubicBezTo>
                  <a:cubicBezTo>
                    <a:pt x="48" y="262"/>
                    <a:pt x="95" y="310"/>
                    <a:pt x="191" y="310"/>
                  </a:cubicBezTo>
                  <a:lnTo>
                    <a:pt x="2215" y="310"/>
                  </a:lnTo>
                  <a:cubicBezTo>
                    <a:pt x="2310" y="310"/>
                    <a:pt x="2382" y="239"/>
                    <a:pt x="2358" y="119"/>
                  </a:cubicBezTo>
                  <a:cubicBezTo>
                    <a:pt x="2358" y="48"/>
                    <a:pt x="2310" y="0"/>
                    <a:pt x="221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2" name="Google Shape;21262;p138"/>
            <p:cNvSpPr/>
            <p:nvPr/>
          </p:nvSpPr>
          <p:spPr>
            <a:xfrm>
              <a:off x="2644793" y="2157078"/>
              <a:ext cx="52650" cy="10075"/>
            </a:xfrm>
            <a:custGeom>
              <a:avLst/>
              <a:gdLst/>
              <a:ahLst/>
              <a:cxnLst/>
              <a:rect l="l" t="t" r="r" b="b"/>
              <a:pathLst>
                <a:path w="1620" h="310" extrusionOk="0">
                  <a:moveTo>
                    <a:pt x="191" y="0"/>
                  </a:moveTo>
                  <a:cubicBezTo>
                    <a:pt x="96" y="0"/>
                    <a:pt x="0" y="72"/>
                    <a:pt x="48" y="191"/>
                  </a:cubicBezTo>
                  <a:cubicBezTo>
                    <a:pt x="48" y="262"/>
                    <a:pt x="96" y="310"/>
                    <a:pt x="191" y="310"/>
                  </a:cubicBezTo>
                  <a:lnTo>
                    <a:pt x="1429" y="310"/>
                  </a:lnTo>
                  <a:cubicBezTo>
                    <a:pt x="1524" y="310"/>
                    <a:pt x="1620" y="238"/>
                    <a:pt x="1596" y="119"/>
                  </a:cubicBezTo>
                  <a:cubicBezTo>
                    <a:pt x="1596" y="48"/>
                    <a:pt x="1524" y="0"/>
                    <a:pt x="1429"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3" name="Google Shape;21263;p138"/>
            <p:cNvSpPr/>
            <p:nvPr/>
          </p:nvSpPr>
          <p:spPr>
            <a:xfrm>
              <a:off x="2644793" y="2181063"/>
              <a:ext cx="52650" cy="10855"/>
            </a:xfrm>
            <a:custGeom>
              <a:avLst/>
              <a:gdLst/>
              <a:ahLst/>
              <a:cxnLst/>
              <a:rect l="l" t="t" r="r" b="b"/>
              <a:pathLst>
                <a:path w="1620" h="334" extrusionOk="0">
                  <a:moveTo>
                    <a:pt x="191" y="0"/>
                  </a:moveTo>
                  <a:cubicBezTo>
                    <a:pt x="96" y="0"/>
                    <a:pt x="0" y="96"/>
                    <a:pt x="48" y="215"/>
                  </a:cubicBezTo>
                  <a:cubicBezTo>
                    <a:pt x="48" y="262"/>
                    <a:pt x="96" y="334"/>
                    <a:pt x="191" y="334"/>
                  </a:cubicBezTo>
                  <a:lnTo>
                    <a:pt x="1429" y="334"/>
                  </a:lnTo>
                  <a:cubicBezTo>
                    <a:pt x="1524" y="334"/>
                    <a:pt x="1620" y="239"/>
                    <a:pt x="1596" y="120"/>
                  </a:cubicBezTo>
                  <a:cubicBezTo>
                    <a:pt x="1596" y="48"/>
                    <a:pt x="1524" y="0"/>
                    <a:pt x="1429"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4" name="Google Shape;21264;p138"/>
            <p:cNvSpPr/>
            <p:nvPr/>
          </p:nvSpPr>
          <p:spPr>
            <a:xfrm>
              <a:off x="2644793" y="2205828"/>
              <a:ext cx="52650" cy="10855"/>
            </a:xfrm>
            <a:custGeom>
              <a:avLst/>
              <a:gdLst/>
              <a:ahLst/>
              <a:cxnLst/>
              <a:rect l="l" t="t" r="r" b="b"/>
              <a:pathLst>
                <a:path w="1620" h="334" extrusionOk="0">
                  <a:moveTo>
                    <a:pt x="191" y="1"/>
                  </a:moveTo>
                  <a:cubicBezTo>
                    <a:pt x="96" y="1"/>
                    <a:pt x="0" y="96"/>
                    <a:pt x="48" y="215"/>
                  </a:cubicBezTo>
                  <a:cubicBezTo>
                    <a:pt x="48" y="286"/>
                    <a:pt x="96" y="334"/>
                    <a:pt x="191" y="334"/>
                  </a:cubicBezTo>
                  <a:lnTo>
                    <a:pt x="1429" y="334"/>
                  </a:lnTo>
                  <a:cubicBezTo>
                    <a:pt x="1524" y="334"/>
                    <a:pt x="1620" y="239"/>
                    <a:pt x="1596" y="120"/>
                  </a:cubicBezTo>
                  <a:cubicBezTo>
                    <a:pt x="1596" y="72"/>
                    <a:pt x="1524" y="1"/>
                    <a:pt x="1429"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5" name="Google Shape;21265;p138"/>
            <p:cNvSpPr/>
            <p:nvPr/>
          </p:nvSpPr>
          <p:spPr>
            <a:xfrm>
              <a:off x="2644793" y="2231373"/>
              <a:ext cx="52650" cy="10855"/>
            </a:xfrm>
            <a:custGeom>
              <a:avLst/>
              <a:gdLst/>
              <a:ahLst/>
              <a:cxnLst/>
              <a:rect l="l" t="t" r="r" b="b"/>
              <a:pathLst>
                <a:path w="1620" h="334" extrusionOk="0">
                  <a:moveTo>
                    <a:pt x="191" y="0"/>
                  </a:moveTo>
                  <a:cubicBezTo>
                    <a:pt x="96" y="0"/>
                    <a:pt x="0" y="72"/>
                    <a:pt x="48" y="215"/>
                  </a:cubicBezTo>
                  <a:cubicBezTo>
                    <a:pt x="48" y="262"/>
                    <a:pt x="96" y="334"/>
                    <a:pt x="191" y="334"/>
                  </a:cubicBezTo>
                  <a:lnTo>
                    <a:pt x="1429" y="334"/>
                  </a:lnTo>
                  <a:cubicBezTo>
                    <a:pt x="1524" y="334"/>
                    <a:pt x="1620" y="239"/>
                    <a:pt x="1596" y="119"/>
                  </a:cubicBezTo>
                  <a:cubicBezTo>
                    <a:pt x="1596" y="48"/>
                    <a:pt x="1524" y="0"/>
                    <a:pt x="1429"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6" name="Google Shape;21266;p138"/>
            <p:cNvSpPr/>
            <p:nvPr/>
          </p:nvSpPr>
          <p:spPr>
            <a:xfrm>
              <a:off x="2644793" y="2088178"/>
              <a:ext cx="153270" cy="10888"/>
            </a:xfrm>
            <a:custGeom>
              <a:avLst/>
              <a:gdLst/>
              <a:ahLst/>
              <a:cxnLst/>
              <a:rect l="l" t="t" r="r" b="b"/>
              <a:pathLst>
                <a:path w="4716" h="335" extrusionOk="0">
                  <a:moveTo>
                    <a:pt x="191" y="1"/>
                  </a:moveTo>
                  <a:cubicBezTo>
                    <a:pt x="96" y="1"/>
                    <a:pt x="0" y="96"/>
                    <a:pt x="24" y="215"/>
                  </a:cubicBezTo>
                  <a:cubicBezTo>
                    <a:pt x="24" y="263"/>
                    <a:pt x="96" y="334"/>
                    <a:pt x="191" y="334"/>
                  </a:cubicBezTo>
                  <a:lnTo>
                    <a:pt x="4525" y="334"/>
                  </a:lnTo>
                  <a:cubicBezTo>
                    <a:pt x="4620" y="334"/>
                    <a:pt x="4716" y="239"/>
                    <a:pt x="4692" y="120"/>
                  </a:cubicBezTo>
                  <a:cubicBezTo>
                    <a:pt x="4692" y="48"/>
                    <a:pt x="4620" y="1"/>
                    <a:pt x="452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7" name="Google Shape;21267;p138"/>
            <p:cNvSpPr/>
            <p:nvPr/>
          </p:nvSpPr>
          <p:spPr>
            <a:xfrm>
              <a:off x="2644793" y="2112163"/>
              <a:ext cx="153270" cy="10888"/>
            </a:xfrm>
            <a:custGeom>
              <a:avLst/>
              <a:gdLst/>
              <a:ahLst/>
              <a:cxnLst/>
              <a:rect l="l" t="t" r="r" b="b"/>
              <a:pathLst>
                <a:path w="4716" h="335" extrusionOk="0">
                  <a:moveTo>
                    <a:pt x="191" y="1"/>
                  </a:moveTo>
                  <a:cubicBezTo>
                    <a:pt x="96" y="1"/>
                    <a:pt x="0" y="96"/>
                    <a:pt x="24" y="215"/>
                  </a:cubicBezTo>
                  <a:cubicBezTo>
                    <a:pt x="24" y="263"/>
                    <a:pt x="96" y="334"/>
                    <a:pt x="191" y="334"/>
                  </a:cubicBezTo>
                  <a:lnTo>
                    <a:pt x="4525" y="334"/>
                  </a:lnTo>
                  <a:cubicBezTo>
                    <a:pt x="4620" y="334"/>
                    <a:pt x="4716" y="239"/>
                    <a:pt x="4692" y="120"/>
                  </a:cubicBezTo>
                  <a:cubicBezTo>
                    <a:pt x="4692" y="72"/>
                    <a:pt x="4620" y="1"/>
                    <a:pt x="452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8" name="Google Shape;21268;p138"/>
          <p:cNvGrpSpPr/>
          <p:nvPr/>
        </p:nvGrpSpPr>
        <p:grpSpPr>
          <a:xfrm>
            <a:off x="3270158" y="1832851"/>
            <a:ext cx="357598" cy="228345"/>
            <a:chOff x="3270158" y="1985251"/>
            <a:chExt cx="357598" cy="228345"/>
          </a:xfrm>
        </p:grpSpPr>
        <p:sp>
          <p:nvSpPr>
            <p:cNvPr id="21269" name="Google Shape;21269;p138"/>
            <p:cNvSpPr/>
            <p:nvPr/>
          </p:nvSpPr>
          <p:spPr>
            <a:xfrm>
              <a:off x="3293363" y="1985251"/>
              <a:ext cx="312715" cy="209788"/>
            </a:xfrm>
            <a:custGeom>
              <a:avLst/>
              <a:gdLst/>
              <a:ahLst/>
              <a:cxnLst/>
              <a:rect l="l" t="t" r="r" b="b"/>
              <a:pathLst>
                <a:path w="9622" h="6455" extrusionOk="0">
                  <a:moveTo>
                    <a:pt x="406" y="0"/>
                  </a:moveTo>
                  <a:cubicBezTo>
                    <a:pt x="168" y="0"/>
                    <a:pt x="1" y="191"/>
                    <a:pt x="1" y="429"/>
                  </a:cubicBezTo>
                  <a:lnTo>
                    <a:pt x="1" y="6264"/>
                  </a:lnTo>
                  <a:lnTo>
                    <a:pt x="4764" y="6454"/>
                  </a:lnTo>
                  <a:lnTo>
                    <a:pt x="9622" y="6264"/>
                  </a:lnTo>
                  <a:lnTo>
                    <a:pt x="9622" y="429"/>
                  </a:lnTo>
                  <a:cubicBezTo>
                    <a:pt x="9574" y="215"/>
                    <a:pt x="9408" y="0"/>
                    <a:pt x="9193"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0" name="Google Shape;21270;p138"/>
            <p:cNvSpPr/>
            <p:nvPr/>
          </p:nvSpPr>
          <p:spPr>
            <a:xfrm>
              <a:off x="3316601" y="2008456"/>
              <a:ext cx="264713" cy="186583"/>
            </a:xfrm>
            <a:custGeom>
              <a:avLst/>
              <a:gdLst/>
              <a:ahLst/>
              <a:cxnLst/>
              <a:rect l="l" t="t" r="r" b="b"/>
              <a:pathLst>
                <a:path w="8145" h="5741" extrusionOk="0">
                  <a:moveTo>
                    <a:pt x="167" y="1"/>
                  </a:moveTo>
                  <a:cubicBezTo>
                    <a:pt x="96" y="1"/>
                    <a:pt x="0" y="96"/>
                    <a:pt x="0" y="191"/>
                  </a:cubicBezTo>
                  <a:lnTo>
                    <a:pt x="0" y="5550"/>
                  </a:lnTo>
                  <a:lnTo>
                    <a:pt x="3906" y="5740"/>
                  </a:lnTo>
                  <a:lnTo>
                    <a:pt x="8145" y="5550"/>
                  </a:lnTo>
                  <a:lnTo>
                    <a:pt x="8145" y="191"/>
                  </a:lnTo>
                  <a:cubicBezTo>
                    <a:pt x="8145" y="96"/>
                    <a:pt x="8073" y="1"/>
                    <a:pt x="797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1" name="Google Shape;21271;p138"/>
            <p:cNvSpPr/>
            <p:nvPr/>
          </p:nvSpPr>
          <p:spPr>
            <a:xfrm>
              <a:off x="3555768" y="2008456"/>
              <a:ext cx="27105" cy="180375"/>
            </a:xfrm>
            <a:custGeom>
              <a:avLst/>
              <a:gdLst/>
              <a:ahLst/>
              <a:cxnLst/>
              <a:rect l="l" t="t" r="r" b="b"/>
              <a:pathLst>
                <a:path w="834" h="5550" extrusionOk="0">
                  <a:moveTo>
                    <a:pt x="0" y="1"/>
                  </a:moveTo>
                  <a:cubicBezTo>
                    <a:pt x="71" y="1"/>
                    <a:pt x="167" y="96"/>
                    <a:pt x="167" y="191"/>
                  </a:cubicBezTo>
                  <a:lnTo>
                    <a:pt x="167" y="5550"/>
                  </a:lnTo>
                  <a:lnTo>
                    <a:pt x="834" y="5550"/>
                  </a:lnTo>
                  <a:lnTo>
                    <a:pt x="834" y="191"/>
                  </a:lnTo>
                  <a:cubicBezTo>
                    <a:pt x="834" y="96"/>
                    <a:pt x="738" y="1"/>
                    <a:pt x="64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2" name="Google Shape;21272;p138"/>
            <p:cNvSpPr/>
            <p:nvPr/>
          </p:nvSpPr>
          <p:spPr>
            <a:xfrm>
              <a:off x="3571238" y="1985251"/>
              <a:ext cx="34840" cy="203580"/>
            </a:xfrm>
            <a:custGeom>
              <a:avLst/>
              <a:gdLst/>
              <a:ahLst/>
              <a:cxnLst/>
              <a:rect l="l" t="t" r="r" b="b"/>
              <a:pathLst>
                <a:path w="1072" h="6264" extrusionOk="0">
                  <a:moveTo>
                    <a:pt x="0" y="0"/>
                  </a:moveTo>
                  <a:cubicBezTo>
                    <a:pt x="238" y="0"/>
                    <a:pt x="405" y="191"/>
                    <a:pt x="405" y="429"/>
                  </a:cubicBezTo>
                  <a:lnTo>
                    <a:pt x="405" y="6264"/>
                  </a:lnTo>
                  <a:lnTo>
                    <a:pt x="1072" y="6264"/>
                  </a:lnTo>
                  <a:lnTo>
                    <a:pt x="1072" y="429"/>
                  </a:lnTo>
                  <a:cubicBezTo>
                    <a:pt x="1072" y="215"/>
                    <a:pt x="881" y="0"/>
                    <a:pt x="667"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3" name="Google Shape;21273;p138"/>
            <p:cNvSpPr/>
            <p:nvPr/>
          </p:nvSpPr>
          <p:spPr>
            <a:xfrm>
              <a:off x="3359923" y="2061886"/>
              <a:ext cx="46475" cy="130033"/>
            </a:xfrm>
            <a:custGeom>
              <a:avLst/>
              <a:gdLst/>
              <a:ahLst/>
              <a:cxnLst/>
              <a:rect l="l" t="t" r="r" b="b"/>
              <a:pathLst>
                <a:path w="1430" h="4001" extrusionOk="0">
                  <a:moveTo>
                    <a:pt x="144" y="0"/>
                  </a:moveTo>
                  <a:cubicBezTo>
                    <a:pt x="72" y="0"/>
                    <a:pt x="1" y="72"/>
                    <a:pt x="1" y="143"/>
                  </a:cubicBezTo>
                  <a:lnTo>
                    <a:pt x="1" y="953"/>
                  </a:lnTo>
                  <a:lnTo>
                    <a:pt x="215" y="1310"/>
                  </a:lnTo>
                  <a:lnTo>
                    <a:pt x="1" y="1619"/>
                  </a:lnTo>
                  <a:lnTo>
                    <a:pt x="1" y="3929"/>
                  </a:lnTo>
                  <a:lnTo>
                    <a:pt x="1430" y="4001"/>
                  </a:lnTo>
                  <a:lnTo>
                    <a:pt x="1096" y="0"/>
                  </a:ln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4" name="Google Shape;21274;p138"/>
            <p:cNvSpPr/>
            <p:nvPr/>
          </p:nvSpPr>
          <p:spPr>
            <a:xfrm>
              <a:off x="3460543" y="2082003"/>
              <a:ext cx="49563" cy="113035"/>
            </a:xfrm>
            <a:custGeom>
              <a:avLst/>
              <a:gdLst/>
              <a:ahLst/>
              <a:cxnLst/>
              <a:rect l="l" t="t" r="r" b="b"/>
              <a:pathLst>
                <a:path w="1525" h="3478" extrusionOk="0">
                  <a:moveTo>
                    <a:pt x="215" y="0"/>
                  </a:moveTo>
                  <a:lnTo>
                    <a:pt x="1" y="2263"/>
                  </a:lnTo>
                  <a:lnTo>
                    <a:pt x="215" y="3287"/>
                  </a:lnTo>
                  <a:lnTo>
                    <a:pt x="787" y="3477"/>
                  </a:lnTo>
                  <a:lnTo>
                    <a:pt x="1311" y="3287"/>
                  </a:lnTo>
                  <a:lnTo>
                    <a:pt x="1525" y="2215"/>
                  </a:lnTo>
                  <a:lnTo>
                    <a:pt x="1311" y="0"/>
                  </a:ln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5" name="Google Shape;21275;p138"/>
            <p:cNvSpPr/>
            <p:nvPr/>
          </p:nvSpPr>
          <p:spPr>
            <a:xfrm>
              <a:off x="3424956" y="2061886"/>
              <a:ext cx="42607" cy="127725"/>
            </a:xfrm>
            <a:custGeom>
              <a:avLst/>
              <a:gdLst/>
              <a:ahLst/>
              <a:cxnLst/>
              <a:rect l="l" t="t" r="r" b="b"/>
              <a:pathLst>
                <a:path w="1311" h="3930" extrusionOk="0">
                  <a:moveTo>
                    <a:pt x="0" y="0"/>
                  </a:moveTo>
                  <a:lnTo>
                    <a:pt x="143" y="3929"/>
                  </a:lnTo>
                  <a:lnTo>
                    <a:pt x="1310" y="3906"/>
                  </a:lnTo>
                  <a:lnTo>
                    <a:pt x="1310" y="1596"/>
                  </a:lnTo>
                  <a:lnTo>
                    <a:pt x="1096" y="1286"/>
                  </a:lnTo>
                  <a:lnTo>
                    <a:pt x="1310" y="953"/>
                  </a:lnTo>
                  <a:lnTo>
                    <a:pt x="1310" y="143"/>
                  </a:lnTo>
                  <a:cubicBezTo>
                    <a:pt x="1310" y="72"/>
                    <a:pt x="1239" y="0"/>
                    <a:pt x="1167"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6" name="Google Shape;21276;p138"/>
            <p:cNvSpPr/>
            <p:nvPr/>
          </p:nvSpPr>
          <p:spPr>
            <a:xfrm>
              <a:off x="3503118" y="2051031"/>
              <a:ext cx="35653" cy="144008"/>
            </a:xfrm>
            <a:custGeom>
              <a:avLst/>
              <a:gdLst/>
              <a:ahLst/>
              <a:cxnLst/>
              <a:rect l="l" t="t" r="r" b="b"/>
              <a:pathLst>
                <a:path w="1097" h="4431" extrusionOk="0">
                  <a:moveTo>
                    <a:pt x="191" y="1"/>
                  </a:moveTo>
                  <a:cubicBezTo>
                    <a:pt x="96" y="1"/>
                    <a:pt x="24" y="72"/>
                    <a:pt x="24" y="167"/>
                  </a:cubicBezTo>
                  <a:lnTo>
                    <a:pt x="24" y="834"/>
                  </a:lnTo>
                  <a:lnTo>
                    <a:pt x="239" y="1263"/>
                  </a:lnTo>
                  <a:lnTo>
                    <a:pt x="24" y="1477"/>
                  </a:lnTo>
                  <a:lnTo>
                    <a:pt x="1" y="4240"/>
                  </a:lnTo>
                  <a:lnTo>
                    <a:pt x="715" y="4430"/>
                  </a:lnTo>
                  <a:lnTo>
                    <a:pt x="1096" y="4240"/>
                  </a:lnTo>
                  <a:lnTo>
                    <a:pt x="1096" y="1453"/>
                  </a:lnTo>
                  <a:lnTo>
                    <a:pt x="906" y="1191"/>
                  </a:lnTo>
                  <a:lnTo>
                    <a:pt x="1096" y="834"/>
                  </a:lnTo>
                  <a:lnTo>
                    <a:pt x="1096" y="167"/>
                  </a:lnTo>
                  <a:cubicBezTo>
                    <a:pt x="1096" y="72"/>
                    <a:pt x="1048" y="1"/>
                    <a:pt x="953"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7" name="Google Shape;21277;p138"/>
            <p:cNvSpPr/>
            <p:nvPr/>
          </p:nvSpPr>
          <p:spPr>
            <a:xfrm>
              <a:off x="3359923" y="2092826"/>
              <a:ext cx="42607" cy="20150"/>
            </a:xfrm>
            <a:custGeom>
              <a:avLst/>
              <a:gdLst/>
              <a:ahLst/>
              <a:cxnLst/>
              <a:rect l="l" t="t" r="r" b="b"/>
              <a:pathLst>
                <a:path w="1311" h="620" extrusionOk="0">
                  <a:moveTo>
                    <a:pt x="1" y="1"/>
                  </a:moveTo>
                  <a:lnTo>
                    <a:pt x="1" y="620"/>
                  </a:lnTo>
                  <a:lnTo>
                    <a:pt x="1096" y="620"/>
                  </a:lnTo>
                  <a:lnTo>
                    <a:pt x="1311" y="310"/>
                  </a:lnTo>
                  <a:lnTo>
                    <a:pt x="1096"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8" name="Google Shape;21278;p138"/>
            <p:cNvSpPr/>
            <p:nvPr/>
          </p:nvSpPr>
          <p:spPr>
            <a:xfrm>
              <a:off x="3424956" y="2093606"/>
              <a:ext cx="42607" cy="19370"/>
            </a:xfrm>
            <a:custGeom>
              <a:avLst/>
              <a:gdLst/>
              <a:ahLst/>
              <a:cxnLst/>
              <a:rect l="l" t="t" r="r" b="b"/>
              <a:pathLst>
                <a:path w="1311" h="596" extrusionOk="0">
                  <a:moveTo>
                    <a:pt x="215" y="0"/>
                  </a:moveTo>
                  <a:lnTo>
                    <a:pt x="0" y="310"/>
                  </a:lnTo>
                  <a:lnTo>
                    <a:pt x="215" y="596"/>
                  </a:lnTo>
                  <a:lnTo>
                    <a:pt x="1310" y="596"/>
                  </a:lnTo>
                  <a:lnTo>
                    <a:pt x="1310"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9" name="Google Shape;21279;p138"/>
            <p:cNvSpPr/>
            <p:nvPr/>
          </p:nvSpPr>
          <p:spPr>
            <a:xfrm>
              <a:off x="3467531" y="2120678"/>
              <a:ext cx="35620" cy="20930"/>
            </a:xfrm>
            <a:custGeom>
              <a:avLst/>
              <a:gdLst/>
              <a:ahLst/>
              <a:cxnLst/>
              <a:rect l="l" t="t" r="r" b="b"/>
              <a:pathLst>
                <a:path w="1096" h="644" extrusionOk="0">
                  <a:moveTo>
                    <a:pt x="0" y="1"/>
                  </a:moveTo>
                  <a:lnTo>
                    <a:pt x="0" y="644"/>
                  </a:lnTo>
                  <a:lnTo>
                    <a:pt x="1096" y="644"/>
                  </a:lnTo>
                  <a:lnTo>
                    <a:pt x="1096"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0" name="Google Shape;21280;p138"/>
            <p:cNvSpPr/>
            <p:nvPr/>
          </p:nvSpPr>
          <p:spPr>
            <a:xfrm>
              <a:off x="3503118" y="2078136"/>
              <a:ext cx="35653" cy="20930"/>
            </a:xfrm>
            <a:custGeom>
              <a:avLst/>
              <a:gdLst/>
              <a:ahLst/>
              <a:cxnLst/>
              <a:rect l="l" t="t" r="r" b="b"/>
              <a:pathLst>
                <a:path w="1097" h="644" extrusionOk="0">
                  <a:moveTo>
                    <a:pt x="1" y="0"/>
                  </a:moveTo>
                  <a:lnTo>
                    <a:pt x="1" y="643"/>
                  </a:lnTo>
                  <a:lnTo>
                    <a:pt x="1096" y="643"/>
                  </a:lnTo>
                  <a:lnTo>
                    <a:pt x="109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1" name="Google Shape;21281;p138"/>
            <p:cNvSpPr/>
            <p:nvPr/>
          </p:nvSpPr>
          <p:spPr>
            <a:xfrm>
              <a:off x="3395543" y="2051031"/>
              <a:ext cx="34872" cy="145535"/>
            </a:xfrm>
            <a:custGeom>
              <a:avLst/>
              <a:gdLst/>
              <a:ahLst/>
              <a:cxnLst/>
              <a:rect l="l" t="t" r="r" b="b"/>
              <a:pathLst>
                <a:path w="1073" h="4478" extrusionOk="0">
                  <a:moveTo>
                    <a:pt x="167" y="1"/>
                  </a:moveTo>
                  <a:cubicBezTo>
                    <a:pt x="72" y="1"/>
                    <a:pt x="0" y="72"/>
                    <a:pt x="0" y="167"/>
                  </a:cubicBezTo>
                  <a:lnTo>
                    <a:pt x="0" y="834"/>
                  </a:lnTo>
                  <a:lnTo>
                    <a:pt x="215" y="1310"/>
                  </a:lnTo>
                  <a:lnTo>
                    <a:pt x="0" y="1477"/>
                  </a:lnTo>
                  <a:lnTo>
                    <a:pt x="0" y="4263"/>
                  </a:lnTo>
                  <a:lnTo>
                    <a:pt x="548" y="4478"/>
                  </a:lnTo>
                  <a:lnTo>
                    <a:pt x="1072" y="4263"/>
                  </a:lnTo>
                  <a:lnTo>
                    <a:pt x="1072" y="1501"/>
                  </a:lnTo>
                  <a:lnTo>
                    <a:pt x="882" y="1191"/>
                  </a:lnTo>
                  <a:lnTo>
                    <a:pt x="1072" y="882"/>
                  </a:lnTo>
                  <a:lnTo>
                    <a:pt x="1072" y="167"/>
                  </a:lnTo>
                  <a:cubicBezTo>
                    <a:pt x="1072" y="72"/>
                    <a:pt x="1024" y="1"/>
                    <a:pt x="929"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2" name="Google Shape;21282;p138"/>
            <p:cNvSpPr/>
            <p:nvPr/>
          </p:nvSpPr>
          <p:spPr>
            <a:xfrm>
              <a:off x="3395543" y="2078136"/>
              <a:ext cx="36400" cy="20930"/>
            </a:xfrm>
            <a:custGeom>
              <a:avLst/>
              <a:gdLst/>
              <a:ahLst/>
              <a:cxnLst/>
              <a:rect l="l" t="t" r="r" b="b"/>
              <a:pathLst>
                <a:path w="1120" h="644" extrusionOk="0">
                  <a:moveTo>
                    <a:pt x="0" y="0"/>
                  </a:moveTo>
                  <a:lnTo>
                    <a:pt x="0" y="643"/>
                  </a:lnTo>
                  <a:lnTo>
                    <a:pt x="1120" y="643"/>
                  </a:lnTo>
                  <a:lnTo>
                    <a:pt x="1120"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3" name="Google Shape;21283;p138"/>
            <p:cNvSpPr/>
            <p:nvPr/>
          </p:nvSpPr>
          <p:spPr>
            <a:xfrm>
              <a:off x="3270158" y="2188798"/>
              <a:ext cx="357598" cy="24797"/>
            </a:xfrm>
            <a:custGeom>
              <a:avLst/>
              <a:gdLst/>
              <a:ahLst/>
              <a:cxnLst/>
              <a:rect l="l" t="t" r="r" b="b"/>
              <a:pathLst>
                <a:path w="11003" h="763" extrusionOk="0">
                  <a:moveTo>
                    <a:pt x="143" y="1"/>
                  </a:moveTo>
                  <a:cubicBezTo>
                    <a:pt x="48" y="1"/>
                    <a:pt x="0" y="48"/>
                    <a:pt x="0" y="144"/>
                  </a:cubicBezTo>
                  <a:lnTo>
                    <a:pt x="0" y="453"/>
                  </a:lnTo>
                  <a:cubicBezTo>
                    <a:pt x="0" y="620"/>
                    <a:pt x="143" y="763"/>
                    <a:pt x="334" y="763"/>
                  </a:cubicBezTo>
                  <a:lnTo>
                    <a:pt x="4525" y="763"/>
                  </a:lnTo>
                  <a:lnTo>
                    <a:pt x="5502" y="572"/>
                  </a:lnTo>
                  <a:lnTo>
                    <a:pt x="6478" y="763"/>
                  </a:lnTo>
                  <a:lnTo>
                    <a:pt x="10693" y="763"/>
                  </a:lnTo>
                  <a:cubicBezTo>
                    <a:pt x="10860" y="763"/>
                    <a:pt x="11003" y="620"/>
                    <a:pt x="11003" y="453"/>
                  </a:cubicBezTo>
                  <a:lnTo>
                    <a:pt x="11003" y="144"/>
                  </a:lnTo>
                  <a:cubicBezTo>
                    <a:pt x="11003" y="48"/>
                    <a:pt x="10955" y="1"/>
                    <a:pt x="10860" y="1"/>
                  </a:cubicBezTo>
                  <a:lnTo>
                    <a:pt x="6478" y="1"/>
                  </a:lnTo>
                  <a:lnTo>
                    <a:pt x="5502" y="215"/>
                  </a:lnTo>
                  <a:lnTo>
                    <a:pt x="4525" y="1"/>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4" name="Google Shape;21284;p138"/>
            <p:cNvSpPr/>
            <p:nvPr/>
          </p:nvSpPr>
          <p:spPr>
            <a:xfrm>
              <a:off x="3596003" y="2188798"/>
              <a:ext cx="31753" cy="24797"/>
            </a:xfrm>
            <a:custGeom>
              <a:avLst/>
              <a:gdLst/>
              <a:ahLst/>
              <a:cxnLst/>
              <a:rect l="l" t="t" r="r" b="b"/>
              <a:pathLst>
                <a:path w="977" h="763" extrusionOk="0">
                  <a:moveTo>
                    <a:pt x="191" y="1"/>
                  </a:moveTo>
                  <a:cubicBezTo>
                    <a:pt x="262" y="1"/>
                    <a:pt x="334" y="48"/>
                    <a:pt x="334" y="144"/>
                  </a:cubicBezTo>
                  <a:lnTo>
                    <a:pt x="334" y="453"/>
                  </a:lnTo>
                  <a:cubicBezTo>
                    <a:pt x="334" y="620"/>
                    <a:pt x="191" y="763"/>
                    <a:pt x="0" y="763"/>
                  </a:cubicBezTo>
                  <a:lnTo>
                    <a:pt x="643" y="763"/>
                  </a:lnTo>
                  <a:cubicBezTo>
                    <a:pt x="834" y="763"/>
                    <a:pt x="977" y="620"/>
                    <a:pt x="977" y="453"/>
                  </a:cubicBezTo>
                  <a:lnTo>
                    <a:pt x="977" y="144"/>
                  </a:lnTo>
                  <a:cubicBezTo>
                    <a:pt x="977" y="48"/>
                    <a:pt x="929" y="1"/>
                    <a:pt x="834"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5" name="Google Shape;21285;p138"/>
            <p:cNvSpPr/>
            <p:nvPr/>
          </p:nvSpPr>
          <p:spPr>
            <a:xfrm>
              <a:off x="3418001" y="2188798"/>
              <a:ext cx="62725" cy="24017"/>
            </a:xfrm>
            <a:custGeom>
              <a:avLst/>
              <a:gdLst/>
              <a:ahLst/>
              <a:cxnLst/>
              <a:rect l="l" t="t" r="r" b="b"/>
              <a:pathLst>
                <a:path w="1930" h="739" extrusionOk="0">
                  <a:moveTo>
                    <a:pt x="0" y="1"/>
                  </a:moveTo>
                  <a:lnTo>
                    <a:pt x="0" y="739"/>
                  </a:lnTo>
                  <a:lnTo>
                    <a:pt x="1929" y="739"/>
                  </a:lnTo>
                  <a:lnTo>
                    <a:pt x="1929"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6" name="Google Shape;21286;p138"/>
            <p:cNvSpPr/>
            <p:nvPr/>
          </p:nvSpPr>
          <p:spPr>
            <a:xfrm>
              <a:off x="3459796" y="2188798"/>
              <a:ext cx="20930" cy="24017"/>
            </a:xfrm>
            <a:custGeom>
              <a:avLst/>
              <a:gdLst/>
              <a:ahLst/>
              <a:cxnLst/>
              <a:rect l="l" t="t" r="r" b="b"/>
              <a:pathLst>
                <a:path w="644" h="739" extrusionOk="0">
                  <a:moveTo>
                    <a:pt x="0" y="1"/>
                  </a:moveTo>
                  <a:lnTo>
                    <a:pt x="0" y="739"/>
                  </a:lnTo>
                  <a:lnTo>
                    <a:pt x="643" y="739"/>
                  </a:lnTo>
                  <a:lnTo>
                    <a:pt x="643"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7" name="Google Shape;21287;p138"/>
          <p:cNvGrpSpPr/>
          <p:nvPr/>
        </p:nvGrpSpPr>
        <p:grpSpPr>
          <a:xfrm>
            <a:off x="4026336" y="1811173"/>
            <a:ext cx="358378" cy="272480"/>
            <a:chOff x="4026336" y="1963573"/>
            <a:chExt cx="358378" cy="272480"/>
          </a:xfrm>
        </p:grpSpPr>
        <p:sp>
          <p:nvSpPr>
            <p:cNvPr id="21288" name="Google Shape;21288;p138"/>
            <p:cNvSpPr/>
            <p:nvPr/>
          </p:nvSpPr>
          <p:spPr>
            <a:xfrm>
              <a:off x="4048761" y="2008456"/>
              <a:ext cx="312715" cy="210567"/>
            </a:xfrm>
            <a:custGeom>
              <a:avLst/>
              <a:gdLst/>
              <a:ahLst/>
              <a:cxnLst/>
              <a:rect l="l" t="t" r="r" b="b"/>
              <a:pathLst>
                <a:path w="9622" h="6479" extrusionOk="0">
                  <a:moveTo>
                    <a:pt x="430" y="1"/>
                  </a:moveTo>
                  <a:cubicBezTo>
                    <a:pt x="191" y="1"/>
                    <a:pt x="1" y="191"/>
                    <a:pt x="1" y="430"/>
                  </a:cubicBezTo>
                  <a:lnTo>
                    <a:pt x="1" y="6264"/>
                  </a:lnTo>
                  <a:lnTo>
                    <a:pt x="4788" y="6478"/>
                  </a:lnTo>
                  <a:lnTo>
                    <a:pt x="9598" y="6264"/>
                  </a:lnTo>
                  <a:lnTo>
                    <a:pt x="9598" y="430"/>
                  </a:lnTo>
                  <a:cubicBezTo>
                    <a:pt x="9622" y="191"/>
                    <a:pt x="9431" y="1"/>
                    <a:pt x="919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9" name="Google Shape;21289;p138"/>
            <p:cNvSpPr/>
            <p:nvPr/>
          </p:nvSpPr>
          <p:spPr>
            <a:xfrm>
              <a:off x="4071998" y="2031693"/>
              <a:ext cx="265493" cy="187330"/>
            </a:xfrm>
            <a:custGeom>
              <a:avLst/>
              <a:gdLst/>
              <a:ahLst/>
              <a:cxnLst/>
              <a:rect l="l" t="t" r="r" b="b"/>
              <a:pathLst>
                <a:path w="8169" h="5764" extrusionOk="0">
                  <a:moveTo>
                    <a:pt x="191" y="0"/>
                  </a:moveTo>
                  <a:cubicBezTo>
                    <a:pt x="96" y="0"/>
                    <a:pt x="0" y="96"/>
                    <a:pt x="0" y="191"/>
                  </a:cubicBezTo>
                  <a:lnTo>
                    <a:pt x="0" y="5549"/>
                  </a:lnTo>
                  <a:lnTo>
                    <a:pt x="4168" y="5763"/>
                  </a:lnTo>
                  <a:lnTo>
                    <a:pt x="8169" y="5549"/>
                  </a:lnTo>
                  <a:lnTo>
                    <a:pt x="8169" y="191"/>
                  </a:lnTo>
                  <a:cubicBezTo>
                    <a:pt x="8169" y="96"/>
                    <a:pt x="8073" y="0"/>
                    <a:pt x="7978"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0" name="Google Shape;21290;p138"/>
            <p:cNvSpPr/>
            <p:nvPr/>
          </p:nvSpPr>
          <p:spPr>
            <a:xfrm>
              <a:off x="4315059" y="2031693"/>
              <a:ext cx="27138" cy="180375"/>
            </a:xfrm>
            <a:custGeom>
              <a:avLst/>
              <a:gdLst/>
              <a:ahLst/>
              <a:cxnLst/>
              <a:rect l="l" t="t" r="r" b="b"/>
              <a:pathLst>
                <a:path w="835" h="5550" extrusionOk="0">
                  <a:moveTo>
                    <a:pt x="1" y="0"/>
                  </a:moveTo>
                  <a:cubicBezTo>
                    <a:pt x="96" y="0"/>
                    <a:pt x="168" y="96"/>
                    <a:pt x="168" y="191"/>
                  </a:cubicBezTo>
                  <a:lnTo>
                    <a:pt x="168" y="5549"/>
                  </a:lnTo>
                  <a:lnTo>
                    <a:pt x="834" y="5549"/>
                  </a:lnTo>
                  <a:lnTo>
                    <a:pt x="834" y="191"/>
                  </a:lnTo>
                  <a:cubicBezTo>
                    <a:pt x="834" y="96"/>
                    <a:pt x="739" y="0"/>
                    <a:pt x="644" y="0"/>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1" name="Google Shape;21291;p138"/>
            <p:cNvSpPr/>
            <p:nvPr/>
          </p:nvSpPr>
          <p:spPr>
            <a:xfrm>
              <a:off x="4326636" y="2007708"/>
              <a:ext cx="34840" cy="209755"/>
            </a:xfrm>
            <a:custGeom>
              <a:avLst/>
              <a:gdLst/>
              <a:ahLst/>
              <a:cxnLst/>
              <a:rect l="l" t="t" r="r" b="b"/>
              <a:pathLst>
                <a:path w="1072" h="6454" extrusionOk="0">
                  <a:moveTo>
                    <a:pt x="0" y="0"/>
                  </a:moveTo>
                  <a:cubicBezTo>
                    <a:pt x="238" y="0"/>
                    <a:pt x="405" y="191"/>
                    <a:pt x="405" y="429"/>
                  </a:cubicBezTo>
                  <a:lnTo>
                    <a:pt x="405" y="6263"/>
                  </a:lnTo>
                  <a:lnTo>
                    <a:pt x="762" y="6454"/>
                  </a:lnTo>
                  <a:lnTo>
                    <a:pt x="1072" y="6263"/>
                  </a:lnTo>
                  <a:lnTo>
                    <a:pt x="1072" y="429"/>
                  </a:lnTo>
                  <a:cubicBezTo>
                    <a:pt x="1072" y="191"/>
                    <a:pt x="881" y="0"/>
                    <a:pt x="64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2" name="Google Shape;21292;p138"/>
            <p:cNvSpPr/>
            <p:nvPr/>
          </p:nvSpPr>
          <p:spPr>
            <a:xfrm>
              <a:off x="4116881" y="1963573"/>
              <a:ext cx="178035" cy="255450"/>
            </a:xfrm>
            <a:custGeom>
              <a:avLst/>
              <a:gdLst/>
              <a:ahLst/>
              <a:cxnLst/>
              <a:rect l="l" t="t" r="r" b="b"/>
              <a:pathLst>
                <a:path w="5478" h="7860" extrusionOk="0">
                  <a:moveTo>
                    <a:pt x="191" y="1"/>
                  </a:moveTo>
                  <a:cubicBezTo>
                    <a:pt x="72" y="1"/>
                    <a:pt x="1" y="72"/>
                    <a:pt x="1" y="191"/>
                  </a:cubicBezTo>
                  <a:lnTo>
                    <a:pt x="1" y="7645"/>
                  </a:lnTo>
                  <a:lnTo>
                    <a:pt x="2739" y="7859"/>
                  </a:lnTo>
                  <a:lnTo>
                    <a:pt x="5478" y="7645"/>
                  </a:lnTo>
                  <a:lnTo>
                    <a:pt x="5430" y="191"/>
                  </a:lnTo>
                  <a:cubicBezTo>
                    <a:pt x="5430" y="72"/>
                    <a:pt x="5359" y="1"/>
                    <a:pt x="524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3" name="Google Shape;21293;p138"/>
            <p:cNvSpPr/>
            <p:nvPr/>
          </p:nvSpPr>
          <p:spPr>
            <a:xfrm>
              <a:off x="4266452" y="1963573"/>
              <a:ext cx="29445" cy="248495"/>
            </a:xfrm>
            <a:custGeom>
              <a:avLst/>
              <a:gdLst/>
              <a:ahLst/>
              <a:cxnLst/>
              <a:rect l="l" t="t" r="r" b="b"/>
              <a:pathLst>
                <a:path w="906" h="7646" extrusionOk="0">
                  <a:moveTo>
                    <a:pt x="1" y="1"/>
                  </a:moveTo>
                  <a:cubicBezTo>
                    <a:pt x="120" y="1"/>
                    <a:pt x="215" y="72"/>
                    <a:pt x="215" y="191"/>
                  </a:cubicBezTo>
                  <a:lnTo>
                    <a:pt x="215" y="7645"/>
                  </a:lnTo>
                  <a:lnTo>
                    <a:pt x="858" y="7645"/>
                  </a:lnTo>
                  <a:lnTo>
                    <a:pt x="858" y="191"/>
                  </a:lnTo>
                  <a:cubicBezTo>
                    <a:pt x="906" y="72"/>
                    <a:pt x="787" y="1"/>
                    <a:pt x="668"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4" name="Google Shape;21294;p138"/>
            <p:cNvSpPr/>
            <p:nvPr/>
          </p:nvSpPr>
          <p:spPr>
            <a:xfrm>
              <a:off x="4145513" y="1995326"/>
              <a:ext cx="22490" cy="22458"/>
            </a:xfrm>
            <a:custGeom>
              <a:avLst/>
              <a:gdLst/>
              <a:ahLst/>
              <a:cxnLst/>
              <a:rect l="l" t="t" r="r" b="b"/>
              <a:pathLst>
                <a:path w="692" h="691" extrusionOk="0">
                  <a:moveTo>
                    <a:pt x="120" y="0"/>
                  </a:moveTo>
                  <a:cubicBezTo>
                    <a:pt x="72" y="0"/>
                    <a:pt x="1" y="48"/>
                    <a:pt x="1" y="119"/>
                  </a:cubicBezTo>
                  <a:lnTo>
                    <a:pt x="1" y="572"/>
                  </a:lnTo>
                  <a:cubicBezTo>
                    <a:pt x="1" y="619"/>
                    <a:pt x="72" y="691"/>
                    <a:pt x="120" y="691"/>
                  </a:cubicBezTo>
                  <a:lnTo>
                    <a:pt x="572" y="691"/>
                  </a:lnTo>
                  <a:cubicBezTo>
                    <a:pt x="620" y="691"/>
                    <a:pt x="691" y="619"/>
                    <a:pt x="691" y="572"/>
                  </a:cubicBezTo>
                  <a:lnTo>
                    <a:pt x="691" y="119"/>
                  </a:lnTo>
                  <a:cubicBezTo>
                    <a:pt x="691" y="48"/>
                    <a:pt x="620" y="0"/>
                    <a:pt x="572"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5" name="Google Shape;21295;p138"/>
            <p:cNvSpPr/>
            <p:nvPr/>
          </p:nvSpPr>
          <p:spPr>
            <a:xfrm>
              <a:off x="4145513" y="2050251"/>
              <a:ext cx="22490" cy="22490"/>
            </a:xfrm>
            <a:custGeom>
              <a:avLst/>
              <a:gdLst/>
              <a:ahLst/>
              <a:cxnLst/>
              <a:rect l="l" t="t" r="r" b="b"/>
              <a:pathLst>
                <a:path w="692" h="692" extrusionOk="0">
                  <a:moveTo>
                    <a:pt x="120" y="1"/>
                  </a:moveTo>
                  <a:cubicBezTo>
                    <a:pt x="72" y="1"/>
                    <a:pt x="1" y="72"/>
                    <a:pt x="1" y="120"/>
                  </a:cubicBezTo>
                  <a:lnTo>
                    <a:pt x="1" y="572"/>
                  </a:lnTo>
                  <a:cubicBezTo>
                    <a:pt x="1" y="620"/>
                    <a:pt x="72" y="691"/>
                    <a:pt x="120" y="691"/>
                  </a:cubicBezTo>
                  <a:lnTo>
                    <a:pt x="572" y="691"/>
                  </a:lnTo>
                  <a:cubicBezTo>
                    <a:pt x="620" y="691"/>
                    <a:pt x="691" y="620"/>
                    <a:pt x="691" y="572"/>
                  </a:cubicBezTo>
                  <a:lnTo>
                    <a:pt x="691" y="120"/>
                  </a:lnTo>
                  <a:cubicBezTo>
                    <a:pt x="691" y="48"/>
                    <a:pt x="620" y="1"/>
                    <a:pt x="572"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6" name="Google Shape;21296;p138"/>
            <p:cNvSpPr/>
            <p:nvPr/>
          </p:nvSpPr>
          <p:spPr>
            <a:xfrm>
              <a:off x="4145513" y="2104428"/>
              <a:ext cx="22490" cy="22490"/>
            </a:xfrm>
            <a:custGeom>
              <a:avLst/>
              <a:gdLst/>
              <a:ahLst/>
              <a:cxnLst/>
              <a:rect l="l" t="t" r="r" b="b"/>
              <a:pathLst>
                <a:path w="692" h="692" extrusionOk="0">
                  <a:moveTo>
                    <a:pt x="120" y="1"/>
                  </a:moveTo>
                  <a:cubicBezTo>
                    <a:pt x="72" y="1"/>
                    <a:pt x="1" y="72"/>
                    <a:pt x="1" y="120"/>
                  </a:cubicBezTo>
                  <a:lnTo>
                    <a:pt x="1" y="572"/>
                  </a:lnTo>
                  <a:cubicBezTo>
                    <a:pt x="1" y="620"/>
                    <a:pt x="72" y="691"/>
                    <a:pt x="120" y="691"/>
                  </a:cubicBezTo>
                  <a:lnTo>
                    <a:pt x="572" y="691"/>
                  </a:lnTo>
                  <a:cubicBezTo>
                    <a:pt x="620" y="691"/>
                    <a:pt x="691" y="620"/>
                    <a:pt x="691" y="572"/>
                  </a:cubicBezTo>
                  <a:lnTo>
                    <a:pt x="691" y="120"/>
                  </a:lnTo>
                  <a:cubicBezTo>
                    <a:pt x="691" y="72"/>
                    <a:pt x="620" y="1"/>
                    <a:pt x="572"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7" name="Google Shape;21297;p138"/>
            <p:cNvSpPr/>
            <p:nvPr/>
          </p:nvSpPr>
          <p:spPr>
            <a:xfrm>
              <a:off x="4145513" y="2158606"/>
              <a:ext cx="22490" cy="23270"/>
            </a:xfrm>
            <a:custGeom>
              <a:avLst/>
              <a:gdLst/>
              <a:ahLst/>
              <a:cxnLst/>
              <a:rect l="l" t="t" r="r" b="b"/>
              <a:pathLst>
                <a:path w="692" h="716" extrusionOk="0">
                  <a:moveTo>
                    <a:pt x="120" y="1"/>
                  </a:moveTo>
                  <a:cubicBezTo>
                    <a:pt x="72" y="1"/>
                    <a:pt x="1" y="72"/>
                    <a:pt x="1" y="120"/>
                  </a:cubicBezTo>
                  <a:lnTo>
                    <a:pt x="1" y="596"/>
                  </a:lnTo>
                  <a:cubicBezTo>
                    <a:pt x="1" y="668"/>
                    <a:pt x="72" y="715"/>
                    <a:pt x="120" y="715"/>
                  </a:cubicBezTo>
                  <a:lnTo>
                    <a:pt x="572" y="715"/>
                  </a:lnTo>
                  <a:cubicBezTo>
                    <a:pt x="620" y="715"/>
                    <a:pt x="691" y="668"/>
                    <a:pt x="691" y="572"/>
                  </a:cubicBezTo>
                  <a:lnTo>
                    <a:pt x="691" y="120"/>
                  </a:lnTo>
                  <a:cubicBezTo>
                    <a:pt x="691" y="72"/>
                    <a:pt x="620" y="1"/>
                    <a:pt x="572"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8" name="Google Shape;21298;p138"/>
            <p:cNvSpPr/>
            <p:nvPr/>
          </p:nvSpPr>
          <p:spPr>
            <a:xfrm>
              <a:off x="4181133" y="1992206"/>
              <a:ext cx="79755" cy="10108"/>
            </a:xfrm>
            <a:custGeom>
              <a:avLst/>
              <a:gdLst/>
              <a:ahLst/>
              <a:cxnLst/>
              <a:rect l="l" t="t" r="r" b="b"/>
              <a:pathLst>
                <a:path w="2454" h="311" extrusionOk="0">
                  <a:moveTo>
                    <a:pt x="191" y="1"/>
                  </a:moveTo>
                  <a:cubicBezTo>
                    <a:pt x="95" y="1"/>
                    <a:pt x="0" y="96"/>
                    <a:pt x="48" y="191"/>
                  </a:cubicBezTo>
                  <a:cubicBezTo>
                    <a:pt x="72" y="263"/>
                    <a:pt x="119" y="310"/>
                    <a:pt x="191" y="310"/>
                  </a:cubicBezTo>
                  <a:lnTo>
                    <a:pt x="2310" y="310"/>
                  </a:lnTo>
                  <a:cubicBezTo>
                    <a:pt x="2382" y="310"/>
                    <a:pt x="2453" y="215"/>
                    <a:pt x="2453" y="120"/>
                  </a:cubicBezTo>
                  <a:cubicBezTo>
                    <a:pt x="2429" y="25"/>
                    <a:pt x="2358" y="1"/>
                    <a:pt x="2310"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9" name="Google Shape;21299;p138"/>
            <p:cNvSpPr/>
            <p:nvPr/>
          </p:nvSpPr>
          <p:spPr>
            <a:xfrm>
              <a:off x="4181133" y="2008456"/>
              <a:ext cx="28665" cy="10108"/>
            </a:xfrm>
            <a:custGeom>
              <a:avLst/>
              <a:gdLst/>
              <a:ahLst/>
              <a:cxnLst/>
              <a:rect l="l" t="t" r="r" b="b"/>
              <a:pathLst>
                <a:path w="882" h="311" extrusionOk="0">
                  <a:moveTo>
                    <a:pt x="191" y="1"/>
                  </a:moveTo>
                  <a:cubicBezTo>
                    <a:pt x="95" y="1"/>
                    <a:pt x="0" y="96"/>
                    <a:pt x="48" y="191"/>
                  </a:cubicBezTo>
                  <a:cubicBezTo>
                    <a:pt x="72" y="287"/>
                    <a:pt x="119" y="310"/>
                    <a:pt x="191" y="310"/>
                  </a:cubicBezTo>
                  <a:lnTo>
                    <a:pt x="715" y="310"/>
                  </a:lnTo>
                  <a:cubicBezTo>
                    <a:pt x="810" y="310"/>
                    <a:pt x="881" y="215"/>
                    <a:pt x="881" y="120"/>
                  </a:cubicBezTo>
                  <a:cubicBezTo>
                    <a:pt x="834" y="49"/>
                    <a:pt x="786" y="1"/>
                    <a:pt x="71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0" name="Google Shape;21300;p138"/>
            <p:cNvSpPr/>
            <p:nvPr/>
          </p:nvSpPr>
          <p:spPr>
            <a:xfrm>
              <a:off x="4181133" y="2047163"/>
              <a:ext cx="79755" cy="10108"/>
            </a:xfrm>
            <a:custGeom>
              <a:avLst/>
              <a:gdLst/>
              <a:ahLst/>
              <a:cxnLst/>
              <a:rect l="l" t="t" r="r" b="b"/>
              <a:pathLst>
                <a:path w="2454" h="311" extrusionOk="0">
                  <a:moveTo>
                    <a:pt x="191" y="1"/>
                  </a:moveTo>
                  <a:cubicBezTo>
                    <a:pt x="95" y="1"/>
                    <a:pt x="0" y="96"/>
                    <a:pt x="48" y="191"/>
                  </a:cubicBezTo>
                  <a:cubicBezTo>
                    <a:pt x="72" y="286"/>
                    <a:pt x="119" y="310"/>
                    <a:pt x="191" y="310"/>
                  </a:cubicBezTo>
                  <a:lnTo>
                    <a:pt x="2310" y="310"/>
                  </a:lnTo>
                  <a:cubicBezTo>
                    <a:pt x="2382" y="310"/>
                    <a:pt x="2453" y="215"/>
                    <a:pt x="2453" y="120"/>
                  </a:cubicBezTo>
                  <a:cubicBezTo>
                    <a:pt x="2429" y="48"/>
                    <a:pt x="2358" y="1"/>
                    <a:pt x="2310"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1" name="Google Shape;21301;p138"/>
            <p:cNvSpPr/>
            <p:nvPr/>
          </p:nvSpPr>
          <p:spPr>
            <a:xfrm>
              <a:off x="4181133" y="2064973"/>
              <a:ext cx="28665" cy="9328"/>
            </a:xfrm>
            <a:custGeom>
              <a:avLst/>
              <a:gdLst/>
              <a:ahLst/>
              <a:cxnLst/>
              <a:rect l="l" t="t" r="r" b="b"/>
              <a:pathLst>
                <a:path w="882" h="287" extrusionOk="0">
                  <a:moveTo>
                    <a:pt x="191" y="0"/>
                  </a:moveTo>
                  <a:cubicBezTo>
                    <a:pt x="95" y="0"/>
                    <a:pt x="0" y="96"/>
                    <a:pt x="48" y="167"/>
                  </a:cubicBezTo>
                  <a:cubicBezTo>
                    <a:pt x="72" y="262"/>
                    <a:pt x="119" y="286"/>
                    <a:pt x="191" y="286"/>
                  </a:cubicBezTo>
                  <a:lnTo>
                    <a:pt x="715" y="286"/>
                  </a:lnTo>
                  <a:cubicBezTo>
                    <a:pt x="810" y="286"/>
                    <a:pt x="881" y="215"/>
                    <a:pt x="881" y="119"/>
                  </a:cubicBezTo>
                  <a:cubicBezTo>
                    <a:pt x="834" y="24"/>
                    <a:pt x="786" y="0"/>
                    <a:pt x="71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2" name="Google Shape;21302;p138"/>
            <p:cNvSpPr/>
            <p:nvPr/>
          </p:nvSpPr>
          <p:spPr>
            <a:xfrm>
              <a:off x="4181133" y="2102901"/>
              <a:ext cx="79755" cy="9295"/>
            </a:xfrm>
            <a:custGeom>
              <a:avLst/>
              <a:gdLst/>
              <a:ahLst/>
              <a:cxnLst/>
              <a:rect l="l" t="t" r="r" b="b"/>
              <a:pathLst>
                <a:path w="2454" h="286" extrusionOk="0">
                  <a:moveTo>
                    <a:pt x="191" y="0"/>
                  </a:moveTo>
                  <a:cubicBezTo>
                    <a:pt x="95" y="0"/>
                    <a:pt x="0" y="72"/>
                    <a:pt x="48" y="167"/>
                  </a:cubicBezTo>
                  <a:cubicBezTo>
                    <a:pt x="72" y="262"/>
                    <a:pt x="119" y="286"/>
                    <a:pt x="191" y="286"/>
                  </a:cubicBezTo>
                  <a:lnTo>
                    <a:pt x="2310" y="286"/>
                  </a:lnTo>
                  <a:cubicBezTo>
                    <a:pt x="2382" y="286"/>
                    <a:pt x="2453" y="191"/>
                    <a:pt x="2453" y="119"/>
                  </a:cubicBezTo>
                  <a:cubicBezTo>
                    <a:pt x="2429" y="24"/>
                    <a:pt x="2358" y="0"/>
                    <a:pt x="2310"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3" name="Google Shape;21303;p138"/>
            <p:cNvSpPr/>
            <p:nvPr/>
          </p:nvSpPr>
          <p:spPr>
            <a:xfrm>
              <a:off x="4181133" y="2119151"/>
              <a:ext cx="28665" cy="9328"/>
            </a:xfrm>
            <a:custGeom>
              <a:avLst/>
              <a:gdLst/>
              <a:ahLst/>
              <a:cxnLst/>
              <a:rect l="l" t="t" r="r" b="b"/>
              <a:pathLst>
                <a:path w="882" h="287" extrusionOk="0">
                  <a:moveTo>
                    <a:pt x="191" y="0"/>
                  </a:moveTo>
                  <a:cubicBezTo>
                    <a:pt x="95" y="0"/>
                    <a:pt x="0" y="96"/>
                    <a:pt x="48" y="167"/>
                  </a:cubicBezTo>
                  <a:cubicBezTo>
                    <a:pt x="72" y="262"/>
                    <a:pt x="119" y="286"/>
                    <a:pt x="191" y="286"/>
                  </a:cubicBezTo>
                  <a:lnTo>
                    <a:pt x="715" y="286"/>
                  </a:lnTo>
                  <a:cubicBezTo>
                    <a:pt x="810" y="286"/>
                    <a:pt x="881" y="215"/>
                    <a:pt x="881" y="119"/>
                  </a:cubicBezTo>
                  <a:cubicBezTo>
                    <a:pt x="834" y="24"/>
                    <a:pt x="786" y="0"/>
                    <a:pt x="71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4" name="Google Shape;21304;p138"/>
            <p:cNvSpPr/>
            <p:nvPr/>
          </p:nvSpPr>
          <p:spPr>
            <a:xfrm>
              <a:off x="4181133" y="2157078"/>
              <a:ext cx="79755" cy="9295"/>
            </a:xfrm>
            <a:custGeom>
              <a:avLst/>
              <a:gdLst/>
              <a:ahLst/>
              <a:cxnLst/>
              <a:rect l="l" t="t" r="r" b="b"/>
              <a:pathLst>
                <a:path w="2454" h="286" extrusionOk="0">
                  <a:moveTo>
                    <a:pt x="191" y="0"/>
                  </a:moveTo>
                  <a:cubicBezTo>
                    <a:pt x="95" y="0"/>
                    <a:pt x="0" y="72"/>
                    <a:pt x="48" y="167"/>
                  </a:cubicBezTo>
                  <a:cubicBezTo>
                    <a:pt x="72" y="262"/>
                    <a:pt x="119" y="286"/>
                    <a:pt x="191" y="286"/>
                  </a:cubicBezTo>
                  <a:lnTo>
                    <a:pt x="2310" y="286"/>
                  </a:lnTo>
                  <a:cubicBezTo>
                    <a:pt x="2382" y="286"/>
                    <a:pt x="2453" y="191"/>
                    <a:pt x="2453" y="119"/>
                  </a:cubicBezTo>
                  <a:cubicBezTo>
                    <a:pt x="2429" y="24"/>
                    <a:pt x="2358" y="0"/>
                    <a:pt x="2310"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5" name="Google Shape;21305;p138"/>
            <p:cNvSpPr/>
            <p:nvPr/>
          </p:nvSpPr>
          <p:spPr>
            <a:xfrm>
              <a:off x="4181133" y="2174108"/>
              <a:ext cx="28665" cy="10075"/>
            </a:xfrm>
            <a:custGeom>
              <a:avLst/>
              <a:gdLst/>
              <a:ahLst/>
              <a:cxnLst/>
              <a:rect l="l" t="t" r="r" b="b"/>
              <a:pathLst>
                <a:path w="882" h="310" extrusionOk="0">
                  <a:moveTo>
                    <a:pt x="191" y="0"/>
                  </a:moveTo>
                  <a:cubicBezTo>
                    <a:pt x="95" y="0"/>
                    <a:pt x="0" y="95"/>
                    <a:pt x="48" y="191"/>
                  </a:cubicBezTo>
                  <a:cubicBezTo>
                    <a:pt x="72" y="262"/>
                    <a:pt x="119" y="310"/>
                    <a:pt x="191" y="310"/>
                  </a:cubicBezTo>
                  <a:lnTo>
                    <a:pt x="715" y="310"/>
                  </a:lnTo>
                  <a:cubicBezTo>
                    <a:pt x="810" y="310"/>
                    <a:pt x="881" y="214"/>
                    <a:pt x="881" y="119"/>
                  </a:cubicBezTo>
                  <a:cubicBezTo>
                    <a:pt x="834" y="24"/>
                    <a:pt x="786" y="0"/>
                    <a:pt x="71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6" name="Google Shape;21306;p138"/>
            <p:cNvSpPr/>
            <p:nvPr/>
          </p:nvSpPr>
          <p:spPr>
            <a:xfrm>
              <a:off x="4026336" y="2211256"/>
              <a:ext cx="358378" cy="24797"/>
            </a:xfrm>
            <a:custGeom>
              <a:avLst/>
              <a:gdLst/>
              <a:ahLst/>
              <a:cxnLst/>
              <a:rect l="l" t="t" r="r" b="b"/>
              <a:pathLst>
                <a:path w="11027" h="763" extrusionOk="0">
                  <a:moveTo>
                    <a:pt x="143" y="0"/>
                  </a:moveTo>
                  <a:cubicBezTo>
                    <a:pt x="72" y="0"/>
                    <a:pt x="0" y="48"/>
                    <a:pt x="0" y="143"/>
                  </a:cubicBezTo>
                  <a:lnTo>
                    <a:pt x="0" y="429"/>
                  </a:lnTo>
                  <a:cubicBezTo>
                    <a:pt x="0" y="619"/>
                    <a:pt x="143" y="762"/>
                    <a:pt x="334" y="762"/>
                  </a:cubicBezTo>
                  <a:lnTo>
                    <a:pt x="4525" y="762"/>
                  </a:lnTo>
                  <a:lnTo>
                    <a:pt x="5525" y="548"/>
                  </a:lnTo>
                  <a:lnTo>
                    <a:pt x="6502" y="762"/>
                  </a:lnTo>
                  <a:lnTo>
                    <a:pt x="10693" y="762"/>
                  </a:lnTo>
                  <a:cubicBezTo>
                    <a:pt x="10883" y="762"/>
                    <a:pt x="11026" y="619"/>
                    <a:pt x="11026" y="429"/>
                  </a:cubicBezTo>
                  <a:lnTo>
                    <a:pt x="11026" y="143"/>
                  </a:lnTo>
                  <a:cubicBezTo>
                    <a:pt x="11026" y="48"/>
                    <a:pt x="10955" y="0"/>
                    <a:pt x="10860" y="0"/>
                  </a:cubicBezTo>
                  <a:lnTo>
                    <a:pt x="6502" y="0"/>
                  </a:lnTo>
                  <a:lnTo>
                    <a:pt x="5501" y="191"/>
                  </a:lnTo>
                  <a:lnTo>
                    <a:pt x="4525"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7" name="Google Shape;21307;p138"/>
            <p:cNvSpPr/>
            <p:nvPr/>
          </p:nvSpPr>
          <p:spPr>
            <a:xfrm>
              <a:off x="4352928" y="2211256"/>
              <a:ext cx="31785" cy="24797"/>
            </a:xfrm>
            <a:custGeom>
              <a:avLst/>
              <a:gdLst/>
              <a:ahLst/>
              <a:cxnLst/>
              <a:rect l="l" t="t" r="r" b="b"/>
              <a:pathLst>
                <a:path w="978" h="763" extrusionOk="0">
                  <a:moveTo>
                    <a:pt x="168" y="0"/>
                  </a:moveTo>
                  <a:cubicBezTo>
                    <a:pt x="263" y="0"/>
                    <a:pt x="311" y="48"/>
                    <a:pt x="311" y="143"/>
                  </a:cubicBezTo>
                  <a:lnTo>
                    <a:pt x="311" y="429"/>
                  </a:lnTo>
                  <a:cubicBezTo>
                    <a:pt x="311" y="619"/>
                    <a:pt x="168" y="762"/>
                    <a:pt x="1" y="762"/>
                  </a:cubicBezTo>
                  <a:lnTo>
                    <a:pt x="644" y="762"/>
                  </a:lnTo>
                  <a:cubicBezTo>
                    <a:pt x="834" y="762"/>
                    <a:pt x="977" y="619"/>
                    <a:pt x="977" y="429"/>
                  </a:cubicBezTo>
                  <a:lnTo>
                    <a:pt x="977" y="143"/>
                  </a:lnTo>
                  <a:cubicBezTo>
                    <a:pt x="977" y="48"/>
                    <a:pt x="906" y="0"/>
                    <a:pt x="83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8" name="Google Shape;21308;p138"/>
            <p:cNvSpPr/>
            <p:nvPr/>
          </p:nvSpPr>
          <p:spPr>
            <a:xfrm>
              <a:off x="4174926" y="2212036"/>
              <a:ext cx="62725" cy="24017"/>
            </a:xfrm>
            <a:custGeom>
              <a:avLst/>
              <a:gdLst/>
              <a:ahLst/>
              <a:cxnLst/>
              <a:rect l="l" t="t" r="r" b="b"/>
              <a:pathLst>
                <a:path w="1930" h="739" extrusionOk="0">
                  <a:moveTo>
                    <a:pt x="1" y="0"/>
                  </a:moveTo>
                  <a:lnTo>
                    <a:pt x="1" y="738"/>
                  </a:lnTo>
                  <a:lnTo>
                    <a:pt x="1930" y="738"/>
                  </a:lnTo>
                  <a:lnTo>
                    <a:pt x="19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9" name="Google Shape;21309;p138"/>
            <p:cNvSpPr/>
            <p:nvPr/>
          </p:nvSpPr>
          <p:spPr>
            <a:xfrm>
              <a:off x="4215161" y="2212036"/>
              <a:ext cx="21710" cy="24017"/>
            </a:xfrm>
            <a:custGeom>
              <a:avLst/>
              <a:gdLst/>
              <a:ahLst/>
              <a:cxnLst/>
              <a:rect l="l" t="t" r="r" b="b"/>
              <a:pathLst>
                <a:path w="668" h="739" extrusionOk="0">
                  <a:moveTo>
                    <a:pt x="1" y="0"/>
                  </a:moveTo>
                  <a:lnTo>
                    <a:pt x="1" y="738"/>
                  </a:lnTo>
                  <a:lnTo>
                    <a:pt x="668" y="738"/>
                  </a:lnTo>
                  <a:lnTo>
                    <a:pt x="668"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10" name="Google Shape;21310;p138"/>
          <p:cNvGrpSpPr/>
          <p:nvPr/>
        </p:nvGrpSpPr>
        <p:grpSpPr>
          <a:xfrm>
            <a:off x="4767011" y="1796483"/>
            <a:ext cx="358378" cy="302640"/>
            <a:chOff x="4767011" y="1948883"/>
            <a:chExt cx="358378" cy="302640"/>
          </a:xfrm>
        </p:grpSpPr>
        <p:sp>
          <p:nvSpPr>
            <p:cNvPr id="21311" name="Google Shape;21311;p138"/>
            <p:cNvSpPr/>
            <p:nvPr/>
          </p:nvSpPr>
          <p:spPr>
            <a:xfrm>
              <a:off x="4767791" y="1948883"/>
              <a:ext cx="127725" cy="37960"/>
            </a:xfrm>
            <a:custGeom>
              <a:avLst/>
              <a:gdLst/>
              <a:ahLst/>
              <a:cxnLst/>
              <a:rect l="l" t="t" r="r" b="b"/>
              <a:pathLst>
                <a:path w="3930" h="1168" extrusionOk="0">
                  <a:moveTo>
                    <a:pt x="382" y="0"/>
                  </a:moveTo>
                  <a:cubicBezTo>
                    <a:pt x="167" y="0"/>
                    <a:pt x="1" y="167"/>
                    <a:pt x="1" y="381"/>
                  </a:cubicBezTo>
                  <a:lnTo>
                    <a:pt x="1" y="953"/>
                  </a:lnTo>
                  <a:lnTo>
                    <a:pt x="1953" y="1167"/>
                  </a:lnTo>
                  <a:lnTo>
                    <a:pt x="3930" y="953"/>
                  </a:lnTo>
                  <a:lnTo>
                    <a:pt x="3930" y="381"/>
                  </a:lnTo>
                  <a:cubicBezTo>
                    <a:pt x="3930" y="143"/>
                    <a:pt x="3739" y="0"/>
                    <a:pt x="3549"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2" name="Google Shape;21312;p138"/>
            <p:cNvSpPr/>
            <p:nvPr/>
          </p:nvSpPr>
          <p:spPr>
            <a:xfrm>
              <a:off x="4862203" y="1948883"/>
              <a:ext cx="34093" cy="37960"/>
            </a:xfrm>
            <a:custGeom>
              <a:avLst/>
              <a:gdLst/>
              <a:ahLst/>
              <a:cxnLst/>
              <a:rect l="l" t="t" r="r" b="b"/>
              <a:pathLst>
                <a:path w="1049" h="1168" extrusionOk="0">
                  <a:moveTo>
                    <a:pt x="1" y="0"/>
                  </a:moveTo>
                  <a:cubicBezTo>
                    <a:pt x="215" y="0"/>
                    <a:pt x="406" y="167"/>
                    <a:pt x="406" y="381"/>
                  </a:cubicBezTo>
                  <a:lnTo>
                    <a:pt x="406" y="953"/>
                  </a:lnTo>
                  <a:lnTo>
                    <a:pt x="763" y="1167"/>
                  </a:lnTo>
                  <a:lnTo>
                    <a:pt x="1049" y="953"/>
                  </a:lnTo>
                  <a:lnTo>
                    <a:pt x="1049" y="381"/>
                  </a:lnTo>
                  <a:cubicBezTo>
                    <a:pt x="1049" y="143"/>
                    <a:pt x="882" y="0"/>
                    <a:pt x="66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3" name="Google Shape;21313;p138"/>
            <p:cNvSpPr/>
            <p:nvPr/>
          </p:nvSpPr>
          <p:spPr>
            <a:xfrm>
              <a:off x="4767791" y="2019311"/>
              <a:ext cx="357597" cy="232213"/>
            </a:xfrm>
            <a:custGeom>
              <a:avLst/>
              <a:gdLst/>
              <a:ahLst/>
              <a:cxnLst/>
              <a:rect l="l" t="t" r="r" b="b"/>
              <a:pathLst>
                <a:path w="11003" h="7145" extrusionOk="0">
                  <a:moveTo>
                    <a:pt x="5502" y="0"/>
                  </a:moveTo>
                  <a:lnTo>
                    <a:pt x="1" y="119"/>
                  </a:lnTo>
                  <a:lnTo>
                    <a:pt x="1" y="6978"/>
                  </a:lnTo>
                  <a:cubicBezTo>
                    <a:pt x="1" y="7049"/>
                    <a:pt x="96" y="7145"/>
                    <a:pt x="167" y="7145"/>
                  </a:cubicBezTo>
                  <a:lnTo>
                    <a:pt x="10836" y="7145"/>
                  </a:lnTo>
                  <a:cubicBezTo>
                    <a:pt x="10931" y="7145"/>
                    <a:pt x="11003" y="7049"/>
                    <a:pt x="11003" y="6978"/>
                  </a:cubicBezTo>
                  <a:lnTo>
                    <a:pt x="11003" y="119"/>
                  </a:lnTo>
                  <a:lnTo>
                    <a:pt x="550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4" name="Google Shape;21314;p138"/>
            <p:cNvSpPr/>
            <p:nvPr/>
          </p:nvSpPr>
          <p:spPr>
            <a:xfrm>
              <a:off x="4767011" y="1979043"/>
              <a:ext cx="357597" cy="43388"/>
            </a:xfrm>
            <a:custGeom>
              <a:avLst/>
              <a:gdLst/>
              <a:ahLst/>
              <a:cxnLst/>
              <a:rect l="l" t="t" r="r" b="b"/>
              <a:pathLst>
                <a:path w="11003" h="1335" extrusionOk="0">
                  <a:moveTo>
                    <a:pt x="1" y="1"/>
                  </a:moveTo>
                  <a:lnTo>
                    <a:pt x="1" y="1335"/>
                  </a:lnTo>
                  <a:lnTo>
                    <a:pt x="11003" y="1335"/>
                  </a:lnTo>
                  <a:lnTo>
                    <a:pt x="11003" y="168"/>
                  </a:lnTo>
                  <a:cubicBezTo>
                    <a:pt x="11003" y="72"/>
                    <a:pt x="10908" y="1"/>
                    <a:pt x="10836"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5" name="Google Shape;21315;p138"/>
            <p:cNvSpPr/>
            <p:nvPr/>
          </p:nvSpPr>
          <p:spPr>
            <a:xfrm>
              <a:off x="5097503" y="2019311"/>
              <a:ext cx="27105" cy="232213"/>
            </a:xfrm>
            <a:custGeom>
              <a:avLst/>
              <a:gdLst/>
              <a:ahLst/>
              <a:cxnLst/>
              <a:rect l="l" t="t" r="r" b="b"/>
              <a:pathLst>
                <a:path w="834" h="7145" extrusionOk="0">
                  <a:moveTo>
                    <a:pt x="191" y="0"/>
                  </a:moveTo>
                  <a:lnTo>
                    <a:pt x="191" y="6978"/>
                  </a:lnTo>
                  <a:cubicBezTo>
                    <a:pt x="191" y="7049"/>
                    <a:pt x="96" y="7145"/>
                    <a:pt x="0" y="7145"/>
                  </a:cubicBezTo>
                  <a:lnTo>
                    <a:pt x="667" y="7145"/>
                  </a:lnTo>
                  <a:cubicBezTo>
                    <a:pt x="739" y="7145"/>
                    <a:pt x="834" y="7049"/>
                    <a:pt x="834" y="6978"/>
                  </a:cubicBezTo>
                  <a:lnTo>
                    <a:pt x="834" y="119"/>
                  </a:lnTo>
                  <a:lnTo>
                    <a:pt x="191"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6" name="Google Shape;21316;p138"/>
            <p:cNvSpPr/>
            <p:nvPr/>
          </p:nvSpPr>
          <p:spPr>
            <a:xfrm>
              <a:off x="5097503" y="1979823"/>
              <a:ext cx="27105" cy="44167"/>
            </a:xfrm>
            <a:custGeom>
              <a:avLst/>
              <a:gdLst/>
              <a:ahLst/>
              <a:cxnLst/>
              <a:rect l="l" t="t" r="r" b="b"/>
              <a:pathLst>
                <a:path w="834" h="1359" extrusionOk="0">
                  <a:moveTo>
                    <a:pt x="0" y="1"/>
                  </a:moveTo>
                  <a:cubicBezTo>
                    <a:pt x="96" y="1"/>
                    <a:pt x="191" y="96"/>
                    <a:pt x="191" y="167"/>
                  </a:cubicBezTo>
                  <a:lnTo>
                    <a:pt x="191" y="1358"/>
                  </a:lnTo>
                  <a:lnTo>
                    <a:pt x="834" y="1358"/>
                  </a:lnTo>
                  <a:lnTo>
                    <a:pt x="834" y="167"/>
                  </a:lnTo>
                  <a:cubicBezTo>
                    <a:pt x="834" y="72"/>
                    <a:pt x="739" y="1"/>
                    <a:pt x="667"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7" name="Google Shape;21317;p138"/>
            <p:cNvSpPr/>
            <p:nvPr/>
          </p:nvSpPr>
          <p:spPr>
            <a:xfrm>
              <a:off x="5042546" y="1996073"/>
              <a:ext cx="11635" cy="11667"/>
            </a:xfrm>
            <a:custGeom>
              <a:avLst/>
              <a:gdLst/>
              <a:ahLst/>
              <a:cxnLst/>
              <a:rect l="l" t="t" r="r" b="b"/>
              <a:pathLst>
                <a:path w="358" h="359" extrusionOk="0">
                  <a:moveTo>
                    <a:pt x="167" y="1"/>
                  </a:moveTo>
                  <a:cubicBezTo>
                    <a:pt x="72" y="1"/>
                    <a:pt x="1" y="72"/>
                    <a:pt x="1" y="168"/>
                  </a:cubicBezTo>
                  <a:cubicBezTo>
                    <a:pt x="1" y="287"/>
                    <a:pt x="72" y="358"/>
                    <a:pt x="167" y="358"/>
                  </a:cubicBezTo>
                  <a:cubicBezTo>
                    <a:pt x="263" y="358"/>
                    <a:pt x="358" y="287"/>
                    <a:pt x="358" y="168"/>
                  </a:cubicBezTo>
                  <a:cubicBezTo>
                    <a:pt x="358" y="72"/>
                    <a:pt x="263"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8" name="Google Shape;21318;p138"/>
            <p:cNvSpPr/>
            <p:nvPr/>
          </p:nvSpPr>
          <p:spPr>
            <a:xfrm>
              <a:off x="5065783" y="1996073"/>
              <a:ext cx="11635" cy="11667"/>
            </a:xfrm>
            <a:custGeom>
              <a:avLst/>
              <a:gdLst/>
              <a:ahLst/>
              <a:cxnLst/>
              <a:rect l="l" t="t" r="r" b="b"/>
              <a:pathLst>
                <a:path w="358" h="359" extrusionOk="0">
                  <a:moveTo>
                    <a:pt x="167" y="1"/>
                  </a:moveTo>
                  <a:cubicBezTo>
                    <a:pt x="72" y="1"/>
                    <a:pt x="0" y="72"/>
                    <a:pt x="0" y="168"/>
                  </a:cubicBezTo>
                  <a:cubicBezTo>
                    <a:pt x="0" y="287"/>
                    <a:pt x="72" y="358"/>
                    <a:pt x="167" y="358"/>
                  </a:cubicBezTo>
                  <a:cubicBezTo>
                    <a:pt x="262" y="358"/>
                    <a:pt x="357" y="287"/>
                    <a:pt x="357" y="168"/>
                  </a:cubicBezTo>
                  <a:cubicBezTo>
                    <a:pt x="357" y="72"/>
                    <a:pt x="262"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9" name="Google Shape;21319;p138"/>
            <p:cNvSpPr/>
            <p:nvPr/>
          </p:nvSpPr>
          <p:spPr>
            <a:xfrm>
              <a:off x="5088208" y="1996073"/>
              <a:ext cx="11635" cy="11667"/>
            </a:xfrm>
            <a:custGeom>
              <a:avLst/>
              <a:gdLst/>
              <a:ahLst/>
              <a:cxnLst/>
              <a:rect l="l" t="t" r="r" b="b"/>
              <a:pathLst>
                <a:path w="358" h="359" extrusionOk="0">
                  <a:moveTo>
                    <a:pt x="167" y="1"/>
                  </a:moveTo>
                  <a:cubicBezTo>
                    <a:pt x="72" y="1"/>
                    <a:pt x="1" y="72"/>
                    <a:pt x="1" y="168"/>
                  </a:cubicBezTo>
                  <a:cubicBezTo>
                    <a:pt x="1" y="287"/>
                    <a:pt x="72" y="358"/>
                    <a:pt x="167" y="358"/>
                  </a:cubicBezTo>
                  <a:cubicBezTo>
                    <a:pt x="263" y="358"/>
                    <a:pt x="358" y="287"/>
                    <a:pt x="358" y="168"/>
                  </a:cubicBezTo>
                  <a:cubicBezTo>
                    <a:pt x="358" y="72"/>
                    <a:pt x="263"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0" name="Google Shape;21320;p138"/>
            <p:cNvSpPr/>
            <p:nvPr/>
          </p:nvSpPr>
          <p:spPr>
            <a:xfrm>
              <a:off x="4800291" y="2060326"/>
              <a:ext cx="112255" cy="23238"/>
            </a:xfrm>
            <a:custGeom>
              <a:avLst/>
              <a:gdLst/>
              <a:ahLst/>
              <a:cxnLst/>
              <a:rect l="l" t="t" r="r" b="b"/>
              <a:pathLst>
                <a:path w="3454" h="715" extrusionOk="0">
                  <a:moveTo>
                    <a:pt x="406" y="0"/>
                  </a:moveTo>
                  <a:cubicBezTo>
                    <a:pt x="191" y="0"/>
                    <a:pt x="1" y="191"/>
                    <a:pt x="48" y="405"/>
                  </a:cubicBezTo>
                  <a:cubicBezTo>
                    <a:pt x="72" y="548"/>
                    <a:pt x="215" y="715"/>
                    <a:pt x="406" y="715"/>
                  </a:cubicBezTo>
                  <a:lnTo>
                    <a:pt x="3073" y="715"/>
                  </a:lnTo>
                  <a:cubicBezTo>
                    <a:pt x="3311" y="715"/>
                    <a:pt x="3454" y="501"/>
                    <a:pt x="3430" y="286"/>
                  </a:cubicBezTo>
                  <a:cubicBezTo>
                    <a:pt x="3406" y="143"/>
                    <a:pt x="3263" y="0"/>
                    <a:pt x="30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1" name="Google Shape;21321;p138"/>
            <p:cNvSpPr/>
            <p:nvPr/>
          </p:nvSpPr>
          <p:spPr>
            <a:xfrm>
              <a:off x="4979073" y="2060326"/>
              <a:ext cx="111507" cy="23238"/>
            </a:xfrm>
            <a:custGeom>
              <a:avLst/>
              <a:gdLst/>
              <a:ahLst/>
              <a:cxnLst/>
              <a:rect l="l" t="t" r="r" b="b"/>
              <a:pathLst>
                <a:path w="3431" h="715" extrusionOk="0">
                  <a:moveTo>
                    <a:pt x="406" y="0"/>
                  </a:moveTo>
                  <a:cubicBezTo>
                    <a:pt x="191" y="0"/>
                    <a:pt x="1" y="191"/>
                    <a:pt x="48" y="405"/>
                  </a:cubicBezTo>
                  <a:cubicBezTo>
                    <a:pt x="72" y="548"/>
                    <a:pt x="215" y="715"/>
                    <a:pt x="406" y="715"/>
                  </a:cubicBezTo>
                  <a:lnTo>
                    <a:pt x="3073" y="715"/>
                  </a:lnTo>
                  <a:cubicBezTo>
                    <a:pt x="3287" y="715"/>
                    <a:pt x="3430" y="501"/>
                    <a:pt x="3430" y="286"/>
                  </a:cubicBezTo>
                  <a:cubicBezTo>
                    <a:pt x="3406" y="143"/>
                    <a:pt x="3263" y="0"/>
                    <a:pt x="30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2" name="Google Shape;21322;p138"/>
            <p:cNvSpPr/>
            <p:nvPr/>
          </p:nvSpPr>
          <p:spPr>
            <a:xfrm>
              <a:off x="4979073" y="2190358"/>
              <a:ext cx="111507" cy="23238"/>
            </a:xfrm>
            <a:custGeom>
              <a:avLst/>
              <a:gdLst/>
              <a:ahLst/>
              <a:cxnLst/>
              <a:rect l="l" t="t" r="r" b="b"/>
              <a:pathLst>
                <a:path w="3431" h="715" extrusionOk="0">
                  <a:moveTo>
                    <a:pt x="406" y="0"/>
                  </a:moveTo>
                  <a:cubicBezTo>
                    <a:pt x="191" y="0"/>
                    <a:pt x="1" y="215"/>
                    <a:pt x="48" y="429"/>
                  </a:cubicBezTo>
                  <a:cubicBezTo>
                    <a:pt x="72" y="572"/>
                    <a:pt x="215" y="715"/>
                    <a:pt x="406" y="715"/>
                  </a:cubicBezTo>
                  <a:lnTo>
                    <a:pt x="3073" y="715"/>
                  </a:lnTo>
                  <a:cubicBezTo>
                    <a:pt x="3287" y="715"/>
                    <a:pt x="3430" y="548"/>
                    <a:pt x="3430" y="310"/>
                  </a:cubicBezTo>
                  <a:cubicBezTo>
                    <a:pt x="3406" y="167"/>
                    <a:pt x="3263" y="0"/>
                    <a:pt x="3073" y="0"/>
                  </a:cubicBezTo>
                  <a:close/>
                </a:path>
              </a:pathLst>
            </a:custGeom>
            <a:solidFill>
              <a:srgbClr val="8291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3" name="Google Shape;21323;p138"/>
            <p:cNvSpPr/>
            <p:nvPr/>
          </p:nvSpPr>
          <p:spPr>
            <a:xfrm>
              <a:off x="4801851" y="2190358"/>
              <a:ext cx="111475" cy="23238"/>
            </a:xfrm>
            <a:custGeom>
              <a:avLst/>
              <a:gdLst/>
              <a:ahLst/>
              <a:cxnLst/>
              <a:rect l="l" t="t" r="r" b="b"/>
              <a:pathLst>
                <a:path w="3430" h="715" extrusionOk="0">
                  <a:moveTo>
                    <a:pt x="381" y="0"/>
                  </a:moveTo>
                  <a:cubicBezTo>
                    <a:pt x="167" y="0"/>
                    <a:pt x="0" y="215"/>
                    <a:pt x="24" y="429"/>
                  </a:cubicBezTo>
                  <a:cubicBezTo>
                    <a:pt x="48" y="572"/>
                    <a:pt x="191" y="715"/>
                    <a:pt x="381" y="715"/>
                  </a:cubicBezTo>
                  <a:lnTo>
                    <a:pt x="3049" y="715"/>
                  </a:lnTo>
                  <a:cubicBezTo>
                    <a:pt x="3263" y="715"/>
                    <a:pt x="3430" y="548"/>
                    <a:pt x="3406" y="310"/>
                  </a:cubicBezTo>
                  <a:cubicBezTo>
                    <a:pt x="3382" y="167"/>
                    <a:pt x="3239" y="0"/>
                    <a:pt x="3049" y="0"/>
                  </a:cubicBezTo>
                  <a:close/>
                </a:path>
              </a:pathLst>
            </a:custGeom>
            <a:solidFill>
              <a:srgbClr val="8291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4" name="Google Shape;21324;p138"/>
            <p:cNvSpPr/>
            <p:nvPr/>
          </p:nvSpPr>
          <p:spPr>
            <a:xfrm>
              <a:off x="4879233" y="2060326"/>
              <a:ext cx="33313" cy="23238"/>
            </a:xfrm>
            <a:custGeom>
              <a:avLst/>
              <a:gdLst/>
              <a:ahLst/>
              <a:cxnLst/>
              <a:rect l="l" t="t" r="r" b="b"/>
              <a:pathLst>
                <a:path w="1025" h="715" extrusionOk="0">
                  <a:moveTo>
                    <a:pt x="1" y="0"/>
                  </a:moveTo>
                  <a:cubicBezTo>
                    <a:pt x="191" y="0"/>
                    <a:pt x="358" y="143"/>
                    <a:pt x="358" y="358"/>
                  </a:cubicBezTo>
                  <a:cubicBezTo>
                    <a:pt x="358" y="548"/>
                    <a:pt x="191" y="715"/>
                    <a:pt x="1" y="715"/>
                  </a:cubicBezTo>
                  <a:lnTo>
                    <a:pt x="644" y="715"/>
                  </a:lnTo>
                  <a:cubicBezTo>
                    <a:pt x="858" y="715"/>
                    <a:pt x="1025" y="501"/>
                    <a:pt x="1001" y="286"/>
                  </a:cubicBezTo>
                  <a:cubicBezTo>
                    <a:pt x="977" y="120"/>
                    <a:pt x="834" y="0"/>
                    <a:pt x="644"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5" name="Google Shape;21325;p138"/>
            <p:cNvSpPr/>
            <p:nvPr/>
          </p:nvSpPr>
          <p:spPr>
            <a:xfrm>
              <a:off x="5056488" y="2060326"/>
              <a:ext cx="34093" cy="23238"/>
            </a:xfrm>
            <a:custGeom>
              <a:avLst/>
              <a:gdLst/>
              <a:ahLst/>
              <a:cxnLst/>
              <a:rect l="l" t="t" r="r" b="b"/>
              <a:pathLst>
                <a:path w="1049" h="715" extrusionOk="0">
                  <a:moveTo>
                    <a:pt x="0" y="0"/>
                  </a:moveTo>
                  <a:cubicBezTo>
                    <a:pt x="215" y="0"/>
                    <a:pt x="358" y="143"/>
                    <a:pt x="358" y="358"/>
                  </a:cubicBezTo>
                  <a:cubicBezTo>
                    <a:pt x="358" y="548"/>
                    <a:pt x="215" y="715"/>
                    <a:pt x="0" y="715"/>
                  </a:cubicBezTo>
                  <a:lnTo>
                    <a:pt x="667" y="715"/>
                  </a:lnTo>
                  <a:cubicBezTo>
                    <a:pt x="905" y="715"/>
                    <a:pt x="1048" y="501"/>
                    <a:pt x="1024" y="286"/>
                  </a:cubicBezTo>
                  <a:cubicBezTo>
                    <a:pt x="1001" y="120"/>
                    <a:pt x="858" y="0"/>
                    <a:pt x="667"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6" name="Google Shape;21326;p138"/>
            <p:cNvSpPr/>
            <p:nvPr/>
          </p:nvSpPr>
          <p:spPr>
            <a:xfrm>
              <a:off x="5056488" y="2191886"/>
              <a:ext cx="34093" cy="22490"/>
            </a:xfrm>
            <a:custGeom>
              <a:avLst/>
              <a:gdLst/>
              <a:ahLst/>
              <a:cxnLst/>
              <a:rect l="l" t="t" r="r" b="b"/>
              <a:pathLst>
                <a:path w="1049" h="692" extrusionOk="0">
                  <a:moveTo>
                    <a:pt x="0" y="1"/>
                  </a:moveTo>
                  <a:cubicBezTo>
                    <a:pt x="215" y="1"/>
                    <a:pt x="358" y="144"/>
                    <a:pt x="358" y="358"/>
                  </a:cubicBezTo>
                  <a:cubicBezTo>
                    <a:pt x="358" y="549"/>
                    <a:pt x="215" y="691"/>
                    <a:pt x="0" y="691"/>
                  </a:cubicBezTo>
                  <a:lnTo>
                    <a:pt x="667" y="691"/>
                  </a:lnTo>
                  <a:cubicBezTo>
                    <a:pt x="905" y="668"/>
                    <a:pt x="1048" y="501"/>
                    <a:pt x="1024" y="287"/>
                  </a:cubicBezTo>
                  <a:cubicBezTo>
                    <a:pt x="1001" y="120"/>
                    <a:pt x="858" y="1"/>
                    <a:pt x="66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7" name="Google Shape;21327;p138"/>
            <p:cNvSpPr/>
            <p:nvPr/>
          </p:nvSpPr>
          <p:spPr>
            <a:xfrm>
              <a:off x="4880013" y="2191886"/>
              <a:ext cx="33313" cy="22490"/>
            </a:xfrm>
            <a:custGeom>
              <a:avLst/>
              <a:gdLst/>
              <a:ahLst/>
              <a:cxnLst/>
              <a:rect l="l" t="t" r="r" b="b"/>
              <a:pathLst>
                <a:path w="1025" h="692" extrusionOk="0">
                  <a:moveTo>
                    <a:pt x="1" y="1"/>
                  </a:moveTo>
                  <a:cubicBezTo>
                    <a:pt x="215" y="1"/>
                    <a:pt x="358" y="144"/>
                    <a:pt x="358" y="358"/>
                  </a:cubicBezTo>
                  <a:cubicBezTo>
                    <a:pt x="358" y="549"/>
                    <a:pt x="215" y="691"/>
                    <a:pt x="1" y="691"/>
                  </a:cubicBezTo>
                  <a:lnTo>
                    <a:pt x="644" y="691"/>
                  </a:lnTo>
                  <a:cubicBezTo>
                    <a:pt x="858" y="668"/>
                    <a:pt x="1025" y="501"/>
                    <a:pt x="1001" y="287"/>
                  </a:cubicBezTo>
                  <a:cubicBezTo>
                    <a:pt x="977" y="120"/>
                    <a:pt x="834" y="1"/>
                    <a:pt x="64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8" name="Google Shape;21328;p138"/>
            <p:cNvSpPr/>
            <p:nvPr/>
          </p:nvSpPr>
          <p:spPr>
            <a:xfrm>
              <a:off x="4802631" y="2105208"/>
              <a:ext cx="110695" cy="10888"/>
            </a:xfrm>
            <a:custGeom>
              <a:avLst/>
              <a:gdLst/>
              <a:ahLst/>
              <a:cxnLst/>
              <a:rect l="l" t="t" r="r" b="b"/>
              <a:pathLst>
                <a:path w="3406" h="335" extrusionOk="0">
                  <a:moveTo>
                    <a:pt x="167" y="1"/>
                  </a:moveTo>
                  <a:cubicBezTo>
                    <a:pt x="95" y="1"/>
                    <a:pt x="0" y="96"/>
                    <a:pt x="24" y="215"/>
                  </a:cubicBezTo>
                  <a:cubicBezTo>
                    <a:pt x="24" y="286"/>
                    <a:pt x="95" y="334"/>
                    <a:pt x="167" y="334"/>
                  </a:cubicBezTo>
                  <a:lnTo>
                    <a:pt x="3239" y="334"/>
                  </a:lnTo>
                  <a:cubicBezTo>
                    <a:pt x="3334" y="334"/>
                    <a:pt x="3406" y="239"/>
                    <a:pt x="3382" y="120"/>
                  </a:cubicBezTo>
                  <a:cubicBezTo>
                    <a:pt x="3382" y="72"/>
                    <a:pt x="3334" y="1"/>
                    <a:pt x="323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9" name="Google Shape;21329;p138"/>
            <p:cNvSpPr/>
            <p:nvPr/>
          </p:nvSpPr>
          <p:spPr>
            <a:xfrm>
              <a:off x="4802631" y="2130753"/>
              <a:ext cx="110695" cy="10855"/>
            </a:xfrm>
            <a:custGeom>
              <a:avLst/>
              <a:gdLst/>
              <a:ahLst/>
              <a:cxnLst/>
              <a:rect l="l" t="t" r="r" b="b"/>
              <a:pathLst>
                <a:path w="3406" h="334" extrusionOk="0">
                  <a:moveTo>
                    <a:pt x="167" y="1"/>
                  </a:moveTo>
                  <a:cubicBezTo>
                    <a:pt x="95" y="1"/>
                    <a:pt x="0" y="96"/>
                    <a:pt x="24" y="215"/>
                  </a:cubicBezTo>
                  <a:cubicBezTo>
                    <a:pt x="24" y="262"/>
                    <a:pt x="95" y="334"/>
                    <a:pt x="167" y="334"/>
                  </a:cubicBezTo>
                  <a:lnTo>
                    <a:pt x="3239" y="334"/>
                  </a:lnTo>
                  <a:cubicBezTo>
                    <a:pt x="3334" y="334"/>
                    <a:pt x="3406" y="239"/>
                    <a:pt x="3382" y="120"/>
                  </a:cubicBezTo>
                  <a:cubicBezTo>
                    <a:pt x="3382" y="48"/>
                    <a:pt x="3334" y="1"/>
                    <a:pt x="323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0" name="Google Shape;21330;p138"/>
            <p:cNvSpPr/>
            <p:nvPr/>
          </p:nvSpPr>
          <p:spPr>
            <a:xfrm>
              <a:off x="4802631" y="2155518"/>
              <a:ext cx="110695" cy="10855"/>
            </a:xfrm>
            <a:custGeom>
              <a:avLst/>
              <a:gdLst/>
              <a:ahLst/>
              <a:cxnLst/>
              <a:rect l="l" t="t" r="r" b="b"/>
              <a:pathLst>
                <a:path w="3406" h="334" extrusionOk="0">
                  <a:moveTo>
                    <a:pt x="167" y="1"/>
                  </a:moveTo>
                  <a:cubicBezTo>
                    <a:pt x="95" y="1"/>
                    <a:pt x="0" y="96"/>
                    <a:pt x="24" y="215"/>
                  </a:cubicBezTo>
                  <a:cubicBezTo>
                    <a:pt x="24" y="286"/>
                    <a:pt x="95" y="334"/>
                    <a:pt x="167" y="334"/>
                  </a:cubicBezTo>
                  <a:lnTo>
                    <a:pt x="3239" y="334"/>
                  </a:lnTo>
                  <a:cubicBezTo>
                    <a:pt x="3334" y="334"/>
                    <a:pt x="3406" y="239"/>
                    <a:pt x="3382" y="120"/>
                  </a:cubicBezTo>
                  <a:cubicBezTo>
                    <a:pt x="3382" y="72"/>
                    <a:pt x="3334" y="1"/>
                    <a:pt x="323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1" name="Google Shape;21331;p138"/>
            <p:cNvSpPr/>
            <p:nvPr/>
          </p:nvSpPr>
          <p:spPr>
            <a:xfrm>
              <a:off x="4980633" y="2104428"/>
              <a:ext cx="111475" cy="10888"/>
            </a:xfrm>
            <a:custGeom>
              <a:avLst/>
              <a:gdLst/>
              <a:ahLst/>
              <a:cxnLst/>
              <a:rect l="l" t="t" r="r" b="b"/>
              <a:pathLst>
                <a:path w="3430" h="335" extrusionOk="0">
                  <a:moveTo>
                    <a:pt x="143" y="1"/>
                  </a:moveTo>
                  <a:cubicBezTo>
                    <a:pt x="48" y="1"/>
                    <a:pt x="0" y="96"/>
                    <a:pt x="0" y="191"/>
                  </a:cubicBezTo>
                  <a:cubicBezTo>
                    <a:pt x="0" y="263"/>
                    <a:pt x="96" y="334"/>
                    <a:pt x="167" y="334"/>
                  </a:cubicBezTo>
                  <a:lnTo>
                    <a:pt x="3239" y="334"/>
                  </a:lnTo>
                  <a:cubicBezTo>
                    <a:pt x="3335" y="334"/>
                    <a:pt x="3430" y="239"/>
                    <a:pt x="3382" y="144"/>
                  </a:cubicBezTo>
                  <a:cubicBezTo>
                    <a:pt x="3382" y="72"/>
                    <a:pt x="3287" y="1"/>
                    <a:pt x="3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2" name="Google Shape;21332;p138"/>
            <p:cNvSpPr/>
            <p:nvPr/>
          </p:nvSpPr>
          <p:spPr>
            <a:xfrm>
              <a:off x="4980633" y="2130753"/>
              <a:ext cx="111475" cy="10855"/>
            </a:xfrm>
            <a:custGeom>
              <a:avLst/>
              <a:gdLst/>
              <a:ahLst/>
              <a:cxnLst/>
              <a:rect l="l" t="t" r="r" b="b"/>
              <a:pathLst>
                <a:path w="3430" h="334" extrusionOk="0">
                  <a:moveTo>
                    <a:pt x="143" y="1"/>
                  </a:moveTo>
                  <a:cubicBezTo>
                    <a:pt x="48" y="1"/>
                    <a:pt x="0" y="96"/>
                    <a:pt x="0" y="167"/>
                  </a:cubicBezTo>
                  <a:cubicBezTo>
                    <a:pt x="0" y="262"/>
                    <a:pt x="96" y="334"/>
                    <a:pt x="167" y="334"/>
                  </a:cubicBezTo>
                  <a:lnTo>
                    <a:pt x="3239" y="334"/>
                  </a:lnTo>
                  <a:cubicBezTo>
                    <a:pt x="3335" y="334"/>
                    <a:pt x="3430" y="239"/>
                    <a:pt x="3382" y="143"/>
                  </a:cubicBezTo>
                  <a:cubicBezTo>
                    <a:pt x="3382" y="48"/>
                    <a:pt x="3287" y="1"/>
                    <a:pt x="3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3" name="Google Shape;21333;p138"/>
            <p:cNvSpPr/>
            <p:nvPr/>
          </p:nvSpPr>
          <p:spPr>
            <a:xfrm>
              <a:off x="4980633" y="2155518"/>
              <a:ext cx="111475" cy="10855"/>
            </a:xfrm>
            <a:custGeom>
              <a:avLst/>
              <a:gdLst/>
              <a:ahLst/>
              <a:cxnLst/>
              <a:rect l="l" t="t" r="r" b="b"/>
              <a:pathLst>
                <a:path w="3430" h="334" extrusionOk="0">
                  <a:moveTo>
                    <a:pt x="143" y="1"/>
                  </a:moveTo>
                  <a:cubicBezTo>
                    <a:pt x="48" y="1"/>
                    <a:pt x="0" y="96"/>
                    <a:pt x="0" y="191"/>
                  </a:cubicBezTo>
                  <a:cubicBezTo>
                    <a:pt x="0" y="286"/>
                    <a:pt x="96" y="334"/>
                    <a:pt x="167" y="334"/>
                  </a:cubicBezTo>
                  <a:lnTo>
                    <a:pt x="3239" y="334"/>
                  </a:lnTo>
                  <a:cubicBezTo>
                    <a:pt x="3335" y="334"/>
                    <a:pt x="3430" y="286"/>
                    <a:pt x="3382" y="167"/>
                  </a:cubicBezTo>
                  <a:cubicBezTo>
                    <a:pt x="3382" y="72"/>
                    <a:pt x="3287" y="1"/>
                    <a:pt x="3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34" name="Google Shape;21334;p138"/>
          <p:cNvGrpSpPr/>
          <p:nvPr/>
        </p:nvGrpSpPr>
        <p:grpSpPr>
          <a:xfrm>
            <a:off x="5526276" y="1812668"/>
            <a:ext cx="356850" cy="269977"/>
            <a:chOff x="5526276" y="1965068"/>
            <a:chExt cx="356850" cy="269977"/>
          </a:xfrm>
        </p:grpSpPr>
        <p:sp>
          <p:nvSpPr>
            <p:cNvPr id="21335" name="Google Shape;21335;p138"/>
            <p:cNvSpPr/>
            <p:nvPr/>
          </p:nvSpPr>
          <p:spPr>
            <a:xfrm>
              <a:off x="5526276" y="1965101"/>
              <a:ext cx="183463" cy="106860"/>
            </a:xfrm>
            <a:custGeom>
              <a:avLst/>
              <a:gdLst/>
              <a:ahLst/>
              <a:cxnLst/>
              <a:rect l="l" t="t" r="r" b="b"/>
              <a:pathLst>
                <a:path w="5645" h="3288" extrusionOk="0">
                  <a:moveTo>
                    <a:pt x="2219" y="1"/>
                  </a:moveTo>
                  <a:cubicBezTo>
                    <a:pt x="1453" y="1"/>
                    <a:pt x="834" y="611"/>
                    <a:pt x="834" y="1383"/>
                  </a:cubicBezTo>
                  <a:cubicBezTo>
                    <a:pt x="834" y="1454"/>
                    <a:pt x="834" y="1549"/>
                    <a:pt x="858" y="1644"/>
                  </a:cubicBezTo>
                  <a:cubicBezTo>
                    <a:pt x="382" y="1668"/>
                    <a:pt x="25" y="2049"/>
                    <a:pt x="25" y="2526"/>
                  </a:cubicBezTo>
                  <a:lnTo>
                    <a:pt x="25" y="2573"/>
                  </a:lnTo>
                  <a:cubicBezTo>
                    <a:pt x="1" y="2954"/>
                    <a:pt x="358" y="3288"/>
                    <a:pt x="763" y="3288"/>
                  </a:cubicBezTo>
                  <a:lnTo>
                    <a:pt x="4859" y="3288"/>
                  </a:lnTo>
                  <a:cubicBezTo>
                    <a:pt x="5264" y="3288"/>
                    <a:pt x="5621" y="2954"/>
                    <a:pt x="5645" y="2526"/>
                  </a:cubicBezTo>
                  <a:lnTo>
                    <a:pt x="5645" y="2502"/>
                  </a:lnTo>
                  <a:cubicBezTo>
                    <a:pt x="5645" y="2002"/>
                    <a:pt x="5240" y="1621"/>
                    <a:pt x="4764" y="1621"/>
                  </a:cubicBezTo>
                  <a:lnTo>
                    <a:pt x="4764" y="1573"/>
                  </a:lnTo>
                  <a:cubicBezTo>
                    <a:pt x="4764" y="1073"/>
                    <a:pt x="4335" y="692"/>
                    <a:pt x="3859" y="692"/>
                  </a:cubicBezTo>
                  <a:cubicBezTo>
                    <a:pt x="3716" y="692"/>
                    <a:pt x="3573" y="716"/>
                    <a:pt x="3454" y="811"/>
                  </a:cubicBezTo>
                  <a:cubicBezTo>
                    <a:pt x="3239" y="358"/>
                    <a:pt x="2787" y="25"/>
                    <a:pt x="2263" y="1"/>
                  </a:cubicBezTo>
                  <a:cubicBezTo>
                    <a:pt x="2248" y="1"/>
                    <a:pt x="2234" y="1"/>
                    <a:pt x="2219"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6" name="Google Shape;21336;p138"/>
            <p:cNvSpPr/>
            <p:nvPr/>
          </p:nvSpPr>
          <p:spPr>
            <a:xfrm>
              <a:off x="5560336" y="1965068"/>
              <a:ext cx="148622" cy="106892"/>
            </a:xfrm>
            <a:custGeom>
              <a:avLst/>
              <a:gdLst/>
              <a:ahLst/>
              <a:cxnLst/>
              <a:rect l="l" t="t" r="r" b="b"/>
              <a:pathLst>
                <a:path w="4573" h="3289" extrusionOk="0">
                  <a:moveTo>
                    <a:pt x="1126" y="1"/>
                  </a:moveTo>
                  <a:cubicBezTo>
                    <a:pt x="674" y="1"/>
                    <a:pt x="250" y="233"/>
                    <a:pt x="1" y="574"/>
                  </a:cubicBezTo>
                  <a:cubicBezTo>
                    <a:pt x="158" y="495"/>
                    <a:pt x="333" y="449"/>
                    <a:pt x="523" y="449"/>
                  </a:cubicBezTo>
                  <a:cubicBezTo>
                    <a:pt x="563" y="449"/>
                    <a:pt x="603" y="451"/>
                    <a:pt x="644" y="455"/>
                  </a:cubicBezTo>
                  <a:cubicBezTo>
                    <a:pt x="1191" y="479"/>
                    <a:pt x="1596" y="812"/>
                    <a:pt x="1834" y="1264"/>
                  </a:cubicBezTo>
                  <a:cubicBezTo>
                    <a:pt x="1953" y="1193"/>
                    <a:pt x="2096" y="1145"/>
                    <a:pt x="2263" y="1145"/>
                  </a:cubicBezTo>
                  <a:cubicBezTo>
                    <a:pt x="2763" y="1145"/>
                    <a:pt x="3144" y="1550"/>
                    <a:pt x="3144" y="2026"/>
                  </a:cubicBezTo>
                  <a:lnTo>
                    <a:pt x="3144" y="2050"/>
                  </a:lnTo>
                  <a:cubicBezTo>
                    <a:pt x="3644" y="2050"/>
                    <a:pt x="4049" y="2479"/>
                    <a:pt x="4049" y="2955"/>
                  </a:cubicBezTo>
                  <a:lnTo>
                    <a:pt x="4049" y="2979"/>
                  </a:lnTo>
                  <a:cubicBezTo>
                    <a:pt x="4049" y="3074"/>
                    <a:pt x="4001" y="3193"/>
                    <a:pt x="3978" y="3289"/>
                  </a:cubicBezTo>
                  <a:cubicBezTo>
                    <a:pt x="4311" y="3193"/>
                    <a:pt x="4573" y="2884"/>
                    <a:pt x="4573" y="2574"/>
                  </a:cubicBezTo>
                  <a:lnTo>
                    <a:pt x="4573" y="2527"/>
                  </a:lnTo>
                  <a:cubicBezTo>
                    <a:pt x="4573" y="2003"/>
                    <a:pt x="4192" y="1622"/>
                    <a:pt x="3692" y="1622"/>
                  </a:cubicBezTo>
                  <a:lnTo>
                    <a:pt x="3692" y="1574"/>
                  </a:lnTo>
                  <a:cubicBezTo>
                    <a:pt x="3692" y="1074"/>
                    <a:pt x="3263" y="693"/>
                    <a:pt x="2787" y="693"/>
                  </a:cubicBezTo>
                  <a:cubicBezTo>
                    <a:pt x="2644" y="693"/>
                    <a:pt x="2501" y="717"/>
                    <a:pt x="2382" y="812"/>
                  </a:cubicBezTo>
                  <a:cubicBezTo>
                    <a:pt x="2168" y="359"/>
                    <a:pt x="1715" y="26"/>
                    <a:pt x="1191" y="2"/>
                  </a:cubicBezTo>
                  <a:cubicBezTo>
                    <a:pt x="1169" y="1"/>
                    <a:pt x="1147" y="1"/>
                    <a:pt x="1126"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7" name="Google Shape;21337;p138"/>
            <p:cNvSpPr/>
            <p:nvPr/>
          </p:nvSpPr>
          <p:spPr>
            <a:xfrm>
              <a:off x="5770091" y="2177196"/>
              <a:ext cx="85150" cy="57492"/>
            </a:xfrm>
            <a:custGeom>
              <a:avLst/>
              <a:gdLst/>
              <a:ahLst/>
              <a:cxnLst/>
              <a:rect l="l" t="t" r="r" b="b"/>
              <a:pathLst>
                <a:path w="2620" h="1769" extrusionOk="0">
                  <a:moveTo>
                    <a:pt x="0" y="0"/>
                  </a:moveTo>
                  <a:lnTo>
                    <a:pt x="0" y="1429"/>
                  </a:lnTo>
                  <a:cubicBezTo>
                    <a:pt x="0" y="1453"/>
                    <a:pt x="0" y="1477"/>
                    <a:pt x="24" y="1477"/>
                  </a:cubicBezTo>
                  <a:lnTo>
                    <a:pt x="262" y="1572"/>
                  </a:lnTo>
                  <a:cubicBezTo>
                    <a:pt x="596" y="1703"/>
                    <a:pt x="953" y="1769"/>
                    <a:pt x="1310" y="1769"/>
                  </a:cubicBezTo>
                  <a:cubicBezTo>
                    <a:pt x="1667" y="1769"/>
                    <a:pt x="2024" y="1703"/>
                    <a:pt x="2358" y="1572"/>
                  </a:cubicBezTo>
                  <a:lnTo>
                    <a:pt x="2596" y="1477"/>
                  </a:lnTo>
                  <a:cubicBezTo>
                    <a:pt x="2596" y="1477"/>
                    <a:pt x="2620" y="1453"/>
                    <a:pt x="2620" y="1429"/>
                  </a:cubicBezTo>
                  <a:lnTo>
                    <a:pt x="2620"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8" name="Google Shape;21338;p138"/>
            <p:cNvSpPr/>
            <p:nvPr/>
          </p:nvSpPr>
          <p:spPr>
            <a:xfrm>
              <a:off x="5801811" y="2177196"/>
              <a:ext cx="53430" cy="57850"/>
            </a:xfrm>
            <a:custGeom>
              <a:avLst/>
              <a:gdLst/>
              <a:ahLst/>
              <a:cxnLst/>
              <a:rect l="l" t="t" r="r" b="b"/>
              <a:pathLst>
                <a:path w="1644" h="1780" extrusionOk="0">
                  <a:moveTo>
                    <a:pt x="977" y="0"/>
                  </a:moveTo>
                  <a:lnTo>
                    <a:pt x="977" y="1191"/>
                  </a:lnTo>
                  <a:cubicBezTo>
                    <a:pt x="977" y="1358"/>
                    <a:pt x="858" y="1525"/>
                    <a:pt x="715" y="1572"/>
                  </a:cubicBezTo>
                  <a:cubicBezTo>
                    <a:pt x="477" y="1667"/>
                    <a:pt x="239" y="1715"/>
                    <a:pt x="1" y="1763"/>
                  </a:cubicBezTo>
                  <a:cubicBezTo>
                    <a:pt x="113" y="1774"/>
                    <a:pt x="226" y="1780"/>
                    <a:pt x="337" y="1780"/>
                  </a:cubicBezTo>
                  <a:cubicBezTo>
                    <a:pt x="699" y="1780"/>
                    <a:pt x="1054" y="1718"/>
                    <a:pt x="1382" y="1572"/>
                  </a:cubicBezTo>
                  <a:lnTo>
                    <a:pt x="1620" y="1477"/>
                  </a:lnTo>
                  <a:cubicBezTo>
                    <a:pt x="1644" y="1477"/>
                    <a:pt x="1644" y="1453"/>
                    <a:pt x="1644" y="1429"/>
                  </a:cubicBezTo>
                  <a:lnTo>
                    <a:pt x="1644"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9" name="Google Shape;21339;p138"/>
            <p:cNvSpPr/>
            <p:nvPr/>
          </p:nvSpPr>
          <p:spPr>
            <a:xfrm>
              <a:off x="5740678" y="2138878"/>
              <a:ext cx="142447" cy="66592"/>
            </a:xfrm>
            <a:custGeom>
              <a:avLst/>
              <a:gdLst/>
              <a:ahLst/>
              <a:cxnLst/>
              <a:rect l="l" t="t" r="r" b="b"/>
              <a:pathLst>
                <a:path w="4383" h="2049" extrusionOk="0">
                  <a:moveTo>
                    <a:pt x="2200" y="1"/>
                  </a:moveTo>
                  <a:cubicBezTo>
                    <a:pt x="2138" y="1"/>
                    <a:pt x="2072" y="12"/>
                    <a:pt x="2001" y="36"/>
                  </a:cubicBezTo>
                  <a:lnTo>
                    <a:pt x="96" y="917"/>
                  </a:lnTo>
                  <a:cubicBezTo>
                    <a:pt x="0" y="965"/>
                    <a:pt x="0" y="1084"/>
                    <a:pt x="96" y="1108"/>
                  </a:cubicBezTo>
                  <a:lnTo>
                    <a:pt x="2025" y="2013"/>
                  </a:lnTo>
                  <a:cubicBezTo>
                    <a:pt x="2084" y="2037"/>
                    <a:pt x="2144" y="2049"/>
                    <a:pt x="2200" y="2049"/>
                  </a:cubicBezTo>
                  <a:cubicBezTo>
                    <a:pt x="2257" y="2049"/>
                    <a:pt x="2310" y="2037"/>
                    <a:pt x="2358" y="2013"/>
                  </a:cubicBezTo>
                  <a:lnTo>
                    <a:pt x="4287" y="1108"/>
                  </a:lnTo>
                  <a:cubicBezTo>
                    <a:pt x="4382" y="1084"/>
                    <a:pt x="4382" y="941"/>
                    <a:pt x="4287" y="917"/>
                  </a:cubicBezTo>
                  <a:lnTo>
                    <a:pt x="2382" y="36"/>
                  </a:lnTo>
                  <a:cubicBezTo>
                    <a:pt x="2322" y="12"/>
                    <a:pt x="2263" y="1"/>
                    <a:pt x="2200"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0" name="Google Shape;21340;p138"/>
            <p:cNvSpPr/>
            <p:nvPr/>
          </p:nvSpPr>
          <p:spPr>
            <a:xfrm>
              <a:off x="5797163" y="2162473"/>
              <a:ext cx="85963" cy="42217"/>
            </a:xfrm>
            <a:custGeom>
              <a:avLst/>
              <a:gdLst/>
              <a:ahLst/>
              <a:cxnLst/>
              <a:rect l="l" t="t" r="r" b="b"/>
              <a:pathLst>
                <a:path w="2645" h="1299" extrusionOk="0">
                  <a:moveTo>
                    <a:pt x="2192" y="1"/>
                  </a:moveTo>
                  <a:lnTo>
                    <a:pt x="2192" y="1"/>
                  </a:lnTo>
                  <a:cubicBezTo>
                    <a:pt x="2239" y="72"/>
                    <a:pt x="2192" y="120"/>
                    <a:pt x="2144" y="144"/>
                  </a:cubicBezTo>
                  <a:lnTo>
                    <a:pt x="167" y="1073"/>
                  </a:lnTo>
                  <a:cubicBezTo>
                    <a:pt x="120" y="1096"/>
                    <a:pt x="48" y="1096"/>
                    <a:pt x="1" y="1096"/>
                  </a:cubicBezTo>
                  <a:lnTo>
                    <a:pt x="310" y="1263"/>
                  </a:lnTo>
                  <a:cubicBezTo>
                    <a:pt x="358" y="1287"/>
                    <a:pt x="412" y="1299"/>
                    <a:pt x="468" y="1299"/>
                  </a:cubicBezTo>
                  <a:cubicBezTo>
                    <a:pt x="525" y="1299"/>
                    <a:pt x="584" y="1287"/>
                    <a:pt x="644" y="1263"/>
                  </a:cubicBezTo>
                  <a:lnTo>
                    <a:pt x="2573" y="358"/>
                  </a:lnTo>
                  <a:cubicBezTo>
                    <a:pt x="2644" y="358"/>
                    <a:pt x="2644" y="239"/>
                    <a:pt x="2573" y="191"/>
                  </a:cubicBezTo>
                  <a:lnTo>
                    <a:pt x="2192"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1" name="Google Shape;21341;p138"/>
            <p:cNvSpPr/>
            <p:nvPr/>
          </p:nvSpPr>
          <p:spPr>
            <a:xfrm>
              <a:off x="5706618" y="2207388"/>
              <a:ext cx="12415" cy="11635"/>
            </a:xfrm>
            <a:custGeom>
              <a:avLst/>
              <a:gdLst/>
              <a:ahLst/>
              <a:cxnLst/>
              <a:rect l="l" t="t" r="r" b="b"/>
              <a:pathLst>
                <a:path w="382" h="358" extrusionOk="0">
                  <a:moveTo>
                    <a:pt x="191" y="0"/>
                  </a:moveTo>
                  <a:cubicBezTo>
                    <a:pt x="72" y="0"/>
                    <a:pt x="0" y="72"/>
                    <a:pt x="0" y="167"/>
                  </a:cubicBezTo>
                  <a:cubicBezTo>
                    <a:pt x="0" y="262"/>
                    <a:pt x="72" y="357"/>
                    <a:pt x="191" y="357"/>
                  </a:cubicBezTo>
                  <a:cubicBezTo>
                    <a:pt x="310" y="357"/>
                    <a:pt x="382" y="262"/>
                    <a:pt x="382" y="167"/>
                  </a:cubicBezTo>
                  <a:cubicBezTo>
                    <a:pt x="382" y="48"/>
                    <a:pt x="310" y="0"/>
                    <a:pt x="19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2" name="Google Shape;21342;p138"/>
            <p:cNvSpPr/>
            <p:nvPr/>
          </p:nvSpPr>
          <p:spPr>
            <a:xfrm>
              <a:off x="5727516" y="2207388"/>
              <a:ext cx="11635" cy="11635"/>
            </a:xfrm>
            <a:custGeom>
              <a:avLst/>
              <a:gdLst/>
              <a:ahLst/>
              <a:cxnLst/>
              <a:rect l="l" t="t" r="r" b="b"/>
              <a:pathLst>
                <a:path w="358" h="358" extrusionOk="0">
                  <a:moveTo>
                    <a:pt x="167" y="0"/>
                  </a:moveTo>
                  <a:cubicBezTo>
                    <a:pt x="48" y="0"/>
                    <a:pt x="0" y="72"/>
                    <a:pt x="0" y="167"/>
                  </a:cubicBezTo>
                  <a:cubicBezTo>
                    <a:pt x="0" y="262"/>
                    <a:pt x="96" y="357"/>
                    <a:pt x="167" y="357"/>
                  </a:cubicBezTo>
                  <a:cubicBezTo>
                    <a:pt x="286" y="357"/>
                    <a:pt x="358" y="262"/>
                    <a:pt x="358" y="167"/>
                  </a:cubicBezTo>
                  <a:cubicBezTo>
                    <a:pt x="358" y="48"/>
                    <a:pt x="262" y="0"/>
                    <a:pt x="167"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3" name="Google Shape;21343;p138"/>
            <p:cNvSpPr/>
            <p:nvPr/>
          </p:nvSpPr>
          <p:spPr>
            <a:xfrm>
              <a:off x="5684941" y="2207388"/>
              <a:ext cx="11635" cy="11635"/>
            </a:xfrm>
            <a:custGeom>
              <a:avLst/>
              <a:gdLst/>
              <a:ahLst/>
              <a:cxnLst/>
              <a:rect l="l" t="t" r="r" b="b"/>
              <a:pathLst>
                <a:path w="358" h="358" extrusionOk="0">
                  <a:moveTo>
                    <a:pt x="167" y="0"/>
                  </a:moveTo>
                  <a:cubicBezTo>
                    <a:pt x="48" y="0"/>
                    <a:pt x="1" y="72"/>
                    <a:pt x="1" y="167"/>
                  </a:cubicBezTo>
                  <a:cubicBezTo>
                    <a:pt x="1" y="262"/>
                    <a:pt x="72" y="357"/>
                    <a:pt x="167" y="357"/>
                  </a:cubicBezTo>
                  <a:cubicBezTo>
                    <a:pt x="286" y="357"/>
                    <a:pt x="358" y="262"/>
                    <a:pt x="358" y="167"/>
                  </a:cubicBezTo>
                  <a:cubicBezTo>
                    <a:pt x="358" y="48"/>
                    <a:pt x="263" y="0"/>
                    <a:pt x="167"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4" name="Google Shape;21344;p138"/>
            <p:cNvSpPr/>
            <p:nvPr/>
          </p:nvSpPr>
          <p:spPr>
            <a:xfrm>
              <a:off x="5619941" y="2112163"/>
              <a:ext cx="11635" cy="11667"/>
            </a:xfrm>
            <a:custGeom>
              <a:avLst/>
              <a:gdLst/>
              <a:ahLst/>
              <a:cxnLst/>
              <a:rect l="l" t="t" r="r" b="b"/>
              <a:pathLst>
                <a:path w="358" h="359" extrusionOk="0">
                  <a:moveTo>
                    <a:pt x="191" y="1"/>
                  </a:moveTo>
                  <a:cubicBezTo>
                    <a:pt x="72" y="1"/>
                    <a:pt x="0" y="96"/>
                    <a:pt x="0" y="192"/>
                  </a:cubicBezTo>
                  <a:cubicBezTo>
                    <a:pt x="0" y="263"/>
                    <a:pt x="72" y="334"/>
                    <a:pt x="191" y="358"/>
                  </a:cubicBezTo>
                  <a:cubicBezTo>
                    <a:pt x="286" y="358"/>
                    <a:pt x="357" y="311"/>
                    <a:pt x="357" y="192"/>
                  </a:cubicBezTo>
                  <a:cubicBezTo>
                    <a:pt x="357" y="72"/>
                    <a:pt x="262" y="1"/>
                    <a:pt x="19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5" name="Google Shape;21345;p138"/>
            <p:cNvSpPr/>
            <p:nvPr/>
          </p:nvSpPr>
          <p:spPr>
            <a:xfrm>
              <a:off x="5619941" y="2092046"/>
              <a:ext cx="11635" cy="11667"/>
            </a:xfrm>
            <a:custGeom>
              <a:avLst/>
              <a:gdLst/>
              <a:ahLst/>
              <a:cxnLst/>
              <a:rect l="l" t="t" r="r" b="b"/>
              <a:pathLst>
                <a:path w="358" h="359" extrusionOk="0">
                  <a:moveTo>
                    <a:pt x="191" y="1"/>
                  </a:moveTo>
                  <a:cubicBezTo>
                    <a:pt x="72" y="1"/>
                    <a:pt x="0" y="96"/>
                    <a:pt x="0" y="168"/>
                  </a:cubicBezTo>
                  <a:cubicBezTo>
                    <a:pt x="0" y="263"/>
                    <a:pt x="72" y="334"/>
                    <a:pt x="191" y="358"/>
                  </a:cubicBezTo>
                  <a:cubicBezTo>
                    <a:pt x="286" y="358"/>
                    <a:pt x="357" y="263"/>
                    <a:pt x="357" y="168"/>
                  </a:cubicBezTo>
                  <a:cubicBezTo>
                    <a:pt x="357" y="48"/>
                    <a:pt x="262" y="1"/>
                    <a:pt x="19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6" name="Google Shape;21346;p138"/>
            <p:cNvSpPr/>
            <p:nvPr/>
          </p:nvSpPr>
          <p:spPr>
            <a:xfrm>
              <a:off x="5619941" y="2131533"/>
              <a:ext cx="11635" cy="11635"/>
            </a:xfrm>
            <a:custGeom>
              <a:avLst/>
              <a:gdLst/>
              <a:ahLst/>
              <a:cxnLst/>
              <a:rect l="l" t="t" r="r" b="b"/>
              <a:pathLst>
                <a:path w="358" h="358" extrusionOk="0">
                  <a:moveTo>
                    <a:pt x="191" y="0"/>
                  </a:moveTo>
                  <a:cubicBezTo>
                    <a:pt x="72" y="0"/>
                    <a:pt x="0" y="96"/>
                    <a:pt x="0" y="191"/>
                  </a:cubicBezTo>
                  <a:cubicBezTo>
                    <a:pt x="0" y="262"/>
                    <a:pt x="72" y="358"/>
                    <a:pt x="191" y="358"/>
                  </a:cubicBezTo>
                  <a:cubicBezTo>
                    <a:pt x="286" y="358"/>
                    <a:pt x="357" y="310"/>
                    <a:pt x="357" y="191"/>
                  </a:cubicBezTo>
                  <a:cubicBezTo>
                    <a:pt x="357" y="72"/>
                    <a:pt x="262" y="0"/>
                    <a:pt x="19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7" name="Google Shape;21347;p138"/>
            <p:cNvSpPr/>
            <p:nvPr/>
          </p:nvSpPr>
          <p:spPr>
            <a:xfrm>
              <a:off x="5602911" y="2208136"/>
              <a:ext cx="44135" cy="18622"/>
            </a:xfrm>
            <a:custGeom>
              <a:avLst/>
              <a:gdLst/>
              <a:ahLst/>
              <a:cxnLst/>
              <a:rect l="l" t="t" r="r" b="b"/>
              <a:pathLst>
                <a:path w="1358" h="573" extrusionOk="0">
                  <a:moveTo>
                    <a:pt x="667" y="1"/>
                  </a:moveTo>
                  <a:cubicBezTo>
                    <a:pt x="429" y="1"/>
                    <a:pt x="238" y="96"/>
                    <a:pt x="48" y="263"/>
                  </a:cubicBezTo>
                  <a:cubicBezTo>
                    <a:pt x="0" y="334"/>
                    <a:pt x="0" y="453"/>
                    <a:pt x="48" y="501"/>
                  </a:cubicBezTo>
                  <a:cubicBezTo>
                    <a:pt x="84" y="537"/>
                    <a:pt x="131" y="555"/>
                    <a:pt x="176" y="555"/>
                  </a:cubicBezTo>
                  <a:cubicBezTo>
                    <a:pt x="221" y="555"/>
                    <a:pt x="262" y="537"/>
                    <a:pt x="286" y="501"/>
                  </a:cubicBezTo>
                  <a:cubicBezTo>
                    <a:pt x="381" y="406"/>
                    <a:pt x="524" y="358"/>
                    <a:pt x="667" y="358"/>
                  </a:cubicBezTo>
                  <a:cubicBezTo>
                    <a:pt x="834" y="358"/>
                    <a:pt x="977" y="406"/>
                    <a:pt x="1072" y="501"/>
                  </a:cubicBezTo>
                  <a:cubicBezTo>
                    <a:pt x="1096" y="525"/>
                    <a:pt x="1143" y="573"/>
                    <a:pt x="1191" y="573"/>
                  </a:cubicBezTo>
                  <a:cubicBezTo>
                    <a:pt x="1215" y="573"/>
                    <a:pt x="1263" y="573"/>
                    <a:pt x="1310" y="501"/>
                  </a:cubicBezTo>
                  <a:cubicBezTo>
                    <a:pt x="1358" y="453"/>
                    <a:pt x="1358" y="334"/>
                    <a:pt x="1310" y="263"/>
                  </a:cubicBezTo>
                  <a:cubicBezTo>
                    <a:pt x="1120" y="96"/>
                    <a:pt x="905" y="1"/>
                    <a:pt x="6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8" name="Google Shape;21348;p138"/>
            <p:cNvSpPr/>
            <p:nvPr/>
          </p:nvSpPr>
          <p:spPr>
            <a:xfrm>
              <a:off x="5585101" y="2184151"/>
              <a:ext cx="79755" cy="24797"/>
            </a:xfrm>
            <a:custGeom>
              <a:avLst/>
              <a:gdLst/>
              <a:ahLst/>
              <a:cxnLst/>
              <a:rect l="l" t="t" r="r" b="b"/>
              <a:pathLst>
                <a:path w="2454" h="763" extrusionOk="0">
                  <a:moveTo>
                    <a:pt x="1215" y="1"/>
                  </a:moveTo>
                  <a:cubicBezTo>
                    <a:pt x="763" y="1"/>
                    <a:pt x="358" y="167"/>
                    <a:pt x="72" y="477"/>
                  </a:cubicBezTo>
                  <a:cubicBezTo>
                    <a:pt x="1" y="525"/>
                    <a:pt x="1" y="644"/>
                    <a:pt x="72" y="715"/>
                  </a:cubicBezTo>
                  <a:cubicBezTo>
                    <a:pt x="96" y="739"/>
                    <a:pt x="138" y="751"/>
                    <a:pt x="179" y="751"/>
                  </a:cubicBezTo>
                  <a:cubicBezTo>
                    <a:pt x="221" y="751"/>
                    <a:pt x="263" y="739"/>
                    <a:pt x="286" y="715"/>
                  </a:cubicBezTo>
                  <a:cubicBezTo>
                    <a:pt x="548" y="477"/>
                    <a:pt x="858" y="310"/>
                    <a:pt x="1215" y="310"/>
                  </a:cubicBezTo>
                  <a:cubicBezTo>
                    <a:pt x="1572" y="310"/>
                    <a:pt x="1906" y="477"/>
                    <a:pt x="2144" y="715"/>
                  </a:cubicBezTo>
                  <a:cubicBezTo>
                    <a:pt x="2168" y="739"/>
                    <a:pt x="2239" y="763"/>
                    <a:pt x="2263" y="763"/>
                  </a:cubicBezTo>
                  <a:cubicBezTo>
                    <a:pt x="2334" y="763"/>
                    <a:pt x="2358" y="763"/>
                    <a:pt x="2382" y="715"/>
                  </a:cubicBezTo>
                  <a:cubicBezTo>
                    <a:pt x="2453" y="644"/>
                    <a:pt x="2453" y="525"/>
                    <a:pt x="2382" y="477"/>
                  </a:cubicBezTo>
                  <a:cubicBezTo>
                    <a:pt x="2072" y="167"/>
                    <a:pt x="1668" y="1"/>
                    <a:pt x="1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9" name="Google Shape;21349;p138"/>
            <p:cNvSpPr/>
            <p:nvPr/>
          </p:nvSpPr>
          <p:spPr>
            <a:xfrm>
              <a:off x="5566543" y="2158606"/>
              <a:ext cx="116122" cy="33313"/>
            </a:xfrm>
            <a:custGeom>
              <a:avLst/>
              <a:gdLst/>
              <a:ahLst/>
              <a:cxnLst/>
              <a:rect l="l" t="t" r="r" b="b"/>
              <a:pathLst>
                <a:path w="3573" h="1025" extrusionOk="0">
                  <a:moveTo>
                    <a:pt x="1786" y="1"/>
                  </a:moveTo>
                  <a:cubicBezTo>
                    <a:pt x="1143" y="1"/>
                    <a:pt x="524" y="263"/>
                    <a:pt x="71" y="715"/>
                  </a:cubicBezTo>
                  <a:cubicBezTo>
                    <a:pt x="0" y="787"/>
                    <a:pt x="0" y="906"/>
                    <a:pt x="71" y="953"/>
                  </a:cubicBezTo>
                  <a:cubicBezTo>
                    <a:pt x="95" y="977"/>
                    <a:pt x="143" y="1025"/>
                    <a:pt x="191" y="1025"/>
                  </a:cubicBezTo>
                  <a:cubicBezTo>
                    <a:pt x="238" y="1025"/>
                    <a:pt x="286" y="977"/>
                    <a:pt x="310" y="953"/>
                  </a:cubicBezTo>
                  <a:cubicBezTo>
                    <a:pt x="714" y="549"/>
                    <a:pt x="1238" y="334"/>
                    <a:pt x="1786" y="334"/>
                  </a:cubicBezTo>
                  <a:cubicBezTo>
                    <a:pt x="2358" y="334"/>
                    <a:pt x="2905" y="572"/>
                    <a:pt x="3286" y="953"/>
                  </a:cubicBezTo>
                  <a:cubicBezTo>
                    <a:pt x="3310" y="989"/>
                    <a:pt x="3352" y="1007"/>
                    <a:pt x="3397" y="1007"/>
                  </a:cubicBezTo>
                  <a:cubicBezTo>
                    <a:pt x="3441" y="1007"/>
                    <a:pt x="3489" y="989"/>
                    <a:pt x="3525" y="953"/>
                  </a:cubicBezTo>
                  <a:cubicBezTo>
                    <a:pt x="3572" y="906"/>
                    <a:pt x="3572" y="787"/>
                    <a:pt x="3525" y="715"/>
                  </a:cubicBezTo>
                  <a:cubicBezTo>
                    <a:pt x="3048" y="239"/>
                    <a:pt x="2453" y="1"/>
                    <a:pt x="17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0" name="Google Shape;21350;p138"/>
          <p:cNvGrpSpPr/>
          <p:nvPr/>
        </p:nvGrpSpPr>
        <p:grpSpPr>
          <a:xfrm>
            <a:off x="6280893" y="1793363"/>
            <a:ext cx="356850" cy="308263"/>
            <a:chOff x="6280893" y="1945763"/>
            <a:chExt cx="356850" cy="308263"/>
          </a:xfrm>
        </p:grpSpPr>
        <p:sp>
          <p:nvSpPr>
            <p:cNvPr id="21351" name="Google Shape;21351;p138"/>
            <p:cNvSpPr/>
            <p:nvPr/>
          </p:nvSpPr>
          <p:spPr>
            <a:xfrm>
              <a:off x="6280893" y="1984471"/>
              <a:ext cx="356850" cy="213655"/>
            </a:xfrm>
            <a:custGeom>
              <a:avLst/>
              <a:gdLst/>
              <a:ahLst/>
              <a:cxnLst/>
              <a:rect l="l" t="t" r="r" b="b"/>
              <a:pathLst>
                <a:path w="10980" h="6574" extrusionOk="0">
                  <a:moveTo>
                    <a:pt x="382" y="1"/>
                  </a:moveTo>
                  <a:cubicBezTo>
                    <a:pt x="168" y="1"/>
                    <a:pt x="1" y="191"/>
                    <a:pt x="1" y="382"/>
                  </a:cubicBezTo>
                  <a:lnTo>
                    <a:pt x="1" y="6192"/>
                  </a:lnTo>
                  <a:cubicBezTo>
                    <a:pt x="1" y="6407"/>
                    <a:pt x="168" y="6573"/>
                    <a:pt x="382" y="6573"/>
                  </a:cubicBezTo>
                  <a:lnTo>
                    <a:pt x="10598" y="6573"/>
                  </a:lnTo>
                  <a:cubicBezTo>
                    <a:pt x="10813" y="6573"/>
                    <a:pt x="10979" y="6407"/>
                    <a:pt x="10979" y="6192"/>
                  </a:cubicBezTo>
                  <a:lnTo>
                    <a:pt x="10979" y="382"/>
                  </a:lnTo>
                  <a:cubicBezTo>
                    <a:pt x="10979" y="167"/>
                    <a:pt x="10813" y="1"/>
                    <a:pt x="1059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2" name="Google Shape;21352;p138"/>
            <p:cNvSpPr/>
            <p:nvPr/>
          </p:nvSpPr>
          <p:spPr>
            <a:xfrm>
              <a:off x="6603651" y="1984471"/>
              <a:ext cx="34093" cy="213655"/>
            </a:xfrm>
            <a:custGeom>
              <a:avLst/>
              <a:gdLst/>
              <a:ahLst/>
              <a:cxnLst/>
              <a:rect l="l" t="t" r="r" b="b"/>
              <a:pathLst>
                <a:path w="1049" h="6574" extrusionOk="0">
                  <a:moveTo>
                    <a:pt x="0" y="1"/>
                  </a:moveTo>
                  <a:cubicBezTo>
                    <a:pt x="215" y="1"/>
                    <a:pt x="405" y="191"/>
                    <a:pt x="405" y="382"/>
                  </a:cubicBezTo>
                  <a:lnTo>
                    <a:pt x="405" y="6192"/>
                  </a:lnTo>
                  <a:cubicBezTo>
                    <a:pt x="405" y="6407"/>
                    <a:pt x="215" y="6573"/>
                    <a:pt x="0" y="6573"/>
                  </a:cubicBezTo>
                  <a:lnTo>
                    <a:pt x="667" y="6573"/>
                  </a:lnTo>
                  <a:cubicBezTo>
                    <a:pt x="882" y="6573"/>
                    <a:pt x="1048" y="6407"/>
                    <a:pt x="1048" y="6192"/>
                  </a:cubicBezTo>
                  <a:lnTo>
                    <a:pt x="1048" y="382"/>
                  </a:lnTo>
                  <a:cubicBezTo>
                    <a:pt x="1048" y="191"/>
                    <a:pt x="882" y="1"/>
                    <a:pt x="667"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3" name="Google Shape;21353;p138"/>
            <p:cNvSpPr/>
            <p:nvPr/>
          </p:nvSpPr>
          <p:spPr>
            <a:xfrm>
              <a:off x="6311866" y="1964353"/>
              <a:ext cx="294125" cy="205920"/>
            </a:xfrm>
            <a:custGeom>
              <a:avLst/>
              <a:gdLst/>
              <a:ahLst/>
              <a:cxnLst/>
              <a:rect l="l" t="t" r="r" b="b"/>
              <a:pathLst>
                <a:path w="9050" h="6336" extrusionOk="0">
                  <a:moveTo>
                    <a:pt x="477" y="0"/>
                  </a:moveTo>
                  <a:cubicBezTo>
                    <a:pt x="215" y="0"/>
                    <a:pt x="0" y="215"/>
                    <a:pt x="0" y="477"/>
                  </a:cubicBezTo>
                  <a:lnTo>
                    <a:pt x="0" y="5621"/>
                  </a:lnTo>
                  <a:cubicBezTo>
                    <a:pt x="0" y="5883"/>
                    <a:pt x="215" y="6097"/>
                    <a:pt x="477" y="6097"/>
                  </a:cubicBezTo>
                  <a:lnTo>
                    <a:pt x="3715" y="6097"/>
                  </a:lnTo>
                  <a:lnTo>
                    <a:pt x="3906" y="5883"/>
                  </a:lnTo>
                  <a:cubicBezTo>
                    <a:pt x="4049" y="5883"/>
                    <a:pt x="4192" y="5954"/>
                    <a:pt x="4287" y="6073"/>
                  </a:cubicBezTo>
                  <a:cubicBezTo>
                    <a:pt x="4311" y="6097"/>
                    <a:pt x="4358" y="6335"/>
                    <a:pt x="4430" y="6335"/>
                  </a:cubicBezTo>
                  <a:lnTo>
                    <a:pt x="4525" y="6335"/>
                  </a:lnTo>
                  <a:cubicBezTo>
                    <a:pt x="4573" y="6335"/>
                    <a:pt x="4597" y="6311"/>
                    <a:pt x="4668" y="6287"/>
                  </a:cubicBezTo>
                  <a:cubicBezTo>
                    <a:pt x="4763" y="6168"/>
                    <a:pt x="4906" y="6097"/>
                    <a:pt x="5049" y="6097"/>
                  </a:cubicBezTo>
                  <a:lnTo>
                    <a:pt x="8550" y="6097"/>
                  </a:lnTo>
                  <a:cubicBezTo>
                    <a:pt x="8812" y="6097"/>
                    <a:pt x="9026" y="5883"/>
                    <a:pt x="9026" y="5621"/>
                  </a:cubicBezTo>
                  <a:lnTo>
                    <a:pt x="9026" y="477"/>
                  </a:lnTo>
                  <a:cubicBezTo>
                    <a:pt x="9050" y="215"/>
                    <a:pt x="8812" y="0"/>
                    <a:pt x="8574" y="0"/>
                  </a:cubicBezTo>
                  <a:lnTo>
                    <a:pt x="5097" y="0"/>
                  </a:lnTo>
                  <a:cubicBezTo>
                    <a:pt x="4787" y="0"/>
                    <a:pt x="4525" y="239"/>
                    <a:pt x="4525" y="572"/>
                  </a:cubicBezTo>
                  <a:cubicBezTo>
                    <a:pt x="4525" y="262"/>
                    <a:pt x="4287" y="0"/>
                    <a:pt x="3954"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4" name="Google Shape;21354;p138"/>
            <p:cNvSpPr/>
            <p:nvPr/>
          </p:nvSpPr>
          <p:spPr>
            <a:xfrm>
              <a:off x="6566503" y="1964353"/>
              <a:ext cx="39488" cy="198153"/>
            </a:xfrm>
            <a:custGeom>
              <a:avLst/>
              <a:gdLst/>
              <a:ahLst/>
              <a:cxnLst/>
              <a:rect l="l" t="t" r="r" b="b"/>
              <a:pathLst>
                <a:path w="1215" h="6097" extrusionOk="0">
                  <a:moveTo>
                    <a:pt x="0" y="0"/>
                  </a:moveTo>
                  <a:cubicBezTo>
                    <a:pt x="262" y="0"/>
                    <a:pt x="429" y="215"/>
                    <a:pt x="429" y="477"/>
                  </a:cubicBezTo>
                  <a:lnTo>
                    <a:pt x="429" y="5621"/>
                  </a:lnTo>
                  <a:cubicBezTo>
                    <a:pt x="429" y="5883"/>
                    <a:pt x="239" y="6097"/>
                    <a:pt x="0" y="6097"/>
                  </a:cubicBezTo>
                  <a:lnTo>
                    <a:pt x="715" y="6097"/>
                  </a:lnTo>
                  <a:cubicBezTo>
                    <a:pt x="977" y="6097"/>
                    <a:pt x="1191" y="5883"/>
                    <a:pt x="1191" y="5621"/>
                  </a:cubicBezTo>
                  <a:lnTo>
                    <a:pt x="1191" y="477"/>
                  </a:lnTo>
                  <a:cubicBezTo>
                    <a:pt x="1215" y="215"/>
                    <a:pt x="1001" y="0"/>
                    <a:pt x="739"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5" name="Google Shape;21355;p138"/>
            <p:cNvSpPr/>
            <p:nvPr/>
          </p:nvSpPr>
          <p:spPr>
            <a:xfrm>
              <a:off x="6417133" y="1965133"/>
              <a:ext cx="41828" cy="205888"/>
            </a:xfrm>
            <a:custGeom>
              <a:avLst/>
              <a:gdLst/>
              <a:ahLst/>
              <a:cxnLst/>
              <a:rect l="l" t="t" r="r" b="b"/>
              <a:pathLst>
                <a:path w="1287" h="6335" extrusionOk="0">
                  <a:moveTo>
                    <a:pt x="0" y="0"/>
                  </a:moveTo>
                  <a:cubicBezTo>
                    <a:pt x="310" y="0"/>
                    <a:pt x="548" y="238"/>
                    <a:pt x="548" y="572"/>
                  </a:cubicBezTo>
                  <a:lnTo>
                    <a:pt x="548" y="6073"/>
                  </a:lnTo>
                  <a:lnTo>
                    <a:pt x="715" y="6073"/>
                  </a:lnTo>
                  <a:cubicBezTo>
                    <a:pt x="929" y="6073"/>
                    <a:pt x="1072" y="6168"/>
                    <a:pt x="1191" y="6335"/>
                  </a:cubicBezTo>
                  <a:cubicBezTo>
                    <a:pt x="1215" y="6335"/>
                    <a:pt x="1286" y="6335"/>
                    <a:pt x="1286" y="6311"/>
                  </a:cubicBezTo>
                  <a:lnTo>
                    <a:pt x="1286" y="572"/>
                  </a:lnTo>
                  <a:cubicBezTo>
                    <a:pt x="1286" y="262"/>
                    <a:pt x="1048" y="0"/>
                    <a:pt x="71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6" name="Google Shape;21356;p138"/>
            <p:cNvSpPr/>
            <p:nvPr/>
          </p:nvSpPr>
          <p:spPr>
            <a:xfrm>
              <a:off x="6397763" y="1945763"/>
              <a:ext cx="30778" cy="104845"/>
            </a:xfrm>
            <a:custGeom>
              <a:avLst/>
              <a:gdLst/>
              <a:ahLst/>
              <a:cxnLst/>
              <a:rect l="l" t="t" r="r" b="b"/>
              <a:pathLst>
                <a:path w="947" h="3226" extrusionOk="0">
                  <a:moveTo>
                    <a:pt x="215" y="1"/>
                  </a:moveTo>
                  <a:cubicBezTo>
                    <a:pt x="96" y="1"/>
                    <a:pt x="1" y="96"/>
                    <a:pt x="1" y="215"/>
                  </a:cubicBezTo>
                  <a:lnTo>
                    <a:pt x="1" y="3168"/>
                  </a:lnTo>
                  <a:cubicBezTo>
                    <a:pt x="1" y="3203"/>
                    <a:pt x="39" y="3225"/>
                    <a:pt x="78" y="3225"/>
                  </a:cubicBezTo>
                  <a:cubicBezTo>
                    <a:pt x="93" y="3225"/>
                    <a:pt x="107" y="3222"/>
                    <a:pt x="120" y="3216"/>
                  </a:cubicBezTo>
                  <a:lnTo>
                    <a:pt x="453" y="3049"/>
                  </a:lnTo>
                  <a:lnTo>
                    <a:pt x="549" y="3049"/>
                  </a:lnTo>
                  <a:lnTo>
                    <a:pt x="834" y="3216"/>
                  </a:lnTo>
                  <a:cubicBezTo>
                    <a:pt x="853" y="3222"/>
                    <a:pt x="871" y="3225"/>
                    <a:pt x="886" y="3225"/>
                  </a:cubicBezTo>
                  <a:cubicBezTo>
                    <a:pt x="926" y="3225"/>
                    <a:pt x="947" y="3203"/>
                    <a:pt x="930" y="3168"/>
                  </a:cubicBezTo>
                  <a:lnTo>
                    <a:pt x="930" y="215"/>
                  </a:lnTo>
                  <a:cubicBezTo>
                    <a:pt x="930" y="96"/>
                    <a:pt x="834" y="1"/>
                    <a:pt x="715"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7" name="Google Shape;21357;p138"/>
            <p:cNvSpPr/>
            <p:nvPr/>
          </p:nvSpPr>
          <p:spPr>
            <a:xfrm>
              <a:off x="6404751" y="1945763"/>
              <a:ext cx="24018" cy="104845"/>
            </a:xfrm>
            <a:custGeom>
              <a:avLst/>
              <a:gdLst/>
              <a:ahLst/>
              <a:cxnLst/>
              <a:rect l="l" t="t" r="r" b="b"/>
              <a:pathLst>
                <a:path w="739" h="3226" extrusionOk="0">
                  <a:moveTo>
                    <a:pt x="0" y="1"/>
                  </a:moveTo>
                  <a:cubicBezTo>
                    <a:pt x="119" y="1"/>
                    <a:pt x="167" y="96"/>
                    <a:pt x="167" y="215"/>
                  </a:cubicBezTo>
                  <a:lnTo>
                    <a:pt x="167" y="3073"/>
                  </a:lnTo>
                  <a:lnTo>
                    <a:pt x="238" y="3049"/>
                  </a:lnTo>
                  <a:lnTo>
                    <a:pt x="334" y="3049"/>
                  </a:lnTo>
                  <a:lnTo>
                    <a:pt x="619" y="3216"/>
                  </a:lnTo>
                  <a:cubicBezTo>
                    <a:pt x="638" y="3222"/>
                    <a:pt x="656" y="3225"/>
                    <a:pt x="671" y="3225"/>
                  </a:cubicBezTo>
                  <a:cubicBezTo>
                    <a:pt x="713" y="3225"/>
                    <a:pt x="738" y="3203"/>
                    <a:pt x="738" y="3168"/>
                  </a:cubicBezTo>
                  <a:lnTo>
                    <a:pt x="738" y="215"/>
                  </a:lnTo>
                  <a:cubicBezTo>
                    <a:pt x="738" y="96"/>
                    <a:pt x="643" y="1"/>
                    <a:pt x="524"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8" name="Google Shape;21358;p138"/>
            <p:cNvSpPr/>
            <p:nvPr/>
          </p:nvSpPr>
          <p:spPr>
            <a:xfrm>
              <a:off x="6490648" y="1992206"/>
              <a:ext cx="84403" cy="56550"/>
            </a:xfrm>
            <a:custGeom>
              <a:avLst/>
              <a:gdLst/>
              <a:ahLst/>
              <a:cxnLst/>
              <a:rect l="l" t="t" r="r" b="b"/>
              <a:pathLst>
                <a:path w="2597" h="1740" extrusionOk="0">
                  <a:moveTo>
                    <a:pt x="215" y="1"/>
                  </a:moveTo>
                  <a:cubicBezTo>
                    <a:pt x="96" y="1"/>
                    <a:pt x="1" y="96"/>
                    <a:pt x="1" y="215"/>
                  </a:cubicBezTo>
                  <a:lnTo>
                    <a:pt x="1" y="1525"/>
                  </a:lnTo>
                  <a:cubicBezTo>
                    <a:pt x="1" y="1644"/>
                    <a:pt x="96" y="1739"/>
                    <a:pt x="215" y="1739"/>
                  </a:cubicBezTo>
                  <a:lnTo>
                    <a:pt x="2382" y="1739"/>
                  </a:lnTo>
                  <a:cubicBezTo>
                    <a:pt x="2501" y="1739"/>
                    <a:pt x="2596" y="1644"/>
                    <a:pt x="2596" y="1525"/>
                  </a:cubicBezTo>
                  <a:lnTo>
                    <a:pt x="2596" y="215"/>
                  </a:lnTo>
                  <a:cubicBezTo>
                    <a:pt x="2596" y="96"/>
                    <a:pt x="2501" y="1"/>
                    <a:pt x="2382"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9" name="Google Shape;21359;p138"/>
            <p:cNvSpPr/>
            <p:nvPr/>
          </p:nvSpPr>
          <p:spPr>
            <a:xfrm>
              <a:off x="6546386" y="1992206"/>
              <a:ext cx="28665" cy="56550"/>
            </a:xfrm>
            <a:custGeom>
              <a:avLst/>
              <a:gdLst/>
              <a:ahLst/>
              <a:cxnLst/>
              <a:rect l="l" t="t" r="r" b="b"/>
              <a:pathLst>
                <a:path w="882" h="1740" extrusionOk="0">
                  <a:moveTo>
                    <a:pt x="0" y="1"/>
                  </a:moveTo>
                  <a:cubicBezTo>
                    <a:pt x="119" y="1"/>
                    <a:pt x="215" y="96"/>
                    <a:pt x="215" y="215"/>
                  </a:cubicBezTo>
                  <a:lnTo>
                    <a:pt x="215" y="1525"/>
                  </a:lnTo>
                  <a:cubicBezTo>
                    <a:pt x="215" y="1644"/>
                    <a:pt x="143" y="1739"/>
                    <a:pt x="0" y="1739"/>
                  </a:cubicBezTo>
                  <a:lnTo>
                    <a:pt x="667" y="1739"/>
                  </a:lnTo>
                  <a:cubicBezTo>
                    <a:pt x="786" y="1739"/>
                    <a:pt x="881" y="1644"/>
                    <a:pt x="881" y="1525"/>
                  </a:cubicBezTo>
                  <a:lnTo>
                    <a:pt x="881" y="215"/>
                  </a:lnTo>
                  <a:cubicBezTo>
                    <a:pt x="881" y="96"/>
                    <a:pt x="786" y="1"/>
                    <a:pt x="667"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0" name="Google Shape;21360;p138"/>
            <p:cNvSpPr/>
            <p:nvPr/>
          </p:nvSpPr>
          <p:spPr>
            <a:xfrm>
              <a:off x="6335851" y="2006928"/>
              <a:ext cx="37960" cy="10855"/>
            </a:xfrm>
            <a:custGeom>
              <a:avLst/>
              <a:gdLst/>
              <a:ahLst/>
              <a:cxnLst/>
              <a:rect l="l" t="t" r="r" b="b"/>
              <a:pathLst>
                <a:path w="1168" h="334" extrusionOk="0">
                  <a:moveTo>
                    <a:pt x="191" y="0"/>
                  </a:moveTo>
                  <a:cubicBezTo>
                    <a:pt x="96" y="0"/>
                    <a:pt x="1" y="96"/>
                    <a:pt x="24" y="215"/>
                  </a:cubicBezTo>
                  <a:cubicBezTo>
                    <a:pt x="72" y="286"/>
                    <a:pt x="120" y="334"/>
                    <a:pt x="191" y="334"/>
                  </a:cubicBezTo>
                  <a:lnTo>
                    <a:pt x="953" y="334"/>
                  </a:lnTo>
                  <a:cubicBezTo>
                    <a:pt x="1072" y="334"/>
                    <a:pt x="1168" y="238"/>
                    <a:pt x="1096" y="119"/>
                  </a:cubicBezTo>
                  <a:cubicBezTo>
                    <a:pt x="1072" y="24"/>
                    <a:pt x="1025" y="0"/>
                    <a:pt x="95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1" name="Google Shape;21361;p138"/>
            <p:cNvSpPr/>
            <p:nvPr/>
          </p:nvSpPr>
          <p:spPr>
            <a:xfrm>
              <a:off x="6335851" y="2027826"/>
              <a:ext cx="37960" cy="10855"/>
            </a:xfrm>
            <a:custGeom>
              <a:avLst/>
              <a:gdLst/>
              <a:ahLst/>
              <a:cxnLst/>
              <a:rect l="l" t="t" r="r" b="b"/>
              <a:pathLst>
                <a:path w="1168" h="334" extrusionOk="0">
                  <a:moveTo>
                    <a:pt x="191" y="0"/>
                  </a:moveTo>
                  <a:cubicBezTo>
                    <a:pt x="96" y="0"/>
                    <a:pt x="1" y="95"/>
                    <a:pt x="24" y="215"/>
                  </a:cubicBezTo>
                  <a:cubicBezTo>
                    <a:pt x="72" y="310"/>
                    <a:pt x="120" y="334"/>
                    <a:pt x="191" y="334"/>
                  </a:cubicBezTo>
                  <a:lnTo>
                    <a:pt x="953" y="334"/>
                  </a:lnTo>
                  <a:cubicBezTo>
                    <a:pt x="1072" y="334"/>
                    <a:pt x="1168" y="238"/>
                    <a:pt x="1096" y="119"/>
                  </a:cubicBezTo>
                  <a:cubicBezTo>
                    <a:pt x="1072" y="48"/>
                    <a:pt x="1025" y="0"/>
                    <a:pt x="95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2" name="Google Shape;21362;p138"/>
            <p:cNvSpPr/>
            <p:nvPr/>
          </p:nvSpPr>
          <p:spPr>
            <a:xfrm>
              <a:off x="6335851" y="2049503"/>
              <a:ext cx="37960" cy="10855"/>
            </a:xfrm>
            <a:custGeom>
              <a:avLst/>
              <a:gdLst/>
              <a:ahLst/>
              <a:cxnLst/>
              <a:rect l="l" t="t" r="r" b="b"/>
              <a:pathLst>
                <a:path w="1168" h="334" extrusionOk="0">
                  <a:moveTo>
                    <a:pt x="191" y="0"/>
                  </a:moveTo>
                  <a:cubicBezTo>
                    <a:pt x="96" y="0"/>
                    <a:pt x="1" y="95"/>
                    <a:pt x="24" y="214"/>
                  </a:cubicBezTo>
                  <a:cubicBezTo>
                    <a:pt x="72" y="286"/>
                    <a:pt x="120" y="333"/>
                    <a:pt x="191" y="333"/>
                  </a:cubicBezTo>
                  <a:lnTo>
                    <a:pt x="953" y="333"/>
                  </a:lnTo>
                  <a:cubicBezTo>
                    <a:pt x="1072" y="333"/>
                    <a:pt x="1168" y="214"/>
                    <a:pt x="1096" y="119"/>
                  </a:cubicBezTo>
                  <a:cubicBezTo>
                    <a:pt x="1072" y="24"/>
                    <a:pt x="1025" y="0"/>
                    <a:pt x="95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3" name="Google Shape;21363;p138"/>
            <p:cNvSpPr/>
            <p:nvPr/>
          </p:nvSpPr>
          <p:spPr>
            <a:xfrm>
              <a:off x="6335851" y="2069621"/>
              <a:ext cx="87490" cy="10855"/>
            </a:xfrm>
            <a:custGeom>
              <a:avLst/>
              <a:gdLst/>
              <a:ahLst/>
              <a:cxnLst/>
              <a:rect l="l" t="t" r="r" b="b"/>
              <a:pathLst>
                <a:path w="2692" h="334" extrusionOk="0">
                  <a:moveTo>
                    <a:pt x="191" y="0"/>
                  </a:moveTo>
                  <a:cubicBezTo>
                    <a:pt x="96" y="0"/>
                    <a:pt x="1" y="95"/>
                    <a:pt x="24" y="215"/>
                  </a:cubicBezTo>
                  <a:cubicBezTo>
                    <a:pt x="24" y="262"/>
                    <a:pt x="96" y="334"/>
                    <a:pt x="191" y="334"/>
                  </a:cubicBezTo>
                  <a:lnTo>
                    <a:pt x="2501" y="334"/>
                  </a:lnTo>
                  <a:cubicBezTo>
                    <a:pt x="2620" y="334"/>
                    <a:pt x="2692" y="238"/>
                    <a:pt x="2644" y="119"/>
                  </a:cubicBezTo>
                  <a:cubicBezTo>
                    <a:pt x="2644" y="72"/>
                    <a:pt x="2596"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4" name="Google Shape;21364;p138"/>
            <p:cNvSpPr/>
            <p:nvPr/>
          </p:nvSpPr>
          <p:spPr>
            <a:xfrm>
              <a:off x="6335851" y="2092046"/>
              <a:ext cx="87490" cy="10888"/>
            </a:xfrm>
            <a:custGeom>
              <a:avLst/>
              <a:gdLst/>
              <a:ahLst/>
              <a:cxnLst/>
              <a:rect l="l" t="t" r="r" b="b"/>
              <a:pathLst>
                <a:path w="2692" h="335" extrusionOk="0">
                  <a:moveTo>
                    <a:pt x="191" y="1"/>
                  </a:moveTo>
                  <a:cubicBezTo>
                    <a:pt x="96" y="1"/>
                    <a:pt x="1" y="96"/>
                    <a:pt x="24" y="215"/>
                  </a:cubicBezTo>
                  <a:cubicBezTo>
                    <a:pt x="24" y="263"/>
                    <a:pt x="96" y="334"/>
                    <a:pt x="191" y="334"/>
                  </a:cubicBezTo>
                  <a:lnTo>
                    <a:pt x="2501" y="334"/>
                  </a:lnTo>
                  <a:cubicBezTo>
                    <a:pt x="2620" y="334"/>
                    <a:pt x="2692" y="239"/>
                    <a:pt x="2644" y="120"/>
                  </a:cubicBezTo>
                  <a:cubicBezTo>
                    <a:pt x="2644" y="48"/>
                    <a:pt x="2596" y="1"/>
                    <a:pt x="250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5" name="Google Shape;21365;p138"/>
            <p:cNvSpPr/>
            <p:nvPr/>
          </p:nvSpPr>
          <p:spPr>
            <a:xfrm>
              <a:off x="6335851" y="2115283"/>
              <a:ext cx="87490" cy="10855"/>
            </a:xfrm>
            <a:custGeom>
              <a:avLst/>
              <a:gdLst/>
              <a:ahLst/>
              <a:cxnLst/>
              <a:rect l="l" t="t" r="r" b="b"/>
              <a:pathLst>
                <a:path w="2692" h="334" extrusionOk="0">
                  <a:moveTo>
                    <a:pt x="191" y="0"/>
                  </a:moveTo>
                  <a:cubicBezTo>
                    <a:pt x="96" y="0"/>
                    <a:pt x="1" y="72"/>
                    <a:pt x="24" y="215"/>
                  </a:cubicBezTo>
                  <a:cubicBezTo>
                    <a:pt x="24" y="262"/>
                    <a:pt x="96" y="334"/>
                    <a:pt x="191" y="334"/>
                  </a:cubicBezTo>
                  <a:lnTo>
                    <a:pt x="2501" y="334"/>
                  </a:lnTo>
                  <a:cubicBezTo>
                    <a:pt x="2620" y="334"/>
                    <a:pt x="2692" y="238"/>
                    <a:pt x="2644" y="119"/>
                  </a:cubicBezTo>
                  <a:cubicBezTo>
                    <a:pt x="2644" y="48"/>
                    <a:pt x="2596"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6" name="Google Shape;21366;p138"/>
            <p:cNvSpPr/>
            <p:nvPr/>
          </p:nvSpPr>
          <p:spPr>
            <a:xfrm>
              <a:off x="6482133" y="2069621"/>
              <a:ext cx="85930" cy="10855"/>
            </a:xfrm>
            <a:custGeom>
              <a:avLst/>
              <a:gdLst/>
              <a:ahLst/>
              <a:cxnLst/>
              <a:rect l="l" t="t" r="r" b="b"/>
              <a:pathLst>
                <a:path w="2644" h="334" extrusionOk="0">
                  <a:moveTo>
                    <a:pt x="167" y="0"/>
                  </a:moveTo>
                  <a:cubicBezTo>
                    <a:pt x="96" y="0"/>
                    <a:pt x="1" y="95"/>
                    <a:pt x="24" y="215"/>
                  </a:cubicBezTo>
                  <a:cubicBezTo>
                    <a:pt x="24" y="262"/>
                    <a:pt x="96" y="334"/>
                    <a:pt x="167" y="334"/>
                  </a:cubicBezTo>
                  <a:lnTo>
                    <a:pt x="2501" y="334"/>
                  </a:lnTo>
                  <a:cubicBezTo>
                    <a:pt x="2596" y="334"/>
                    <a:pt x="2644" y="238"/>
                    <a:pt x="2644" y="119"/>
                  </a:cubicBezTo>
                  <a:cubicBezTo>
                    <a:pt x="2644" y="72"/>
                    <a:pt x="2573"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7" name="Google Shape;21367;p138"/>
            <p:cNvSpPr/>
            <p:nvPr/>
          </p:nvSpPr>
          <p:spPr>
            <a:xfrm>
              <a:off x="6482133" y="2092046"/>
              <a:ext cx="85930" cy="10888"/>
            </a:xfrm>
            <a:custGeom>
              <a:avLst/>
              <a:gdLst/>
              <a:ahLst/>
              <a:cxnLst/>
              <a:rect l="l" t="t" r="r" b="b"/>
              <a:pathLst>
                <a:path w="2644" h="335" extrusionOk="0">
                  <a:moveTo>
                    <a:pt x="167" y="1"/>
                  </a:moveTo>
                  <a:cubicBezTo>
                    <a:pt x="96" y="1"/>
                    <a:pt x="1" y="96"/>
                    <a:pt x="24" y="215"/>
                  </a:cubicBezTo>
                  <a:cubicBezTo>
                    <a:pt x="24" y="263"/>
                    <a:pt x="96" y="334"/>
                    <a:pt x="167" y="334"/>
                  </a:cubicBezTo>
                  <a:lnTo>
                    <a:pt x="2501" y="334"/>
                  </a:lnTo>
                  <a:cubicBezTo>
                    <a:pt x="2596" y="334"/>
                    <a:pt x="2644" y="239"/>
                    <a:pt x="2644" y="120"/>
                  </a:cubicBezTo>
                  <a:cubicBezTo>
                    <a:pt x="2644" y="48"/>
                    <a:pt x="2573" y="1"/>
                    <a:pt x="250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8" name="Google Shape;21368;p138"/>
            <p:cNvSpPr/>
            <p:nvPr/>
          </p:nvSpPr>
          <p:spPr>
            <a:xfrm>
              <a:off x="6482133" y="2115283"/>
              <a:ext cx="85930" cy="10855"/>
            </a:xfrm>
            <a:custGeom>
              <a:avLst/>
              <a:gdLst/>
              <a:ahLst/>
              <a:cxnLst/>
              <a:rect l="l" t="t" r="r" b="b"/>
              <a:pathLst>
                <a:path w="2644" h="334" extrusionOk="0">
                  <a:moveTo>
                    <a:pt x="167" y="0"/>
                  </a:moveTo>
                  <a:cubicBezTo>
                    <a:pt x="96" y="0"/>
                    <a:pt x="1" y="72"/>
                    <a:pt x="24" y="215"/>
                  </a:cubicBezTo>
                  <a:cubicBezTo>
                    <a:pt x="24" y="262"/>
                    <a:pt x="96" y="334"/>
                    <a:pt x="167" y="334"/>
                  </a:cubicBezTo>
                  <a:lnTo>
                    <a:pt x="2501" y="334"/>
                  </a:lnTo>
                  <a:cubicBezTo>
                    <a:pt x="2596" y="334"/>
                    <a:pt x="2644" y="238"/>
                    <a:pt x="2644" y="119"/>
                  </a:cubicBezTo>
                  <a:cubicBezTo>
                    <a:pt x="2644" y="48"/>
                    <a:pt x="2573"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9" name="Google Shape;21369;p138"/>
            <p:cNvSpPr/>
            <p:nvPr/>
          </p:nvSpPr>
          <p:spPr>
            <a:xfrm>
              <a:off x="6558768" y="2183761"/>
              <a:ext cx="70460" cy="70265"/>
            </a:xfrm>
            <a:custGeom>
              <a:avLst/>
              <a:gdLst/>
              <a:ahLst/>
              <a:cxnLst/>
              <a:rect l="l" t="t" r="r" b="b"/>
              <a:pathLst>
                <a:path w="2168" h="2162" extrusionOk="0">
                  <a:moveTo>
                    <a:pt x="95" y="0"/>
                  </a:moveTo>
                  <a:cubicBezTo>
                    <a:pt x="32" y="0"/>
                    <a:pt x="0" y="78"/>
                    <a:pt x="0" y="156"/>
                  </a:cubicBezTo>
                  <a:lnTo>
                    <a:pt x="262" y="1608"/>
                  </a:lnTo>
                  <a:cubicBezTo>
                    <a:pt x="278" y="1701"/>
                    <a:pt x="363" y="1764"/>
                    <a:pt x="454" y="1764"/>
                  </a:cubicBezTo>
                  <a:cubicBezTo>
                    <a:pt x="503" y="1764"/>
                    <a:pt x="554" y="1745"/>
                    <a:pt x="596" y="1704"/>
                  </a:cubicBezTo>
                  <a:lnTo>
                    <a:pt x="834" y="1489"/>
                  </a:lnTo>
                  <a:lnTo>
                    <a:pt x="1453" y="2108"/>
                  </a:lnTo>
                  <a:cubicBezTo>
                    <a:pt x="1477" y="2144"/>
                    <a:pt x="1512" y="2162"/>
                    <a:pt x="1551" y="2162"/>
                  </a:cubicBezTo>
                  <a:cubicBezTo>
                    <a:pt x="1590" y="2162"/>
                    <a:pt x="1632" y="2144"/>
                    <a:pt x="1667" y="2108"/>
                  </a:cubicBezTo>
                  <a:lnTo>
                    <a:pt x="2096" y="1680"/>
                  </a:lnTo>
                  <a:cubicBezTo>
                    <a:pt x="2167" y="1608"/>
                    <a:pt x="2167" y="1513"/>
                    <a:pt x="2096" y="1465"/>
                  </a:cubicBezTo>
                  <a:lnTo>
                    <a:pt x="1477" y="846"/>
                  </a:lnTo>
                  <a:lnTo>
                    <a:pt x="1477" y="799"/>
                  </a:lnTo>
                  <a:lnTo>
                    <a:pt x="1691" y="608"/>
                  </a:lnTo>
                  <a:cubicBezTo>
                    <a:pt x="1810" y="489"/>
                    <a:pt x="1739" y="299"/>
                    <a:pt x="1596" y="275"/>
                  </a:cubicBezTo>
                  <a:lnTo>
                    <a:pt x="143" y="13"/>
                  </a:lnTo>
                  <a:cubicBezTo>
                    <a:pt x="126" y="4"/>
                    <a:pt x="110" y="0"/>
                    <a:pt x="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70" name="Google Shape;21370;p138"/>
          <p:cNvGrpSpPr/>
          <p:nvPr/>
        </p:nvGrpSpPr>
        <p:grpSpPr>
          <a:xfrm>
            <a:off x="7029336" y="1796483"/>
            <a:ext cx="358377" cy="302640"/>
            <a:chOff x="7029336" y="1948883"/>
            <a:chExt cx="358377" cy="302640"/>
          </a:xfrm>
        </p:grpSpPr>
        <p:sp>
          <p:nvSpPr>
            <p:cNvPr id="21371" name="Google Shape;21371;p138"/>
            <p:cNvSpPr/>
            <p:nvPr/>
          </p:nvSpPr>
          <p:spPr>
            <a:xfrm>
              <a:off x="7030896" y="1948883"/>
              <a:ext cx="127725" cy="37960"/>
            </a:xfrm>
            <a:custGeom>
              <a:avLst/>
              <a:gdLst/>
              <a:ahLst/>
              <a:cxnLst/>
              <a:rect l="l" t="t" r="r" b="b"/>
              <a:pathLst>
                <a:path w="3930" h="1168" extrusionOk="0">
                  <a:moveTo>
                    <a:pt x="381" y="0"/>
                  </a:moveTo>
                  <a:cubicBezTo>
                    <a:pt x="167" y="0"/>
                    <a:pt x="0" y="167"/>
                    <a:pt x="0" y="381"/>
                  </a:cubicBezTo>
                  <a:lnTo>
                    <a:pt x="0" y="953"/>
                  </a:lnTo>
                  <a:lnTo>
                    <a:pt x="1953" y="1167"/>
                  </a:lnTo>
                  <a:lnTo>
                    <a:pt x="3929" y="953"/>
                  </a:lnTo>
                  <a:lnTo>
                    <a:pt x="3929" y="381"/>
                  </a:lnTo>
                  <a:cubicBezTo>
                    <a:pt x="3882" y="143"/>
                    <a:pt x="3739" y="0"/>
                    <a:pt x="352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2" name="Google Shape;21372;p138"/>
            <p:cNvSpPr/>
            <p:nvPr/>
          </p:nvSpPr>
          <p:spPr>
            <a:xfrm>
              <a:off x="7123748" y="1948883"/>
              <a:ext cx="33313" cy="37960"/>
            </a:xfrm>
            <a:custGeom>
              <a:avLst/>
              <a:gdLst/>
              <a:ahLst/>
              <a:cxnLst/>
              <a:rect l="l" t="t" r="r" b="b"/>
              <a:pathLst>
                <a:path w="1025" h="1168" extrusionOk="0">
                  <a:moveTo>
                    <a:pt x="1" y="0"/>
                  </a:moveTo>
                  <a:cubicBezTo>
                    <a:pt x="191" y="0"/>
                    <a:pt x="382" y="167"/>
                    <a:pt x="382" y="381"/>
                  </a:cubicBezTo>
                  <a:lnTo>
                    <a:pt x="382" y="953"/>
                  </a:lnTo>
                  <a:lnTo>
                    <a:pt x="620" y="1167"/>
                  </a:lnTo>
                  <a:lnTo>
                    <a:pt x="1025" y="953"/>
                  </a:lnTo>
                  <a:lnTo>
                    <a:pt x="1025" y="381"/>
                  </a:lnTo>
                  <a:cubicBezTo>
                    <a:pt x="1025" y="143"/>
                    <a:pt x="882" y="0"/>
                    <a:pt x="644"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3" name="Google Shape;21373;p138"/>
            <p:cNvSpPr/>
            <p:nvPr/>
          </p:nvSpPr>
          <p:spPr>
            <a:xfrm>
              <a:off x="7029336" y="2006148"/>
              <a:ext cx="358377" cy="245375"/>
            </a:xfrm>
            <a:custGeom>
              <a:avLst/>
              <a:gdLst/>
              <a:ahLst/>
              <a:cxnLst/>
              <a:rect l="l" t="t" r="r" b="b"/>
              <a:pathLst>
                <a:path w="11027" h="7550" extrusionOk="0">
                  <a:moveTo>
                    <a:pt x="5525" y="0"/>
                  </a:moveTo>
                  <a:lnTo>
                    <a:pt x="0" y="524"/>
                  </a:lnTo>
                  <a:lnTo>
                    <a:pt x="0" y="7383"/>
                  </a:lnTo>
                  <a:cubicBezTo>
                    <a:pt x="0" y="7454"/>
                    <a:pt x="96" y="7550"/>
                    <a:pt x="191" y="7550"/>
                  </a:cubicBezTo>
                  <a:lnTo>
                    <a:pt x="10836" y="7550"/>
                  </a:lnTo>
                  <a:cubicBezTo>
                    <a:pt x="10931" y="7550"/>
                    <a:pt x="11027" y="7454"/>
                    <a:pt x="11027" y="7383"/>
                  </a:cubicBezTo>
                  <a:lnTo>
                    <a:pt x="11027" y="524"/>
                  </a:lnTo>
                  <a:lnTo>
                    <a:pt x="5525"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4" name="Google Shape;21374;p138"/>
            <p:cNvSpPr/>
            <p:nvPr/>
          </p:nvSpPr>
          <p:spPr>
            <a:xfrm>
              <a:off x="7360608" y="1979823"/>
              <a:ext cx="27105" cy="271700"/>
            </a:xfrm>
            <a:custGeom>
              <a:avLst/>
              <a:gdLst/>
              <a:ahLst/>
              <a:cxnLst/>
              <a:rect l="l" t="t" r="r" b="b"/>
              <a:pathLst>
                <a:path w="834" h="8360" extrusionOk="0">
                  <a:moveTo>
                    <a:pt x="0" y="1"/>
                  </a:moveTo>
                  <a:cubicBezTo>
                    <a:pt x="71" y="1"/>
                    <a:pt x="167" y="96"/>
                    <a:pt x="167" y="167"/>
                  </a:cubicBezTo>
                  <a:lnTo>
                    <a:pt x="167" y="8193"/>
                  </a:lnTo>
                  <a:cubicBezTo>
                    <a:pt x="167" y="8264"/>
                    <a:pt x="95" y="8360"/>
                    <a:pt x="0" y="8360"/>
                  </a:cubicBezTo>
                  <a:lnTo>
                    <a:pt x="643" y="8360"/>
                  </a:lnTo>
                  <a:cubicBezTo>
                    <a:pt x="738" y="8360"/>
                    <a:pt x="834" y="8264"/>
                    <a:pt x="834" y="8193"/>
                  </a:cubicBezTo>
                  <a:lnTo>
                    <a:pt x="834" y="167"/>
                  </a:lnTo>
                  <a:cubicBezTo>
                    <a:pt x="834" y="72"/>
                    <a:pt x="738" y="1"/>
                    <a:pt x="64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5" name="Google Shape;21375;p138"/>
            <p:cNvSpPr/>
            <p:nvPr/>
          </p:nvSpPr>
          <p:spPr>
            <a:xfrm>
              <a:off x="7029336" y="1979043"/>
              <a:ext cx="358377" cy="43388"/>
            </a:xfrm>
            <a:custGeom>
              <a:avLst/>
              <a:gdLst/>
              <a:ahLst/>
              <a:cxnLst/>
              <a:rect l="l" t="t" r="r" b="b"/>
              <a:pathLst>
                <a:path w="11027" h="1335" extrusionOk="0">
                  <a:moveTo>
                    <a:pt x="0" y="1"/>
                  </a:moveTo>
                  <a:lnTo>
                    <a:pt x="0" y="1335"/>
                  </a:lnTo>
                  <a:lnTo>
                    <a:pt x="11027" y="1335"/>
                  </a:lnTo>
                  <a:lnTo>
                    <a:pt x="11027" y="168"/>
                  </a:lnTo>
                  <a:cubicBezTo>
                    <a:pt x="11027" y="72"/>
                    <a:pt x="10931" y="1"/>
                    <a:pt x="1083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6" name="Google Shape;21376;p138"/>
            <p:cNvSpPr/>
            <p:nvPr/>
          </p:nvSpPr>
          <p:spPr>
            <a:xfrm>
              <a:off x="7360608" y="1979823"/>
              <a:ext cx="27105" cy="44167"/>
            </a:xfrm>
            <a:custGeom>
              <a:avLst/>
              <a:gdLst/>
              <a:ahLst/>
              <a:cxnLst/>
              <a:rect l="l" t="t" r="r" b="b"/>
              <a:pathLst>
                <a:path w="834" h="1359" extrusionOk="0">
                  <a:moveTo>
                    <a:pt x="0" y="1"/>
                  </a:moveTo>
                  <a:cubicBezTo>
                    <a:pt x="71" y="1"/>
                    <a:pt x="167" y="96"/>
                    <a:pt x="167" y="167"/>
                  </a:cubicBezTo>
                  <a:lnTo>
                    <a:pt x="167" y="1358"/>
                  </a:lnTo>
                  <a:lnTo>
                    <a:pt x="834" y="1358"/>
                  </a:lnTo>
                  <a:lnTo>
                    <a:pt x="834" y="167"/>
                  </a:lnTo>
                  <a:cubicBezTo>
                    <a:pt x="834" y="72"/>
                    <a:pt x="738" y="1"/>
                    <a:pt x="643"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7" name="Google Shape;21377;p138"/>
            <p:cNvSpPr/>
            <p:nvPr/>
          </p:nvSpPr>
          <p:spPr>
            <a:xfrm>
              <a:off x="7304871" y="1995326"/>
              <a:ext cx="11635" cy="11635"/>
            </a:xfrm>
            <a:custGeom>
              <a:avLst/>
              <a:gdLst/>
              <a:ahLst/>
              <a:cxnLst/>
              <a:rect l="l" t="t" r="r" b="b"/>
              <a:pathLst>
                <a:path w="358" h="358" extrusionOk="0">
                  <a:moveTo>
                    <a:pt x="191" y="0"/>
                  </a:moveTo>
                  <a:cubicBezTo>
                    <a:pt x="96" y="0"/>
                    <a:pt x="0" y="71"/>
                    <a:pt x="0" y="167"/>
                  </a:cubicBezTo>
                  <a:cubicBezTo>
                    <a:pt x="0" y="262"/>
                    <a:pt x="96" y="357"/>
                    <a:pt x="191" y="357"/>
                  </a:cubicBezTo>
                  <a:cubicBezTo>
                    <a:pt x="286" y="357"/>
                    <a:pt x="358" y="262"/>
                    <a:pt x="358" y="167"/>
                  </a:cubicBezTo>
                  <a:cubicBezTo>
                    <a:pt x="358" y="71"/>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8" name="Google Shape;21378;p138"/>
            <p:cNvSpPr/>
            <p:nvPr/>
          </p:nvSpPr>
          <p:spPr>
            <a:xfrm>
              <a:off x="7327328" y="1995326"/>
              <a:ext cx="11635" cy="11635"/>
            </a:xfrm>
            <a:custGeom>
              <a:avLst/>
              <a:gdLst/>
              <a:ahLst/>
              <a:cxnLst/>
              <a:rect l="l" t="t" r="r" b="b"/>
              <a:pathLst>
                <a:path w="358" h="358" extrusionOk="0">
                  <a:moveTo>
                    <a:pt x="191" y="0"/>
                  </a:moveTo>
                  <a:cubicBezTo>
                    <a:pt x="95" y="0"/>
                    <a:pt x="0" y="71"/>
                    <a:pt x="0" y="167"/>
                  </a:cubicBezTo>
                  <a:cubicBezTo>
                    <a:pt x="0" y="262"/>
                    <a:pt x="95" y="357"/>
                    <a:pt x="191" y="357"/>
                  </a:cubicBezTo>
                  <a:cubicBezTo>
                    <a:pt x="286" y="357"/>
                    <a:pt x="357" y="262"/>
                    <a:pt x="357" y="167"/>
                  </a:cubicBezTo>
                  <a:cubicBezTo>
                    <a:pt x="357" y="71"/>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9" name="Google Shape;21379;p138"/>
            <p:cNvSpPr/>
            <p:nvPr/>
          </p:nvSpPr>
          <p:spPr>
            <a:xfrm>
              <a:off x="7349753" y="1995326"/>
              <a:ext cx="11635" cy="11635"/>
            </a:xfrm>
            <a:custGeom>
              <a:avLst/>
              <a:gdLst/>
              <a:ahLst/>
              <a:cxnLst/>
              <a:rect l="l" t="t" r="r" b="b"/>
              <a:pathLst>
                <a:path w="358" h="358" extrusionOk="0">
                  <a:moveTo>
                    <a:pt x="191" y="0"/>
                  </a:moveTo>
                  <a:cubicBezTo>
                    <a:pt x="72" y="0"/>
                    <a:pt x="1" y="71"/>
                    <a:pt x="1" y="167"/>
                  </a:cubicBezTo>
                  <a:cubicBezTo>
                    <a:pt x="1" y="262"/>
                    <a:pt x="72" y="357"/>
                    <a:pt x="191" y="357"/>
                  </a:cubicBezTo>
                  <a:cubicBezTo>
                    <a:pt x="286" y="357"/>
                    <a:pt x="358" y="262"/>
                    <a:pt x="358" y="167"/>
                  </a:cubicBezTo>
                  <a:cubicBezTo>
                    <a:pt x="358" y="71"/>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0" name="Google Shape;21380;p138"/>
            <p:cNvSpPr/>
            <p:nvPr/>
          </p:nvSpPr>
          <p:spPr>
            <a:xfrm>
              <a:off x="7118353" y="2058766"/>
              <a:ext cx="177255" cy="167213"/>
            </a:xfrm>
            <a:custGeom>
              <a:avLst/>
              <a:gdLst/>
              <a:ahLst/>
              <a:cxnLst/>
              <a:rect l="l" t="t" r="r" b="b"/>
              <a:pathLst>
                <a:path w="5454" h="5145" extrusionOk="0">
                  <a:moveTo>
                    <a:pt x="214" y="1"/>
                  </a:moveTo>
                  <a:cubicBezTo>
                    <a:pt x="95" y="1"/>
                    <a:pt x="0" y="96"/>
                    <a:pt x="0" y="215"/>
                  </a:cubicBezTo>
                  <a:lnTo>
                    <a:pt x="0" y="3883"/>
                  </a:lnTo>
                  <a:cubicBezTo>
                    <a:pt x="0" y="4002"/>
                    <a:pt x="95" y="4097"/>
                    <a:pt x="214" y="4097"/>
                  </a:cubicBezTo>
                  <a:lnTo>
                    <a:pt x="1548" y="4097"/>
                  </a:lnTo>
                  <a:cubicBezTo>
                    <a:pt x="1619" y="4097"/>
                    <a:pt x="1667" y="4121"/>
                    <a:pt x="1715" y="4145"/>
                  </a:cubicBezTo>
                  <a:lnTo>
                    <a:pt x="2453" y="5073"/>
                  </a:lnTo>
                  <a:cubicBezTo>
                    <a:pt x="2501" y="5121"/>
                    <a:pt x="2554" y="5145"/>
                    <a:pt x="2605" y="5145"/>
                  </a:cubicBezTo>
                  <a:cubicBezTo>
                    <a:pt x="2655" y="5145"/>
                    <a:pt x="2703" y="5121"/>
                    <a:pt x="2739" y="5073"/>
                  </a:cubicBezTo>
                  <a:lnTo>
                    <a:pt x="3501" y="4145"/>
                  </a:lnTo>
                  <a:cubicBezTo>
                    <a:pt x="3525" y="4121"/>
                    <a:pt x="3572" y="4097"/>
                    <a:pt x="3644" y="4097"/>
                  </a:cubicBezTo>
                  <a:lnTo>
                    <a:pt x="5215" y="4097"/>
                  </a:lnTo>
                  <a:cubicBezTo>
                    <a:pt x="5335" y="4097"/>
                    <a:pt x="5430" y="4002"/>
                    <a:pt x="5430" y="3883"/>
                  </a:cubicBezTo>
                  <a:lnTo>
                    <a:pt x="5430" y="215"/>
                  </a:lnTo>
                  <a:cubicBezTo>
                    <a:pt x="5454" y="96"/>
                    <a:pt x="5335" y="1"/>
                    <a:pt x="5239" y="1"/>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1" name="Google Shape;21381;p138"/>
            <p:cNvSpPr/>
            <p:nvPr/>
          </p:nvSpPr>
          <p:spPr>
            <a:xfrm>
              <a:off x="7266943" y="2058766"/>
              <a:ext cx="28665" cy="133153"/>
            </a:xfrm>
            <a:custGeom>
              <a:avLst/>
              <a:gdLst/>
              <a:ahLst/>
              <a:cxnLst/>
              <a:rect l="l" t="t" r="r" b="b"/>
              <a:pathLst>
                <a:path w="882" h="4097" extrusionOk="0">
                  <a:moveTo>
                    <a:pt x="0" y="1"/>
                  </a:moveTo>
                  <a:cubicBezTo>
                    <a:pt x="120" y="1"/>
                    <a:pt x="191" y="96"/>
                    <a:pt x="191" y="215"/>
                  </a:cubicBezTo>
                  <a:lnTo>
                    <a:pt x="191" y="3883"/>
                  </a:lnTo>
                  <a:cubicBezTo>
                    <a:pt x="191" y="4002"/>
                    <a:pt x="120" y="4097"/>
                    <a:pt x="0" y="4097"/>
                  </a:cubicBezTo>
                  <a:lnTo>
                    <a:pt x="643" y="4097"/>
                  </a:lnTo>
                  <a:cubicBezTo>
                    <a:pt x="763" y="4097"/>
                    <a:pt x="858" y="4002"/>
                    <a:pt x="858" y="3883"/>
                  </a:cubicBezTo>
                  <a:lnTo>
                    <a:pt x="858" y="215"/>
                  </a:lnTo>
                  <a:cubicBezTo>
                    <a:pt x="882" y="96"/>
                    <a:pt x="763" y="1"/>
                    <a:pt x="667"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2" name="Google Shape;21382;p138"/>
            <p:cNvSpPr/>
            <p:nvPr/>
          </p:nvSpPr>
          <p:spPr>
            <a:xfrm>
              <a:off x="7267723" y="2041736"/>
              <a:ext cx="38707" cy="38740"/>
            </a:xfrm>
            <a:custGeom>
              <a:avLst/>
              <a:gdLst/>
              <a:ahLst/>
              <a:cxnLst/>
              <a:rect l="l" t="t" r="r" b="b"/>
              <a:pathLst>
                <a:path w="1191" h="1192" extrusionOk="0">
                  <a:moveTo>
                    <a:pt x="596" y="1"/>
                  </a:moveTo>
                  <a:cubicBezTo>
                    <a:pt x="262" y="1"/>
                    <a:pt x="0" y="263"/>
                    <a:pt x="0" y="596"/>
                  </a:cubicBezTo>
                  <a:cubicBezTo>
                    <a:pt x="0" y="930"/>
                    <a:pt x="262" y="1192"/>
                    <a:pt x="596" y="1192"/>
                  </a:cubicBezTo>
                  <a:cubicBezTo>
                    <a:pt x="929" y="1192"/>
                    <a:pt x="1191" y="930"/>
                    <a:pt x="1191" y="596"/>
                  </a:cubicBezTo>
                  <a:cubicBezTo>
                    <a:pt x="1191" y="263"/>
                    <a:pt x="929" y="1"/>
                    <a:pt x="59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3" name="Google Shape;21383;p138"/>
            <p:cNvSpPr/>
            <p:nvPr/>
          </p:nvSpPr>
          <p:spPr>
            <a:xfrm>
              <a:off x="7143866" y="2080443"/>
              <a:ext cx="42607" cy="10888"/>
            </a:xfrm>
            <a:custGeom>
              <a:avLst/>
              <a:gdLst/>
              <a:ahLst/>
              <a:cxnLst/>
              <a:rect l="l" t="t" r="r" b="b"/>
              <a:pathLst>
                <a:path w="1311" h="335" extrusionOk="0">
                  <a:moveTo>
                    <a:pt x="144" y="1"/>
                  </a:moveTo>
                  <a:cubicBezTo>
                    <a:pt x="49" y="1"/>
                    <a:pt x="1" y="96"/>
                    <a:pt x="1" y="167"/>
                  </a:cubicBezTo>
                  <a:cubicBezTo>
                    <a:pt x="1" y="263"/>
                    <a:pt x="96" y="334"/>
                    <a:pt x="168" y="334"/>
                  </a:cubicBezTo>
                  <a:lnTo>
                    <a:pt x="1168" y="334"/>
                  </a:lnTo>
                  <a:cubicBezTo>
                    <a:pt x="1239" y="334"/>
                    <a:pt x="1311" y="263"/>
                    <a:pt x="1311" y="143"/>
                  </a:cubicBezTo>
                  <a:cubicBezTo>
                    <a:pt x="1311" y="48"/>
                    <a:pt x="1216" y="1"/>
                    <a:pt x="112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4" name="Google Shape;21384;p138"/>
            <p:cNvSpPr/>
            <p:nvPr/>
          </p:nvSpPr>
          <p:spPr>
            <a:xfrm>
              <a:off x="7144646" y="2105208"/>
              <a:ext cx="120770" cy="10888"/>
            </a:xfrm>
            <a:custGeom>
              <a:avLst/>
              <a:gdLst/>
              <a:ahLst/>
              <a:cxnLst/>
              <a:rect l="l" t="t" r="r" b="b"/>
              <a:pathLst>
                <a:path w="3716" h="335" extrusionOk="0">
                  <a:moveTo>
                    <a:pt x="144" y="1"/>
                  </a:moveTo>
                  <a:cubicBezTo>
                    <a:pt x="72" y="1"/>
                    <a:pt x="1" y="96"/>
                    <a:pt x="1" y="191"/>
                  </a:cubicBezTo>
                  <a:cubicBezTo>
                    <a:pt x="1" y="286"/>
                    <a:pt x="96" y="334"/>
                    <a:pt x="191" y="334"/>
                  </a:cubicBezTo>
                  <a:lnTo>
                    <a:pt x="3573" y="334"/>
                  </a:lnTo>
                  <a:cubicBezTo>
                    <a:pt x="3668" y="334"/>
                    <a:pt x="3716" y="286"/>
                    <a:pt x="3716" y="167"/>
                  </a:cubicBezTo>
                  <a:cubicBezTo>
                    <a:pt x="3716" y="72"/>
                    <a:pt x="3621" y="1"/>
                    <a:pt x="354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5" name="Google Shape;21385;p138"/>
            <p:cNvSpPr/>
            <p:nvPr/>
          </p:nvSpPr>
          <p:spPr>
            <a:xfrm>
              <a:off x="7144646" y="2130753"/>
              <a:ext cx="120770" cy="10855"/>
            </a:xfrm>
            <a:custGeom>
              <a:avLst/>
              <a:gdLst/>
              <a:ahLst/>
              <a:cxnLst/>
              <a:rect l="l" t="t" r="r" b="b"/>
              <a:pathLst>
                <a:path w="3716" h="334" extrusionOk="0">
                  <a:moveTo>
                    <a:pt x="144" y="1"/>
                  </a:moveTo>
                  <a:cubicBezTo>
                    <a:pt x="72" y="1"/>
                    <a:pt x="1" y="96"/>
                    <a:pt x="1" y="167"/>
                  </a:cubicBezTo>
                  <a:cubicBezTo>
                    <a:pt x="1" y="262"/>
                    <a:pt x="96" y="334"/>
                    <a:pt x="191" y="334"/>
                  </a:cubicBezTo>
                  <a:lnTo>
                    <a:pt x="3573" y="334"/>
                  </a:lnTo>
                  <a:cubicBezTo>
                    <a:pt x="3668" y="334"/>
                    <a:pt x="3716" y="262"/>
                    <a:pt x="3716" y="143"/>
                  </a:cubicBezTo>
                  <a:cubicBezTo>
                    <a:pt x="3716" y="48"/>
                    <a:pt x="3621" y="1"/>
                    <a:pt x="354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6" name="Google Shape;21386;p138"/>
            <p:cNvSpPr/>
            <p:nvPr/>
          </p:nvSpPr>
          <p:spPr>
            <a:xfrm>
              <a:off x="7144646" y="2155518"/>
              <a:ext cx="120770" cy="10855"/>
            </a:xfrm>
            <a:custGeom>
              <a:avLst/>
              <a:gdLst/>
              <a:ahLst/>
              <a:cxnLst/>
              <a:rect l="l" t="t" r="r" b="b"/>
              <a:pathLst>
                <a:path w="3716" h="334" extrusionOk="0">
                  <a:moveTo>
                    <a:pt x="144" y="1"/>
                  </a:moveTo>
                  <a:cubicBezTo>
                    <a:pt x="72" y="1"/>
                    <a:pt x="1" y="96"/>
                    <a:pt x="1" y="191"/>
                  </a:cubicBezTo>
                  <a:cubicBezTo>
                    <a:pt x="1" y="286"/>
                    <a:pt x="96" y="334"/>
                    <a:pt x="191" y="334"/>
                  </a:cubicBezTo>
                  <a:lnTo>
                    <a:pt x="3573" y="334"/>
                  </a:lnTo>
                  <a:cubicBezTo>
                    <a:pt x="3668" y="334"/>
                    <a:pt x="3716" y="286"/>
                    <a:pt x="3716" y="167"/>
                  </a:cubicBezTo>
                  <a:cubicBezTo>
                    <a:pt x="3716" y="72"/>
                    <a:pt x="3621" y="1"/>
                    <a:pt x="354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7" name="Google Shape;21387;p138"/>
          <p:cNvGrpSpPr/>
          <p:nvPr/>
        </p:nvGrpSpPr>
        <p:grpSpPr>
          <a:xfrm>
            <a:off x="7779306" y="1796483"/>
            <a:ext cx="359157" cy="302640"/>
            <a:chOff x="7779306" y="1948883"/>
            <a:chExt cx="359157" cy="302640"/>
          </a:xfrm>
        </p:grpSpPr>
        <p:sp>
          <p:nvSpPr>
            <p:cNvPr id="21388" name="Google Shape;21388;p138"/>
            <p:cNvSpPr/>
            <p:nvPr/>
          </p:nvSpPr>
          <p:spPr>
            <a:xfrm>
              <a:off x="7780086" y="1948883"/>
              <a:ext cx="127725" cy="37960"/>
            </a:xfrm>
            <a:custGeom>
              <a:avLst/>
              <a:gdLst/>
              <a:ahLst/>
              <a:cxnLst/>
              <a:rect l="l" t="t" r="r" b="b"/>
              <a:pathLst>
                <a:path w="3930" h="1168" extrusionOk="0">
                  <a:moveTo>
                    <a:pt x="405" y="0"/>
                  </a:moveTo>
                  <a:cubicBezTo>
                    <a:pt x="191" y="0"/>
                    <a:pt x="0" y="167"/>
                    <a:pt x="0" y="381"/>
                  </a:cubicBezTo>
                  <a:lnTo>
                    <a:pt x="0" y="953"/>
                  </a:lnTo>
                  <a:lnTo>
                    <a:pt x="1977" y="1167"/>
                  </a:lnTo>
                  <a:lnTo>
                    <a:pt x="3930" y="953"/>
                  </a:lnTo>
                  <a:lnTo>
                    <a:pt x="3930" y="381"/>
                  </a:lnTo>
                  <a:cubicBezTo>
                    <a:pt x="3930" y="143"/>
                    <a:pt x="3763" y="0"/>
                    <a:pt x="354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9" name="Google Shape;21389;p138"/>
            <p:cNvSpPr/>
            <p:nvPr/>
          </p:nvSpPr>
          <p:spPr>
            <a:xfrm>
              <a:off x="7874498" y="1948883"/>
              <a:ext cx="33313" cy="37960"/>
            </a:xfrm>
            <a:custGeom>
              <a:avLst/>
              <a:gdLst/>
              <a:ahLst/>
              <a:cxnLst/>
              <a:rect l="l" t="t" r="r" b="b"/>
              <a:pathLst>
                <a:path w="1025" h="1168" extrusionOk="0">
                  <a:moveTo>
                    <a:pt x="1" y="0"/>
                  </a:moveTo>
                  <a:cubicBezTo>
                    <a:pt x="191" y="0"/>
                    <a:pt x="382" y="167"/>
                    <a:pt x="382" y="381"/>
                  </a:cubicBezTo>
                  <a:lnTo>
                    <a:pt x="382" y="953"/>
                  </a:lnTo>
                  <a:lnTo>
                    <a:pt x="620" y="1167"/>
                  </a:lnTo>
                  <a:lnTo>
                    <a:pt x="1025" y="953"/>
                  </a:lnTo>
                  <a:lnTo>
                    <a:pt x="1025" y="381"/>
                  </a:lnTo>
                  <a:cubicBezTo>
                    <a:pt x="1025" y="143"/>
                    <a:pt x="858" y="0"/>
                    <a:pt x="644"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0" name="Google Shape;21390;p138"/>
            <p:cNvSpPr/>
            <p:nvPr/>
          </p:nvSpPr>
          <p:spPr>
            <a:xfrm>
              <a:off x="7780086" y="2006148"/>
              <a:ext cx="358377" cy="245375"/>
            </a:xfrm>
            <a:custGeom>
              <a:avLst/>
              <a:gdLst/>
              <a:ahLst/>
              <a:cxnLst/>
              <a:rect l="l" t="t" r="r" b="b"/>
              <a:pathLst>
                <a:path w="11027" h="7550" extrusionOk="0">
                  <a:moveTo>
                    <a:pt x="5525" y="0"/>
                  </a:moveTo>
                  <a:lnTo>
                    <a:pt x="0" y="524"/>
                  </a:lnTo>
                  <a:lnTo>
                    <a:pt x="0" y="7383"/>
                  </a:lnTo>
                  <a:cubicBezTo>
                    <a:pt x="0" y="7454"/>
                    <a:pt x="96" y="7550"/>
                    <a:pt x="191" y="7550"/>
                  </a:cubicBezTo>
                  <a:lnTo>
                    <a:pt x="10836" y="7550"/>
                  </a:lnTo>
                  <a:cubicBezTo>
                    <a:pt x="10931" y="7550"/>
                    <a:pt x="11027" y="7454"/>
                    <a:pt x="11027" y="7383"/>
                  </a:cubicBezTo>
                  <a:lnTo>
                    <a:pt x="11027" y="524"/>
                  </a:lnTo>
                  <a:lnTo>
                    <a:pt x="5525"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1" name="Google Shape;21391;p138"/>
            <p:cNvSpPr/>
            <p:nvPr/>
          </p:nvSpPr>
          <p:spPr>
            <a:xfrm>
              <a:off x="8110578" y="1979823"/>
              <a:ext cx="27105" cy="271700"/>
            </a:xfrm>
            <a:custGeom>
              <a:avLst/>
              <a:gdLst/>
              <a:ahLst/>
              <a:cxnLst/>
              <a:rect l="l" t="t" r="r" b="b"/>
              <a:pathLst>
                <a:path w="834" h="8360" extrusionOk="0">
                  <a:moveTo>
                    <a:pt x="0" y="1"/>
                  </a:moveTo>
                  <a:cubicBezTo>
                    <a:pt x="72" y="1"/>
                    <a:pt x="167" y="96"/>
                    <a:pt x="167" y="167"/>
                  </a:cubicBezTo>
                  <a:lnTo>
                    <a:pt x="167" y="8193"/>
                  </a:lnTo>
                  <a:cubicBezTo>
                    <a:pt x="167" y="8264"/>
                    <a:pt x="72" y="8360"/>
                    <a:pt x="0" y="8360"/>
                  </a:cubicBezTo>
                  <a:lnTo>
                    <a:pt x="643" y="8360"/>
                  </a:lnTo>
                  <a:cubicBezTo>
                    <a:pt x="739" y="8360"/>
                    <a:pt x="834" y="8264"/>
                    <a:pt x="834" y="8193"/>
                  </a:cubicBezTo>
                  <a:lnTo>
                    <a:pt x="834" y="167"/>
                  </a:lnTo>
                  <a:cubicBezTo>
                    <a:pt x="834" y="72"/>
                    <a:pt x="739" y="1"/>
                    <a:pt x="64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2" name="Google Shape;21392;p138"/>
            <p:cNvSpPr/>
            <p:nvPr/>
          </p:nvSpPr>
          <p:spPr>
            <a:xfrm>
              <a:off x="7779306" y="1979043"/>
              <a:ext cx="358377" cy="43388"/>
            </a:xfrm>
            <a:custGeom>
              <a:avLst/>
              <a:gdLst/>
              <a:ahLst/>
              <a:cxnLst/>
              <a:rect l="l" t="t" r="r" b="b"/>
              <a:pathLst>
                <a:path w="11027" h="1335" extrusionOk="0">
                  <a:moveTo>
                    <a:pt x="1" y="1"/>
                  </a:moveTo>
                  <a:lnTo>
                    <a:pt x="1" y="1335"/>
                  </a:lnTo>
                  <a:lnTo>
                    <a:pt x="11027" y="1335"/>
                  </a:lnTo>
                  <a:lnTo>
                    <a:pt x="11027" y="168"/>
                  </a:lnTo>
                  <a:cubicBezTo>
                    <a:pt x="11027" y="72"/>
                    <a:pt x="10932" y="1"/>
                    <a:pt x="1083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3" name="Google Shape;21393;p138"/>
            <p:cNvSpPr/>
            <p:nvPr/>
          </p:nvSpPr>
          <p:spPr>
            <a:xfrm>
              <a:off x="8110578" y="1979823"/>
              <a:ext cx="27105" cy="44167"/>
            </a:xfrm>
            <a:custGeom>
              <a:avLst/>
              <a:gdLst/>
              <a:ahLst/>
              <a:cxnLst/>
              <a:rect l="l" t="t" r="r" b="b"/>
              <a:pathLst>
                <a:path w="834" h="1359" extrusionOk="0">
                  <a:moveTo>
                    <a:pt x="0" y="1"/>
                  </a:moveTo>
                  <a:cubicBezTo>
                    <a:pt x="72" y="1"/>
                    <a:pt x="167" y="96"/>
                    <a:pt x="167" y="167"/>
                  </a:cubicBezTo>
                  <a:lnTo>
                    <a:pt x="167" y="1358"/>
                  </a:lnTo>
                  <a:lnTo>
                    <a:pt x="834" y="1358"/>
                  </a:lnTo>
                  <a:lnTo>
                    <a:pt x="834" y="167"/>
                  </a:lnTo>
                  <a:cubicBezTo>
                    <a:pt x="834" y="72"/>
                    <a:pt x="739" y="1"/>
                    <a:pt x="643"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4" name="Google Shape;21394;p138"/>
            <p:cNvSpPr/>
            <p:nvPr/>
          </p:nvSpPr>
          <p:spPr>
            <a:xfrm>
              <a:off x="8054841" y="1996073"/>
              <a:ext cx="11635" cy="11667"/>
            </a:xfrm>
            <a:custGeom>
              <a:avLst/>
              <a:gdLst/>
              <a:ahLst/>
              <a:cxnLst/>
              <a:rect l="l" t="t" r="r" b="b"/>
              <a:pathLst>
                <a:path w="358" h="359" extrusionOk="0">
                  <a:moveTo>
                    <a:pt x="191" y="1"/>
                  </a:moveTo>
                  <a:cubicBezTo>
                    <a:pt x="96" y="1"/>
                    <a:pt x="1" y="72"/>
                    <a:pt x="1" y="168"/>
                  </a:cubicBezTo>
                  <a:cubicBezTo>
                    <a:pt x="1" y="287"/>
                    <a:pt x="96" y="358"/>
                    <a:pt x="191" y="358"/>
                  </a:cubicBezTo>
                  <a:cubicBezTo>
                    <a:pt x="286" y="358"/>
                    <a:pt x="358" y="287"/>
                    <a:pt x="358" y="168"/>
                  </a:cubicBezTo>
                  <a:cubicBezTo>
                    <a:pt x="358" y="72"/>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5" name="Google Shape;21395;p138"/>
            <p:cNvSpPr/>
            <p:nvPr/>
          </p:nvSpPr>
          <p:spPr>
            <a:xfrm>
              <a:off x="8077298" y="1996073"/>
              <a:ext cx="11635" cy="11667"/>
            </a:xfrm>
            <a:custGeom>
              <a:avLst/>
              <a:gdLst/>
              <a:ahLst/>
              <a:cxnLst/>
              <a:rect l="l" t="t" r="r" b="b"/>
              <a:pathLst>
                <a:path w="358" h="359" extrusionOk="0">
                  <a:moveTo>
                    <a:pt x="191" y="1"/>
                  </a:moveTo>
                  <a:cubicBezTo>
                    <a:pt x="72" y="1"/>
                    <a:pt x="0" y="72"/>
                    <a:pt x="0" y="168"/>
                  </a:cubicBezTo>
                  <a:cubicBezTo>
                    <a:pt x="0" y="287"/>
                    <a:pt x="72" y="358"/>
                    <a:pt x="191" y="358"/>
                  </a:cubicBezTo>
                  <a:cubicBezTo>
                    <a:pt x="286" y="358"/>
                    <a:pt x="357" y="287"/>
                    <a:pt x="357" y="168"/>
                  </a:cubicBezTo>
                  <a:cubicBezTo>
                    <a:pt x="357" y="72"/>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6" name="Google Shape;21396;p138"/>
            <p:cNvSpPr/>
            <p:nvPr/>
          </p:nvSpPr>
          <p:spPr>
            <a:xfrm>
              <a:off x="8099723" y="1996073"/>
              <a:ext cx="11668" cy="11667"/>
            </a:xfrm>
            <a:custGeom>
              <a:avLst/>
              <a:gdLst/>
              <a:ahLst/>
              <a:cxnLst/>
              <a:rect l="l" t="t" r="r" b="b"/>
              <a:pathLst>
                <a:path w="359" h="359" extrusionOk="0">
                  <a:moveTo>
                    <a:pt x="168" y="1"/>
                  </a:moveTo>
                  <a:cubicBezTo>
                    <a:pt x="72" y="1"/>
                    <a:pt x="1" y="72"/>
                    <a:pt x="1" y="168"/>
                  </a:cubicBezTo>
                  <a:cubicBezTo>
                    <a:pt x="1" y="287"/>
                    <a:pt x="72" y="358"/>
                    <a:pt x="168" y="358"/>
                  </a:cubicBezTo>
                  <a:cubicBezTo>
                    <a:pt x="263" y="358"/>
                    <a:pt x="358" y="287"/>
                    <a:pt x="358" y="168"/>
                  </a:cubicBezTo>
                  <a:cubicBezTo>
                    <a:pt x="358" y="72"/>
                    <a:pt x="263" y="1"/>
                    <a:pt x="16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7" name="Google Shape;21397;p138"/>
            <p:cNvSpPr/>
            <p:nvPr/>
          </p:nvSpPr>
          <p:spPr>
            <a:xfrm>
              <a:off x="7840471" y="2051031"/>
              <a:ext cx="236080" cy="73580"/>
            </a:xfrm>
            <a:custGeom>
              <a:avLst/>
              <a:gdLst/>
              <a:ahLst/>
              <a:cxnLst/>
              <a:rect l="l" t="t" r="r" b="b"/>
              <a:pathLst>
                <a:path w="7264" h="2264" extrusionOk="0">
                  <a:moveTo>
                    <a:pt x="143" y="1"/>
                  </a:moveTo>
                  <a:cubicBezTo>
                    <a:pt x="48" y="1"/>
                    <a:pt x="0" y="72"/>
                    <a:pt x="0" y="167"/>
                  </a:cubicBezTo>
                  <a:lnTo>
                    <a:pt x="0" y="2120"/>
                  </a:lnTo>
                  <a:cubicBezTo>
                    <a:pt x="0" y="2215"/>
                    <a:pt x="48" y="2263"/>
                    <a:pt x="143" y="2263"/>
                  </a:cubicBezTo>
                  <a:lnTo>
                    <a:pt x="7121" y="2263"/>
                  </a:lnTo>
                  <a:cubicBezTo>
                    <a:pt x="7192" y="2263"/>
                    <a:pt x="7263" y="2215"/>
                    <a:pt x="7263" y="2120"/>
                  </a:cubicBezTo>
                  <a:lnTo>
                    <a:pt x="7263" y="167"/>
                  </a:lnTo>
                  <a:cubicBezTo>
                    <a:pt x="7263" y="72"/>
                    <a:pt x="7192" y="1"/>
                    <a:pt x="7121"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8" name="Google Shape;21398;p138"/>
            <p:cNvSpPr/>
            <p:nvPr/>
          </p:nvSpPr>
          <p:spPr>
            <a:xfrm>
              <a:off x="7840471" y="2051031"/>
              <a:ext cx="77415" cy="73580"/>
            </a:xfrm>
            <a:custGeom>
              <a:avLst/>
              <a:gdLst/>
              <a:ahLst/>
              <a:cxnLst/>
              <a:rect l="l" t="t" r="r" b="b"/>
              <a:pathLst>
                <a:path w="2382" h="2264" extrusionOk="0">
                  <a:moveTo>
                    <a:pt x="143" y="1"/>
                  </a:moveTo>
                  <a:cubicBezTo>
                    <a:pt x="48" y="1"/>
                    <a:pt x="0" y="72"/>
                    <a:pt x="0" y="167"/>
                  </a:cubicBezTo>
                  <a:lnTo>
                    <a:pt x="0" y="2120"/>
                  </a:lnTo>
                  <a:cubicBezTo>
                    <a:pt x="0" y="2215"/>
                    <a:pt x="48" y="2263"/>
                    <a:pt x="143" y="2263"/>
                  </a:cubicBezTo>
                  <a:lnTo>
                    <a:pt x="2381" y="2263"/>
                  </a:lnTo>
                  <a:lnTo>
                    <a:pt x="2381" y="1"/>
                  </a:ln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9" name="Google Shape;21399;p138"/>
            <p:cNvSpPr/>
            <p:nvPr/>
          </p:nvSpPr>
          <p:spPr>
            <a:xfrm>
              <a:off x="7840471" y="2150091"/>
              <a:ext cx="236860" cy="73580"/>
            </a:xfrm>
            <a:custGeom>
              <a:avLst/>
              <a:gdLst/>
              <a:ahLst/>
              <a:cxnLst/>
              <a:rect l="l" t="t" r="r" b="b"/>
              <a:pathLst>
                <a:path w="7288" h="2264" extrusionOk="0">
                  <a:moveTo>
                    <a:pt x="167" y="1"/>
                  </a:moveTo>
                  <a:cubicBezTo>
                    <a:pt x="95" y="1"/>
                    <a:pt x="0" y="49"/>
                    <a:pt x="24" y="144"/>
                  </a:cubicBezTo>
                  <a:lnTo>
                    <a:pt x="24" y="2120"/>
                  </a:lnTo>
                  <a:cubicBezTo>
                    <a:pt x="24" y="2192"/>
                    <a:pt x="95" y="2263"/>
                    <a:pt x="167" y="2263"/>
                  </a:cubicBezTo>
                  <a:lnTo>
                    <a:pt x="7144" y="2263"/>
                  </a:lnTo>
                  <a:cubicBezTo>
                    <a:pt x="7216" y="2263"/>
                    <a:pt x="7287" y="2192"/>
                    <a:pt x="7287" y="2120"/>
                  </a:cubicBezTo>
                  <a:lnTo>
                    <a:pt x="7287" y="144"/>
                  </a:lnTo>
                  <a:cubicBezTo>
                    <a:pt x="7287" y="49"/>
                    <a:pt x="7216" y="1"/>
                    <a:pt x="7144"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0" name="Google Shape;21400;p138"/>
            <p:cNvSpPr/>
            <p:nvPr/>
          </p:nvSpPr>
          <p:spPr>
            <a:xfrm>
              <a:off x="7998356" y="2150091"/>
              <a:ext cx="77415" cy="73580"/>
            </a:xfrm>
            <a:custGeom>
              <a:avLst/>
              <a:gdLst/>
              <a:ahLst/>
              <a:cxnLst/>
              <a:rect l="l" t="t" r="r" b="b"/>
              <a:pathLst>
                <a:path w="2382" h="2264" extrusionOk="0">
                  <a:moveTo>
                    <a:pt x="0" y="1"/>
                  </a:moveTo>
                  <a:lnTo>
                    <a:pt x="0" y="2263"/>
                  </a:lnTo>
                  <a:lnTo>
                    <a:pt x="2215" y="2263"/>
                  </a:lnTo>
                  <a:cubicBezTo>
                    <a:pt x="2310" y="2263"/>
                    <a:pt x="2382" y="2192"/>
                    <a:pt x="2382" y="2120"/>
                  </a:cubicBezTo>
                  <a:lnTo>
                    <a:pt x="2382" y="144"/>
                  </a:lnTo>
                  <a:cubicBezTo>
                    <a:pt x="2382" y="49"/>
                    <a:pt x="2310" y="1"/>
                    <a:pt x="2215"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1" name="Google Shape;21401;p138"/>
            <p:cNvSpPr/>
            <p:nvPr/>
          </p:nvSpPr>
          <p:spPr>
            <a:xfrm>
              <a:off x="8050193" y="2051031"/>
              <a:ext cx="26357" cy="73580"/>
            </a:xfrm>
            <a:custGeom>
              <a:avLst/>
              <a:gdLst/>
              <a:ahLst/>
              <a:cxnLst/>
              <a:rect l="l" t="t" r="r" b="b"/>
              <a:pathLst>
                <a:path w="811" h="2264" extrusionOk="0">
                  <a:moveTo>
                    <a:pt x="1" y="1"/>
                  </a:moveTo>
                  <a:cubicBezTo>
                    <a:pt x="96" y="1"/>
                    <a:pt x="144" y="72"/>
                    <a:pt x="144" y="167"/>
                  </a:cubicBezTo>
                  <a:lnTo>
                    <a:pt x="144" y="2120"/>
                  </a:lnTo>
                  <a:cubicBezTo>
                    <a:pt x="144" y="2215"/>
                    <a:pt x="96" y="2263"/>
                    <a:pt x="1" y="2263"/>
                  </a:cubicBezTo>
                  <a:lnTo>
                    <a:pt x="668" y="2263"/>
                  </a:lnTo>
                  <a:cubicBezTo>
                    <a:pt x="739" y="2263"/>
                    <a:pt x="810" y="2215"/>
                    <a:pt x="810" y="2120"/>
                  </a:cubicBezTo>
                  <a:lnTo>
                    <a:pt x="810" y="167"/>
                  </a:lnTo>
                  <a:cubicBezTo>
                    <a:pt x="810" y="72"/>
                    <a:pt x="739" y="1"/>
                    <a:pt x="668" y="1"/>
                  </a:cubicBezTo>
                  <a:close/>
                </a:path>
              </a:pathLst>
            </a:custGeom>
            <a:solidFill>
              <a:srgbClr val="E4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2" name="Google Shape;21402;p138"/>
            <p:cNvSpPr/>
            <p:nvPr/>
          </p:nvSpPr>
          <p:spPr>
            <a:xfrm>
              <a:off x="8050193" y="2150091"/>
              <a:ext cx="26357" cy="73580"/>
            </a:xfrm>
            <a:custGeom>
              <a:avLst/>
              <a:gdLst/>
              <a:ahLst/>
              <a:cxnLst/>
              <a:rect l="l" t="t" r="r" b="b"/>
              <a:pathLst>
                <a:path w="811" h="2264" extrusionOk="0">
                  <a:moveTo>
                    <a:pt x="1" y="1"/>
                  </a:moveTo>
                  <a:cubicBezTo>
                    <a:pt x="96" y="1"/>
                    <a:pt x="144" y="49"/>
                    <a:pt x="144" y="144"/>
                  </a:cubicBezTo>
                  <a:lnTo>
                    <a:pt x="144" y="2120"/>
                  </a:lnTo>
                  <a:cubicBezTo>
                    <a:pt x="144" y="2192"/>
                    <a:pt x="96" y="2263"/>
                    <a:pt x="1" y="2263"/>
                  </a:cubicBezTo>
                  <a:lnTo>
                    <a:pt x="668" y="2263"/>
                  </a:lnTo>
                  <a:cubicBezTo>
                    <a:pt x="739" y="2263"/>
                    <a:pt x="810" y="2192"/>
                    <a:pt x="810" y="2120"/>
                  </a:cubicBezTo>
                  <a:lnTo>
                    <a:pt x="810" y="144"/>
                  </a:lnTo>
                  <a:cubicBezTo>
                    <a:pt x="810" y="49"/>
                    <a:pt x="739" y="1"/>
                    <a:pt x="6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3" name="Google Shape;21403;p138"/>
            <p:cNvSpPr/>
            <p:nvPr/>
          </p:nvSpPr>
          <p:spPr>
            <a:xfrm>
              <a:off x="8050193" y="2150091"/>
              <a:ext cx="26357" cy="73580"/>
            </a:xfrm>
            <a:custGeom>
              <a:avLst/>
              <a:gdLst/>
              <a:ahLst/>
              <a:cxnLst/>
              <a:rect l="l" t="t" r="r" b="b"/>
              <a:pathLst>
                <a:path w="811" h="2264" extrusionOk="0">
                  <a:moveTo>
                    <a:pt x="1" y="1"/>
                  </a:moveTo>
                  <a:cubicBezTo>
                    <a:pt x="96" y="1"/>
                    <a:pt x="144" y="49"/>
                    <a:pt x="144" y="144"/>
                  </a:cubicBezTo>
                  <a:lnTo>
                    <a:pt x="144" y="2120"/>
                  </a:lnTo>
                  <a:cubicBezTo>
                    <a:pt x="144" y="2192"/>
                    <a:pt x="96" y="2263"/>
                    <a:pt x="1" y="2263"/>
                  </a:cubicBezTo>
                  <a:lnTo>
                    <a:pt x="668" y="2263"/>
                  </a:lnTo>
                  <a:cubicBezTo>
                    <a:pt x="739" y="2263"/>
                    <a:pt x="810" y="2192"/>
                    <a:pt x="810" y="2120"/>
                  </a:cubicBezTo>
                  <a:lnTo>
                    <a:pt x="810" y="144"/>
                  </a:lnTo>
                  <a:cubicBezTo>
                    <a:pt x="810" y="49"/>
                    <a:pt x="739" y="1"/>
                    <a:pt x="6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4" name="Google Shape;21404;p138"/>
            <p:cNvSpPr/>
            <p:nvPr/>
          </p:nvSpPr>
          <p:spPr>
            <a:xfrm>
              <a:off x="8009958" y="2163253"/>
              <a:ext cx="41048" cy="46475"/>
            </a:xfrm>
            <a:custGeom>
              <a:avLst/>
              <a:gdLst/>
              <a:ahLst/>
              <a:cxnLst/>
              <a:rect l="l" t="t" r="r" b="b"/>
              <a:pathLst>
                <a:path w="1263" h="1430" extrusionOk="0">
                  <a:moveTo>
                    <a:pt x="620" y="596"/>
                  </a:moveTo>
                  <a:lnTo>
                    <a:pt x="715" y="882"/>
                  </a:lnTo>
                  <a:lnTo>
                    <a:pt x="524" y="882"/>
                  </a:lnTo>
                  <a:lnTo>
                    <a:pt x="620" y="596"/>
                  </a:lnTo>
                  <a:close/>
                  <a:moveTo>
                    <a:pt x="620" y="1"/>
                  </a:moveTo>
                  <a:cubicBezTo>
                    <a:pt x="524" y="1"/>
                    <a:pt x="477" y="72"/>
                    <a:pt x="429" y="120"/>
                  </a:cubicBezTo>
                  <a:lnTo>
                    <a:pt x="24" y="1239"/>
                  </a:lnTo>
                  <a:cubicBezTo>
                    <a:pt x="0" y="1311"/>
                    <a:pt x="24" y="1406"/>
                    <a:pt x="119" y="1430"/>
                  </a:cubicBezTo>
                  <a:lnTo>
                    <a:pt x="167" y="1430"/>
                  </a:lnTo>
                  <a:cubicBezTo>
                    <a:pt x="239" y="1430"/>
                    <a:pt x="286" y="1406"/>
                    <a:pt x="310" y="1311"/>
                  </a:cubicBezTo>
                  <a:lnTo>
                    <a:pt x="381" y="1144"/>
                  </a:lnTo>
                  <a:lnTo>
                    <a:pt x="834" y="1144"/>
                  </a:lnTo>
                  <a:lnTo>
                    <a:pt x="882" y="1311"/>
                  </a:lnTo>
                  <a:cubicBezTo>
                    <a:pt x="905" y="1382"/>
                    <a:pt x="977" y="1430"/>
                    <a:pt x="1072" y="1430"/>
                  </a:cubicBezTo>
                  <a:cubicBezTo>
                    <a:pt x="1215" y="1430"/>
                    <a:pt x="1263" y="1311"/>
                    <a:pt x="1215" y="1239"/>
                  </a:cubicBezTo>
                  <a:lnTo>
                    <a:pt x="786" y="120"/>
                  </a:lnTo>
                  <a:cubicBezTo>
                    <a:pt x="762" y="72"/>
                    <a:pt x="715" y="1"/>
                    <a:pt x="62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5" name="Google Shape;21405;p138"/>
            <p:cNvSpPr/>
            <p:nvPr/>
          </p:nvSpPr>
          <p:spPr>
            <a:xfrm>
              <a:off x="7856721" y="2064193"/>
              <a:ext cx="47223" cy="46475"/>
            </a:xfrm>
            <a:custGeom>
              <a:avLst/>
              <a:gdLst/>
              <a:ahLst/>
              <a:cxnLst/>
              <a:rect l="l" t="t" r="r" b="b"/>
              <a:pathLst>
                <a:path w="1453" h="1430" extrusionOk="0">
                  <a:moveTo>
                    <a:pt x="691" y="310"/>
                  </a:moveTo>
                  <a:cubicBezTo>
                    <a:pt x="881" y="310"/>
                    <a:pt x="1072" y="501"/>
                    <a:pt x="1072" y="715"/>
                  </a:cubicBezTo>
                  <a:cubicBezTo>
                    <a:pt x="1072" y="763"/>
                    <a:pt x="1072" y="786"/>
                    <a:pt x="1048" y="834"/>
                  </a:cubicBezTo>
                  <a:lnTo>
                    <a:pt x="977" y="763"/>
                  </a:lnTo>
                  <a:cubicBezTo>
                    <a:pt x="953" y="739"/>
                    <a:pt x="911" y="727"/>
                    <a:pt x="866" y="727"/>
                  </a:cubicBezTo>
                  <a:cubicBezTo>
                    <a:pt x="822" y="727"/>
                    <a:pt x="774" y="739"/>
                    <a:pt x="738" y="763"/>
                  </a:cubicBezTo>
                  <a:cubicBezTo>
                    <a:pt x="691" y="834"/>
                    <a:pt x="691" y="953"/>
                    <a:pt x="738" y="1001"/>
                  </a:cubicBezTo>
                  <a:lnTo>
                    <a:pt x="810" y="1072"/>
                  </a:lnTo>
                  <a:cubicBezTo>
                    <a:pt x="810" y="1096"/>
                    <a:pt x="738" y="1096"/>
                    <a:pt x="691" y="1096"/>
                  </a:cubicBezTo>
                  <a:cubicBezTo>
                    <a:pt x="476" y="1096"/>
                    <a:pt x="310" y="905"/>
                    <a:pt x="310" y="715"/>
                  </a:cubicBezTo>
                  <a:cubicBezTo>
                    <a:pt x="310" y="501"/>
                    <a:pt x="476" y="310"/>
                    <a:pt x="691" y="310"/>
                  </a:cubicBezTo>
                  <a:close/>
                  <a:moveTo>
                    <a:pt x="715" y="1"/>
                  </a:moveTo>
                  <a:cubicBezTo>
                    <a:pt x="334" y="1"/>
                    <a:pt x="0" y="310"/>
                    <a:pt x="0" y="715"/>
                  </a:cubicBezTo>
                  <a:cubicBezTo>
                    <a:pt x="0" y="1096"/>
                    <a:pt x="334" y="1429"/>
                    <a:pt x="715" y="1429"/>
                  </a:cubicBezTo>
                  <a:cubicBezTo>
                    <a:pt x="857" y="1429"/>
                    <a:pt x="977" y="1382"/>
                    <a:pt x="1096" y="1310"/>
                  </a:cubicBezTo>
                  <a:lnTo>
                    <a:pt x="1167" y="1358"/>
                  </a:lnTo>
                  <a:cubicBezTo>
                    <a:pt x="1191" y="1382"/>
                    <a:pt x="1262" y="1406"/>
                    <a:pt x="1286" y="1406"/>
                  </a:cubicBezTo>
                  <a:cubicBezTo>
                    <a:pt x="1310" y="1406"/>
                    <a:pt x="1358" y="1382"/>
                    <a:pt x="1405" y="1358"/>
                  </a:cubicBezTo>
                  <a:cubicBezTo>
                    <a:pt x="1453" y="1310"/>
                    <a:pt x="1453" y="1191"/>
                    <a:pt x="1405" y="1120"/>
                  </a:cubicBezTo>
                  <a:lnTo>
                    <a:pt x="1310" y="1096"/>
                  </a:lnTo>
                  <a:cubicBezTo>
                    <a:pt x="1381" y="977"/>
                    <a:pt x="1429" y="858"/>
                    <a:pt x="1429" y="715"/>
                  </a:cubicBezTo>
                  <a:cubicBezTo>
                    <a:pt x="1429" y="310"/>
                    <a:pt x="1096" y="1"/>
                    <a:pt x="71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6" name="Google Shape;21406;p138"/>
            <p:cNvSpPr/>
            <p:nvPr/>
          </p:nvSpPr>
          <p:spPr>
            <a:xfrm>
              <a:off x="7938751" y="2069621"/>
              <a:ext cx="118463" cy="10855"/>
            </a:xfrm>
            <a:custGeom>
              <a:avLst/>
              <a:gdLst/>
              <a:ahLst/>
              <a:cxnLst/>
              <a:rect l="l" t="t" r="r" b="b"/>
              <a:pathLst>
                <a:path w="3645" h="334" extrusionOk="0">
                  <a:moveTo>
                    <a:pt x="191" y="0"/>
                  </a:moveTo>
                  <a:cubicBezTo>
                    <a:pt x="72" y="0"/>
                    <a:pt x="0" y="95"/>
                    <a:pt x="0" y="191"/>
                  </a:cubicBezTo>
                  <a:cubicBezTo>
                    <a:pt x="48" y="262"/>
                    <a:pt x="96" y="334"/>
                    <a:pt x="191" y="334"/>
                  </a:cubicBezTo>
                  <a:lnTo>
                    <a:pt x="3454" y="334"/>
                  </a:lnTo>
                  <a:cubicBezTo>
                    <a:pt x="3549" y="334"/>
                    <a:pt x="3644" y="238"/>
                    <a:pt x="3644" y="143"/>
                  </a:cubicBezTo>
                  <a:cubicBezTo>
                    <a:pt x="3620" y="72"/>
                    <a:pt x="3549" y="0"/>
                    <a:pt x="3454"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7" name="Google Shape;21407;p138"/>
            <p:cNvSpPr/>
            <p:nvPr/>
          </p:nvSpPr>
          <p:spPr>
            <a:xfrm>
              <a:off x="7940311" y="2095166"/>
              <a:ext cx="37180" cy="10075"/>
            </a:xfrm>
            <a:custGeom>
              <a:avLst/>
              <a:gdLst/>
              <a:ahLst/>
              <a:cxnLst/>
              <a:rect l="l" t="t" r="r" b="b"/>
              <a:pathLst>
                <a:path w="1144" h="310" extrusionOk="0">
                  <a:moveTo>
                    <a:pt x="143" y="0"/>
                  </a:moveTo>
                  <a:cubicBezTo>
                    <a:pt x="48" y="0"/>
                    <a:pt x="0" y="72"/>
                    <a:pt x="0" y="167"/>
                  </a:cubicBezTo>
                  <a:cubicBezTo>
                    <a:pt x="0" y="262"/>
                    <a:pt x="72" y="310"/>
                    <a:pt x="167" y="310"/>
                  </a:cubicBezTo>
                  <a:lnTo>
                    <a:pt x="1000" y="310"/>
                  </a:lnTo>
                  <a:cubicBezTo>
                    <a:pt x="1096" y="310"/>
                    <a:pt x="1143" y="238"/>
                    <a:pt x="1143" y="143"/>
                  </a:cubicBezTo>
                  <a:cubicBezTo>
                    <a:pt x="1143" y="48"/>
                    <a:pt x="1072" y="0"/>
                    <a:pt x="976"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8" name="Google Shape;21408;p138"/>
            <p:cNvSpPr/>
            <p:nvPr/>
          </p:nvSpPr>
          <p:spPr>
            <a:xfrm>
              <a:off x="7860588" y="2170241"/>
              <a:ext cx="118430" cy="10855"/>
            </a:xfrm>
            <a:custGeom>
              <a:avLst/>
              <a:gdLst/>
              <a:ahLst/>
              <a:cxnLst/>
              <a:rect l="l" t="t" r="r" b="b"/>
              <a:pathLst>
                <a:path w="3644" h="334" extrusionOk="0">
                  <a:moveTo>
                    <a:pt x="191" y="0"/>
                  </a:moveTo>
                  <a:cubicBezTo>
                    <a:pt x="72" y="0"/>
                    <a:pt x="0" y="95"/>
                    <a:pt x="0" y="191"/>
                  </a:cubicBezTo>
                  <a:cubicBezTo>
                    <a:pt x="24" y="262"/>
                    <a:pt x="95" y="333"/>
                    <a:pt x="191" y="333"/>
                  </a:cubicBezTo>
                  <a:lnTo>
                    <a:pt x="3453" y="333"/>
                  </a:lnTo>
                  <a:cubicBezTo>
                    <a:pt x="3572" y="333"/>
                    <a:pt x="3644" y="262"/>
                    <a:pt x="3644" y="143"/>
                  </a:cubicBezTo>
                  <a:cubicBezTo>
                    <a:pt x="3596" y="72"/>
                    <a:pt x="3549" y="0"/>
                    <a:pt x="345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9" name="Google Shape;21409;p138"/>
            <p:cNvSpPr/>
            <p:nvPr/>
          </p:nvSpPr>
          <p:spPr>
            <a:xfrm>
              <a:off x="7940311" y="2195753"/>
              <a:ext cx="37180" cy="10108"/>
            </a:xfrm>
            <a:custGeom>
              <a:avLst/>
              <a:gdLst/>
              <a:ahLst/>
              <a:cxnLst/>
              <a:rect l="l" t="t" r="r" b="b"/>
              <a:pathLst>
                <a:path w="1144" h="311" extrusionOk="0">
                  <a:moveTo>
                    <a:pt x="143" y="1"/>
                  </a:moveTo>
                  <a:cubicBezTo>
                    <a:pt x="48" y="1"/>
                    <a:pt x="0" y="72"/>
                    <a:pt x="0" y="168"/>
                  </a:cubicBezTo>
                  <a:cubicBezTo>
                    <a:pt x="0" y="263"/>
                    <a:pt x="72" y="311"/>
                    <a:pt x="167" y="311"/>
                  </a:cubicBezTo>
                  <a:lnTo>
                    <a:pt x="1000" y="311"/>
                  </a:lnTo>
                  <a:cubicBezTo>
                    <a:pt x="1096" y="311"/>
                    <a:pt x="1143" y="239"/>
                    <a:pt x="1143" y="144"/>
                  </a:cubicBezTo>
                  <a:cubicBezTo>
                    <a:pt x="1143" y="49"/>
                    <a:pt x="1072" y="1"/>
                    <a:pt x="976"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0" name="Google Shape;21410;p138"/>
          <p:cNvGrpSpPr/>
          <p:nvPr/>
        </p:nvGrpSpPr>
        <p:grpSpPr>
          <a:xfrm>
            <a:off x="7865236" y="2329743"/>
            <a:ext cx="185770" cy="356817"/>
            <a:chOff x="7865236" y="2482143"/>
            <a:chExt cx="185770" cy="356817"/>
          </a:xfrm>
        </p:grpSpPr>
        <p:sp>
          <p:nvSpPr>
            <p:cNvPr id="21411" name="Google Shape;21411;p138"/>
            <p:cNvSpPr/>
            <p:nvPr/>
          </p:nvSpPr>
          <p:spPr>
            <a:xfrm>
              <a:off x="7865236" y="2518511"/>
              <a:ext cx="185770" cy="292597"/>
            </a:xfrm>
            <a:custGeom>
              <a:avLst/>
              <a:gdLst/>
              <a:ahLst/>
              <a:cxnLst/>
              <a:rect l="l" t="t" r="r" b="b"/>
              <a:pathLst>
                <a:path w="5716" h="9003" extrusionOk="0">
                  <a:moveTo>
                    <a:pt x="0" y="1"/>
                  </a:moveTo>
                  <a:lnTo>
                    <a:pt x="0" y="8693"/>
                  </a:lnTo>
                  <a:lnTo>
                    <a:pt x="2858" y="9002"/>
                  </a:lnTo>
                  <a:lnTo>
                    <a:pt x="5716" y="8693"/>
                  </a:lnTo>
                  <a:lnTo>
                    <a:pt x="5716" y="24"/>
                  </a:lnTo>
                  <a:lnTo>
                    <a:pt x="2858"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2" name="Google Shape;21412;p138"/>
            <p:cNvSpPr/>
            <p:nvPr/>
          </p:nvSpPr>
          <p:spPr>
            <a:xfrm>
              <a:off x="8030076" y="2510776"/>
              <a:ext cx="20930" cy="294125"/>
            </a:xfrm>
            <a:custGeom>
              <a:avLst/>
              <a:gdLst/>
              <a:ahLst/>
              <a:cxnLst/>
              <a:rect l="l" t="t" r="r" b="b"/>
              <a:pathLst>
                <a:path w="644" h="9050" extrusionOk="0">
                  <a:moveTo>
                    <a:pt x="1" y="0"/>
                  </a:moveTo>
                  <a:lnTo>
                    <a:pt x="1" y="9050"/>
                  </a:lnTo>
                  <a:lnTo>
                    <a:pt x="644" y="8931"/>
                  </a:lnTo>
                  <a:lnTo>
                    <a:pt x="644" y="239"/>
                  </a:lnTo>
                  <a:lnTo>
                    <a:pt x="1"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3" name="Google Shape;21413;p138"/>
            <p:cNvSpPr/>
            <p:nvPr/>
          </p:nvSpPr>
          <p:spPr>
            <a:xfrm>
              <a:off x="7865236" y="2482143"/>
              <a:ext cx="185770" cy="37180"/>
            </a:xfrm>
            <a:custGeom>
              <a:avLst/>
              <a:gdLst/>
              <a:ahLst/>
              <a:cxnLst/>
              <a:rect l="l" t="t" r="r" b="b"/>
              <a:pathLst>
                <a:path w="5716" h="1144" extrusionOk="0">
                  <a:moveTo>
                    <a:pt x="357" y="0"/>
                  </a:moveTo>
                  <a:cubicBezTo>
                    <a:pt x="167" y="0"/>
                    <a:pt x="0" y="143"/>
                    <a:pt x="0" y="357"/>
                  </a:cubicBezTo>
                  <a:lnTo>
                    <a:pt x="0" y="1143"/>
                  </a:lnTo>
                  <a:lnTo>
                    <a:pt x="5716" y="1143"/>
                  </a:lnTo>
                  <a:lnTo>
                    <a:pt x="5716" y="357"/>
                  </a:lnTo>
                  <a:cubicBezTo>
                    <a:pt x="5716" y="143"/>
                    <a:pt x="5573" y="0"/>
                    <a:pt x="5358"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4" name="Google Shape;21414;p138"/>
            <p:cNvSpPr/>
            <p:nvPr/>
          </p:nvSpPr>
          <p:spPr>
            <a:xfrm>
              <a:off x="7865236" y="2801001"/>
              <a:ext cx="185770" cy="37960"/>
            </a:xfrm>
            <a:custGeom>
              <a:avLst/>
              <a:gdLst/>
              <a:ahLst/>
              <a:cxnLst/>
              <a:rect l="l" t="t" r="r" b="b"/>
              <a:pathLst>
                <a:path w="5716" h="1168" extrusionOk="0">
                  <a:moveTo>
                    <a:pt x="0" y="1"/>
                  </a:moveTo>
                  <a:lnTo>
                    <a:pt x="0" y="810"/>
                  </a:lnTo>
                  <a:cubicBezTo>
                    <a:pt x="0" y="1001"/>
                    <a:pt x="167" y="1168"/>
                    <a:pt x="357" y="1168"/>
                  </a:cubicBezTo>
                  <a:lnTo>
                    <a:pt x="5358" y="1168"/>
                  </a:lnTo>
                  <a:cubicBezTo>
                    <a:pt x="5573" y="1168"/>
                    <a:pt x="5716" y="1001"/>
                    <a:pt x="5716" y="810"/>
                  </a:cubicBezTo>
                  <a:lnTo>
                    <a:pt x="571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5" name="Google Shape;21415;p138"/>
            <p:cNvSpPr/>
            <p:nvPr/>
          </p:nvSpPr>
          <p:spPr>
            <a:xfrm>
              <a:off x="8018473" y="2482143"/>
              <a:ext cx="32532" cy="37180"/>
            </a:xfrm>
            <a:custGeom>
              <a:avLst/>
              <a:gdLst/>
              <a:ahLst/>
              <a:cxnLst/>
              <a:rect l="l" t="t" r="r" b="b"/>
              <a:pathLst>
                <a:path w="1001" h="1144" extrusionOk="0">
                  <a:moveTo>
                    <a:pt x="0" y="0"/>
                  </a:moveTo>
                  <a:cubicBezTo>
                    <a:pt x="215" y="0"/>
                    <a:pt x="358" y="143"/>
                    <a:pt x="358" y="357"/>
                  </a:cubicBezTo>
                  <a:lnTo>
                    <a:pt x="358" y="1143"/>
                  </a:lnTo>
                  <a:lnTo>
                    <a:pt x="1001" y="1143"/>
                  </a:lnTo>
                  <a:lnTo>
                    <a:pt x="1001" y="357"/>
                  </a:lnTo>
                  <a:cubicBezTo>
                    <a:pt x="1001" y="143"/>
                    <a:pt x="858" y="0"/>
                    <a:pt x="643"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6" name="Google Shape;21416;p138"/>
            <p:cNvSpPr/>
            <p:nvPr/>
          </p:nvSpPr>
          <p:spPr>
            <a:xfrm>
              <a:off x="8018473" y="2801001"/>
              <a:ext cx="32532" cy="37960"/>
            </a:xfrm>
            <a:custGeom>
              <a:avLst/>
              <a:gdLst/>
              <a:ahLst/>
              <a:cxnLst/>
              <a:rect l="l" t="t" r="r" b="b"/>
              <a:pathLst>
                <a:path w="1001" h="1168" extrusionOk="0">
                  <a:moveTo>
                    <a:pt x="358" y="1"/>
                  </a:moveTo>
                  <a:lnTo>
                    <a:pt x="358" y="810"/>
                  </a:lnTo>
                  <a:cubicBezTo>
                    <a:pt x="358" y="1001"/>
                    <a:pt x="215" y="1168"/>
                    <a:pt x="0" y="1168"/>
                  </a:cubicBezTo>
                  <a:lnTo>
                    <a:pt x="643" y="1168"/>
                  </a:lnTo>
                  <a:cubicBezTo>
                    <a:pt x="858" y="1168"/>
                    <a:pt x="1001" y="1001"/>
                    <a:pt x="1001" y="810"/>
                  </a:cubicBezTo>
                  <a:lnTo>
                    <a:pt x="1001"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7" name="Google Shape;21417;p138"/>
            <p:cNvSpPr/>
            <p:nvPr/>
          </p:nvSpPr>
          <p:spPr>
            <a:xfrm>
              <a:off x="7897736" y="2554878"/>
              <a:ext cx="122298" cy="178815"/>
            </a:xfrm>
            <a:custGeom>
              <a:avLst/>
              <a:gdLst/>
              <a:ahLst/>
              <a:cxnLst/>
              <a:rect l="l" t="t" r="r" b="b"/>
              <a:pathLst>
                <a:path w="3763" h="5502" extrusionOk="0">
                  <a:moveTo>
                    <a:pt x="167" y="1"/>
                  </a:moveTo>
                  <a:cubicBezTo>
                    <a:pt x="72" y="1"/>
                    <a:pt x="0" y="96"/>
                    <a:pt x="0" y="191"/>
                  </a:cubicBezTo>
                  <a:lnTo>
                    <a:pt x="0" y="5311"/>
                  </a:lnTo>
                  <a:cubicBezTo>
                    <a:pt x="0" y="5407"/>
                    <a:pt x="72" y="5502"/>
                    <a:pt x="167" y="5502"/>
                  </a:cubicBezTo>
                  <a:lnTo>
                    <a:pt x="3596" y="5502"/>
                  </a:lnTo>
                  <a:cubicBezTo>
                    <a:pt x="3692" y="5502"/>
                    <a:pt x="3763" y="5407"/>
                    <a:pt x="3763" y="5311"/>
                  </a:cubicBezTo>
                  <a:lnTo>
                    <a:pt x="3763" y="191"/>
                  </a:lnTo>
                  <a:cubicBezTo>
                    <a:pt x="3763" y="96"/>
                    <a:pt x="3668" y="1"/>
                    <a:pt x="35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8" name="Google Shape;21418;p138"/>
            <p:cNvSpPr/>
            <p:nvPr/>
          </p:nvSpPr>
          <p:spPr>
            <a:xfrm>
              <a:off x="7992148" y="2554098"/>
              <a:ext cx="27885" cy="178067"/>
            </a:xfrm>
            <a:custGeom>
              <a:avLst/>
              <a:gdLst/>
              <a:ahLst/>
              <a:cxnLst/>
              <a:rect l="l" t="t" r="r" b="b"/>
              <a:pathLst>
                <a:path w="858" h="5479" extrusionOk="0">
                  <a:moveTo>
                    <a:pt x="1" y="1"/>
                  </a:moveTo>
                  <a:cubicBezTo>
                    <a:pt x="96" y="1"/>
                    <a:pt x="191" y="96"/>
                    <a:pt x="191" y="192"/>
                  </a:cubicBezTo>
                  <a:lnTo>
                    <a:pt x="191" y="5312"/>
                  </a:lnTo>
                  <a:cubicBezTo>
                    <a:pt x="191" y="5407"/>
                    <a:pt x="96" y="5478"/>
                    <a:pt x="1" y="5478"/>
                  </a:cubicBezTo>
                  <a:lnTo>
                    <a:pt x="667" y="5478"/>
                  </a:lnTo>
                  <a:cubicBezTo>
                    <a:pt x="739" y="5478"/>
                    <a:pt x="834" y="5407"/>
                    <a:pt x="834" y="5312"/>
                  </a:cubicBezTo>
                  <a:lnTo>
                    <a:pt x="834" y="192"/>
                  </a:lnTo>
                  <a:cubicBezTo>
                    <a:pt x="858" y="96"/>
                    <a:pt x="787" y="1"/>
                    <a:pt x="69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9" name="Google Shape;21419;p138"/>
            <p:cNvSpPr/>
            <p:nvPr/>
          </p:nvSpPr>
          <p:spPr>
            <a:xfrm>
              <a:off x="7932543" y="2712016"/>
              <a:ext cx="54990" cy="59800"/>
            </a:xfrm>
            <a:custGeom>
              <a:avLst/>
              <a:gdLst/>
              <a:ahLst/>
              <a:cxnLst/>
              <a:rect l="l" t="t" r="r" b="b"/>
              <a:pathLst>
                <a:path w="1692" h="1840" extrusionOk="0">
                  <a:moveTo>
                    <a:pt x="430" y="0"/>
                  </a:moveTo>
                  <a:cubicBezTo>
                    <a:pt x="406" y="0"/>
                    <a:pt x="382" y="24"/>
                    <a:pt x="382" y="72"/>
                  </a:cubicBezTo>
                  <a:lnTo>
                    <a:pt x="382" y="619"/>
                  </a:lnTo>
                  <a:lnTo>
                    <a:pt x="49" y="619"/>
                  </a:lnTo>
                  <a:cubicBezTo>
                    <a:pt x="25" y="619"/>
                    <a:pt x="1" y="691"/>
                    <a:pt x="25" y="715"/>
                  </a:cubicBezTo>
                  <a:lnTo>
                    <a:pt x="763" y="1786"/>
                  </a:lnTo>
                  <a:cubicBezTo>
                    <a:pt x="775" y="1822"/>
                    <a:pt x="805" y="1840"/>
                    <a:pt x="834" y="1840"/>
                  </a:cubicBezTo>
                  <a:cubicBezTo>
                    <a:pt x="864" y="1840"/>
                    <a:pt x="894" y="1822"/>
                    <a:pt x="906" y="1786"/>
                  </a:cubicBezTo>
                  <a:lnTo>
                    <a:pt x="1668" y="715"/>
                  </a:lnTo>
                  <a:cubicBezTo>
                    <a:pt x="1692" y="691"/>
                    <a:pt x="1668" y="619"/>
                    <a:pt x="1620" y="619"/>
                  </a:cubicBezTo>
                  <a:lnTo>
                    <a:pt x="1311" y="619"/>
                  </a:lnTo>
                  <a:lnTo>
                    <a:pt x="1311" y="72"/>
                  </a:lnTo>
                  <a:cubicBezTo>
                    <a:pt x="1311" y="24"/>
                    <a:pt x="1263" y="0"/>
                    <a:pt x="1239"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0" name="Google Shape;21420;p138"/>
            <p:cNvSpPr/>
            <p:nvPr/>
          </p:nvSpPr>
          <p:spPr>
            <a:xfrm>
              <a:off x="7923281" y="2583511"/>
              <a:ext cx="34060" cy="9328"/>
            </a:xfrm>
            <a:custGeom>
              <a:avLst/>
              <a:gdLst/>
              <a:ahLst/>
              <a:cxnLst/>
              <a:rect l="l" t="t" r="r" b="b"/>
              <a:pathLst>
                <a:path w="1048" h="287" extrusionOk="0">
                  <a:moveTo>
                    <a:pt x="167" y="1"/>
                  </a:moveTo>
                  <a:cubicBezTo>
                    <a:pt x="72" y="1"/>
                    <a:pt x="0" y="49"/>
                    <a:pt x="0" y="144"/>
                  </a:cubicBezTo>
                  <a:cubicBezTo>
                    <a:pt x="0" y="239"/>
                    <a:pt x="72" y="287"/>
                    <a:pt x="167" y="287"/>
                  </a:cubicBezTo>
                  <a:lnTo>
                    <a:pt x="905" y="287"/>
                  </a:lnTo>
                  <a:cubicBezTo>
                    <a:pt x="1000" y="287"/>
                    <a:pt x="1048" y="239"/>
                    <a:pt x="1048" y="144"/>
                  </a:cubicBezTo>
                  <a:cubicBezTo>
                    <a:pt x="1048" y="49"/>
                    <a:pt x="1000" y="1"/>
                    <a:pt x="90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1" name="Google Shape;21421;p138"/>
            <p:cNvSpPr/>
            <p:nvPr/>
          </p:nvSpPr>
          <p:spPr>
            <a:xfrm>
              <a:off x="7922501" y="2605968"/>
              <a:ext cx="72020" cy="9328"/>
            </a:xfrm>
            <a:custGeom>
              <a:avLst/>
              <a:gdLst/>
              <a:ahLst/>
              <a:cxnLst/>
              <a:rect l="l" t="t" r="r" b="b"/>
              <a:pathLst>
                <a:path w="2216" h="287" extrusionOk="0">
                  <a:moveTo>
                    <a:pt x="143" y="1"/>
                  </a:moveTo>
                  <a:cubicBezTo>
                    <a:pt x="72" y="1"/>
                    <a:pt x="0" y="48"/>
                    <a:pt x="0" y="143"/>
                  </a:cubicBezTo>
                  <a:cubicBezTo>
                    <a:pt x="0" y="239"/>
                    <a:pt x="72" y="286"/>
                    <a:pt x="143" y="286"/>
                  </a:cubicBezTo>
                  <a:lnTo>
                    <a:pt x="2025" y="286"/>
                  </a:lnTo>
                  <a:cubicBezTo>
                    <a:pt x="2120" y="286"/>
                    <a:pt x="2215" y="239"/>
                    <a:pt x="2167" y="143"/>
                  </a:cubicBezTo>
                  <a:cubicBezTo>
                    <a:pt x="2167" y="48"/>
                    <a:pt x="2120" y="1"/>
                    <a:pt x="202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2" name="Google Shape;21422;p138"/>
            <p:cNvSpPr/>
            <p:nvPr/>
          </p:nvSpPr>
          <p:spPr>
            <a:xfrm>
              <a:off x="7922501" y="2627646"/>
              <a:ext cx="72020" cy="10075"/>
            </a:xfrm>
            <a:custGeom>
              <a:avLst/>
              <a:gdLst/>
              <a:ahLst/>
              <a:cxnLst/>
              <a:rect l="l" t="t" r="r" b="b"/>
              <a:pathLst>
                <a:path w="2216" h="310" extrusionOk="0">
                  <a:moveTo>
                    <a:pt x="143" y="0"/>
                  </a:moveTo>
                  <a:cubicBezTo>
                    <a:pt x="72" y="0"/>
                    <a:pt x="0" y="72"/>
                    <a:pt x="0" y="167"/>
                  </a:cubicBezTo>
                  <a:cubicBezTo>
                    <a:pt x="0" y="239"/>
                    <a:pt x="72" y="310"/>
                    <a:pt x="143" y="310"/>
                  </a:cubicBezTo>
                  <a:lnTo>
                    <a:pt x="2025" y="310"/>
                  </a:lnTo>
                  <a:cubicBezTo>
                    <a:pt x="2120" y="310"/>
                    <a:pt x="2215" y="215"/>
                    <a:pt x="2167" y="167"/>
                  </a:cubicBezTo>
                  <a:cubicBezTo>
                    <a:pt x="2167" y="72"/>
                    <a:pt x="2120" y="0"/>
                    <a:pt x="2025"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3" name="Google Shape;21423;p138"/>
            <p:cNvSpPr/>
            <p:nvPr/>
          </p:nvSpPr>
          <p:spPr>
            <a:xfrm>
              <a:off x="7922501" y="2650071"/>
              <a:ext cx="72020" cy="9328"/>
            </a:xfrm>
            <a:custGeom>
              <a:avLst/>
              <a:gdLst/>
              <a:ahLst/>
              <a:cxnLst/>
              <a:rect l="l" t="t" r="r" b="b"/>
              <a:pathLst>
                <a:path w="2216" h="287" extrusionOk="0">
                  <a:moveTo>
                    <a:pt x="143" y="1"/>
                  </a:moveTo>
                  <a:cubicBezTo>
                    <a:pt x="72" y="1"/>
                    <a:pt x="0" y="49"/>
                    <a:pt x="0" y="144"/>
                  </a:cubicBezTo>
                  <a:cubicBezTo>
                    <a:pt x="0" y="239"/>
                    <a:pt x="72" y="287"/>
                    <a:pt x="143" y="287"/>
                  </a:cubicBezTo>
                  <a:lnTo>
                    <a:pt x="2025" y="287"/>
                  </a:lnTo>
                  <a:cubicBezTo>
                    <a:pt x="2120" y="287"/>
                    <a:pt x="2215" y="215"/>
                    <a:pt x="2167" y="144"/>
                  </a:cubicBezTo>
                  <a:cubicBezTo>
                    <a:pt x="2167" y="49"/>
                    <a:pt x="2120" y="1"/>
                    <a:pt x="202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4" name="Google Shape;21424;p138"/>
            <p:cNvSpPr/>
            <p:nvPr/>
          </p:nvSpPr>
          <p:spPr>
            <a:xfrm>
              <a:off x="7922501" y="2672528"/>
              <a:ext cx="72020" cy="9328"/>
            </a:xfrm>
            <a:custGeom>
              <a:avLst/>
              <a:gdLst/>
              <a:ahLst/>
              <a:cxnLst/>
              <a:rect l="l" t="t" r="r" b="b"/>
              <a:pathLst>
                <a:path w="2216" h="287" extrusionOk="0">
                  <a:moveTo>
                    <a:pt x="143" y="1"/>
                  </a:moveTo>
                  <a:cubicBezTo>
                    <a:pt x="72" y="1"/>
                    <a:pt x="0" y="48"/>
                    <a:pt x="0" y="143"/>
                  </a:cubicBezTo>
                  <a:cubicBezTo>
                    <a:pt x="0" y="239"/>
                    <a:pt x="72" y="286"/>
                    <a:pt x="143" y="286"/>
                  </a:cubicBezTo>
                  <a:lnTo>
                    <a:pt x="2025" y="286"/>
                  </a:lnTo>
                  <a:cubicBezTo>
                    <a:pt x="2120" y="286"/>
                    <a:pt x="2215" y="239"/>
                    <a:pt x="2167" y="143"/>
                  </a:cubicBezTo>
                  <a:cubicBezTo>
                    <a:pt x="2167" y="48"/>
                    <a:pt x="2120" y="1"/>
                    <a:pt x="202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25" name="Google Shape;21425;p138"/>
          <p:cNvGrpSpPr/>
          <p:nvPr/>
        </p:nvGrpSpPr>
        <p:grpSpPr>
          <a:xfrm>
            <a:off x="7029336" y="2359156"/>
            <a:ext cx="359157" cy="296465"/>
            <a:chOff x="7029336" y="2511556"/>
            <a:chExt cx="359157" cy="296465"/>
          </a:xfrm>
        </p:grpSpPr>
        <p:sp>
          <p:nvSpPr>
            <p:cNvPr id="21426" name="Google Shape;21426;p138"/>
            <p:cNvSpPr/>
            <p:nvPr/>
          </p:nvSpPr>
          <p:spPr>
            <a:xfrm>
              <a:off x="7163236" y="2743736"/>
              <a:ext cx="92138" cy="59638"/>
            </a:xfrm>
            <a:custGeom>
              <a:avLst/>
              <a:gdLst/>
              <a:ahLst/>
              <a:cxnLst/>
              <a:rect l="l" t="t" r="r" b="b"/>
              <a:pathLst>
                <a:path w="2835" h="1835" extrusionOk="0">
                  <a:moveTo>
                    <a:pt x="1405" y="1"/>
                  </a:moveTo>
                  <a:lnTo>
                    <a:pt x="215" y="215"/>
                  </a:lnTo>
                  <a:lnTo>
                    <a:pt x="0" y="1834"/>
                  </a:lnTo>
                  <a:lnTo>
                    <a:pt x="2834" y="1834"/>
                  </a:lnTo>
                  <a:lnTo>
                    <a:pt x="2596" y="215"/>
                  </a:lnTo>
                  <a:lnTo>
                    <a:pt x="1405"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7" name="Google Shape;21427;p138"/>
            <p:cNvSpPr/>
            <p:nvPr/>
          </p:nvSpPr>
          <p:spPr>
            <a:xfrm>
              <a:off x="7225928" y="2743736"/>
              <a:ext cx="27885" cy="59638"/>
            </a:xfrm>
            <a:custGeom>
              <a:avLst/>
              <a:gdLst/>
              <a:ahLst/>
              <a:cxnLst/>
              <a:rect l="l" t="t" r="r" b="b"/>
              <a:pathLst>
                <a:path w="858" h="1835" extrusionOk="0">
                  <a:moveTo>
                    <a:pt x="262" y="1"/>
                  </a:moveTo>
                  <a:lnTo>
                    <a:pt x="0" y="215"/>
                  </a:lnTo>
                  <a:lnTo>
                    <a:pt x="215" y="1834"/>
                  </a:lnTo>
                  <a:lnTo>
                    <a:pt x="858" y="1834"/>
                  </a:lnTo>
                  <a:lnTo>
                    <a:pt x="667" y="215"/>
                  </a:lnTo>
                  <a:lnTo>
                    <a:pt x="262"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8" name="Google Shape;21428;p138"/>
            <p:cNvSpPr/>
            <p:nvPr/>
          </p:nvSpPr>
          <p:spPr>
            <a:xfrm>
              <a:off x="7029336" y="2618351"/>
              <a:ext cx="358377" cy="100653"/>
            </a:xfrm>
            <a:custGeom>
              <a:avLst/>
              <a:gdLst/>
              <a:ahLst/>
              <a:cxnLst/>
              <a:rect l="l" t="t" r="r" b="b"/>
              <a:pathLst>
                <a:path w="11027" h="3097" extrusionOk="0">
                  <a:moveTo>
                    <a:pt x="5764" y="1"/>
                  </a:moveTo>
                  <a:lnTo>
                    <a:pt x="0" y="334"/>
                  </a:lnTo>
                  <a:lnTo>
                    <a:pt x="0" y="2882"/>
                  </a:lnTo>
                  <a:lnTo>
                    <a:pt x="6025" y="3096"/>
                  </a:lnTo>
                  <a:lnTo>
                    <a:pt x="11027" y="2882"/>
                  </a:lnTo>
                  <a:lnTo>
                    <a:pt x="11027" y="334"/>
                  </a:lnTo>
                  <a:lnTo>
                    <a:pt x="5764"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9" name="Google Shape;21429;p138"/>
            <p:cNvSpPr/>
            <p:nvPr/>
          </p:nvSpPr>
          <p:spPr>
            <a:xfrm>
              <a:off x="7366003" y="2618351"/>
              <a:ext cx="21710" cy="101433"/>
            </a:xfrm>
            <a:custGeom>
              <a:avLst/>
              <a:gdLst/>
              <a:ahLst/>
              <a:cxnLst/>
              <a:rect l="l" t="t" r="r" b="b"/>
              <a:pathLst>
                <a:path w="668" h="3121" extrusionOk="0">
                  <a:moveTo>
                    <a:pt x="1" y="1"/>
                  </a:moveTo>
                  <a:lnTo>
                    <a:pt x="1" y="3120"/>
                  </a:lnTo>
                  <a:lnTo>
                    <a:pt x="668" y="2882"/>
                  </a:lnTo>
                  <a:lnTo>
                    <a:pt x="668" y="334"/>
                  </a:lnTo>
                  <a:lnTo>
                    <a:pt x="1" y="1"/>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0" name="Google Shape;21430;p138"/>
            <p:cNvSpPr/>
            <p:nvPr/>
          </p:nvSpPr>
          <p:spPr>
            <a:xfrm>
              <a:off x="7136131" y="2513083"/>
              <a:ext cx="251582" cy="116122"/>
            </a:xfrm>
            <a:custGeom>
              <a:avLst/>
              <a:gdLst/>
              <a:ahLst/>
              <a:cxnLst/>
              <a:rect l="l" t="t" r="r" b="b"/>
              <a:pathLst>
                <a:path w="7741" h="3573" extrusionOk="0">
                  <a:moveTo>
                    <a:pt x="1" y="1"/>
                  </a:moveTo>
                  <a:lnTo>
                    <a:pt x="144" y="3573"/>
                  </a:lnTo>
                  <a:lnTo>
                    <a:pt x="7741" y="3573"/>
                  </a:lnTo>
                  <a:lnTo>
                    <a:pt x="7741" y="406"/>
                  </a:lnTo>
                  <a:cubicBezTo>
                    <a:pt x="7741" y="168"/>
                    <a:pt x="7526" y="1"/>
                    <a:pt x="7288"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1" name="Google Shape;21431;p138"/>
            <p:cNvSpPr/>
            <p:nvPr/>
          </p:nvSpPr>
          <p:spPr>
            <a:xfrm>
              <a:off x="7352093" y="2511556"/>
              <a:ext cx="35620" cy="117650"/>
            </a:xfrm>
            <a:custGeom>
              <a:avLst/>
              <a:gdLst/>
              <a:ahLst/>
              <a:cxnLst/>
              <a:rect l="l" t="t" r="r" b="b"/>
              <a:pathLst>
                <a:path w="1096" h="3620" extrusionOk="0">
                  <a:moveTo>
                    <a:pt x="0" y="0"/>
                  </a:moveTo>
                  <a:cubicBezTo>
                    <a:pt x="214" y="0"/>
                    <a:pt x="429" y="215"/>
                    <a:pt x="429" y="453"/>
                  </a:cubicBezTo>
                  <a:lnTo>
                    <a:pt x="429" y="3620"/>
                  </a:lnTo>
                  <a:lnTo>
                    <a:pt x="1096" y="3620"/>
                  </a:lnTo>
                  <a:lnTo>
                    <a:pt x="1096" y="453"/>
                  </a:lnTo>
                  <a:cubicBezTo>
                    <a:pt x="1096" y="215"/>
                    <a:pt x="881" y="0"/>
                    <a:pt x="643"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2" name="Google Shape;21432;p138"/>
            <p:cNvSpPr/>
            <p:nvPr/>
          </p:nvSpPr>
          <p:spPr>
            <a:xfrm>
              <a:off x="7029336" y="2513083"/>
              <a:ext cx="111475" cy="116903"/>
            </a:xfrm>
            <a:custGeom>
              <a:avLst/>
              <a:gdLst/>
              <a:ahLst/>
              <a:cxnLst/>
              <a:rect l="l" t="t" r="r" b="b"/>
              <a:pathLst>
                <a:path w="3430" h="3597" extrusionOk="0">
                  <a:moveTo>
                    <a:pt x="453" y="1"/>
                  </a:moveTo>
                  <a:cubicBezTo>
                    <a:pt x="215" y="1"/>
                    <a:pt x="0" y="191"/>
                    <a:pt x="0" y="429"/>
                  </a:cubicBezTo>
                  <a:lnTo>
                    <a:pt x="0" y="3597"/>
                  </a:lnTo>
                  <a:lnTo>
                    <a:pt x="3430" y="3597"/>
                  </a:lnTo>
                  <a:lnTo>
                    <a:pt x="3430" y="1"/>
                  </a:ln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3" name="Google Shape;21433;p138"/>
            <p:cNvSpPr/>
            <p:nvPr/>
          </p:nvSpPr>
          <p:spPr>
            <a:xfrm>
              <a:off x="7030896" y="2712016"/>
              <a:ext cx="357598" cy="38708"/>
            </a:xfrm>
            <a:custGeom>
              <a:avLst/>
              <a:gdLst/>
              <a:ahLst/>
              <a:cxnLst/>
              <a:rect l="l" t="t" r="r" b="b"/>
              <a:pathLst>
                <a:path w="11003" h="1191" extrusionOk="0">
                  <a:moveTo>
                    <a:pt x="0" y="0"/>
                  </a:moveTo>
                  <a:lnTo>
                    <a:pt x="0" y="738"/>
                  </a:lnTo>
                  <a:cubicBezTo>
                    <a:pt x="0" y="977"/>
                    <a:pt x="191" y="1191"/>
                    <a:pt x="429" y="1191"/>
                  </a:cubicBezTo>
                  <a:lnTo>
                    <a:pt x="10550" y="1191"/>
                  </a:lnTo>
                  <a:cubicBezTo>
                    <a:pt x="10788" y="1191"/>
                    <a:pt x="11002" y="977"/>
                    <a:pt x="11002" y="738"/>
                  </a:cubicBezTo>
                  <a:lnTo>
                    <a:pt x="1100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4" name="Google Shape;21434;p138"/>
            <p:cNvSpPr/>
            <p:nvPr/>
          </p:nvSpPr>
          <p:spPr>
            <a:xfrm>
              <a:off x="7352093" y="2712016"/>
              <a:ext cx="35620" cy="38708"/>
            </a:xfrm>
            <a:custGeom>
              <a:avLst/>
              <a:gdLst/>
              <a:ahLst/>
              <a:cxnLst/>
              <a:rect l="l" t="t" r="r" b="b"/>
              <a:pathLst>
                <a:path w="1096" h="1191" extrusionOk="0">
                  <a:moveTo>
                    <a:pt x="429" y="0"/>
                  </a:moveTo>
                  <a:lnTo>
                    <a:pt x="429" y="738"/>
                  </a:lnTo>
                  <a:cubicBezTo>
                    <a:pt x="429" y="977"/>
                    <a:pt x="214" y="1191"/>
                    <a:pt x="0" y="1191"/>
                  </a:cubicBezTo>
                  <a:lnTo>
                    <a:pt x="643" y="1191"/>
                  </a:lnTo>
                  <a:cubicBezTo>
                    <a:pt x="881" y="1191"/>
                    <a:pt x="1096" y="977"/>
                    <a:pt x="1096" y="738"/>
                  </a:cubicBezTo>
                  <a:lnTo>
                    <a:pt x="1096"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5" name="Google Shape;21435;p138"/>
            <p:cNvSpPr/>
            <p:nvPr/>
          </p:nvSpPr>
          <p:spPr>
            <a:xfrm>
              <a:off x="7070351" y="2657838"/>
              <a:ext cx="49563" cy="25545"/>
            </a:xfrm>
            <a:custGeom>
              <a:avLst/>
              <a:gdLst/>
              <a:ahLst/>
              <a:cxnLst/>
              <a:rect l="l" t="t" r="r" b="b"/>
              <a:pathLst>
                <a:path w="1525" h="786" extrusionOk="0">
                  <a:moveTo>
                    <a:pt x="382" y="0"/>
                  </a:moveTo>
                  <a:cubicBezTo>
                    <a:pt x="167" y="0"/>
                    <a:pt x="1" y="191"/>
                    <a:pt x="1" y="381"/>
                  </a:cubicBezTo>
                  <a:cubicBezTo>
                    <a:pt x="1" y="619"/>
                    <a:pt x="167" y="786"/>
                    <a:pt x="382" y="786"/>
                  </a:cubicBezTo>
                  <a:lnTo>
                    <a:pt x="1120" y="786"/>
                  </a:lnTo>
                  <a:cubicBezTo>
                    <a:pt x="1334" y="786"/>
                    <a:pt x="1525" y="595"/>
                    <a:pt x="1525" y="381"/>
                  </a:cubicBezTo>
                  <a:cubicBezTo>
                    <a:pt x="1525" y="143"/>
                    <a:pt x="1334" y="0"/>
                    <a:pt x="112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6" name="Google Shape;21436;p138"/>
            <p:cNvSpPr/>
            <p:nvPr/>
          </p:nvSpPr>
          <p:spPr>
            <a:xfrm>
              <a:off x="7145426" y="2657838"/>
              <a:ext cx="49563" cy="25545"/>
            </a:xfrm>
            <a:custGeom>
              <a:avLst/>
              <a:gdLst/>
              <a:ahLst/>
              <a:cxnLst/>
              <a:rect l="l" t="t" r="r" b="b"/>
              <a:pathLst>
                <a:path w="1525" h="786" extrusionOk="0">
                  <a:moveTo>
                    <a:pt x="405" y="0"/>
                  </a:moveTo>
                  <a:cubicBezTo>
                    <a:pt x="191" y="0"/>
                    <a:pt x="1" y="191"/>
                    <a:pt x="1" y="381"/>
                  </a:cubicBezTo>
                  <a:cubicBezTo>
                    <a:pt x="1" y="619"/>
                    <a:pt x="191" y="786"/>
                    <a:pt x="405" y="786"/>
                  </a:cubicBezTo>
                  <a:lnTo>
                    <a:pt x="1144" y="786"/>
                  </a:lnTo>
                  <a:cubicBezTo>
                    <a:pt x="1382" y="786"/>
                    <a:pt x="1525" y="595"/>
                    <a:pt x="1525" y="381"/>
                  </a:cubicBezTo>
                  <a:cubicBezTo>
                    <a:pt x="1525" y="191"/>
                    <a:pt x="1358" y="0"/>
                    <a:pt x="114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7" name="Google Shape;21437;p138"/>
            <p:cNvSpPr/>
            <p:nvPr/>
          </p:nvSpPr>
          <p:spPr>
            <a:xfrm>
              <a:off x="7222061" y="2657838"/>
              <a:ext cx="49563" cy="25545"/>
            </a:xfrm>
            <a:custGeom>
              <a:avLst/>
              <a:gdLst/>
              <a:ahLst/>
              <a:cxnLst/>
              <a:rect l="l" t="t" r="r" b="b"/>
              <a:pathLst>
                <a:path w="1525" h="786" extrusionOk="0">
                  <a:moveTo>
                    <a:pt x="381" y="0"/>
                  </a:moveTo>
                  <a:cubicBezTo>
                    <a:pt x="191" y="0"/>
                    <a:pt x="0" y="191"/>
                    <a:pt x="0" y="381"/>
                  </a:cubicBezTo>
                  <a:cubicBezTo>
                    <a:pt x="0" y="619"/>
                    <a:pt x="191" y="786"/>
                    <a:pt x="381" y="786"/>
                  </a:cubicBezTo>
                  <a:lnTo>
                    <a:pt x="1143" y="786"/>
                  </a:lnTo>
                  <a:cubicBezTo>
                    <a:pt x="1334" y="786"/>
                    <a:pt x="1524" y="595"/>
                    <a:pt x="1524" y="381"/>
                  </a:cubicBezTo>
                  <a:cubicBezTo>
                    <a:pt x="1524" y="191"/>
                    <a:pt x="1334" y="0"/>
                    <a:pt x="114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8" name="Google Shape;21438;p138"/>
            <p:cNvSpPr/>
            <p:nvPr/>
          </p:nvSpPr>
          <p:spPr>
            <a:xfrm>
              <a:off x="7297916" y="2657838"/>
              <a:ext cx="48782" cy="25545"/>
            </a:xfrm>
            <a:custGeom>
              <a:avLst/>
              <a:gdLst/>
              <a:ahLst/>
              <a:cxnLst/>
              <a:rect l="l" t="t" r="r" b="b"/>
              <a:pathLst>
                <a:path w="1501" h="786" extrusionOk="0">
                  <a:moveTo>
                    <a:pt x="381" y="0"/>
                  </a:moveTo>
                  <a:cubicBezTo>
                    <a:pt x="167" y="0"/>
                    <a:pt x="0" y="191"/>
                    <a:pt x="0" y="381"/>
                  </a:cubicBezTo>
                  <a:cubicBezTo>
                    <a:pt x="0" y="619"/>
                    <a:pt x="167" y="786"/>
                    <a:pt x="381" y="786"/>
                  </a:cubicBezTo>
                  <a:lnTo>
                    <a:pt x="1119" y="786"/>
                  </a:lnTo>
                  <a:cubicBezTo>
                    <a:pt x="1334" y="786"/>
                    <a:pt x="1500" y="595"/>
                    <a:pt x="1500" y="381"/>
                  </a:cubicBezTo>
                  <a:cubicBezTo>
                    <a:pt x="1500" y="143"/>
                    <a:pt x="1334" y="0"/>
                    <a:pt x="111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9" name="Google Shape;21439;p138"/>
            <p:cNvSpPr/>
            <p:nvPr/>
          </p:nvSpPr>
          <p:spPr>
            <a:xfrm>
              <a:off x="7318813" y="2676396"/>
              <a:ext cx="50310" cy="50147"/>
            </a:xfrm>
            <a:custGeom>
              <a:avLst/>
              <a:gdLst/>
              <a:ahLst/>
              <a:cxnLst/>
              <a:rect l="l" t="t" r="r" b="b"/>
              <a:pathLst>
                <a:path w="1548" h="1543" extrusionOk="0">
                  <a:moveTo>
                    <a:pt x="119" y="1"/>
                  </a:moveTo>
                  <a:cubicBezTo>
                    <a:pt x="48" y="1"/>
                    <a:pt x="0" y="24"/>
                    <a:pt x="24" y="72"/>
                  </a:cubicBezTo>
                  <a:lnTo>
                    <a:pt x="214" y="1120"/>
                  </a:lnTo>
                  <a:cubicBezTo>
                    <a:pt x="229" y="1194"/>
                    <a:pt x="281" y="1232"/>
                    <a:pt x="342" y="1232"/>
                  </a:cubicBezTo>
                  <a:cubicBezTo>
                    <a:pt x="378" y="1232"/>
                    <a:pt x="417" y="1218"/>
                    <a:pt x="453" y="1191"/>
                  </a:cubicBezTo>
                  <a:lnTo>
                    <a:pt x="595" y="1072"/>
                  </a:lnTo>
                  <a:lnTo>
                    <a:pt x="1048" y="1525"/>
                  </a:lnTo>
                  <a:cubicBezTo>
                    <a:pt x="1060" y="1537"/>
                    <a:pt x="1084" y="1543"/>
                    <a:pt x="1110" y="1543"/>
                  </a:cubicBezTo>
                  <a:cubicBezTo>
                    <a:pt x="1137" y="1543"/>
                    <a:pt x="1167" y="1537"/>
                    <a:pt x="1191" y="1525"/>
                  </a:cubicBezTo>
                  <a:lnTo>
                    <a:pt x="1524" y="1191"/>
                  </a:lnTo>
                  <a:cubicBezTo>
                    <a:pt x="1548" y="1144"/>
                    <a:pt x="1548" y="1096"/>
                    <a:pt x="1524" y="1025"/>
                  </a:cubicBezTo>
                  <a:lnTo>
                    <a:pt x="1072" y="596"/>
                  </a:lnTo>
                  <a:lnTo>
                    <a:pt x="1072" y="572"/>
                  </a:lnTo>
                  <a:lnTo>
                    <a:pt x="1215" y="406"/>
                  </a:lnTo>
                  <a:cubicBezTo>
                    <a:pt x="1310" y="334"/>
                    <a:pt x="1262" y="215"/>
                    <a:pt x="1167" y="167"/>
                  </a:cubicBezTo>
                  <a:lnTo>
                    <a:pt x="119"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0" name="Google Shape;21440;p138"/>
            <p:cNvSpPr/>
            <p:nvPr/>
          </p:nvSpPr>
          <p:spPr>
            <a:xfrm>
              <a:off x="7135383" y="2797133"/>
              <a:ext cx="147063" cy="10888"/>
            </a:xfrm>
            <a:custGeom>
              <a:avLst/>
              <a:gdLst/>
              <a:ahLst/>
              <a:cxnLst/>
              <a:rect l="l" t="t" r="r" b="b"/>
              <a:pathLst>
                <a:path w="4525" h="335" extrusionOk="0">
                  <a:moveTo>
                    <a:pt x="167" y="1"/>
                  </a:moveTo>
                  <a:cubicBezTo>
                    <a:pt x="48" y="1"/>
                    <a:pt x="0" y="96"/>
                    <a:pt x="0" y="191"/>
                  </a:cubicBezTo>
                  <a:cubicBezTo>
                    <a:pt x="24" y="263"/>
                    <a:pt x="71" y="334"/>
                    <a:pt x="167" y="334"/>
                  </a:cubicBezTo>
                  <a:lnTo>
                    <a:pt x="4334" y="334"/>
                  </a:lnTo>
                  <a:cubicBezTo>
                    <a:pt x="4453" y="334"/>
                    <a:pt x="4525" y="263"/>
                    <a:pt x="4525" y="144"/>
                  </a:cubicBezTo>
                  <a:cubicBezTo>
                    <a:pt x="4477" y="48"/>
                    <a:pt x="4430" y="1"/>
                    <a:pt x="4334"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1" name="Google Shape;21441;p138"/>
            <p:cNvSpPr/>
            <p:nvPr/>
          </p:nvSpPr>
          <p:spPr>
            <a:xfrm>
              <a:off x="7062616" y="2544836"/>
              <a:ext cx="51902" cy="51870"/>
            </a:xfrm>
            <a:custGeom>
              <a:avLst/>
              <a:gdLst/>
              <a:ahLst/>
              <a:cxnLst/>
              <a:rect l="l" t="t" r="r" b="b"/>
              <a:pathLst>
                <a:path w="1597" h="1596" extrusionOk="0">
                  <a:moveTo>
                    <a:pt x="763" y="334"/>
                  </a:moveTo>
                  <a:cubicBezTo>
                    <a:pt x="1001" y="334"/>
                    <a:pt x="1215" y="524"/>
                    <a:pt x="1215" y="762"/>
                  </a:cubicBezTo>
                  <a:cubicBezTo>
                    <a:pt x="1215" y="834"/>
                    <a:pt x="1215" y="858"/>
                    <a:pt x="1191" y="929"/>
                  </a:cubicBezTo>
                  <a:lnTo>
                    <a:pt x="977" y="715"/>
                  </a:lnTo>
                  <a:cubicBezTo>
                    <a:pt x="941" y="679"/>
                    <a:pt x="893" y="661"/>
                    <a:pt x="846" y="661"/>
                  </a:cubicBezTo>
                  <a:cubicBezTo>
                    <a:pt x="798" y="661"/>
                    <a:pt x="751" y="679"/>
                    <a:pt x="715" y="715"/>
                  </a:cubicBezTo>
                  <a:cubicBezTo>
                    <a:pt x="643" y="762"/>
                    <a:pt x="643" y="881"/>
                    <a:pt x="715" y="977"/>
                  </a:cubicBezTo>
                  <a:lnTo>
                    <a:pt x="929" y="1191"/>
                  </a:lnTo>
                  <a:cubicBezTo>
                    <a:pt x="882" y="1215"/>
                    <a:pt x="834" y="1215"/>
                    <a:pt x="763" y="1215"/>
                  </a:cubicBezTo>
                  <a:cubicBezTo>
                    <a:pt x="524" y="1215"/>
                    <a:pt x="334" y="1000"/>
                    <a:pt x="334" y="762"/>
                  </a:cubicBezTo>
                  <a:cubicBezTo>
                    <a:pt x="334" y="524"/>
                    <a:pt x="524" y="334"/>
                    <a:pt x="763" y="334"/>
                  </a:cubicBezTo>
                  <a:close/>
                  <a:moveTo>
                    <a:pt x="786" y="0"/>
                  </a:moveTo>
                  <a:cubicBezTo>
                    <a:pt x="358" y="0"/>
                    <a:pt x="0" y="357"/>
                    <a:pt x="0" y="810"/>
                  </a:cubicBezTo>
                  <a:cubicBezTo>
                    <a:pt x="0" y="1239"/>
                    <a:pt x="358" y="1596"/>
                    <a:pt x="786" y="1596"/>
                  </a:cubicBezTo>
                  <a:cubicBezTo>
                    <a:pt x="953" y="1596"/>
                    <a:pt x="1096" y="1548"/>
                    <a:pt x="1215" y="1477"/>
                  </a:cubicBezTo>
                  <a:lnTo>
                    <a:pt x="1286" y="1548"/>
                  </a:lnTo>
                  <a:cubicBezTo>
                    <a:pt x="1310" y="1572"/>
                    <a:pt x="1358" y="1596"/>
                    <a:pt x="1382" y="1596"/>
                  </a:cubicBezTo>
                  <a:cubicBezTo>
                    <a:pt x="1429" y="1596"/>
                    <a:pt x="1477" y="1572"/>
                    <a:pt x="1501" y="1548"/>
                  </a:cubicBezTo>
                  <a:cubicBezTo>
                    <a:pt x="1596" y="1453"/>
                    <a:pt x="1596" y="1334"/>
                    <a:pt x="1548" y="1286"/>
                  </a:cubicBezTo>
                  <a:lnTo>
                    <a:pt x="1477" y="1215"/>
                  </a:lnTo>
                  <a:cubicBezTo>
                    <a:pt x="1548" y="1096"/>
                    <a:pt x="1596" y="953"/>
                    <a:pt x="1596" y="810"/>
                  </a:cubicBezTo>
                  <a:cubicBezTo>
                    <a:pt x="1596" y="357"/>
                    <a:pt x="1239" y="0"/>
                    <a:pt x="78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2" name="Google Shape;21442;p138"/>
            <p:cNvSpPr/>
            <p:nvPr/>
          </p:nvSpPr>
          <p:spPr>
            <a:xfrm>
              <a:off x="7178706" y="2541716"/>
              <a:ext cx="173420" cy="10888"/>
            </a:xfrm>
            <a:custGeom>
              <a:avLst/>
              <a:gdLst/>
              <a:ahLst/>
              <a:cxnLst/>
              <a:rect l="l" t="t" r="r" b="b"/>
              <a:pathLst>
                <a:path w="5336" h="335" extrusionOk="0">
                  <a:moveTo>
                    <a:pt x="167" y="1"/>
                  </a:moveTo>
                  <a:cubicBezTo>
                    <a:pt x="96" y="1"/>
                    <a:pt x="1" y="96"/>
                    <a:pt x="24" y="215"/>
                  </a:cubicBezTo>
                  <a:cubicBezTo>
                    <a:pt x="24" y="263"/>
                    <a:pt x="96" y="334"/>
                    <a:pt x="167" y="334"/>
                  </a:cubicBezTo>
                  <a:lnTo>
                    <a:pt x="5145" y="334"/>
                  </a:lnTo>
                  <a:cubicBezTo>
                    <a:pt x="5264" y="334"/>
                    <a:pt x="5335" y="239"/>
                    <a:pt x="5287" y="120"/>
                  </a:cubicBezTo>
                  <a:cubicBezTo>
                    <a:pt x="5287" y="72"/>
                    <a:pt x="5240" y="1"/>
                    <a:pt x="514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3" name="Google Shape;21443;p138"/>
            <p:cNvSpPr/>
            <p:nvPr/>
          </p:nvSpPr>
          <p:spPr>
            <a:xfrm>
              <a:off x="7178706" y="2565733"/>
              <a:ext cx="173420" cy="10855"/>
            </a:xfrm>
            <a:custGeom>
              <a:avLst/>
              <a:gdLst/>
              <a:ahLst/>
              <a:cxnLst/>
              <a:rect l="l" t="t" r="r" b="b"/>
              <a:pathLst>
                <a:path w="5336" h="334" extrusionOk="0">
                  <a:moveTo>
                    <a:pt x="167" y="0"/>
                  </a:moveTo>
                  <a:cubicBezTo>
                    <a:pt x="96" y="0"/>
                    <a:pt x="1" y="95"/>
                    <a:pt x="24" y="215"/>
                  </a:cubicBezTo>
                  <a:cubicBezTo>
                    <a:pt x="24" y="286"/>
                    <a:pt x="96" y="334"/>
                    <a:pt x="167" y="334"/>
                  </a:cubicBezTo>
                  <a:lnTo>
                    <a:pt x="5145" y="334"/>
                  </a:lnTo>
                  <a:cubicBezTo>
                    <a:pt x="5264" y="334"/>
                    <a:pt x="5335" y="238"/>
                    <a:pt x="5287" y="119"/>
                  </a:cubicBezTo>
                  <a:cubicBezTo>
                    <a:pt x="5287" y="72"/>
                    <a:pt x="5240" y="0"/>
                    <a:pt x="5145"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4" name="Google Shape;21444;p138"/>
            <p:cNvSpPr/>
            <p:nvPr/>
          </p:nvSpPr>
          <p:spPr>
            <a:xfrm>
              <a:off x="7178706" y="2588938"/>
              <a:ext cx="58857" cy="10888"/>
            </a:xfrm>
            <a:custGeom>
              <a:avLst/>
              <a:gdLst/>
              <a:ahLst/>
              <a:cxnLst/>
              <a:rect l="l" t="t" r="r" b="b"/>
              <a:pathLst>
                <a:path w="1811" h="335" extrusionOk="0">
                  <a:moveTo>
                    <a:pt x="167" y="1"/>
                  </a:moveTo>
                  <a:cubicBezTo>
                    <a:pt x="96" y="1"/>
                    <a:pt x="1" y="96"/>
                    <a:pt x="24" y="215"/>
                  </a:cubicBezTo>
                  <a:cubicBezTo>
                    <a:pt x="24" y="286"/>
                    <a:pt x="96" y="334"/>
                    <a:pt x="167" y="334"/>
                  </a:cubicBezTo>
                  <a:lnTo>
                    <a:pt x="1644" y="334"/>
                  </a:lnTo>
                  <a:cubicBezTo>
                    <a:pt x="1715" y="334"/>
                    <a:pt x="1811" y="239"/>
                    <a:pt x="1787" y="120"/>
                  </a:cubicBezTo>
                  <a:cubicBezTo>
                    <a:pt x="1787" y="72"/>
                    <a:pt x="1715" y="1"/>
                    <a:pt x="164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45" name="Google Shape;21445;p138"/>
          <p:cNvGrpSpPr/>
          <p:nvPr/>
        </p:nvGrpSpPr>
        <p:grpSpPr>
          <a:xfrm>
            <a:off x="6290188" y="2328963"/>
            <a:ext cx="335173" cy="357597"/>
            <a:chOff x="6290188" y="2481363"/>
            <a:chExt cx="335173" cy="357597"/>
          </a:xfrm>
        </p:grpSpPr>
        <p:sp>
          <p:nvSpPr>
            <p:cNvPr id="21446" name="Google Shape;21446;p138"/>
            <p:cNvSpPr/>
            <p:nvPr/>
          </p:nvSpPr>
          <p:spPr>
            <a:xfrm>
              <a:off x="6293276" y="2681043"/>
              <a:ext cx="332085" cy="157917"/>
            </a:xfrm>
            <a:custGeom>
              <a:avLst/>
              <a:gdLst/>
              <a:ahLst/>
              <a:cxnLst/>
              <a:rect l="l" t="t" r="r" b="b"/>
              <a:pathLst>
                <a:path w="10218" h="4859" extrusionOk="0">
                  <a:moveTo>
                    <a:pt x="9908" y="1"/>
                  </a:moveTo>
                  <a:lnTo>
                    <a:pt x="310" y="48"/>
                  </a:lnTo>
                  <a:cubicBezTo>
                    <a:pt x="144" y="48"/>
                    <a:pt x="1" y="167"/>
                    <a:pt x="1" y="358"/>
                  </a:cubicBezTo>
                  <a:lnTo>
                    <a:pt x="1" y="4549"/>
                  </a:lnTo>
                  <a:cubicBezTo>
                    <a:pt x="1" y="4692"/>
                    <a:pt x="120" y="4859"/>
                    <a:pt x="310" y="4859"/>
                  </a:cubicBezTo>
                  <a:lnTo>
                    <a:pt x="9908" y="4859"/>
                  </a:lnTo>
                  <a:cubicBezTo>
                    <a:pt x="10098" y="4859"/>
                    <a:pt x="10217" y="4740"/>
                    <a:pt x="10217" y="4525"/>
                  </a:cubicBezTo>
                  <a:lnTo>
                    <a:pt x="10217" y="286"/>
                  </a:lnTo>
                  <a:cubicBezTo>
                    <a:pt x="10217" y="143"/>
                    <a:pt x="10098" y="1"/>
                    <a:pt x="9908"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7" name="Google Shape;21447;p138"/>
            <p:cNvSpPr/>
            <p:nvPr/>
          </p:nvSpPr>
          <p:spPr>
            <a:xfrm>
              <a:off x="6594356" y="2681043"/>
              <a:ext cx="31005" cy="157138"/>
            </a:xfrm>
            <a:custGeom>
              <a:avLst/>
              <a:gdLst/>
              <a:ahLst/>
              <a:cxnLst/>
              <a:rect l="l" t="t" r="r" b="b"/>
              <a:pathLst>
                <a:path w="954" h="4835" extrusionOk="0">
                  <a:moveTo>
                    <a:pt x="25" y="1"/>
                  </a:moveTo>
                  <a:cubicBezTo>
                    <a:pt x="167" y="24"/>
                    <a:pt x="286" y="143"/>
                    <a:pt x="286" y="310"/>
                  </a:cubicBezTo>
                  <a:lnTo>
                    <a:pt x="286" y="4525"/>
                  </a:lnTo>
                  <a:cubicBezTo>
                    <a:pt x="286" y="4716"/>
                    <a:pt x="144" y="4835"/>
                    <a:pt x="1" y="4835"/>
                  </a:cubicBezTo>
                  <a:lnTo>
                    <a:pt x="644" y="4835"/>
                  </a:lnTo>
                  <a:cubicBezTo>
                    <a:pt x="834" y="4835"/>
                    <a:pt x="953" y="4668"/>
                    <a:pt x="953" y="4525"/>
                  </a:cubicBezTo>
                  <a:lnTo>
                    <a:pt x="953" y="310"/>
                  </a:lnTo>
                  <a:cubicBezTo>
                    <a:pt x="953" y="143"/>
                    <a:pt x="834" y="1"/>
                    <a:pt x="644" y="1"/>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48" name="Google Shape;21448;p138"/>
            <p:cNvGrpSpPr/>
            <p:nvPr/>
          </p:nvGrpSpPr>
          <p:grpSpPr>
            <a:xfrm>
              <a:off x="6290188" y="2481363"/>
              <a:ext cx="308847" cy="332052"/>
              <a:chOff x="6290188" y="2481363"/>
              <a:chExt cx="308847" cy="332052"/>
            </a:xfrm>
          </p:grpSpPr>
          <p:sp>
            <p:nvSpPr>
              <p:cNvPr id="21449" name="Google Shape;21449;p138"/>
              <p:cNvSpPr/>
              <p:nvPr/>
            </p:nvSpPr>
            <p:spPr>
              <a:xfrm>
                <a:off x="6404751" y="2571908"/>
                <a:ext cx="113035" cy="122817"/>
              </a:xfrm>
              <a:custGeom>
                <a:avLst/>
                <a:gdLst/>
                <a:ahLst/>
                <a:cxnLst/>
                <a:rect l="l" t="t" r="r" b="b"/>
                <a:pathLst>
                  <a:path w="3478" h="3779" extrusionOk="0">
                    <a:moveTo>
                      <a:pt x="524" y="1"/>
                    </a:moveTo>
                    <a:cubicBezTo>
                      <a:pt x="476" y="1"/>
                      <a:pt x="381" y="48"/>
                      <a:pt x="381" y="120"/>
                    </a:cubicBezTo>
                    <a:cubicBezTo>
                      <a:pt x="357" y="239"/>
                      <a:pt x="453" y="358"/>
                      <a:pt x="524" y="358"/>
                    </a:cubicBezTo>
                    <a:lnTo>
                      <a:pt x="2667" y="358"/>
                    </a:lnTo>
                    <a:cubicBezTo>
                      <a:pt x="2882" y="358"/>
                      <a:pt x="3072" y="501"/>
                      <a:pt x="3096" y="715"/>
                    </a:cubicBezTo>
                    <a:cubicBezTo>
                      <a:pt x="3120" y="953"/>
                      <a:pt x="2953" y="1191"/>
                      <a:pt x="2667" y="1191"/>
                    </a:cubicBezTo>
                    <a:lnTo>
                      <a:pt x="738" y="1191"/>
                    </a:lnTo>
                    <a:cubicBezTo>
                      <a:pt x="334" y="1191"/>
                      <a:pt x="0" y="1525"/>
                      <a:pt x="24" y="1930"/>
                    </a:cubicBezTo>
                    <a:cubicBezTo>
                      <a:pt x="48" y="2287"/>
                      <a:pt x="357" y="2596"/>
                      <a:pt x="738" y="2596"/>
                    </a:cubicBezTo>
                    <a:lnTo>
                      <a:pt x="1691" y="2596"/>
                    </a:lnTo>
                    <a:cubicBezTo>
                      <a:pt x="1786" y="2596"/>
                      <a:pt x="1881" y="2668"/>
                      <a:pt x="1881" y="2763"/>
                    </a:cubicBezTo>
                    <a:lnTo>
                      <a:pt x="1881" y="3621"/>
                    </a:lnTo>
                    <a:cubicBezTo>
                      <a:pt x="1881" y="3668"/>
                      <a:pt x="1905" y="3716"/>
                      <a:pt x="1929" y="3740"/>
                    </a:cubicBezTo>
                    <a:cubicBezTo>
                      <a:pt x="1970" y="3767"/>
                      <a:pt x="2013" y="3778"/>
                      <a:pt x="2053" y="3778"/>
                    </a:cubicBezTo>
                    <a:cubicBezTo>
                      <a:pt x="2154" y="3778"/>
                      <a:pt x="2239" y="3706"/>
                      <a:pt x="2239" y="3621"/>
                    </a:cubicBezTo>
                    <a:lnTo>
                      <a:pt x="2239" y="2668"/>
                    </a:lnTo>
                    <a:cubicBezTo>
                      <a:pt x="2239" y="2477"/>
                      <a:pt x="2048" y="2287"/>
                      <a:pt x="1834" y="2287"/>
                    </a:cubicBezTo>
                    <a:lnTo>
                      <a:pt x="691" y="2287"/>
                    </a:lnTo>
                    <a:cubicBezTo>
                      <a:pt x="596" y="2287"/>
                      <a:pt x="500" y="2239"/>
                      <a:pt x="453" y="2168"/>
                    </a:cubicBezTo>
                    <a:cubicBezTo>
                      <a:pt x="238" y="1882"/>
                      <a:pt x="453" y="1549"/>
                      <a:pt x="738" y="1549"/>
                    </a:cubicBezTo>
                    <a:lnTo>
                      <a:pt x="2715" y="1549"/>
                    </a:lnTo>
                    <a:cubicBezTo>
                      <a:pt x="3072" y="1549"/>
                      <a:pt x="3429" y="1239"/>
                      <a:pt x="3453" y="882"/>
                    </a:cubicBezTo>
                    <a:cubicBezTo>
                      <a:pt x="3477" y="358"/>
                      <a:pt x="3120" y="1"/>
                      <a:pt x="2667" y="1"/>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0" name="Google Shape;21450;p138"/>
              <p:cNvSpPr/>
              <p:nvPr/>
            </p:nvSpPr>
            <p:spPr>
              <a:xfrm>
                <a:off x="6326556" y="2528586"/>
                <a:ext cx="106080" cy="72378"/>
              </a:xfrm>
              <a:custGeom>
                <a:avLst/>
                <a:gdLst/>
                <a:ahLst/>
                <a:cxnLst/>
                <a:rect l="l" t="t" r="r" b="b"/>
                <a:pathLst>
                  <a:path w="3264" h="2227" extrusionOk="0">
                    <a:moveTo>
                      <a:pt x="1" y="0"/>
                    </a:moveTo>
                    <a:lnTo>
                      <a:pt x="1" y="1786"/>
                    </a:lnTo>
                    <a:cubicBezTo>
                      <a:pt x="1" y="1834"/>
                      <a:pt x="25" y="1858"/>
                      <a:pt x="49" y="1858"/>
                    </a:cubicBezTo>
                    <a:lnTo>
                      <a:pt x="310" y="1977"/>
                    </a:lnTo>
                    <a:cubicBezTo>
                      <a:pt x="727" y="2143"/>
                      <a:pt x="1168" y="2227"/>
                      <a:pt x="1608" y="2227"/>
                    </a:cubicBezTo>
                    <a:cubicBezTo>
                      <a:pt x="2049" y="2227"/>
                      <a:pt x="2489" y="2143"/>
                      <a:pt x="2906" y="1977"/>
                    </a:cubicBezTo>
                    <a:lnTo>
                      <a:pt x="3168" y="1858"/>
                    </a:lnTo>
                    <a:cubicBezTo>
                      <a:pt x="3216" y="1834"/>
                      <a:pt x="3240" y="1810"/>
                      <a:pt x="3240" y="1786"/>
                    </a:cubicBezTo>
                    <a:lnTo>
                      <a:pt x="3263"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1" name="Google Shape;21451;p138"/>
              <p:cNvSpPr/>
              <p:nvPr/>
            </p:nvSpPr>
            <p:spPr>
              <a:xfrm>
                <a:off x="6290188" y="2481363"/>
                <a:ext cx="177288" cy="82258"/>
              </a:xfrm>
              <a:custGeom>
                <a:avLst/>
                <a:gdLst/>
                <a:ahLst/>
                <a:cxnLst/>
                <a:rect l="l" t="t" r="r" b="b"/>
                <a:pathLst>
                  <a:path w="5455" h="2531" extrusionOk="0">
                    <a:moveTo>
                      <a:pt x="2748" y="0"/>
                    </a:moveTo>
                    <a:cubicBezTo>
                      <a:pt x="2668" y="0"/>
                      <a:pt x="2584" y="24"/>
                      <a:pt x="2501" y="72"/>
                    </a:cubicBezTo>
                    <a:lnTo>
                      <a:pt x="120" y="1144"/>
                    </a:lnTo>
                    <a:cubicBezTo>
                      <a:pt x="1" y="1167"/>
                      <a:pt x="1" y="1334"/>
                      <a:pt x="120" y="1382"/>
                    </a:cubicBezTo>
                    <a:lnTo>
                      <a:pt x="2549" y="2477"/>
                    </a:lnTo>
                    <a:cubicBezTo>
                      <a:pt x="2620" y="2513"/>
                      <a:pt x="2692" y="2531"/>
                      <a:pt x="2760" y="2531"/>
                    </a:cubicBezTo>
                    <a:cubicBezTo>
                      <a:pt x="2829" y="2531"/>
                      <a:pt x="2894" y="2513"/>
                      <a:pt x="2954" y="2477"/>
                    </a:cubicBezTo>
                    <a:lnTo>
                      <a:pt x="5359" y="1382"/>
                    </a:lnTo>
                    <a:cubicBezTo>
                      <a:pt x="5454" y="1358"/>
                      <a:pt x="5454" y="1215"/>
                      <a:pt x="5359" y="1144"/>
                    </a:cubicBezTo>
                    <a:lnTo>
                      <a:pt x="2977" y="72"/>
                    </a:lnTo>
                    <a:cubicBezTo>
                      <a:pt x="2906" y="24"/>
                      <a:pt x="2829" y="0"/>
                      <a:pt x="2748"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2" name="Google Shape;21452;p138"/>
              <p:cNvSpPr/>
              <p:nvPr/>
            </p:nvSpPr>
            <p:spPr>
              <a:xfrm>
                <a:off x="6353661" y="2511556"/>
                <a:ext cx="113815" cy="52845"/>
              </a:xfrm>
              <a:custGeom>
                <a:avLst/>
                <a:gdLst/>
                <a:ahLst/>
                <a:cxnLst/>
                <a:rect l="l" t="t" r="r" b="b"/>
                <a:pathLst>
                  <a:path w="3502" h="1626" extrusionOk="0">
                    <a:moveTo>
                      <a:pt x="0" y="1310"/>
                    </a:moveTo>
                    <a:lnTo>
                      <a:pt x="0" y="1310"/>
                    </a:lnTo>
                    <a:cubicBezTo>
                      <a:pt x="16" y="1319"/>
                      <a:pt x="32" y="1326"/>
                      <a:pt x="48" y="1331"/>
                    </a:cubicBezTo>
                    <a:lnTo>
                      <a:pt x="48" y="1331"/>
                    </a:lnTo>
                    <a:lnTo>
                      <a:pt x="0" y="1310"/>
                    </a:lnTo>
                    <a:close/>
                    <a:moveTo>
                      <a:pt x="2906" y="0"/>
                    </a:moveTo>
                    <a:lnTo>
                      <a:pt x="405" y="1262"/>
                    </a:lnTo>
                    <a:cubicBezTo>
                      <a:pt x="306" y="1296"/>
                      <a:pt x="206" y="1340"/>
                      <a:pt x="115" y="1340"/>
                    </a:cubicBezTo>
                    <a:cubicBezTo>
                      <a:pt x="92" y="1340"/>
                      <a:pt x="70" y="1337"/>
                      <a:pt x="48" y="1331"/>
                    </a:cubicBezTo>
                    <a:lnTo>
                      <a:pt x="48" y="1331"/>
                    </a:lnTo>
                    <a:lnTo>
                      <a:pt x="596" y="1572"/>
                    </a:lnTo>
                    <a:cubicBezTo>
                      <a:pt x="655" y="1608"/>
                      <a:pt x="721" y="1626"/>
                      <a:pt x="789" y="1626"/>
                    </a:cubicBezTo>
                    <a:cubicBezTo>
                      <a:pt x="858" y="1626"/>
                      <a:pt x="929" y="1608"/>
                      <a:pt x="1001" y="1572"/>
                    </a:cubicBezTo>
                    <a:lnTo>
                      <a:pt x="3406" y="476"/>
                    </a:lnTo>
                    <a:cubicBezTo>
                      <a:pt x="3501" y="381"/>
                      <a:pt x="3501" y="238"/>
                      <a:pt x="3382" y="215"/>
                    </a:cubicBezTo>
                    <a:lnTo>
                      <a:pt x="2906" y="0"/>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3" name="Google Shape;21453;p138"/>
              <p:cNvSpPr/>
              <p:nvPr/>
            </p:nvSpPr>
            <p:spPr>
              <a:xfrm>
                <a:off x="6320381" y="2705028"/>
                <a:ext cx="22457" cy="22490"/>
              </a:xfrm>
              <a:custGeom>
                <a:avLst/>
                <a:gdLst/>
                <a:ahLst/>
                <a:cxnLst/>
                <a:rect l="l" t="t" r="r" b="b"/>
                <a:pathLst>
                  <a:path w="691" h="692" extrusionOk="0">
                    <a:moveTo>
                      <a:pt x="191" y="1"/>
                    </a:moveTo>
                    <a:cubicBezTo>
                      <a:pt x="96" y="1"/>
                      <a:pt x="0" y="96"/>
                      <a:pt x="0" y="191"/>
                    </a:cubicBezTo>
                    <a:lnTo>
                      <a:pt x="0" y="501"/>
                    </a:lnTo>
                    <a:cubicBezTo>
                      <a:pt x="0" y="596"/>
                      <a:pt x="96" y="691"/>
                      <a:pt x="191" y="691"/>
                    </a:cubicBezTo>
                    <a:lnTo>
                      <a:pt x="500" y="691"/>
                    </a:lnTo>
                    <a:cubicBezTo>
                      <a:pt x="596" y="691"/>
                      <a:pt x="667" y="644"/>
                      <a:pt x="691" y="501"/>
                    </a:cubicBezTo>
                    <a:lnTo>
                      <a:pt x="691" y="191"/>
                    </a:lnTo>
                    <a:cubicBezTo>
                      <a:pt x="691" y="96"/>
                      <a:pt x="596" y="1"/>
                      <a:pt x="500"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4" name="Google Shape;21454;p138"/>
              <p:cNvSpPr/>
              <p:nvPr/>
            </p:nvSpPr>
            <p:spPr>
              <a:xfrm>
                <a:off x="6362956" y="2705028"/>
                <a:ext cx="22457" cy="22490"/>
              </a:xfrm>
              <a:custGeom>
                <a:avLst/>
                <a:gdLst/>
                <a:ahLst/>
                <a:cxnLst/>
                <a:rect l="l" t="t" r="r" b="b"/>
                <a:pathLst>
                  <a:path w="691" h="692" extrusionOk="0">
                    <a:moveTo>
                      <a:pt x="191" y="1"/>
                    </a:moveTo>
                    <a:cubicBezTo>
                      <a:pt x="95" y="1"/>
                      <a:pt x="0" y="96"/>
                      <a:pt x="0" y="191"/>
                    </a:cubicBezTo>
                    <a:lnTo>
                      <a:pt x="0" y="501"/>
                    </a:lnTo>
                    <a:cubicBezTo>
                      <a:pt x="0" y="596"/>
                      <a:pt x="95" y="691"/>
                      <a:pt x="191" y="691"/>
                    </a:cubicBezTo>
                    <a:lnTo>
                      <a:pt x="500" y="691"/>
                    </a:lnTo>
                    <a:cubicBezTo>
                      <a:pt x="596" y="691"/>
                      <a:pt x="667" y="644"/>
                      <a:pt x="691" y="501"/>
                    </a:cubicBezTo>
                    <a:lnTo>
                      <a:pt x="691" y="191"/>
                    </a:lnTo>
                    <a:cubicBezTo>
                      <a:pt x="691" y="96"/>
                      <a:pt x="596" y="1"/>
                      <a:pt x="500"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5" name="Google Shape;21455;p138"/>
              <p:cNvSpPr/>
              <p:nvPr/>
            </p:nvSpPr>
            <p:spPr>
              <a:xfrm>
                <a:off x="6405498" y="2705028"/>
                <a:ext cx="22490" cy="22490"/>
              </a:xfrm>
              <a:custGeom>
                <a:avLst/>
                <a:gdLst/>
                <a:ahLst/>
                <a:cxnLst/>
                <a:rect l="l" t="t" r="r" b="b"/>
                <a:pathLst>
                  <a:path w="692" h="692" extrusionOk="0">
                    <a:moveTo>
                      <a:pt x="191" y="1"/>
                    </a:moveTo>
                    <a:cubicBezTo>
                      <a:pt x="96" y="1"/>
                      <a:pt x="1" y="96"/>
                      <a:pt x="1" y="191"/>
                    </a:cubicBezTo>
                    <a:lnTo>
                      <a:pt x="1" y="501"/>
                    </a:lnTo>
                    <a:cubicBezTo>
                      <a:pt x="1" y="596"/>
                      <a:pt x="96" y="691"/>
                      <a:pt x="191" y="691"/>
                    </a:cubicBezTo>
                    <a:lnTo>
                      <a:pt x="501" y="691"/>
                    </a:lnTo>
                    <a:cubicBezTo>
                      <a:pt x="620" y="691"/>
                      <a:pt x="692" y="644"/>
                      <a:pt x="692" y="501"/>
                    </a:cubicBezTo>
                    <a:lnTo>
                      <a:pt x="692" y="191"/>
                    </a:lnTo>
                    <a:cubicBezTo>
                      <a:pt x="692"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6" name="Google Shape;21456;p138"/>
              <p:cNvSpPr/>
              <p:nvPr/>
            </p:nvSpPr>
            <p:spPr>
              <a:xfrm>
                <a:off x="6448073" y="2705028"/>
                <a:ext cx="22490" cy="22490"/>
              </a:xfrm>
              <a:custGeom>
                <a:avLst/>
                <a:gdLst/>
                <a:ahLst/>
                <a:cxnLst/>
                <a:rect l="l" t="t" r="r" b="b"/>
                <a:pathLst>
                  <a:path w="692" h="692" extrusionOk="0">
                    <a:moveTo>
                      <a:pt x="191" y="1"/>
                    </a:moveTo>
                    <a:cubicBezTo>
                      <a:pt x="96" y="1"/>
                      <a:pt x="1" y="96"/>
                      <a:pt x="1" y="191"/>
                    </a:cubicBezTo>
                    <a:lnTo>
                      <a:pt x="1" y="501"/>
                    </a:lnTo>
                    <a:cubicBezTo>
                      <a:pt x="1" y="596"/>
                      <a:pt x="96" y="691"/>
                      <a:pt x="191" y="691"/>
                    </a:cubicBezTo>
                    <a:lnTo>
                      <a:pt x="501" y="691"/>
                    </a:lnTo>
                    <a:cubicBezTo>
                      <a:pt x="620" y="691"/>
                      <a:pt x="691" y="644"/>
                      <a:pt x="691" y="501"/>
                    </a:cubicBezTo>
                    <a:lnTo>
                      <a:pt x="691" y="191"/>
                    </a:lnTo>
                    <a:cubicBezTo>
                      <a:pt x="691"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7" name="Google Shape;21457;p138"/>
              <p:cNvSpPr/>
              <p:nvPr/>
            </p:nvSpPr>
            <p:spPr>
              <a:xfrm>
                <a:off x="6490648" y="2705028"/>
                <a:ext cx="22490" cy="22490"/>
              </a:xfrm>
              <a:custGeom>
                <a:avLst/>
                <a:gdLst/>
                <a:ahLst/>
                <a:cxnLst/>
                <a:rect l="l" t="t" r="r" b="b"/>
                <a:pathLst>
                  <a:path w="692" h="692" extrusionOk="0">
                    <a:moveTo>
                      <a:pt x="191" y="1"/>
                    </a:moveTo>
                    <a:cubicBezTo>
                      <a:pt x="96" y="1"/>
                      <a:pt x="1" y="96"/>
                      <a:pt x="1" y="191"/>
                    </a:cubicBezTo>
                    <a:lnTo>
                      <a:pt x="1" y="501"/>
                    </a:lnTo>
                    <a:cubicBezTo>
                      <a:pt x="1" y="596"/>
                      <a:pt x="96" y="691"/>
                      <a:pt x="191" y="691"/>
                    </a:cubicBezTo>
                    <a:lnTo>
                      <a:pt x="501" y="691"/>
                    </a:lnTo>
                    <a:cubicBezTo>
                      <a:pt x="620" y="691"/>
                      <a:pt x="691" y="644"/>
                      <a:pt x="691" y="501"/>
                    </a:cubicBezTo>
                    <a:lnTo>
                      <a:pt x="691" y="191"/>
                    </a:lnTo>
                    <a:cubicBezTo>
                      <a:pt x="691"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8" name="Google Shape;21458;p138"/>
              <p:cNvSpPr/>
              <p:nvPr/>
            </p:nvSpPr>
            <p:spPr>
              <a:xfrm>
                <a:off x="6533223" y="2705028"/>
                <a:ext cx="22458" cy="22490"/>
              </a:xfrm>
              <a:custGeom>
                <a:avLst/>
                <a:gdLst/>
                <a:ahLst/>
                <a:cxnLst/>
                <a:rect l="l" t="t" r="r" b="b"/>
                <a:pathLst>
                  <a:path w="691" h="692" extrusionOk="0">
                    <a:moveTo>
                      <a:pt x="191" y="1"/>
                    </a:moveTo>
                    <a:cubicBezTo>
                      <a:pt x="96" y="1"/>
                      <a:pt x="0" y="96"/>
                      <a:pt x="0" y="191"/>
                    </a:cubicBezTo>
                    <a:lnTo>
                      <a:pt x="0" y="501"/>
                    </a:lnTo>
                    <a:cubicBezTo>
                      <a:pt x="0" y="596"/>
                      <a:pt x="96" y="691"/>
                      <a:pt x="191" y="691"/>
                    </a:cubicBezTo>
                    <a:lnTo>
                      <a:pt x="500" y="691"/>
                    </a:lnTo>
                    <a:cubicBezTo>
                      <a:pt x="620" y="691"/>
                      <a:pt x="691" y="644"/>
                      <a:pt x="691" y="501"/>
                    </a:cubicBezTo>
                    <a:lnTo>
                      <a:pt x="691" y="191"/>
                    </a:lnTo>
                    <a:cubicBezTo>
                      <a:pt x="691" y="96"/>
                      <a:pt x="596" y="1"/>
                      <a:pt x="500"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9" name="Google Shape;21459;p138"/>
              <p:cNvSpPr/>
              <p:nvPr/>
            </p:nvSpPr>
            <p:spPr>
              <a:xfrm>
                <a:off x="6576546" y="2705028"/>
                <a:ext cx="22490" cy="22490"/>
              </a:xfrm>
              <a:custGeom>
                <a:avLst/>
                <a:gdLst/>
                <a:ahLst/>
                <a:cxnLst/>
                <a:rect l="l" t="t" r="r" b="b"/>
                <a:pathLst>
                  <a:path w="692" h="692" extrusionOk="0">
                    <a:moveTo>
                      <a:pt x="191" y="1"/>
                    </a:moveTo>
                    <a:cubicBezTo>
                      <a:pt x="96" y="1"/>
                      <a:pt x="1" y="96"/>
                      <a:pt x="1" y="191"/>
                    </a:cubicBezTo>
                    <a:lnTo>
                      <a:pt x="1" y="501"/>
                    </a:lnTo>
                    <a:cubicBezTo>
                      <a:pt x="1" y="596"/>
                      <a:pt x="96" y="691"/>
                      <a:pt x="191" y="691"/>
                    </a:cubicBezTo>
                    <a:lnTo>
                      <a:pt x="525" y="691"/>
                    </a:lnTo>
                    <a:cubicBezTo>
                      <a:pt x="596" y="691"/>
                      <a:pt x="692" y="644"/>
                      <a:pt x="692" y="501"/>
                    </a:cubicBezTo>
                    <a:lnTo>
                      <a:pt x="692" y="191"/>
                    </a:lnTo>
                    <a:cubicBezTo>
                      <a:pt x="692" y="96"/>
                      <a:pt x="596" y="1"/>
                      <a:pt x="525"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0" name="Google Shape;21460;p138"/>
              <p:cNvSpPr/>
              <p:nvPr/>
            </p:nvSpPr>
            <p:spPr>
              <a:xfrm>
                <a:off x="6320381" y="2747603"/>
                <a:ext cx="22457" cy="22490"/>
              </a:xfrm>
              <a:custGeom>
                <a:avLst/>
                <a:gdLst/>
                <a:ahLst/>
                <a:cxnLst/>
                <a:rect l="l" t="t" r="r" b="b"/>
                <a:pathLst>
                  <a:path w="691" h="692" extrusionOk="0">
                    <a:moveTo>
                      <a:pt x="191" y="1"/>
                    </a:moveTo>
                    <a:cubicBezTo>
                      <a:pt x="96" y="1"/>
                      <a:pt x="0" y="96"/>
                      <a:pt x="0" y="191"/>
                    </a:cubicBezTo>
                    <a:lnTo>
                      <a:pt x="0" y="525"/>
                    </a:lnTo>
                    <a:cubicBezTo>
                      <a:pt x="0" y="596"/>
                      <a:pt x="96" y="691"/>
                      <a:pt x="191" y="691"/>
                    </a:cubicBezTo>
                    <a:lnTo>
                      <a:pt x="500" y="691"/>
                    </a:lnTo>
                    <a:cubicBezTo>
                      <a:pt x="596" y="691"/>
                      <a:pt x="667" y="644"/>
                      <a:pt x="691" y="525"/>
                    </a:cubicBezTo>
                    <a:lnTo>
                      <a:pt x="691" y="191"/>
                    </a:lnTo>
                    <a:cubicBezTo>
                      <a:pt x="691" y="96"/>
                      <a:pt x="596" y="1"/>
                      <a:pt x="500"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1" name="Google Shape;21461;p138"/>
              <p:cNvSpPr/>
              <p:nvPr/>
            </p:nvSpPr>
            <p:spPr>
              <a:xfrm>
                <a:off x="6362956" y="2747603"/>
                <a:ext cx="22457" cy="22490"/>
              </a:xfrm>
              <a:custGeom>
                <a:avLst/>
                <a:gdLst/>
                <a:ahLst/>
                <a:cxnLst/>
                <a:rect l="l" t="t" r="r" b="b"/>
                <a:pathLst>
                  <a:path w="691" h="692" extrusionOk="0">
                    <a:moveTo>
                      <a:pt x="191" y="1"/>
                    </a:moveTo>
                    <a:cubicBezTo>
                      <a:pt x="95" y="1"/>
                      <a:pt x="0" y="96"/>
                      <a:pt x="0" y="191"/>
                    </a:cubicBezTo>
                    <a:lnTo>
                      <a:pt x="0" y="525"/>
                    </a:lnTo>
                    <a:cubicBezTo>
                      <a:pt x="0" y="596"/>
                      <a:pt x="95" y="691"/>
                      <a:pt x="191" y="691"/>
                    </a:cubicBezTo>
                    <a:lnTo>
                      <a:pt x="500" y="691"/>
                    </a:lnTo>
                    <a:cubicBezTo>
                      <a:pt x="596" y="691"/>
                      <a:pt x="667" y="644"/>
                      <a:pt x="691" y="525"/>
                    </a:cubicBezTo>
                    <a:lnTo>
                      <a:pt x="691" y="191"/>
                    </a:lnTo>
                    <a:cubicBezTo>
                      <a:pt x="691" y="96"/>
                      <a:pt x="596" y="1"/>
                      <a:pt x="500"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2" name="Google Shape;21462;p138"/>
              <p:cNvSpPr/>
              <p:nvPr/>
            </p:nvSpPr>
            <p:spPr>
              <a:xfrm>
                <a:off x="6405498" y="2747603"/>
                <a:ext cx="22490" cy="22490"/>
              </a:xfrm>
              <a:custGeom>
                <a:avLst/>
                <a:gdLst/>
                <a:ahLst/>
                <a:cxnLst/>
                <a:rect l="l" t="t" r="r" b="b"/>
                <a:pathLst>
                  <a:path w="692" h="692" extrusionOk="0">
                    <a:moveTo>
                      <a:pt x="191" y="1"/>
                    </a:moveTo>
                    <a:cubicBezTo>
                      <a:pt x="96" y="1"/>
                      <a:pt x="1" y="96"/>
                      <a:pt x="1" y="191"/>
                    </a:cubicBezTo>
                    <a:lnTo>
                      <a:pt x="1" y="525"/>
                    </a:lnTo>
                    <a:cubicBezTo>
                      <a:pt x="1" y="596"/>
                      <a:pt x="96" y="691"/>
                      <a:pt x="191" y="691"/>
                    </a:cubicBezTo>
                    <a:lnTo>
                      <a:pt x="501" y="691"/>
                    </a:lnTo>
                    <a:cubicBezTo>
                      <a:pt x="620" y="691"/>
                      <a:pt x="692" y="644"/>
                      <a:pt x="692" y="525"/>
                    </a:cubicBezTo>
                    <a:lnTo>
                      <a:pt x="692" y="191"/>
                    </a:lnTo>
                    <a:cubicBezTo>
                      <a:pt x="692"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3" name="Google Shape;21463;p138"/>
              <p:cNvSpPr/>
              <p:nvPr/>
            </p:nvSpPr>
            <p:spPr>
              <a:xfrm>
                <a:off x="6448073" y="2747603"/>
                <a:ext cx="22490" cy="22490"/>
              </a:xfrm>
              <a:custGeom>
                <a:avLst/>
                <a:gdLst/>
                <a:ahLst/>
                <a:cxnLst/>
                <a:rect l="l" t="t" r="r" b="b"/>
                <a:pathLst>
                  <a:path w="692" h="692" extrusionOk="0">
                    <a:moveTo>
                      <a:pt x="191" y="1"/>
                    </a:moveTo>
                    <a:cubicBezTo>
                      <a:pt x="96" y="1"/>
                      <a:pt x="1" y="96"/>
                      <a:pt x="1" y="191"/>
                    </a:cubicBezTo>
                    <a:lnTo>
                      <a:pt x="1" y="525"/>
                    </a:lnTo>
                    <a:cubicBezTo>
                      <a:pt x="1" y="596"/>
                      <a:pt x="96" y="691"/>
                      <a:pt x="191" y="691"/>
                    </a:cubicBezTo>
                    <a:lnTo>
                      <a:pt x="501" y="691"/>
                    </a:lnTo>
                    <a:cubicBezTo>
                      <a:pt x="620" y="691"/>
                      <a:pt x="691" y="644"/>
                      <a:pt x="691" y="525"/>
                    </a:cubicBezTo>
                    <a:lnTo>
                      <a:pt x="691" y="191"/>
                    </a:lnTo>
                    <a:cubicBezTo>
                      <a:pt x="691"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4" name="Google Shape;21464;p138"/>
              <p:cNvSpPr/>
              <p:nvPr/>
            </p:nvSpPr>
            <p:spPr>
              <a:xfrm>
                <a:off x="6490648" y="2747603"/>
                <a:ext cx="22490" cy="22490"/>
              </a:xfrm>
              <a:custGeom>
                <a:avLst/>
                <a:gdLst/>
                <a:ahLst/>
                <a:cxnLst/>
                <a:rect l="l" t="t" r="r" b="b"/>
                <a:pathLst>
                  <a:path w="692" h="692" extrusionOk="0">
                    <a:moveTo>
                      <a:pt x="191" y="1"/>
                    </a:moveTo>
                    <a:cubicBezTo>
                      <a:pt x="96" y="1"/>
                      <a:pt x="1" y="96"/>
                      <a:pt x="1" y="191"/>
                    </a:cubicBezTo>
                    <a:lnTo>
                      <a:pt x="1" y="525"/>
                    </a:lnTo>
                    <a:cubicBezTo>
                      <a:pt x="1" y="596"/>
                      <a:pt x="96" y="691"/>
                      <a:pt x="191" y="691"/>
                    </a:cubicBezTo>
                    <a:lnTo>
                      <a:pt x="501" y="691"/>
                    </a:lnTo>
                    <a:cubicBezTo>
                      <a:pt x="620" y="691"/>
                      <a:pt x="691" y="644"/>
                      <a:pt x="691" y="525"/>
                    </a:cubicBezTo>
                    <a:lnTo>
                      <a:pt x="691" y="191"/>
                    </a:lnTo>
                    <a:cubicBezTo>
                      <a:pt x="691" y="96"/>
                      <a:pt x="596" y="1"/>
                      <a:pt x="501"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5" name="Google Shape;21465;p138"/>
              <p:cNvSpPr/>
              <p:nvPr/>
            </p:nvSpPr>
            <p:spPr>
              <a:xfrm>
                <a:off x="6533223" y="2747603"/>
                <a:ext cx="22458" cy="22490"/>
              </a:xfrm>
              <a:custGeom>
                <a:avLst/>
                <a:gdLst/>
                <a:ahLst/>
                <a:cxnLst/>
                <a:rect l="l" t="t" r="r" b="b"/>
                <a:pathLst>
                  <a:path w="691" h="692" extrusionOk="0">
                    <a:moveTo>
                      <a:pt x="191" y="1"/>
                    </a:moveTo>
                    <a:cubicBezTo>
                      <a:pt x="96" y="1"/>
                      <a:pt x="0" y="96"/>
                      <a:pt x="0" y="191"/>
                    </a:cubicBezTo>
                    <a:lnTo>
                      <a:pt x="0" y="525"/>
                    </a:lnTo>
                    <a:cubicBezTo>
                      <a:pt x="0" y="596"/>
                      <a:pt x="96" y="691"/>
                      <a:pt x="191" y="691"/>
                    </a:cubicBezTo>
                    <a:lnTo>
                      <a:pt x="500" y="691"/>
                    </a:lnTo>
                    <a:cubicBezTo>
                      <a:pt x="620" y="691"/>
                      <a:pt x="691" y="644"/>
                      <a:pt x="691" y="525"/>
                    </a:cubicBezTo>
                    <a:lnTo>
                      <a:pt x="691" y="191"/>
                    </a:lnTo>
                    <a:cubicBezTo>
                      <a:pt x="691" y="96"/>
                      <a:pt x="596" y="1"/>
                      <a:pt x="500"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6" name="Google Shape;21466;p138"/>
              <p:cNvSpPr/>
              <p:nvPr/>
            </p:nvSpPr>
            <p:spPr>
              <a:xfrm>
                <a:off x="6576546" y="2747603"/>
                <a:ext cx="22490" cy="22490"/>
              </a:xfrm>
              <a:custGeom>
                <a:avLst/>
                <a:gdLst/>
                <a:ahLst/>
                <a:cxnLst/>
                <a:rect l="l" t="t" r="r" b="b"/>
                <a:pathLst>
                  <a:path w="692" h="692" extrusionOk="0">
                    <a:moveTo>
                      <a:pt x="191" y="1"/>
                    </a:moveTo>
                    <a:cubicBezTo>
                      <a:pt x="96" y="1"/>
                      <a:pt x="1" y="96"/>
                      <a:pt x="1" y="191"/>
                    </a:cubicBezTo>
                    <a:lnTo>
                      <a:pt x="1" y="525"/>
                    </a:lnTo>
                    <a:cubicBezTo>
                      <a:pt x="1" y="596"/>
                      <a:pt x="96" y="691"/>
                      <a:pt x="191" y="691"/>
                    </a:cubicBezTo>
                    <a:lnTo>
                      <a:pt x="525" y="691"/>
                    </a:lnTo>
                    <a:cubicBezTo>
                      <a:pt x="596" y="691"/>
                      <a:pt x="692" y="644"/>
                      <a:pt x="692" y="525"/>
                    </a:cubicBezTo>
                    <a:lnTo>
                      <a:pt x="692" y="191"/>
                    </a:lnTo>
                    <a:cubicBezTo>
                      <a:pt x="692" y="96"/>
                      <a:pt x="596" y="1"/>
                      <a:pt x="525"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7" name="Google Shape;21467;p138"/>
              <p:cNvSpPr/>
              <p:nvPr/>
            </p:nvSpPr>
            <p:spPr>
              <a:xfrm>
                <a:off x="6320381" y="2790958"/>
                <a:ext cx="22457" cy="22458"/>
              </a:xfrm>
              <a:custGeom>
                <a:avLst/>
                <a:gdLst/>
                <a:ahLst/>
                <a:cxnLst/>
                <a:rect l="l" t="t" r="r" b="b"/>
                <a:pathLst>
                  <a:path w="691" h="691" extrusionOk="0">
                    <a:moveTo>
                      <a:pt x="191" y="0"/>
                    </a:moveTo>
                    <a:cubicBezTo>
                      <a:pt x="96" y="0"/>
                      <a:pt x="0" y="95"/>
                      <a:pt x="0" y="191"/>
                    </a:cubicBezTo>
                    <a:lnTo>
                      <a:pt x="0" y="524"/>
                    </a:lnTo>
                    <a:cubicBezTo>
                      <a:pt x="0" y="619"/>
                      <a:pt x="96" y="691"/>
                      <a:pt x="191" y="691"/>
                    </a:cubicBezTo>
                    <a:lnTo>
                      <a:pt x="500" y="691"/>
                    </a:lnTo>
                    <a:cubicBezTo>
                      <a:pt x="596" y="691"/>
                      <a:pt x="667" y="643"/>
                      <a:pt x="691" y="524"/>
                    </a:cubicBezTo>
                    <a:lnTo>
                      <a:pt x="691" y="191"/>
                    </a:lnTo>
                    <a:cubicBezTo>
                      <a:pt x="691" y="95"/>
                      <a:pt x="596" y="0"/>
                      <a:pt x="500"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8" name="Google Shape;21468;p138"/>
              <p:cNvSpPr/>
              <p:nvPr/>
            </p:nvSpPr>
            <p:spPr>
              <a:xfrm>
                <a:off x="6362956" y="2790958"/>
                <a:ext cx="22457" cy="22458"/>
              </a:xfrm>
              <a:custGeom>
                <a:avLst/>
                <a:gdLst/>
                <a:ahLst/>
                <a:cxnLst/>
                <a:rect l="l" t="t" r="r" b="b"/>
                <a:pathLst>
                  <a:path w="691" h="691" extrusionOk="0">
                    <a:moveTo>
                      <a:pt x="191" y="0"/>
                    </a:moveTo>
                    <a:cubicBezTo>
                      <a:pt x="95" y="0"/>
                      <a:pt x="0" y="95"/>
                      <a:pt x="0" y="191"/>
                    </a:cubicBezTo>
                    <a:lnTo>
                      <a:pt x="0" y="524"/>
                    </a:lnTo>
                    <a:cubicBezTo>
                      <a:pt x="0" y="619"/>
                      <a:pt x="95" y="691"/>
                      <a:pt x="191" y="691"/>
                    </a:cubicBezTo>
                    <a:lnTo>
                      <a:pt x="500" y="691"/>
                    </a:lnTo>
                    <a:cubicBezTo>
                      <a:pt x="596" y="691"/>
                      <a:pt x="667" y="643"/>
                      <a:pt x="691" y="524"/>
                    </a:cubicBezTo>
                    <a:lnTo>
                      <a:pt x="691" y="191"/>
                    </a:lnTo>
                    <a:cubicBezTo>
                      <a:pt x="691" y="95"/>
                      <a:pt x="596" y="0"/>
                      <a:pt x="500"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9" name="Google Shape;21469;p138"/>
              <p:cNvSpPr/>
              <p:nvPr/>
            </p:nvSpPr>
            <p:spPr>
              <a:xfrm>
                <a:off x="6406278" y="2790958"/>
                <a:ext cx="106860" cy="22458"/>
              </a:xfrm>
              <a:custGeom>
                <a:avLst/>
                <a:gdLst/>
                <a:ahLst/>
                <a:cxnLst/>
                <a:rect l="l" t="t" r="r" b="b"/>
                <a:pathLst>
                  <a:path w="3288" h="691" extrusionOk="0">
                    <a:moveTo>
                      <a:pt x="191" y="0"/>
                    </a:moveTo>
                    <a:cubicBezTo>
                      <a:pt x="96" y="0"/>
                      <a:pt x="1" y="95"/>
                      <a:pt x="1" y="191"/>
                    </a:cubicBezTo>
                    <a:lnTo>
                      <a:pt x="1" y="524"/>
                    </a:lnTo>
                    <a:cubicBezTo>
                      <a:pt x="1" y="619"/>
                      <a:pt x="96" y="691"/>
                      <a:pt x="191" y="691"/>
                    </a:cubicBezTo>
                    <a:lnTo>
                      <a:pt x="3097" y="691"/>
                    </a:lnTo>
                    <a:cubicBezTo>
                      <a:pt x="3192" y="691"/>
                      <a:pt x="3263" y="643"/>
                      <a:pt x="3287" y="524"/>
                    </a:cubicBezTo>
                    <a:lnTo>
                      <a:pt x="3287" y="191"/>
                    </a:lnTo>
                    <a:cubicBezTo>
                      <a:pt x="3287" y="95"/>
                      <a:pt x="3192" y="0"/>
                      <a:pt x="3097"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0" name="Google Shape;21470;p138"/>
              <p:cNvSpPr/>
              <p:nvPr/>
            </p:nvSpPr>
            <p:spPr>
              <a:xfrm>
                <a:off x="6533223" y="2790958"/>
                <a:ext cx="22458" cy="22458"/>
              </a:xfrm>
              <a:custGeom>
                <a:avLst/>
                <a:gdLst/>
                <a:ahLst/>
                <a:cxnLst/>
                <a:rect l="l" t="t" r="r" b="b"/>
                <a:pathLst>
                  <a:path w="691" h="691" extrusionOk="0">
                    <a:moveTo>
                      <a:pt x="191" y="0"/>
                    </a:moveTo>
                    <a:cubicBezTo>
                      <a:pt x="96" y="0"/>
                      <a:pt x="0" y="95"/>
                      <a:pt x="0" y="191"/>
                    </a:cubicBezTo>
                    <a:lnTo>
                      <a:pt x="0" y="524"/>
                    </a:lnTo>
                    <a:cubicBezTo>
                      <a:pt x="0" y="619"/>
                      <a:pt x="96" y="691"/>
                      <a:pt x="191" y="691"/>
                    </a:cubicBezTo>
                    <a:lnTo>
                      <a:pt x="500" y="691"/>
                    </a:lnTo>
                    <a:cubicBezTo>
                      <a:pt x="620" y="691"/>
                      <a:pt x="691" y="643"/>
                      <a:pt x="691" y="524"/>
                    </a:cubicBezTo>
                    <a:lnTo>
                      <a:pt x="691" y="191"/>
                    </a:lnTo>
                    <a:cubicBezTo>
                      <a:pt x="691" y="95"/>
                      <a:pt x="596" y="0"/>
                      <a:pt x="500"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1" name="Google Shape;21471;p138"/>
              <p:cNvSpPr/>
              <p:nvPr/>
            </p:nvSpPr>
            <p:spPr>
              <a:xfrm>
                <a:off x="6576546" y="2790958"/>
                <a:ext cx="22490" cy="22458"/>
              </a:xfrm>
              <a:custGeom>
                <a:avLst/>
                <a:gdLst/>
                <a:ahLst/>
                <a:cxnLst/>
                <a:rect l="l" t="t" r="r" b="b"/>
                <a:pathLst>
                  <a:path w="692" h="691" extrusionOk="0">
                    <a:moveTo>
                      <a:pt x="191" y="0"/>
                    </a:moveTo>
                    <a:cubicBezTo>
                      <a:pt x="96" y="0"/>
                      <a:pt x="1" y="95"/>
                      <a:pt x="1" y="191"/>
                    </a:cubicBezTo>
                    <a:lnTo>
                      <a:pt x="1" y="524"/>
                    </a:lnTo>
                    <a:cubicBezTo>
                      <a:pt x="1" y="619"/>
                      <a:pt x="96" y="691"/>
                      <a:pt x="191" y="691"/>
                    </a:cubicBezTo>
                    <a:lnTo>
                      <a:pt x="525" y="691"/>
                    </a:lnTo>
                    <a:cubicBezTo>
                      <a:pt x="596" y="691"/>
                      <a:pt x="692" y="643"/>
                      <a:pt x="692" y="524"/>
                    </a:cubicBezTo>
                    <a:lnTo>
                      <a:pt x="692" y="191"/>
                    </a:lnTo>
                    <a:cubicBezTo>
                      <a:pt x="692" y="95"/>
                      <a:pt x="596" y="0"/>
                      <a:pt x="525"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472" name="Google Shape;21472;p138"/>
          <p:cNvGrpSpPr/>
          <p:nvPr/>
        </p:nvGrpSpPr>
        <p:grpSpPr>
          <a:xfrm>
            <a:off x="5578146" y="2328183"/>
            <a:ext cx="250803" cy="358378"/>
            <a:chOff x="5578146" y="2480583"/>
            <a:chExt cx="250803" cy="358378"/>
          </a:xfrm>
        </p:grpSpPr>
        <p:sp>
          <p:nvSpPr>
            <p:cNvPr id="21473" name="Google Shape;21473;p138"/>
            <p:cNvSpPr/>
            <p:nvPr/>
          </p:nvSpPr>
          <p:spPr>
            <a:xfrm>
              <a:off x="5697323" y="2625306"/>
              <a:ext cx="107607" cy="123890"/>
            </a:xfrm>
            <a:custGeom>
              <a:avLst/>
              <a:gdLst/>
              <a:ahLst/>
              <a:cxnLst/>
              <a:rect l="l" t="t" r="r" b="b"/>
              <a:pathLst>
                <a:path w="3311" h="3812" extrusionOk="0">
                  <a:moveTo>
                    <a:pt x="191" y="1"/>
                  </a:moveTo>
                  <a:cubicBezTo>
                    <a:pt x="96" y="1"/>
                    <a:pt x="1" y="168"/>
                    <a:pt x="1" y="168"/>
                  </a:cubicBezTo>
                  <a:lnTo>
                    <a:pt x="1" y="1596"/>
                  </a:lnTo>
                  <a:cubicBezTo>
                    <a:pt x="1" y="1739"/>
                    <a:pt x="120" y="1858"/>
                    <a:pt x="263" y="1858"/>
                  </a:cubicBezTo>
                  <a:lnTo>
                    <a:pt x="2668" y="1858"/>
                  </a:lnTo>
                  <a:cubicBezTo>
                    <a:pt x="2882" y="1858"/>
                    <a:pt x="3049" y="2097"/>
                    <a:pt x="2858" y="2311"/>
                  </a:cubicBezTo>
                  <a:cubicBezTo>
                    <a:pt x="2835" y="2335"/>
                    <a:pt x="2811" y="2382"/>
                    <a:pt x="2739" y="2382"/>
                  </a:cubicBezTo>
                  <a:lnTo>
                    <a:pt x="286" y="2382"/>
                  </a:lnTo>
                  <a:cubicBezTo>
                    <a:pt x="144" y="2382"/>
                    <a:pt x="25" y="2501"/>
                    <a:pt x="25" y="2644"/>
                  </a:cubicBezTo>
                  <a:lnTo>
                    <a:pt x="25" y="3621"/>
                  </a:lnTo>
                  <a:cubicBezTo>
                    <a:pt x="25" y="3621"/>
                    <a:pt x="120" y="3811"/>
                    <a:pt x="215" y="3811"/>
                  </a:cubicBezTo>
                  <a:cubicBezTo>
                    <a:pt x="286" y="3811"/>
                    <a:pt x="358" y="3740"/>
                    <a:pt x="334" y="3597"/>
                  </a:cubicBezTo>
                  <a:lnTo>
                    <a:pt x="334" y="2787"/>
                  </a:lnTo>
                  <a:cubicBezTo>
                    <a:pt x="358" y="2740"/>
                    <a:pt x="382" y="2692"/>
                    <a:pt x="453" y="2692"/>
                  </a:cubicBezTo>
                  <a:lnTo>
                    <a:pt x="2716" y="2692"/>
                  </a:lnTo>
                  <a:cubicBezTo>
                    <a:pt x="3049" y="2692"/>
                    <a:pt x="3311" y="2430"/>
                    <a:pt x="3311" y="2097"/>
                  </a:cubicBezTo>
                  <a:cubicBezTo>
                    <a:pt x="3311" y="1787"/>
                    <a:pt x="3049" y="1549"/>
                    <a:pt x="2716" y="1549"/>
                  </a:cubicBezTo>
                  <a:lnTo>
                    <a:pt x="453" y="1549"/>
                  </a:lnTo>
                  <a:cubicBezTo>
                    <a:pt x="382" y="1501"/>
                    <a:pt x="334" y="1477"/>
                    <a:pt x="334" y="1430"/>
                  </a:cubicBezTo>
                  <a:lnTo>
                    <a:pt x="334" y="168"/>
                  </a:lnTo>
                  <a:cubicBezTo>
                    <a:pt x="358" y="72"/>
                    <a:pt x="263" y="1"/>
                    <a:pt x="19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4" name="Google Shape;21474;p138"/>
            <p:cNvSpPr/>
            <p:nvPr/>
          </p:nvSpPr>
          <p:spPr>
            <a:xfrm>
              <a:off x="5578146" y="2495306"/>
              <a:ext cx="250803" cy="150183"/>
            </a:xfrm>
            <a:custGeom>
              <a:avLst/>
              <a:gdLst/>
              <a:ahLst/>
              <a:cxnLst/>
              <a:rect l="l" t="t" r="r" b="b"/>
              <a:pathLst>
                <a:path w="7717" h="4621" extrusionOk="0">
                  <a:moveTo>
                    <a:pt x="405" y="0"/>
                  </a:moveTo>
                  <a:cubicBezTo>
                    <a:pt x="191" y="0"/>
                    <a:pt x="0" y="191"/>
                    <a:pt x="0" y="381"/>
                  </a:cubicBezTo>
                  <a:lnTo>
                    <a:pt x="0" y="4215"/>
                  </a:lnTo>
                  <a:cubicBezTo>
                    <a:pt x="0" y="4430"/>
                    <a:pt x="191" y="4620"/>
                    <a:pt x="405" y="4620"/>
                  </a:cubicBezTo>
                  <a:lnTo>
                    <a:pt x="7335" y="4620"/>
                  </a:lnTo>
                  <a:cubicBezTo>
                    <a:pt x="7526" y="4620"/>
                    <a:pt x="7716" y="4430"/>
                    <a:pt x="7716" y="4215"/>
                  </a:cubicBezTo>
                  <a:lnTo>
                    <a:pt x="7716" y="381"/>
                  </a:lnTo>
                  <a:cubicBezTo>
                    <a:pt x="7716" y="191"/>
                    <a:pt x="7549" y="0"/>
                    <a:pt x="7335"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5" name="Google Shape;21475;p138"/>
            <p:cNvSpPr/>
            <p:nvPr/>
          </p:nvSpPr>
          <p:spPr>
            <a:xfrm>
              <a:off x="5804898" y="2495306"/>
              <a:ext cx="24050" cy="150183"/>
            </a:xfrm>
            <a:custGeom>
              <a:avLst/>
              <a:gdLst/>
              <a:ahLst/>
              <a:cxnLst/>
              <a:rect l="l" t="t" r="r" b="b"/>
              <a:pathLst>
                <a:path w="740" h="4621" extrusionOk="0">
                  <a:moveTo>
                    <a:pt x="1" y="0"/>
                  </a:moveTo>
                  <a:cubicBezTo>
                    <a:pt x="144" y="0"/>
                    <a:pt x="263" y="119"/>
                    <a:pt x="263" y="262"/>
                  </a:cubicBezTo>
                  <a:lnTo>
                    <a:pt x="263" y="4358"/>
                  </a:lnTo>
                  <a:cubicBezTo>
                    <a:pt x="263" y="4501"/>
                    <a:pt x="144" y="4620"/>
                    <a:pt x="1" y="4620"/>
                  </a:cubicBezTo>
                  <a:lnTo>
                    <a:pt x="477" y="4620"/>
                  </a:lnTo>
                  <a:cubicBezTo>
                    <a:pt x="620" y="4620"/>
                    <a:pt x="739" y="4501"/>
                    <a:pt x="739" y="4358"/>
                  </a:cubicBezTo>
                  <a:lnTo>
                    <a:pt x="739" y="262"/>
                  </a:lnTo>
                  <a:cubicBezTo>
                    <a:pt x="739" y="119"/>
                    <a:pt x="620" y="0"/>
                    <a:pt x="477"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6" name="Google Shape;21476;p138"/>
            <p:cNvSpPr/>
            <p:nvPr/>
          </p:nvSpPr>
          <p:spPr>
            <a:xfrm>
              <a:off x="5597483" y="2482143"/>
              <a:ext cx="212875" cy="148622"/>
            </a:xfrm>
            <a:custGeom>
              <a:avLst/>
              <a:gdLst/>
              <a:ahLst/>
              <a:cxnLst/>
              <a:rect l="l" t="t" r="r" b="b"/>
              <a:pathLst>
                <a:path w="6550" h="4573" extrusionOk="0">
                  <a:moveTo>
                    <a:pt x="334" y="0"/>
                  </a:moveTo>
                  <a:cubicBezTo>
                    <a:pt x="167" y="0"/>
                    <a:pt x="1" y="143"/>
                    <a:pt x="1" y="310"/>
                  </a:cubicBezTo>
                  <a:lnTo>
                    <a:pt x="1" y="4073"/>
                  </a:lnTo>
                  <a:cubicBezTo>
                    <a:pt x="1" y="4239"/>
                    <a:pt x="167" y="4406"/>
                    <a:pt x="334" y="4406"/>
                  </a:cubicBezTo>
                  <a:lnTo>
                    <a:pt x="2692" y="4406"/>
                  </a:lnTo>
                  <a:lnTo>
                    <a:pt x="2811" y="4239"/>
                  </a:lnTo>
                  <a:cubicBezTo>
                    <a:pt x="2930" y="4239"/>
                    <a:pt x="3025" y="4311"/>
                    <a:pt x="3097" y="4358"/>
                  </a:cubicBezTo>
                  <a:cubicBezTo>
                    <a:pt x="3144" y="4406"/>
                    <a:pt x="3168" y="4573"/>
                    <a:pt x="3192" y="4573"/>
                  </a:cubicBezTo>
                  <a:lnTo>
                    <a:pt x="3263" y="4573"/>
                  </a:lnTo>
                  <a:cubicBezTo>
                    <a:pt x="3287" y="4573"/>
                    <a:pt x="3311" y="4549"/>
                    <a:pt x="3335" y="4549"/>
                  </a:cubicBezTo>
                  <a:cubicBezTo>
                    <a:pt x="3406" y="4454"/>
                    <a:pt x="3525" y="4430"/>
                    <a:pt x="3644" y="4430"/>
                  </a:cubicBezTo>
                  <a:lnTo>
                    <a:pt x="6169" y="4430"/>
                  </a:lnTo>
                  <a:cubicBezTo>
                    <a:pt x="6335" y="4430"/>
                    <a:pt x="6502" y="4287"/>
                    <a:pt x="6502" y="4096"/>
                  </a:cubicBezTo>
                  <a:lnTo>
                    <a:pt x="6502" y="357"/>
                  </a:lnTo>
                  <a:cubicBezTo>
                    <a:pt x="6550" y="143"/>
                    <a:pt x="6407" y="0"/>
                    <a:pt x="6240" y="0"/>
                  </a:cubicBezTo>
                  <a:lnTo>
                    <a:pt x="3692" y="0"/>
                  </a:lnTo>
                  <a:cubicBezTo>
                    <a:pt x="3454" y="0"/>
                    <a:pt x="3287" y="167"/>
                    <a:pt x="3287" y="405"/>
                  </a:cubicBezTo>
                  <a:cubicBezTo>
                    <a:pt x="3287" y="167"/>
                    <a:pt x="3097" y="0"/>
                    <a:pt x="2858"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7" name="Google Shape;21477;p138"/>
            <p:cNvSpPr/>
            <p:nvPr/>
          </p:nvSpPr>
          <p:spPr>
            <a:xfrm>
              <a:off x="5782473" y="2482143"/>
              <a:ext cx="27885" cy="143195"/>
            </a:xfrm>
            <a:custGeom>
              <a:avLst/>
              <a:gdLst/>
              <a:ahLst/>
              <a:cxnLst/>
              <a:rect l="l" t="t" r="r" b="b"/>
              <a:pathLst>
                <a:path w="858" h="4406" extrusionOk="0">
                  <a:moveTo>
                    <a:pt x="0" y="0"/>
                  </a:moveTo>
                  <a:cubicBezTo>
                    <a:pt x="191" y="0"/>
                    <a:pt x="334" y="143"/>
                    <a:pt x="334" y="310"/>
                  </a:cubicBezTo>
                  <a:lnTo>
                    <a:pt x="334" y="4073"/>
                  </a:lnTo>
                  <a:cubicBezTo>
                    <a:pt x="334" y="4239"/>
                    <a:pt x="191" y="4406"/>
                    <a:pt x="0" y="4406"/>
                  </a:cubicBezTo>
                  <a:lnTo>
                    <a:pt x="548" y="4406"/>
                  </a:lnTo>
                  <a:cubicBezTo>
                    <a:pt x="715" y="4406"/>
                    <a:pt x="858" y="4239"/>
                    <a:pt x="858" y="4073"/>
                  </a:cubicBezTo>
                  <a:lnTo>
                    <a:pt x="858" y="310"/>
                  </a:lnTo>
                  <a:cubicBezTo>
                    <a:pt x="858" y="143"/>
                    <a:pt x="715" y="0"/>
                    <a:pt x="548"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8" name="Google Shape;21478;p138"/>
            <p:cNvSpPr/>
            <p:nvPr/>
          </p:nvSpPr>
          <p:spPr>
            <a:xfrm>
              <a:off x="5672558" y="2480583"/>
              <a:ext cx="31005" cy="150183"/>
            </a:xfrm>
            <a:custGeom>
              <a:avLst/>
              <a:gdLst/>
              <a:ahLst/>
              <a:cxnLst/>
              <a:rect l="l" t="t" r="r" b="b"/>
              <a:pathLst>
                <a:path w="954" h="4621" extrusionOk="0">
                  <a:moveTo>
                    <a:pt x="1" y="1"/>
                  </a:moveTo>
                  <a:cubicBezTo>
                    <a:pt x="191" y="1"/>
                    <a:pt x="405" y="191"/>
                    <a:pt x="405" y="429"/>
                  </a:cubicBezTo>
                  <a:lnTo>
                    <a:pt x="405" y="4430"/>
                  </a:lnTo>
                  <a:lnTo>
                    <a:pt x="525" y="4430"/>
                  </a:lnTo>
                  <a:cubicBezTo>
                    <a:pt x="644" y="4430"/>
                    <a:pt x="739" y="4502"/>
                    <a:pt x="834" y="4549"/>
                  </a:cubicBezTo>
                  <a:cubicBezTo>
                    <a:pt x="882" y="4621"/>
                    <a:pt x="906" y="4621"/>
                    <a:pt x="953" y="4621"/>
                  </a:cubicBezTo>
                  <a:lnTo>
                    <a:pt x="953" y="429"/>
                  </a:lnTo>
                  <a:cubicBezTo>
                    <a:pt x="953" y="191"/>
                    <a:pt x="763" y="1"/>
                    <a:pt x="52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9" name="Google Shape;21479;p138"/>
            <p:cNvSpPr/>
            <p:nvPr/>
          </p:nvSpPr>
          <p:spPr>
            <a:xfrm>
              <a:off x="5721308" y="2533981"/>
              <a:ext cx="62725" cy="7767"/>
            </a:xfrm>
            <a:custGeom>
              <a:avLst/>
              <a:gdLst/>
              <a:ahLst/>
              <a:cxnLst/>
              <a:rect l="l" t="t" r="r" b="b"/>
              <a:pathLst>
                <a:path w="1930" h="239" extrusionOk="0">
                  <a:moveTo>
                    <a:pt x="144" y="1"/>
                  </a:moveTo>
                  <a:cubicBezTo>
                    <a:pt x="72" y="1"/>
                    <a:pt x="1" y="48"/>
                    <a:pt x="49" y="144"/>
                  </a:cubicBezTo>
                  <a:cubicBezTo>
                    <a:pt x="72" y="215"/>
                    <a:pt x="96" y="239"/>
                    <a:pt x="144" y="239"/>
                  </a:cubicBezTo>
                  <a:lnTo>
                    <a:pt x="1835" y="239"/>
                  </a:lnTo>
                  <a:cubicBezTo>
                    <a:pt x="1882" y="239"/>
                    <a:pt x="1930" y="144"/>
                    <a:pt x="1930" y="96"/>
                  </a:cubicBezTo>
                  <a:cubicBezTo>
                    <a:pt x="1906" y="25"/>
                    <a:pt x="1882" y="1"/>
                    <a:pt x="183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0" name="Google Shape;21480;p138"/>
            <p:cNvSpPr/>
            <p:nvPr/>
          </p:nvSpPr>
          <p:spPr>
            <a:xfrm>
              <a:off x="5721308" y="2511556"/>
              <a:ext cx="62725" cy="7767"/>
            </a:xfrm>
            <a:custGeom>
              <a:avLst/>
              <a:gdLst/>
              <a:ahLst/>
              <a:cxnLst/>
              <a:rect l="l" t="t" r="r" b="b"/>
              <a:pathLst>
                <a:path w="1930" h="239" extrusionOk="0">
                  <a:moveTo>
                    <a:pt x="144" y="0"/>
                  </a:moveTo>
                  <a:cubicBezTo>
                    <a:pt x="72" y="0"/>
                    <a:pt x="1" y="72"/>
                    <a:pt x="49" y="143"/>
                  </a:cubicBezTo>
                  <a:cubicBezTo>
                    <a:pt x="72" y="215"/>
                    <a:pt x="96" y="238"/>
                    <a:pt x="144" y="238"/>
                  </a:cubicBezTo>
                  <a:lnTo>
                    <a:pt x="1835" y="238"/>
                  </a:lnTo>
                  <a:cubicBezTo>
                    <a:pt x="1882" y="238"/>
                    <a:pt x="1930" y="191"/>
                    <a:pt x="1930" y="95"/>
                  </a:cubicBezTo>
                  <a:cubicBezTo>
                    <a:pt x="1906" y="48"/>
                    <a:pt x="1882" y="0"/>
                    <a:pt x="183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1" name="Google Shape;21481;p138"/>
            <p:cNvSpPr/>
            <p:nvPr/>
          </p:nvSpPr>
          <p:spPr>
            <a:xfrm>
              <a:off x="5721308" y="2554878"/>
              <a:ext cx="62725" cy="7767"/>
            </a:xfrm>
            <a:custGeom>
              <a:avLst/>
              <a:gdLst/>
              <a:ahLst/>
              <a:cxnLst/>
              <a:rect l="l" t="t" r="r" b="b"/>
              <a:pathLst>
                <a:path w="1930" h="239" extrusionOk="0">
                  <a:moveTo>
                    <a:pt x="144" y="1"/>
                  </a:moveTo>
                  <a:cubicBezTo>
                    <a:pt x="72" y="1"/>
                    <a:pt x="1" y="72"/>
                    <a:pt x="49" y="168"/>
                  </a:cubicBezTo>
                  <a:cubicBezTo>
                    <a:pt x="72" y="215"/>
                    <a:pt x="96" y="239"/>
                    <a:pt x="144" y="239"/>
                  </a:cubicBezTo>
                  <a:lnTo>
                    <a:pt x="1835" y="239"/>
                  </a:lnTo>
                  <a:cubicBezTo>
                    <a:pt x="1882" y="239"/>
                    <a:pt x="1930" y="191"/>
                    <a:pt x="1930" y="96"/>
                  </a:cubicBezTo>
                  <a:cubicBezTo>
                    <a:pt x="1906" y="48"/>
                    <a:pt x="1882" y="1"/>
                    <a:pt x="183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2" name="Google Shape;21482;p138"/>
            <p:cNvSpPr/>
            <p:nvPr/>
          </p:nvSpPr>
          <p:spPr>
            <a:xfrm>
              <a:off x="5721308" y="2577336"/>
              <a:ext cx="62725" cy="7767"/>
            </a:xfrm>
            <a:custGeom>
              <a:avLst/>
              <a:gdLst/>
              <a:ahLst/>
              <a:cxnLst/>
              <a:rect l="l" t="t" r="r" b="b"/>
              <a:pathLst>
                <a:path w="1930" h="239" extrusionOk="0">
                  <a:moveTo>
                    <a:pt x="144" y="0"/>
                  </a:moveTo>
                  <a:cubicBezTo>
                    <a:pt x="72" y="0"/>
                    <a:pt x="1" y="72"/>
                    <a:pt x="49" y="143"/>
                  </a:cubicBezTo>
                  <a:cubicBezTo>
                    <a:pt x="72" y="215"/>
                    <a:pt x="96" y="239"/>
                    <a:pt x="144" y="239"/>
                  </a:cubicBezTo>
                  <a:lnTo>
                    <a:pt x="1835" y="239"/>
                  </a:lnTo>
                  <a:cubicBezTo>
                    <a:pt x="1882" y="239"/>
                    <a:pt x="1930" y="143"/>
                    <a:pt x="1930" y="96"/>
                  </a:cubicBezTo>
                  <a:cubicBezTo>
                    <a:pt x="1906" y="48"/>
                    <a:pt x="1882" y="0"/>
                    <a:pt x="1835"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3" name="Google Shape;21483;p138"/>
            <p:cNvSpPr/>
            <p:nvPr/>
          </p:nvSpPr>
          <p:spPr>
            <a:xfrm>
              <a:off x="5613733" y="2533981"/>
              <a:ext cx="64285" cy="7767"/>
            </a:xfrm>
            <a:custGeom>
              <a:avLst/>
              <a:gdLst/>
              <a:ahLst/>
              <a:cxnLst/>
              <a:rect l="l" t="t" r="r" b="b"/>
              <a:pathLst>
                <a:path w="1978" h="239" extrusionOk="0">
                  <a:moveTo>
                    <a:pt x="167" y="1"/>
                  </a:moveTo>
                  <a:cubicBezTo>
                    <a:pt x="72" y="1"/>
                    <a:pt x="1" y="48"/>
                    <a:pt x="48" y="144"/>
                  </a:cubicBezTo>
                  <a:cubicBezTo>
                    <a:pt x="72" y="215"/>
                    <a:pt x="96" y="239"/>
                    <a:pt x="167" y="239"/>
                  </a:cubicBezTo>
                  <a:lnTo>
                    <a:pt x="1834" y="239"/>
                  </a:lnTo>
                  <a:cubicBezTo>
                    <a:pt x="1930" y="239"/>
                    <a:pt x="1977" y="144"/>
                    <a:pt x="1954" y="96"/>
                  </a:cubicBezTo>
                  <a:cubicBezTo>
                    <a:pt x="1906" y="25"/>
                    <a:pt x="1882" y="1"/>
                    <a:pt x="183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4" name="Google Shape;21484;p138"/>
            <p:cNvSpPr/>
            <p:nvPr/>
          </p:nvSpPr>
          <p:spPr>
            <a:xfrm>
              <a:off x="5613733" y="2511556"/>
              <a:ext cx="64285" cy="7767"/>
            </a:xfrm>
            <a:custGeom>
              <a:avLst/>
              <a:gdLst/>
              <a:ahLst/>
              <a:cxnLst/>
              <a:rect l="l" t="t" r="r" b="b"/>
              <a:pathLst>
                <a:path w="1978" h="239" extrusionOk="0">
                  <a:moveTo>
                    <a:pt x="167" y="0"/>
                  </a:moveTo>
                  <a:cubicBezTo>
                    <a:pt x="72" y="0"/>
                    <a:pt x="1" y="72"/>
                    <a:pt x="48" y="143"/>
                  </a:cubicBezTo>
                  <a:cubicBezTo>
                    <a:pt x="72" y="215"/>
                    <a:pt x="96" y="238"/>
                    <a:pt x="167" y="238"/>
                  </a:cubicBezTo>
                  <a:lnTo>
                    <a:pt x="1834" y="238"/>
                  </a:lnTo>
                  <a:cubicBezTo>
                    <a:pt x="1930" y="238"/>
                    <a:pt x="1977" y="191"/>
                    <a:pt x="1954" y="95"/>
                  </a:cubicBezTo>
                  <a:cubicBezTo>
                    <a:pt x="1906" y="48"/>
                    <a:pt x="1882" y="0"/>
                    <a:pt x="183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5" name="Google Shape;21485;p138"/>
            <p:cNvSpPr/>
            <p:nvPr/>
          </p:nvSpPr>
          <p:spPr>
            <a:xfrm>
              <a:off x="5613733" y="2554878"/>
              <a:ext cx="64285" cy="7767"/>
            </a:xfrm>
            <a:custGeom>
              <a:avLst/>
              <a:gdLst/>
              <a:ahLst/>
              <a:cxnLst/>
              <a:rect l="l" t="t" r="r" b="b"/>
              <a:pathLst>
                <a:path w="1978" h="239" extrusionOk="0">
                  <a:moveTo>
                    <a:pt x="167" y="1"/>
                  </a:moveTo>
                  <a:cubicBezTo>
                    <a:pt x="72" y="1"/>
                    <a:pt x="1" y="72"/>
                    <a:pt x="48" y="168"/>
                  </a:cubicBezTo>
                  <a:cubicBezTo>
                    <a:pt x="72" y="215"/>
                    <a:pt x="96" y="239"/>
                    <a:pt x="167" y="239"/>
                  </a:cubicBezTo>
                  <a:lnTo>
                    <a:pt x="1834" y="239"/>
                  </a:lnTo>
                  <a:cubicBezTo>
                    <a:pt x="1930" y="239"/>
                    <a:pt x="1977" y="191"/>
                    <a:pt x="1954" y="96"/>
                  </a:cubicBezTo>
                  <a:cubicBezTo>
                    <a:pt x="1906" y="48"/>
                    <a:pt x="1882" y="1"/>
                    <a:pt x="183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6" name="Google Shape;21486;p138"/>
            <p:cNvSpPr/>
            <p:nvPr/>
          </p:nvSpPr>
          <p:spPr>
            <a:xfrm>
              <a:off x="5613733" y="2577336"/>
              <a:ext cx="64285" cy="7767"/>
            </a:xfrm>
            <a:custGeom>
              <a:avLst/>
              <a:gdLst/>
              <a:ahLst/>
              <a:cxnLst/>
              <a:rect l="l" t="t" r="r" b="b"/>
              <a:pathLst>
                <a:path w="1978" h="239" extrusionOk="0">
                  <a:moveTo>
                    <a:pt x="167" y="0"/>
                  </a:moveTo>
                  <a:cubicBezTo>
                    <a:pt x="72" y="0"/>
                    <a:pt x="1" y="72"/>
                    <a:pt x="48" y="143"/>
                  </a:cubicBezTo>
                  <a:cubicBezTo>
                    <a:pt x="72" y="215"/>
                    <a:pt x="96" y="239"/>
                    <a:pt x="167" y="239"/>
                  </a:cubicBezTo>
                  <a:lnTo>
                    <a:pt x="1834" y="239"/>
                  </a:lnTo>
                  <a:cubicBezTo>
                    <a:pt x="1930" y="239"/>
                    <a:pt x="1977" y="143"/>
                    <a:pt x="1954" y="96"/>
                  </a:cubicBezTo>
                  <a:cubicBezTo>
                    <a:pt x="1906" y="48"/>
                    <a:pt x="1882" y="0"/>
                    <a:pt x="183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7" name="Google Shape;21487;p138"/>
            <p:cNvSpPr/>
            <p:nvPr/>
          </p:nvSpPr>
          <p:spPr>
            <a:xfrm>
              <a:off x="5674118" y="2742956"/>
              <a:ext cx="58857" cy="72410"/>
            </a:xfrm>
            <a:custGeom>
              <a:avLst/>
              <a:gdLst/>
              <a:ahLst/>
              <a:cxnLst/>
              <a:rect l="l" t="t" r="r" b="b"/>
              <a:pathLst>
                <a:path w="1811" h="2228" extrusionOk="0">
                  <a:moveTo>
                    <a:pt x="905" y="1"/>
                  </a:moveTo>
                  <a:cubicBezTo>
                    <a:pt x="548" y="1"/>
                    <a:pt x="238" y="263"/>
                    <a:pt x="191" y="620"/>
                  </a:cubicBezTo>
                  <a:lnTo>
                    <a:pt x="0" y="1930"/>
                  </a:lnTo>
                  <a:lnTo>
                    <a:pt x="0" y="2192"/>
                  </a:lnTo>
                  <a:cubicBezTo>
                    <a:pt x="36" y="2215"/>
                    <a:pt x="483" y="2227"/>
                    <a:pt x="920" y="2227"/>
                  </a:cubicBezTo>
                  <a:cubicBezTo>
                    <a:pt x="1358" y="2227"/>
                    <a:pt x="1786" y="2215"/>
                    <a:pt x="1786" y="2192"/>
                  </a:cubicBezTo>
                  <a:cubicBezTo>
                    <a:pt x="1786" y="2120"/>
                    <a:pt x="1810" y="2025"/>
                    <a:pt x="1786" y="1930"/>
                  </a:cubicBezTo>
                  <a:lnTo>
                    <a:pt x="1596" y="620"/>
                  </a:lnTo>
                  <a:cubicBezTo>
                    <a:pt x="1548" y="263"/>
                    <a:pt x="1239" y="1"/>
                    <a:pt x="90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8" name="Google Shape;21488;p138"/>
            <p:cNvSpPr/>
            <p:nvPr/>
          </p:nvSpPr>
          <p:spPr>
            <a:xfrm>
              <a:off x="5676426" y="2798693"/>
              <a:ext cx="55770" cy="40267"/>
            </a:xfrm>
            <a:custGeom>
              <a:avLst/>
              <a:gdLst/>
              <a:ahLst/>
              <a:cxnLst/>
              <a:rect l="l" t="t" r="r" b="b"/>
              <a:pathLst>
                <a:path w="1716" h="1239" extrusionOk="0">
                  <a:moveTo>
                    <a:pt x="858" y="0"/>
                  </a:moveTo>
                  <a:cubicBezTo>
                    <a:pt x="501" y="0"/>
                    <a:pt x="167" y="191"/>
                    <a:pt x="1" y="477"/>
                  </a:cubicBezTo>
                  <a:cubicBezTo>
                    <a:pt x="48" y="905"/>
                    <a:pt x="406" y="1239"/>
                    <a:pt x="858" y="1239"/>
                  </a:cubicBezTo>
                  <a:cubicBezTo>
                    <a:pt x="1311" y="1239"/>
                    <a:pt x="1668" y="905"/>
                    <a:pt x="1715" y="477"/>
                  </a:cubicBezTo>
                  <a:cubicBezTo>
                    <a:pt x="1525" y="191"/>
                    <a:pt x="1215" y="0"/>
                    <a:pt x="85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9" name="Google Shape;21489;p138"/>
            <p:cNvSpPr/>
            <p:nvPr/>
          </p:nvSpPr>
          <p:spPr>
            <a:xfrm>
              <a:off x="5698103" y="2758328"/>
              <a:ext cx="11635" cy="15340"/>
            </a:xfrm>
            <a:custGeom>
              <a:avLst/>
              <a:gdLst/>
              <a:ahLst/>
              <a:cxnLst/>
              <a:rect l="l" t="t" r="r" b="b"/>
              <a:pathLst>
                <a:path w="358" h="472" extrusionOk="0">
                  <a:moveTo>
                    <a:pt x="158" y="0"/>
                  </a:moveTo>
                  <a:cubicBezTo>
                    <a:pt x="145" y="0"/>
                    <a:pt x="132" y="1"/>
                    <a:pt x="120" y="4"/>
                  </a:cubicBezTo>
                  <a:cubicBezTo>
                    <a:pt x="72" y="4"/>
                    <a:pt x="1" y="99"/>
                    <a:pt x="1" y="147"/>
                  </a:cubicBezTo>
                  <a:lnTo>
                    <a:pt x="1" y="314"/>
                  </a:lnTo>
                  <a:cubicBezTo>
                    <a:pt x="1" y="361"/>
                    <a:pt x="48" y="456"/>
                    <a:pt x="120" y="456"/>
                  </a:cubicBezTo>
                  <a:cubicBezTo>
                    <a:pt x="145" y="467"/>
                    <a:pt x="170" y="471"/>
                    <a:pt x="195" y="471"/>
                  </a:cubicBezTo>
                  <a:cubicBezTo>
                    <a:pt x="284" y="471"/>
                    <a:pt x="358" y="407"/>
                    <a:pt x="358" y="314"/>
                  </a:cubicBezTo>
                  <a:lnTo>
                    <a:pt x="358" y="147"/>
                  </a:lnTo>
                  <a:cubicBezTo>
                    <a:pt x="358" y="83"/>
                    <a:pt x="263" y="0"/>
                    <a:pt x="15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90" name="Google Shape;21490;p138"/>
          <p:cNvGrpSpPr/>
          <p:nvPr/>
        </p:nvGrpSpPr>
        <p:grpSpPr>
          <a:xfrm>
            <a:off x="4767011" y="2360683"/>
            <a:ext cx="358378" cy="294938"/>
            <a:chOff x="4767011" y="2513083"/>
            <a:chExt cx="358378" cy="294938"/>
          </a:xfrm>
        </p:grpSpPr>
        <p:sp>
          <p:nvSpPr>
            <p:cNvPr id="21491" name="Google Shape;21491;p138"/>
            <p:cNvSpPr/>
            <p:nvPr/>
          </p:nvSpPr>
          <p:spPr>
            <a:xfrm>
              <a:off x="4900131" y="2743736"/>
              <a:ext cx="92138" cy="59638"/>
            </a:xfrm>
            <a:custGeom>
              <a:avLst/>
              <a:gdLst/>
              <a:ahLst/>
              <a:cxnLst/>
              <a:rect l="l" t="t" r="r" b="b"/>
              <a:pathLst>
                <a:path w="2835" h="1835" extrusionOk="0">
                  <a:moveTo>
                    <a:pt x="1406" y="1"/>
                  </a:moveTo>
                  <a:lnTo>
                    <a:pt x="215" y="215"/>
                  </a:lnTo>
                  <a:lnTo>
                    <a:pt x="1" y="1834"/>
                  </a:lnTo>
                  <a:lnTo>
                    <a:pt x="2835" y="1834"/>
                  </a:lnTo>
                  <a:lnTo>
                    <a:pt x="2597" y="215"/>
                  </a:lnTo>
                  <a:lnTo>
                    <a:pt x="140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2" name="Google Shape;21492;p138"/>
            <p:cNvSpPr/>
            <p:nvPr/>
          </p:nvSpPr>
          <p:spPr>
            <a:xfrm>
              <a:off x="4964383" y="2743736"/>
              <a:ext cx="27885" cy="59638"/>
            </a:xfrm>
            <a:custGeom>
              <a:avLst/>
              <a:gdLst/>
              <a:ahLst/>
              <a:cxnLst/>
              <a:rect l="l" t="t" r="r" b="b"/>
              <a:pathLst>
                <a:path w="858" h="1835" extrusionOk="0">
                  <a:moveTo>
                    <a:pt x="405" y="1"/>
                  </a:moveTo>
                  <a:lnTo>
                    <a:pt x="0" y="215"/>
                  </a:lnTo>
                  <a:lnTo>
                    <a:pt x="191" y="1834"/>
                  </a:lnTo>
                  <a:lnTo>
                    <a:pt x="858" y="1834"/>
                  </a:lnTo>
                  <a:lnTo>
                    <a:pt x="643" y="215"/>
                  </a:lnTo>
                  <a:lnTo>
                    <a:pt x="405" y="1"/>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3" name="Google Shape;21493;p138"/>
            <p:cNvSpPr/>
            <p:nvPr/>
          </p:nvSpPr>
          <p:spPr>
            <a:xfrm>
              <a:off x="4872278" y="2797133"/>
              <a:ext cx="147875" cy="10888"/>
            </a:xfrm>
            <a:custGeom>
              <a:avLst/>
              <a:gdLst/>
              <a:ahLst/>
              <a:cxnLst/>
              <a:rect l="l" t="t" r="r" b="b"/>
              <a:pathLst>
                <a:path w="4550" h="335" extrusionOk="0">
                  <a:moveTo>
                    <a:pt x="167" y="1"/>
                  </a:moveTo>
                  <a:cubicBezTo>
                    <a:pt x="48" y="1"/>
                    <a:pt x="0" y="96"/>
                    <a:pt x="0" y="191"/>
                  </a:cubicBezTo>
                  <a:cubicBezTo>
                    <a:pt x="24" y="263"/>
                    <a:pt x="96" y="334"/>
                    <a:pt x="167" y="334"/>
                  </a:cubicBezTo>
                  <a:lnTo>
                    <a:pt x="4382" y="334"/>
                  </a:lnTo>
                  <a:cubicBezTo>
                    <a:pt x="4454" y="334"/>
                    <a:pt x="4549" y="263"/>
                    <a:pt x="4549" y="144"/>
                  </a:cubicBezTo>
                  <a:cubicBezTo>
                    <a:pt x="4525" y="48"/>
                    <a:pt x="4454" y="1"/>
                    <a:pt x="4382"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4" name="Google Shape;21494;p138"/>
            <p:cNvSpPr/>
            <p:nvPr/>
          </p:nvSpPr>
          <p:spPr>
            <a:xfrm>
              <a:off x="4767011" y="2513083"/>
              <a:ext cx="357597" cy="206700"/>
            </a:xfrm>
            <a:custGeom>
              <a:avLst/>
              <a:gdLst/>
              <a:ahLst/>
              <a:cxnLst/>
              <a:rect l="l" t="t" r="r" b="b"/>
              <a:pathLst>
                <a:path w="11003" h="6360" extrusionOk="0">
                  <a:moveTo>
                    <a:pt x="429" y="1"/>
                  </a:moveTo>
                  <a:cubicBezTo>
                    <a:pt x="191" y="1"/>
                    <a:pt x="1" y="191"/>
                    <a:pt x="1" y="429"/>
                  </a:cubicBezTo>
                  <a:lnTo>
                    <a:pt x="1" y="6121"/>
                  </a:lnTo>
                  <a:lnTo>
                    <a:pt x="5549" y="6359"/>
                  </a:lnTo>
                  <a:lnTo>
                    <a:pt x="11003" y="6121"/>
                  </a:lnTo>
                  <a:lnTo>
                    <a:pt x="11003" y="429"/>
                  </a:lnTo>
                  <a:cubicBezTo>
                    <a:pt x="11003" y="191"/>
                    <a:pt x="10789" y="1"/>
                    <a:pt x="1055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5" name="Google Shape;21495;p138"/>
            <p:cNvSpPr/>
            <p:nvPr/>
          </p:nvSpPr>
          <p:spPr>
            <a:xfrm>
              <a:off x="5088988" y="2513083"/>
              <a:ext cx="35620" cy="206700"/>
            </a:xfrm>
            <a:custGeom>
              <a:avLst/>
              <a:gdLst/>
              <a:ahLst/>
              <a:cxnLst/>
              <a:rect l="l" t="t" r="r" b="b"/>
              <a:pathLst>
                <a:path w="1096" h="6360" extrusionOk="0">
                  <a:moveTo>
                    <a:pt x="1" y="1"/>
                  </a:moveTo>
                  <a:cubicBezTo>
                    <a:pt x="239" y="1"/>
                    <a:pt x="453" y="168"/>
                    <a:pt x="453" y="406"/>
                  </a:cubicBezTo>
                  <a:lnTo>
                    <a:pt x="453" y="6359"/>
                  </a:lnTo>
                  <a:lnTo>
                    <a:pt x="1096" y="6121"/>
                  </a:lnTo>
                  <a:lnTo>
                    <a:pt x="1096" y="429"/>
                  </a:lnTo>
                  <a:cubicBezTo>
                    <a:pt x="1096" y="191"/>
                    <a:pt x="882" y="1"/>
                    <a:pt x="644"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6" name="Google Shape;21496;p138"/>
            <p:cNvSpPr/>
            <p:nvPr/>
          </p:nvSpPr>
          <p:spPr>
            <a:xfrm>
              <a:off x="4803378" y="2565733"/>
              <a:ext cx="281775" cy="147063"/>
            </a:xfrm>
            <a:custGeom>
              <a:avLst/>
              <a:gdLst/>
              <a:ahLst/>
              <a:cxnLst/>
              <a:rect l="l" t="t" r="r" b="b"/>
              <a:pathLst>
                <a:path w="8670" h="4525" extrusionOk="0">
                  <a:moveTo>
                    <a:pt x="1" y="0"/>
                  </a:moveTo>
                  <a:lnTo>
                    <a:pt x="1" y="4525"/>
                  </a:lnTo>
                  <a:lnTo>
                    <a:pt x="8669" y="4525"/>
                  </a:lnTo>
                  <a:lnTo>
                    <a:pt x="8669" y="262"/>
                  </a:lnTo>
                  <a:cubicBezTo>
                    <a:pt x="8669" y="119"/>
                    <a:pt x="8550" y="0"/>
                    <a:pt x="840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7" name="Google Shape;21497;p138"/>
            <p:cNvSpPr/>
            <p:nvPr/>
          </p:nvSpPr>
          <p:spPr>
            <a:xfrm>
              <a:off x="5054148" y="2564953"/>
              <a:ext cx="31005" cy="147095"/>
            </a:xfrm>
            <a:custGeom>
              <a:avLst/>
              <a:gdLst/>
              <a:ahLst/>
              <a:cxnLst/>
              <a:rect l="l" t="t" r="r" b="b"/>
              <a:pathLst>
                <a:path w="954" h="4526" extrusionOk="0">
                  <a:moveTo>
                    <a:pt x="1" y="0"/>
                  </a:moveTo>
                  <a:cubicBezTo>
                    <a:pt x="144" y="0"/>
                    <a:pt x="263" y="119"/>
                    <a:pt x="263" y="262"/>
                  </a:cubicBezTo>
                  <a:lnTo>
                    <a:pt x="263" y="4525"/>
                  </a:lnTo>
                  <a:lnTo>
                    <a:pt x="930" y="4525"/>
                  </a:lnTo>
                  <a:lnTo>
                    <a:pt x="930" y="262"/>
                  </a:lnTo>
                  <a:cubicBezTo>
                    <a:pt x="953" y="119"/>
                    <a:pt x="811" y="0"/>
                    <a:pt x="64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8" name="Google Shape;21498;p138"/>
            <p:cNvSpPr/>
            <p:nvPr/>
          </p:nvSpPr>
          <p:spPr>
            <a:xfrm>
              <a:off x="4802631" y="2541716"/>
              <a:ext cx="74328" cy="24050"/>
            </a:xfrm>
            <a:custGeom>
              <a:avLst/>
              <a:gdLst/>
              <a:ahLst/>
              <a:cxnLst/>
              <a:rect l="l" t="t" r="r" b="b"/>
              <a:pathLst>
                <a:path w="2287" h="740" extrusionOk="0">
                  <a:moveTo>
                    <a:pt x="286" y="1"/>
                  </a:moveTo>
                  <a:cubicBezTo>
                    <a:pt x="143" y="1"/>
                    <a:pt x="0" y="120"/>
                    <a:pt x="0" y="311"/>
                  </a:cubicBezTo>
                  <a:lnTo>
                    <a:pt x="0" y="739"/>
                  </a:lnTo>
                  <a:lnTo>
                    <a:pt x="2286" y="739"/>
                  </a:lnTo>
                  <a:lnTo>
                    <a:pt x="2286" y="311"/>
                  </a:lnTo>
                  <a:cubicBezTo>
                    <a:pt x="2286" y="120"/>
                    <a:pt x="2167" y="1"/>
                    <a:pt x="202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9" name="Google Shape;21499;p138"/>
            <p:cNvSpPr/>
            <p:nvPr/>
          </p:nvSpPr>
          <p:spPr>
            <a:xfrm>
              <a:off x="4803378" y="2604408"/>
              <a:ext cx="66625" cy="72020"/>
            </a:xfrm>
            <a:custGeom>
              <a:avLst/>
              <a:gdLst/>
              <a:ahLst/>
              <a:cxnLst/>
              <a:rect l="l" t="t" r="r" b="b"/>
              <a:pathLst>
                <a:path w="2050" h="2216" extrusionOk="0">
                  <a:moveTo>
                    <a:pt x="1" y="1"/>
                  </a:moveTo>
                  <a:lnTo>
                    <a:pt x="1" y="2216"/>
                  </a:lnTo>
                  <a:lnTo>
                    <a:pt x="1192" y="2216"/>
                  </a:lnTo>
                  <a:cubicBezTo>
                    <a:pt x="1668" y="2216"/>
                    <a:pt x="2049" y="1835"/>
                    <a:pt x="2049" y="1358"/>
                  </a:cubicBezTo>
                  <a:lnTo>
                    <a:pt x="2049" y="882"/>
                  </a:lnTo>
                  <a:cubicBezTo>
                    <a:pt x="2049" y="406"/>
                    <a:pt x="1668" y="1"/>
                    <a:pt x="1192"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0" name="Google Shape;21500;p138"/>
            <p:cNvSpPr/>
            <p:nvPr/>
          </p:nvSpPr>
          <p:spPr>
            <a:xfrm>
              <a:off x="4829703" y="2618351"/>
              <a:ext cx="11635" cy="11635"/>
            </a:xfrm>
            <a:custGeom>
              <a:avLst/>
              <a:gdLst/>
              <a:ahLst/>
              <a:cxnLst/>
              <a:rect l="l" t="t" r="r" b="b"/>
              <a:pathLst>
                <a:path w="358" h="358" extrusionOk="0">
                  <a:moveTo>
                    <a:pt x="167" y="1"/>
                  </a:moveTo>
                  <a:cubicBezTo>
                    <a:pt x="72" y="1"/>
                    <a:pt x="1" y="72"/>
                    <a:pt x="1" y="167"/>
                  </a:cubicBezTo>
                  <a:cubicBezTo>
                    <a:pt x="1" y="263"/>
                    <a:pt x="72" y="358"/>
                    <a:pt x="167" y="358"/>
                  </a:cubicBezTo>
                  <a:cubicBezTo>
                    <a:pt x="263" y="358"/>
                    <a:pt x="358" y="263"/>
                    <a:pt x="358" y="167"/>
                  </a:cubicBezTo>
                  <a:cubicBezTo>
                    <a:pt x="358" y="72"/>
                    <a:pt x="263"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1" name="Google Shape;21501;p138"/>
            <p:cNvSpPr/>
            <p:nvPr/>
          </p:nvSpPr>
          <p:spPr>
            <a:xfrm>
              <a:off x="4829703" y="2636941"/>
              <a:ext cx="10888" cy="21840"/>
            </a:xfrm>
            <a:custGeom>
              <a:avLst/>
              <a:gdLst/>
              <a:ahLst/>
              <a:cxnLst/>
              <a:rect l="l" t="t" r="r" b="b"/>
              <a:pathLst>
                <a:path w="335" h="672" extrusionOk="0">
                  <a:moveTo>
                    <a:pt x="144" y="0"/>
                  </a:moveTo>
                  <a:cubicBezTo>
                    <a:pt x="48" y="0"/>
                    <a:pt x="1" y="72"/>
                    <a:pt x="1" y="167"/>
                  </a:cubicBezTo>
                  <a:lnTo>
                    <a:pt x="1" y="524"/>
                  </a:lnTo>
                  <a:cubicBezTo>
                    <a:pt x="1" y="607"/>
                    <a:pt x="73" y="672"/>
                    <a:pt x="123" y="672"/>
                  </a:cubicBezTo>
                  <a:cubicBezTo>
                    <a:pt x="130" y="672"/>
                    <a:pt x="137" y="670"/>
                    <a:pt x="144" y="667"/>
                  </a:cubicBezTo>
                  <a:cubicBezTo>
                    <a:pt x="263" y="667"/>
                    <a:pt x="334" y="619"/>
                    <a:pt x="334" y="524"/>
                  </a:cubicBezTo>
                  <a:lnTo>
                    <a:pt x="334" y="143"/>
                  </a:lnTo>
                  <a:cubicBezTo>
                    <a:pt x="334" y="48"/>
                    <a:pt x="239" y="0"/>
                    <a:pt x="14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2" name="Google Shape;21502;p138"/>
            <p:cNvSpPr/>
            <p:nvPr/>
          </p:nvSpPr>
          <p:spPr>
            <a:xfrm>
              <a:off x="4903251" y="2599793"/>
              <a:ext cx="50310" cy="10855"/>
            </a:xfrm>
            <a:custGeom>
              <a:avLst/>
              <a:gdLst/>
              <a:ahLst/>
              <a:cxnLst/>
              <a:rect l="l" t="t" r="r" b="b"/>
              <a:pathLst>
                <a:path w="1548" h="334" extrusionOk="0">
                  <a:moveTo>
                    <a:pt x="143" y="0"/>
                  </a:moveTo>
                  <a:cubicBezTo>
                    <a:pt x="48" y="0"/>
                    <a:pt x="0" y="95"/>
                    <a:pt x="0" y="191"/>
                  </a:cubicBezTo>
                  <a:cubicBezTo>
                    <a:pt x="0" y="262"/>
                    <a:pt x="95" y="333"/>
                    <a:pt x="167" y="333"/>
                  </a:cubicBezTo>
                  <a:lnTo>
                    <a:pt x="1405" y="333"/>
                  </a:lnTo>
                  <a:cubicBezTo>
                    <a:pt x="1477" y="333"/>
                    <a:pt x="1548" y="238"/>
                    <a:pt x="1548" y="143"/>
                  </a:cubicBezTo>
                  <a:cubicBezTo>
                    <a:pt x="1548" y="48"/>
                    <a:pt x="1453" y="0"/>
                    <a:pt x="135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3" name="Google Shape;21503;p138"/>
            <p:cNvSpPr/>
            <p:nvPr/>
          </p:nvSpPr>
          <p:spPr>
            <a:xfrm>
              <a:off x="4900911" y="2623778"/>
              <a:ext cx="146315" cy="10855"/>
            </a:xfrm>
            <a:custGeom>
              <a:avLst/>
              <a:gdLst/>
              <a:ahLst/>
              <a:cxnLst/>
              <a:rect l="l" t="t" r="r" b="b"/>
              <a:pathLst>
                <a:path w="4502" h="334" extrusionOk="0">
                  <a:moveTo>
                    <a:pt x="191" y="0"/>
                  </a:moveTo>
                  <a:cubicBezTo>
                    <a:pt x="72" y="0"/>
                    <a:pt x="1" y="96"/>
                    <a:pt x="1" y="191"/>
                  </a:cubicBezTo>
                  <a:cubicBezTo>
                    <a:pt x="48" y="286"/>
                    <a:pt x="96" y="334"/>
                    <a:pt x="191" y="334"/>
                  </a:cubicBezTo>
                  <a:lnTo>
                    <a:pt x="4335" y="334"/>
                  </a:lnTo>
                  <a:cubicBezTo>
                    <a:pt x="4454" y="334"/>
                    <a:pt x="4502" y="238"/>
                    <a:pt x="4502" y="167"/>
                  </a:cubicBezTo>
                  <a:cubicBezTo>
                    <a:pt x="4478" y="72"/>
                    <a:pt x="4406" y="0"/>
                    <a:pt x="433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4" name="Google Shape;21504;p138"/>
            <p:cNvSpPr/>
            <p:nvPr/>
          </p:nvSpPr>
          <p:spPr>
            <a:xfrm>
              <a:off x="4900911" y="2646983"/>
              <a:ext cx="146315" cy="10888"/>
            </a:xfrm>
            <a:custGeom>
              <a:avLst/>
              <a:gdLst/>
              <a:ahLst/>
              <a:cxnLst/>
              <a:rect l="l" t="t" r="r" b="b"/>
              <a:pathLst>
                <a:path w="4502" h="335" extrusionOk="0">
                  <a:moveTo>
                    <a:pt x="191" y="1"/>
                  </a:moveTo>
                  <a:cubicBezTo>
                    <a:pt x="72" y="1"/>
                    <a:pt x="1" y="96"/>
                    <a:pt x="1" y="191"/>
                  </a:cubicBezTo>
                  <a:cubicBezTo>
                    <a:pt x="48" y="286"/>
                    <a:pt x="96" y="334"/>
                    <a:pt x="191" y="334"/>
                  </a:cubicBezTo>
                  <a:lnTo>
                    <a:pt x="4335" y="334"/>
                  </a:lnTo>
                  <a:cubicBezTo>
                    <a:pt x="4454" y="334"/>
                    <a:pt x="4502" y="239"/>
                    <a:pt x="4502" y="144"/>
                  </a:cubicBezTo>
                  <a:cubicBezTo>
                    <a:pt x="4478" y="72"/>
                    <a:pt x="4406" y="1"/>
                    <a:pt x="4335"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5" name="Google Shape;21505;p138"/>
            <p:cNvSpPr/>
            <p:nvPr/>
          </p:nvSpPr>
          <p:spPr>
            <a:xfrm>
              <a:off x="4900911" y="2670221"/>
              <a:ext cx="146315" cy="10855"/>
            </a:xfrm>
            <a:custGeom>
              <a:avLst/>
              <a:gdLst/>
              <a:ahLst/>
              <a:cxnLst/>
              <a:rect l="l" t="t" r="r" b="b"/>
              <a:pathLst>
                <a:path w="4502" h="334" extrusionOk="0">
                  <a:moveTo>
                    <a:pt x="191" y="0"/>
                  </a:moveTo>
                  <a:cubicBezTo>
                    <a:pt x="72" y="0"/>
                    <a:pt x="1" y="95"/>
                    <a:pt x="1" y="191"/>
                  </a:cubicBezTo>
                  <a:cubicBezTo>
                    <a:pt x="48" y="286"/>
                    <a:pt x="96" y="334"/>
                    <a:pt x="191" y="334"/>
                  </a:cubicBezTo>
                  <a:lnTo>
                    <a:pt x="4335" y="334"/>
                  </a:lnTo>
                  <a:cubicBezTo>
                    <a:pt x="4454" y="334"/>
                    <a:pt x="4502" y="238"/>
                    <a:pt x="4502" y="167"/>
                  </a:cubicBezTo>
                  <a:cubicBezTo>
                    <a:pt x="4478" y="72"/>
                    <a:pt x="4406" y="0"/>
                    <a:pt x="433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6" name="Google Shape;21506;p138"/>
            <p:cNvSpPr/>
            <p:nvPr/>
          </p:nvSpPr>
          <p:spPr>
            <a:xfrm>
              <a:off x="4767791" y="2712016"/>
              <a:ext cx="357597" cy="38708"/>
            </a:xfrm>
            <a:custGeom>
              <a:avLst/>
              <a:gdLst/>
              <a:ahLst/>
              <a:cxnLst/>
              <a:rect l="l" t="t" r="r" b="b"/>
              <a:pathLst>
                <a:path w="11003" h="1191" extrusionOk="0">
                  <a:moveTo>
                    <a:pt x="1" y="0"/>
                  </a:moveTo>
                  <a:lnTo>
                    <a:pt x="1" y="738"/>
                  </a:lnTo>
                  <a:cubicBezTo>
                    <a:pt x="1" y="977"/>
                    <a:pt x="215" y="1191"/>
                    <a:pt x="453" y="1191"/>
                  </a:cubicBezTo>
                  <a:lnTo>
                    <a:pt x="10574" y="1191"/>
                  </a:lnTo>
                  <a:cubicBezTo>
                    <a:pt x="10812" y="1191"/>
                    <a:pt x="11003" y="977"/>
                    <a:pt x="11003" y="738"/>
                  </a:cubicBezTo>
                  <a:lnTo>
                    <a:pt x="11003"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7" name="Google Shape;21507;p138"/>
            <p:cNvSpPr/>
            <p:nvPr/>
          </p:nvSpPr>
          <p:spPr>
            <a:xfrm>
              <a:off x="5088988" y="2712016"/>
              <a:ext cx="35620" cy="38708"/>
            </a:xfrm>
            <a:custGeom>
              <a:avLst/>
              <a:gdLst/>
              <a:ahLst/>
              <a:cxnLst/>
              <a:rect l="l" t="t" r="r" b="b"/>
              <a:pathLst>
                <a:path w="1096" h="1191" extrusionOk="0">
                  <a:moveTo>
                    <a:pt x="453" y="0"/>
                  </a:moveTo>
                  <a:lnTo>
                    <a:pt x="453" y="738"/>
                  </a:lnTo>
                  <a:cubicBezTo>
                    <a:pt x="453" y="977"/>
                    <a:pt x="239" y="1191"/>
                    <a:pt x="1" y="1191"/>
                  </a:cubicBezTo>
                  <a:lnTo>
                    <a:pt x="644" y="1191"/>
                  </a:lnTo>
                  <a:cubicBezTo>
                    <a:pt x="882" y="1191"/>
                    <a:pt x="1096" y="977"/>
                    <a:pt x="1096" y="738"/>
                  </a:cubicBezTo>
                  <a:lnTo>
                    <a:pt x="1096" y="0"/>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8" name="Google Shape;21508;p138"/>
          <p:cNvGrpSpPr/>
          <p:nvPr/>
        </p:nvGrpSpPr>
        <p:grpSpPr>
          <a:xfrm>
            <a:off x="4024776" y="2391656"/>
            <a:ext cx="361465" cy="232992"/>
            <a:chOff x="4024776" y="2544056"/>
            <a:chExt cx="361465" cy="232992"/>
          </a:xfrm>
        </p:grpSpPr>
        <p:sp>
          <p:nvSpPr>
            <p:cNvPr id="21509" name="Google Shape;21509;p138"/>
            <p:cNvSpPr/>
            <p:nvPr/>
          </p:nvSpPr>
          <p:spPr>
            <a:xfrm>
              <a:off x="4150161" y="2656278"/>
              <a:ext cx="110728" cy="86710"/>
            </a:xfrm>
            <a:custGeom>
              <a:avLst/>
              <a:gdLst/>
              <a:ahLst/>
              <a:cxnLst/>
              <a:rect l="l" t="t" r="r" b="b"/>
              <a:pathLst>
                <a:path w="3407" h="2668" extrusionOk="0">
                  <a:moveTo>
                    <a:pt x="453" y="0"/>
                  </a:moveTo>
                  <a:lnTo>
                    <a:pt x="1" y="2668"/>
                  </a:lnTo>
                  <a:lnTo>
                    <a:pt x="3406" y="2668"/>
                  </a:lnTo>
                  <a:lnTo>
                    <a:pt x="2977" y="0"/>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0" name="Google Shape;21510;p138"/>
            <p:cNvSpPr/>
            <p:nvPr/>
          </p:nvSpPr>
          <p:spPr>
            <a:xfrm>
              <a:off x="4225236" y="2656278"/>
              <a:ext cx="35653" cy="86710"/>
            </a:xfrm>
            <a:custGeom>
              <a:avLst/>
              <a:gdLst/>
              <a:ahLst/>
              <a:cxnLst/>
              <a:rect l="l" t="t" r="r" b="b"/>
              <a:pathLst>
                <a:path w="1097" h="2668" extrusionOk="0">
                  <a:moveTo>
                    <a:pt x="1" y="0"/>
                  </a:moveTo>
                  <a:lnTo>
                    <a:pt x="429" y="2668"/>
                  </a:lnTo>
                  <a:lnTo>
                    <a:pt x="1096" y="2668"/>
                  </a:lnTo>
                  <a:lnTo>
                    <a:pt x="644" y="0"/>
                  </a:ln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1" name="Google Shape;21511;p138"/>
            <p:cNvSpPr/>
            <p:nvPr/>
          </p:nvSpPr>
          <p:spPr>
            <a:xfrm>
              <a:off x="4120748" y="2736781"/>
              <a:ext cx="170300" cy="40267"/>
            </a:xfrm>
            <a:custGeom>
              <a:avLst/>
              <a:gdLst/>
              <a:ahLst/>
              <a:cxnLst/>
              <a:rect l="l" t="t" r="r" b="b"/>
              <a:pathLst>
                <a:path w="5240" h="1239" extrusionOk="0">
                  <a:moveTo>
                    <a:pt x="167" y="0"/>
                  </a:moveTo>
                  <a:cubicBezTo>
                    <a:pt x="72" y="0"/>
                    <a:pt x="1" y="95"/>
                    <a:pt x="1" y="191"/>
                  </a:cubicBezTo>
                  <a:lnTo>
                    <a:pt x="1" y="381"/>
                  </a:lnTo>
                  <a:cubicBezTo>
                    <a:pt x="1" y="858"/>
                    <a:pt x="382" y="1239"/>
                    <a:pt x="858" y="1239"/>
                  </a:cubicBezTo>
                  <a:lnTo>
                    <a:pt x="4359" y="1239"/>
                  </a:lnTo>
                  <a:cubicBezTo>
                    <a:pt x="4835" y="1239"/>
                    <a:pt x="5240" y="858"/>
                    <a:pt x="5240" y="381"/>
                  </a:cubicBezTo>
                  <a:lnTo>
                    <a:pt x="5240" y="191"/>
                  </a:lnTo>
                  <a:cubicBezTo>
                    <a:pt x="5240" y="95"/>
                    <a:pt x="5145" y="0"/>
                    <a:pt x="5049"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2" name="Google Shape;21512;p138"/>
            <p:cNvSpPr/>
            <p:nvPr/>
          </p:nvSpPr>
          <p:spPr>
            <a:xfrm>
              <a:off x="4024776" y="2544056"/>
              <a:ext cx="361465" cy="117683"/>
            </a:xfrm>
            <a:custGeom>
              <a:avLst/>
              <a:gdLst/>
              <a:ahLst/>
              <a:cxnLst/>
              <a:rect l="l" t="t" r="r" b="b"/>
              <a:pathLst>
                <a:path w="11122" h="3621" extrusionOk="0">
                  <a:moveTo>
                    <a:pt x="1882" y="0"/>
                  </a:moveTo>
                  <a:cubicBezTo>
                    <a:pt x="834" y="0"/>
                    <a:pt x="1" y="882"/>
                    <a:pt x="48" y="1929"/>
                  </a:cubicBezTo>
                  <a:cubicBezTo>
                    <a:pt x="120" y="2882"/>
                    <a:pt x="953" y="3620"/>
                    <a:pt x="1906" y="3620"/>
                  </a:cubicBezTo>
                  <a:lnTo>
                    <a:pt x="9264" y="3620"/>
                  </a:lnTo>
                  <a:cubicBezTo>
                    <a:pt x="10288" y="3620"/>
                    <a:pt x="11122" y="2763"/>
                    <a:pt x="11074" y="1691"/>
                  </a:cubicBezTo>
                  <a:cubicBezTo>
                    <a:pt x="11003" y="739"/>
                    <a:pt x="10169" y="0"/>
                    <a:pt x="9217"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3" name="Google Shape;21513;p138"/>
            <p:cNvSpPr/>
            <p:nvPr/>
          </p:nvSpPr>
          <p:spPr>
            <a:xfrm>
              <a:off x="4241486" y="2736781"/>
              <a:ext cx="49563" cy="38708"/>
            </a:xfrm>
            <a:custGeom>
              <a:avLst/>
              <a:gdLst/>
              <a:ahLst/>
              <a:cxnLst/>
              <a:rect l="l" t="t" r="r" b="b"/>
              <a:pathLst>
                <a:path w="1525" h="1191" extrusionOk="0">
                  <a:moveTo>
                    <a:pt x="691" y="0"/>
                  </a:moveTo>
                  <a:cubicBezTo>
                    <a:pt x="763" y="0"/>
                    <a:pt x="858" y="95"/>
                    <a:pt x="858" y="191"/>
                  </a:cubicBezTo>
                  <a:lnTo>
                    <a:pt x="858" y="334"/>
                  </a:lnTo>
                  <a:cubicBezTo>
                    <a:pt x="858" y="810"/>
                    <a:pt x="477" y="1191"/>
                    <a:pt x="1" y="1191"/>
                  </a:cubicBezTo>
                  <a:lnTo>
                    <a:pt x="644" y="1191"/>
                  </a:lnTo>
                  <a:cubicBezTo>
                    <a:pt x="1120" y="1191"/>
                    <a:pt x="1525" y="810"/>
                    <a:pt x="1525" y="334"/>
                  </a:cubicBezTo>
                  <a:lnTo>
                    <a:pt x="1525" y="191"/>
                  </a:lnTo>
                  <a:cubicBezTo>
                    <a:pt x="1525" y="95"/>
                    <a:pt x="1430" y="0"/>
                    <a:pt x="1334"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4" name="Google Shape;21514;p138"/>
            <p:cNvSpPr/>
            <p:nvPr/>
          </p:nvSpPr>
          <p:spPr>
            <a:xfrm>
              <a:off x="4303398" y="2544056"/>
              <a:ext cx="82843" cy="117683"/>
            </a:xfrm>
            <a:custGeom>
              <a:avLst/>
              <a:gdLst/>
              <a:ahLst/>
              <a:cxnLst/>
              <a:rect l="l" t="t" r="r" b="b"/>
              <a:pathLst>
                <a:path w="2549" h="3621" extrusionOk="0">
                  <a:moveTo>
                    <a:pt x="1" y="0"/>
                  </a:moveTo>
                  <a:cubicBezTo>
                    <a:pt x="1001" y="0"/>
                    <a:pt x="1811" y="786"/>
                    <a:pt x="1811" y="1810"/>
                  </a:cubicBezTo>
                  <a:cubicBezTo>
                    <a:pt x="1811" y="2811"/>
                    <a:pt x="1001" y="3620"/>
                    <a:pt x="1" y="3620"/>
                  </a:cubicBezTo>
                  <a:lnTo>
                    <a:pt x="644" y="3620"/>
                  </a:lnTo>
                  <a:cubicBezTo>
                    <a:pt x="1715" y="3620"/>
                    <a:pt x="2549" y="2763"/>
                    <a:pt x="2501" y="1691"/>
                  </a:cubicBezTo>
                  <a:cubicBezTo>
                    <a:pt x="2430" y="739"/>
                    <a:pt x="1644" y="0"/>
                    <a:pt x="644"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5" name="Google Shape;21515;p138"/>
            <p:cNvSpPr/>
            <p:nvPr/>
          </p:nvSpPr>
          <p:spPr>
            <a:xfrm>
              <a:off x="4168751" y="2565733"/>
              <a:ext cx="73547" cy="73547"/>
            </a:xfrm>
            <a:custGeom>
              <a:avLst/>
              <a:gdLst/>
              <a:ahLst/>
              <a:cxnLst/>
              <a:rect l="l" t="t" r="r" b="b"/>
              <a:pathLst>
                <a:path w="2263" h="2263" extrusionOk="0">
                  <a:moveTo>
                    <a:pt x="1143" y="0"/>
                  </a:moveTo>
                  <a:cubicBezTo>
                    <a:pt x="500" y="0"/>
                    <a:pt x="0" y="524"/>
                    <a:pt x="0" y="1143"/>
                  </a:cubicBezTo>
                  <a:cubicBezTo>
                    <a:pt x="0" y="1762"/>
                    <a:pt x="500" y="2263"/>
                    <a:pt x="1143" y="2263"/>
                  </a:cubicBezTo>
                  <a:cubicBezTo>
                    <a:pt x="1762" y="2263"/>
                    <a:pt x="2262" y="1762"/>
                    <a:pt x="2262" y="1143"/>
                  </a:cubicBezTo>
                  <a:cubicBezTo>
                    <a:pt x="2262" y="524"/>
                    <a:pt x="1762" y="0"/>
                    <a:pt x="1143"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6" name="Google Shape;21516;p138"/>
            <p:cNvSpPr/>
            <p:nvPr/>
          </p:nvSpPr>
          <p:spPr>
            <a:xfrm>
              <a:off x="4191176" y="2588158"/>
              <a:ext cx="28665" cy="29445"/>
            </a:xfrm>
            <a:custGeom>
              <a:avLst/>
              <a:gdLst/>
              <a:ahLst/>
              <a:cxnLst/>
              <a:rect l="l" t="t" r="r" b="b"/>
              <a:pathLst>
                <a:path w="882" h="906" extrusionOk="0">
                  <a:moveTo>
                    <a:pt x="453" y="1"/>
                  </a:moveTo>
                  <a:cubicBezTo>
                    <a:pt x="191" y="1"/>
                    <a:pt x="1" y="191"/>
                    <a:pt x="1" y="453"/>
                  </a:cubicBezTo>
                  <a:cubicBezTo>
                    <a:pt x="1" y="691"/>
                    <a:pt x="191" y="906"/>
                    <a:pt x="453" y="906"/>
                  </a:cubicBezTo>
                  <a:cubicBezTo>
                    <a:pt x="691" y="906"/>
                    <a:pt x="882" y="691"/>
                    <a:pt x="882" y="453"/>
                  </a:cubicBezTo>
                  <a:cubicBezTo>
                    <a:pt x="882" y="191"/>
                    <a:pt x="691" y="1"/>
                    <a:pt x="453" y="1"/>
                  </a:cubicBez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7" name="Google Shape;21517;p138"/>
            <p:cNvSpPr/>
            <p:nvPr/>
          </p:nvSpPr>
          <p:spPr>
            <a:xfrm>
              <a:off x="4076646" y="2599013"/>
              <a:ext cx="41828" cy="10855"/>
            </a:xfrm>
            <a:custGeom>
              <a:avLst/>
              <a:gdLst/>
              <a:ahLst/>
              <a:cxnLst/>
              <a:rect l="l" t="t" r="r" b="b"/>
              <a:pathLst>
                <a:path w="1287" h="334" extrusionOk="0">
                  <a:moveTo>
                    <a:pt x="143" y="0"/>
                  </a:moveTo>
                  <a:cubicBezTo>
                    <a:pt x="72" y="0"/>
                    <a:pt x="0" y="72"/>
                    <a:pt x="0" y="167"/>
                  </a:cubicBezTo>
                  <a:cubicBezTo>
                    <a:pt x="0" y="262"/>
                    <a:pt x="95" y="334"/>
                    <a:pt x="191" y="334"/>
                  </a:cubicBezTo>
                  <a:lnTo>
                    <a:pt x="1119" y="334"/>
                  </a:lnTo>
                  <a:cubicBezTo>
                    <a:pt x="1239" y="334"/>
                    <a:pt x="1286" y="238"/>
                    <a:pt x="1262" y="143"/>
                  </a:cubicBezTo>
                  <a:cubicBezTo>
                    <a:pt x="1239" y="48"/>
                    <a:pt x="1167" y="0"/>
                    <a:pt x="107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8" name="Google Shape;21518;p138"/>
            <p:cNvSpPr/>
            <p:nvPr/>
          </p:nvSpPr>
          <p:spPr>
            <a:xfrm>
              <a:off x="4292576" y="2599013"/>
              <a:ext cx="41047" cy="10855"/>
            </a:xfrm>
            <a:custGeom>
              <a:avLst/>
              <a:gdLst/>
              <a:ahLst/>
              <a:cxnLst/>
              <a:rect l="l" t="t" r="r" b="b"/>
              <a:pathLst>
                <a:path w="1263" h="334" extrusionOk="0">
                  <a:moveTo>
                    <a:pt x="143" y="0"/>
                  </a:moveTo>
                  <a:cubicBezTo>
                    <a:pt x="48" y="0"/>
                    <a:pt x="0" y="72"/>
                    <a:pt x="0" y="167"/>
                  </a:cubicBezTo>
                  <a:cubicBezTo>
                    <a:pt x="0" y="262"/>
                    <a:pt x="96" y="334"/>
                    <a:pt x="191" y="334"/>
                  </a:cubicBezTo>
                  <a:lnTo>
                    <a:pt x="1096" y="334"/>
                  </a:lnTo>
                  <a:cubicBezTo>
                    <a:pt x="1191" y="334"/>
                    <a:pt x="1263" y="238"/>
                    <a:pt x="1263" y="143"/>
                  </a:cubicBezTo>
                  <a:cubicBezTo>
                    <a:pt x="1263" y="48"/>
                    <a:pt x="1167" y="0"/>
                    <a:pt x="107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19" name="Google Shape;21519;p138"/>
          <p:cNvGrpSpPr/>
          <p:nvPr/>
        </p:nvGrpSpPr>
        <p:grpSpPr>
          <a:xfrm>
            <a:off x="3270158" y="2360683"/>
            <a:ext cx="359158" cy="294938"/>
            <a:chOff x="3270158" y="2513083"/>
            <a:chExt cx="359158" cy="294938"/>
          </a:xfrm>
        </p:grpSpPr>
        <p:sp>
          <p:nvSpPr>
            <p:cNvPr id="21520" name="Google Shape;21520;p138"/>
            <p:cNvSpPr/>
            <p:nvPr/>
          </p:nvSpPr>
          <p:spPr>
            <a:xfrm>
              <a:off x="3403278" y="2743736"/>
              <a:ext cx="92138" cy="59638"/>
            </a:xfrm>
            <a:custGeom>
              <a:avLst/>
              <a:gdLst/>
              <a:ahLst/>
              <a:cxnLst/>
              <a:rect l="l" t="t" r="r" b="b"/>
              <a:pathLst>
                <a:path w="2835" h="1835" extrusionOk="0">
                  <a:moveTo>
                    <a:pt x="1406" y="1"/>
                  </a:moveTo>
                  <a:lnTo>
                    <a:pt x="215" y="215"/>
                  </a:lnTo>
                  <a:lnTo>
                    <a:pt x="1" y="1834"/>
                  </a:lnTo>
                  <a:lnTo>
                    <a:pt x="2834" y="1834"/>
                  </a:lnTo>
                  <a:lnTo>
                    <a:pt x="2596" y="215"/>
                  </a:lnTo>
                  <a:lnTo>
                    <a:pt x="140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1" name="Google Shape;21521;p138"/>
            <p:cNvSpPr/>
            <p:nvPr/>
          </p:nvSpPr>
          <p:spPr>
            <a:xfrm>
              <a:off x="3467531" y="2743736"/>
              <a:ext cx="27885" cy="59638"/>
            </a:xfrm>
            <a:custGeom>
              <a:avLst/>
              <a:gdLst/>
              <a:ahLst/>
              <a:cxnLst/>
              <a:rect l="l" t="t" r="r" b="b"/>
              <a:pathLst>
                <a:path w="858" h="1835" extrusionOk="0">
                  <a:moveTo>
                    <a:pt x="405" y="1"/>
                  </a:moveTo>
                  <a:lnTo>
                    <a:pt x="0" y="215"/>
                  </a:lnTo>
                  <a:lnTo>
                    <a:pt x="214" y="1834"/>
                  </a:lnTo>
                  <a:lnTo>
                    <a:pt x="857" y="1834"/>
                  </a:lnTo>
                  <a:lnTo>
                    <a:pt x="643" y="215"/>
                  </a:lnTo>
                  <a:lnTo>
                    <a:pt x="405" y="1"/>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2" name="Google Shape;21522;p138"/>
            <p:cNvSpPr/>
            <p:nvPr/>
          </p:nvSpPr>
          <p:spPr>
            <a:xfrm>
              <a:off x="3375426" y="2797133"/>
              <a:ext cx="147843" cy="10888"/>
            </a:xfrm>
            <a:custGeom>
              <a:avLst/>
              <a:gdLst/>
              <a:ahLst/>
              <a:cxnLst/>
              <a:rect l="l" t="t" r="r" b="b"/>
              <a:pathLst>
                <a:path w="4549" h="335" extrusionOk="0">
                  <a:moveTo>
                    <a:pt x="191" y="1"/>
                  </a:moveTo>
                  <a:cubicBezTo>
                    <a:pt x="48" y="1"/>
                    <a:pt x="0" y="96"/>
                    <a:pt x="0" y="191"/>
                  </a:cubicBezTo>
                  <a:cubicBezTo>
                    <a:pt x="24" y="263"/>
                    <a:pt x="96" y="334"/>
                    <a:pt x="191" y="334"/>
                  </a:cubicBezTo>
                  <a:lnTo>
                    <a:pt x="4382" y="334"/>
                  </a:lnTo>
                  <a:cubicBezTo>
                    <a:pt x="4477" y="334"/>
                    <a:pt x="4549" y="263"/>
                    <a:pt x="4549" y="144"/>
                  </a:cubicBezTo>
                  <a:cubicBezTo>
                    <a:pt x="4525" y="48"/>
                    <a:pt x="4477" y="1"/>
                    <a:pt x="4382"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3" name="Google Shape;21523;p138"/>
            <p:cNvSpPr/>
            <p:nvPr/>
          </p:nvSpPr>
          <p:spPr>
            <a:xfrm>
              <a:off x="3270158" y="2513083"/>
              <a:ext cx="357598" cy="206700"/>
            </a:xfrm>
            <a:custGeom>
              <a:avLst/>
              <a:gdLst/>
              <a:ahLst/>
              <a:cxnLst/>
              <a:rect l="l" t="t" r="r" b="b"/>
              <a:pathLst>
                <a:path w="11003" h="6360" extrusionOk="0">
                  <a:moveTo>
                    <a:pt x="453" y="1"/>
                  </a:moveTo>
                  <a:cubicBezTo>
                    <a:pt x="215" y="1"/>
                    <a:pt x="0" y="191"/>
                    <a:pt x="0" y="429"/>
                  </a:cubicBezTo>
                  <a:lnTo>
                    <a:pt x="0" y="6121"/>
                  </a:lnTo>
                  <a:lnTo>
                    <a:pt x="5573" y="6359"/>
                  </a:lnTo>
                  <a:lnTo>
                    <a:pt x="11003" y="6121"/>
                  </a:lnTo>
                  <a:lnTo>
                    <a:pt x="11003" y="429"/>
                  </a:lnTo>
                  <a:cubicBezTo>
                    <a:pt x="11003" y="191"/>
                    <a:pt x="10812" y="1"/>
                    <a:pt x="1057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4" name="Google Shape;21524;p138"/>
            <p:cNvSpPr/>
            <p:nvPr/>
          </p:nvSpPr>
          <p:spPr>
            <a:xfrm>
              <a:off x="3592136" y="2513083"/>
              <a:ext cx="35620" cy="206700"/>
            </a:xfrm>
            <a:custGeom>
              <a:avLst/>
              <a:gdLst/>
              <a:ahLst/>
              <a:cxnLst/>
              <a:rect l="l" t="t" r="r" b="b"/>
              <a:pathLst>
                <a:path w="1096" h="6360" extrusionOk="0">
                  <a:moveTo>
                    <a:pt x="0" y="1"/>
                  </a:moveTo>
                  <a:cubicBezTo>
                    <a:pt x="238" y="1"/>
                    <a:pt x="453" y="168"/>
                    <a:pt x="453" y="406"/>
                  </a:cubicBezTo>
                  <a:lnTo>
                    <a:pt x="453" y="6359"/>
                  </a:lnTo>
                  <a:lnTo>
                    <a:pt x="1096" y="6121"/>
                  </a:lnTo>
                  <a:lnTo>
                    <a:pt x="1096" y="429"/>
                  </a:lnTo>
                  <a:cubicBezTo>
                    <a:pt x="1096" y="191"/>
                    <a:pt x="905" y="1"/>
                    <a:pt x="667"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5" name="Google Shape;21525;p138"/>
            <p:cNvSpPr/>
            <p:nvPr/>
          </p:nvSpPr>
          <p:spPr>
            <a:xfrm>
              <a:off x="3312733" y="2656278"/>
              <a:ext cx="128505" cy="56517"/>
            </a:xfrm>
            <a:custGeom>
              <a:avLst/>
              <a:gdLst/>
              <a:ahLst/>
              <a:cxnLst/>
              <a:rect l="l" t="t" r="r" b="b"/>
              <a:pathLst>
                <a:path w="3954" h="1739" extrusionOk="0">
                  <a:moveTo>
                    <a:pt x="1453" y="0"/>
                  </a:moveTo>
                  <a:lnTo>
                    <a:pt x="1453" y="620"/>
                  </a:lnTo>
                  <a:cubicBezTo>
                    <a:pt x="1453" y="667"/>
                    <a:pt x="1429" y="739"/>
                    <a:pt x="1358" y="739"/>
                  </a:cubicBezTo>
                  <a:lnTo>
                    <a:pt x="405" y="1120"/>
                  </a:lnTo>
                  <a:cubicBezTo>
                    <a:pt x="286" y="1191"/>
                    <a:pt x="167" y="1263"/>
                    <a:pt x="119" y="1429"/>
                  </a:cubicBezTo>
                  <a:cubicBezTo>
                    <a:pt x="96" y="1501"/>
                    <a:pt x="24" y="1620"/>
                    <a:pt x="0" y="1739"/>
                  </a:cubicBezTo>
                  <a:lnTo>
                    <a:pt x="3953" y="1739"/>
                  </a:lnTo>
                  <a:cubicBezTo>
                    <a:pt x="3930" y="1620"/>
                    <a:pt x="3906" y="1548"/>
                    <a:pt x="3834" y="1406"/>
                  </a:cubicBezTo>
                  <a:cubicBezTo>
                    <a:pt x="3787" y="1286"/>
                    <a:pt x="3668" y="1167"/>
                    <a:pt x="3549" y="1120"/>
                  </a:cubicBezTo>
                  <a:lnTo>
                    <a:pt x="2596" y="739"/>
                  </a:lnTo>
                  <a:cubicBezTo>
                    <a:pt x="2525" y="691"/>
                    <a:pt x="2501" y="667"/>
                    <a:pt x="2501" y="620"/>
                  </a:cubicBezTo>
                  <a:lnTo>
                    <a:pt x="2501" y="0"/>
                  </a:ln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6" name="Google Shape;21526;p138"/>
            <p:cNvSpPr/>
            <p:nvPr/>
          </p:nvSpPr>
          <p:spPr>
            <a:xfrm>
              <a:off x="3328983" y="2547923"/>
              <a:ext cx="100653" cy="99872"/>
            </a:xfrm>
            <a:custGeom>
              <a:avLst/>
              <a:gdLst/>
              <a:ahLst/>
              <a:cxnLst/>
              <a:rect l="l" t="t" r="r" b="b"/>
              <a:pathLst>
                <a:path w="3097" h="3073" extrusionOk="0">
                  <a:moveTo>
                    <a:pt x="1548" y="0"/>
                  </a:moveTo>
                  <a:cubicBezTo>
                    <a:pt x="691" y="0"/>
                    <a:pt x="0" y="691"/>
                    <a:pt x="0" y="1548"/>
                  </a:cubicBezTo>
                  <a:cubicBezTo>
                    <a:pt x="0" y="2382"/>
                    <a:pt x="691" y="3073"/>
                    <a:pt x="1548" y="3073"/>
                  </a:cubicBezTo>
                  <a:cubicBezTo>
                    <a:pt x="2406" y="3073"/>
                    <a:pt x="3096" y="2382"/>
                    <a:pt x="3096" y="1548"/>
                  </a:cubicBezTo>
                  <a:cubicBezTo>
                    <a:pt x="3096" y="691"/>
                    <a:pt x="2406" y="0"/>
                    <a:pt x="154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7" name="Google Shape;21527;p138"/>
            <p:cNvSpPr/>
            <p:nvPr/>
          </p:nvSpPr>
          <p:spPr>
            <a:xfrm>
              <a:off x="3328203" y="2579091"/>
              <a:ext cx="102213" cy="95615"/>
            </a:xfrm>
            <a:custGeom>
              <a:avLst/>
              <a:gdLst/>
              <a:ahLst/>
              <a:cxnLst/>
              <a:rect l="l" t="t" r="r" b="b"/>
              <a:pathLst>
                <a:path w="3145" h="2942" extrusionOk="0">
                  <a:moveTo>
                    <a:pt x="2253" y="1"/>
                  </a:moveTo>
                  <a:cubicBezTo>
                    <a:pt x="2110" y="1"/>
                    <a:pt x="1912" y="262"/>
                    <a:pt x="1787" y="304"/>
                  </a:cubicBezTo>
                  <a:cubicBezTo>
                    <a:pt x="1644" y="351"/>
                    <a:pt x="1572" y="351"/>
                    <a:pt x="1358" y="351"/>
                  </a:cubicBezTo>
                  <a:cubicBezTo>
                    <a:pt x="1211" y="309"/>
                    <a:pt x="1026" y="26"/>
                    <a:pt x="887" y="26"/>
                  </a:cubicBezTo>
                  <a:cubicBezTo>
                    <a:pt x="868" y="26"/>
                    <a:pt x="851" y="31"/>
                    <a:pt x="834" y="42"/>
                  </a:cubicBezTo>
                  <a:cubicBezTo>
                    <a:pt x="763" y="65"/>
                    <a:pt x="739" y="137"/>
                    <a:pt x="715" y="185"/>
                  </a:cubicBezTo>
                  <a:cubicBezTo>
                    <a:pt x="572" y="542"/>
                    <a:pt x="1" y="2090"/>
                    <a:pt x="1072" y="2780"/>
                  </a:cubicBezTo>
                  <a:cubicBezTo>
                    <a:pt x="1215" y="2887"/>
                    <a:pt x="1394" y="2941"/>
                    <a:pt x="1572" y="2941"/>
                  </a:cubicBezTo>
                  <a:cubicBezTo>
                    <a:pt x="1751" y="2941"/>
                    <a:pt x="1930" y="2887"/>
                    <a:pt x="2072" y="2780"/>
                  </a:cubicBezTo>
                  <a:cubicBezTo>
                    <a:pt x="3144" y="2090"/>
                    <a:pt x="2596" y="542"/>
                    <a:pt x="2430" y="185"/>
                  </a:cubicBezTo>
                  <a:cubicBezTo>
                    <a:pt x="2406" y="89"/>
                    <a:pt x="2382" y="42"/>
                    <a:pt x="2311" y="18"/>
                  </a:cubicBezTo>
                  <a:cubicBezTo>
                    <a:pt x="2293" y="6"/>
                    <a:pt x="2274" y="1"/>
                    <a:pt x="2253"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8" name="Google Shape;21528;p138"/>
            <p:cNvSpPr/>
            <p:nvPr/>
          </p:nvSpPr>
          <p:spPr>
            <a:xfrm>
              <a:off x="3373866" y="2664013"/>
              <a:ext cx="68153" cy="48783"/>
            </a:xfrm>
            <a:custGeom>
              <a:avLst/>
              <a:gdLst/>
              <a:ahLst/>
              <a:cxnLst/>
              <a:rect l="l" t="t" r="r" b="b"/>
              <a:pathLst>
                <a:path w="2097" h="1501" extrusionOk="0">
                  <a:moveTo>
                    <a:pt x="644" y="1"/>
                  </a:moveTo>
                  <a:lnTo>
                    <a:pt x="1" y="191"/>
                  </a:lnTo>
                  <a:lnTo>
                    <a:pt x="1" y="525"/>
                  </a:lnTo>
                  <a:cubicBezTo>
                    <a:pt x="1" y="596"/>
                    <a:pt x="24" y="644"/>
                    <a:pt x="72" y="644"/>
                  </a:cubicBezTo>
                  <a:lnTo>
                    <a:pt x="1025" y="1025"/>
                  </a:lnTo>
                  <a:cubicBezTo>
                    <a:pt x="1191" y="1096"/>
                    <a:pt x="1263" y="1191"/>
                    <a:pt x="1334" y="1334"/>
                  </a:cubicBezTo>
                  <a:cubicBezTo>
                    <a:pt x="1358" y="1382"/>
                    <a:pt x="1382" y="1453"/>
                    <a:pt x="1382" y="1501"/>
                  </a:cubicBezTo>
                  <a:lnTo>
                    <a:pt x="2096" y="1501"/>
                  </a:lnTo>
                  <a:cubicBezTo>
                    <a:pt x="2072" y="1429"/>
                    <a:pt x="2049" y="1310"/>
                    <a:pt x="1977" y="1215"/>
                  </a:cubicBezTo>
                  <a:cubicBezTo>
                    <a:pt x="1930" y="1096"/>
                    <a:pt x="1811" y="977"/>
                    <a:pt x="1691" y="906"/>
                  </a:cubicBezTo>
                  <a:lnTo>
                    <a:pt x="739" y="525"/>
                  </a:lnTo>
                  <a:cubicBezTo>
                    <a:pt x="667" y="501"/>
                    <a:pt x="644" y="453"/>
                    <a:pt x="644" y="405"/>
                  </a:cubicBezTo>
                  <a:lnTo>
                    <a:pt x="644" y="1"/>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9" name="Google Shape;21529;p138"/>
            <p:cNvSpPr/>
            <p:nvPr/>
          </p:nvSpPr>
          <p:spPr>
            <a:xfrm>
              <a:off x="3368438" y="2547923"/>
              <a:ext cx="61197" cy="92917"/>
            </a:xfrm>
            <a:custGeom>
              <a:avLst/>
              <a:gdLst/>
              <a:ahLst/>
              <a:cxnLst/>
              <a:rect l="l" t="t" r="r" b="b"/>
              <a:pathLst>
                <a:path w="1883" h="2859" extrusionOk="0">
                  <a:moveTo>
                    <a:pt x="334" y="0"/>
                  </a:moveTo>
                  <a:cubicBezTo>
                    <a:pt x="215" y="0"/>
                    <a:pt x="96" y="0"/>
                    <a:pt x="1" y="24"/>
                  </a:cubicBezTo>
                  <a:cubicBezTo>
                    <a:pt x="692" y="167"/>
                    <a:pt x="1239" y="786"/>
                    <a:pt x="1239" y="1548"/>
                  </a:cubicBezTo>
                  <a:cubicBezTo>
                    <a:pt x="1239" y="1691"/>
                    <a:pt x="1192" y="1810"/>
                    <a:pt x="1168" y="1929"/>
                  </a:cubicBezTo>
                  <a:lnTo>
                    <a:pt x="1168" y="2858"/>
                  </a:lnTo>
                  <a:cubicBezTo>
                    <a:pt x="1596" y="2572"/>
                    <a:pt x="1882" y="2096"/>
                    <a:pt x="1882" y="1548"/>
                  </a:cubicBezTo>
                  <a:cubicBezTo>
                    <a:pt x="1882" y="667"/>
                    <a:pt x="1192" y="0"/>
                    <a:pt x="334"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0" name="Google Shape;21530;p138"/>
            <p:cNvSpPr/>
            <p:nvPr/>
          </p:nvSpPr>
          <p:spPr>
            <a:xfrm>
              <a:off x="3367691" y="2578993"/>
              <a:ext cx="61945" cy="94055"/>
            </a:xfrm>
            <a:custGeom>
              <a:avLst/>
              <a:gdLst/>
              <a:ahLst/>
              <a:cxnLst/>
              <a:rect l="l" t="t" r="r" b="b"/>
              <a:pathLst>
                <a:path w="1906" h="2894" extrusionOk="0">
                  <a:moveTo>
                    <a:pt x="1037" y="0"/>
                  </a:moveTo>
                  <a:cubicBezTo>
                    <a:pt x="919" y="0"/>
                    <a:pt x="757" y="202"/>
                    <a:pt x="595" y="283"/>
                  </a:cubicBezTo>
                  <a:cubicBezTo>
                    <a:pt x="786" y="783"/>
                    <a:pt x="1167" y="2140"/>
                    <a:pt x="191" y="2760"/>
                  </a:cubicBezTo>
                  <a:lnTo>
                    <a:pt x="0" y="2855"/>
                  </a:lnTo>
                  <a:cubicBezTo>
                    <a:pt x="94" y="2880"/>
                    <a:pt x="197" y="2894"/>
                    <a:pt x="302" y="2894"/>
                  </a:cubicBezTo>
                  <a:cubicBezTo>
                    <a:pt x="489" y="2894"/>
                    <a:pt x="681" y="2851"/>
                    <a:pt x="834" y="2760"/>
                  </a:cubicBezTo>
                  <a:cubicBezTo>
                    <a:pt x="1905" y="2069"/>
                    <a:pt x="1381" y="521"/>
                    <a:pt x="1215" y="164"/>
                  </a:cubicBezTo>
                  <a:cubicBezTo>
                    <a:pt x="1191" y="116"/>
                    <a:pt x="1167" y="45"/>
                    <a:pt x="1096" y="21"/>
                  </a:cubicBezTo>
                  <a:cubicBezTo>
                    <a:pt x="1078" y="7"/>
                    <a:pt x="1058" y="0"/>
                    <a:pt x="1037"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1" name="Google Shape;21531;p138"/>
            <p:cNvSpPr/>
            <p:nvPr/>
          </p:nvSpPr>
          <p:spPr>
            <a:xfrm>
              <a:off x="3472926" y="2547143"/>
              <a:ext cx="11668" cy="11635"/>
            </a:xfrm>
            <a:custGeom>
              <a:avLst/>
              <a:gdLst/>
              <a:ahLst/>
              <a:cxnLst/>
              <a:rect l="l" t="t" r="r" b="b"/>
              <a:pathLst>
                <a:path w="359" h="358" extrusionOk="0">
                  <a:moveTo>
                    <a:pt x="191" y="1"/>
                  </a:moveTo>
                  <a:cubicBezTo>
                    <a:pt x="96" y="1"/>
                    <a:pt x="1" y="96"/>
                    <a:pt x="1" y="191"/>
                  </a:cubicBezTo>
                  <a:cubicBezTo>
                    <a:pt x="1" y="286"/>
                    <a:pt x="96" y="358"/>
                    <a:pt x="191" y="358"/>
                  </a:cubicBezTo>
                  <a:cubicBezTo>
                    <a:pt x="287" y="358"/>
                    <a:pt x="358" y="286"/>
                    <a:pt x="358" y="191"/>
                  </a:cubicBezTo>
                  <a:cubicBezTo>
                    <a:pt x="358" y="96"/>
                    <a:pt x="287" y="1"/>
                    <a:pt x="191"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2" name="Google Shape;21532;p138"/>
            <p:cNvSpPr/>
            <p:nvPr/>
          </p:nvSpPr>
          <p:spPr>
            <a:xfrm>
              <a:off x="3472926" y="2596673"/>
              <a:ext cx="11668" cy="11635"/>
            </a:xfrm>
            <a:custGeom>
              <a:avLst/>
              <a:gdLst/>
              <a:ahLst/>
              <a:cxnLst/>
              <a:rect l="l" t="t" r="r" b="b"/>
              <a:pathLst>
                <a:path w="359" h="358" extrusionOk="0">
                  <a:moveTo>
                    <a:pt x="191" y="1"/>
                  </a:moveTo>
                  <a:cubicBezTo>
                    <a:pt x="96" y="1"/>
                    <a:pt x="1" y="96"/>
                    <a:pt x="1" y="191"/>
                  </a:cubicBezTo>
                  <a:cubicBezTo>
                    <a:pt x="1" y="287"/>
                    <a:pt x="96" y="358"/>
                    <a:pt x="191" y="358"/>
                  </a:cubicBezTo>
                  <a:cubicBezTo>
                    <a:pt x="287" y="358"/>
                    <a:pt x="358" y="287"/>
                    <a:pt x="358" y="191"/>
                  </a:cubicBezTo>
                  <a:cubicBezTo>
                    <a:pt x="358" y="96"/>
                    <a:pt x="287" y="1"/>
                    <a:pt x="191"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3" name="Google Shape;21533;p138"/>
            <p:cNvSpPr/>
            <p:nvPr/>
          </p:nvSpPr>
          <p:spPr>
            <a:xfrm>
              <a:off x="3472926" y="2646983"/>
              <a:ext cx="11668" cy="11635"/>
            </a:xfrm>
            <a:custGeom>
              <a:avLst/>
              <a:gdLst/>
              <a:ahLst/>
              <a:cxnLst/>
              <a:rect l="l" t="t" r="r" b="b"/>
              <a:pathLst>
                <a:path w="359" h="358" extrusionOk="0">
                  <a:moveTo>
                    <a:pt x="191" y="1"/>
                  </a:moveTo>
                  <a:cubicBezTo>
                    <a:pt x="96" y="1"/>
                    <a:pt x="1" y="96"/>
                    <a:pt x="1" y="191"/>
                  </a:cubicBezTo>
                  <a:cubicBezTo>
                    <a:pt x="1" y="286"/>
                    <a:pt x="96" y="358"/>
                    <a:pt x="191" y="358"/>
                  </a:cubicBezTo>
                  <a:cubicBezTo>
                    <a:pt x="287" y="358"/>
                    <a:pt x="358" y="286"/>
                    <a:pt x="358" y="191"/>
                  </a:cubicBezTo>
                  <a:cubicBezTo>
                    <a:pt x="358" y="96"/>
                    <a:pt x="287" y="1"/>
                    <a:pt x="191"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4" name="Google Shape;21534;p138"/>
            <p:cNvSpPr/>
            <p:nvPr/>
          </p:nvSpPr>
          <p:spPr>
            <a:xfrm>
              <a:off x="3494603" y="2548703"/>
              <a:ext cx="106080" cy="10855"/>
            </a:xfrm>
            <a:custGeom>
              <a:avLst/>
              <a:gdLst/>
              <a:ahLst/>
              <a:cxnLst/>
              <a:rect l="l" t="t" r="r" b="b"/>
              <a:pathLst>
                <a:path w="3264" h="334" extrusionOk="0">
                  <a:moveTo>
                    <a:pt x="167" y="0"/>
                  </a:moveTo>
                  <a:cubicBezTo>
                    <a:pt x="48" y="0"/>
                    <a:pt x="1" y="96"/>
                    <a:pt x="1" y="167"/>
                  </a:cubicBezTo>
                  <a:cubicBezTo>
                    <a:pt x="24" y="262"/>
                    <a:pt x="96" y="334"/>
                    <a:pt x="167" y="334"/>
                  </a:cubicBezTo>
                  <a:lnTo>
                    <a:pt x="3097" y="334"/>
                  </a:lnTo>
                  <a:cubicBezTo>
                    <a:pt x="3192" y="334"/>
                    <a:pt x="3263" y="238"/>
                    <a:pt x="3263" y="143"/>
                  </a:cubicBezTo>
                  <a:cubicBezTo>
                    <a:pt x="3239" y="48"/>
                    <a:pt x="3192" y="0"/>
                    <a:pt x="309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5" name="Google Shape;21535;p138"/>
            <p:cNvSpPr/>
            <p:nvPr/>
          </p:nvSpPr>
          <p:spPr>
            <a:xfrm>
              <a:off x="3495383" y="2569601"/>
              <a:ext cx="56518" cy="10855"/>
            </a:xfrm>
            <a:custGeom>
              <a:avLst/>
              <a:gdLst/>
              <a:ahLst/>
              <a:cxnLst/>
              <a:rect l="l" t="t" r="r" b="b"/>
              <a:pathLst>
                <a:path w="1739" h="334" extrusionOk="0">
                  <a:moveTo>
                    <a:pt x="143" y="0"/>
                  </a:moveTo>
                  <a:cubicBezTo>
                    <a:pt x="72" y="0"/>
                    <a:pt x="0" y="96"/>
                    <a:pt x="0" y="191"/>
                  </a:cubicBezTo>
                  <a:cubicBezTo>
                    <a:pt x="0" y="286"/>
                    <a:pt x="96" y="334"/>
                    <a:pt x="191" y="334"/>
                  </a:cubicBezTo>
                  <a:lnTo>
                    <a:pt x="1572" y="334"/>
                  </a:lnTo>
                  <a:cubicBezTo>
                    <a:pt x="1668" y="334"/>
                    <a:pt x="1739" y="238"/>
                    <a:pt x="1739" y="143"/>
                  </a:cubicBezTo>
                  <a:cubicBezTo>
                    <a:pt x="1739" y="72"/>
                    <a:pt x="1644" y="0"/>
                    <a:pt x="154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6" name="Google Shape;21536;p138"/>
            <p:cNvSpPr/>
            <p:nvPr/>
          </p:nvSpPr>
          <p:spPr>
            <a:xfrm>
              <a:off x="3494603" y="2596673"/>
              <a:ext cx="106080" cy="10888"/>
            </a:xfrm>
            <a:custGeom>
              <a:avLst/>
              <a:gdLst/>
              <a:ahLst/>
              <a:cxnLst/>
              <a:rect l="l" t="t" r="r" b="b"/>
              <a:pathLst>
                <a:path w="3264" h="335" extrusionOk="0">
                  <a:moveTo>
                    <a:pt x="167" y="1"/>
                  </a:moveTo>
                  <a:cubicBezTo>
                    <a:pt x="48" y="1"/>
                    <a:pt x="1" y="96"/>
                    <a:pt x="1" y="191"/>
                  </a:cubicBezTo>
                  <a:cubicBezTo>
                    <a:pt x="24" y="287"/>
                    <a:pt x="96" y="334"/>
                    <a:pt x="167" y="334"/>
                  </a:cubicBezTo>
                  <a:lnTo>
                    <a:pt x="3097" y="334"/>
                  </a:lnTo>
                  <a:cubicBezTo>
                    <a:pt x="3192" y="334"/>
                    <a:pt x="3263" y="287"/>
                    <a:pt x="3263" y="144"/>
                  </a:cubicBezTo>
                  <a:cubicBezTo>
                    <a:pt x="3239" y="72"/>
                    <a:pt x="3192"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7" name="Google Shape;21537;p138"/>
            <p:cNvSpPr/>
            <p:nvPr/>
          </p:nvSpPr>
          <p:spPr>
            <a:xfrm>
              <a:off x="3495383" y="2618351"/>
              <a:ext cx="56518" cy="10855"/>
            </a:xfrm>
            <a:custGeom>
              <a:avLst/>
              <a:gdLst/>
              <a:ahLst/>
              <a:cxnLst/>
              <a:rect l="l" t="t" r="r" b="b"/>
              <a:pathLst>
                <a:path w="1739" h="334" extrusionOk="0">
                  <a:moveTo>
                    <a:pt x="143" y="1"/>
                  </a:moveTo>
                  <a:cubicBezTo>
                    <a:pt x="72" y="1"/>
                    <a:pt x="0" y="72"/>
                    <a:pt x="0" y="167"/>
                  </a:cubicBezTo>
                  <a:cubicBezTo>
                    <a:pt x="0" y="263"/>
                    <a:pt x="96" y="334"/>
                    <a:pt x="191" y="334"/>
                  </a:cubicBezTo>
                  <a:lnTo>
                    <a:pt x="1572" y="334"/>
                  </a:lnTo>
                  <a:cubicBezTo>
                    <a:pt x="1668" y="334"/>
                    <a:pt x="1739" y="263"/>
                    <a:pt x="1739" y="143"/>
                  </a:cubicBezTo>
                  <a:cubicBezTo>
                    <a:pt x="1739" y="48"/>
                    <a:pt x="1644" y="1"/>
                    <a:pt x="154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8" name="Google Shape;21538;p138"/>
            <p:cNvSpPr/>
            <p:nvPr/>
          </p:nvSpPr>
          <p:spPr>
            <a:xfrm>
              <a:off x="3494603" y="2645456"/>
              <a:ext cx="106080" cy="10855"/>
            </a:xfrm>
            <a:custGeom>
              <a:avLst/>
              <a:gdLst/>
              <a:ahLst/>
              <a:cxnLst/>
              <a:rect l="l" t="t" r="r" b="b"/>
              <a:pathLst>
                <a:path w="3264" h="334" extrusionOk="0">
                  <a:moveTo>
                    <a:pt x="167" y="0"/>
                  </a:moveTo>
                  <a:cubicBezTo>
                    <a:pt x="48" y="0"/>
                    <a:pt x="1" y="95"/>
                    <a:pt x="1" y="167"/>
                  </a:cubicBezTo>
                  <a:cubicBezTo>
                    <a:pt x="24" y="262"/>
                    <a:pt x="96" y="333"/>
                    <a:pt x="167" y="333"/>
                  </a:cubicBezTo>
                  <a:lnTo>
                    <a:pt x="3097" y="333"/>
                  </a:lnTo>
                  <a:cubicBezTo>
                    <a:pt x="3192" y="333"/>
                    <a:pt x="3263" y="238"/>
                    <a:pt x="3263" y="143"/>
                  </a:cubicBezTo>
                  <a:cubicBezTo>
                    <a:pt x="3239" y="48"/>
                    <a:pt x="3192" y="0"/>
                    <a:pt x="309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9" name="Google Shape;21539;p138"/>
            <p:cNvSpPr/>
            <p:nvPr/>
          </p:nvSpPr>
          <p:spPr>
            <a:xfrm>
              <a:off x="3495383" y="2667881"/>
              <a:ext cx="56518" cy="10108"/>
            </a:xfrm>
            <a:custGeom>
              <a:avLst/>
              <a:gdLst/>
              <a:ahLst/>
              <a:cxnLst/>
              <a:rect l="l" t="t" r="r" b="b"/>
              <a:pathLst>
                <a:path w="1739" h="311" extrusionOk="0">
                  <a:moveTo>
                    <a:pt x="143" y="1"/>
                  </a:moveTo>
                  <a:cubicBezTo>
                    <a:pt x="72" y="1"/>
                    <a:pt x="0" y="72"/>
                    <a:pt x="0" y="167"/>
                  </a:cubicBezTo>
                  <a:cubicBezTo>
                    <a:pt x="0" y="263"/>
                    <a:pt x="96" y="310"/>
                    <a:pt x="191" y="310"/>
                  </a:cubicBezTo>
                  <a:lnTo>
                    <a:pt x="1572" y="310"/>
                  </a:lnTo>
                  <a:cubicBezTo>
                    <a:pt x="1668" y="310"/>
                    <a:pt x="1739" y="239"/>
                    <a:pt x="1739" y="144"/>
                  </a:cubicBezTo>
                  <a:cubicBezTo>
                    <a:pt x="1739" y="48"/>
                    <a:pt x="1644" y="1"/>
                    <a:pt x="154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0" name="Google Shape;21540;p138"/>
            <p:cNvSpPr/>
            <p:nvPr/>
          </p:nvSpPr>
          <p:spPr>
            <a:xfrm>
              <a:off x="3270938" y="2712016"/>
              <a:ext cx="358378" cy="38708"/>
            </a:xfrm>
            <a:custGeom>
              <a:avLst/>
              <a:gdLst/>
              <a:ahLst/>
              <a:cxnLst/>
              <a:rect l="l" t="t" r="r" b="b"/>
              <a:pathLst>
                <a:path w="11027" h="1191" extrusionOk="0">
                  <a:moveTo>
                    <a:pt x="0" y="0"/>
                  </a:moveTo>
                  <a:lnTo>
                    <a:pt x="0" y="738"/>
                  </a:lnTo>
                  <a:cubicBezTo>
                    <a:pt x="0" y="977"/>
                    <a:pt x="215" y="1191"/>
                    <a:pt x="453" y="1191"/>
                  </a:cubicBezTo>
                  <a:lnTo>
                    <a:pt x="10574" y="1191"/>
                  </a:lnTo>
                  <a:cubicBezTo>
                    <a:pt x="10812" y="1191"/>
                    <a:pt x="11026" y="977"/>
                    <a:pt x="11026" y="738"/>
                  </a:cubicBezTo>
                  <a:lnTo>
                    <a:pt x="11026"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1" name="Google Shape;21541;p138"/>
            <p:cNvSpPr/>
            <p:nvPr/>
          </p:nvSpPr>
          <p:spPr>
            <a:xfrm>
              <a:off x="3592136" y="2712016"/>
              <a:ext cx="35620" cy="38708"/>
            </a:xfrm>
            <a:custGeom>
              <a:avLst/>
              <a:gdLst/>
              <a:ahLst/>
              <a:cxnLst/>
              <a:rect l="l" t="t" r="r" b="b"/>
              <a:pathLst>
                <a:path w="1096" h="1191" extrusionOk="0">
                  <a:moveTo>
                    <a:pt x="453" y="0"/>
                  </a:moveTo>
                  <a:lnTo>
                    <a:pt x="453" y="738"/>
                  </a:lnTo>
                  <a:cubicBezTo>
                    <a:pt x="453" y="977"/>
                    <a:pt x="238" y="1191"/>
                    <a:pt x="0" y="1191"/>
                  </a:cubicBezTo>
                  <a:lnTo>
                    <a:pt x="667" y="1191"/>
                  </a:lnTo>
                  <a:cubicBezTo>
                    <a:pt x="905" y="1191"/>
                    <a:pt x="1096" y="977"/>
                    <a:pt x="1096" y="738"/>
                  </a:cubicBezTo>
                  <a:lnTo>
                    <a:pt x="1096" y="0"/>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42" name="Google Shape;21542;p138"/>
          <p:cNvGrpSpPr/>
          <p:nvPr/>
        </p:nvGrpSpPr>
        <p:grpSpPr>
          <a:xfrm>
            <a:off x="2541086" y="2330523"/>
            <a:ext cx="358378" cy="355258"/>
            <a:chOff x="2541086" y="2482923"/>
            <a:chExt cx="358378" cy="355258"/>
          </a:xfrm>
        </p:grpSpPr>
        <p:sp>
          <p:nvSpPr>
            <p:cNvPr id="21543" name="Google Shape;21543;p138"/>
            <p:cNvSpPr/>
            <p:nvPr/>
          </p:nvSpPr>
          <p:spPr>
            <a:xfrm>
              <a:off x="2577453" y="2777016"/>
              <a:ext cx="285642" cy="61165"/>
            </a:xfrm>
            <a:custGeom>
              <a:avLst/>
              <a:gdLst/>
              <a:ahLst/>
              <a:cxnLst/>
              <a:rect l="l" t="t" r="r" b="b"/>
              <a:pathLst>
                <a:path w="8789" h="1882" extrusionOk="0">
                  <a:moveTo>
                    <a:pt x="382" y="1"/>
                  </a:moveTo>
                  <a:cubicBezTo>
                    <a:pt x="167" y="1"/>
                    <a:pt x="1" y="167"/>
                    <a:pt x="1" y="382"/>
                  </a:cubicBezTo>
                  <a:lnTo>
                    <a:pt x="1" y="1668"/>
                  </a:lnTo>
                  <a:cubicBezTo>
                    <a:pt x="1" y="1787"/>
                    <a:pt x="96" y="1882"/>
                    <a:pt x="215" y="1882"/>
                  </a:cubicBezTo>
                  <a:lnTo>
                    <a:pt x="8574" y="1882"/>
                  </a:lnTo>
                  <a:cubicBezTo>
                    <a:pt x="8693" y="1882"/>
                    <a:pt x="8788" y="1787"/>
                    <a:pt x="8788" y="1668"/>
                  </a:cubicBezTo>
                  <a:lnTo>
                    <a:pt x="8788" y="382"/>
                  </a:lnTo>
                  <a:cubicBezTo>
                    <a:pt x="8788" y="167"/>
                    <a:pt x="8598" y="1"/>
                    <a:pt x="8383"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4" name="Google Shape;21544;p138"/>
            <p:cNvSpPr/>
            <p:nvPr/>
          </p:nvSpPr>
          <p:spPr>
            <a:xfrm>
              <a:off x="2563511" y="2482923"/>
              <a:ext cx="312715" cy="209755"/>
            </a:xfrm>
            <a:custGeom>
              <a:avLst/>
              <a:gdLst/>
              <a:ahLst/>
              <a:cxnLst/>
              <a:rect l="l" t="t" r="r" b="b"/>
              <a:pathLst>
                <a:path w="9622" h="6454" extrusionOk="0">
                  <a:moveTo>
                    <a:pt x="430" y="0"/>
                  </a:moveTo>
                  <a:cubicBezTo>
                    <a:pt x="191" y="0"/>
                    <a:pt x="1" y="167"/>
                    <a:pt x="1" y="405"/>
                  </a:cubicBezTo>
                  <a:lnTo>
                    <a:pt x="1" y="6239"/>
                  </a:lnTo>
                  <a:lnTo>
                    <a:pt x="4811" y="6454"/>
                  </a:lnTo>
                  <a:lnTo>
                    <a:pt x="9598" y="6239"/>
                  </a:lnTo>
                  <a:lnTo>
                    <a:pt x="9598" y="405"/>
                  </a:lnTo>
                  <a:cubicBezTo>
                    <a:pt x="9622" y="167"/>
                    <a:pt x="9455" y="0"/>
                    <a:pt x="9217"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5" name="Google Shape;21545;p138"/>
            <p:cNvSpPr/>
            <p:nvPr/>
          </p:nvSpPr>
          <p:spPr>
            <a:xfrm>
              <a:off x="2586748" y="2504568"/>
              <a:ext cx="265492" cy="187330"/>
            </a:xfrm>
            <a:custGeom>
              <a:avLst/>
              <a:gdLst/>
              <a:ahLst/>
              <a:cxnLst/>
              <a:rect l="l" t="t" r="r" b="b"/>
              <a:pathLst>
                <a:path w="8169" h="5764" extrusionOk="0">
                  <a:moveTo>
                    <a:pt x="191" y="1"/>
                  </a:moveTo>
                  <a:cubicBezTo>
                    <a:pt x="96" y="1"/>
                    <a:pt x="0" y="96"/>
                    <a:pt x="0" y="191"/>
                  </a:cubicBezTo>
                  <a:lnTo>
                    <a:pt x="0" y="5550"/>
                  </a:lnTo>
                  <a:lnTo>
                    <a:pt x="4096" y="5764"/>
                  </a:lnTo>
                  <a:lnTo>
                    <a:pt x="8169" y="5550"/>
                  </a:lnTo>
                  <a:lnTo>
                    <a:pt x="8169" y="191"/>
                  </a:lnTo>
                  <a:cubicBezTo>
                    <a:pt x="8169" y="96"/>
                    <a:pt x="8073" y="1"/>
                    <a:pt x="797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6" name="Google Shape;21546;p138"/>
            <p:cNvSpPr/>
            <p:nvPr/>
          </p:nvSpPr>
          <p:spPr>
            <a:xfrm>
              <a:off x="2825883" y="2504568"/>
              <a:ext cx="27138" cy="180375"/>
            </a:xfrm>
            <a:custGeom>
              <a:avLst/>
              <a:gdLst/>
              <a:ahLst/>
              <a:cxnLst/>
              <a:rect l="l" t="t" r="r" b="b"/>
              <a:pathLst>
                <a:path w="835" h="5550" extrusionOk="0">
                  <a:moveTo>
                    <a:pt x="1" y="1"/>
                  </a:moveTo>
                  <a:cubicBezTo>
                    <a:pt x="96" y="1"/>
                    <a:pt x="191" y="96"/>
                    <a:pt x="191" y="191"/>
                  </a:cubicBezTo>
                  <a:lnTo>
                    <a:pt x="191" y="5550"/>
                  </a:lnTo>
                  <a:lnTo>
                    <a:pt x="834" y="5550"/>
                  </a:lnTo>
                  <a:lnTo>
                    <a:pt x="834" y="191"/>
                  </a:lnTo>
                  <a:cubicBezTo>
                    <a:pt x="834" y="96"/>
                    <a:pt x="739" y="1"/>
                    <a:pt x="668"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7" name="Google Shape;21547;p138"/>
            <p:cNvSpPr/>
            <p:nvPr/>
          </p:nvSpPr>
          <p:spPr>
            <a:xfrm>
              <a:off x="2841386" y="2482923"/>
              <a:ext cx="34840" cy="209755"/>
            </a:xfrm>
            <a:custGeom>
              <a:avLst/>
              <a:gdLst/>
              <a:ahLst/>
              <a:cxnLst/>
              <a:rect l="l" t="t" r="r" b="b"/>
              <a:pathLst>
                <a:path w="1072" h="6454" extrusionOk="0">
                  <a:moveTo>
                    <a:pt x="0" y="0"/>
                  </a:moveTo>
                  <a:cubicBezTo>
                    <a:pt x="238" y="0"/>
                    <a:pt x="429" y="167"/>
                    <a:pt x="429" y="405"/>
                  </a:cubicBezTo>
                  <a:lnTo>
                    <a:pt x="429" y="6239"/>
                  </a:lnTo>
                  <a:lnTo>
                    <a:pt x="786" y="6454"/>
                  </a:lnTo>
                  <a:lnTo>
                    <a:pt x="1072" y="6239"/>
                  </a:lnTo>
                  <a:lnTo>
                    <a:pt x="1072" y="405"/>
                  </a:lnTo>
                  <a:cubicBezTo>
                    <a:pt x="1072" y="167"/>
                    <a:pt x="881" y="0"/>
                    <a:pt x="667"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8" name="Google Shape;21548;p138"/>
            <p:cNvSpPr/>
            <p:nvPr/>
          </p:nvSpPr>
          <p:spPr>
            <a:xfrm>
              <a:off x="2659483" y="2631513"/>
              <a:ext cx="120022" cy="60385"/>
            </a:xfrm>
            <a:custGeom>
              <a:avLst/>
              <a:gdLst/>
              <a:ahLst/>
              <a:cxnLst/>
              <a:rect l="l" t="t" r="r" b="b"/>
              <a:pathLst>
                <a:path w="3693" h="1858" extrusionOk="0">
                  <a:moveTo>
                    <a:pt x="1382" y="0"/>
                  </a:moveTo>
                  <a:lnTo>
                    <a:pt x="1382" y="596"/>
                  </a:lnTo>
                  <a:cubicBezTo>
                    <a:pt x="1382" y="667"/>
                    <a:pt x="1334" y="691"/>
                    <a:pt x="1287" y="715"/>
                  </a:cubicBezTo>
                  <a:lnTo>
                    <a:pt x="382" y="1072"/>
                  </a:lnTo>
                  <a:cubicBezTo>
                    <a:pt x="263" y="1144"/>
                    <a:pt x="144" y="1239"/>
                    <a:pt x="120" y="1358"/>
                  </a:cubicBezTo>
                  <a:cubicBezTo>
                    <a:pt x="96" y="1429"/>
                    <a:pt x="25" y="1548"/>
                    <a:pt x="1" y="1644"/>
                  </a:cubicBezTo>
                  <a:lnTo>
                    <a:pt x="1811" y="1858"/>
                  </a:lnTo>
                  <a:lnTo>
                    <a:pt x="3692" y="1644"/>
                  </a:lnTo>
                  <a:cubicBezTo>
                    <a:pt x="3668" y="1548"/>
                    <a:pt x="3644" y="1429"/>
                    <a:pt x="3573" y="1358"/>
                  </a:cubicBezTo>
                  <a:cubicBezTo>
                    <a:pt x="3525" y="1239"/>
                    <a:pt x="3430" y="1144"/>
                    <a:pt x="3311" y="1072"/>
                  </a:cubicBezTo>
                  <a:lnTo>
                    <a:pt x="2406" y="715"/>
                  </a:lnTo>
                  <a:cubicBezTo>
                    <a:pt x="2358" y="691"/>
                    <a:pt x="2335" y="667"/>
                    <a:pt x="2335" y="596"/>
                  </a:cubicBezTo>
                  <a:lnTo>
                    <a:pt x="2335"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9" name="Google Shape;21549;p138"/>
            <p:cNvSpPr/>
            <p:nvPr/>
          </p:nvSpPr>
          <p:spPr>
            <a:xfrm>
              <a:off x="2673426" y="2530113"/>
              <a:ext cx="94445" cy="94478"/>
            </a:xfrm>
            <a:custGeom>
              <a:avLst/>
              <a:gdLst/>
              <a:ahLst/>
              <a:cxnLst/>
              <a:rect l="l" t="t" r="r" b="b"/>
              <a:pathLst>
                <a:path w="2906" h="2907" extrusionOk="0">
                  <a:moveTo>
                    <a:pt x="1453" y="1"/>
                  </a:moveTo>
                  <a:cubicBezTo>
                    <a:pt x="643" y="1"/>
                    <a:pt x="1" y="644"/>
                    <a:pt x="1" y="1453"/>
                  </a:cubicBezTo>
                  <a:cubicBezTo>
                    <a:pt x="1" y="2263"/>
                    <a:pt x="643" y="2906"/>
                    <a:pt x="1453" y="2906"/>
                  </a:cubicBezTo>
                  <a:cubicBezTo>
                    <a:pt x="2263" y="2906"/>
                    <a:pt x="2906" y="2263"/>
                    <a:pt x="2906" y="1453"/>
                  </a:cubicBezTo>
                  <a:cubicBezTo>
                    <a:pt x="2906" y="644"/>
                    <a:pt x="2263" y="1"/>
                    <a:pt x="1453"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0" name="Google Shape;21550;p138"/>
            <p:cNvSpPr/>
            <p:nvPr/>
          </p:nvSpPr>
          <p:spPr>
            <a:xfrm>
              <a:off x="2673426" y="2559201"/>
              <a:ext cx="96785" cy="86483"/>
            </a:xfrm>
            <a:custGeom>
              <a:avLst/>
              <a:gdLst/>
              <a:ahLst/>
              <a:cxnLst/>
              <a:rect l="l" t="t" r="r" b="b"/>
              <a:pathLst>
                <a:path w="2978" h="2661" extrusionOk="0">
                  <a:moveTo>
                    <a:pt x="800" y="1"/>
                  </a:moveTo>
                  <a:cubicBezTo>
                    <a:pt x="787" y="1"/>
                    <a:pt x="774" y="4"/>
                    <a:pt x="763" y="11"/>
                  </a:cubicBezTo>
                  <a:cubicBezTo>
                    <a:pt x="715" y="35"/>
                    <a:pt x="667" y="82"/>
                    <a:pt x="643" y="106"/>
                  </a:cubicBezTo>
                  <a:cubicBezTo>
                    <a:pt x="501" y="439"/>
                    <a:pt x="1" y="1892"/>
                    <a:pt x="1001" y="2535"/>
                  </a:cubicBezTo>
                  <a:cubicBezTo>
                    <a:pt x="1156" y="2618"/>
                    <a:pt x="1322" y="2660"/>
                    <a:pt x="1486" y="2660"/>
                  </a:cubicBezTo>
                  <a:cubicBezTo>
                    <a:pt x="1650" y="2660"/>
                    <a:pt x="1810" y="2618"/>
                    <a:pt x="1953" y="2535"/>
                  </a:cubicBezTo>
                  <a:cubicBezTo>
                    <a:pt x="2977" y="1892"/>
                    <a:pt x="2430" y="439"/>
                    <a:pt x="2311" y="106"/>
                  </a:cubicBezTo>
                  <a:cubicBezTo>
                    <a:pt x="2263" y="106"/>
                    <a:pt x="2215" y="58"/>
                    <a:pt x="2168" y="35"/>
                  </a:cubicBezTo>
                  <a:cubicBezTo>
                    <a:pt x="2150" y="23"/>
                    <a:pt x="2131" y="17"/>
                    <a:pt x="2111" y="17"/>
                  </a:cubicBezTo>
                  <a:cubicBezTo>
                    <a:pt x="1972" y="17"/>
                    <a:pt x="1793" y="276"/>
                    <a:pt x="1668" y="296"/>
                  </a:cubicBezTo>
                  <a:cubicBezTo>
                    <a:pt x="1584" y="308"/>
                    <a:pt x="1531" y="314"/>
                    <a:pt x="1474" y="314"/>
                  </a:cubicBezTo>
                  <a:cubicBezTo>
                    <a:pt x="1417" y="314"/>
                    <a:pt x="1358" y="308"/>
                    <a:pt x="1263" y="296"/>
                  </a:cubicBezTo>
                  <a:cubicBezTo>
                    <a:pt x="1134" y="275"/>
                    <a:pt x="927" y="1"/>
                    <a:pt x="80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1" name="Google Shape;21551;p138"/>
            <p:cNvSpPr/>
            <p:nvPr/>
          </p:nvSpPr>
          <p:spPr>
            <a:xfrm>
              <a:off x="2709793" y="2560501"/>
              <a:ext cx="58858" cy="88238"/>
            </a:xfrm>
            <a:custGeom>
              <a:avLst/>
              <a:gdLst/>
              <a:ahLst/>
              <a:cxnLst/>
              <a:rect l="l" t="t" r="r" b="b"/>
              <a:pathLst>
                <a:path w="1811" h="2715" extrusionOk="0">
                  <a:moveTo>
                    <a:pt x="990" y="0"/>
                  </a:moveTo>
                  <a:cubicBezTo>
                    <a:pt x="856" y="0"/>
                    <a:pt x="693" y="239"/>
                    <a:pt x="549" y="280"/>
                  </a:cubicBezTo>
                  <a:cubicBezTo>
                    <a:pt x="715" y="757"/>
                    <a:pt x="1049" y="2019"/>
                    <a:pt x="144" y="2590"/>
                  </a:cubicBezTo>
                  <a:cubicBezTo>
                    <a:pt x="96" y="2614"/>
                    <a:pt x="72" y="2638"/>
                    <a:pt x="1" y="2638"/>
                  </a:cubicBezTo>
                  <a:cubicBezTo>
                    <a:pt x="114" y="2689"/>
                    <a:pt x="236" y="2714"/>
                    <a:pt x="358" y="2714"/>
                  </a:cubicBezTo>
                  <a:cubicBezTo>
                    <a:pt x="517" y="2714"/>
                    <a:pt x="675" y="2671"/>
                    <a:pt x="810" y="2590"/>
                  </a:cubicBezTo>
                  <a:cubicBezTo>
                    <a:pt x="1811" y="1923"/>
                    <a:pt x="1287" y="471"/>
                    <a:pt x="1168" y="137"/>
                  </a:cubicBezTo>
                  <a:cubicBezTo>
                    <a:pt x="1120" y="90"/>
                    <a:pt x="1096" y="42"/>
                    <a:pt x="1049" y="18"/>
                  </a:cubicBezTo>
                  <a:cubicBezTo>
                    <a:pt x="1030" y="6"/>
                    <a:pt x="1010" y="0"/>
                    <a:pt x="99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2" name="Google Shape;21552;p138"/>
            <p:cNvSpPr/>
            <p:nvPr/>
          </p:nvSpPr>
          <p:spPr>
            <a:xfrm>
              <a:off x="2712913" y="2753811"/>
              <a:ext cx="123858" cy="84370"/>
            </a:xfrm>
            <a:custGeom>
              <a:avLst/>
              <a:gdLst/>
              <a:ahLst/>
              <a:cxnLst/>
              <a:rect l="l" t="t" r="r" b="b"/>
              <a:pathLst>
                <a:path w="3811" h="2596" extrusionOk="0">
                  <a:moveTo>
                    <a:pt x="691" y="0"/>
                  </a:moveTo>
                  <a:cubicBezTo>
                    <a:pt x="453" y="0"/>
                    <a:pt x="238" y="214"/>
                    <a:pt x="238" y="453"/>
                  </a:cubicBezTo>
                  <a:lnTo>
                    <a:pt x="0" y="2596"/>
                  </a:lnTo>
                  <a:lnTo>
                    <a:pt x="3810" y="2596"/>
                  </a:lnTo>
                  <a:lnTo>
                    <a:pt x="3810" y="453"/>
                  </a:lnTo>
                  <a:cubicBezTo>
                    <a:pt x="3810" y="214"/>
                    <a:pt x="3596" y="0"/>
                    <a:pt x="3358"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3" name="Google Shape;21553;p138"/>
            <p:cNvSpPr/>
            <p:nvPr/>
          </p:nvSpPr>
          <p:spPr>
            <a:xfrm>
              <a:off x="2740766" y="2779323"/>
              <a:ext cx="76635" cy="10888"/>
            </a:xfrm>
            <a:custGeom>
              <a:avLst/>
              <a:gdLst/>
              <a:ahLst/>
              <a:cxnLst/>
              <a:rect l="l" t="t" r="r" b="b"/>
              <a:pathLst>
                <a:path w="2358" h="335" extrusionOk="0">
                  <a:moveTo>
                    <a:pt x="191" y="1"/>
                  </a:moveTo>
                  <a:cubicBezTo>
                    <a:pt x="48" y="1"/>
                    <a:pt x="0" y="96"/>
                    <a:pt x="0" y="191"/>
                  </a:cubicBezTo>
                  <a:cubicBezTo>
                    <a:pt x="24" y="287"/>
                    <a:pt x="96" y="334"/>
                    <a:pt x="191" y="334"/>
                  </a:cubicBezTo>
                  <a:lnTo>
                    <a:pt x="2167" y="334"/>
                  </a:lnTo>
                  <a:cubicBezTo>
                    <a:pt x="2263" y="334"/>
                    <a:pt x="2358" y="263"/>
                    <a:pt x="2358" y="168"/>
                  </a:cubicBezTo>
                  <a:cubicBezTo>
                    <a:pt x="2334" y="72"/>
                    <a:pt x="2263" y="1"/>
                    <a:pt x="21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4" name="Google Shape;21554;p138"/>
            <p:cNvSpPr/>
            <p:nvPr/>
          </p:nvSpPr>
          <p:spPr>
            <a:xfrm>
              <a:off x="2740766" y="2804868"/>
              <a:ext cx="76635" cy="10888"/>
            </a:xfrm>
            <a:custGeom>
              <a:avLst/>
              <a:gdLst/>
              <a:ahLst/>
              <a:cxnLst/>
              <a:rect l="l" t="t" r="r" b="b"/>
              <a:pathLst>
                <a:path w="2358" h="335" extrusionOk="0">
                  <a:moveTo>
                    <a:pt x="191" y="1"/>
                  </a:moveTo>
                  <a:cubicBezTo>
                    <a:pt x="48" y="1"/>
                    <a:pt x="0" y="96"/>
                    <a:pt x="0" y="191"/>
                  </a:cubicBezTo>
                  <a:cubicBezTo>
                    <a:pt x="24" y="263"/>
                    <a:pt x="96" y="334"/>
                    <a:pt x="191" y="334"/>
                  </a:cubicBezTo>
                  <a:lnTo>
                    <a:pt x="2167" y="334"/>
                  </a:lnTo>
                  <a:cubicBezTo>
                    <a:pt x="2263" y="334"/>
                    <a:pt x="2358" y="263"/>
                    <a:pt x="2358" y="144"/>
                  </a:cubicBezTo>
                  <a:cubicBezTo>
                    <a:pt x="2334" y="48"/>
                    <a:pt x="2263" y="1"/>
                    <a:pt x="21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5" name="Google Shape;21555;p138"/>
            <p:cNvSpPr/>
            <p:nvPr/>
          </p:nvSpPr>
          <p:spPr>
            <a:xfrm>
              <a:off x="2603778" y="2753811"/>
              <a:ext cx="116122" cy="84370"/>
            </a:xfrm>
            <a:custGeom>
              <a:avLst/>
              <a:gdLst/>
              <a:ahLst/>
              <a:cxnLst/>
              <a:rect l="l" t="t" r="r" b="b"/>
              <a:pathLst>
                <a:path w="3573" h="2596" extrusionOk="0">
                  <a:moveTo>
                    <a:pt x="429" y="0"/>
                  </a:moveTo>
                  <a:cubicBezTo>
                    <a:pt x="191" y="0"/>
                    <a:pt x="0" y="214"/>
                    <a:pt x="0" y="453"/>
                  </a:cubicBezTo>
                  <a:lnTo>
                    <a:pt x="0" y="2596"/>
                  </a:lnTo>
                  <a:lnTo>
                    <a:pt x="3572" y="2596"/>
                  </a:lnTo>
                  <a:lnTo>
                    <a:pt x="3572" y="453"/>
                  </a:lnTo>
                  <a:cubicBezTo>
                    <a:pt x="3572" y="214"/>
                    <a:pt x="3358" y="0"/>
                    <a:pt x="312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6" name="Google Shape;21556;p138"/>
            <p:cNvSpPr/>
            <p:nvPr/>
          </p:nvSpPr>
          <p:spPr>
            <a:xfrm>
              <a:off x="2624676" y="2779323"/>
              <a:ext cx="76635" cy="10888"/>
            </a:xfrm>
            <a:custGeom>
              <a:avLst/>
              <a:gdLst/>
              <a:ahLst/>
              <a:cxnLst/>
              <a:rect l="l" t="t" r="r" b="b"/>
              <a:pathLst>
                <a:path w="2358" h="335" extrusionOk="0">
                  <a:moveTo>
                    <a:pt x="191" y="1"/>
                  </a:moveTo>
                  <a:cubicBezTo>
                    <a:pt x="48" y="1"/>
                    <a:pt x="0" y="96"/>
                    <a:pt x="0" y="191"/>
                  </a:cubicBezTo>
                  <a:cubicBezTo>
                    <a:pt x="24" y="287"/>
                    <a:pt x="95" y="334"/>
                    <a:pt x="191" y="334"/>
                  </a:cubicBezTo>
                  <a:lnTo>
                    <a:pt x="2167" y="334"/>
                  </a:lnTo>
                  <a:cubicBezTo>
                    <a:pt x="2263" y="334"/>
                    <a:pt x="2358" y="263"/>
                    <a:pt x="2358" y="168"/>
                  </a:cubicBezTo>
                  <a:cubicBezTo>
                    <a:pt x="2334" y="72"/>
                    <a:pt x="2263" y="1"/>
                    <a:pt x="21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7" name="Google Shape;21557;p138"/>
            <p:cNvSpPr/>
            <p:nvPr/>
          </p:nvSpPr>
          <p:spPr>
            <a:xfrm>
              <a:off x="2624676" y="2804868"/>
              <a:ext cx="76635" cy="10888"/>
            </a:xfrm>
            <a:custGeom>
              <a:avLst/>
              <a:gdLst/>
              <a:ahLst/>
              <a:cxnLst/>
              <a:rect l="l" t="t" r="r" b="b"/>
              <a:pathLst>
                <a:path w="2358" h="335" extrusionOk="0">
                  <a:moveTo>
                    <a:pt x="191" y="1"/>
                  </a:moveTo>
                  <a:cubicBezTo>
                    <a:pt x="48" y="1"/>
                    <a:pt x="0" y="96"/>
                    <a:pt x="0" y="191"/>
                  </a:cubicBezTo>
                  <a:cubicBezTo>
                    <a:pt x="24" y="263"/>
                    <a:pt x="95" y="334"/>
                    <a:pt x="191" y="334"/>
                  </a:cubicBezTo>
                  <a:lnTo>
                    <a:pt x="2167" y="334"/>
                  </a:lnTo>
                  <a:cubicBezTo>
                    <a:pt x="2263" y="334"/>
                    <a:pt x="2358" y="263"/>
                    <a:pt x="2358" y="144"/>
                  </a:cubicBezTo>
                  <a:cubicBezTo>
                    <a:pt x="2334" y="48"/>
                    <a:pt x="2263" y="1"/>
                    <a:pt x="21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8" name="Google Shape;21558;p138"/>
            <p:cNvSpPr/>
            <p:nvPr/>
          </p:nvSpPr>
          <p:spPr>
            <a:xfrm>
              <a:off x="2541086" y="2684911"/>
              <a:ext cx="358378" cy="25578"/>
            </a:xfrm>
            <a:custGeom>
              <a:avLst/>
              <a:gdLst/>
              <a:ahLst/>
              <a:cxnLst/>
              <a:rect l="l" t="t" r="r" b="b"/>
              <a:pathLst>
                <a:path w="11027" h="787" extrusionOk="0">
                  <a:moveTo>
                    <a:pt x="167" y="1"/>
                  </a:moveTo>
                  <a:cubicBezTo>
                    <a:pt x="72" y="1"/>
                    <a:pt x="0" y="72"/>
                    <a:pt x="0" y="144"/>
                  </a:cubicBezTo>
                  <a:lnTo>
                    <a:pt x="0" y="453"/>
                  </a:lnTo>
                  <a:cubicBezTo>
                    <a:pt x="0" y="620"/>
                    <a:pt x="167" y="786"/>
                    <a:pt x="334" y="786"/>
                  </a:cubicBezTo>
                  <a:lnTo>
                    <a:pt x="4525" y="786"/>
                  </a:lnTo>
                  <a:lnTo>
                    <a:pt x="5525" y="572"/>
                  </a:lnTo>
                  <a:lnTo>
                    <a:pt x="6502" y="786"/>
                  </a:lnTo>
                  <a:lnTo>
                    <a:pt x="10693" y="786"/>
                  </a:lnTo>
                  <a:cubicBezTo>
                    <a:pt x="10883" y="786"/>
                    <a:pt x="11003" y="620"/>
                    <a:pt x="11026" y="453"/>
                  </a:cubicBezTo>
                  <a:lnTo>
                    <a:pt x="11026" y="144"/>
                  </a:lnTo>
                  <a:cubicBezTo>
                    <a:pt x="11026" y="72"/>
                    <a:pt x="10955" y="1"/>
                    <a:pt x="10883" y="1"/>
                  </a:cubicBezTo>
                  <a:lnTo>
                    <a:pt x="6502" y="1"/>
                  </a:lnTo>
                  <a:lnTo>
                    <a:pt x="5525" y="215"/>
                  </a:lnTo>
                  <a:lnTo>
                    <a:pt x="4525" y="1"/>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9" name="Google Shape;21559;p138"/>
            <p:cNvSpPr/>
            <p:nvPr/>
          </p:nvSpPr>
          <p:spPr>
            <a:xfrm>
              <a:off x="2866931" y="2684911"/>
              <a:ext cx="31753" cy="25578"/>
            </a:xfrm>
            <a:custGeom>
              <a:avLst/>
              <a:gdLst/>
              <a:ahLst/>
              <a:cxnLst/>
              <a:rect l="l" t="t" r="r" b="b"/>
              <a:pathLst>
                <a:path w="977" h="787" extrusionOk="0">
                  <a:moveTo>
                    <a:pt x="167" y="1"/>
                  </a:moveTo>
                  <a:cubicBezTo>
                    <a:pt x="262" y="1"/>
                    <a:pt x="310" y="72"/>
                    <a:pt x="310" y="144"/>
                  </a:cubicBezTo>
                  <a:lnTo>
                    <a:pt x="310" y="453"/>
                  </a:lnTo>
                  <a:cubicBezTo>
                    <a:pt x="310" y="620"/>
                    <a:pt x="167" y="786"/>
                    <a:pt x="0" y="786"/>
                  </a:cubicBezTo>
                  <a:lnTo>
                    <a:pt x="643" y="786"/>
                  </a:lnTo>
                  <a:cubicBezTo>
                    <a:pt x="834" y="786"/>
                    <a:pt x="977" y="620"/>
                    <a:pt x="977" y="453"/>
                  </a:cubicBezTo>
                  <a:lnTo>
                    <a:pt x="977" y="144"/>
                  </a:lnTo>
                  <a:cubicBezTo>
                    <a:pt x="977" y="72"/>
                    <a:pt x="905" y="1"/>
                    <a:pt x="834"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0" name="Google Shape;21560;p138"/>
            <p:cNvSpPr/>
            <p:nvPr/>
          </p:nvSpPr>
          <p:spPr>
            <a:xfrm>
              <a:off x="2688896" y="2684911"/>
              <a:ext cx="62725" cy="24017"/>
            </a:xfrm>
            <a:custGeom>
              <a:avLst/>
              <a:gdLst/>
              <a:ahLst/>
              <a:cxnLst/>
              <a:rect l="l" t="t" r="r" b="b"/>
              <a:pathLst>
                <a:path w="1930" h="739" extrusionOk="0">
                  <a:moveTo>
                    <a:pt x="1" y="1"/>
                  </a:moveTo>
                  <a:lnTo>
                    <a:pt x="1" y="739"/>
                  </a:lnTo>
                  <a:lnTo>
                    <a:pt x="1930" y="739"/>
                  </a:lnTo>
                  <a:lnTo>
                    <a:pt x="1930"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1" name="Google Shape;21561;p138"/>
            <p:cNvSpPr/>
            <p:nvPr/>
          </p:nvSpPr>
          <p:spPr>
            <a:xfrm>
              <a:off x="2729911" y="2684911"/>
              <a:ext cx="21710" cy="24017"/>
            </a:xfrm>
            <a:custGeom>
              <a:avLst/>
              <a:gdLst/>
              <a:ahLst/>
              <a:cxnLst/>
              <a:rect l="l" t="t" r="r" b="b"/>
              <a:pathLst>
                <a:path w="668" h="739" extrusionOk="0">
                  <a:moveTo>
                    <a:pt x="1" y="1"/>
                  </a:moveTo>
                  <a:lnTo>
                    <a:pt x="1" y="739"/>
                  </a:lnTo>
                  <a:lnTo>
                    <a:pt x="668" y="739"/>
                  </a:lnTo>
                  <a:lnTo>
                    <a:pt x="668"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62" name="Google Shape;21562;p138"/>
          <p:cNvGrpSpPr/>
          <p:nvPr/>
        </p:nvGrpSpPr>
        <p:grpSpPr>
          <a:xfrm>
            <a:off x="1768658" y="2329353"/>
            <a:ext cx="341347" cy="357208"/>
            <a:chOff x="1768658" y="2481753"/>
            <a:chExt cx="341347" cy="357208"/>
          </a:xfrm>
        </p:grpSpPr>
        <p:sp>
          <p:nvSpPr>
            <p:cNvPr id="21563" name="Google Shape;21563;p138"/>
            <p:cNvSpPr/>
            <p:nvPr/>
          </p:nvSpPr>
          <p:spPr>
            <a:xfrm>
              <a:off x="1789556" y="2507688"/>
              <a:ext cx="301113" cy="315022"/>
            </a:xfrm>
            <a:custGeom>
              <a:avLst/>
              <a:gdLst/>
              <a:ahLst/>
              <a:cxnLst/>
              <a:rect l="l" t="t" r="r" b="b"/>
              <a:pathLst>
                <a:path w="9265" h="9693" extrusionOk="0">
                  <a:moveTo>
                    <a:pt x="4597" y="0"/>
                  </a:moveTo>
                  <a:lnTo>
                    <a:pt x="0" y="3739"/>
                  </a:lnTo>
                  <a:lnTo>
                    <a:pt x="0" y="9645"/>
                  </a:lnTo>
                  <a:lnTo>
                    <a:pt x="9264" y="9693"/>
                  </a:lnTo>
                  <a:lnTo>
                    <a:pt x="9264" y="3739"/>
                  </a:lnTo>
                  <a:lnTo>
                    <a:pt x="4597" y="0"/>
                  </a:ln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4" name="Google Shape;21564;p138"/>
            <p:cNvSpPr/>
            <p:nvPr/>
          </p:nvSpPr>
          <p:spPr>
            <a:xfrm>
              <a:off x="2068178" y="2627646"/>
              <a:ext cx="21710" cy="193505"/>
            </a:xfrm>
            <a:custGeom>
              <a:avLst/>
              <a:gdLst/>
              <a:ahLst/>
              <a:cxnLst/>
              <a:rect l="l" t="t" r="r" b="b"/>
              <a:pathLst>
                <a:path w="668" h="5954" extrusionOk="0">
                  <a:moveTo>
                    <a:pt x="1" y="0"/>
                  </a:moveTo>
                  <a:lnTo>
                    <a:pt x="1" y="5954"/>
                  </a:lnTo>
                  <a:lnTo>
                    <a:pt x="667" y="5954"/>
                  </a:lnTo>
                  <a:lnTo>
                    <a:pt x="667" y="0"/>
                  </a:ln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5" name="Google Shape;21565;p138"/>
            <p:cNvSpPr/>
            <p:nvPr/>
          </p:nvSpPr>
          <p:spPr>
            <a:xfrm>
              <a:off x="1768658" y="2481753"/>
              <a:ext cx="341347" cy="177840"/>
            </a:xfrm>
            <a:custGeom>
              <a:avLst/>
              <a:gdLst/>
              <a:ahLst/>
              <a:cxnLst/>
              <a:rect l="l" t="t" r="r" b="b"/>
              <a:pathLst>
                <a:path w="10503" h="5472" extrusionOk="0">
                  <a:moveTo>
                    <a:pt x="5251" y="0"/>
                  </a:moveTo>
                  <a:cubicBezTo>
                    <a:pt x="5222" y="0"/>
                    <a:pt x="5192" y="12"/>
                    <a:pt x="5168" y="36"/>
                  </a:cubicBezTo>
                  <a:lnTo>
                    <a:pt x="48" y="4132"/>
                  </a:lnTo>
                  <a:cubicBezTo>
                    <a:pt x="24" y="4180"/>
                    <a:pt x="0" y="4204"/>
                    <a:pt x="0" y="4227"/>
                  </a:cubicBezTo>
                  <a:lnTo>
                    <a:pt x="0" y="5370"/>
                  </a:lnTo>
                  <a:cubicBezTo>
                    <a:pt x="0" y="5421"/>
                    <a:pt x="60" y="5472"/>
                    <a:pt x="128" y="5472"/>
                  </a:cubicBezTo>
                  <a:cubicBezTo>
                    <a:pt x="157" y="5472"/>
                    <a:pt x="187" y="5463"/>
                    <a:pt x="215" y="5442"/>
                  </a:cubicBezTo>
                  <a:lnTo>
                    <a:pt x="5168" y="1465"/>
                  </a:lnTo>
                  <a:cubicBezTo>
                    <a:pt x="5192" y="1453"/>
                    <a:pt x="5222" y="1447"/>
                    <a:pt x="5251" y="1447"/>
                  </a:cubicBezTo>
                  <a:cubicBezTo>
                    <a:pt x="5281" y="1447"/>
                    <a:pt x="5311" y="1453"/>
                    <a:pt x="5335" y="1465"/>
                  </a:cubicBezTo>
                  <a:lnTo>
                    <a:pt x="10288" y="5442"/>
                  </a:lnTo>
                  <a:cubicBezTo>
                    <a:pt x="10316" y="5463"/>
                    <a:pt x="10346" y="5472"/>
                    <a:pt x="10374" y="5472"/>
                  </a:cubicBezTo>
                  <a:cubicBezTo>
                    <a:pt x="10443" y="5472"/>
                    <a:pt x="10503" y="5421"/>
                    <a:pt x="10503" y="5370"/>
                  </a:cubicBezTo>
                  <a:lnTo>
                    <a:pt x="10503" y="4227"/>
                  </a:lnTo>
                  <a:cubicBezTo>
                    <a:pt x="10479" y="4204"/>
                    <a:pt x="10479" y="4180"/>
                    <a:pt x="10455" y="4132"/>
                  </a:cubicBezTo>
                  <a:lnTo>
                    <a:pt x="5335" y="36"/>
                  </a:lnTo>
                  <a:cubicBezTo>
                    <a:pt x="5311" y="12"/>
                    <a:pt x="5281" y="0"/>
                    <a:pt x="5251"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6" name="Google Shape;21566;p138"/>
            <p:cNvSpPr/>
            <p:nvPr/>
          </p:nvSpPr>
          <p:spPr>
            <a:xfrm>
              <a:off x="1923456" y="2481753"/>
              <a:ext cx="186550" cy="179042"/>
            </a:xfrm>
            <a:custGeom>
              <a:avLst/>
              <a:gdLst/>
              <a:ahLst/>
              <a:cxnLst/>
              <a:rect l="l" t="t" r="r" b="b"/>
              <a:pathLst>
                <a:path w="5740" h="5509" extrusionOk="0">
                  <a:moveTo>
                    <a:pt x="488" y="0"/>
                  </a:moveTo>
                  <a:cubicBezTo>
                    <a:pt x="459" y="0"/>
                    <a:pt x="429" y="12"/>
                    <a:pt x="405" y="36"/>
                  </a:cubicBezTo>
                  <a:lnTo>
                    <a:pt x="0" y="369"/>
                  </a:lnTo>
                  <a:lnTo>
                    <a:pt x="4549" y="4013"/>
                  </a:lnTo>
                  <a:cubicBezTo>
                    <a:pt x="4882" y="4275"/>
                    <a:pt x="5049" y="4680"/>
                    <a:pt x="5049" y="5085"/>
                  </a:cubicBezTo>
                  <a:lnTo>
                    <a:pt x="5525" y="5490"/>
                  </a:lnTo>
                  <a:cubicBezTo>
                    <a:pt x="5551" y="5502"/>
                    <a:pt x="5578" y="5508"/>
                    <a:pt x="5604" y="5508"/>
                  </a:cubicBezTo>
                  <a:cubicBezTo>
                    <a:pt x="5676" y="5508"/>
                    <a:pt x="5740" y="5464"/>
                    <a:pt x="5740" y="5394"/>
                  </a:cubicBezTo>
                  <a:lnTo>
                    <a:pt x="5740" y="4251"/>
                  </a:lnTo>
                  <a:cubicBezTo>
                    <a:pt x="5716" y="4204"/>
                    <a:pt x="5716" y="4180"/>
                    <a:pt x="5692" y="4132"/>
                  </a:cubicBezTo>
                  <a:lnTo>
                    <a:pt x="572" y="36"/>
                  </a:lnTo>
                  <a:cubicBezTo>
                    <a:pt x="548" y="12"/>
                    <a:pt x="518" y="0"/>
                    <a:pt x="488"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7" name="Google Shape;21567;p138"/>
            <p:cNvSpPr/>
            <p:nvPr/>
          </p:nvSpPr>
          <p:spPr>
            <a:xfrm>
              <a:off x="1770218" y="2809516"/>
              <a:ext cx="338228" cy="29445"/>
            </a:xfrm>
            <a:custGeom>
              <a:avLst/>
              <a:gdLst/>
              <a:ahLst/>
              <a:cxnLst/>
              <a:rect l="l" t="t" r="r" b="b"/>
              <a:pathLst>
                <a:path w="10407" h="906" extrusionOk="0">
                  <a:moveTo>
                    <a:pt x="119" y="1"/>
                  </a:moveTo>
                  <a:cubicBezTo>
                    <a:pt x="71" y="1"/>
                    <a:pt x="0" y="72"/>
                    <a:pt x="0" y="120"/>
                  </a:cubicBezTo>
                  <a:lnTo>
                    <a:pt x="0" y="858"/>
                  </a:lnTo>
                  <a:cubicBezTo>
                    <a:pt x="0" y="906"/>
                    <a:pt x="0" y="906"/>
                    <a:pt x="48" y="906"/>
                  </a:cubicBezTo>
                  <a:lnTo>
                    <a:pt x="10359" y="906"/>
                  </a:lnTo>
                  <a:cubicBezTo>
                    <a:pt x="10407" y="906"/>
                    <a:pt x="10407" y="906"/>
                    <a:pt x="10407" y="858"/>
                  </a:cubicBezTo>
                  <a:lnTo>
                    <a:pt x="10407" y="120"/>
                  </a:lnTo>
                  <a:cubicBezTo>
                    <a:pt x="10407" y="72"/>
                    <a:pt x="10335" y="1"/>
                    <a:pt x="10288" y="1"/>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8" name="Google Shape;21568;p138"/>
            <p:cNvSpPr/>
            <p:nvPr/>
          </p:nvSpPr>
          <p:spPr>
            <a:xfrm>
              <a:off x="2069738" y="2809516"/>
              <a:ext cx="38708" cy="29445"/>
            </a:xfrm>
            <a:custGeom>
              <a:avLst/>
              <a:gdLst/>
              <a:ahLst/>
              <a:cxnLst/>
              <a:rect l="l" t="t" r="r" b="b"/>
              <a:pathLst>
                <a:path w="1191" h="906" extrusionOk="0">
                  <a:moveTo>
                    <a:pt x="0" y="1"/>
                  </a:moveTo>
                  <a:cubicBezTo>
                    <a:pt x="286" y="1"/>
                    <a:pt x="524" y="239"/>
                    <a:pt x="524" y="548"/>
                  </a:cubicBezTo>
                  <a:lnTo>
                    <a:pt x="524" y="739"/>
                  </a:lnTo>
                  <a:cubicBezTo>
                    <a:pt x="524" y="810"/>
                    <a:pt x="476" y="906"/>
                    <a:pt x="405" y="906"/>
                  </a:cubicBezTo>
                  <a:lnTo>
                    <a:pt x="1072" y="906"/>
                  </a:lnTo>
                  <a:cubicBezTo>
                    <a:pt x="1119" y="906"/>
                    <a:pt x="1191" y="834"/>
                    <a:pt x="1191" y="787"/>
                  </a:cubicBezTo>
                  <a:lnTo>
                    <a:pt x="1191" y="548"/>
                  </a:lnTo>
                  <a:cubicBezTo>
                    <a:pt x="1191" y="239"/>
                    <a:pt x="953" y="1"/>
                    <a:pt x="64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9" name="Google Shape;21569;p138"/>
            <p:cNvSpPr/>
            <p:nvPr/>
          </p:nvSpPr>
          <p:spPr>
            <a:xfrm>
              <a:off x="1918808" y="2623778"/>
              <a:ext cx="40267" cy="17842"/>
            </a:xfrm>
            <a:custGeom>
              <a:avLst/>
              <a:gdLst/>
              <a:ahLst/>
              <a:cxnLst/>
              <a:rect l="l" t="t" r="r" b="b"/>
              <a:pathLst>
                <a:path w="1239" h="549" extrusionOk="0">
                  <a:moveTo>
                    <a:pt x="620" y="0"/>
                  </a:moveTo>
                  <a:cubicBezTo>
                    <a:pt x="405" y="0"/>
                    <a:pt x="191" y="96"/>
                    <a:pt x="48" y="238"/>
                  </a:cubicBezTo>
                  <a:cubicBezTo>
                    <a:pt x="0" y="310"/>
                    <a:pt x="0" y="429"/>
                    <a:pt x="48" y="477"/>
                  </a:cubicBezTo>
                  <a:cubicBezTo>
                    <a:pt x="84" y="512"/>
                    <a:pt x="131" y="530"/>
                    <a:pt x="176" y="530"/>
                  </a:cubicBezTo>
                  <a:cubicBezTo>
                    <a:pt x="221" y="530"/>
                    <a:pt x="262" y="512"/>
                    <a:pt x="286" y="477"/>
                  </a:cubicBezTo>
                  <a:cubicBezTo>
                    <a:pt x="381" y="429"/>
                    <a:pt x="500" y="358"/>
                    <a:pt x="620" y="358"/>
                  </a:cubicBezTo>
                  <a:cubicBezTo>
                    <a:pt x="739" y="358"/>
                    <a:pt x="858" y="405"/>
                    <a:pt x="953" y="477"/>
                  </a:cubicBezTo>
                  <a:cubicBezTo>
                    <a:pt x="977" y="500"/>
                    <a:pt x="1024" y="548"/>
                    <a:pt x="1072" y="548"/>
                  </a:cubicBezTo>
                  <a:cubicBezTo>
                    <a:pt x="1096" y="548"/>
                    <a:pt x="1143" y="548"/>
                    <a:pt x="1191" y="477"/>
                  </a:cubicBezTo>
                  <a:cubicBezTo>
                    <a:pt x="1239" y="429"/>
                    <a:pt x="1239" y="310"/>
                    <a:pt x="1191" y="238"/>
                  </a:cubicBezTo>
                  <a:cubicBezTo>
                    <a:pt x="1024" y="96"/>
                    <a:pt x="834" y="0"/>
                    <a:pt x="62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0" name="Google Shape;21570;p138"/>
            <p:cNvSpPr/>
            <p:nvPr/>
          </p:nvSpPr>
          <p:spPr>
            <a:xfrm>
              <a:off x="1904086" y="2603661"/>
              <a:ext cx="69713" cy="23238"/>
            </a:xfrm>
            <a:custGeom>
              <a:avLst/>
              <a:gdLst/>
              <a:ahLst/>
              <a:cxnLst/>
              <a:rect l="l" t="t" r="r" b="b"/>
              <a:pathLst>
                <a:path w="2145" h="715" extrusionOk="0">
                  <a:moveTo>
                    <a:pt x="1073" y="0"/>
                  </a:moveTo>
                  <a:cubicBezTo>
                    <a:pt x="692" y="0"/>
                    <a:pt x="334" y="143"/>
                    <a:pt x="49" y="429"/>
                  </a:cubicBezTo>
                  <a:cubicBezTo>
                    <a:pt x="1" y="476"/>
                    <a:pt x="1" y="595"/>
                    <a:pt x="49" y="667"/>
                  </a:cubicBezTo>
                  <a:cubicBezTo>
                    <a:pt x="84" y="691"/>
                    <a:pt x="132" y="703"/>
                    <a:pt x="177" y="703"/>
                  </a:cubicBezTo>
                  <a:cubicBezTo>
                    <a:pt x="221" y="703"/>
                    <a:pt x="263" y="691"/>
                    <a:pt x="287" y="667"/>
                  </a:cubicBezTo>
                  <a:cubicBezTo>
                    <a:pt x="501" y="453"/>
                    <a:pt x="763" y="334"/>
                    <a:pt x="1073" y="334"/>
                  </a:cubicBezTo>
                  <a:cubicBezTo>
                    <a:pt x="1358" y="334"/>
                    <a:pt x="1644" y="453"/>
                    <a:pt x="1835" y="667"/>
                  </a:cubicBezTo>
                  <a:cubicBezTo>
                    <a:pt x="1882" y="691"/>
                    <a:pt x="1930" y="715"/>
                    <a:pt x="1954" y="715"/>
                  </a:cubicBezTo>
                  <a:cubicBezTo>
                    <a:pt x="2025" y="715"/>
                    <a:pt x="2049" y="691"/>
                    <a:pt x="2073" y="667"/>
                  </a:cubicBezTo>
                  <a:cubicBezTo>
                    <a:pt x="2144" y="595"/>
                    <a:pt x="2144" y="476"/>
                    <a:pt x="2073" y="429"/>
                  </a:cubicBezTo>
                  <a:cubicBezTo>
                    <a:pt x="1811" y="143"/>
                    <a:pt x="1454" y="0"/>
                    <a:pt x="107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1" name="Google Shape;21571;p138"/>
            <p:cNvSpPr/>
            <p:nvPr/>
          </p:nvSpPr>
          <p:spPr>
            <a:xfrm>
              <a:off x="1888616" y="2581203"/>
              <a:ext cx="100653" cy="30225"/>
            </a:xfrm>
            <a:custGeom>
              <a:avLst/>
              <a:gdLst/>
              <a:ahLst/>
              <a:cxnLst/>
              <a:rect l="l" t="t" r="r" b="b"/>
              <a:pathLst>
                <a:path w="3097" h="930" extrusionOk="0">
                  <a:moveTo>
                    <a:pt x="1549" y="0"/>
                  </a:moveTo>
                  <a:cubicBezTo>
                    <a:pt x="977" y="0"/>
                    <a:pt x="453" y="239"/>
                    <a:pt x="48" y="620"/>
                  </a:cubicBezTo>
                  <a:cubicBezTo>
                    <a:pt x="1" y="691"/>
                    <a:pt x="1" y="810"/>
                    <a:pt x="48" y="882"/>
                  </a:cubicBezTo>
                  <a:cubicBezTo>
                    <a:pt x="84" y="905"/>
                    <a:pt x="132" y="917"/>
                    <a:pt x="176" y="917"/>
                  </a:cubicBezTo>
                  <a:cubicBezTo>
                    <a:pt x="221" y="917"/>
                    <a:pt x="263" y="905"/>
                    <a:pt x="286" y="882"/>
                  </a:cubicBezTo>
                  <a:cubicBezTo>
                    <a:pt x="620" y="548"/>
                    <a:pt x="1072" y="358"/>
                    <a:pt x="1549" y="358"/>
                  </a:cubicBezTo>
                  <a:cubicBezTo>
                    <a:pt x="2025" y="358"/>
                    <a:pt x="2477" y="548"/>
                    <a:pt x="2787" y="882"/>
                  </a:cubicBezTo>
                  <a:cubicBezTo>
                    <a:pt x="2835" y="905"/>
                    <a:pt x="2882" y="929"/>
                    <a:pt x="2906" y="929"/>
                  </a:cubicBezTo>
                  <a:cubicBezTo>
                    <a:pt x="2977" y="929"/>
                    <a:pt x="3001" y="905"/>
                    <a:pt x="3025" y="882"/>
                  </a:cubicBezTo>
                  <a:cubicBezTo>
                    <a:pt x="3097" y="810"/>
                    <a:pt x="3097" y="691"/>
                    <a:pt x="3025" y="620"/>
                  </a:cubicBezTo>
                  <a:cubicBezTo>
                    <a:pt x="2644" y="215"/>
                    <a:pt x="2120" y="0"/>
                    <a:pt x="154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2" name="Google Shape;21572;p138"/>
            <p:cNvSpPr/>
            <p:nvPr/>
          </p:nvSpPr>
          <p:spPr>
            <a:xfrm>
              <a:off x="1886308" y="2703501"/>
              <a:ext cx="106047" cy="72378"/>
            </a:xfrm>
            <a:custGeom>
              <a:avLst/>
              <a:gdLst/>
              <a:ahLst/>
              <a:cxnLst/>
              <a:rect l="l" t="t" r="r" b="b"/>
              <a:pathLst>
                <a:path w="3263" h="2227" extrusionOk="0">
                  <a:moveTo>
                    <a:pt x="0" y="0"/>
                  </a:moveTo>
                  <a:lnTo>
                    <a:pt x="0" y="1786"/>
                  </a:lnTo>
                  <a:cubicBezTo>
                    <a:pt x="0" y="1834"/>
                    <a:pt x="48" y="1882"/>
                    <a:pt x="72" y="1882"/>
                  </a:cubicBezTo>
                  <a:lnTo>
                    <a:pt x="334" y="1977"/>
                  </a:lnTo>
                  <a:cubicBezTo>
                    <a:pt x="750" y="2143"/>
                    <a:pt x="1191" y="2227"/>
                    <a:pt x="1631" y="2227"/>
                  </a:cubicBezTo>
                  <a:cubicBezTo>
                    <a:pt x="2072" y="2227"/>
                    <a:pt x="2513" y="2143"/>
                    <a:pt x="2929" y="1977"/>
                  </a:cubicBezTo>
                  <a:lnTo>
                    <a:pt x="3191" y="1882"/>
                  </a:lnTo>
                  <a:cubicBezTo>
                    <a:pt x="3215" y="1834"/>
                    <a:pt x="3263" y="1810"/>
                    <a:pt x="3263" y="1786"/>
                  </a:cubicBezTo>
                  <a:lnTo>
                    <a:pt x="3263"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3" name="Google Shape;21573;p138"/>
            <p:cNvSpPr/>
            <p:nvPr/>
          </p:nvSpPr>
          <p:spPr>
            <a:xfrm>
              <a:off x="1851468" y="2657448"/>
              <a:ext cx="175728" cy="81283"/>
            </a:xfrm>
            <a:custGeom>
              <a:avLst/>
              <a:gdLst/>
              <a:ahLst/>
              <a:cxnLst/>
              <a:rect l="l" t="t" r="r" b="b"/>
              <a:pathLst>
                <a:path w="5407" h="2501" extrusionOk="0">
                  <a:moveTo>
                    <a:pt x="2698" y="0"/>
                  </a:moveTo>
                  <a:cubicBezTo>
                    <a:pt x="2620" y="0"/>
                    <a:pt x="2549" y="12"/>
                    <a:pt x="2501" y="36"/>
                  </a:cubicBezTo>
                  <a:lnTo>
                    <a:pt x="120" y="1108"/>
                  </a:lnTo>
                  <a:cubicBezTo>
                    <a:pt x="1" y="1155"/>
                    <a:pt x="1" y="1298"/>
                    <a:pt x="120" y="1346"/>
                  </a:cubicBezTo>
                  <a:lnTo>
                    <a:pt x="2501" y="2465"/>
                  </a:lnTo>
                  <a:cubicBezTo>
                    <a:pt x="2584" y="2489"/>
                    <a:pt x="2662" y="2501"/>
                    <a:pt x="2733" y="2501"/>
                  </a:cubicBezTo>
                  <a:cubicBezTo>
                    <a:pt x="2805" y="2501"/>
                    <a:pt x="2870" y="2489"/>
                    <a:pt x="2930" y="2465"/>
                  </a:cubicBezTo>
                  <a:lnTo>
                    <a:pt x="5311" y="1346"/>
                  </a:lnTo>
                  <a:cubicBezTo>
                    <a:pt x="5406" y="1322"/>
                    <a:pt x="5406" y="1179"/>
                    <a:pt x="5311" y="1108"/>
                  </a:cubicBezTo>
                  <a:lnTo>
                    <a:pt x="2930" y="36"/>
                  </a:lnTo>
                  <a:cubicBezTo>
                    <a:pt x="2858" y="12"/>
                    <a:pt x="2775" y="0"/>
                    <a:pt x="2698"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4" name="Google Shape;21574;p138"/>
            <p:cNvSpPr/>
            <p:nvPr/>
          </p:nvSpPr>
          <p:spPr>
            <a:xfrm>
              <a:off x="1912601" y="2687251"/>
              <a:ext cx="114595" cy="52260"/>
            </a:xfrm>
            <a:custGeom>
              <a:avLst/>
              <a:gdLst/>
              <a:ahLst/>
              <a:cxnLst/>
              <a:rect l="l" t="t" r="r" b="b"/>
              <a:pathLst>
                <a:path w="3526" h="1608" extrusionOk="0">
                  <a:moveTo>
                    <a:pt x="1" y="1286"/>
                  </a:moveTo>
                  <a:lnTo>
                    <a:pt x="1" y="1286"/>
                  </a:lnTo>
                  <a:cubicBezTo>
                    <a:pt x="12" y="1293"/>
                    <a:pt x="24" y="1298"/>
                    <a:pt x="36" y="1303"/>
                  </a:cubicBezTo>
                  <a:lnTo>
                    <a:pt x="36" y="1303"/>
                  </a:lnTo>
                  <a:lnTo>
                    <a:pt x="1" y="1286"/>
                  </a:lnTo>
                  <a:close/>
                  <a:moveTo>
                    <a:pt x="2930" y="0"/>
                  </a:moveTo>
                  <a:lnTo>
                    <a:pt x="430" y="1238"/>
                  </a:lnTo>
                  <a:cubicBezTo>
                    <a:pt x="313" y="1272"/>
                    <a:pt x="209" y="1316"/>
                    <a:pt x="116" y="1316"/>
                  </a:cubicBezTo>
                  <a:cubicBezTo>
                    <a:pt x="88" y="1316"/>
                    <a:pt x="61" y="1312"/>
                    <a:pt x="36" y="1303"/>
                  </a:cubicBezTo>
                  <a:lnTo>
                    <a:pt x="36" y="1303"/>
                  </a:lnTo>
                  <a:lnTo>
                    <a:pt x="596" y="1572"/>
                  </a:lnTo>
                  <a:cubicBezTo>
                    <a:pt x="656" y="1596"/>
                    <a:pt x="721" y="1608"/>
                    <a:pt x="793" y="1608"/>
                  </a:cubicBezTo>
                  <a:cubicBezTo>
                    <a:pt x="864" y="1608"/>
                    <a:pt x="942" y="1596"/>
                    <a:pt x="1025" y="1572"/>
                  </a:cubicBezTo>
                  <a:lnTo>
                    <a:pt x="3406" y="453"/>
                  </a:lnTo>
                  <a:cubicBezTo>
                    <a:pt x="3525" y="405"/>
                    <a:pt x="3525" y="262"/>
                    <a:pt x="3406" y="191"/>
                  </a:cubicBezTo>
                  <a:lnTo>
                    <a:pt x="2930" y="0"/>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75" name="Google Shape;21575;p138"/>
          <p:cNvGrpSpPr/>
          <p:nvPr/>
        </p:nvGrpSpPr>
        <p:grpSpPr>
          <a:xfrm>
            <a:off x="1005526" y="2329743"/>
            <a:ext cx="358377" cy="356817"/>
            <a:chOff x="1005526" y="2482143"/>
            <a:chExt cx="358377" cy="356817"/>
          </a:xfrm>
        </p:grpSpPr>
        <p:sp>
          <p:nvSpPr>
            <p:cNvPr id="21576" name="Google Shape;21576;p138"/>
            <p:cNvSpPr/>
            <p:nvPr/>
          </p:nvSpPr>
          <p:spPr>
            <a:xfrm>
              <a:off x="1015568" y="2675616"/>
              <a:ext cx="339040" cy="163345"/>
            </a:xfrm>
            <a:custGeom>
              <a:avLst/>
              <a:gdLst/>
              <a:ahLst/>
              <a:cxnLst/>
              <a:rect l="l" t="t" r="r" b="b"/>
              <a:pathLst>
                <a:path w="10432" h="5026" extrusionOk="0">
                  <a:moveTo>
                    <a:pt x="5216" y="1"/>
                  </a:moveTo>
                  <a:lnTo>
                    <a:pt x="1" y="1334"/>
                  </a:lnTo>
                  <a:lnTo>
                    <a:pt x="1" y="2263"/>
                  </a:lnTo>
                  <a:lnTo>
                    <a:pt x="215" y="3049"/>
                  </a:lnTo>
                  <a:lnTo>
                    <a:pt x="1" y="3859"/>
                  </a:lnTo>
                  <a:lnTo>
                    <a:pt x="1" y="4764"/>
                  </a:lnTo>
                  <a:cubicBezTo>
                    <a:pt x="1" y="4907"/>
                    <a:pt x="120" y="5026"/>
                    <a:pt x="287" y="5026"/>
                  </a:cubicBezTo>
                  <a:lnTo>
                    <a:pt x="2692" y="5026"/>
                  </a:lnTo>
                  <a:lnTo>
                    <a:pt x="4930" y="4811"/>
                  </a:lnTo>
                  <a:lnTo>
                    <a:pt x="7098" y="5026"/>
                  </a:lnTo>
                  <a:lnTo>
                    <a:pt x="10170" y="5026"/>
                  </a:lnTo>
                  <a:cubicBezTo>
                    <a:pt x="10313" y="5026"/>
                    <a:pt x="10432" y="4907"/>
                    <a:pt x="10432" y="4764"/>
                  </a:cubicBezTo>
                  <a:lnTo>
                    <a:pt x="10432" y="3859"/>
                  </a:lnTo>
                  <a:lnTo>
                    <a:pt x="10217" y="3121"/>
                  </a:lnTo>
                  <a:lnTo>
                    <a:pt x="10432" y="2263"/>
                  </a:lnTo>
                  <a:lnTo>
                    <a:pt x="10432" y="1334"/>
                  </a:lnTo>
                  <a:lnTo>
                    <a:pt x="5216"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7" name="Google Shape;21577;p138"/>
            <p:cNvSpPr/>
            <p:nvPr/>
          </p:nvSpPr>
          <p:spPr>
            <a:xfrm>
              <a:off x="1324617" y="2712016"/>
              <a:ext cx="29413" cy="126945"/>
            </a:xfrm>
            <a:custGeom>
              <a:avLst/>
              <a:gdLst/>
              <a:ahLst/>
              <a:cxnLst/>
              <a:rect l="l" t="t" r="r" b="b"/>
              <a:pathLst>
                <a:path w="905" h="3906" extrusionOk="0">
                  <a:moveTo>
                    <a:pt x="595" y="0"/>
                  </a:moveTo>
                  <a:lnTo>
                    <a:pt x="262" y="214"/>
                  </a:lnTo>
                  <a:lnTo>
                    <a:pt x="262" y="3644"/>
                  </a:lnTo>
                  <a:cubicBezTo>
                    <a:pt x="262" y="3787"/>
                    <a:pt x="143" y="3906"/>
                    <a:pt x="0" y="3906"/>
                  </a:cubicBezTo>
                  <a:lnTo>
                    <a:pt x="643" y="3906"/>
                  </a:lnTo>
                  <a:cubicBezTo>
                    <a:pt x="786" y="3906"/>
                    <a:pt x="905" y="3787"/>
                    <a:pt x="905" y="3644"/>
                  </a:cubicBezTo>
                  <a:lnTo>
                    <a:pt x="905" y="2739"/>
                  </a:lnTo>
                  <a:lnTo>
                    <a:pt x="714" y="1929"/>
                  </a:lnTo>
                  <a:lnTo>
                    <a:pt x="905" y="1143"/>
                  </a:lnTo>
                  <a:lnTo>
                    <a:pt x="905" y="214"/>
                  </a:lnTo>
                  <a:lnTo>
                    <a:pt x="595"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8" name="Google Shape;21578;p138"/>
            <p:cNvSpPr/>
            <p:nvPr/>
          </p:nvSpPr>
          <p:spPr>
            <a:xfrm>
              <a:off x="1320516" y="2748383"/>
              <a:ext cx="34092" cy="51870"/>
            </a:xfrm>
            <a:custGeom>
              <a:avLst/>
              <a:gdLst/>
              <a:ahLst/>
              <a:cxnLst/>
              <a:rect l="l" t="t" r="r" b="b"/>
              <a:pathLst>
                <a:path w="1049" h="1596" extrusionOk="0">
                  <a:moveTo>
                    <a:pt x="263" y="0"/>
                  </a:moveTo>
                  <a:cubicBezTo>
                    <a:pt x="120" y="0"/>
                    <a:pt x="1" y="119"/>
                    <a:pt x="1" y="286"/>
                  </a:cubicBezTo>
                  <a:lnTo>
                    <a:pt x="1" y="1358"/>
                  </a:lnTo>
                  <a:cubicBezTo>
                    <a:pt x="1" y="1477"/>
                    <a:pt x="120" y="1596"/>
                    <a:pt x="263" y="1596"/>
                  </a:cubicBezTo>
                  <a:lnTo>
                    <a:pt x="1049" y="1596"/>
                  </a:lnTo>
                  <a:lnTo>
                    <a:pt x="1049"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9" name="Google Shape;21579;p138"/>
            <p:cNvSpPr/>
            <p:nvPr/>
          </p:nvSpPr>
          <p:spPr>
            <a:xfrm>
              <a:off x="1332151" y="2749163"/>
              <a:ext cx="20898" cy="51090"/>
            </a:xfrm>
            <a:custGeom>
              <a:avLst/>
              <a:gdLst/>
              <a:ahLst/>
              <a:cxnLst/>
              <a:rect l="l" t="t" r="r" b="b"/>
              <a:pathLst>
                <a:path w="643" h="1572" extrusionOk="0">
                  <a:moveTo>
                    <a:pt x="0" y="0"/>
                  </a:moveTo>
                  <a:lnTo>
                    <a:pt x="0" y="1572"/>
                  </a:lnTo>
                  <a:lnTo>
                    <a:pt x="643" y="1572"/>
                  </a:lnTo>
                  <a:lnTo>
                    <a:pt x="643"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0" name="Google Shape;21580;p138"/>
            <p:cNvSpPr/>
            <p:nvPr/>
          </p:nvSpPr>
          <p:spPr>
            <a:xfrm>
              <a:off x="1130131" y="2488318"/>
              <a:ext cx="52650" cy="31005"/>
            </a:xfrm>
            <a:custGeom>
              <a:avLst/>
              <a:gdLst/>
              <a:ahLst/>
              <a:cxnLst/>
              <a:rect l="l" t="t" r="r" b="b"/>
              <a:pathLst>
                <a:path w="1620" h="954" extrusionOk="0">
                  <a:moveTo>
                    <a:pt x="239" y="1"/>
                  </a:moveTo>
                  <a:cubicBezTo>
                    <a:pt x="119" y="1"/>
                    <a:pt x="0" y="120"/>
                    <a:pt x="0" y="239"/>
                  </a:cubicBezTo>
                  <a:lnTo>
                    <a:pt x="0" y="715"/>
                  </a:lnTo>
                  <a:cubicBezTo>
                    <a:pt x="0" y="834"/>
                    <a:pt x="96" y="953"/>
                    <a:pt x="239" y="953"/>
                  </a:cubicBezTo>
                  <a:lnTo>
                    <a:pt x="1620" y="953"/>
                  </a:lnTo>
                  <a:lnTo>
                    <a:pt x="1620" y="1"/>
                  </a:ln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1" name="Google Shape;21581;p138"/>
            <p:cNvSpPr/>
            <p:nvPr/>
          </p:nvSpPr>
          <p:spPr>
            <a:xfrm>
              <a:off x="1178101" y="2482923"/>
              <a:ext cx="10888" cy="82063"/>
            </a:xfrm>
            <a:custGeom>
              <a:avLst/>
              <a:gdLst/>
              <a:ahLst/>
              <a:cxnLst/>
              <a:rect l="l" t="t" r="r" b="b"/>
              <a:pathLst>
                <a:path w="335" h="2525" extrusionOk="0">
                  <a:moveTo>
                    <a:pt x="144" y="0"/>
                  </a:moveTo>
                  <a:cubicBezTo>
                    <a:pt x="72" y="24"/>
                    <a:pt x="1" y="72"/>
                    <a:pt x="1" y="167"/>
                  </a:cubicBezTo>
                  <a:lnTo>
                    <a:pt x="1" y="2358"/>
                  </a:lnTo>
                  <a:cubicBezTo>
                    <a:pt x="1" y="2429"/>
                    <a:pt x="72" y="2501"/>
                    <a:pt x="144" y="2524"/>
                  </a:cubicBezTo>
                  <a:cubicBezTo>
                    <a:pt x="239" y="2524"/>
                    <a:pt x="334" y="2429"/>
                    <a:pt x="334" y="2358"/>
                  </a:cubicBezTo>
                  <a:lnTo>
                    <a:pt x="334" y="167"/>
                  </a:lnTo>
                  <a:cubicBezTo>
                    <a:pt x="334" y="48"/>
                    <a:pt x="239" y="0"/>
                    <a:pt x="14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2" name="Google Shape;21582;p138"/>
            <p:cNvSpPr/>
            <p:nvPr/>
          </p:nvSpPr>
          <p:spPr>
            <a:xfrm>
              <a:off x="1065131" y="2550426"/>
              <a:ext cx="239948" cy="143033"/>
            </a:xfrm>
            <a:custGeom>
              <a:avLst/>
              <a:gdLst/>
              <a:ahLst/>
              <a:cxnLst/>
              <a:rect l="l" t="t" r="r" b="b"/>
              <a:pathLst>
                <a:path w="7383" h="4401" extrusionOk="0">
                  <a:moveTo>
                    <a:pt x="3656" y="1"/>
                  </a:moveTo>
                  <a:cubicBezTo>
                    <a:pt x="3572" y="1"/>
                    <a:pt x="3489" y="31"/>
                    <a:pt x="3429" y="90"/>
                  </a:cubicBezTo>
                  <a:lnTo>
                    <a:pt x="0" y="3662"/>
                  </a:lnTo>
                  <a:lnTo>
                    <a:pt x="0" y="4401"/>
                  </a:lnTo>
                  <a:lnTo>
                    <a:pt x="7382" y="4401"/>
                  </a:lnTo>
                  <a:lnTo>
                    <a:pt x="7382" y="3662"/>
                  </a:lnTo>
                  <a:lnTo>
                    <a:pt x="3882" y="90"/>
                  </a:lnTo>
                  <a:cubicBezTo>
                    <a:pt x="3822" y="31"/>
                    <a:pt x="3739" y="1"/>
                    <a:pt x="3656"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3" name="Google Shape;21583;p138"/>
            <p:cNvSpPr/>
            <p:nvPr/>
          </p:nvSpPr>
          <p:spPr>
            <a:xfrm>
              <a:off x="1005526" y="2664013"/>
              <a:ext cx="358377" cy="54990"/>
            </a:xfrm>
            <a:custGeom>
              <a:avLst/>
              <a:gdLst/>
              <a:ahLst/>
              <a:cxnLst/>
              <a:rect l="l" t="t" r="r" b="b"/>
              <a:pathLst>
                <a:path w="11027" h="1692" extrusionOk="0">
                  <a:moveTo>
                    <a:pt x="834" y="1"/>
                  </a:moveTo>
                  <a:cubicBezTo>
                    <a:pt x="739" y="1"/>
                    <a:pt x="643" y="48"/>
                    <a:pt x="596" y="144"/>
                  </a:cubicBezTo>
                  <a:lnTo>
                    <a:pt x="24" y="1501"/>
                  </a:lnTo>
                  <a:cubicBezTo>
                    <a:pt x="0" y="1596"/>
                    <a:pt x="48" y="1691"/>
                    <a:pt x="143" y="1691"/>
                  </a:cubicBezTo>
                  <a:lnTo>
                    <a:pt x="10884" y="1691"/>
                  </a:lnTo>
                  <a:cubicBezTo>
                    <a:pt x="10979" y="1691"/>
                    <a:pt x="11026" y="1596"/>
                    <a:pt x="11003" y="1501"/>
                  </a:cubicBezTo>
                  <a:lnTo>
                    <a:pt x="10431" y="144"/>
                  </a:lnTo>
                  <a:cubicBezTo>
                    <a:pt x="10407" y="48"/>
                    <a:pt x="10312" y="1"/>
                    <a:pt x="1021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4" name="Google Shape;21584;p138"/>
            <p:cNvSpPr/>
            <p:nvPr/>
          </p:nvSpPr>
          <p:spPr>
            <a:xfrm>
              <a:off x="1314341" y="2663233"/>
              <a:ext cx="49563" cy="55770"/>
            </a:xfrm>
            <a:custGeom>
              <a:avLst/>
              <a:gdLst/>
              <a:ahLst/>
              <a:cxnLst/>
              <a:rect l="l" t="t" r="r" b="b"/>
              <a:pathLst>
                <a:path w="1525" h="1716" extrusionOk="0">
                  <a:moveTo>
                    <a:pt x="0" y="1"/>
                  </a:moveTo>
                  <a:cubicBezTo>
                    <a:pt x="96" y="1"/>
                    <a:pt x="191" y="72"/>
                    <a:pt x="262" y="168"/>
                  </a:cubicBezTo>
                  <a:lnTo>
                    <a:pt x="810" y="1525"/>
                  </a:lnTo>
                  <a:cubicBezTo>
                    <a:pt x="858" y="1620"/>
                    <a:pt x="786" y="1715"/>
                    <a:pt x="691" y="1715"/>
                  </a:cubicBezTo>
                  <a:lnTo>
                    <a:pt x="1382" y="1715"/>
                  </a:lnTo>
                  <a:cubicBezTo>
                    <a:pt x="1477" y="1715"/>
                    <a:pt x="1524" y="1620"/>
                    <a:pt x="1501" y="1525"/>
                  </a:cubicBezTo>
                  <a:lnTo>
                    <a:pt x="929" y="168"/>
                  </a:lnTo>
                  <a:cubicBezTo>
                    <a:pt x="905" y="72"/>
                    <a:pt x="810" y="1"/>
                    <a:pt x="691"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5" name="Google Shape;21585;p138"/>
            <p:cNvSpPr/>
            <p:nvPr/>
          </p:nvSpPr>
          <p:spPr>
            <a:xfrm>
              <a:off x="1104586" y="2578116"/>
              <a:ext cx="164905" cy="260845"/>
            </a:xfrm>
            <a:custGeom>
              <a:avLst/>
              <a:gdLst/>
              <a:ahLst/>
              <a:cxnLst/>
              <a:rect l="l" t="t" r="r" b="b"/>
              <a:pathLst>
                <a:path w="5074" h="8026" extrusionOk="0">
                  <a:moveTo>
                    <a:pt x="2501" y="0"/>
                  </a:moveTo>
                  <a:lnTo>
                    <a:pt x="1" y="2620"/>
                  </a:lnTo>
                  <a:lnTo>
                    <a:pt x="1" y="8026"/>
                  </a:lnTo>
                  <a:lnTo>
                    <a:pt x="1310" y="8026"/>
                  </a:lnTo>
                  <a:lnTo>
                    <a:pt x="2501" y="7811"/>
                  </a:lnTo>
                  <a:lnTo>
                    <a:pt x="3692" y="8026"/>
                  </a:lnTo>
                  <a:lnTo>
                    <a:pt x="5073" y="8026"/>
                  </a:lnTo>
                  <a:lnTo>
                    <a:pt x="5073" y="2620"/>
                  </a:lnTo>
                  <a:lnTo>
                    <a:pt x="2501" y="0"/>
                  </a:ln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6" name="Google Shape;21586;p138"/>
            <p:cNvSpPr/>
            <p:nvPr/>
          </p:nvSpPr>
          <p:spPr>
            <a:xfrm>
              <a:off x="1173475" y="2577175"/>
              <a:ext cx="95851" cy="261765"/>
            </a:xfrm>
            <a:custGeom>
              <a:avLst/>
              <a:gdLst/>
              <a:ahLst/>
              <a:cxnLst/>
              <a:rect l="l" t="t" r="r" b="b"/>
              <a:pathLst>
                <a:path w="2835" h="8002" extrusionOk="0">
                  <a:moveTo>
                    <a:pt x="334" y="0"/>
                  </a:moveTo>
                  <a:lnTo>
                    <a:pt x="1" y="357"/>
                  </a:lnTo>
                  <a:lnTo>
                    <a:pt x="1739" y="2143"/>
                  </a:lnTo>
                  <a:cubicBezTo>
                    <a:pt x="2025" y="2429"/>
                    <a:pt x="2192" y="2834"/>
                    <a:pt x="2192" y="3263"/>
                  </a:cubicBezTo>
                  <a:lnTo>
                    <a:pt x="2192" y="8002"/>
                  </a:lnTo>
                  <a:lnTo>
                    <a:pt x="2835" y="8002"/>
                  </a:lnTo>
                  <a:lnTo>
                    <a:pt x="2835" y="2596"/>
                  </a:lnTo>
                  <a:lnTo>
                    <a:pt x="334"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7" name="Google Shape;21587;p138"/>
            <p:cNvSpPr/>
            <p:nvPr/>
          </p:nvSpPr>
          <p:spPr>
            <a:xfrm>
              <a:off x="1153336" y="2637688"/>
              <a:ext cx="61977" cy="61978"/>
            </a:xfrm>
            <a:custGeom>
              <a:avLst/>
              <a:gdLst/>
              <a:ahLst/>
              <a:cxnLst/>
              <a:rect l="l" t="t" r="r" b="b"/>
              <a:pathLst>
                <a:path w="1907" h="1907" extrusionOk="0">
                  <a:moveTo>
                    <a:pt x="953" y="1"/>
                  </a:moveTo>
                  <a:cubicBezTo>
                    <a:pt x="430" y="1"/>
                    <a:pt x="1" y="430"/>
                    <a:pt x="1" y="954"/>
                  </a:cubicBezTo>
                  <a:cubicBezTo>
                    <a:pt x="1" y="1477"/>
                    <a:pt x="430" y="1906"/>
                    <a:pt x="953" y="1906"/>
                  </a:cubicBezTo>
                  <a:cubicBezTo>
                    <a:pt x="1477" y="1906"/>
                    <a:pt x="1906" y="1477"/>
                    <a:pt x="1906" y="954"/>
                  </a:cubicBezTo>
                  <a:cubicBezTo>
                    <a:pt x="1906" y="430"/>
                    <a:pt x="1477" y="1"/>
                    <a:pt x="95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8" name="Google Shape;21588;p138"/>
            <p:cNvSpPr/>
            <p:nvPr/>
          </p:nvSpPr>
          <p:spPr>
            <a:xfrm>
              <a:off x="1173486" y="2638468"/>
              <a:ext cx="41827" cy="59638"/>
            </a:xfrm>
            <a:custGeom>
              <a:avLst/>
              <a:gdLst/>
              <a:ahLst/>
              <a:cxnLst/>
              <a:rect l="l" t="t" r="r" b="b"/>
              <a:pathLst>
                <a:path w="1287" h="1835" extrusionOk="0">
                  <a:moveTo>
                    <a:pt x="333" y="1"/>
                  </a:moveTo>
                  <a:cubicBezTo>
                    <a:pt x="214" y="1"/>
                    <a:pt x="95" y="25"/>
                    <a:pt x="0" y="48"/>
                  </a:cubicBezTo>
                  <a:cubicBezTo>
                    <a:pt x="357" y="215"/>
                    <a:pt x="595" y="548"/>
                    <a:pt x="595" y="930"/>
                  </a:cubicBezTo>
                  <a:cubicBezTo>
                    <a:pt x="595" y="1311"/>
                    <a:pt x="357" y="1668"/>
                    <a:pt x="0" y="1787"/>
                  </a:cubicBezTo>
                  <a:cubicBezTo>
                    <a:pt x="119" y="1811"/>
                    <a:pt x="214" y="1834"/>
                    <a:pt x="333" y="1834"/>
                  </a:cubicBezTo>
                  <a:cubicBezTo>
                    <a:pt x="834" y="1834"/>
                    <a:pt x="1286" y="1430"/>
                    <a:pt x="1286" y="882"/>
                  </a:cubicBezTo>
                  <a:cubicBezTo>
                    <a:pt x="1262" y="429"/>
                    <a:pt x="834" y="1"/>
                    <a:pt x="33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9" name="Google Shape;21589;p138"/>
            <p:cNvSpPr/>
            <p:nvPr/>
          </p:nvSpPr>
          <p:spPr>
            <a:xfrm>
              <a:off x="1145601" y="2735221"/>
              <a:ext cx="78975" cy="103740"/>
            </a:xfrm>
            <a:custGeom>
              <a:avLst/>
              <a:gdLst/>
              <a:ahLst/>
              <a:cxnLst/>
              <a:rect l="l" t="t" r="r" b="b"/>
              <a:pathLst>
                <a:path w="2430" h="3192" extrusionOk="0">
                  <a:moveTo>
                    <a:pt x="286" y="1"/>
                  </a:moveTo>
                  <a:cubicBezTo>
                    <a:pt x="144" y="1"/>
                    <a:pt x="1" y="120"/>
                    <a:pt x="1" y="310"/>
                  </a:cubicBezTo>
                  <a:lnTo>
                    <a:pt x="1" y="3192"/>
                  </a:lnTo>
                  <a:lnTo>
                    <a:pt x="2406" y="3192"/>
                  </a:lnTo>
                  <a:lnTo>
                    <a:pt x="2430" y="310"/>
                  </a:lnTo>
                  <a:cubicBezTo>
                    <a:pt x="2430" y="143"/>
                    <a:pt x="2311" y="1"/>
                    <a:pt x="2144" y="1"/>
                  </a:cubicBezTo>
                  <a:lnTo>
                    <a:pt x="1406" y="1"/>
                  </a:lnTo>
                  <a:lnTo>
                    <a:pt x="1215" y="215"/>
                  </a:lnTo>
                  <a:lnTo>
                    <a:pt x="1049"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0" name="Google Shape;21590;p138"/>
            <p:cNvSpPr/>
            <p:nvPr/>
          </p:nvSpPr>
          <p:spPr>
            <a:xfrm>
              <a:off x="1192823" y="2735221"/>
              <a:ext cx="30973" cy="102960"/>
            </a:xfrm>
            <a:custGeom>
              <a:avLst/>
              <a:gdLst/>
              <a:ahLst/>
              <a:cxnLst/>
              <a:rect l="l" t="t" r="r" b="b"/>
              <a:pathLst>
                <a:path w="953" h="3168" extrusionOk="0">
                  <a:moveTo>
                    <a:pt x="0" y="1"/>
                  </a:moveTo>
                  <a:cubicBezTo>
                    <a:pt x="191" y="1"/>
                    <a:pt x="310" y="143"/>
                    <a:pt x="310" y="310"/>
                  </a:cubicBezTo>
                  <a:lnTo>
                    <a:pt x="310" y="3168"/>
                  </a:lnTo>
                  <a:lnTo>
                    <a:pt x="953" y="3168"/>
                  </a:lnTo>
                  <a:lnTo>
                    <a:pt x="953" y="263"/>
                  </a:lnTo>
                  <a:cubicBezTo>
                    <a:pt x="953" y="143"/>
                    <a:pt x="810" y="1"/>
                    <a:pt x="66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1" name="Google Shape;21591;p138"/>
            <p:cNvSpPr/>
            <p:nvPr/>
          </p:nvSpPr>
          <p:spPr>
            <a:xfrm>
              <a:off x="1014821" y="2748383"/>
              <a:ext cx="34060" cy="51870"/>
            </a:xfrm>
            <a:custGeom>
              <a:avLst/>
              <a:gdLst/>
              <a:ahLst/>
              <a:cxnLst/>
              <a:rect l="l" t="t" r="r" b="b"/>
              <a:pathLst>
                <a:path w="1048" h="1596" extrusionOk="0">
                  <a:moveTo>
                    <a:pt x="0" y="0"/>
                  </a:moveTo>
                  <a:lnTo>
                    <a:pt x="0" y="1596"/>
                  </a:lnTo>
                  <a:lnTo>
                    <a:pt x="786" y="1596"/>
                  </a:lnTo>
                  <a:cubicBezTo>
                    <a:pt x="929" y="1596"/>
                    <a:pt x="1048" y="1477"/>
                    <a:pt x="1048" y="1358"/>
                  </a:cubicBezTo>
                  <a:lnTo>
                    <a:pt x="1048" y="286"/>
                  </a:lnTo>
                  <a:cubicBezTo>
                    <a:pt x="1048" y="119"/>
                    <a:pt x="929" y="0"/>
                    <a:pt x="786"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2" name="Google Shape;21592;p138"/>
            <p:cNvSpPr/>
            <p:nvPr/>
          </p:nvSpPr>
          <p:spPr>
            <a:xfrm>
              <a:off x="1282588" y="2554878"/>
              <a:ext cx="42608" cy="17842"/>
            </a:xfrm>
            <a:custGeom>
              <a:avLst/>
              <a:gdLst/>
              <a:ahLst/>
              <a:cxnLst/>
              <a:rect l="l" t="t" r="r" b="b"/>
              <a:pathLst>
                <a:path w="1311" h="549" extrusionOk="0">
                  <a:moveTo>
                    <a:pt x="668" y="1"/>
                  </a:moveTo>
                  <a:cubicBezTo>
                    <a:pt x="453" y="1"/>
                    <a:pt x="215" y="96"/>
                    <a:pt x="72" y="239"/>
                  </a:cubicBezTo>
                  <a:cubicBezTo>
                    <a:pt x="1" y="310"/>
                    <a:pt x="1" y="429"/>
                    <a:pt x="72" y="501"/>
                  </a:cubicBezTo>
                  <a:cubicBezTo>
                    <a:pt x="96" y="525"/>
                    <a:pt x="168" y="549"/>
                    <a:pt x="191" y="549"/>
                  </a:cubicBezTo>
                  <a:cubicBezTo>
                    <a:pt x="239" y="549"/>
                    <a:pt x="287" y="549"/>
                    <a:pt x="310" y="501"/>
                  </a:cubicBezTo>
                  <a:cubicBezTo>
                    <a:pt x="382" y="406"/>
                    <a:pt x="501" y="334"/>
                    <a:pt x="668" y="334"/>
                  </a:cubicBezTo>
                  <a:cubicBezTo>
                    <a:pt x="787" y="334"/>
                    <a:pt x="930" y="406"/>
                    <a:pt x="1025" y="501"/>
                  </a:cubicBezTo>
                  <a:cubicBezTo>
                    <a:pt x="1049" y="525"/>
                    <a:pt x="1090" y="537"/>
                    <a:pt x="1135" y="537"/>
                  </a:cubicBezTo>
                  <a:cubicBezTo>
                    <a:pt x="1180" y="537"/>
                    <a:pt x="1227" y="525"/>
                    <a:pt x="1263" y="501"/>
                  </a:cubicBezTo>
                  <a:cubicBezTo>
                    <a:pt x="1311" y="429"/>
                    <a:pt x="1311" y="310"/>
                    <a:pt x="1263" y="239"/>
                  </a:cubicBezTo>
                  <a:cubicBezTo>
                    <a:pt x="1096" y="96"/>
                    <a:pt x="858" y="1"/>
                    <a:pt x="66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3" name="Google Shape;21593;p138"/>
            <p:cNvSpPr/>
            <p:nvPr/>
          </p:nvSpPr>
          <p:spPr>
            <a:xfrm>
              <a:off x="1265558" y="2530893"/>
              <a:ext cx="77448" cy="25578"/>
            </a:xfrm>
            <a:custGeom>
              <a:avLst/>
              <a:gdLst/>
              <a:ahLst/>
              <a:cxnLst/>
              <a:rect l="l" t="t" r="r" b="b"/>
              <a:pathLst>
                <a:path w="2383" h="787" extrusionOk="0">
                  <a:moveTo>
                    <a:pt x="1192" y="1"/>
                  </a:moveTo>
                  <a:cubicBezTo>
                    <a:pt x="739" y="1"/>
                    <a:pt x="358" y="191"/>
                    <a:pt x="49" y="477"/>
                  </a:cubicBezTo>
                  <a:cubicBezTo>
                    <a:pt x="1" y="548"/>
                    <a:pt x="1" y="667"/>
                    <a:pt x="49" y="715"/>
                  </a:cubicBezTo>
                  <a:cubicBezTo>
                    <a:pt x="84" y="751"/>
                    <a:pt x="132" y="769"/>
                    <a:pt x="177" y="769"/>
                  </a:cubicBezTo>
                  <a:cubicBezTo>
                    <a:pt x="221" y="769"/>
                    <a:pt x="263" y="751"/>
                    <a:pt x="287" y="715"/>
                  </a:cubicBezTo>
                  <a:cubicBezTo>
                    <a:pt x="525" y="477"/>
                    <a:pt x="834" y="358"/>
                    <a:pt x="1192" y="358"/>
                  </a:cubicBezTo>
                  <a:cubicBezTo>
                    <a:pt x="1549" y="358"/>
                    <a:pt x="1835" y="477"/>
                    <a:pt x="2073" y="715"/>
                  </a:cubicBezTo>
                  <a:cubicBezTo>
                    <a:pt x="2097" y="739"/>
                    <a:pt x="2168" y="786"/>
                    <a:pt x="2192" y="786"/>
                  </a:cubicBezTo>
                  <a:cubicBezTo>
                    <a:pt x="2263" y="786"/>
                    <a:pt x="2287" y="763"/>
                    <a:pt x="2311" y="715"/>
                  </a:cubicBezTo>
                  <a:cubicBezTo>
                    <a:pt x="2382" y="667"/>
                    <a:pt x="2382" y="548"/>
                    <a:pt x="2311" y="477"/>
                  </a:cubicBezTo>
                  <a:cubicBezTo>
                    <a:pt x="2025" y="191"/>
                    <a:pt x="1597" y="1"/>
                    <a:pt x="119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4" name="Google Shape;21594;p138"/>
            <p:cNvSpPr/>
            <p:nvPr/>
          </p:nvSpPr>
          <p:spPr>
            <a:xfrm>
              <a:off x="1250088" y="2506908"/>
              <a:ext cx="109948" cy="31753"/>
            </a:xfrm>
            <a:custGeom>
              <a:avLst/>
              <a:gdLst/>
              <a:ahLst/>
              <a:cxnLst/>
              <a:rect l="l" t="t" r="r" b="b"/>
              <a:pathLst>
                <a:path w="3383" h="977" extrusionOk="0">
                  <a:moveTo>
                    <a:pt x="1691" y="0"/>
                  </a:moveTo>
                  <a:cubicBezTo>
                    <a:pt x="1072" y="0"/>
                    <a:pt x="501" y="238"/>
                    <a:pt x="48" y="691"/>
                  </a:cubicBezTo>
                  <a:cubicBezTo>
                    <a:pt x="1" y="739"/>
                    <a:pt x="1" y="858"/>
                    <a:pt x="48" y="929"/>
                  </a:cubicBezTo>
                  <a:cubicBezTo>
                    <a:pt x="84" y="953"/>
                    <a:pt x="132" y="965"/>
                    <a:pt x="176" y="965"/>
                  </a:cubicBezTo>
                  <a:cubicBezTo>
                    <a:pt x="221" y="965"/>
                    <a:pt x="263" y="953"/>
                    <a:pt x="286" y="929"/>
                  </a:cubicBezTo>
                  <a:cubicBezTo>
                    <a:pt x="644" y="524"/>
                    <a:pt x="1168" y="334"/>
                    <a:pt x="1691" y="334"/>
                  </a:cubicBezTo>
                  <a:cubicBezTo>
                    <a:pt x="2192" y="334"/>
                    <a:pt x="2692" y="524"/>
                    <a:pt x="3097" y="929"/>
                  </a:cubicBezTo>
                  <a:cubicBezTo>
                    <a:pt x="3120" y="953"/>
                    <a:pt x="3192" y="977"/>
                    <a:pt x="3216" y="977"/>
                  </a:cubicBezTo>
                  <a:cubicBezTo>
                    <a:pt x="3239" y="977"/>
                    <a:pt x="3287" y="953"/>
                    <a:pt x="3335" y="929"/>
                  </a:cubicBezTo>
                  <a:cubicBezTo>
                    <a:pt x="3382" y="858"/>
                    <a:pt x="3382" y="739"/>
                    <a:pt x="3335" y="691"/>
                  </a:cubicBezTo>
                  <a:cubicBezTo>
                    <a:pt x="2906" y="238"/>
                    <a:pt x="2311" y="0"/>
                    <a:pt x="16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5" name="Google Shape;21595;p138"/>
            <p:cNvSpPr/>
            <p:nvPr/>
          </p:nvSpPr>
          <p:spPr>
            <a:xfrm>
              <a:off x="1006306" y="2482143"/>
              <a:ext cx="33" cy="33"/>
            </a:xfrm>
            <a:custGeom>
              <a:avLst/>
              <a:gdLst/>
              <a:ahLst/>
              <a:cxnLst/>
              <a:rect l="l" t="t" r="r" b="b"/>
              <a:pathLst>
                <a:path w="1" h="1" extrusionOk="0">
                  <a:moveTo>
                    <a:pt x="0" y="0"/>
                  </a:move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6" name="Google Shape;21596;p138"/>
            <p:cNvSpPr/>
            <p:nvPr/>
          </p:nvSpPr>
          <p:spPr>
            <a:xfrm>
              <a:off x="1178101" y="2650851"/>
              <a:ext cx="15535" cy="27917"/>
            </a:xfrm>
            <a:custGeom>
              <a:avLst/>
              <a:gdLst/>
              <a:ahLst/>
              <a:cxnLst/>
              <a:rect l="l" t="t" r="r" b="b"/>
              <a:pathLst>
                <a:path w="478" h="859" extrusionOk="0">
                  <a:moveTo>
                    <a:pt x="191" y="1"/>
                  </a:moveTo>
                  <a:cubicBezTo>
                    <a:pt x="96" y="1"/>
                    <a:pt x="1" y="72"/>
                    <a:pt x="1" y="144"/>
                  </a:cubicBezTo>
                  <a:lnTo>
                    <a:pt x="1" y="549"/>
                  </a:lnTo>
                  <a:cubicBezTo>
                    <a:pt x="1" y="572"/>
                    <a:pt x="25" y="620"/>
                    <a:pt x="72" y="668"/>
                  </a:cubicBezTo>
                  <a:lnTo>
                    <a:pt x="191" y="810"/>
                  </a:lnTo>
                  <a:cubicBezTo>
                    <a:pt x="215" y="834"/>
                    <a:pt x="239" y="858"/>
                    <a:pt x="311" y="858"/>
                  </a:cubicBezTo>
                  <a:cubicBezTo>
                    <a:pt x="334" y="858"/>
                    <a:pt x="406" y="834"/>
                    <a:pt x="430" y="810"/>
                  </a:cubicBezTo>
                  <a:cubicBezTo>
                    <a:pt x="477" y="763"/>
                    <a:pt x="477" y="644"/>
                    <a:pt x="430" y="572"/>
                  </a:cubicBezTo>
                  <a:lnTo>
                    <a:pt x="334" y="477"/>
                  </a:lnTo>
                  <a:lnTo>
                    <a:pt x="334" y="191"/>
                  </a:lnTo>
                  <a:cubicBezTo>
                    <a:pt x="334" y="96"/>
                    <a:pt x="287"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7" name="Google Shape;21597;p138"/>
            <p:cNvSpPr/>
            <p:nvPr/>
          </p:nvSpPr>
          <p:spPr>
            <a:xfrm>
              <a:off x="1180441" y="2735221"/>
              <a:ext cx="10855" cy="103740"/>
            </a:xfrm>
            <a:custGeom>
              <a:avLst/>
              <a:gdLst/>
              <a:ahLst/>
              <a:cxnLst/>
              <a:rect l="l" t="t" r="r" b="b"/>
              <a:pathLst>
                <a:path w="334" h="3192" extrusionOk="0">
                  <a:moveTo>
                    <a:pt x="0" y="1"/>
                  </a:moveTo>
                  <a:lnTo>
                    <a:pt x="0" y="3192"/>
                  </a:lnTo>
                  <a:lnTo>
                    <a:pt x="334" y="3192"/>
                  </a:lnTo>
                  <a:lnTo>
                    <a:pt x="334" y="1"/>
                  </a:ln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98" name="Google Shape;21598;p138"/>
          <p:cNvGrpSpPr/>
          <p:nvPr/>
        </p:nvGrpSpPr>
        <p:grpSpPr>
          <a:xfrm>
            <a:off x="1005526" y="2907886"/>
            <a:ext cx="358377" cy="302640"/>
            <a:chOff x="1005526" y="3060286"/>
            <a:chExt cx="358377" cy="302640"/>
          </a:xfrm>
        </p:grpSpPr>
        <p:sp>
          <p:nvSpPr>
            <p:cNvPr id="21599" name="Google Shape;21599;p138"/>
            <p:cNvSpPr/>
            <p:nvPr/>
          </p:nvSpPr>
          <p:spPr>
            <a:xfrm>
              <a:off x="1006306" y="3060286"/>
              <a:ext cx="127725" cy="37960"/>
            </a:xfrm>
            <a:custGeom>
              <a:avLst/>
              <a:gdLst/>
              <a:ahLst/>
              <a:cxnLst/>
              <a:rect l="l" t="t" r="r" b="b"/>
              <a:pathLst>
                <a:path w="3930" h="1168" extrusionOk="0">
                  <a:moveTo>
                    <a:pt x="381" y="1"/>
                  </a:moveTo>
                  <a:cubicBezTo>
                    <a:pt x="167" y="1"/>
                    <a:pt x="0" y="191"/>
                    <a:pt x="0" y="382"/>
                  </a:cubicBezTo>
                  <a:lnTo>
                    <a:pt x="0" y="953"/>
                  </a:lnTo>
                  <a:lnTo>
                    <a:pt x="1953" y="1167"/>
                  </a:lnTo>
                  <a:lnTo>
                    <a:pt x="3929" y="953"/>
                  </a:lnTo>
                  <a:lnTo>
                    <a:pt x="3929" y="382"/>
                  </a:lnTo>
                  <a:cubicBezTo>
                    <a:pt x="3929" y="143"/>
                    <a:pt x="3739" y="1"/>
                    <a:pt x="354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0" name="Google Shape;21600;p138"/>
            <p:cNvSpPr/>
            <p:nvPr/>
          </p:nvSpPr>
          <p:spPr>
            <a:xfrm>
              <a:off x="1099938" y="3060286"/>
              <a:ext cx="34092" cy="37960"/>
            </a:xfrm>
            <a:custGeom>
              <a:avLst/>
              <a:gdLst/>
              <a:ahLst/>
              <a:cxnLst/>
              <a:rect l="l" t="t" r="r" b="b"/>
              <a:pathLst>
                <a:path w="1049" h="1168" extrusionOk="0">
                  <a:moveTo>
                    <a:pt x="1" y="1"/>
                  </a:moveTo>
                  <a:cubicBezTo>
                    <a:pt x="215" y="1"/>
                    <a:pt x="382" y="191"/>
                    <a:pt x="382" y="382"/>
                  </a:cubicBezTo>
                  <a:lnTo>
                    <a:pt x="382" y="953"/>
                  </a:lnTo>
                  <a:lnTo>
                    <a:pt x="691" y="1167"/>
                  </a:lnTo>
                  <a:lnTo>
                    <a:pt x="1048" y="953"/>
                  </a:lnTo>
                  <a:lnTo>
                    <a:pt x="1048" y="382"/>
                  </a:lnTo>
                  <a:cubicBezTo>
                    <a:pt x="1048" y="143"/>
                    <a:pt x="858" y="1"/>
                    <a:pt x="66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1" name="Google Shape;21601;p138"/>
            <p:cNvSpPr/>
            <p:nvPr/>
          </p:nvSpPr>
          <p:spPr>
            <a:xfrm>
              <a:off x="1006306" y="3091258"/>
              <a:ext cx="357598" cy="271668"/>
            </a:xfrm>
            <a:custGeom>
              <a:avLst/>
              <a:gdLst/>
              <a:ahLst/>
              <a:cxnLst/>
              <a:rect l="l" t="t" r="r" b="b"/>
              <a:pathLst>
                <a:path w="11003" h="8359" extrusionOk="0">
                  <a:moveTo>
                    <a:pt x="119" y="0"/>
                  </a:moveTo>
                  <a:cubicBezTo>
                    <a:pt x="48" y="0"/>
                    <a:pt x="0" y="72"/>
                    <a:pt x="0" y="119"/>
                  </a:cubicBezTo>
                  <a:lnTo>
                    <a:pt x="0" y="8073"/>
                  </a:lnTo>
                  <a:cubicBezTo>
                    <a:pt x="0" y="8240"/>
                    <a:pt x="143" y="8359"/>
                    <a:pt x="286" y="8359"/>
                  </a:cubicBezTo>
                  <a:lnTo>
                    <a:pt x="1048" y="8359"/>
                  </a:lnTo>
                  <a:lnTo>
                    <a:pt x="3668" y="8168"/>
                  </a:lnTo>
                  <a:lnTo>
                    <a:pt x="6692" y="8359"/>
                  </a:lnTo>
                  <a:lnTo>
                    <a:pt x="10693" y="8359"/>
                  </a:lnTo>
                  <a:cubicBezTo>
                    <a:pt x="10860" y="8359"/>
                    <a:pt x="10979" y="8216"/>
                    <a:pt x="11002" y="8073"/>
                  </a:cubicBezTo>
                  <a:lnTo>
                    <a:pt x="11002" y="310"/>
                  </a:lnTo>
                  <a:cubicBezTo>
                    <a:pt x="11002" y="119"/>
                    <a:pt x="10860" y="0"/>
                    <a:pt x="1071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2" name="Google Shape;21602;p138"/>
            <p:cNvSpPr/>
            <p:nvPr/>
          </p:nvSpPr>
          <p:spPr>
            <a:xfrm>
              <a:off x="1332151" y="3091258"/>
              <a:ext cx="30973" cy="271668"/>
            </a:xfrm>
            <a:custGeom>
              <a:avLst/>
              <a:gdLst/>
              <a:ahLst/>
              <a:cxnLst/>
              <a:rect l="l" t="t" r="r" b="b"/>
              <a:pathLst>
                <a:path w="953" h="8359" extrusionOk="0">
                  <a:moveTo>
                    <a:pt x="0" y="0"/>
                  </a:moveTo>
                  <a:cubicBezTo>
                    <a:pt x="143" y="0"/>
                    <a:pt x="310" y="119"/>
                    <a:pt x="310" y="310"/>
                  </a:cubicBezTo>
                  <a:lnTo>
                    <a:pt x="310" y="8073"/>
                  </a:lnTo>
                  <a:cubicBezTo>
                    <a:pt x="310" y="8216"/>
                    <a:pt x="191" y="8359"/>
                    <a:pt x="0" y="8359"/>
                  </a:cubicBezTo>
                  <a:lnTo>
                    <a:pt x="667" y="8359"/>
                  </a:lnTo>
                  <a:cubicBezTo>
                    <a:pt x="810" y="8359"/>
                    <a:pt x="953" y="8240"/>
                    <a:pt x="953" y="8073"/>
                  </a:cubicBezTo>
                  <a:lnTo>
                    <a:pt x="953" y="310"/>
                  </a:lnTo>
                  <a:cubicBezTo>
                    <a:pt x="953" y="143"/>
                    <a:pt x="834" y="0"/>
                    <a:pt x="66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3" name="Google Shape;21603;p138"/>
            <p:cNvSpPr/>
            <p:nvPr/>
          </p:nvSpPr>
          <p:spPr>
            <a:xfrm>
              <a:off x="1005526" y="3091258"/>
              <a:ext cx="357598" cy="43355"/>
            </a:xfrm>
            <a:custGeom>
              <a:avLst/>
              <a:gdLst/>
              <a:ahLst/>
              <a:cxnLst/>
              <a:rect l="l" t="t" r="r" b="b"/>
              <a:pathLst>
                <a:path w="11003" h="1334" extrusionOk="0">
                  <a:moveTo>
                    <a:pt x="0" y="0"/>
                  </a:moveTo>
                  <a:lnTo>
                    <a:pt x="0" y="1334"/>
                  </a:lnTo>
                  <a:lnTo>
                    <a:pt x="11003" y="1334"/>
                  </a:lnTo>
                  <a:lnTo>
                    <a:pt x="11003" y="191"/>
                  </a:lnTo>
                  <a:cubicBezTo>
                    <a:pt x="11003" y="95"/>
                    <a:pt x="10907" y="0"/>
                    <a:pt x="1083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4" name="Google Shape;21604;p138"/>
            <p:cNvSpPr/>
            <p:nvPr/>
          </p:nvSpPr>
          <p:spPr>
            <a:xfrm>
              <a:off x="1336018" y="3091258"/>
              <a:ext cx="27105" cy="44915"/>
            </a:xfrm>
            <a:custGeom>
              <a:avLst/>
              <a:gdLst/>
              <a:ahLst/>
              <a:cxnLst/>
              <a:rect l="l" t="t" r="r" b="b"/>
              <a:pathLst>
                <a:path w="834" h="1382" extrusionOk="0">
                  <a:moveTo>
                    <a:pt x="0" y="0"/>
                  </a:moveTo>
                  <a:cubicBezTo>
                    <a:pt x="95" y="0"/>
                    <a:pt x="191" y="95"/>
                    <a:pt x="191" y="191"/>
                  </a:cubicBezTo>
                  <a:lnTo>
                    <a:pt x="191" y="1381"/>
                  </a:lnTo>
                  <a:lnTo>
                    <a:pt x="834" y="1381"/>
                  </a:lnTo>
                  <a:lnTo>
                    <a:pt x="834" y="191"/>
                  </a:lnTo>
                  <a:cubicBezTo>
                    <a:pt x="834" y="95"/>
                    <a:pt x="738" y="0"/>
                    <a:pt x="66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5" name="Google Shape;21605;p138"/>
            <p:cNvSpPr/>
            <p:nvPr/>
          </p:nvSpPr>
          <p:spPr>
            <a:xfrm>
              <a:off x="1281061" y="3107508"/>
              <a:ext cx="11635" cy="11635"/>
            </a:xfrm>
            <a:custGeom>
              <a:avLst/>
              <a:gdLst/>
              <a:ahLst/>
              <a:cxnLst/>
              <a:rect l="l" t="t" r="r" b="b"/>
              <a:pathLst>
                <a:path w="358" h="358" extrusionOk="0">
                  <a:moveTo>
                    <a:pt x="167" y="0"/>
                  </a:moveTo>
                  <a:cubicBezTo>
                    <a:pt x="72" y="0"/>
                    <a:pt x="0" y="96"/>
                    <a:pt x="0" y="191"/>
                  </a:cubicBezTo>
                  <a:cubicBezTo>
                    <a:pt x="0" y="286"/>
                    <a:pt x="72" y="357"/>
                    <a:pt x="167" y="357"/>
                  </a:cubicBezTo>
                  <a:cubicBezTo>
                    <a:pt x="262" y="357"/>
                    <a:pt x="357" y="286"/>
                    <a:pt x="357" y="191"/>
                  </a:cubicBezTo>
                  <a:cubicBezTo>
                    <a:pt x="357" y="96"/>
                    <a:pt x="262"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6" name="Google Shape;21606;p138"/>
            <p:cNvSpPr/>
            <p:nvPr/>
          </p:nvSpPr>
          <p:spPr>
            <a:xfrm>
              <a:off x="1302738" y="3107508"/>
              <a:ext cx="11635" cy="11635"/>
            </a:xfrm>
            <a:custGeom>
              <a:avLst/>
              <a:gdLst/>
              <a:ahLst/>
              <a:cxnLst/>
              <a:rect l="l" t="t" r="r" b="b"/>
              <a:pathLst>
                <a:path w="358" h="358" extrusionOk="0">
                  <a:moveTo>
                    <a:pt x="191" y="0"/>
                  </a:moveTo>
                  <a:cubicBezTo>
                    <a:pt x="95" y="0"/>
                    <a:pt x="0" y="96"/>
                    <a:pt x="0" y="191"/>
                  </a:cubicBezTo>
                  <a:cubicBezTo>
                    <a:pt x="0" y="286"/>
                    <a:pt x="95" y="357"/>
                    <a:pt x="191" y="357"/>
                  </a:cubicBezTo>
                  <a:cubicBezTo>
                    <a:pt x="286" y="357"/>
                    <a:pt x="357" y="286"/>
                    <a:pt x="357" y="191"/>
                  </a:cubicBezTo>
                  <a:cubicBezTo>
                    <a:pt x="357" y="96"/>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7" name="Google Shape;21607;p138"/>
            <p:cNvSpPr/>
            <p:nvPr/>
          </p:nvSpPr>
          <p:spPr>
            <a:xfrm>
              <a:off x="1325163" y="3107508"/>
              <a:ext cx="11635" cy="11635"/>
            </a:xfrm>
            <a:custGeom>
              <a:avLst/>
              <a:gdLst/>
              <a:ahLst/>
              <a:cxnLst/>
              <a:rect l="l" t="t" r="r" b="b"/>
              <a:pathLst>
                <a:path w="358" h="358" extrusionOk="0">
                  <a:moveTo>
                    <a:pt x="191" y="0"/>
                  </a:moveTo>
                  <a:cubicBezTo>
                    <a:pt x="96" y="0"/>
                    <a:pt x="1" y="96"/>
                    <a:pt x="1" y="191"/>
                  </a:cubicBezTo>
                  <a:cubicBezTo>
                    <a:pt x="1" y="286"/>
                    <a:pt x="96" y="357"/>
                    <a:pt x="191" y="357"/>
                  </a:cubicBezTo>
                  <a:cubicBezTo>
                    <a:pt x="286" y="357"/>
                    <a:pt x="358" y="286"/>
                    <a:pt x="358" y="191"/>
                  </a:cubicBezTo>
                  <a:cubicBezTo>
                    <a:pt x="358" y="96"/>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8" name="Google Shape;21608;p138"/>
            <p:cNvSpPr/>
            <p:nvPr/>
          </p:nvSpPr>
          <p:spPr>
            <a:xfrm>
              <a:off x="1040333" y="3187978"/>
              <a:ext cx="183463" cy="174948"/>
            </a:xfrm>
            <a:custGeom>
              <a:avLst/>
              <a:gdLst/>
              <a:ahLst/>
              <a:cxnLst/>
              <a:rect l="l" t="t" r="r" b="b"/>
              <a:pathLst>
                <a:path w="5645" h="5383" extrusionOk="0">
                  <a:moveTo>
                    <a:pt x="263" y="1"/>
                  </a:moveTo>
                  <a:cubicBezTo>
                    <a:pt x="120" y="1"/>
                    <a:pt x="1" y="120"/>
                    <a:pt x="1" y="263"/>
                  </a:cubicBezTo>
                  <a:lnTo>
                    <a:pt x="1" y="5383"/>
                  </a:lnTo>
                  <a:lnTo>
                    <a:pt x="5645" y="5383"/>
                  </a:lnTo>
                  <a:lnTo>
                    <a:pt x="5645" y="263"/>
                  </a:lnTo>
                  <a:cubicBezTo>
                    <a:pt x="5645" y="120"/>
                    <a:pt x="5526" y="1"/>
                    <a:pt x="538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9" name="Google Shape;21609;p138"/>
            <p:cNvSpPr/>
            <p:nvPr/>
          </p:nvSpPr>
          <p:spPr>
            <a:xfrm>
              <a:off x="1193603" y="3187978"/>
              <a:ext cx="30192" cy="174948"/>
            </a:xfrm>
            <a:custGeom>
              <a:avLst/>
              <a:gdLst/>
              <a:ahLst/>
              <a:cxnLst/>
              <a:rect l="l" t="t" r="r" b="b"/>
              <a:pathLst>
                <a:path w="929" h="5383" extrusionOk="0">
                  <a:moveTo>
                    <a:pt x="0" y="1"/>
                  </a:moveTo>
                  <a:cubicBezTo>
                    <a:pt x="167" y="1"/>
                    <a:pt x="286" y="120"/>
                    <a:pt x="286" y="263"/>
                  </a:cubicBezTo>
                  <a:lnTo>
                    <a:pt x="286" y="5383"/>
                  </a:lnTo>
                  <a:lnTo>
                    <a:pt x="929" y="5383"/>
                  </a:lnTo>
                  <a:lnTo>
                    <a:pt x="929" y="263"/>
                  </a:lnTo>
                  <a:cubicBezTo>
                    <a:pt x="929" y="120"/>
                    <a:pt x="810" y="1"/>
                    <a:pt x="66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0" name="Google Shape;21610;p138"/>
            <p:cNvSpPr/>
            <p:nvPr/>
          </p:nvSpPr>
          <p:spPr>
            <a:xfrm>
              <a:off x="1250868" y="3188758"/>
              <a:ext cx="27105" cy="52683"/>
            </a:xfrm>
            <a:custGeom>
              <a:avLst/>
              <a:gdLst/>
              <a:ahLst/>
              <a:cxnLst/>
              <a:rect l="l" t="t" r="r" b="b"/>
              <a:pathLst>
                <a:path w="834" h="1621" extrusionOk="0">
                  <a:moveTo>
                    <a:pt x="417" y="1"/>
                  </a:moveTo>
                  <a:cubicBezTo>
                    <a:pt x="382" y="1"/>
                    <a:pt x="346" y="25"/>
                    <a:pt x="334" y="72"/>
                  </a:cubicBezTo>
                  <a:lnTo>
                    <a:pt x="0" y="1263"/>
                  </a:lnTo>
                  <a:lnTo>
                    <a:pt x="0" y="1358"/>
                  </a:lnTo>
                  <a:lnTo>
                    <a:pt x="0" y="1525"/>
                  </a:lnTo>
                  <a:lnTo>
                    <a:pt x="429" y="1620"/>
                  </a:lnTo>
                  <a:lnTo>
                    <a:pt x="834" y="1525"/>
                  </a:lnTo>
                  <a:lnTo>
                    <a:pt x="834" y="1358"/>
                  </a:lnTo>
                  <a:lnTo>
                    <a:pt x="834" y="1263"/>
                  </a:lnTo>
                  <a:lnTo>
                    <a:pt x="501" y="72"/>
                  </a:lnTo>
                  <a:cubicBezTo>
                    <a:pt x="489" y="25"/>
                    <a:pt x="453" y="1"/>
                    <a:pt x="417" y="1"/>
                  </a:cubicBez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1" name="Google Shape;21611;p138"/>
            <p:cNvSpPr/>
            <p:nvPr/>
          </p:nvSpPr>
          <p:spPr>
            <a:xfrm>
              <a:off x="1250868" y="3238288"/>
              <a:ext cx="27105" cy="124638"/>
            </a:xfrm>
            <a:custGeom>
              <a:avLst/>
              <a:gdLst/>
              <a:ahLst/>
              <a:cxnLst/>
              <a:rect l="l" t="t" r="r" b="b"/>
              <a:pathLst>
                <a:path w="834" h="3835" extrusionOk="0">
                  <a:moveTo>
                    <a:pt x="0" y="1"/>
                  </a:moveTo>
                  <a:lnTo>
                    <a:pt x="0" y="3835"/>
                  </a:lnTo>
                  <a:lnTo>
                    <a:pt x="834" y="3835"/>
                  </a:lnTo>
                  <a:lnTo>
                    <a:pt x="834" y="1"/>
                  </a:ln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2" name="Google Shape;21612;p138"/>
            <p:cNvSpPr/>
            <p:nvPr/>
          </p:nvSpPr>
          <p:spPr>
            <a:xfrm>
              <a:off x="1304266" y="3253791"/>
              <a:ext cx="27138" cy="108388"/>
            </a:xfrm>
            <a:custGeom>
              <a:avLst/>
              <a:gdLst/>
              <a:ahLst/>
              <a:cxnLst/>
              <a:rect l="l" t="t" r="r" b="b"/>
              <a:pathLst>
                <a:path w="835" h="3335" extrusionOk="0">
                  <a:moveTo>
                    <a:pt x="406" y="0"/>
                  </a:moveTo>
                  <a:lnTo>
                    <a:pt x="1" y="24"/>
                  </a:lnTo>
                  <a:lnTo>
                    <a:pt x="1" y="3334"/>
                  </a:lnTo>
                  <a:lnTo>
                    <a:pt x="834" y="3334"/>
                  </a:lnTo>
                  <a:lnTo>
                    <a:pt x="834" y="24"/>
                  </a:lnTo>
                  <a:lnTo>
                    <a:pt x="429" y="0"/>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3" name="Google Shape;21613;p138"/>
            <p:cNvSpPr/>
            <p:nvPr/>
          </p:nvSpPr>
          <p:spPr>
            <a:xfrm>
              <a:off x="1304266" y="3188758"/>
              <a:ext cx="27138" cy="67372"/>
            </a:xfrm>
            <a:custGeom>
              <a:avLst/>
              <a:gdLst/>
              <a:ahLst/>
              <a:cxnLst/>
              <a:rect l="l" t="t" r="r" b="b"/>
              <a:pathLst>
                <a:path w="835" h="2073" extrusionOk="0">
                  <a:moveTo>
                    <a:pt x="406" y="1"/>
                  </a:moveTo>
                  <a:cubicBezTo>
                    <a:pt x="358" y="1"/>
                    <a:pt x="310" y="48"/>
                    <a:pt x="286" y="96"/>
                  </a:cubicBezTo>
                  <a:lnTo>
                    <a:pt x="1" y="1477"/>
                  </a:lnTo>
                  <a:lnTo>
                    <a:pt x="1" y="1549"/>
                  </a:lnTo>
                  <a:lnTo>
                    <a:pt x="1" y="2073"/>
                  </a:lnTo>
                  <a:lnTo>
                    <a:pt x="834" y="2073"/>
                  </a:lnTo>
                  <a:lnTo>
                    <a:pt x="834" y="1549"/>
                  </a:lnTo>
                  <a:lnTo>
                    <a:pt x="834" y="1477"/>
                  </a:lnTo>
                  <a:lnTo>
                    <a:pt x="525" y="96"/>
                  </a:lnTo>
                  <a:cubicBezTo>
                    <a:pt x="525" y="48"/>
                    <a:pt x="477" y="1"/>
                    <a:pt x="406" y="1"/>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4" name="Google Shape;21614;p138"/>
            <p:cNvSpPr/>
            <p:nvPr/>
          </p:nvSpPr>
          <p:spPr>
            <a:xfrm>
              <a:off x="1072086" y="3222038"/>
              <a:ext cx="63505" cy="10888"/>
            </a:xfrm>
            <a:custGeom>
              <a:avLst/>
              <a:gdLst/>
              <a:ahLst/>
              <a:cxnLst/>
              <a:rect l="l" t="t" r="r" b="b"/>
              <a:pathLst>
                <a:path w="1954" h="335" extrusionOk="0">
                  <a:moveTo>
                    <a:pt x="143" y="1"/>
                  </a:moveTo>
                  <a:cubicBezTo>
                    <a:pt x="48" y="1"/>
                    <a:pt x="0" y="96"/>
                    <a:pt x="0" y="167"/>
                  </a:cubicBezTo>
                  <a:cubicBezTo>
                    <a:pt x="0" y="263"/>
                    <a:pt x="96" y="334"/>
                    <a:pt x="167" y="334"/>
                  </a:cubicBezTo>
                  <a:lnTo>
                    <a:pt x="1786" y="334"/>
                  </a:lnTo>
                  <a:cubicBezTo>
                    <a:pt x="1882" y="334"/>
                    <a:pt x="1953" y="239"/>
                    <a:pt x="1929" y="144"/>
                  </a:cubicBezTo>
                  <a:cubicBezTo>
                    <a:pt x="1929" y="48"/>
                    <a:pt x="1834" y="1"/>
                    <a:pt x="1763"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5" name="Google Shape;21615;p138"/>
            <p:cNvSpPr/>
            <p:nvPr/>
          </p:nvSpPr>
          <p:spPr>
            <a:xfrm>
              <a:off x="1071306" y="3246803"/>
              <a:ext cx="124638" cy="10888"/>
            </a:xfrm>
            <a:custGeom>
              <a:avLst/>
              <a:gdLst/>
              <a:ahLst/>
              <a:cxnLst/>
              <a:rect l="l" t="t" r="r" b="b"/>
              <a:pathLst>
                <a:path w="3835" h="335" extrusionOk="0">
                  <a:moveTo>
                    <a:pt x="167" y="1"/>
                  </a:moveTo>
                  <a:cubicBezTo>
                    <a:pt x="48" y="1"/>
                    <a:pt x="1" y="96"/>
                    <a:pt x="1" y="191"/>
                  </a:cubicBezTo>
                  <a:cubicBezTo>
                    <a:pt x="24" y="287"/>
                    <a:pt x="72" y="334"/>
                    <a:pt x="167" y="334"/>
                  </a:cubicBezTo>
                  <a:lnTo>
                    <a:pt x="3644" y="334"/>
                  </a:lnTo>
                  <a:cubicBezTo>
                    <a:pt x="3763" y="334"/>
                    <a:pt x="3835" y="239"/>
                    <a:pt x="3835" y="168"/>
                  </a:cubicBezTo>
                  <a:cubicBezTo>
                    <a:pt x="3811" y="72"/>
                    <a:pt x="3739" y="1"/>
                    <a:pt x="364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6" name="Google Shape;21616;p138"/>
            <p:cNvSpPr/>
            <p:nvPr/>
          </p:nvSpPr>
          <p:spPr>
            <a:xfrm>
              <a:off x="1071306" y="3272348"/>
              <a:ext cx="124638" cy="10888"/>
            </a:xfrm>
            <a:custGeom>
              <a:avLst/>
              <a:gdLst/>
              <a:ahLst/>
              <a:cxnLst/>
              <a:rect l="l" t="t" r="r" b="b"/>
              <a:pathLst>
                <a:path w="3835" h="335" extrusionOk="0">
                  <a:moveTo>
                    <a:pt x="167" y="1"/>
                  </a:moveTo>
                  <a:cubicBezTo>
                    <a:pt x="48" y="1"/>
                    <a:pt x="1" y="96"/>
                    <a:pt x="1" y="167"/>
                  </a:cubicBezTo>
                  <a:cubicBezTo>
                    <a:pt x="24" y="263"/>
                    <a:pt x="72" y="334"/>
                    <a:pt x="167" y="334"/>
                  </a:cubicBezTo>
                  <a:lnTo>
                    <a:pt x="3644" y="334"/>
                  </a:lnTo>
                  <a:cubicBezTo>
                    <a:pt x="3763" y="334"/>
                    <a:pt x="3835" y="239"/>
                    <a:pt x="3835" y="144"/>
                  </a:cubicBezTo>
                  <a:cubicBezTo>
                    <a:pt x="3811" y="48"/>
                    <a:pt x="3739" y="1"/>
                    <a:pt x="364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7" name="Google Shape;21617;p138"/>
            <p:cNvSpPr/>
            <p:nvPr/>
          </p:nvSpPr>
          <p:spPr>
            <a:xfrm>
              <a:off x="1071306" y="3298673"/>
              <a:ext cx="124638" cy="10075"/>
            </a:xfrm>
            <a:custGeom>
              <a:avLst/>
              <a:gdLst/>
              <a:ahLst/>
              <a:cxnLst/>
              <a:rect l="l" t="t" r="r" b="b"/>
              <a:pathLst>
                <a:path w="3835" h="310" extrusionOk="0">
                  <a:moveTo>
                    <a:pt x="167" y="0"/>
                  </a:moveTo>
                  <a:cubicBezTo>
                    <a:pt x="48" y="0"/>
                    <a:pt x="1" y="72"/>
                    <a:pt x="1" y="167"/>
                  </a:cubicBezTo>
                  <a:cubicBezTo>
                    <a:pt x="24" y="262"/>
                    <a:pt x="72" y="310"/>
                    <a:pt x="167" y="310"/>
                  </a:cubicBezTo>
                  <a:lnTo>
                    <a:pt x="3644" y="310"/>
                  </a:lnTo>
                  <a:cubicBezTo>
                    <a:pt x="3763" y="310"/>
                    <a:pt x="3835" y="239"/>
                    <a:pt x="3835" y="143"/>
                  </a:cubicBezTo>
                  <a:cubicBezTo>
                    <a:pt x="3811" y="48"/>
                    <a:pt x="3739" y="0"/>
                    <a:pt x="364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8" name="Google Shape;21618;p138"/>
            <p:cNvSpPr/>
            <p:nvPr/>
          </p:nvSpPr>
          <p:spPr>
            <a:xfrm>
              <a:off x="1071306" y="3323438"/>
              <a:ext cx="124638" cy="10855"/>
            </a:xfrm>
            <a:custGeom>
              <a:avLst/>
              <a:gdLst/>
              <a:ahLst/>
              <a:cxnLst/>
              <a:rect l="l" t="t" r="r" b="b"/>
              <a:pathLst>
                <a:path w="3835" h="334" extrusionOk="0">
                  <a:moveTo>
                    <a:pt x="167" y="0"/>
                  </a:moveTo>
                  <a:cubicBezTo>
                    <a:pt x="48" y="0"/>
                    <a:pt x="1" y="96"/>
                    <a:pt x="1" y="191"/>
                  </a:cubicBezTo>
                  <a:cubicBezTo>
                    <a:pt x="24" y="262"/>
                    <a:pt x="72" y="334"/>
                    <a:pt x="167" y="334"/>
                  </a:cubicBezTo>
                  <a:lnTo>
                    <a:pt x="3644" y="334"/>
                  </a:lnTo>
                  <a:cubicBezTo>
                    <a:pt x="3763" y="334"/>
                    <a:pt x="3835" y="239"/>
                    <a:pt x="3835" y="143"/>
                  </a:cubicBezTo>
                  <a:cubicBezTo>
                    <a:pt x="3811" y="72"/>
                    <a:pt x="3739" y="0"/>
                    <a:pt x="364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19" name="Google Shape;21619;p138"/>
          <p:cNvGrpSpPr/>
          <p:nvPr/>
        </p:nvGrpSpPr>
        <p:grpSpPr>
          <a:xfrm>
            <a:off x="1846041" y="2880813"/>
            <a:ext cx="185803" cy="356818"/>
            <a:chOff x="1846041" y="3033213"/>
            <a:chExt cx="185803" cy="356818"/>
          </a:xfrm>
        </p:grpSpPr>
        <p:sp>
          <p:nvSpPr>
            <p:cNvPr id="21620" name="Google Shape;21620;p138"/>
            <p:cNvSpPr/>
            <p:nvPr/>
          </p:nvSpPr>
          <p:spPr>
            <a:xfrm>
              <a:off x="1846041" y="3069581"/>
              <a:ext cx="185803" cy="292598"/>
            </a:xfrm>
            <a:custGeom>
              <a:avLst/>
              <a:gdLst/>
              <a:ahLst/>
              <a:cxnLst/>
              <a:rect l="l" t="t" r="r" b="b"/>
              <a:pathLst>
                <a:path w="5717" h="9003" extrusionOk="0">
                  <a:moveTo>
                    <a:pt x="1" y="0"/>
                  </a:moveTo>
                  <a:lnTo>
                    <a:pt x="1" y="8716"/>
                  </a:lnTo>
                  <a:lnTo>
                    <a:pt x="2859" y="9002"/>
                  </a:lnTo>
                  <a:lnTo>
                    <a:pt x="5716" y="8716"/>
                  </a:lnTo>
                  <a:lnTo>
                    <a:pt x="5716" y="48"/>
                  </a:lnTo>
                  <a:lnTo>
                    <a:pt x="2859"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1" name="Google Shape;21621;p138"/>
            <p:cNvSpPr/>
            <p:nvPr/>
          </p:nvSpPr>
          <p:spPr>
            <a:xfrm>
              <a:off x="2010133" y="3062626"/>
              <a:ext cx="21710" cy="294125"/>
            </a:xfrm>
            <a:custGeom>
              <a:avLst/>
              <a:gdLst/>
              <a:ahLst/>
              <a:cxnLst/>
              <a:rect l="l" t="t" r="r" b="b"/>
              <a:pathLst>
                <a:path w="668" h="9050" extrusionOk="0">
                  <a:moveTo>
                    <a:pt x="0" y="0"/>
                  </a:moveTo>
                  <a:lnTo>
                    <a:pt x="0" y="9049"/>
                  </a:lnTo>
                  <a:lnTo>
                    <a:pt x="667" y="8930"/>
                  </a:lnTo>
                  <a:lnTo>
                    <a:pt x="667" y="238"/>
                  </a:lnTo>
                  <a:lnTo>
                    <a:pt x="0"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2" name="Google Shape;21622;p138"/>
            <p:cNvSpPr/>
            <p:nvPr/>
          </p:nvSpPr>
          <p:spPr>
            <a:xfrm>
              <a:off x="1846821" y="3033213"/>
              <a:ext cx="185022" cy="37928"/>
            </a:xfrm>
            <a:custGeom>
              <a:avLst/>
              <a:gdLst/>
              <a:ahLst/>
              <a:cxnLst/>
              <a:rect l="l" t="t" r="r" b="b"/>
              <a:pathLst>
                <a:path w="5693" h="1167" extrusionOk="0">
                  <a:moveTo>
                    <a:pt x="358" y="0"/>
                  </a:moveTo>
                  <a:cubicBezTo>
                    <a:pt x="144" y="0"/>
                    <a:pt x="1" y="143"/>
                    <a:pt x="1" y="357"/>
                  </a:cubicBezTo>
                  <a:lnTo>
                    <a:pt x="1" y="1167"/>
                  </a:lnTo>
                  <a:lnTo>
                    <a:pt x="5692" y="1167"/>
                  </a:lnTo>
                  <a:lnTo>
                    <a:pt x="5692" y="357"/>
                  </a:lnTo>
                  <a:cubicBezTo>
                    <a:pt x="5692" y="143"/>
                    <a:pt x="5549" y="0"/>
                    <a:pt x="533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3" name="Google Shape;21623;p138"/>
            <p:cNvSpPr/>
            <p:nvPr/>
          </p:nvSpPr>
          <p:spPr>
            <a:xfrm>
              <a:off x="1846041" y="3352851"/>
              <a:ext cx="185803" cy="37180"/>
            </a:xfrm>
            <a:custGeom>
              <a:avLst/>
              <a:gdLst/>
              <a:ahLst/>
              <a:cxnLst/>
              <a:rect l="l" t="t" r="r" b="b"/>
              <a:pathLst>
                <a:path w="5717" h="1144" extrusionOk="0">
                  <a:moveTo>
                    <a:pt x="1" y="0"/>
                  </a:moveTo>
                  <a:lnTo>
                    <a:pt x="1" y="786"/>
                  </a:lnTo>
                  <a:cubicBezTo>
                    <a:pt x="1" y="1001"/>
                    <a:pt x="144" y="1144"/>
                    <a:pt x="358" y="1144"/>
                  </a:cubicBezTo>
                  <a:lnTo>
                    <a:pt x="5359" y="1144"/>
                  </a:lnTo>
                  <a:cubicBezTo>
                    <a:pt x="5550" y="1144"/>
                    <a:pt x="5716" y="1001"/>
                    <a:pt x="5716" y="786"/>
                  </a:cubicBezTo>
                  <a:lnTo>
                    <a:pt x="571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4" name="Google Shape;21624;p138"/>
            <p:cNvSpPr/>
            <p:nvPr/>
          </p:nvSpPr>
          <p:spPr>
            <a:xfrm>
              <a:off x="1998531" y="3033213"/>
              <a:ext cx="33313" cy="37928"/>
            </a:xfrm>
            <a:custGeom>
              <a:avLst/>
              <a:gdLst/>
              <a:ahLst/>
              <a:cxnLst/>
              <a:rect l="l" t="t" r="r" b="b"/>
              <a:pathLst>
                <a:path w="1025" h="1167" extrusionOk="0">
                  <a:moveTo>
                    <a:pt x="0" y="0"/>
                  </a:moveTo>
                  <a:cubicBezTo>
                    <a:pt x="215" y="0"/>
                    <a:pt x="357" y="143"/>
                    <a:pt x="357" y="357"/>
                  </a:cubicBezTo>
                  <a:lnTo>
                    <a:pt x="357" y="1167"/>
                  </a:lnTo>
                  <a:lnTo>
                    <a:pt x="1024" y="1167"/>
                  </a:lnTo>
                  <a:lnTo>
                    <a:pt x="1024" y="357"/>
                  </a:lnTo>
                  <a:cubicBezTo>
                    <a:pt x="1024" y="143"/>
                    <a:pt x="881" y="0"/>
                    <a:pt x="667"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5" name="Google Shape;21625;p138"/>
            <p:cNvSpPr/>
            <p:nvPr/>
          </p:nvSpPr>
          <p:spPr>
            <a:xfrm>
              <a:off x="1998531" y="3352851"/>
              <a:ext cx="33313" cy="37180"/>
            </a:xfrm>
            <a:custGeom>
              <a:avLst/>
              <a:gdLst/>
              <a:ahLst/>
              <a:cxnLst/>
              <a:rect l="l" t="t" r="r" b="b"/>
              <a:pathLst>
                <a:path w="1025" h="1144" extrusionOk="0">
                  <a:moveTo>
                    <a:pt x="357" y="0"/>
                  </a:moveTo>
                  <a:lnTo>
                    <a:pt x="357" y="786"/>
                  </a:lnTo>
                  <a:cubicBezTo>
                    <a:pt x="357" y="1001"/>
                    <a:pt x="215" y="1144"/>
                    <a:pt x="0" y="1144"/>
                  </a:cubicBezTo>
                  <a:lnTo>
                    <a:pt x="667" y="1144"/>
                  </a:lnTo>
                  <a:cubicBezTo>
                    <a:pt x="858" y="1144"/>
                    <a:pt x="1024" y="1001"/>
                    <a:pt x="1024" y="786"/>
                  </a:cubicBezTo>
                  <a:lnTo>
                    <a:pt x="1024"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6" name="Google Shape;21626;p138"/>
            <p:cNvSpPr/>
            <p:nvPr/>
          </p:nvSpPr>
          <p:spPr>
            <a:xfrm>
              <a:off x="1931191" y="3165521"/>
              <a:ext cx="72767" cy="96817"/>
            </a:xfrm>
            <a:custGeom>
              <a:avLst/>
              <a:gdLst/>
              <a:ahLst/>
              <a:cxnLst/>
              <a:rect l="l" t="t" r="r" b="b"/>
              <a:pathLst>
                <a:path w="2239" h="2979" extrusionOk="0">
                  <a:moveTo>
                    <a:pt x="1243" y="0"/>
                  </a:moveTo>
                  <a:cubicBezTo>
                    <a:pt x="690" y="0"/>
                    <a:pt x="215" y="445"/>
                    <a:pt x="215" y="1025"/>
                  </a:cubicBezTo>
                  <a:lnTo>
                    <a:pt x="0" y="1883"/>
                  </a:lnTo>
                  <a:lnTo>
                    <a:pt x="239" y="2978"/>
                  </a:lnTo>
                  <a:lnTo>
                    <a:pt x="2025" y="2978"/>
                  </a:lnTo>
                  <a:cubicBezTo>
                    <a:pt x="2144" y="2978"/>
                    <a:pt x="2239" y="2907"/>
                    <a:pt x="2239" y="2788"/>
                  </a:cubicBezTo>
                  <a:lnTo>
                    <a:pt x="2239" y="1025"/>
                  </a:lnTo>
                  <a:cubicBezTo>
                    <a:pt x="2239" y="478"/>
                    <a:pt x="1810" y="49"/>
                    <a:pt x="1286" y="1"/>
                  </a:cubicBezTo>
                  <a:cubicBezTo>
                    <a:pt x="1272" y="1"/>
                    <a:pt x="1258" y="0"/>
                    <a:pt x="124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7" name="Google Shape;21627;p138"/>
            <p:cNvSpPr/>
            <p:nvPr/>
          </p:nvSpPr>
          <p:spPr>
            <a:xfrm>
              <a:off x="1958263" y="3289963"/>
              <a:ext cx="19403" cy="29640"/>
            </a:xfrm>
            <a:custGeom>
              <a:avLst/>
              <a:gdLst/>
              <a:ahLst/>
              <a:cxnLst/>
              <a:rect l="l" t="t" r="r" b="b"/>
              <a:pathLst>
                <a:path w="597" h="912" extrusionOk="0">
                  <a:moveTo>
                    <a:pt x="165" y="1"/>
                  </a:moveTo>
                  <a:cubicBezTo>
                    <a:pt x="126" y="1"/>
                    <a:pt x="84" y="18"/>
                    <a:pt x="49" y="54"/>
                  </a:cubicBezTo>
                  <a:cubicBezTo>
                    <a:pt x="1" y="102"/>
                    <a:pt x="1" y="197"/>
                    <a:pt x="49" y="268"/>
                  </a:cubicBezTo>
                  <a:lnTo>
                    <a:pt x="263" y="459"/>
                  </a:lnTo>
                  <a:lnTo>
                    <a:pt x="49" y="673"/>
                  </a:lnTo>
                  <a:cubicBezTo>
                    <a:pt x="1" y="745"/>
                    <a:pt x="1" y="816"/>
                    <a:pt x="49" y="888"/>
                  </a:cubicBezTo>
                  <a:cubicBezTo>
                    <a:pt x="96" y="911"/>
                    <a:pt x="120" y="911"/>
                    <a:pt x="144" y="911"/>
                  </a:cubicBezTo>
                  <a:cubicBezTo>
                    <a:pt x="168" y="911"/>
                    <a:pt x="215" y="911"/>
                    <a:pt x="263" y="816"/>
                  </a:cubicBezTo>
                  <a:lnTo>
                    <a:pt x="572" y="530"/>
                  </a:lnTo>
                  <a:cubicBezTo>
                    <a:pt x="596" y="507"/>
                    <a:pt x="596" y="459"/>
                    <a:pt x="596" y="435"/>
                  </a:cubicBezTo>
                  <a:cubicBezTo>
                    <a:pt x="596" y="411"/>
                    <a:pt x="596" y="387"/>
                    <a:pt x="572" y="340"/>
                  </a:cubicBezTo>
                  <a:lnTo>
                    <a:pt x="263" y="54"/>
                  </a:lnTo>
                  <a:cubicBezTo>
                    <a:pt x="239" y="18"/>
                    <a:pt x="203" y="1"/>
                    <a:pt x="16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8" name="Google Shape;21628;p138"/>
            <p:cNvSpPr/>
            <p:nvPr/>
          </p:nvSpPr>
          <p:spPr>
            <a:xfrm>
              <a:off x="1901778" y="3292076"/>
              <a:ext cx="19370" cy="28307"/>
            </a:xfrm>
            <a:custGeom>
              <a:avLst/>
              <a:gdLst/>
              <a:ahLst/>
              <a:cxnLst/>
              <a:rect l="l" t="t" r="r" b="b"/>
              <a:pathLst>
                <a:path w="596" h="871" extrusionOk="0">
                  <a:moveTo>
                    <a:pt x="441" y="1"/>
                  </a:moveTo>
                  <a:cubicBezTo>
                    <a:pt x="405" y="1"/>
                    <a:pt x="370" y="13"/>
                    <a:pt x="334" y="37"/>
                  </a:cubicBezTo>
                  <a:lnTo>
                    <a:pt x="48" y="346"/>
                  </a:lnTo>
                  <a:cubicBezTo>
                    <a:pt x="0" y="370"/>
                    <a:pt x="0" y="394"/>
                    <a:pt x="0" y="442"/>
                  </a:cubicBezTo>
                  <a:cubicBezTo>
                    <a:pt x="0" y="465"/>
                    <a:pt x="0" y="489"/>
                    <a:pt x="48" y="513"/>
                  </a:cubicBezTo>
                  <a:lnTo>
                    <a:pt x="334" y="823"/>
                  </a:lnTo>
                  <a:cubicBezTo>
                    <a:pt x="358" y="846"/>
                    <a:pt x="405" y="846"/>
                    <a:pt x="429" y="846"/>
                  </a:cubicBezTo>
                  <a:cubicBezTo>
                    <a:pt x="453" y="846"/>
                    <a:pt x="477" y="846"/>
                    <a:pt x="548" y="870"/>
                  </a:cubicBezTo>
                  <a:cubicBezTo>
                    <a:pt x="596" y="823"/>
                    <a:pt x="596" y="727"/>
                    <a:pt x="548" y="656"/>
                  </a:cubicBezTo>
                  <a:lnTo>
                    <a:pt x="334" y="465"/>
                  </a:lnTo>
                  <a:lnTo>
                    <a:pt x="548" y="251"/>
                  </a:lnTo>
                  <a:cubicBezTo>
                    <a:pt x="596" y="203"/>
                    <a:pt x="596" y="108"/>
                    <a:pt x="548" y="37"/>
                  </a:cubicBezTo>
                  <a:cubicBezTo>
                    <a:pt x="512" y="13"/>
                    <a:pt x="477" y="1"/>
                    <a:pt x="44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9" name="Google Shape;21629;p138"/>
            <p:cNvSpPr/>
            <p:nvPr/>
          </p:nvSpPr>
          <p:spPr>
            <a:xfrm>
              <a:off x="1874673" y="3106728"/>
              <a:ext cx="37213" cy="10855"/>
            </a:xfrm>
            <a:custGeom>
              <a:avLst/>
              <a:gdLst/>
              <a:ahLst/>
              <a:cxnLst/>
              <a:rect l="l" t="t" r="r" b="b"/>
              <a:pathLst>
                <a:path w="1145" h="334" extrusionOk="0">
                  <a:moveTo>
                    <a:pt x="168" y="0"/>
                  </a:moveTo>
                  <a:cubicBezTo>
                    <a:pt x="72" y="0"/>
                    <a:pt x="1" y="96"/>
                    <a:pt x="1" y="191"/>
                  </a:cubicBezTo>
                  <a:cubicBezTo>
                    <a:pt x="1" y="262"/>
                    <a:pt x="96" y="334"/>
                    <a:pt x="191" y="334"/>
                  </a:cubicBezTo>
                  <a:lnTo>
                    <a:pt x="1001" y="334"/>
                  </a:lnTo>
                  <a:cubicBezTo>
                    <a:pt x="1073" y="334"/>
                    <a:pt x="1144" y="239"/>
                    <a:pt x="1144" y="143"/>
                  </a:cubicBezTo>
                  <a:cubicBezTo>
                    <a:pt x="1120" y="48"/>
                    <a:pt x="1049" y="0"/>
                    <a:pt x="95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0" name="Google Shape;21630;p138"/>
            <p:cNvSpPr/>
            <p:nvPr/>
          </p:nvSpPr>
          <p:spPr>
            <a:xfrm>
              <a:off x="1876233" y="3129186"/>
              <a:ext cx="120770" cy="10855"/>
            </a:xfrm>
            <a:custGeom>
              <a:avLst/>
              <a:gdLst/>
              <a:ahLst/>
              <a:cxnLst/>
              <a:rect l="l" t="t" r="r" b="b"/>
              <a:pathLst>
                <a:path w="3716" h="334" extrusionOk="0">
                  <a:moveTo>
                    <a:pt x="143" y="0"/>
                  </a:moveTo>
                  <a:cubicBezTo>
                    <a:pt x="48" y="0"/>
                    <a:pt x="1" y="95"/>
                    <a:pt x="1" y="167"/>
                  </a:cubicBezTo>
                  <a:cubicBezTo>
                    <a:pt x="1" y="262"/>
                    <a:pt x="72" y="333"/>
                    <a:pt x="167" y="333"/>
                  </a:cubicBezTo>
                  <a:lnTo>
                    <a:pt x="3573" y="333"/>
                  </a:lnTo>
                  <a:cubicBezTo>
                    <a:pt x="3644" y="333"/>
                    <a:pt x="3716" y="238"/>
                    <a:pt x="3716" y="143"/>
                  </a:cubicBezTo>
                  <a:cubicBezTo>
                    <a:pt x="3716" y="48"/>
                    <a:pt x="3620" y="0"/>
                    <a:pt x="352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1" name="Google Shape;21631;p138"/>
            <p:cNvSpPr/>
            <p:nvPr/>
          </p:nvSpPr>
          <p:spPr>
            <a:xfrm>
              <a:off x="1873926" y="3166691"/>
              <a:ext cx="65813" cy="95647"/>
            </a:xfrm>
            <a:custGeom>
              <a:avLst/>
              <a:gdLst/>
              <a:ahLst/>
              <a:cxnLst/>
              <a:rect l="l" t="t" r="r" b="b"/>
              <a:pathLst>
                <a:path w="2025" h="2943" extrusionOk="0">
                  <a:moveTo>
                    <a:pt x="1062" y="1"/>
                  </a:moveTo>
                  <a:cubicBezTo>
                    <a:pt x="1011" y="1"/>
                    <a:pt x="958" y="5"/>
                    <a:pt x="905" y="13"/>
                  </a:cubicBezTo>
                  <a:cubicBezTo>
                    <a:pt x="381" y="61"/>
                    <a:pt x="0" y="513"/>
                    <a:pt x="0" y="1013"/>
                  </a:cubicBezTo>
                  <a:lnTo>
                    <a:pt x="0" y="2752"/>
                  </a:lnTo>
                  <a:cubicBezTo>
                    <a:pt x="0" y="2871"/>
                    <a:pt x="95" y="2942"/>
                    <a:pt x="214" y="2942"/>
                  </a:cubicBezTo>
                  <a:lnTo>
                    <a:pt x="2001" y="2942"/>
                  </a:lnTo>
                  <a:lnTo>
                    <a:pt x="2024" y="1013"/>
                  </a:lnTo>
                  <a:cubicBezTo>
                    <a:pt x="2024" y="447"/>
                    <a:pt x="1607" y="1"/>
                    <a:pt x="10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2" name="Google Shape;21632;p138"/>
            <p:cNvSpPr/>
            <p:nvPr/>
          </p:nvSpPr>
          <p:spPr>
            <a:xfrm>
              <a:off x="1870806" y="3231333"/>
              <a:ext cx="67372" cy="31005"/>
            </a:xfrm>
            <a:custGeom>
              <a:avLst/>
              <a:gdLst/>
              <a:ahLst/>
              <a:cxnLst/>
              <a:rect l="l" t="t" r="r" b="b"/>
              <a:pathLst>
                <a:path w="2073" h="954" extrusionOk="0">
                  <a:moveTo>
                    <a:pt x="1049" y="1"/>
                  </a:moveTo>
                  <a:cubicBezTo>
                    <a:pt x="572" y="1"/>
                    <a:pt x="168" y="334"/>
                    <a:pt x="49" y="786"/>
                  </a:cubicBezTo>
                  <a:cubicBezTo>
                    <a:pt x="1" y="882"/>
                    <a:pt x="72" y="953"/>
                    <a:pt x="168" y="953"/>
                  </a:cubicBezTo>
                  <a:lnTo>
                    <a:pt x="2073" y="953"/>
                  </a:lnTo>
                  <a:cubicBezTo>
                    <a:pt x="2025" y="429"/>
                    <a:pt x="1596" y="1"/>
                    <a:pt x="1049"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3" name="Google Shape;21633;p138"/>
            <p:cNvSpPr/>
            <p:nvPr/>
          </p:nvSpPr>
          <p:spPr>
            <a:xfrm>
              <a:off x="1939706" y="3231333"/>
              <a:ext cx="66592" cy="31005"/>
            </a:xfrm>
            <a:custGeom>
              <a:avLst/>
              <a:gdLst/>
              <a:ahLst/>
              <a:cxnLst/>
              <a:rect l="l" t="t" r="r" b="b"/>
              <a:pathLst>
                <a:path w="2049" h="954" extrusionOk="0">
                  <a:moveTo>
                    <a:pt x="1024" y="1"/>
                  </a:moveTo>
                  <a:cubicBezTo>
                    <a:pt x="477" y="1"/>
                    <a:pt x="24" y="429"/>
                    <a:pt x="0" y="953"/>
                  </a:cubicBezTo>
                  <a:lnTo>
                    <a:pt x="1906" y="953"/>
                  </a:lnTo>
                  <a:cubicBezTo>
                    <a:pt x="2001" y="953"/>
                    <a:pt x="2048" y="882"/>
                    <a:pt x="2025" y="786"/>
                  </a:cubicBezTo>
                  <a:cubicBezTo>
                    <a:pt x="1906" y="334"/>
                    <a:pt x="1501" y="1"/>
                    <a:pt x="1024"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34" name="Google Shape;21634;p138"/>
          <p:cNvGrpSpPr/>
          <p:nvPr/>
        </p:nvGrpSpPr>
        <p:grpSpPr>
          <a:xfrm>
            <a:off x="2541086" y="2892091"/>
            <a:ext cx="373848" cy="333938"/>
            <a:chOff x="2541086" y="3044491"/>
            <a:chExt cx="373848" cy="333938"/>
          </a:xfrm>
        </p:grpSpPr>
        <p:sp>
          <p:nvSpPr>
            <p:cNvPr id="21635" name="Google Shape;21635;p138"/>
            <p:cNvSpPr/>
            <p:nvPr/>
          </p:nvSpPr>
          <p:spPr>
            <a:xfrm>
              <a:off x="2563511" y="3151611"/>
              <a:ext cx="312715" cy="209788"/>
            </a:xfrm>
            <a:custGeom>
              <a:avLst/>
              <a:gdLst/>
              <a:ahLst/>
              <a:cxnLst/>
              <a:rect l="l" t="t" r="r" b="b"/>
              <a:pathLst>
                <a:path w="9622" h="6455" extrusionOk="0">
                  <a:moveTo>
                    <a:pt x="430" y="1"/>
                  </a:moveTo>
                  <a:cubicBezTo>
                    <a:pt x="191" y="1"/>
                    <a:pt x="1" y="167"/>
                    <a:pt x="1" y="406"/>
                  </a:cubicBezTo>
                  <a:lnTo>
                    <a:pt x="1" y="6240"/>
                  </a:lnTo>
                  <a:lnTo>
                    <a:pt x="4740" y="6454"/>
                  </a:lnTo>
                  <a:lnTo>
                    <a:pt x="9622" y="6240"/>
                  </a:lnTo>
                  <a:lnTo>
                    <a:pt x="9622" y="406"/>
                  </a:lnTo>
                  <a:cubicBezTo>
                    <a:pt x="9622" y="167"/>
                    <a:pt x="9455" y="1"/>
                    <a:pt x="9217"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6" name="Google Shape;21636;p138"/>
            <p:cNvSpPr/>
            <p:nvPr/>
          </p:nvSpPr>
          <p:spPr>
            <a:xfrm>
              <a:off x="2586748" y="3173288"/>
              <a:ext cx="265492" cy="187330"/>
            </a:xfrm>
            <a:custGeom>
              <a:avLst/>
              <a:gdLst/>
              <a:ahLst/>
              <a:cxnLst/>
              <a:rect l="l" t="t" r="r" b="b"/>
              <a:pathLst>
                <a:path w="8169" h="5764" extrusionOk="0">
                  <a:moveTo>
                    <a:pt x="191" y="0"/>
                  </a:moveTo>
                  <a:cubicBezTo>
                    <a:pt x="96" y="0"/>
                    <a:pt x="0" y="96"/>
                    <a:pt x="0" y="191"/>
                  </a:cubicBezTo>
                  <a:lnTo>
                    <a:pt x="0" y="5549"/>
                  </a:lnTo>
                  <a:lnTo>
                    <a:pt x="4096" y="5764"/>
                  </a:lnTo>
                  <a:lnTo>
                    <a:pt x="8169" y="5549"/>
                  </a:lnTo>
                  <a:lnTo>
                    <a:pt x="8169" y="191"/>
                  </a:lnTo>
                  <a:cubicBezTo>
                    <a:pt x="8169" y="96"/>
                    <a:pt x="8073" y="0"/>
                    <a:pt x="797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7" name="Google Shape;21637;p138"/>
            <p:cNvSpPr/>
            <p:nvPr/>
          </p:nvSpPr>
          <p:spPr>
            <a:xfrm>
              <a:off x="2825883" y="3173288"/>
              <a:ext cx="27917" cy="187330"/>
            </a:xfrm>
            <a:custGeom>
              <a:avLst/>
              <a:gdLst/>
              <a:ahLst/>
              <a:cxnLst/>
              <a:rect l="l" t="t" r="r" b="b"/>
              <a:pathLst>
                <a:path w="859" h="5764" extrusionOk="0">
                  <a:moveTo>
                    <a:pt x="1" y="0"/>
                  </a:moveTo>
                  <a:cubicBezTo>
                    <a:pt x="96" y="0"/>
                    <a:pt x="191" y="96"/>
                    <a:pt x="191" y="191"/>
                  </a:cubicBezTo>
                  <a:lnTo>
                    <a:pt x="191" y="5549"/>
                  </a:lnTo>
                  <a:lnTo>
                    <a:pt x="477" y="5764"/>
                  </a:lnTo>
                  <a:lnTo>
                    <a:pt x="834" y="5549"/>
                  </a:lnTo>
                  <a:lnTo>
                    <a:pt x="834" y="191"/>
                  </a:lnTo>
                  <a:cubicBezTo>
                    <a:pt x="858" y="96"/>
                    <a:pt x="787" y="0"/>
                    <a:pt x="668"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8" name="Google Shape;21638;p138"/>
            <p:cNvSpPr/>
            <p:nvPr/>
          </p:nvSpPr>
          <p:spPr>
            <a:xfrm>
              <a:off x="2841386" y="3150083"/>
              <a:ext cx="35620" cy="210535"/>
            </a:xfrm>
            <a:custGeom>
              <a:avLst/>
              <a:gdLst/>
              <a:ahLst/>
              <a:cxnLst/>
              <a:rect l="l" t="t" r="r" b="b"/>
              <a:pathLst>
                <a:path w="1096" h="6478" extrusionOk="0">
                  <a:moveTo>
                    <a:pt x="0" y="0"/>
                  </a:moveTo>
                  <a:cubicBezTo>
                    <a:pt x="238" y="0"/>
                    <a:pt x="429" y="191"/>
                    <a:pt x="429" y="429"/>
                  </a:cubicBezTo>
                  <a:lnTo>
                    <a:pt x="429" y="6263"/>
                  </a:lnTo>
                  <a:lnTo>
                    <a:pt x="786" y="6478"/>
                  </a:lnTo>
                  <a:lnTo>
                    <a:pt x="1096" y="6263"/>
                  </a:lnTo>
                  <a:lnTo>
                    <a:pt x="1096" y="429"/>
                  </a:lnTo>
                  <a:lnTo>
                    <a:pt x="1072" y="429"/>
                  </a:lnTo>
                  <a:cubicBezTo>
                    <a:pt x="1072" y="191"/>
                    <a:pt x="881" y="0"/>
                    <a:pt x="667"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9" name="Google Shape;21639;p138"/>
            <p:cNvSpPr/>
            <p:nvPr/>
          </p:nvSpPr>
          <p:spPr>
            <a:xfrm>
              <a:off x="2647101" y="3044653"/>
              <a:ext cx="267833" cy="246902"/>
            </a:xfrm>
            <a:custGeom>
              <a:avLst/>
              <a:gdLst/>
              <a:ahLst/>
              <a:cxnLst/>
              <a:rect l="l" t="t" r="r" b="b"/>
              <a:pathLst>
                <a:path w="8241" h="7597" extrusionOk="0">
                  <a:moveTo>
                    <a:pt x="4079" y="0"/>
                  </a:moveTo>
                  <a:cubicBezTo>
                    <a:pt x="2672" y="0"/>
                    <a:pt x="1322" y="827"/>
                    <a:pt x="715" y="2196"/>
                  </a:cubicBezTo>
                  <a:cubicBezTo>
                    <a:pt x="1" y="3816"/>
                    <a:pt x="525" y="5697"/>
                    <a:pt x="1930" y="6673"/>
                  </a:cubicBezTo>
                  <a:cubicBezTo>
                    <a:pt x="2049" y="6769"/>
                    <a:pt x="2144" y="6911"/>
                    <a:pt x="2168" y="7054"/>
                  </a:cubicBezTo>
                  <a:lnTo>
                    <a:pt x="2192" y="7483"/>
                  </a:lnTo>
                  <a:cubicBezTo>
                    <a:pt x="2192" y="7553"/>
                    <a:pt x="2256" y="7597"/>
                    <a:pt x="2327" y="7597"/>
                  </a:cubicBezTo>
                  <a:cubicBezTo>
                    <a:pt x="2353" y="7597"/>
                    <a:pt x="2381" y="7591"/>
                    <a:pt x="2406" y="7578"/>
                  </a:cubicBezTo>
                  <a:lnTo>
                    <a:pt x="2763" y="7316"/>
                  </a:lnTo>
                  <a:cubicBezTo>
                    <a:pt x="2853" y="7263"/>
                    <a:pt x="2982" y="7236"/>
                    <a:pt x="3102" y="7236"/>
                  </a:cubicBezTo>
                  <a:cubicBezTo>
                    <a:pt x="3141" y="7236"/>
                    <a:pt x="3180" y="7239"/>
                    <a:pt x="3216" y="7245"/>
                  </a:cubicBezTo>
                  <a:cubicBezTo>
                    <a:pt x="3497" y="7313"/>
                    <a:pt x="3782" y="7346"/>
                    <a:pt x="4065" y="7346"/>
                  </a:cubicBezTo>
                  <a:cubicBezTo>
                    <a:pt x="5456" y="7346"/>
                    <a:pt x="6794" y="6547"/>
                    <a:pt x="7407" y="5221"/>
                  </a:cubicBezTo>
                  <a:cubicBezTo>
                    <a:pt x="8241" y="3411"/>
                    <a:pt x="7455" y="1220"/>
                    <a:pt x="5645" y="363"/>
                  </a:cubicBezTo>
                  <a:cubicBezTo>
                    <a:pt x="5139" y="116"/>
                    <a:pt x="4605" y="0"/>
                    <a:pt x="407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0" name="Google Shape;21640;p138"/>
            <p:cNvSpPr/>
            <p:nvPr/>
          </p:nvSpPr>
          <p:spPr>
            <a:xfrm>
              <a:off x="2768618" y="3044491"/>
              <a:ext cx="146315" cy="239233"/>
            </a:xfrm>
            <a:custGeom>
              <a:avLst/>
              <a:gdLst/>
              <a:ahLst/>
              <a:cxnLst/>
              <a:rect l="l" t="t" r="r" b="b"/>
              <a:pathLst>
                <a:path w="4502" h="7361" extrusionOk="0">
                  <a:moveTo>
                    <a:pt x="263" y="0"/>
                  </a:moveTo>
                  <a:cubicBezTo>
                    <a:pt x="174" y="0"/>
                    <a:pt x="87" y="3"/>
                    <a:pt x="1" y="10"/>
                  </a:cubicBezTo>
                  <a:cubicBezTo>
                    <a:pt x="429" y="34"/>
                    <a:pt x="810" y="153"/>
                    <a:pt x="1191" y="344"/>
                  </a:cubicBezTo>
                  <a:cubicBezTo>
                    <a:pt x="3049" y="1177"/>
                    <a:pt x="3859" y="3368"/>
                    <a:pt x="3025" y="5226"/>
                  </a:cubicBezTo>
                  <a:cubicBezTo>
                    <a:pt x="2454" y="6464"/>
                    <a:pt x="1263" y="7250"/>
                    <a:pt x="1" y="7345"/>
                  </a:cubicBezTo>
                  <a:cubicBezTo>
                    <a:pt x="114" y="7356"/>
                    <a:pt x="227" y="7361"/>
                    <a:pt x="339" y="7361"/>
                  </a:cubicBezTo>
                  <a:cubicBezTo>
                    <a:pt x="1743" y="7361"/>
                    <a:pt x="3073" y="6548"/>
                    <a:pt x="3668" y="5226"/>
                  </a:cubicBezTo>
                  <a:cubicBezTo>
                    <a:pt x="4502" y="3368"/>
                    <a:pt x="3692" y="1177"/>
                    <a:pt x="1858" y="344"/>
                  </a:cubicBezTo>
                  <a:cubicBezTo>
                    <a:pt x="1349" y="120"/>
                    <a:pt x="787" y="0"/>
                    <a:pt x="26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1" name="Google Shape;21641;p138"/>
            <p:cNvSpPr/>
            <p:nvPr/>
          </p:nvSpPr>
          <p:spPr>
            <a:xfrm>
              <a:off x="2692763" y="3075756"/>
              <a:ext cx="174200" cy="174200"/>
            </a:xfrm>
            <a:custGeom>
              <a:avLst/>
              <a:gdLst/>
              <a:ahLst/>
              <a:cxnLst/>
              <a:rect l="l" t="t" r="r" b="b"/>
              <a:pathLst>
                <a:path w="5360" h="5360" extrusionOk="0">
                  <a:moveTo>
                    <a:pt x="2668" y="1"/>
                  </a:moveTo>
                  <a:cubicBezTo>
                    <a:pt x="1192" y="1"/>
                    <a:pt x="1" y="1192"/>
                    <a:pt x="1" y="2668"/>
                  </a:cubicBezTo>
                  <a:cubicBezTo>
                    <a:pt x="1" y="4168"/>
                    <a:pt x="1192" y="5359"/>
                    <a:pt x="2668" y="5359"/>
                  </a:cubicBezTo>
                  <a:cubicBezTo>
                    <a:pt x="4145" y="5359"/>
                    <a:pt x="5359" y="4168"/>
                    <a:pt x="5359" y="2668"/>
                  </a:cubicBezTo>
                  <a:cubicBezTo>
                    <a:pt x="5359" y="1192"/>
                    <a:pt x="4145" y="1"/>
                    <a:pt x="2668"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2" name="Google Shape;21642;p138"/>
            <p:cNvSpPr/>
            <p:nvPr/>
          </p:nvSpPr>
          <p:spPr>
            <a:xfrm>
              <a:off x="2697411" y="3191878"/>
              <a:ext cx="67372" cy="56517"/>
            </a:xfrm>
            <a:custGeom>
              <a:avLst/>
              <a:gdLst/>
              <a:ahLst/>
              <a:cxnLst/>
              <a:rect l="l" t="t" r="r" b="b"/>
              <a:pathLst>
                <a:path w="2073" h="1739" extrusionOk="0">
                  <a:moveTo>
                    <a:pt x="1" y="0"/>
                  </a:moveTo>
                  <a:cubicBezTo>
                    <a:pt x="287" y="857"/>
                    <a:pt x="1072" y="1548"/>
                    <a:pt x="1977" y="1738"/>
                  </a:cubicBezTo>
                  <a:cubicBezTo>
                    <a:pt x="2049" y="1572"/>
                    <a:pt x="2073" y="1429"/>
                    <a:pt x="2073" y="1262"/>
                  </a:cubicBezTo>
                  <a:lnTo>
                    <a:pt x="2073" y="619"/>
                  </a:lnTo>
                  <a:cubicBezTo>
                    <a:pt x="2049" y="310"/>
                    <a:pt x="1787" y="0"/>
                    <a:pt x="1430"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3" name="Google Shape;21643;p138"/>
            <p:cNvSpPr/>
            <p:nvPr/>
          </p:nvSpPr>
          <p:spPr>
            <a:xfrm>
              <a:off x="2692763" y="3080403"/>
              <a:ext cx="58858" cy="83622"/>
            </a:xfrm>
            <a:custGeom>
              <a:avLst/>
              <a:gdLst/>
              <a:ahLst/>
              <a:cxnLst/>
              <a:rect l="l" t="t" r="r" b="b"/>
              <a:pathLst>
                <a:path w="1811" h="2573" extrusionOk="0">
                  <a:moveTo>
                    <a:pt x="1811" y="1"/>
                  </a:moveTo>
                  <a:cubicBezTo>
                    <a:pt x="739" y="358"/>
                    <a:pt x="1" y="1382"/>
                    <a:pt x="1" y="2573"/>
                  </a:cubicBezTo>
                  <a:lnTo>
                    <a:pt x="430" y="2573"/>
                  </a:lnTo>
                  <a:cubicBezTo>
                    <a:pt x="1215" y="2573"/>
                    <a:pt x="1811" y="1954"/>
                    <a:pt x="1811" y="1191"/>
                  </a:cubicBezTo>
                  <a:lnTo>
                    <a:pt x="1811"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4" name="Google Shape;21644;p138"/>
            <p:cNvSpPr/>
            <p:nvPr/>
          </p:nvSpPr>
          <p:spPr>
            <a:xfrm>
              <a:off x="2791856" y="3187198"/>
              <a:ext cx="71240" cy="62758"/>
            </a:xfrm>
            <a:custGeom>
              <a:avLst/>
              <a:gdLst/>
              <a:ahLst/>
              <a:cxnLst/>
              <a:rect l="l" t="t" r="r" b="b"/>
              <a:pathLst>
                <a:path w="2192" h="1931" extrusionOk="0">
                  <a:moveTo>
                    <a:pt x="1195" y="0"/>
                  </a:moveTo>
                  <a:cubicBezTo>
                    <a:pt x="525" y="0"/>
                    <a:pt x="0" y="539"/>
                    <a:pt x="0" y="1192"/>
                  </a:cubicBezTo>
                  <a:lnTo>
                    <a:pt x="0" y="1930"/>
                  </a:lnTo>
                  <a:cubicBezTo>
                    <a:pt x="1048" y="1787"/>
                    <a:pt x="1881" y="1049"/>
                    <a:pt x="2191" y="49"/>
                  </a:cubicBezTo>
                  <a:lnTo>
                    <a:pt x="2191" y="1"/>
                  </a:lnTo>
                  <a:lnTo>
                    <a:pt x="1238" y="1"/>
                  </a:lnTo>
                  <a:cubicBezTo>
                    <a:pt x="1224" y="1"/>
                    <a:pt x="1210" y="0"/>
                    <a:pt x="1195"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5" name="Google Shape;21645;p138"/>
            <p:cNvSpPr/>
            <p:nvPr/>
          </p:nvSpPr>
          <p:spPr>
            <a:xfrm>
              <a:off x="2768618" y="3076536"/>
              <a:ext cx="98345" cy="174167"/>
            </a:xfrm>
            <a:custGeom>
              <a:avLst/>
              <a:gdLst/>
              <a:ahLst/>
              <a:cxnLst/>
              <a:rect l="l" t="t" r="r" b="b"/>
              <a:pathLst>
                <a:path w="3026" h="5359" extrusionOk="0">
                  <a:moveTo>
                    <a:pt x="334" y="1"/>
                  </a:moveTo>
                  <a:cubicBezTo>
                    <a:pt x="215" y="1"/>
                    <a:pt x="120" y="1"/>
                    <a:pt x="1" y="48"/>
                  </a:cubicBezTo>
                  <a:cubicBezTo>
                    <a:pt x="1310" y="191"/>
                    <a:pt x="2358" y="1310"/>
                    <a:pt x="2358" y="2692"/>
                  </a:cubicBezTo>
                  <a:cubicBezTo>
                    <a:pt x="2358" y="4049"/>
                    <a:pt x="1334" y="5192"/>
                    <a:pt x="1" y="5335"/>
                  </a:cubicBezTo>
                  <a:cubicBezTo>
                    <a:pt x="120" y="5335"/>
                    <a:pt x="215" y="5359"/>
                    <a:pt x="334" y="5359"/>
                  </a:cubicBezTo>
                  <a:cubicBezTo>
                    <a:pt x="1834" y="5359"/>
                    <a:pt x="3025" y="4168"/>
                    <a:pt x="3025" y="2692"/>
                  </a:cubicBezTo>
                  <a:cubicBezTo>
                    <a:pt x="3025" y="1191"/>
                    <a:pt x="1787" y="1"/>
                    <a:pt x="334"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6" name="Google Shape;21646;p138"/>
            <p:cNvSpPr/>
            <p:nvPr/>
          </p:nvSpPr>
          <p:spPr>
            <a:xfrm>
              <a:off x="2780221" y="3078096"/>
              <a:ext cx="84403" cy="78975"/>
            </a:xfrm>
            <a:custGeom>
              <a:avLst/>
              <a:gdLst/>
              <a:ahLst/>
              <a:cxnLst/>
              <a:rect l="l" t="t" r="r" b="b"/>
              <a:pathLst>
                <a:path w="2597" h="2430" extrusionOk="0">
                  <a:moveTo>
                    <a:pt x="477" y="0"/>
                  </a:moveTo>
                  <a:lnTo>
                    <a:pt x="477" y="1334"/>
                  </a:lnTo>
                  <a:cubicBezTo>
                    <a:pt x="477" y="1477"/>
                    <a:pt x="358" y="1572"/>
                    <a:pt x="239" y="1572"/>
                  </a:cubicBezTo>
                  <a:cubicBezTo>
                    <a:pt x="96" y="1572"/>
                    <a:pt x="1" y="1691"/>
                    <a:pt x="1" y="1810"/>
                  </a:cubicBezTo>
                  <a:lnTo>
                    <a:pt x="1" y="2191"/>
                  </a:lnTo>
                  <a:cubicBezTo>
                    <a:pt x="1" y="2334"/>
                    <a:pt x="120" y="2429"/>
                    <a:pt x="239" y="2429"/>
                  </a:cubicBezTo>
                  <a:lnTo>
                    <a:pt x="2597" y="2429"/>
                  </a:lnTo>
                  <a:cubicBezTo>
                    <a:pt x="2549" y="1239"/>
                    <a:pt x="1644" y="215"/>
                    <a:pt x="477"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7" name="Google Shape;21647;p138"/>
            <p:cNvSpPr/>
            <p:nvPr/>
          </p:nvSpPr>
          <p:spPr>
            <a:xfrm>
              <a:off x="2791076" y="3186451"/>
              <a:ext cx="72020" cy="62725"/>
            </a:xfrm>
            <a:custGeom>
              <a:avLst/>
              <a:gdLst/>
              <a:ahLst/>
              <a:cxnLst/>
              <a:rect l="l" t="t" r="r" b="b"/>
              <a:pathLst>
                <a:path w="2216" h="1930" extrusionOk="0">
                  <a:moveTo>
                    <a:pt x="1548" y="0"/>
                  </a:moveTo>
                  <a:lnTo>
                    <a:pt x="1524" y="48"/>
                  </a:lnTo>
                  <a:cubicBezTo>
                    <a:pt x="1286" y="834"/>
                    <a:pt x="715" y="1453"/>
                    <a:pt x="0" y="1739"/>
                  </a:cubicBezTo>
                  <a:lnTo>
                    <a:pt x="0" y="1929"/>
                  </a:lnTo>
                  <a:cubicBezTo>
                    <a:pt x="1048" y="1786"/>
                    <a:pt x="1882" y="1024"/>
                    <a:pt x="2167" y="48"/>
                  </a:cubicBezTo>
                  <a:lnTo>
                    <a:pt x="2215" y="0"/>
                  </a:ln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8" name="Google Shape;21648;p138"/>
            <p:cNvSpPr/>
            <p:nvPr/>
          </p:nvSpPr>
          <p:spPr>
            <a:xfrm>
              <a:off x="2795723" y="3078096"/>
              <a:ext cx="69680" cy="79755"/>
            </a:xfrm>
            <a:custGeom>
              <a:avLst/>
              <a:gdLst/>
              <a:ahLst/>
              <a:cxnLst/>
              <a:rect l="l" t="t" r="r" b="b"/>
              <a:pathLst>
                <a:path w="2144" h="2454" extrusionOk="0">
                  <a:moveTo>
                    <a:pt x="0" y="0"/>
                  </a:moveTo>
                  <a:lnTo>
                    <a:pt x="0" y="238"/>
                  </a:lnTo>
                  <a:cubicBezTo>
                    <a:pt x="834" y="643"/>
                    <a:pt x="1429" y="1477"/>
                    <a:pt x="1501" y="2453"/>
                  </a:cubicBezTo>
                  <a:lnTo>
                    <a:pt x="2143" y="2453"/>
                  </a:lnTo>
                  <a:cubicBezTo>
                    <a:pt x="2096" y="1239"/>
                    <a:pt x="1191" y="215"/>
                    <a:pt x="0" y="0"/>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9" name="Google Shape;21649;p138"/>
            <p:cNvSpPr/>
            <p:nvPr/>
          </p:nvSpPr>
          <p:spPr>
            <a:xfrm>
              <a:off x="2541086" y="3353631"/>
              <a:ext cx="358378" cy="24797"/>
            </a:xfrm>
            <a:custGeom>
              <a:avLst/>
              <a:gdLst/>
              <a:ahLst/>
              <a:cxnLst/>
              <a:rect l="l" t="t" r="r" b="b"/>
              <a:pathLst>
                <a:path w="11027" h="763" extrusionOk="0">
                  <a:moveTo>
                    <a:pt x="167" y="0"/>
                  </a:moveTo>
                  <a:cubicBezTo>
                    <a:pt x="72" y="0"/>
                    <a:pt x="0" y="48"/>
                    <a:pt x="0" y="143"/>
                  </a:cubicBezTo>
                  <a:lnTo>
                    <a:pt x="0" y="453"/>
                  </a:lnTo>
                  <a:cubicBezTo>
                    <a:pt x="0" y="619"/>
                    <a:pt x="167" y="762"/>
                    <a:pt x="334" y="762"/>
                  </a:cubicBezTo>
                  <a:lnTo>
                    <a:pt x="4525" y="762"/>
                  </a:lnTo>
                  <a:lnTo>
                    <a:pt x="5525" y="572"/>
                  </a:lnTo>
                  <a:lnTo>
                    <a:pt x="6502" y="762"/>
                  </a:lnTo>
                  <a:lnTo>
                    <a:pt x="10693" y="762"/>
                  </a:lnTo>
                  <a:cubicBezTo>
                    <a:pt x="10883" y="762"/>
                    <a:pt x="11003" y="619"/>
                    <a:pt x="11026" y="453"/>
                  </a:cubicBezTo>
                  <a:lnTo>
                    <a:pt x="11026" y="143"/>
                  </a:lnTo>
                  <a:cubicBezTo>
                    <a:pt x="11026" y="48"/>
                    <a:pt x="10955" y="0"/>
                    <a:pt x="10883" y="0"/>
                  </a:cubicBezTo>
                  <a:lnTo>
                    <a:pt x="6502" y="0"/>
                  </a:lnTo>
                  <a:lnTo>
                    <a:pt x="5525" y="191"/>
                  </a:lnTo>
                  <a:lnTo>
                    <a:pt x="45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0" name="Google Shape;21650;p138"/>
            <p:cNvSpPr/>
            <p:nvPr/>
          </p:nvSpPr>
          <p:spPr>
            <a:xfrm>
              <a:off x="2866931" y="3353631"/>
              <a:ext cx="31753" cy="24797"/>
            </a:xfrm>
            <a:custGeom>
              <a:avLst/>
              <a:gdLst/>
              <a:ahLst/>
              <a:cxnLst/>
              <a:rect l="l" t="t" r="r" b="b"/>
              <a:pathLst>
                <a:path w="977" h="763" extrusionOk="0">
                  <a:moveTo>
                    <a:pt x="167" y="0"/>
                  </a:moveTo>
                  <a:cubicBezTo>
                    <a:pt x="262" y="0"/>
                    <a:pt x="310" y="48"/>
                    <a:pt x="310" y="143"/>
                  </a:cubicBezTo>
                  <a:lnTo>
                    <a:pt x="310" y="453"/>
                  </a:lnTo>
                  <a:cubicBezTo>
                    <a:pt x="310" y="619"/>
                    <a:pt x="167" y="762"/>
                    <a:pt x="0" y="762"/>
                  </a:cubicBezTo>
                  <a:lnTo>
                    <a:pt x="643" y="762"/>
                  </a:lnTo>
                  <a:cubicBezTo>
                    <a:pt x="834" y="762"/>
                    <a:pt x="977" y="619"/>
                    <a:pt x="977" y="453"/>
                  </a:cubicBezTo>
                  <a:lnTo>
                    <a:pt x="977" y="143"/>
                  </a:lnTo>
                  <a:cubicBezTo>
                    <a:pt x="977" y="48"/>
                    <a:pt x="905" y="0"/>
                    <a:pt x="834"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1" name="Google Shape;21651;p138"/>
            <p:cNvSpPr/>
            <p:nvPr/>
          </p:nvSpPr>
          <p:spPr>
            <a:xfrm>
              <a:off x="2688896" y="3354411"/>
              <a:ext cx="62725" cy="24018"/>
            </a:xfrm>
            <a:custGeom>
              <a:avLst/>
              <a:gdLst/>
              <a:ahLst/>
              <a:cxnLst/>
              <a:rect l="l" t="t" r="r" b="b"/>
              <a:pathLst>
                <a:path w="1930" h="739" extrusionOk="0">
                  <a:moveTo>
                    <a:pt x="1" y="0"/>
                  </a:moveTo>
                  <a:lnTo>
                    <a:pt x="1" y="738"/>
                  </a:lnTo>
                  <a:lnTo>
                    <a:pt x="1930" y="738"/>
                  </a:lnTo>
                  <a:lnTo>
                    <a:pt x="1930"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2" name="Google Shape;21652;p138"/>
            <p:cNvSpPr/>
            <p:nvPr/>
          </p:nvSpPr>
          <p:spPr>
            <a:xfrm>
              <a:off x="2729911" y="3354411"/>
              <a:ext cx="21710" cy="24018"/>
            </a:xfrm>
            <a:custGeom>
              <a:avLst/>
              <a:gdLst/>
              <a:ahLst/>
              <a:cxnLst/>
              <a:rect l="l" t="t" r="r" b="b"/>
              <a:pathLst>
                <a:path w="668" h="739" extrusionOk="0">
                  <a:moveTo>
                    <a:pt x="1" y="0"/>
                  </a:moveTo>
                  <a:lnTo>
                    <a:pt x="1" y="738"/>
                  </a:lnTo>
                  <a:lnTo>
                    <a:pt x="668" y="738"/>
                  </a:lnTo>
                  <a:lnTo>
                    <a:pt x="668"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53" name="Google Shape;21653;p138"/>
          <p:cNvGrpSpPr/>
          <p:nvPr/>
        </p:nvGrpSpPr>
        <p:grpSpPr>
          <a:xfrm>
            <a:off x="3300351" y="2880813"/>
            <a:ext cx="298772" cy="356818"/>
            <a:chOff x="3300351" y="3033213"/>
            <a:chExt cx="298772" cy="356818"/>
          </a:xfrm>
        </p:grpSpPr>
        <p:sp>
          <p:nvSpPr>
            <p:cNvPr id="21654" name="Google Shape;21654;p138"/>
            <p:cNvSpPr/>
            <p:nvPr/>
          </p:nvSpPr>
          <p:spPr>
            <a:xfrm>
              <a:off x="3391676" y="3145436"/>
              <a:ext cx="115343" cy="51090"/>
            </a:xfrm>
            <a:custGeom>
              <a:avLst/>
              <a:gdLst/>
              <a:ahLst/>
              <a:cxnLst/>
              <a:rect l="l" t="t" r="r" b="b"/>
              <a:pathLst>
                <a:path w="3549" h="1572" extrusionOk="0">
                  <a:moveTo>
                    <a:pt x="3072" y="715"/>
                  </a:moveTo>
                  <a:lnTo>
                    <a:pt x="3191" y="1262"/>
                  </a:lnTo>
                  <a:lnTo>
                    <a:pt x="405" y="1262"/>
                  </a:lnTo>
                  <a:lnTo>
                    <a:pt x="524" y="715"/>
                  </a:lnTo>
                  <a:close/>
                  <a:moveTo>
                    <a:pt x="810" y="0"/>
                  </a:moveTo>
                  <a:cubicBezTo>
                    <a:pt x="548" y="0"/>
                    <a:pt x="310" y="191"/>
                    <a:pt x="238" y="453"/>
                  </a:cubicBezTo>
                  <a:lnTo>
                    <a:pt x="48" y="1381"/>
                  </a:lnTo>
                  <a:cubicBezTo>
                    <a:pt x="0" y="1429"/>
                    <a:pt x="48" y="1524"/>
                    <a:pt x="119" y="1548"/>
                  </a:cubicBezTo>
                  <a:cubicBezTo>
                    <a:pt x="167" y="1548"/>
                    <a:pt x="191" y="1572"/>
                    <a:pt x="215" y="1572"/>
                  </a:cubicBezTo>
                  <a:lnTo>
                    <a:pt x="3406" y="1572"/>
                  </a:lnTo>
                  <a:cubicBezTo>
                    <a:pt x="3430" y="1572"/>
                    <a:pt x="3453" y="1572"/>
                    <a:pt x="3501" y="1548"/>
                  </a:cubicBezTo>
                  <a:cubicBezTo>
                    <a:pt x="3525" y="1500"/>
                    <a:pt x="3549" y="1429"/>
                    <a:pt x="3549" y="1381"/>
                  </a:cubicBezTo>
                  <a:lnTo>
                    <a:pt x="3334" y="453"/>
                  </a:lnTo>
                  <a:cubicBezTo>
                    <a:pt x="3287" y="191"/>
                    <a:pt x="3049" y="0"/>
                    <a:pt x="278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5" name="Google Shape;21655;p138"/>
            <p:cNvSpPr/>
            <p:nvPr/>
          </p:nvSpPr>
          <p:spPr>
            <a:xfrm>
              <a:off x="3308866" y="3248363"/>
              <a:ext cx="282522" cy="141668"/>
            </a:xfrm>
            <a:custGeom>
              <a:avLst/>
              <a:gdLst/>
              <a:ahLst/>
              <a:cxnLst/>
              <a:rect l="l" t="t" r="r" b="b"/>
              <a:pathLst>
                <a:path w="8693" h="4359" extrusionOk="0">
                  <a:moveTo>
                    <a:pt x="0" y="0"/>
                  </a:moveTo>
                  <a:lnTo>
                    <a:pt x="0" y="3763"/>
                  </a:lnTo>
                  <a:cubicBezTo>
                    <a:pt x="0" y="4097"/>
                    <a:pt x="262" y="4359"/>
                    <a:pt x="596" y="4359"/>
                  </a:cubicBezTo>
                  <a:lnTo>
                    <a:pt x="8097" y="4359"/>
                  </a:lnTo>
                  <a:cubicBezTo>
                    <a:pt x="8431" y="4359"/>
                    <a:pt x="8692" y="4097"/>
                    <a:pt x="8692" y="3763"/>
                  </a:cubicBezTo>
                  <a:lnTo>
                    <a:pt x="8692" y="0"/>
                  </a:ln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6" name="Google Shape;21656;p138"/>
            <p:cNvSpPr/>
            <p:nvPr/>
          </p:nvSpPr>
          <p:spPr>
            <a:xfrm>
              <a:off x="3551868" y="3248363"/>
              <a:ext cx="39520" cy="141668"/>
            </a:xfrm>
            <a:custGeom>
              <a:avLst/>
              <a:gdLst/>
              <a:ahLst/>
              <a:cxnLst/>
              <a:rect l="l" t="t" r="r" b="b"/>
              <a:pathLst>
                <a:path w="1216" h="4359" extrusionOk="0">
                  <a:moveTo>
                    <a:pt x="549" y="0"/>
                  </a:moveTo>
                  <a:lnTo>
                    <a:pt x="549" y="3763"/>
                  </a:lnTo>
                  <a:cubicBezTo>
                    <a:pt x="549" y="4097"/>
                    <a:pt x="287" y="4359"/>
                    <a:pt x="1" y="4359"/>
                  </a:cubicBezTo>
                  <a:lnTo>
                    <a:pt x="620" y="4359"/>
                  </a:lnTo>
                  <a:cubicBezTo>
                    <a:pt x="954" y="4359"/>
                    <a:pt x="1215" y="4097"/>
                    <a:pt x="1215" y="3763"/>
                  </a:cubicBezTo>
                  <a:lnTo>
                    <a:pt x="1215"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7" name="Google Shape;21657;p138"/>
            <p:cNvSpPr/>
            <p:nvPr/>
          </p:nvSpPr>
          <p:spPr>
            <a:xfrm>
              <a:off x="3300351" y="3184891"/>
              <a:ext cx="294905" cy="123858"/>
            </a:xfrm>
            <a:custGeom>
              <a:avLst/>
              <a:gdLst/>
              <a:ahLst/>
              <a:cxnLst/>
              <a:rect l="l" t="t" r="r" b="b"/>
              <a:pathLst>
                <a:path w="9074" h="3811" extrusionOk="0">
                  <a:moveTo>
                    <a:pt x="524" y="1"/>
                  </a:moveTo>
                  <a:cubicBezTo>
                    <a:pt x="238" y="1"/>
                    <a:pt x="0" y="239"/>
                    <a:pt x="0" y="548"/>
                  </a:cubicBezTo>
                  <a:lnTo>
                    <a:pt x="0" y="1977"/>
                  </a:lnTo>
                  <a:cubicBezTo>
                    <a:pt x="0" y="2977"/>
                    <a:pt x="834" y="3811"/>
                    <a:pt x="1834" y="3811"/>
                  </a:cubicBezTo>
                  <a:lnTo>
                    <a:pt x="6930" y="3811"/>
                  </a:lnTo>
                  <a:cubicBezTo>
                    <a:pt x="7930" y="3811"/>
                    <a:pt x="9074" y="2977"/>
                    <a:pt x="9050" y="1977"/>
                  </a:cubicBezTo>
                  <a:lnTo>
                    <a:pt x="9050" y="548"/>
                  </a:lnTo>
                  <a:cubicBezTo>
                    <a:pt x="9050" y="239"/>
                    <a:pt x="8812" y="1"/>
                    <a:pt x="8502"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8" name="Google Shape;21658;p138"/>
            <p:cNvSpPr/>
            <p:nvPr/>
          </p:nvSpPr>
          <p:spPr>
            <a:xfrm>
              <a:off x="3409486" y="3225906"/>
              <a:ext cx="80503" cy="28665"/>
            </a:xfrm>
            <a:custGeom>
              <a:avLst/>
              <a:gdLst/>
              <a:ahLst/>
              <a:cxnLst/>
              <a:rect l="l" t="t" r="r" b="b"/>
              <a:pathLst>
                <a:path w="2477" h="882" extrusionOk="0">
                  <a:moveTo>
                    <a:pt x="214" y="1"/>
                  </a:moveTo>
                  <a:cubicBezTo>
                    <a:pt x="95" y="1"/>
                    <a:pt x="0" y="96"/>
                    <a:pt x="0" y="215"/>
                  </a:cubicBezTo>
                  <a:lnTo>
                    <a:pt x="0" y="691"/>
                  </a:lnTo>
                  <a:cubicBezTo>
                    <a:pt x="0" y="811"/>
                    <a:pt x="95" y="882"/>
                    <a:pt x="214" y="882"/>
                  </a:cubicBezTo>
                  <a:lnTo>
                    <a:pt x="2286" y="882"/>
                  </a:lnTo>
                  <a:cubicBezTo>
                    <a:pt x="2382" y="882"/>
                    <a:pt x="2477" y="811"/>
                    <a:pt x="2477" y="691"/>
                  </a:cubicBezTo>
                  <a:lnTo>
                    <a:pt x="2477" y="215"/>
                  </a:lnTo>
                  <a:cubicBezTo>
                    <a:pt x="2477" y="96"/>
                    <a:pt x="2382" y="1"/>
                    <a:pt x="2262"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9" name="Google Shape;21659;p138"/>
            <p:cNvSpPr/>
            <p:nvPr/>
          </p:nvSpPr>
          <p:spPr>
            <a:xfrm>
              <a:off x="3518588" y="3184111"/>
              <a:ext cx="80535" cy="123890"/>
            </a:xfrm>
            <a:custGeom>
              <a:avLst/>
              <a:gdLst/>
              <a:ahLst/>
              <a:cxnLst/>
              <a:rect l="l" t="t" r="r" b="b"/>
              <a:pathLst>
                <a:path w="2478" h="3812" extrusionOk="0">
                  <a:moveTo>
                    <a:pt x="1287" y="1"/>
                  </a:moveTo>
                  <a:cubicBezTo>
                    <a:pt x="1573" y="1"/>
                    <a:pt x="1811" y="239"/>
                    <a:pt x="1811" y="549"/>
                  </a:cubicBezTo>
                  <a:lnTo>
                    <a:pt x="1811" y="1977"/>
                  </a:lnTo>
                  <a:cubicBezTo>
                    <a:pt x="1811" y="2978"/>
                    <a:pt x="1025" y="3811"/>
                    <a:pt x="1" y="3811"/>
                  </a:cubicBezTo>
                  <a:lnTo>
                    <a:pt x="620" y="3811"/>
                  </a:lnTo>
                  <a:cubicBezTo>
                    <a:pt x="1644" y="3811"/>
                    <a:pt x="2478" y="2978"/>
                    <a:pt x="2478" y="1977"/>
                  </a:cubicBezTo>
                  <a:lnTo>
                    <a:pt x="2478" y="549"/>
                  </a:lnTo>
                  <a:cubicBezTo>
                    <a:pt x="2478" y="239"/>
                    <a:pt x="2239" y="1"/>
                    <a:pt x="1930"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0" name="Google Shape;21660;p138"/>
            <p:cNvSpPr/>
            <p:nvPr/>
          </p:nvSpPr>
          <p:spPr>
            <a:xfrm>
              <a:off x="3461323" y="3225906"/>
              <a:ext cx="28665" cy="28665"/>
            </a:xfrm>
            <a:custGeom>
              <a:avLst/>
              <a:gdLst/>
              <a:ahLst/>
              <a:cxnLst/>
              <a:rect l="l" t="t" r="r" b="b"/>
              <a:pathLst>
                <a:path w="882" h="882" extrusionOk="0">
                  <a:moveTo>
                    <a:pt x="1" y="1"/>
                  </a:moveTo>
                  <a:cubicBezTo>
                    <a:pt x="120" y="1"/>
                    <a:pt x="215" y="96"/>
                    <a:pt x="215" y="215"/>
                  </a:cubicBezTo>
                  <a:lnTo>
                    <a:pt x="215" y="691"/>
                  </a:lnTo>
                  <a:cubicBezTo>
                    <a:pt x="215" y="811"/>
                    <a:pt x="120" y="882"/>
                    <a:pt x="1" y="882"/>
                  </a:cubicBezTo>
                  <a:lnTo>
                    <a:pt x="667" y="882"/>
                  </a:lnTo>
                  <a:cubicBezTo>
                    <a:pt x="787" y="882"/>
                    <a:pt x="882" y="811"/>
                    <a:pt x="882" y="691"/>
                  </a:cubicBezTo>
                  <a:lnTo>
                    <a:pt x="882" y="215"/>
                  </a:lnTo>
                  <a:cubicBezTo>
                    <a:pt x="882" y="96"/>
                    <a:pt x="787" y="1"/>
                    <a:pt x="66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1" name="Google Shape;21661;p138"/>
            <p:cNvSpPr/>
            <p:nvPr/>
          </p:nvSpPr>
          <p:spPr>
            <a:xfrm>
              <a:off x="3370778" y="3273908"/>
              <a:ext cx="31753" cy="116122"/>
            </a:xfrm>
            <a:custGeom>
              <a:avLst/>
              <a:gdLst/>
              <a:ahLst/>
              <a:cxnLst/>
              <a:rect l="l" t="t" r="r" b="b"/>
              <a:pathLst>
                <a:path w="977" h="3573" extrusionOk="0">
                  <a:moveTo>
                    <a:pt x="477" y="0"/>
                  </a:moveTo>
                  <a:cubicBezTo>
                    <a:pt x="215" y="0"/>
                    <a:pt x="0" y="215"/>
                    <a:pt x="0" y="477"/>
                  </a:cubicBezTo>
                  <a:lnTo>
                    <a:pt x="0" y="3573"/>
                  </a:lnTo>
                  <a:lnTo>
                    <a:pt x="977" y="3573"/>
                  </a:lnTo>
                  <a:lnTo>
                    <a:pt x="953" y="477"/>
                  </a:lnTo>
                  <a:cubicBezTo>
                    <a:pt x="953" y="215"/>
                    <a:pt x="739" y="0"/>
                    <a:pt x="47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2" name="Google Shape;21662;p138"/>
            <p:cNvSpPr/>
            <p:nvPr/>
          </p:nvSpPr>
          <p:spPr>
            <a:xfrm>
              <a:off x="3362263" y="3327306"/>
              <a:ext cx="50343" cy="21710"/>
            </a:xfrm>
            <a:custGeom>
              <a:avLst/>
              <a:gdLst/>
              <a:ahLst/>
              <a:cxnLst/>
              <a:rect l="l" t="t" r="r" b="b"/>
              <a:pathLst>
                <a:path w="1549" h="668" extrusionOk="0">
                  <a:moveTo>
                    <a:pt x="167" y="1"/>
                  </a:moveTo>
                  <a:cubicBezTo>
                    <a:pt x="72" y="1"/>
                    <a:pt x="0" y="96"/>
                    <a:pt x="0" y="191"/>
                  </a:cubicBezTo>
                  <a:lnTo>
                    <a:pt x="0" y="477"/>
                  </a:lnTo>
                  <a:cubicBezTo>
                    <a:pt x="0" y="572"/>
                    <a:pt x="72" y="667"/>
                    <a:pt x="167" y="667"/>
                  </a:cubicBezTo>
                  <a:lnTo>
                    <a:pt x="1358" y="667"/>
                  </a:lnTo>
                  <a:cubicBezTo>
                    <a:pt x="1453" y="667"/>
                    <a:pt x="1548" y="572"/>
                    <a:pt x="1548" y="477"/>
                  </a:cubicBezTo>
                  <a:lnTo>
                    <a:pt x="1548" y="191"/>
                  </a:lnTo>
                  <a:cubicBezTo>
                    <a:pt x="1548" y="96"/>
                    <a:pt x="1453" y="1"/>
                    <a:pt x="1358"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3" name="Google Shape;21663;p138"/>
            <p:cNvSpPr/>
            <p:nvPr/>
          </p:nvSpPr>
          <p:spPr>
            <a:xfrm>
              <a:off x="3496163" y="3273908"/>
              <a:ext cx="32532" cy="116122"/>
            </a:xfrm>
            <a:custGeom>
              <a:avLst/>
              <a:gdLst/>
              <a:ahLst/>
              <a:cxnLst/>
              <a:rect l="l" t="t" r="r" b="b"/>
              <a:pathLst>
                <a:path w="1001" h="3573" extrusionOk="0">
                  <a:moveTo>
                    <a:pt x="477" y="0"/>
                  </a:moveTo>
                  <a:cubicBezTo>
                    <a:pt x="215" y="0"/>
                    <a:pt x="0" y="215"/>
                    <a:pt x="0" y="477"/>
                  </a:cubicBezTo>
                  <a:lnTo>
                    <a:pt x="0" y="3573"/>
                  </a:lnTo>
                  <a:lnTo>
                    <a:pt x="1001" y="3573"/>
                  </a:lnTo>
                  <a:lnTo>
                    <a:pt x="953" y="477"/>
                  </a:lnTo>
                  <a:cubicBezTo>
                    <a:pt x="953" y="215"/>
                    <a:pt x="762" y="0"/>
                    <a:pt x="47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4" name="Google Shape;21664;p138"/>
            <p:cNvSpPr/>
            <p:nvPr/>
          </p:nvSpPr>
          <p:spPr>
            <a:xfrm>
              <a:off x="3486868" y="3327306"/>
              <a:ext cx="50343" cy="21710"/>
            </a:xfrm>
            <a:custGeom>
              <a:avLst/>
              <a:gdLst/>
              <a:ahLst/>
              <a:cxnLst/>
              <a:rect l="l" t="t" r="r" b="b"/>
              <a:pathLst>
                <a:path w="1549" h="668" extrusionOk="0">
                  <a:moveTo>
                    <a:pt x="167" y="1"/>
                  </a:moveTo>
                  <a:cubicBezTo>
                    <a:pt x="96" y="1"/>
                    <a:pt x="1" y="96"/>
                    <a:pt x="1" y="191"/>
                  </a:cubicBezTo>
                  <a:lnTo>
                    <a:pt x="1" y="477"/>
                  </a:lnTo>
                  <a:cubicBezTo>
                    <a:pt x="1" y="572"/>
                    <a:pt x="96" y="667"/>
                    <a:pt x="167" y="667"/>
                  </a:cubicBezTo>
                  <a:lnTo>
                    <a:pt x="1358" y="667"/>
                  </a:lnTo>
                  <a:cubicBezTo>
                    <a:pt x="1477" y="667"/>
                    <a:pt x="1548" y="572"/>
                    <a:pt x="1548" y="477"/>
                  </a:cubicBezTo>
                  <a:lnTo>
                    <a:pt x="1548" y="191"/>
                  </a:lnTo>
                  <a:cubicBezTo>
                    <a:pt x="1548" y="96"/>
                    <a:pt x="1453" y="1"/>
                    <a:pt x="1358"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5" name="Google Shape;21665;p138"/>
            <p:cNvSpPr/>
            <p:nvPr/>
          </p:nvSpPr>
          <p:spPr>
            <a:xfrm>
              <a:off x="3430383" y="3084271"/>
              <a:ext cx="42575" cy="15925"/>
            </a:xfrm>
            <a:custGeom>
              <a:avLst/>
              <a:gdLst/>
              <a:ahLst/>
              <a:cxnLst/>
              <a:rect l="l" t="t" r="r" b="b"/>
              <a:pathLst>
                <a:path w="1310" h="490" extrusionOk="0">
                  <a:moveTo>
                    <a:pt x="667" y="1"/>
                  </a:moveTo>
                  <a:cubicBezTo>
                    <a:pt x="453" y="1"/>
                    <a:pt x="214" y="96"/>
                    <a:pt x="72" y="239"/>
                  </a:cubicBezTo>
                  <a:cubicBezTo>
                    <a:pt x="0" y="310"/>
                    <a:pt x="0" y="382"/>
                    <a:pt x="72" y="453"/>
                  </a:cubicBezTo>
                  <a:cubicBezTo>
                    <a:pt x="72" y="477"/>
                    <a:pt x="119" y="477"/>
                    <a:pt x="167" y="477"/>
                  </a:cubicBezTo>
                  <a:cubicBezTo>
                    <a:pt x="214" y="477"/>
                    <a:pt x="238" y="453"/>
                    <a:pt x="286" y="453"/>
                  </a:cubicBezTo>
                  <a:cubicBezTo>
                    <a:pt x="357" y="334"/>
                    <a:pt x="524" y="263"/>
                    <a:pt x="667" y="263"/>
                  </a:cubicBezTo>
                  <a:cubicBezTo>
                    <a:pt x="810" y="263"/>
                    <a:pt x="929" y="334"/>
                    <a:pt x="1048" y="453"/>
                  </a:cubicBezTo>
                  <a:cubicBezTo>
                    <a:pt x="1084" y="477"/>
                    <a:pt x="1119" y="489"/>
                    <a:pt x="1155" y="489"/>
                  </a:cubicBezTo>
                  <a:cubicBezTo>
                    <a:pt x="1191" y="489"/>
                    <a:pt x="1227" y="477"/>
                    <a:pt x="1262" y="453"/>
                  </a:cubicBezTo>
                  <a:cubicBezTo>
                    <a:pt x="1310" y="382"/>
                    <a:pt x="1310" y="310"/>
                    <a:pt x="1262" y="239"/>
                  </a:cubicBezTo>
                  <a:cubicBezTo>
                    <a:pt x="1119" y="96"/>
                    <a:pt x="881"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6" name="Google Shape;21666;p138"/>
            <p:cNvSpPr/>
            <p:nvPr/>
          </p:nvSpPr>
          <p:spPr>
            <a:xfrm>
              <a:off x="3412573" y="3057978"/>
              <a:ext cx="78975" cy="24213"/>
            </a:xfrm>
            <a:custGeom>
              <a:avLst/>
              <a:gdLst/>
              <a:ahLst/>
              <a:cxnLst/>
              <a:rect l="l" t="t" r="r" b="b"/>
              <a:pathLst>
                <a:path w="2430" h="745" extrusionOk="0">
                  <a:moveTo>
                    <a:pt x="1215" y="0"/>
                  </a:moveTo>
                  <a:cubicBezTo>
                    <a:pt x="762" y="0"/>
                    <a:pt x="358" y="191"/>
                    <a:pt x="48" y="500"/>
                  </a:cubicBezTo>
                  <a:cubicBezTo>
                    <a:pt x="0" y="548"/>
                    <a:pt x="0" y="643"/>
                    <a:pt x="48" y="691"/>
                  </a:cubicBezTo>
                  <a:cubicBezTo>
                    <a:pt x="84" y="726"/>
                    <a:pt x="119" y="744"/>
                    <a:pt x="155" y="744"/>
                  </a:cubicBezTo>
                  <a:cubicBezTo>
                    <a:pt x="191" y="744"/>
                    <a:pt x="227" y="726"/>
                    <a:pt x="262" y="691"/>
                  </a:cubicBezTo>
                  <a:cubicBezTo>
                    <a:pt x="524" y="453"/>
                    <a:pt x="858" y="310"/>
                    <a:pt x="1215" y="310"/>
                  </a:cubicBezTo>
                  <a:cubicBezTo>
                    <a:pt x="1572" y="310"/>
                    <a:pt x="1929" y="453"/>
                    <a:pt x="2167" y="691"/>
                  </a:cubicBezTo>
                  <a:cubicBezTo>
                    <a:pt x="2167" y="738"/>
                    <a:pt x="2215" y="738"/>
                    <a:pt x="2263" y="738"/>
                  </a:cubicBezTo>
                  <a:cubicBezTo>
                    <a:pt x="2310" y="738"/>
                    <a:pt x="2334" y="738"/>
                    <a:pt x="2382" y="691"/>
                  </a:cubicBezTo>
                  <a:cubicBezTo>
                    <a:pt x="2429" y="643"/>
                    <a:pt x="2429" y="548"/>
                    <a:pt x="2382" y="500"/>
                  </a:cubicBezTo>
                  <a:cubicBezTo>
                    <a:pt x="2048" y="191"/>
                    <a:pt x="1667"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7" name="Google Shape;21667;p138"/>
            <p:cNvSpPr/>
            <p:nvPr/>
          </p:nvSpPr>
          <p:spPr>
            <a:xfrm>
              <a:off x="3395543" y="3033213"/>
              <a:ext cx="114563" cy="31363"/>
            </a:xfrm>
            <a:custGeom>
              <a:avLst/>
              <a:gdLst/>
              <a:ahLst/>
              <a:cxnLst/>
              <a:rect l="l" t="t" r="r" b="b"/>
              <a:pathLst>
                <a:path w="3525" h="965" extrusionOk="0">
                  <a:moveTo>
                    <a:pt x="1763" y="0"/>
                  </a:moveTo>
                  <a:cubicBezTo>
                    <a:pt x="1144" y="0"/>
                    <a:pt x="524" y="262"/>
                    <a:pt x="72" y="715"/>
                  </a:cubicBezTo>
                  <a:cubicBezTo>
                    <a:pt x="0" y="762"/>
                    <a:pt x="0" y="857"/>
                    <a:pt x="72" y="929"/>
                  </a:cubicBezTo>
                  <a:cubicBezTo>
                    <a:pt x="96" y="953"/>
                    <a:pt x="131" y="965"/>
                    <a:pt x="170" y="965"/>
                  </a:cubicBezTo>
                  <a:cubicBezTo>
                    <a:pt x="209" y="965"/>
                    <a:pt x="250" y="953"/>
                    <a:pt x="286" y="929"/>
                  </a:cubicBezTo>
                  <a:cubicBezTo>
                    <a:pt x="667" y="500"/>
                    <a:pt x="1191" y="286"/>
                    <a:pt x="1763" y="286"/>
                  </a:cubicBezTo>
                  <a:cubicBezTo>
                    <a:pt x="2334" y="286"/>
                    <a:pt x="2858" y="524"/>
                    <a:pt x="3263" y="929"/>
                  </a:cubicBezTo>
                  <a:cubicBezTo>
                    <a:pt x="3263" y="953"/>
                    <a:pt x="3311" y="953"/>
                    <a:pt x="3334" y="953"/>
                  </a:cubicBezTo>
                  <a:cubicBezTo>
                    <a:pt x="3382" y="953"/>
                    <a:pt x="3430" y="929"/>
                    <a:pt x="3454" y="929"/>
                  </a:cubicBezTo>
                  <a:cubicBezTo>
                    <a:pt x="3525" y="857"/>
                    <a:pt x="3525" y="762"/>
                    <a:pt x="3454" y="715"/>
                  </a:cubicBezTo>
                  <a:cubicBezTo>
                    <a:pt x="3025" y="238"/>
                    <a:pt x="2429" y="0"/>
                    <a:pt x="1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8" name="Google Shape;21668;p138"/>
          <p:cNvGrpSpPr/>
          <p:nvPr/>
        </p:nvGrpSpPr>
        <p:grpSpPr>
          <a:xfrm>
            <a:off x="4026336" y="2886988"/>
            <a:ext cx="358378" cy="345215"/>
            <a:chOff x="4026336" y="3039388"/>
            <a:chExt cx="358378" cy="345215"/>
          </a:xfrm>
        </p:grpSpPr>
        <p:sp>
          <p:nvSpPr>
            <p:cNvPr id="21669" name="Google Shape;21669;p138"/>
            <p:cNvSpPr/>
            <p:nvPr/>
          </p:nvSpPr>
          <p:spPr>
            <a:xfrm>
              <a:off x="4199691" y="3299453"/>
              <a:ext cx="10888" cy="61230"/>
            </a:xfrm>
            <a:custGeom>
              <a:avLst/>
              <a:gdLst/>
              <a:ahLst/>
              <a:cxnLst/>
              <a:rect l="l" t="t" r="r" b="b"/>
              <a:pathLst>
                <a:path w="335" h="1884" extrusionOk="0">
                  <a:moveTo>
                    <a:pt x="144" y="0"/>
                  </a:moveTo>
                  <a:cubicBezTo>
                    <a:pt x="72" y="0"/>
                    <a:pt x="1" y="72"/>
                    <a:pt x="1" y="167"/>
                  </a:cubicBezTo>
                  <a:lnTo>
                    <a:pt x="1" y="1762"/>
                  </a:lnTo>
                  <a:cubicBezTo>
                    <a:pt x="1" y="1816"/>
                    <a:pt x="54" y="1883"/>
                    <a:pt x="101" y="1883"/>
                  </a:cubicBezTo>
                  <a:cubicBezTo>
                    <a:pt x="117" y="1883"/>
                    <a:pt x="132" y="1876"/>
                    <a:pt x="144" y="1858"/>
                  </a:cubicBezTo>
                  <a:cubicBezTo>
                    <a:pt x="239" y="1858"/>
                    <a:pt x="334" y="1810"/>
                    <a:pt x="334" y="1715"/>
                  </a:cubicBezTo>
                  <a:lnTo>
                    <a:pt x="334" y="143"/>
                  </a:lnTo>
                  <a:cubicBezTo>
                    <a:pt x="334" y="48"/>
                    <a:pt x="239" y="0"/>
                    <a:pt x="14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0" name="Google Shape;21670;p138"/>
            <p:cNvSpPr/>
            <p:nvPr/>
          </p:nvSpPr>
          <p:spPr>
            <a:xfrm>
              <a:off x="4043366" y="3062626"/>
              <a:ext cx="325097" cy="242255"/>
            </a:xfrm>
            <a:custGeom>
              <a:avLst/>
              <a:gdLst/>
              <a:ahLst/>
              <a:cxnLst/>
              <a:rect l="l" t="t" r="r" b="b"/>
              <a:pathLst>
                <a:path w="10003" h="7454" extrusionOk="0">
                  <a:moveTo>
                    <a:pt x="5025" y="0"/>
                  </a:moveTo>
                  <a:lnTo>
                    <a:pt x="0" y="191"/>
                  </a:lnTo>
                  <a:lnTo>
                    <a:pt x="0" y="7025"/>
                  </a:lnTo>
                  <a:cubicBezTo>
                    <a:pt x="0" y="7263"/>
                    <a:pt x="167" y="7454"/>
                    <a:pt x="429" y="7454"/>
                  </a:cubicBezTo>
                  <a:lnTo>
                    <a:pt x="9550" y="7454"/>
                  </a:lnTo>
                  <a:cubicBezTo>
                    <a:pt x="9788" y="7454"/>
                    <a:pt x="10002" y="7287"/>
                    <a:pt x="10002" y="7025"/>
                  </a:cubicBezTo>
                  <a:lnTo>
                    <a:pt x="10002" y="191"/>
                  </a:lnTo>
                  <a:lnTo>
                    <a:pt x="9955" y="191"/>
                  </a:lnTo>
                  <a:lnTo>
                    <a:pt x="5025"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1" name="Google Shape;21671;p138"/>
            <p:cNvSpPr/>
            <p:nvPr/>
          </p:nvSpPr>
          <p:spPr>
            <a:xfrm>
              <a:off x="4079733" y="3102861"/>
              <a:ext cx="106828" cy="25578"/>
            </a:xfrm>
            <a:custGeom>
              <a:avLst/>
              <a:gdLst/>
              <a:ahLst/>
              <a:cxnLst/>
              <a:rect l="l" t="t" r="r" b="b"/>
              <a:pathLst>
                <a:path w="3287" h="787" extrusionOk="0">
                  <a:moveTo>
                    <a:pt x="120" y="0"/>
                  </a:moveTo>
                  <a:cubicBezTo>
                    <a:pt x="72" y="0"/>
                    <a:pt x="0" y="72"/>
                    <a:pt x="0" y="119"/>
                  </a:cubicBezTo>
                  <a:lnTo>
                    <a:pt x="0" y="667"/>
                  </a:lnTo>
                  <a:cubicBezTo>
                    <a:pt x="0" y="715"/>
                    <a:pt x="72" y="786"/>
                    <a:pt x="120" y="786"/>
                  </a:cubicBezTo>
                  <a:lnTo>
                    <a:pt x="3168" y="786"/>
                  </a:lnTo>
                  <a:cubicBezTo>
                    <a:pt x="3215" y="786"/>
                    <a:pt x="3287" y="715"/>
                    <a:pt x="3287" y="667"/>
                  </a:cubicBezTo>
                  <a:lnTo>
                    <a:pt x="3287" y="119"/>
                  </a:lnTo>
                  <a:cubicBezTo>
                    <a:pt x="3287" y="72"/>
                    <a:pt x="3215" y="0"/>
                    <a:pt x="3168"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2" name="Google Shape;21672;p138"/>
            <p:cNvSpPr/>
            <p:nvPr/>
          </p:nvSpPr>
          <p:spPr>
            <a:xfrm>
              <a:off x="4240706" y="3105168"/>
              <a:ext cx="86743" cy="78975"/>
            </a:xfrm>
            <a:custGeom>
              <a:avLst/>
              <a:gdLst/>
              <a:ahLst/>
              <a:cxnLst/>
              <a:rect l="l" t="t" r="r" b="b"/>
              <a:pathLst>
                <a:path w="2669" h="2430" extrusionOk="0">
                  <a:moveTo>
                    <a:pt x="120" y="1"/>
                  </a:moveTo>
                  <a:cubicBezTo>
                    <a:pt x="48" y="1"/>
                    <a:pt x="1" y="48"/>
                    <a:pt x="1" y="120"/>
                  </a:cubicBezTo>
                  <a:lnTo>
                    <a:pt x="1" y="2311"/>
                  </a:lnTo>
                  <a:cubicBezTo>
                    <a:pt x="1" y="2382"/>
                    <a:pt x="48" y="2430"/>
                    <a:pt x="120" y="2430"/>
                  </a:cubicBezTo>
                  <a:lnTo>
                    <a:pt x="2549" y="2430"/>
                  </a:lnTo>
                  <a:cubicBezTo>
                    <a:pt x="2620" y="2430"/>
                    <a:pt x="2668" y="2382"/>
                    <a:pt x="2668" y="2311"/>
                  </a:cubicBezTo>
                  <a:lnTo>
                    <a:pt x="2668" y="120"/>
                  </a:lnTo>
                  <a:cubicBezTo>
                    <a:pt x="2668" y="48"/>
                    <a:pt x="2620" y="1"/>
                    <a:pt x="2549"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3" name="Google Shape;21673;p138"/>
            <p:cNvSpPr/>
            <p:nvPr/>
          </p:nvSpPr>
          <p:spPr>
            <a:xfrm>
              <a:off x="4332031" y="3062626"/>
              <a:ext cx="36432" cy="242255"/>
            </a:xfrm>
            <a:custGeom>
              <a:avLst/>
              <a:gdLst/>
              <a:ahLst/>
              <a:cxnLst/>
              <a:rect l="l" t="t" r="r" b="b"/>
              <a:pathLst>
                <a:path w="1121" h="7454" extrusionOk="0">
                  <a:moveTo>
                    <a:pt x="811" y="0"/>
                  </a:moveTo>
                  <a:lnTo>
                    <a:pt x="453" y="191"/>
                  </a:lnTo>
                  <a:lnTo>
                    <a:pt x="453" y="7025"/>
                  </a:lnTo>
                  <a:cubicBezTo>
                    <a:pt x="453" y="7263"/>
                    <a:pt x="239" y="7454"/>
                    <a:pt x="1" y="7454"/>
                  </a:cubicBezTo>
                  <a:lnTo>
                    <a:pt x="668" y="7454"/>
                  </a:lnTo>
                  <a:cubicBezTo>
                    <a:pt x="906" y="7454"/>
                    <a:pt x="1120" y="7287"/>
                    <a:pt x="1120" y="7025"/>
                  </a:cubicBezTo>
                  <a:lnTo>
                    <a:pt x="1120" y="191"/>
                  </a:lnTo>
                  <a:lnTo>
                    <a:pt x="811"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4" name="Google Shape;21674;p138"/>
            <p:cNvSpPr/>
            <p:nvPr/>
          </p:nvSpPr>
          <p:spPr>
            <a:xfrm>
              <a:off x="4160983" y="3102861"/>
              <a:ext cx="25578" cy="25578"/>
            </a:xfrm>
            <a:custGeom>
              <a:avLst/>
              <a:gdLst/>
              <a:ahLst/>
              <a:cxnLst/>
              <a:rect l="l" t="t" r="r" b="b"/>
              <a:pathLst>
                <a:path w="787" h="787" extrusionOk="0">
                  <a:moveTo>
                    <a:pt x="1" y="0"/>
                  </a:moveTo>
                  <a:cubicBezTo>
                    <a:pt x="72" y="0"/>
                    <a:pt x="120" y="72"/>
                    <a:pt x="120" y="119"/>
                  </a:cubicBezTo>
                  <a:lnTo>
                    <a:pt x="120" y="667"/>
                  </a:lnTo>
                  <a:cubicBezTo>
                    <a:pt x="120" y="715"/>
                    <a:pt x="72" y="786"/>
                    <a:pt x="1" y="786"/>
                  </a:cubicBezTo>
                  <a:lnTo>
                    <a:pt x="668" y="786"/>
                  </a:lnTo>
                  <a:cubicBezTo>
                    <a:pt x="715" y="786"/>
                    <a:pt x="787" y="715"/>
                    <a:pt x="787" y="667"/>
                  </a:cubicBezTo>
                  <a:lnTo>
                    <a:pt x="787" y="119"/>
                  </a:lnTo>
                  <a:cubicBezTo>
                    <a:pt x="787" y="72"/>
                    <a:pt x="715" y="0"/>
                    <a:pt x="668" y="0"/>
                  </a:cubicBezTo>
                  <a:close/>
                </a:path>
              </a:pathLst>
            </a:custGeom>
            <a:solidFill>
              <a:srgbClr val="CFD7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5" name="Google Shape;21675;p138"/>
            <p:cNvSpPr/>
            <p:nvPr/>
          </p:nvSpPr>
          <p:spPr>
            <a:xfrm>
              <a:off x="4302618" y="3105168"/>
              <a:ext cx="24830" cy="78975"/>
            </a:xfrm>
            <a:custGeom>
              <a:avLst/>
              <a:gdLst/>
              <a:ahLst/>
              <a:cxnLst/>
              <a:rect l="l" t="t" r="r" b="b"/>
              <a:pathLst>
                <a:path w="764" h="2430" extrusionOk="0">
                  <a:moveTo>
                    <a:pt x="1" y="1"/>
                  </a:moveTo>
                  <a:cubicBezTo>
                    <a:pt x="49" y="1"/>
                    <a:pt x="120" y="48"/>
                    <a:pt x="120" y="120"/>
                  </a:cubicBezTo>
                  <a:lnTo>
                    <a:pt x="120" y="2311"/>
                  </a:lnTo>
                  <a:cubicBezTo>
                    <a:pt x="120" y="2382"/>
                    <a:pt x="49" y="2430"/>
                    <a:pt x="1" y="2430"/>
                  </a:cubicBezTo>
                  <a:lnTo>
                    <a:pt x="644" y="2430"/>
                  </a:lnTo>
                  <a:cubicBezTo>
                    <a:pt x="715" y="2430"/>
                    <a:pt x="763" y="2382"/>
                    <a:pt x="763" y="2311"/>
                  </a:cubicBezTo>
                  <a:lnTo>
                    <a:pt x="763" y="120"/>
                  </a:lnTo>
                  <a:cubicBezTo>
                    <a:pt x="763" y="48"/>
                    <a:pt x="715" y="1"/>
                    <a:pt x="644"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6" name="Google Shape;21676;p138"/>
            <p:cNvSpPr/>
            <p:nvPr/>
          </p:nvSpPr>
          <p:spPr>
            <a:xfrm>
              <a:off x="4190396" y="3353631"/>
              <a:ext cx="31005" cy="30972"/>
            </a:xfrm>
            <a:custGeom>
              <a:avLst/>
              <a:gdLst/>
              <a:ahLst/>
              <a:cxnLst/>
              <a:rect l="l" t="t" r="r" b="b"/>
              <a:pathLst>
                <a:path w="954" h="953" extrusionOk="0">
                  <a:moveTo>
                    <a:pt x="477" y="0"/>
                  </a:moveTo>
                  <a:cubicBezTo>
                    <a:pt x="191" y="0"/>
                    <a:pt x="1" y="215"/>
                    <a:pt x="1" y="477"/>
                  </a:cubicBezTo>
                  <a:cubicBezTo>
                    <a:pt x="1" y="738"/>
                    <a:pt x="191" y="953"/>
                    <a:pt x="477" y="953"/>
                  </a:cubicBezTo>
                  <a:cubicBezTo>
                    <a:pt x="739" y="953"/>
                    <a:pt x="953" y="738"/>
                    <a:pt x="953" y="477"/>
                  </a:cubicBezTo>
                  <a:cubicBezTo>
                    <a:pt x="953" y="215"/>
                    <a:pt x="739" y="0"/>
                    <a:pt x="477"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7" name="Google Shape;21677;p138"/>
            <p:cNvSpPr/>
            <p:nvPr/>
          </p:nvSpPr>
          <p:spPr>
            <a:xfrm>
              <a:off x="4270118" y="3253791"/>
              <a:ext cx="33313" cy="14138"/>
            </a:xfrm>
            <a:custGeom>
              <a:avLst/>
              <a:gdLst/>
              <a:ahLst/>
              <a:cxnLst/>
              <a:rect l="l" t="t" r="r" b="b"/>
              <a:pathLst>
                <a:path w="1025" h="435" extrusionOk="0">
                  <a:moveTo>
                    <a:pt x="525" y="0"/>
                  </a:moveTo>
                  <a:cubicBezTo>
                    <a:pt x="358" y="0"/>
                    <a:pt x="191" y="72"/>
                    <a:pt x="72" y="191"/>
                  </a:cubicBezTo>
                  <a:cubicBezTo>
                    <a:pt x="1" y="238"/>
                    <a:pt x="1" y="334"/>
                    <a:pt x="72" y="381"/>
                  </a:cubicBezTo>
                  <a:cubicBezTo>
                    <a:pt x="96" y="417"/>
                    <a:pt x="132" y="435"/>
                    <a:pt x="170" y="435"/>
                  </a:cubicBezTo>
                  <a:cubicBezTo>
                    <a:pt x="209" y="435"/>
                    <a:pt x="251" y="417"/>
                    <a:pt x="287" y="381"/>
                  </a:cubicBezTo>
                  <a:cubicBezTo>
                    <a:pt x="358" y="310"/>
                    <a:pt x="429" y="262"/>
                    <a:pt x="549" y="262"/>
                  </a:cubicBezTo>
                  <a:cubicBezTo>
                    <a:pt x="668" y="262"/>
                    <a:pt x="763" y="334"/>
                    <a:pt x="810" y="381"/>
                  </a:cubicBezTo>
                  <a:cubicBezTo>
                    <a:pt x="834" y="429"/>
                    <a:pt x="882" y="429"/>
                    <a:pt x="906" y="429"/>
                  </a:cubicBezTo>
                  <a:cubicBezTo>
                    <a:pt x="930" y="429"/>
                    <a:pt x="953" y="429"/>
                    <a:pt x="953" y="381"/>
                  </a:cubicBezTo>
                  <a:cubicBezTo>
                    <a:pt x="1025" y="334"/>
                    <a:pt x="1025" y="238"/>
                    <a:pt x="953" y="191"/>
                  </a:cubicBezTo>
                  <a:cubicBezTo>
                    <a:pt x="834" y="48"/>
                    <a:pt x="668" y="0"/>
                    <a:pt x="52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8" name="Google Shape;21678;p138"/>
            <p:cNvSpPr/>
            <p:nvPr/>
          </p:nvSpPr>
          <p:spPr>
            <a:xfrm>
              <a:off x="4257736" y="3235201"/>
              <a:ext cx="58078" cy="19760"/>
            </a:xfrm>
            <a:custGeom>
              <a:avLst/>
              <a:gdLst/>
              <a:ahLst/>
              <a:cxnLst/>
              <a:rect l="l" t="t" r="r" b="b"/>
              <a:pathLst>
                <a:path w="1787" h="608" extrusionOk="0">
                  <a:moveTo>
                    <a:pt x="906" y="1"/>
                  </a:moveTo>
                  <a:cubicBezTo>
                    <a:pt x="596" y="1"/>
                    <a:pt x="310" y="120"/>
                    <a:pt x="72" y="358"/>
                  </a:cubicBezTo>
                  <a:cubicBezTo>
                    <a:pt x="1" y="429"/>
                    <a:pt x="1" y="525"/>
                    <a:pt x="72" y="572"/>
                  </a:cubicBezTo>
                  <a:cubicBezTo>
                    <a:pt x="96" y="596"/>
                    <a:pt x="132" y="608"/>
                    <a:pt x="167" y="608"/>
                  </a:cubicBezTo>
                  <a:cubicBezTo>
                    <a:pt x="203" y="608"/>
                    <a:pt x="239" y="596"/>
                    <a:pt x="263" y="572"/>
                  </a:cubicBezTo>
                  <a:cubicBezTo>
                    <a:pt x="453" y="405"/>
                    <a:pt x="668" y="310"/>
                    <a:pt x="930" y="310"/>
                  </a:cubicBezTo>
                  <a:cubicBezTo>
                    <a:pt x="1191" y="310"/>
                    <a:pt x="1406" y="382"/>
                    <a:pt x="1573" y="572"/>
                  </a:cubicBezTo>
                  <a:cubicBezTo>
                    <a:pt x="1620" y="596"/>
                    <a:pt x="1644" y="596"/>
                    <a:pt x="1668" y="596"/>
                  </a:cubicBezTo>
                  <a:cubicBezTo>
                    <a:pt x="1692" y="596"/>
                    <a:pt x="1739" y="596"/>
                    <a:pt x="1739" y="572"/>
                  </a:cubicBezTo>
                  <a:cubicBezTo>
                    <a:pt x="1787" y="525"/>
                    <a:pt x="1787" y="429"/>
                    <a:pt x="1739" y="358"/>
                  </a:cubicBezTo>
                  <a:cubicBezTo>
                    <a:pt x="1525" y="120"/>
                    <a:pt x="1191" y="1"/>
                    <a:pt x="90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9" name="Google Shape;21679;p138"/>
            <p:cNvSpPr/>
            <p:nvPr/>
          </p:nvSpPr>
          <p:spPr>
            <a:xfrm>
              <a:off x="4245353" y="3218171"/>
              <a:ext cx="85182" cy="24408"/>
            </a:xfrm>
            <a:custGeom>
              <a:avLst/>
              <a:gdLst/>
              <a:ahLst/>
              <a:cxnLst/>
              <a:rect l="l" t="t" r="r" b="b"/>
              <a:pathLst>
                <a:path w="2621" h="751" extrusionOk="0">
                  <a:moveTo>
                    <a:pt x="1311" y="1"/>
                  </a:moveTo>
                  <a:cubicBezTo>
                    <a:pt x="834" y="1"/>
                    <a:pt x="382" y="167"/>
                    <a:pt x="48" y="501"/>
                  </a:cubicBezTo>
                  <a:cubicBezTo>
                    <a:pt x="1" y="572"/>
                    <a:pt x="1" y="644"/>
                    <a:pt x="48" y="715"/>
                  </a:cubicBezTo>
                  <a:cubicBezTo>
                    <a:pt x="84" y="739"/>
                    <a:pt x="126" y="751"/>
                    <a:pt x="164" y="751"/>
                  </a:cubicBezTo>
                  <a:cubicBezTo>
                    <a:pt x="203" y="751"/>
                    <a:pt x="239" y="739"/>
                    <a:pt x="263" y="715"/>
                  </a:cubicBezTo>
                  <a:cubicBezTo>
                    <a:pt x="525" y="453"/>
                    <a:pt x="906" y="286"/>
                    <a:pt x="1311" y="286"/>
                  </a:cubicBezTo>
                  <a:cubicBezTo>
                    <a:pt x="1692" y="286"/>
                    <a:pt x="2073" y="453"/>
                    <a:pt x="2358" y="715"/>
                  </a:cubicBezTo>
                  <a:cubicBezTo>
                    <a:pt x="2382" y="739"/>
                    <a:pt x="2406" y="739"/>
                    <a:pt x="2430" y="739"/>
                  </a:cubicBezTo>
                  <a:cubicBezTo>
                    <a:pt x="2477" y="739"/>
                    <a:pt x="2501" y="739"/>
                    <a:pt x="2549" y="715"/>
                  </a:cubicBezTo>
                  <a:cubicBezTo>
                    <a:pt x="2620" y="644"/>
                    <a:pt x="2620" y="572"/>
                    <a:pt x="2549" y="501"/>
                  </a:cubicBezTo>
                  <a:cubicBezTo>
                    <a:pt x="2239" y="167"/>
                    <a:pt x="1787" y="1"/>
                    <a:pt x="131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0" name="Google Shape;21680;p138"/>
            <p:cNvSpPr/>
            <p:nvPr/>
          </p:nvSpPr>
          <p:spPr>
            <a:xfrm>
              <a:off x="4080513" y="3157038"/>
              <a:ext cx="104520" cy="10855"/>
            </a:xfrm>
            <a:custGeom>
              <a:avLst/>
              <a:gdLst/>
              <a:ahLst/>
              <a:cxnLst/>
              <a:rect l="l" t="t" r="r" b="b"/>
              <a:pathLst>
                <a:path w="3216" h="334" extrusionOk="0">
                  <a:moveTo>
                    <a:pt x="191" y="0"/>
                  </a:moveTo>
                  <a:cubicBezTo>
                    <a:pt x="96" y="0"/>
                    <a:pt x="0" y="96"/>
                    <a:pt x="24" y="215"/>
                  </a:cubicBezTo>
                  <a:cubicBezTo>
                    <a:pt x="24" y="262"/>
                    <a:pt x="96" y="334"/>
                    <a:pt x="191" y="334"/>
                  </a:cubicBezTo>
                  <a:lnTo>
                    <a:pt x="3048" y="334"/>
                  </a:lnTo>
                  <a:cubicBezTo>
                    <a:pt x="3144" y="334"/>
                    <a:pt x="3215" y="239"/>
                    <a:pt x="3191" y="119"/>
                  </a:cubicBezTo>
                  <a:cubicBezTo>
                    <a:pt x="3191" y="72"/>
                    <a:pt x="3144" y="0"/>
                    <a:pt x="304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1" name="Google Shape;21681;p138"/>
            <p:cNvSpPr/>
            <p:nvPr/>
          </p:nvSpPr>
          <p:spPr>
            <a:xfrm>
              <a:off x="4080513" y="3184891"/>
              <a:ext cx="104520" cy="10888"/>
            </a:xfrm>
            <a:custGeom>
              <a:avLst/>
              <a:gdLst/>
              <a:ahLst/>
              <a:cxnLst/>
              <a:rect l="l" t="t" r="r" b="b"/>
              <a:pathLst>
                <a:path w="3216" h="335" extrusionOk="0">
                  <a:moveTo>
                    <a:pt x="191" y="1"/>
                  </a:moveTo>
                  <a:cubicBezTo>
                    <a:pt x="96" y="1"/>
                    <a:pt x="0" y="96"/>
                    <a:pt x="24" y="215"/>
                  </a:cubicBezTo>
                  <a:cubicBezTo>
                    <a:pt x="24" y="286"/>
                    <a:pt x="96" y="334"/>
                    <a:pt x="191" y="334"/>
                  </a:cubicBezTo>
                  <a:lnTo>
                    <a:pt x="3048" y="334"/>
                  </a:lnTo>
                  <a:cubicBezTo>
                    <a:pt x="3144" y="334"/>
                    <a:pt x="3215" y="239"/>
                    <a:pt x="3191" y="120"/>
                  </a:cubicBezTo>
                  <a:cubicBezTo>
                    <a:pt x="3191" y="72"/>
                    <a:pt x="3144" y="1"/>
                    <a:pt x="304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2" name="Google Shape;21682;p138"/>
            <p:cNvSpPr/>
            <p:nvPr/>
          </p:nvSpPr>
          <p:spPr>
            <a:xfrm>
              <a:off x="4080513" y="3211996"/>
              <a:ext cx="104520" cy="10855"/>
            </a:xfrm>
            <a:custGeom>
              <a:avLst/>
              <a:gdLst/>
              <a:ahLst/>
              <a:cxnLst/>
              <a:rect l="l" t="t" r="r" b="b"/>
              <a:pathLst>
                <a:path w="3216" h="334" extrusionOk="0">
                  <a:moveTo>
                    <a:pt x="191" y="0"/>
                  </a:moveTo>
                  <a:cubicBezTo>
                    <a:pt x="96" y="0"/>
                    <a:pt x="0" y="95"/>
                    <a:pt x="24" y="215"/>
                  </a:cubicBezTo>
                  <a:cubicBezTo>
                    <a:pt x="24" y="286"/>
                    <a:pt x="96" y="334"/>
                    <a:pt x="191" y="334"/>
                  </a:cubicBezTo>
                  <a:lnTo>
                    <a:pt x="3048" y="334"/>
                  </a:lnTo>
                  <a:cubicBezTo>
                    <a:pt x="3144" y="334"/>
                    <a:pt x="3215" y="238"/>
                    <a:pt x="3191" y="119"/>
                  </a:cubicBezTo>
                  <a:cubicBezTo>
                    <a:pt x="3191" y="72"/>
                    <a:pt x="3144" y="0"/>
                    <a:pt x="304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3" name="Google Shape;21683;p138"/>
            <p:cNvSpPr/>
            <p:nvPr/>
          </p:nvSpPr>
          <p:spPr>
            <a:xfrm>
              <a:off x="4080513" y="3240628"/>
              <a:ext cx="104520" cy="10075"/>
            </a:xfrm>
            <a:custGeom>
              <a:avLst/>
              <a:gdLst/>
              <a:ahLst/>
              <a:cxnLst/>
              <a:rect l="l" t="t" r="r" b="b"/>
              <a:pathLst>
                <a:path w="3216" h="310" extrusionOk="0">
                  <a:moveTo>
                    <a:pt x="191" y="0"/>
                  </a:moveTo>
                  <a:cubicBezTo>
                    <a:pt x="96" y="0"/>
                    <a:pt x="0" y="72"/>
                    <a:pt x="24" y="191"/>
                  </a:cubicBezTo>
                  <a:cubicBezTo>
                    <a:pt x="24" y="262"/>
                    <a:pt x="96" y="310"/>
                    <a:pt x="191" y="310"/>
                  </a:cubicBezTo>
                  <a:lnTo>
                    <a:pt x="3048" y="310"/>
                  </a:lnTo>
                  <a:cubicBezTo>
                    <a:pt x="3144" y="310"/>
                    <a:pt x="3215" y="238"/>
                    <a:pt x="3191" y="119"/>
                  </a:cubicBezTo>
                  <a:cubicBezTo>
                    <a:pt x="3191" y="48"/>
                    <a:pt x="3144" y="0"/>
                    <a:pt x="304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4" name="Google Shape;21684;p138"/>
            <p:cNvSpPr/>
            <p:nvPr/>
          </p:nvSpPr>
          <p:spPr>
            <a:xfrm>
              <a:off x="4080513" y="3268481"/>
              <a:ext cx="104520" cy="10887"/>
            </a:xfrm>
            <a:custGeom>
              <a:avLst/>
              <a:gdLst/>
              <a:ahLst/>
              <a:cxnLst/>
              <a:rect l="l" t="t" r="r" b="b"/>
              <a:pathLst>
                <a:path w="3216" h="335" extrusionOk="0">
                  <a:moveTo>
                    <a:pt x="191" y="1"/>
                  </a:moveTo>
                  <a:cubicBezTo>
                    <a:pt x="96" y="1"/>
                    <a:pt x="0" y="96"/>
                    <a:pt x="24" y="215"/>
                  </a:cubicBezTo>
                  <a:cubicBezTo>
                    <a:pt x="24" y="263"/>
                    <a:pt x="96" y="334"/>
                    <a:pt x="191" y="334"/>
                  </a:cubicBezTo>
                  <a:lnTo>
                    <a:pt x="3048" y="334"/>
                  </a:lnTo>
                  <a:cubicBezTo>
                    <a:pt x="3144" y="334"/>
                    <a:pt x="3215" y="239"/>
                    <a:pt x="3191" y="120"/>
                  </a:cubicBezTo>
                  <a:cubicBezTo>
                    <a:pt x="3191" y="48"/>
                    <a:pt x="3144" y="1"/>
                    <a:pt x="304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5" name="Google Shape;21685;p138"/>
            <p:cNvSpPr/>
            <p:nvPr/>
          </p:nvSpPr>
          <p:spPr>
            <a:xfrm>
              <a:off x="4026336" y="3039388"/>
              <a:ext cx="358378" cy="29445"/>
            </a:xfrm>
            <a:custGeom>
              <a:avLst/>
              <a:gdLst/>
              <a:ahLst/>
              <a:cxnLst/>
              <a:rect l="l" t="t" r="r" b="b"/>
              <a:pathLst>
                <a:path w="11027" h="906" extrusionOk="0">
                  <a:moveTo>
                    <a:pt x="119" y="1"/>
                  </a:moveTo>
                  <a:cubicBezTo>
                    <a:pt x="72" y="1"/>
                    <a:pt x="0" y="48"/>
                    <a:pt x="0" y="120"/>
                  </a:cubicBezTo>
                  <a:lnTo>
                    <a:pt x="0" y="786"/>
                  </a:lnTo>
                  <a:cubicBezTo>
                    <a:pt x="0" y="858"/>
                    <a:pt x="72" y="906"/>
                    <a:pt x="119" y="906"/>
                  </a:cubicBezTo>
                  <a:lnTo>
                    <a:pt x="10883" y="906"/>
                  </a:lnTo>
                  <a:cubicBezTo>
                    <a:pt x="10955" y="906"/>
                    <a:pt x="11026" y="858"/>
                    <a:pt x="11003" y="786"/>
                  </a:cubicBezTo>
                  <a:lnTo>
                    <a:pt x="11003" y="120"/>
                  </a:lnTo>
                  <a:cubicBezTo>
                    <a:pt x="11003" y="48"/>
                    <a:pt x="10931" y="1"/>
                    <a:pt x="10883" y="1"/>
                  </a:cubicBez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6" name="Google Shape;21686;p138"/>
            <p:cNvSpPr/>
            <p:nvPr/>
          </p:nvSpPr>
          <p:spPr>
            <a:xfrm>
              <a:off x="4359136" y="3039388"/>
              <a:ext cx="25578" cy="29445"/>
            </a:xfrm>
            <a:custGeom>
              <a:avLst/>
              <a:gdLst/>
              <a:ahLst/>
              <a:cxnLst/>
              <a:rect l="l" t="t" r="r" b="b"/>
              <a:pathLst>
                <a:path w="787" h="906" extrusionOk="0">
                  <a:moveTo>
                    <a:pt x="0" y="1"/>
                  </a:moveTo>
                  <a:cubicBezTo>
                    <a:pt x="72" y="1"/>
                    <a:pt x="120" y="48"/>
                    <a:pt x="120" y="120"/>
                  </a:cubicBezTo>
                  <a:lnTo>
                    <a:pt x="120" y="786"/>
                  </a:lnTo>
                  <a:cubicBezTo>
                    <a:pt x="120" y="858"/>
                    <a:pt x="72" y="906"/>
                    <a:pt x="0" y="906"/>
                  </a:cubicBezTo>
                  <a:lnTo>
                    <a:pt x="667" y="906"/>
                  </a:lnTo>
                  <a:cubicBezTo>
                    <a:pt x="715" y="906"/>
                    <a:pt x="786" y="858"/>
                    <a:pt x="786" y="786"/>
                  </a:cubicBezTo>
                  <a:lnTo>
                    <a:pt x="786" y="120"/>
                  </a:lnTo>
                  <a:cubicBezTo>
                    <a:pt x="786" y="48"/>
                    <a:pt x="715" y="1"/>
                    <a:pt x="66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7" name="Google Shape;21687;p138"/>
          <p:cNvGrpSpPr/>
          <p:nvPr/>
        </p:nvGrpSpPr>
        <p:grpSpPr>
          <a:xfrm>
            <a:off x="4767791" y="2883901"/>
            <a:ext cx="356818" cy="352170"/>
            <a:chOff x="4767791" y="3036301"/>
            <a:chExt cx="356818" cy="352170"/>
          </a:xfrm>
        </p:grpSpPr>
        <p:sp>
          <p:nvSpPr>
            <p:cNvPr id="21688" name="Google Shape;21688;p138"/>
            <p:cNvSpPr/>
            <p:nvPr/>
          </p:nvSpPr>
          <p:spPr>
            <a:xfrm>
              <a:off x="5013133" y="3215863"/>
              <a:ext cx="111475" cy="61165"/>
            </a:xfrm>
            <a:custGeom>
              <a:avLst/>
              <a:gdLst/>
              <a:ahLst/>
              <a:cxnLst/>
              <a:rect l="l" t="t" r="r" b="b"/>
              <a:pathLst>
                <a:path w="3430" h="1882" extrusionOk="0">
                  <a:moveTo>
                    <a:pt x="1644" y="0"/>
                  </a:moveTo>
                  <a:lnTo>
                    <a:pt x="1" y="215"/>
                  </a:lnTo>
                  <a:lnTo>
                    <a:pt x="1" y="1882"/>
                  </a:lnTo>
                  <a:lnTo>
                    <a:pt x="3430" y="1882"/>
                  </a:lnTo>
                  <a:lnTo>
                    <a:pt x="3430" y="215"/>
                  </a:lnTo>
                  <a:lnTo>
                    <a:pt x="1644" y="0"/>
                  </a:ln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9" name="Google Shape;21689;p138"/>
            <p:cNvSpPr/>
            <p:nvPr/>
          </p:nvSpPr>
          <p:spPr>
            <a:xfrm>
              <a:off x="5013133" y="3324218"/>
              <a:ext cx="111475" cy="57297"/>
            </a:xfrm>
            <a:custGeom>
              <a:avLst/>
              <a:gdLst/>
              <a:ahLst/>
              <a:cxnLst/>
              <a:rect l="l" t="t" r="r" b="b"/>
              <a:pathLst>
                <a:path w="3430" h="1763" extrusionOk="0">
                  <a:moveTo>
                    <a:pt x="1763" y="0"/>
                  </a:moveTo>
                  <a:lnTo>
                    <a:pt x="1" y="215"/>
                  </a:lnTo>
                  <a:lnTo>
                    <a:pt x="1" y="1501"/>
                  </a:lnTo>
                  <a:cubicBezTo>
                    <a:pt x="1" y="1643"/>
                    <a:pt x="120" y="1763"/>
                    <a:pt x="286" y="1763"/>
                  </a:cubicBezTo>
                  <a:lnTo>
                    <a:pt x="3168" y="1763"/>
                  </a:lnTo>
                  <a:cubicBezTo>
                    <a:pt x="3311" y="1763"/>
                    <a:pt x="3430" y="1643"/>
                    <a:pt x="3430" y="1501"/>
                  </a:cubicBezTo>
                  <a:lnTo>
                    <a:pt x="3430" y="215"/>
                  </a:lnTo>
                  <a:lnTo>
                    <a:pt x="1763" y="0"/>
                  </a:ln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0" name="Google Shape;21690;p138"/>
            <p:cNvSpPr/>
            <p:nvPr/>
          </p:nvSpPr>
          <p:spPr>
            <a:xfrm>
              <a:off x="5103678" y="3215083"/>
              <a:ext cx="20930" cy="61165"/>
            </a:xfrm>
            <a:custGeom>
              <a:avLst/>
              <a:gdLst/>
              <a:ahLst/>
              <a:cxnLst/>
              <a:rect l="l" t="t" r="r" b="b"/>
              <a:pathLst>
                <a:path w="644" h="1882" extrusionOk="0">
                  <a:moveTo>
                    <a:pt x="311" y="0"/>
                  </a:moveTo>
                  <a:lnTo>
                    <a:pt x="1" y="215"/>
                  </a:lnTo>
                  <a:lnTo>
                    <a:pt x="1" y="1882"/>
                  </a:lnTo>
                  <a:lnTo>
                    <a:pt x="644" y="1882"/>
                  </a:lnTo>
                  <a:lnTo>
                    <a:pt x="644" y="215"/>
                  </a:lnTo>
                  <a:lnTo>
                    <a:pt x="31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1" name="Google Shape;21691;p138"/>
            <p:cNvSpPr/>
            <p:nvPr/>
          </p:nvSpPr>
          <p:spPr>
            <a:xfrm>
              <a:off x="5094416" y="3324218"/>
              <a:ext cx="30193" cy="57297"/>
            </a:xfrm>
            <a:custGeom>
              <a:avLst/>
              <a:gdLst/>
              <a:ahLst/>
              <a:cxnLst/>
              <a:rect l="l" t="t" r="r" b="b"/>
              <a:pathLst>
                <a:path w="929" h="1763" extrusionOk="0">
                  <a:moveTo>
                    <a:pt x="596" y="0"/>
                  </a:moveTo>
                  <a:lnTo>
                    <a:pt x="286" y="215"/>
                  </a:lnTo>
                  <a:lnTo>
                    <a:pt x="286" y="1501"/>
                  </a:lnTo>
                  <a:cubicBezTo>
                    <a:pt x="286" y="1643"/>
                    <a:pt x="167" y="1763"/>
                    <a:pt x="0" y="1763"/>
                  </a:cubicBezTo>
                  <a:lnTo>
                    <a:pt x="667" y="1763"/>
                  </a:lnTo>
                  <a:cubicBezTo>
                    <a:pt x="810" y="1763"/>
                    <a:pt x="929" y="1643"/>
                    <a:pt x="929" y="1501"/>
                  </a:cubicBezTo>
                  <a:lnTo>
                    <a:pt x="929" y="215"/>
                  </a:lnTo>
                  <a:lnTo>
                    <a:pt x="59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2" name="Google Shape;21692;p138"/>
            <p:cNvSpPr/>
            <p:nvPr/>
          </p:nvSpPr>
          <p:spPr>
            <a:xfrm>
              <a:off x="5058796" y="3243716"/>
              <a:ext cx="19403" cy="10855"/>
            </a:xfrm>
            <a:custGeom>
              <a:avLst/>
              <a:gdLst/>
              <a:ahLst/>
              <a:cxnLst/>
              <a:rect l="l" t="t" r="r" b="b"/>
              <a:pathLst>
                <a:path w="597" h="334" extrusionOk="0">
                  <a:moveTo>
                    <a:pt x="144" y="1"/>
                  </a:moveTo>
                  <a:cubicBezTo>
                    <a:pt x="72" y="1"/>
                    <a:pt x="1" y="96"/>
                    <a:pt x="1" y="191"/>
                  </a:cubicBezTo>
                  <a:cubicBezTo>
                    <a:pt x="1" y="286"/>
                    <a:pt x="96" y="334"/>
                    <a:pt x="191" y="334"/>
                  </a:cubicBezTo>
                  <a:lnTo>
                    <a:pt x="453" y="334"/>
                  </a:lnTo>
                  <a:cubicBezTo>
                    <a:pt x="548" y="334"/>
                    <a:pt x="596" y="263"/>
                    <a:pt x="596" y="167"/>
                  </a:cubicBezTo>
                  <a:cubicBezTo>
                    <a:pt x="596" y="72"/>
                    <a:pt x="501" y="1"/>
                    <a:pt x="40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3" name="Google Shape;21693;p138"/>
            <p:cNvSpPr/>
            <p:nvPr/>
          </p:nvSpPr>
          <p:spPr>
            <a:xfrm>
              <a:off x="5058796" y="3351291"/>
              <a:ext cx="19403" cy="10888"/>
            </a:xfrm>
            <a:custGeom>
              <a:avLst/>
              <a:gdLst/>
              <a:ahLst/>
              <a:cxnLst/>
              <a:rect l="l" t="t" r="r" b="b"/>
              <a:pathLst>
                <a:path w="597" h="335" extrusionOk="0">
                  <a:moveTo>
                    <a:pt x="144" y="1"/>
                  </a:moveTo>
                  <a:cubicBezTo>
                    <a:pt x="72" y="1"/>
                    <a:pt x="1" y="96"/>
                    <a:pt x="1" y="191"/>
                  </a:cubicBezTo>
                  <a:cubicBezTo>
                    <a:pt x="1" y="287"/>
                    <a:pt x="96" y="334"/>
                    <a:pt x="191" y="334"/>
                  </a:cubicBezTo>
                  <a:lnTo>
                    <a:pt x="453" y="334"/>
                  </a:lnTo>
                  <a:cubicBezTo>
                    <a:pt x="548" y="334"/>
                    <a:pt x="596" y="239"/>
                    <a:pt x="596" y="167"/>
                  </a:cubicBezTo>
                  <a:cubicBezTo>
                    <a:pt x="596" y="72"/>
                    <a:pt x="501" y="1"/>
                    <a:pt x="40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4" name="Google Shape;21694;p138"/>
            <p:cNvSpPr/>
            <p:nvPr/>
          </p:nvSpPr>
          <p:spPr>
            <a:xfrm>
              <a:off x="5013133" y="3276996"/>
              <a:ext cx="111475" cy="54210"/>
            </a:xfrm>
            <a:custGeom>
              <a:avLst/>
              <a:gdLst/>
              <a:ahLst/>
              <a:cxnLst/>
              <a:rect l="l" t="t" r="r" b="b"/>
              <a:pathLst>
                <a:path w="3430" h="1668" extrusionOk="0">
                  <a:moveTo>
                    <a:pt x="1" y="1"/>
                  </a:moveTo>
                  <a:lnTo>
                    <a:pt x="1" y="1668"/>
                  </a:lnTo>
                  <a:lnTo>
                    <a:pt x="3430" y="1668"/>
                  </a:lnTo>
                  <a:lnTo>
                    <a:pt x="3430"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5" name="Google Shape;21695;p138"/>
            <p:cNvSpPr/>
            <p:nvPr/>
          </p:nvSpPr>
          <p:spPr>
            <a:xfrm>
              <a:off x="5103678" y="3276996"/>
              <a:ext cx="20930" cy="54210"/>
            </a:xfrm>
            <a:custGeom>
              <a:avLst/>
              <a:gdLst/>
              <a:ahLst/>
              <a:cxnLst/>
              <a:rect l="l" t="t" r="r" b="b"/>
              <a:pathLst>
                <a:path w="644" h="1668" extrusionOk="0">
                  <a:moveTo>
                    <a:pt x="1" y="1"/>
                  </a:moveTo>
                  <a:lnTo>
                    <a:pt x="1" y="1668"/>
                  </a:lnTo>
                  <a:lnTo>
                    <a:pt x="644" y="1668"/>
                  </a:lnTo>
                  <a:lnTo>
                    <a:pt x="64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6" name="Google Shape;21696;p138"/>
            <p:cNvSpPr/>
            <p:nvPr/>
          </p:nvSpPr>
          <p:spPr>
            <a:xfrm>
              <a:off x="5058796" y="3299453"/>
              <a:ext cx="19403" cy="10855"/>
            </a:xfrm>
            <a:custGeom>
              <a:avLst/>
              <a:gdLst/>
              <a:ahLst/>
              <a:cxnLst/>
              <a:rect l="l" t="t" r="r" b="b"/>
              <a:pathLst>
                <a:path w="597" h="334" extrusionOk="0">
                  <a:moveTo>
                    <a:pt x="144" y="0"/>
                  </a:moveTo>
                  <a:cubicBezTo>
                    <a:pt x="72" y="0"/>
                    <a:pt x="1" y="95"/>
                    <a:pt x="1" y="167"/>
                  </a:cubicBezTo>
                  <a:cubicBezTo>
                    <a:pt x="1" y="262"/>
                    <a:pt x="96" y="334"/>
                    <a:pt x="191" y="334"/>
                  </a:cubicBezTo>
                  <a:lnTo>
                    <a:pt x="453" y="334"/>
                  </a:lnTo>
                  <a:cubicBezTo>
                    <a:pt x="548" y="334"/>
                    <a:pt x="596" y="262"/>
                    <a:pt x="596" y="143"/>
                  </a:cubicBezTo>
                  <a:cubicBezTo>
                    <a:pt x="596" y="48"/>
                    <a:pt x="501" y="0"/>
                    <a:pt x="406"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7" name="Google Shape;21697;p138"/>
            <p:cNvSpPr/>
            <p:nvPr/>
          </p:nvSpPr>
          <p:spPr>
            <a:xfrm>
              <a:off x="4826616" y="3307968"/>
              <a:ext cx="118463" cy="80503"/>
            </a:xfrm>
            <a:custGeom>
              <a:avLst/>
              <a:gdLst/>
              <a:ahLst/>
              <a:cxnLst/>
              <a:rect l="l" t="t" r="r" b="b"/>
              <a:pathLst>
                <a:path w="3645" h="2477" extrusionOk="0">
                  <a:moveTo>
                    <a:pt x="1810" y="0"/>
                  </a:moveTo>
                  <a:cubicBezTo>
                    <a:pt x="1739" y="0"/>
                    <a:pt x="1644" y="72"/>
                    <a:pt x="1644" y="191"/>
                  </a:cubicBezTo>
                  <a:lnTo>
                    <a:pt x="1644" y="1405"/>
                  </a:lnTo>
                  <a:lnTo>
                    <a:pt x="715" y="1405"/>
                  </a:lnTo>
                  <a:cubicBezTo>
                    <a:pt x="286" y="1405"/>
                    <a:pt x="0" y="1691"/>
                    <a:pt x="0" y="2120"/>
                  </a:cubicBezTo>
                  <a:lnTo>
                    <a:pt x="0" y="2263"/>
                  </a:lnTo>
                  <a:cubicBezTo>
                    <a:pt x="0" y="2358"/>
                    <a:pt x="48" y="2453"/>
                    <a:pt x="143" y="2453"/>
                  </a:cubicBezTo>
                  <a:cubicBezTo>
                    <a:pt x="239" y="2453"/>
                    <a:pt x="334" y="2382"/>
                    <a:pt x="334" y="2286"/>
                  </a:cubicBezTo>
                  <a:lnTo>
                    <a:pt x="334" y="2143"/>
                  </a:lnTo>
                  <a:cubicBezTo>
                    <a:pt x="334" y="1929"/>
                    <a:pt x="501" y="1762"/>
                    <a:pt x="739" y="1762"/>
                  </a:cubicBezTo>
                  <a:lnTo>
                    <a:pt x="1667" y="1762"/>
                  </a:lnTo>
                  <a:lnTo>
                    <a:pt x="1667" y="2286"/>
                  </a:lnTo>
                  <a:cubicBezTo>
                    <a:pt x="1667" y="2382"/>
                    <a:pt x="1739" y="2453"/>
                    <a:pt x="1810" y="2477"/>
                  </a:cubicBezTo>
                  <a:cubicBezTo>
                    <a:pt x="1906" y="2477"/>
                    <a:pt x="2001" y="2405"/>
                    <a:pt x="2001" y="2286"/>
                  </a:cubicBezTo>
                  <a:lnTo>
                    <a:pt x="2001" y="1762"/>
                  </a:lnTo>
                  <a:lnTo>
                    <a:pt x="2882" y="1762"/>
                  </a:lnTo>
                  <a:cubicBezTo>
                    <a:pt x="3120" y="1762"/>
                    <a:pt x="3311" y="1929"/>
                    <a:pt x="3311" y="2143"/>
                  </a:cubicBezTo>
                  <a:lnTo>
                    <a:pt x="3311" y="2286"/>
                  </a:lnTo>
                  <a:cubicBezTo>
                    <a:pt x="3311" y="2382"/>
                    <a:pt x="3358" y="2477"/>
                    <a:pt x="3454" y="2477"/>
                  </a:cubicBezTo>
                  <a:cubicBezTo>
                    <a:pt x="3549" y="2477"/>
                    <a:pt x="3644" y="2405"/>
                    <a:pt x="3644" y="2334"/>
                  </a:cubicBezTo>
                  <a:lnTo>
                    <a:pt x="3644" y="2167"/>
                  </a:lnTo>
                  <a:cubicBezTo>
                    <a:pt x="3596" y="1691"/>
                    <a:pt x="3263" y="1381"/>
                    <a:pt x="2858" y="1381"/>
                  </a:cubicBezTo>
                  <a:lnTo>
                    <a:pt x="1977" y="1381"/>
                  </a:lnTo>
                  <a:lnTo>
                    <a:pt x="1977" y="191"/>
                  </a:lnTo>
                  <a:cubicBezTo>
                    <a:pt x="1977" y="95"/>
                    <a:pt x="1906" y="24"/>
                    <a:pt x="181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8" name="Google Shape;21698;p138"/>
            <p:cNvSpPr/>
            <p:nvPr/>
          </p:nvSpPr>
          <p:spPr>
            <a:xfrm>
              <a:off x="4787908" y="3208128"/>
              <a:ext cx="10888" cy="178035"/>
            </a:xfrm>
            <a:custGeom>
              <a:avLst/>
              <a:gdLst/>
              <a:ahLst/>
              <a:cxnLst/>
              <a:rect l="l" t="t" r="r" b="b"/>
              <a:pathLst>
                <a:path w="335" h="5478" extrusionOk="0">
                  <a:moveTo>
                    <a:pt x="144" y="0"/>
                  </a:moveTo>
                  <a:cubicBezTo>
                    <a:pt x="72" y="48"/>
                    <a:pt x="1" y="95"/>
                    <a:pt x="1" y="191"/>
                  </a:cubicBezTo>
                  <a:lnTo>
                    <a:pt x="1" y="5311"/>
                  </a:lnTo>
                  <a:cubicBezTo>
                    <a:pt x="1" y="5406"/>
                    <a:pt x="72" y="5454"/>
                    <a:pt x="144" y="5477"/>
                  </a:cubicBezTo>
                  <a:cubicBezTo>
                    <a:pt x="239" y="5477"/>
                    <a:pt x="334" y="5406"/>
                    <a:pt x="334" y="5311"/>
                  </a:cubicBezTo>
                  <a:lnTo>
                    <a:pt x="334" y="191"/>
                  </a:lnTo>
                  <a:cubicBezTo>
                    <a:pt x="334" y="72"/>
                    <a:pt x="239" y="0"/>
                    <a:pt x="14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9" name="Google Shape;21699;p138"/>
            <p:cNvSpPr/>
            <p:nvPr/>
          </p:nvSpPr>
          <p:spPr>
            <a:xfrm>
              <a:off x="4884661" y="3036301"/>
              <a:ext cx="222170" cy="113035"/>
            </a:xfrm>
            <a:custGeom>
              <a:avLst/>
              <a:gdLst/>
              <a:ahLst/>
              <a:cxnLst/>
              <a:rect l="l" t="t" r="r" b="b"/>
              <a:pathLst>
                <a:path w="6836" h="3478" extrusionOk="0">
                  <a:moveTo>
                    <a:pt x="358" y="0"/>
                  </a:moveTo>
                  <a:cubicBezTo>
                    <a:pt x="191" y="0"/>
                    <a:pt x="0" y="143"/>
                    <a:pt x="0" y="358"/>
                  </a:cubicBezTo>
                  <a:lnTo>
                    <a:pt x="0" y="3477"/>
                  </a:lnTo>
                  <a:lnTo>
                    <a:pt x="6835" y="3239"/>
                  </a:lnTo>
                  <a:lnTo>
                    <a:pt x="6835" y="358"/>
                  </a:lnTo>
                  <a:cubicBezTo>
                    <a:pt x="6835" y="167"/>
                    <a:pt x="6692" y="0"/>
                    <a:pt x="647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0" name="Google Shape;21700;p138"/>
            <p:cNvSpPr/>
            <p:nvPr/>
          </p:nvSpPr>
          <p:spPr>
            <a:xfrm>
              <a:off x="5073518" y="3036983"/>
              <a:ext cx="32532" cy="112353"/>
            </a:xfrm>
            <a:custGeom>
              <a:avLst/>
              <a:gdLst/>
              <a:ahLst/>
              <a:cxnLst/>
              <a:rect l="l" t="t" r="r" b="b"/>
              <a:pathLst>
                <a:path w="1001" h="3457" extrusionOk="0">
                  <a:moveTo>
                    <a:pt x="41" y="1"/>
                  </a:moveTo>
                  <a:cubicBezTo>
                    <a:pt x="27" y="1"/>
                    <a:pt x="14" y="2"/>
                    <a:pt x="0" y="3"/>
                  </a:cubicBezTo>
                  <a:lnTo>
                    <a:pt x="80" y="3"/>
                  </a:lnTo>
                  <a:cubicBezTo>
                    <a:pt x="67" y="2"/>
                    <a:pt x="54" y="1"/>
                    <a:pt x="41" y="1"/>
                  </a:cubicBezTo>
                  <a:close/>
                  <a:moveTo>
                    <a:pt x="80" y="3"/>
                  </a:moveTo>
                  <a:lnTo>
                    <a:pt x="80" y="3"/>
                  </a:lnTo>
                  <a:cubicBezTo>
                    <a:pt x="249" y="23"/>
                    <a:pt x="357" y="171"/>
                    <a:pt x="357" y="337"/>
                  </a:cubicBezTo>
                  <a:lnTo>
                    <a:pt x="357" y="3456"/>
                  </a:lnTo>
                  <a:lnTo>
                    <a:pt x="1000" y="3242"/>
                  </a:lnTo>
                  <a:lnTo>
                    <a:pt x="1000" y="360"/>
                  </a:lnTo>
                  <a:cubicBezTo>
                    <a:pt x="1000" y="194"/>
                    <a:pt x="858" y="3"/>
                    <a:pt x="643" y="3"/>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1" name="Google Shape;21701;p138"/>
            <p:cNvSpPr/>
            <p:nvPr/>
          </p:nvSpPr>
          <p:spPr>
            <a:xfrm>
              <a:off x="4969811" y="3169421"/>
              <a:ext cx="51090" cy="32533"/>
            </a:xfrm>
            <a:custGeom>
              <a:avLst/>
              <a:gdLst/>
              <a:ahLst/>
              <a:cxnLst/>
              <a:rect l="l" t="t" r="r" b="b"/>
              <a:pathLst>
                <a:path w="1572" h="1001" extrusionOk="0">
                  <a:moveTo>
                    <a:pt x="119" y="0"/>
                  </a:moveTo>
                  <a:lnTo>
                    <a:pt x="0" y="1001"/>
                  </a:lnTo>
                  <a:lnTo>
                    <a:pt x="1572" y="1001"/>
                  </a:lnTo>
                  <a:lnTo>
                    <a:pt x="1500"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2" name="Google Shape;21702;p138"/>
            <p:cNvSpPr/>
            <p:nvPr/>
          </p:nvSpPr>
          <p:spPr>
            <a:xfrm>
              <a:off x="4767791" y="3199613"/>
              <a:ext cx="356818" cy="22458"/>
            </a:xfrm>
            <a:custGeom>
              <a:avLst/>
              <a:gdLst/>
              <a:ahLst/>
              <a:cxnLst/>
              <a:rect l="l" t="t" r="r" b="b"/>
              <a:pathLst>
                <a:path w="10979" h="691" extrusionOk="0">
                  <a:moveTo>
                    <a:pt x="167" y="0"/>
                  </a:moveTo>
                  <a:cubicBezTo>
                    <a:pt x="96" y="0"/>
                    <a:pt x="1" y="72"/>
                    <a:pt x="1" y="167"/>
                  </a:cubicBezTo>
                  <a:lnTo>
                    <a:pt x="1" y="500"/>
                  </a:lnTo>
                  <a:cubicBezTo>
                    <a:pt x="1" y="596"/>
                    <a:pt x="48" y="691"/>
                    <a:pt x="167" y="691"/>
                  </a:cubicBezTo>
                  <a:lnTo>
                    <a:pt x="10979" y="691"/>
                  </a:lnTo>
                  <a:lnTo>
                    <a:pt x="10979" y="167"/>
                  </a:lnTo>
                  <a:cubicBezTo>
                    <a:pt x="10979" y="95"/>
                    <a:pt x="10931" y="0"/>
                    <a:pt x="1081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3" name="Google Shape;21703;p138"/>
            <p:cNvSpPr/>
            <p:nvPr/>
          </p:nvSpPr>
          <p:spPr>
            <a:xfrm>
              <a:off x="4884661" y="3141568"/>
              <a:ext cx="221390" cy="30972"/>
            </a:xfrm>
            <a:custGeom>
              <a:avLst/>
              <a:gdLst/>
              <a:ahLst/>
              <a:cxnLst/>
              <a:rect l="l" t="t" r="r" b="b"/>
              <a:pathLst>
                <a:path w="6812" h="953" extrusionOk="0">
                  <a:moveTo>
                    <a:pt x="0" y="0"/>
                  </a:moveTo>
                  <a:lnTo>
                    <a:pt x="0" y="572"/>
                  </a:lnTo>
                  <a:cubicBezTo>
                    <a:pt x="0" y="762"/>
                    <a:pt x="191" y="953"/>
                    <a:pt x="382" y="953"/>
                  </a:cubicBezTo>
                  <a:lnTo>
                    <a:pt x="6430" y="953"/>
                  </a:lnTo>
                  <a:cubicBezTo>
                    <a:pt x="6645" y="953"/>
                    <a:pt x="6811" y="762"/>
                    <a:pt x="6811" y="572"/>
                  </a:cubicBezTo>
                  <a:lnTo>
                    <a:pt x="6811" y="0"/>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4" name="Google Shape;21704;p138"/>
            <p:cNvSpPr/>
            <p:nvPr/>
          </p:nvSpPr>
          <p:spPr>
            <a:xfrm>
              <a:off x="4834351" y="3117551"/>
              <a:ext cx="101432" cy="150183"/>
            </a:xfrm>
            <a:custGeom>
              <a:avLst/>
              <a:gdLst/>
              <a:ahLst/>
              <a:cxnLst/>
              <a:rect l="l" t="t" r="r" b="b"/>
              <a:pathLst>
                <a:path w="3121" h="4621" extrusionOk="0">
                  <a:moveTo>
                    <a:pt x="191" y="1"/>
                  </a:moveTo>
                  <a:cubicBezTo>
                    <a:pt x="96" y="1"/>
                    <a:pt x="1" y="72"/>
                    <a:pt x="1" y="168"/>
                  </a:cubicBezTo>
                  <a:lnTo>
                    <a:pt x="1" y="4573"/>
                  </a:lnTo>
                  <a:cubicBezTo>
                    <a:pt x="1" y="4621"/>
                    <a:pt x="24" y="4621"/>
                    <a:pt x="24" y="4621"/>
                  </a:cubicBezTo>
                  <a:lnTo>
                    <a:pt x="3096" y="4621"/>
                  </a:lnTo>
                  <a:cubicBezTo>
                    <a:pt x="3120" y="4621"/>
                    <a:pt x="3120" y="4573"/>
                    <a:pt x="3120" y="4573"/>
                  </a:cubicBezTo>
                  <a:lnTo>
                    <a:pt x="3120" y="168"/>
                  </a:lnTo>
                  <a:cubicBezTo>
                    <a:pt x="3120" y="72"/>
                    <a:pt x="3025" y="1"/>
                    <a:pt x="2954" y="1"/>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5" name="Google Shape;21705;p138"/>
            <p:cNvSpPr/>
            <p:nvPr/>
          </p:nvSpPr>
          <p:spPr>
            <a:xfrm>
              <a:off x="5072738" y="3141568"/>
              <a:ext cx="33313" cy="30972"/>
            </a:xfrm>
            <a:custGeom>
              <a:avLst/>
              <a:gdLst/>
              <a:ahLst/>
              <a:cxnLst/>
              <a:rect l="l" t="t" r="r" b="b"/>
              <a:pathLst>
                <a:path w="1025" h="953" extrusionOk="0">
                  <a:moveTo>
                    <a:pt x="381" y="0"/>
                  </a:moveTo>
                  <a:lnTo>
                    <a:pt x="381" y="572"/>
                  </a:lnTo>
                  <a:cubicBezTo>
                    <a:pt x="381" y="762"/>
                    <a:pt x="191" y="953"/>
                    <a:pt x="0" y="953"/>
                  </a:cubicBezTo>
                  <a:lnTo>
                    <a:pt x="643" y="953"/>
                  </a:lnTo>
                  <a:cubicBezTo>
                    <a:pt x="858" y="953"/>
                    <a:pt x="1024" y="762"/>
                    <a:pt x="1024" y="572"/>
                  </a:cubicBezTo>
                  <a:lnTo>
                    <a:pt x="1024" y="0"/>
                  </a:ln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6" name="Google Shape;21706;p138"/>
            <p:cNvSpPr/>
            <p:nvPr/>
          </p:nvSpPr>
          <p:spPr>
            <a:xfrm>
              <a:off x="4873058" y="3116803"/>
              <a:ext cx="62725" cy="149403"/>
            </a:xfrm>
            <a:custGeom>
              <a:avLst/>
              <a:gdLst/>
              <a:ahLst/>
              <a:cxnLst/>
              <a:rect l="l" t="t" r="r" b="b"/>
              <a:pathLst>
                <a:path w="1930" h="4597" extrusionOk="0">
                  <a:moveTo>
                    <a:pt x="238" y="0"/>
                  </a:moveTo>
                  <a:cubicBezTo>
                    <a:pt x="143" y="0"/>
                    <a:pt x="96" y="0"/>
                    <a:pt x="0" y="24"/>
                  </a:cubicBezTo>
                  <a:cubicBezTo>
                    <a:pt x="715" y="143"/>
                    <a:pt x="1262" y="738"/>
                    <a:pt x="1262" y="1477"/>
                  </a:cubicBezTo>
                  <a:lnTo>
                    <a:pt x="1262" y="4430"/>
                  </a:lnTo>
                  <a:cubicBezTo>
                    <a:pt x="1262" y="4525"/>
                    <a:pt x="1167" y="4596"/>
                    <a:pt x="1072" y="4596"/>
                  </a:cubicBezTo>
                  <a:lnTo>
                    <a:pt x="1739" y="4596"/>
                  </a:lnTo>
                  <a:cubicBezTo>
                    <a:pt x="1810" y="4596"/>
                    <a:pt x="1905" y="4525"/>
                    <a:pt x="1905" y="4430"/>
                  </a:cubicBezTo>
                  <a:lnTo>
                    <a:pt x="1905" y="1477"/>
                  </a:lnTo>
                  <a:cubicBezTo>
                    <a:pt x="1929" y="667"/>
                    <a:pt x="1286" y="0"/>
                    <a:pt x="453"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7" name="Google Shape;21707;p138"/>
            <p:cNvSpPr/>
            <p:nvPr/>
          </p:nvSpPr>
          <p:spPr>
            <a:xfrm>
              <a:off x="4871498" y="3198833"/>
              <a:ext cx="27138" cy="108388"/>
            </a:xfrm>
            <a:custGeom>
              <a:avLst/>
              <a:gdLst/>
              <a:ahLst/>
              <a:cxnLst/>
              <a:rect l="l" t="t" r="r" b="b"/>
              <a:pathLst>
                <a:path w="835" h="3335" extrusionOk="0">
                  <a:moveTo>
                    <a:pt x="382" y="0"/>
                  </a:moveTo>
                  <a:cubicBezTo>
                    <a:pt x="167" y="0"/>
                    <a:pt x="1" y="167"/>
                    <a:pt x="1" y="381"/>
                  </a:cubicBezTo>
                  <a:lnTo>
                    <a:pt x="1" y="2882"/>
                  </a:lnTo>
                  <a:lnTo>
                    <a:pt x="405" y="3334"/>
                  </a:lnTo>
                  <a:lnTo>
                    <a:pt x="834" y="2882"/>
                  </a:lnTo>
                  <a:lnTo>
                    <a:pt x="834" y="381"/>
                  </a:lnTo>
                  <a:cubicBezTo>
                    <a:pt x="834" y="167"/>
                    <a:pt x="644" y="0"/>
                    <a:pt x="429"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8" name="Google Shape;21708;p138"/>
            <p:cNvSpPr/>
            <p:nvPr/>
          </p:nvSpPr>
          <p:spPr>
            <a:xfrm>
              <a:off x="4830483" y="3292466"/>
              <a:ext cx="109168" cy="30225"/>
            </a:xfrm>
            <a:custGeom>
              <a:avLst/>
              <a:gdLst/>
              <a:ahLst/>
              <a:cxnLst/>
              <a:rect l="l" t="t" r="r" b="b"/>
              <a:pathLst>
                <a:path w="3359" h="930" extrusionOk="0">
                  <a:moveTo>
                    <a:pt x="310" y="1"/>
                  </a:moveTo>
                  <a:cubicBezTo>
                    <a:pt x="143" y="1"/>
                    <a:pt x="0" y="120"/>
                    <a:pt x="0" y="287"/>
                  </a:cubicBezTo>
                  <a:lnTo>
                    <a:pt x="0" y="620"/>
                  </a:lnTo>
                  <a:cubicBezTo>
                    <a:pt x="0" y="787"/>
                    <a:pt x="120" y="930"/>
                    <a:pt x="310" y="930"/>
                  </a:cubicBezTo>
                  <a:lnTo>
                    <a:pt x="3073" y="930"/>
                  </a:lnTo>
                  <a:cubicBezTo>
                    <a:pt x="3239" y="930"/>
                    <a:pt x="3358" y="787"/>
                    <a:pt x="3358" y="620"/>
                  </a:cubicBezTo>
                  <a:lnTo>
                    <a:pt x="3358" y="287"/>
                  </a:lnTo>
                  <a:cubicBezTo>
                    <a:pt x="3358" y="144"/>
                    <a:pt x="3239" y="1"/>
                    <a:pt x="3073" y="1"/>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9" name="Google Shape;21709;p138"/>
            <p:cNvSpPr/>
            <p:nvPr/>
          </p:nvSpPr>
          <p:spPr>
            <a:xfrm>
              <a:off x="4908646" y="3291718"/>
              <a:ext cx="31005" cy="30193"/>
            </a:xfrm>
            <a:custGeom>
              <a:avLst/>
              <a:gdLst/>
              <a:ahLst/>
              <a:cxnLst/>
              <a:rect l="l" t="t" r="r" b="b"/>
              <a:pathLst>
                <a:path w="954" h="929" extrusionOk="0">
                  <a:moveTo>
                    <a:pt x="1" y="0"/>
                  </a:moveTo>
                  <a:cubicBezTo>
                    <a:pt x="191" y="0"/>
                    <a:pt x="310" y="143"/>
                    <a:pt x="310" y="286"/>
                  </a:cubicBezTo>
                  <a:lnTo>
                    <a:pt x="310" y="619"/>
                  </a:lnTo>
                  <a:cubicBezTo>
                    <a:pt x="310" y="810"/>
                    <a:pt x="144" y="929"/>
                    <a:pt x="1" y="929"/>
                  </a:cubicBezTo>
                  <a:lnTo>
                    <a:pt x="668" y="929"/>
                  </a:lnTo>
                  <a:cubicBezTo>
                    <a:pt x="834" y="929"/>
                    <a:pt x="953" y="762"/>
                    <a:pt x="953" y="619"/>
                  </a:cubicBezTo>
                  <a:lnTo>
                    <a:pt x="953" y="286"/>
                  </a:lnTo>
                  <a:cubicBezTo>
                    <a:pt x="953" y="119"/>
                    <a:pt x="810" y="0"/>
                    <a:pt x="668"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10" name="Google Shape;21710;p138"/>
          <p:cNvGrpSpPr/>
          <p:nvPr/>
        </p:nvGrpSpPr>
        <p:grpSpPr>
          <a:xfrm>
            <a:off x="5525496" y="2893943"/>
            <a:ext cx="357630" cy="330525"/>
            <a:chOff x="5525496" y="3046343"/>
            <a:chExt cx="357630" cy="330525"/>
          </a:xfrm>
        </p:grpSpPr>
        <p:sp>
          <p:nvSpPr>
            <p:cNvPr id="21711" name="Google Shape;21711;p138"/>
            <p:cNvSpPr/>
            <p:nvPr/>
          </p:nvSpPr>
          <p:spPr>
            <a:xfrm>
              <a:off x="5525496" y="3046343"/>
              <a:ext cx="127757" cy="37960"/>
            </a:xfrm>
            <a:custGeom>
              <a:avLst/>
              <a:gdLst/>
              <a:ahLst/>
              <a:cxnLst/>
              <a:rect l="l" t="t" r="r" b="b"/>
              <a:pathLst>
                <a:path w="3931" h="1168" extrusionOk="0">
                  <a:moveTo>
                    <a:pt x="382" y="1"/>
                  </a:moveTo>
                  <a:cubicBezTo>
                    <a:pt x="168" y="1"/>
                    <a:pt x="1" y="191"/>
                    <a:pt x="1" y="406"/>
                  </a:cubicBezTo>
                  <a:lnTo>
                    <a:pt x="1" y="954"/>
                  </a:lnTo>
                  <a:lnTo>
                    <a:pt x="2001" y="1168"/>
                  </a:lnTo>
                  <a:lnTo>
                    <a:pt x="3906" y="954"/>
                  </a:lnTo>
                  <a:lnTo>
                    <a:pt x="3906" y="406"/>
                  </a:lnTo>
                  <a:cubicBezTo>
                    <a:pt x="3930" y="191"/>
                    <a:pt x="3740" y="1"/>
                    <a:pt x="3525"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2" name="Google Shape;21712;p138"/>
            <p:cNvSpPr/>
            <p:nvPr/>
          </p:nvSpPr>
          <p:spPr>
            <a:xfrm>
              <a:off x="5619161" y="3046343"/>
              <a:ext cx="34872" cy="37960"/>
            </a:xfrm>
            <a:custGeom>
              <a:avLst/>
              <a:gdLst/>
              <a:ahLst/>
              <a:cxnLst/>
              <a:rect l="l" t="t" r="r" b="b"/>
              <a:pathLst>
                <a:path w="1073" h="1168" extrusionOk="0">
                  <a:moveTo>
                    <a:pt x="0" y="1"/>
                  </a:moveTo>
                  <a:cubicBezTo>
                    <a:pt x="215" y="1"/>
                    <a:pt x="381" y="191"/>
                    <a:pt x="381" y="406"/>
                  </a:cubicBezTo>
                  <a:lnTo>
                    <a:pt x="381" y="954"/>
                  </a:lnTo>
                  <a:lnTo>
                    <a:pt x="786" y="1168"/>
                  </a:lnTo>
                  <a:lnTo>
                    <a:pt x="1072" y="954"/>
                  </a:lnTo>
                  <a:lnTo>
                    <a:pt x="1072" y="406"/>
                  </a:lnTo>
                  <a:cubicBezTo>
                    <a:pt x="1048" y="191"/>
                    <a:pt x="858" y="1"/>
                    <a:pt x="643"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3" name="Google Shape;21713;p138"/>
            <p:cNvSpPr/>
            <p:nvPr/>
          </p:nvSpPr>
          <p:spPr>
            <a:xfrm>
              <a:off x="5525496" y="3077316"/>
              <a:ext cx="357630" cy="299552"/>
            </a:xfrm>
            <a:custGeom>
              <a:avLst/>
              <a:gdLst/>
              <a:ahLst/>
              <a:cxnLst/>
              <a:rect l="l" t="t" r="r" b="b"/>
              <a:pathLst>
                <a:path w="11004" h="9217" extrusionOk="0">
                  <a:moveTo>
                    <a:pt x="1" y="1"/>
                  </a:moveTo>
                  <a:lnTo>
                    <a:pt x="1" y="9026"/>
                  </a:lnTo>
                  <a:cubicBezTo>
                    <a:pt x="1" y="9121"/>
                    <a:pt x="72" y="9217"/>
                    <a:pt x="168" y="9217"/>
                  </a:cubicBezTo>
                  <a:lnTo>
                    <a:pt x="10836" y="9217"/>
                  </a:lnTo>
                  <a:cubicBezTo>
                    <a:pt x="10908" y="9217"/>
                    <a:pt x="11003" y="9121"/>
                    <a:pt x="11003" y="9026"/>
                  </a:cubicBezTo>
                  <a:lnTo>
                    <a:pt x="11003" y="191"/>
                  </a:lnTo>
                  <a:cubicBezTo>
                    <a:pt x="11003" y="96"/>
                    <a:pt x="10908" y="1"/>
                    <a:pt x="1083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4" name="Google Shape;21714;p138"/>
            <p:cNvSpPr/>
            <p:nvPr/>
          </p:nvSpPr>
          <p:spPr>
            <a:xfrm>
              <a:off x="5855988" y="3077316"/>
              <a:ext cx="27138" cy="299552"/>
            </a:xfrm>
            <a:custGeom>
              <a:avLst/>
              <a:gdLst/>
              <a:ahLst/>
              <a:cxnLst/>
              <a:rect l="l" t="t" r="r" b="b"/>
              <a:pathLst>
                <a:path w="835" h="9217" extrusionOk="0">
                  <a:moveTo>
                    <a:pt x="1" y="1"/>
                  </a:moveTo>
                  <a:cubicBezTo>
                    <a:pt x="96" y="1"/>
                    <a:pt x="167" y="96"/>
                    <a:pt x="167" y="191"/>
                  </a:cubicBezTo>
                  <a:lnTo>
                    <a:pt x="167" y="9026"/>
                  </a:lnTo>
                  <a:cubicBezTo>
                    <a:pt x="167" y="9121"/>
                    <a:pt x="96" y="9217"/>
                    <a:pt x="1" y="9217"/>
                  </a:cubicBezTo>
                  <a:lnTo>
                    <a:pt x="667" y="9217"/>
                  </a:lnTo>
                  <a:cubicBezTo>
                    <a:pt x="739" y="9217"/>
                    <a:pt x="834" y="9121"/>
                    <a:pt x="834" y="9026"/>
                  </a:cubicBezTo>
                  <a:lnTo>
                    <a:pt x="834" y="191"/>
                  </a:lnTo>
                  <a:cubicBezTo>
                    <a:pt x="834" y="96"/>
                    <a:pt x="739" y="1"/>
                    <a:pt x="667"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5" name="Google Shape;21715;p138"/>
            <p:cNvSpPr/>
            <p:nvPr/>
          </p:nvSpPr>
          <p:spPr>
            <a:xfrm>
              <a:off x="5525496" y="3077316"/>
              <a:ext cx="357630" cy="44135"/>
            </a:xfrm>
            <a:custGeom>
              <a:avLst/>
              <a:gdLst/>
              <a:ahLst/>
              <a:cxnLst/>
              <a:rect l="l" t="t" r="r" b="b"/>
              <a:pathLst>
                <a:path w="11004" h="1358" extrusionOk="0">
                  <a:moveTo>
                    <a:pt x="1" y="1"/>
                  </a:moveTo>
                  <a:lnTo>
                    <a:pt x="1" y="1358"/>
                  </a:lnTo>
                  <a:lnTo>
                    <a:pt x="11003" y="1358"/>
                  </a:lnTo>
                  <a:lnTo>
                    <a:pt x="11003" y="191"/>
                  </a:lnTo>
                  <a:cubicBezTo>
                    <a:pt x="11003" y="96"/>
                    <a:pt x="10908" y="1"/>
                    <a:pt x="10836"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6" name="Google Shape;21716;p138"/>
            <p:cNvSpPr/>
            <p:nvPr/>
          </p:nvSpPr>
          <p:spPr>
            <a:xfrm>
              <a:off x="5855988" y="3077316"/>
              <a:ext cx="27138" cy="44915"/>
            </a:xfrm>
            <a:custGeom>
              <a:avLst/>
              <a:gdLst/>
              <a:ahLst/>
              <a:cxnLst/>
              <a:rect l="l" t="t" r="r" b="b"/>
              <a:pathLst>
                <a:path w="835" h="1382" extrusionOk="0">
                  <a:moveTo>
                    <a:pt x="1" y="1"/>
                  </a:moveTo>
                  <a:cubicBezTo>
                    <a:pt x="96" y="1"/>
                    <a:pt x="167" y="96"/>
                    <a:pt x="167" y="191"/>
                  </a:cubicBezTo>
                  <a:lnTo>
                    <a:pt x="167" y="1382"/>
                  </a:lnTo>
                  <a:lnTo>
                    <a:pt x="834" y="1382"/>
                  </a:lnTo>
                  <a:lnTo>
                    <a:pt x="834" y="191"/>
                  </a:lnTo>
                  <a:cubicBezTo>
                    <a:pt x="834" y="96"/>
                    <a:pt x="739" y="1"/>
                    <a:pt x="667"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7" name="Google Shape;21717;p138"/>
            <p:cNvSpPr/>
            <p:nvPr/>
          </p:nvSpPr>
          <p:spPr>
            <a:xfrm>
              <a:off x="5799503" y="3094346"/>
              <a:ext cx="12415" cy="11635"/>
            </a:xfrm>
            <a:custGeom>
              <a:avLst/>
              <a:gdLst/>
              <a:ahLst/>
              <a:cxnLst/>
              <a:rect l="l" t="t" r="r" b="b"/>
              <a:pathLst>
                <a:path w="382" h="358" extrusionOk="0">
                  <a:moveTo>
                    <a:pt x="191" y="0"/>
                  </a:moveTo>
                  <a:cubicBezTo>
                    <a:pt x="95" y="0"/>
                    <a:pt x="0" y="72"/>
                    <a:pt x="0" y="167"/>
                  </a:cubicBezTo>
                  <a:cubicBezTo>
                    <a:pt x="0" y="262"/>
                    <a:pt x="95" y="358"/>
                    <a:pt x="191" y="358"/>
                  </a:cubicBezTo>
                  <a:cubicBezTo>
                    <a:pt x="286" y="358"/>
                    <a:pt x="381" y="262"/>
                    <a:pt x="381" y="167"/>
                  </a:cubicBezTo>
                  <a:cubicBezTo>
                    <a:pt x="381" y="72"/>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8" name="Google Shape;21718;p138"/>
            <p:cNvSpPr/>
            <p:nvPr/>
          </p:nvSpPr>
          <p:spPr>
            <a:xfrm>
              <a:off x="5821928" y="3094346"/>
              <a:ext cx="11668" cy="11635"/>
            </a:xfrm>
            <a:custGeom>
              <a:avLst/>
              <a:gdLst/>
              <a:ahLst/>
              <a:cxnLst/>
              <a:rect l="l" t="t" r="r" b="b"/>
              <a:pathLst>
                <a:path w="359" h="358" extrusionOk="0">
                  <a:moveTo>
                    <a:pt x="191" y="0"/>
                  </a:moveTo>
                  <a:cubicBezTo>
                    <a:pt x="96" y="0"/>
                    <a:pt x="1" y="72"/>
                    <a:pt x="1" y="167"/>
                  </a:cubicBezTo>
                  <a:cubicBezTo>
                    <a:pt x="1" y="262"/>
                    <a:pt x="96" y="358"/>
                    <a:pt x="191" y="358"/>
                  </a:cubicBezTo>
                  <a:cubicBezTo>
                    <a:pt x="287" y="358"/>
                    <a:pt x="358" y="262"/>
                    <a:pt x="358" y="167"/>
                  </a:cubicBezTo>
                  <a:cubicBezTo>
                    <a:pt x="358" y="72"/>
                    <a:pt x="287"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9" name="Google Shape;21719;p138"/>
            <p:cNvSpPr/>
            <p:nvPr/>
          </p:nvSpPr>
          <p:spPr>
            <a:xfrm>
              <a:off x="5845166" y="3094346"/>
              <a:ext cx="11635" cy="11635"/>
            </a:xfrm>
            <a:custGeom>
              <a:avLst/>
              <a:gdLst/>
              <a:ahLst/>
              <a:cxnLst/>
              <a:rect l="l" t="t" r="r" b="b"/>
              <a:pathLst>
                <a:path w="358" h="358" extrusionOk="0">
                  <a:moveTo>
                    <a:pt x="191" y="0"/>
                  </a:moveTo>
                  <a:cubicBezTo>
                    <a:pt x="96" y="0"/>
                    <a:pt x="0" y="72"/>
                    <a:pt x="0" y="167"/>
                  </a:cubicBezTo>
                  <a:cubicBezTo>
                    <a:pt x="0" y="262"/>
                    <a:pt x="96" y="358"/>
                    <a:pt x="191" y="358"/>
                  </a:cubicBezTo>
                  <a:cubicBezTo>
                    <a:pt x="286" y="358"/>
                    <a:pt x="357" y="262"/>
                    <a:pt x="357" y="167"/>
                  </a:cubicBezTo>
                  <a:cubicBezTo>
                    <a:pt x="357" y="72"/>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0" name="Google Shape;21720;p138"/>
            <p:cNvSpPr/>
            <p:nvPr/>
          </p:nvSpPr>
          <p:spPr>
            <a:xfrm>
              <a:off x="5558028" y="3145436"/>
              <a:ext cx="147063" cy="62140"/>
            </a:xfrm>
            <a:custGeom>
              <a:avLst/>
              <a:gdLst/>
              <a:ahLst/>
              <a:cxnLst/>
              <a:rect l="l" t="t" r="r" b="b"/>
              <a:pathLst>
                <a:path w="4525" h="1912" extrusionOk="0">
                  <a:moveTo>
                    <a:pt x="143" y="0"/>
                  </a:moveTo>
                  <a:cubicBezTo>
                    <a:pt x="72" y="0"/>
                    <a:pt x="0" y="72"/>
                    <a:pt x="0" y="143"/>
                  </a:cubicBezTo>
                  <a:lnTo>
                    <a:pt x="0" y="1429"/>
                  </a:lnTo>
                  <a:cubicBezTo>
                    <a:pt x="0" y="1524"/>
                    <a:pt x="72" y="1572"/>
                    <a:pt x="143" y="1572"/>
                  </a:cubicBezTo>
                  <a:lnTo>
                    <a:pt x="1262" y="1572"/>
                  </a:lnTo>
                  <a:cubicBezTo>
                    <a:pt x="1310" y="1572"/>
                    <a:pt x="1334" y="1620"/>
                    <a:pt x="1381" y="1643"/>
                  </a:cubicBezTo>
                  <a:lnTo>
                    <a:pt x="1500" y="1858"/>
                  </a:lnTo>
                  <a:cubicBezTo>
                    <a:pt x="1524" y="1893"/>
                    <a:pt x="1566" y="1911"/>
                    <a:pt x="1608" y="1911"/>
                  </a:cubicBezTo>
                  <a:cubicBezTo>
                    <a:pt x="1649" y="1911"/>
                    <a:pt x="1691" y="1893"/>
                    <a:pt x="1715" y="1858"/>
                  </a:cubicBezTo>
                  <a:lnTo>
                    <a:pt x="1834" y="1643"/>
                  </a:lnTo>
                  <a:cubicBezTo>
                    <a:pt x="1881" y="1620"/>
                    <a:pt x="1905" y="1572"/>
                    <a:pt x="1953" y="1572"/>
                  </a:cubicBezTo>
                  <a:lnTo>
                    <a:pt x="4382" y="1572"/>
                  </a:lnTo>
                  <a:cubicBezTo>
                    <a:pt x="4453" y="1572"/>
                    <a:pt x="4525" y="1524"/>
                    <a:pt x="4525" y="1429"/>
                  </a:cubicBezTo>
                  <a:lnTo>
                    <a:pt x="4525" y="119"/>
                  </a:lnTo>
                  <a:cubicBezTo>
                    <a:pt x="4525" y="72"/>
                    <a:pt x="4477" y="0"/>
                    <a:pt x="4382"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1" name="Google Shape;21721;p138"/>
            <p:cNvSpPr/>
            <p:nvPr/>
          </p:nvSpPr>
          <p:spPr>
            <a:xfrm>
              <a:off x="5678766" y="3144656"/>
              <a:ext cx="26325" cy="51122"/>
            </a:xfrm>
            <a:custGeom>
              <a:avLst/>
              <a:gdLst/>
              <a:ahLst/>
              <a:cxnLst/>
              <a:rect l="l" t="t" r="r" b="b"/>
              <a:pathLst>
                <a:path w="810" h="1573" extrusionOk="0">
                  <a:moveTo>
                    <a:pt x="0" y="0"/>
                  </a:moveTo>
                  <a:cubicBezTo>
                    <a:pt x="95" y="0"/>
                    <a:pt x="167" y="48"/>
                    <a:pt x="167" y="143"/>
                  </a:cubicBezTo>
                  <a:lnTo>
                    <a:pt x="167" y="1429"/>
                  </a:lnTo>
                  <a:cubicBezTo>
                    <a:pt x="167" y="1524"/>
                    <a:pt x="95" y="1572"/>
                    <a:pt x="0" y="1572"/>
                  </a:cubicBezTo>
                  <a:lnTo>
                    <a:pt x="667" y="1572"/>
                  </a:lnTo>
                  <a:cubicBezTo>
                    <a:pt x="762" y="1572"/>
                    <a:pt x="810" y="1524"/>
                    <a:pt x="810" y="1429"/>
                  </a:cubicBezTo>
                  <a:lnTo>
                    <a:pt x="810" y="143"/>
                  </a:lnTo>
                  <a:cubicBezTo>
                    <a:pt x="810" y="48"/>
                    <a:pt x="762" y="0"/>
                    <a:pt x="667"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2" name="Google Shape;21722;p138"/>
            <p:cNvSpPr/>
            <p:nvPr/>
          </p:nvSpPr>
          <p:spPr>
            <a:xfrm>
              <a:off x="5704311" y="3266953"/>
              <a:ext cx="147063" cy="78975"/>
            </a:xfrm>
            <a:custGeom>
              <a:avLst/>
              <a:gdLst/>
              <a:ahLst/>
              <a:cxnLst/>
              <a:rect l="l" t="t" r="r" b="b"/>
              <a:pathLst>
                <a:path w="4525" h="2430" extrusionOk="0">
                  <a:moveTo>
                    <a:pt x="3367" y="0"/>
                  </a:moveTo>
                  <a:cubicBezTo>
                    <a:pt x="3322" y="0"/>
                    <a:pt x="3275" y="24"/>
                    <a:pt x="3239" y="71"/>
                  </a:cubicBezTo>
                  <a:lnTo>
                    <a:pt x="3120" y="286"/>
                  </a:lnTo>
                  <a:cubicBezTo>
                    <a:pt x="3096" y="310"/>
                    <a:pt x="3072" y="333"/>
                    <a:pt x="3001" y="333"/>
                  </a:cubicBezTo>
                  <a:lnTo>
                    <a:pt x="143" y="333"/>
                  </a:lnTo>
                  <a:cubicBezTo>
                    <a:pt x="48" y="333"/>
                    <a:pt x="0" y="405"/>
                    <a:pt x="0" y="500"/>
                  </a:cubicBezTo>
                  <a:lnTo>
                    <a:pt x="0" y="2286"/>
                  </a:lnTo>
                  <a:cubicBezTo>
                    <a:pt x="24" y="2358"/>
                    <a:pt x="71" y="2429"/>
                    <a:pt x="143" y="2429"/>
                  </a:cubicBezTo>
                  <a:lnTo>
                    <a:pt x="4382" y="2429"/>
                  </a:lnTo>
                  <a:cubicBezTo>
                    <a:pt x="4453" y="2429"/>
                    <a:pt x="4525" y="2358"/>
                    <a:pt x="4525" y="2286"/>
                  </a:cubicBezTo>
                  <a:lnTo>
                    <a:pt x="4525" y="500"/>
                  </a:lnTo>
                  <a:cubicBezTo>
                    <a:pt x="4525" y="405"/>
                    <a:pt x="4453" y="333"/>
                    <a:pt x="4382" y="333"/>
                  </a:cubicBezTo>
                  <a:lnTo>
                    <a:pt x="3715" y="333"/>
                  </a:lnTo>
                  <a:cubicBezTo>
                    <a:pt x="3644" y="333"/>
                    <a:pt x="3620" y="310"/>
                    <a:pt x="3596" y="286"/>
                  </a:cubicBezTo>
                  <a:lnTo>
                    <a:pt x="3477" y="71"/>
                  </a:lnTo>
                  <a:cubicBezTo>
                    <a:pt x="3453" y="24"/>
                    <a:pt x="3411" y="0"/>
                    <a:pt x="3367" y="0"/>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3" name="Google Shape;21723;p138"/>
            <p:cNvSpPr/>
            <p:nvPr/>
          </p:nvSpPr>
          <p:spPr>
            <a:xfrm>
              <a:off x="5824268" y="3279336"/>
              <a:ext cx="26325" cy="67340"/>
            </a:xfrm>
            <a:custGeom>
              <a:avLst/>
              <a:gdLst/>
              <a:ahLst/>
              <a:cxnLst/>
              <a:rect l="l" t="t" r="r" b="b"/>
              <a:pathLst>
                <a:path w="810" h="2072" extrusionOk="0">
                  <a:moveTo>
                    <a:pt x="24" y="0"/>
                  </a:moveTo>
                  <a:cubicBezTo>
                    <a:pt x="96" y="0"/>
                    <a:pt x="143" y="48"/>
                    <a:pt x="143" y="143"/>
                  </a:cubicBezTo>
                  <a:lnTo>
                    <a:pt x="143" y="1929"/>
                  </a:lnTo>
                  <a:cubicBezTo>
                    <a:pt x="143" y="2024"/>
                    <a:pt x="72" y="2072"/>
                    <a:pt x="0" y="2072"/>
                  </a:cubicBezTo>
                  <a:lnTo>
                    <a:pt x="643" y="2072"/>
                  </a:lnTo>
                  <a:cubicBezTo>
                    <a:pt x="739" y="2072"/>
                    <a:pt x="810" y="2024"/>
                    <a:pt x="810" y="1929"/>
                  </a:cubicBezTo>
                  <a:lnTo>
                    <a:pt x="810" y="143"/>
                  </a:lnTo>
                  <a:cubicBezTo>
                    <a:pt x="810" y="48"/>
                    <a:pt x="739" y="0"/>
                    <a:pt x="69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4" name="Google Shape;21724;p138"/>
            <p:cNvSpPr/>
            <p:nvPr/>
          </p:nvSpPr>
          <p:spPr>
            <a:xfrm>
              <a:off x="5721308" y="3296333"/>
              <a:ext cx="48815" cy="10888"/>
            </a:xfrm>
            <a:custGeom>
              <a:avLst/>
              <a:gdLst/>
              <a:ahLst/>
              <a:cxnLst/>
              <a:rect l="l" t="t" r="r" b="b"/>
              <a:pathLst>
                <a:path w="1502" h="335" extrusionOk="0">
                  <a:moveTo>
                    <a:pt x="144" y="1"/>
                  </a:moveTo>
                  <a:cubicBezTo>
                    <a:pt x="72" y="1"/>
                    <a:pt x="1" y="96"/>
                    <a:pt x="1" y="191"/>
                  </a:cubicBezTo>
                  <a:cubicBezTo>
                    <a:pt x="1" y="263"/>
                    <a:pt x="96" y="334"/>
                    <a:pt x="191" y="334"/>
                  </a:cubicBezTo>
                  <a:lnTo>
                    <a:pt x="1335" y="334"/>
                  </a:lnTo>
                  <a:cubicBezTo>
                    <a:pt x="1430" y="334"/>
                    <a:pt x="1501" y="263"/>
                    <a:pt x="1501" y="144"/>
                  </a:cubicBezTo>
                  <a:cubicBezTo>
                    <a:pt x="1501" y="72"/>
                    <a:pt x="1406" y="1"/>
                    <a:pt x="131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5" name="Google Shape;21725;p138"/>
            <p:cNvSpPr/>
            <p:nvPr/>
          </p:nvSpPr>
          <p:spPr>
            <a:xfrm>
              <a:off x="5721308" y="3316483"/>
              <a:ext cx="100653" cy="10855"/>
            </a:xfrm>
            <a:custGeom>
              <a:avLst/>
              <a:gdLst/>
              <a:ahLst/>
              <a:cxnLst/>
              <a:rect l="l" t="t" r="r" b="b"/>
              <a:pathLst>
                <a:path w="3097" h="334" extrusionOk="0">
                  <a:moveTo>
                    <a:pt x="191" y="0"/>
                  </a:moveTo>
                  <a:cubicBezTo>
                    <a:pt x="72" y="0"/>
                    <a:pt x="1" y="95"/>
                    <a:pt x="1" y="191"/>
                  </a:cubicBezTo>
                  <a:cubicBezTo>
                    <a:pt x="49" y="286"/>
                    <a:pt x="96" y="334"/>
                    <a:pt x="191" y="334"/>
                  </a:cubicBezTo>
                  <a:lnTo>
                    <a:pt x="2930" y="334"/>
                  </a:lnTo>
                  <a:cubicBezTo>
                    <a:pt x="3025" y="334"/>
                    <a:pt x="3097" y="238"/>
                    <a:pt x="3097" y="143"/>
                  </a:cubicBezTo>
                  <a:cubicBezTo>
                    <a:pt x="3073" y="72"/>
                    <a:pt x="3025" y="0"/>
                    <a:pt x="293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6" name="Google Shape;21726;p138"/>
            <p:cNvSpPr/>
            <p:nvPr/>
          </p:nvSpPr>
          <p:spPr>
            <a:xfrm>
              <a:off x="5578146" y="3163213"/>
              <a:ext cx="99093" cy="10108"/>
            </a:xfrm>
            <a:custGeom>
              <a:avLst/>
              <a:gdLst/>
              <a:ahLst/>
              <a:cxnLst/>
              <a:rect l="l" t="t" r="r" b="b"/>
              <a:pathLst>
                <a:path w="3049" h="311" extrusionOk="0">
                  <a:moveTo>
                    <a:pt x="191" y="1"/>
                  </a:moveTo>
                  <a:cubicBezTo>
                    <a:pt x="72" y="1"/>
                    <a:pt x="0" y="72"/>
                    <a:pt x="0" y="168"/>
                  </a:cubicBezTo>
                  <a:cubicBezTo>
                    <a:pt x="48" y="263"/>
                    <a:pt x="96" y="310"/>
                    <a:pt x="191" y="310"/>
                  </a:cubicBezTo>
                  <a:lnTo>
                    <a:pt x="2858" y="310"/>
                  </a:lnTo>
                  <a:cubicBezTo>
                    <a:pt x="2953" y="310"/>
                    <a:pt x="3049" y="263"/>
                    <a:pt x="3049" y="144"/>
                  </a:cubicBezTo>
                  <a:cubicBezTo>
                    <a:pt x="3025" y="49"/>
                    <a:pt x="2953" y="1"/>
                    <a:pt x="285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7" name="Google Shape;21727;p138"/>
            <p:cNvSpPr/>
            <p:nvPr/>
          </p:nvSpPr>
          <p:spPr>
            <a:xfrm>
              <a:off x="5550261" y="3231333"/>
              <a:ext cx="123110" cy="114725"/>
            </a:xfrm>
            <a:custGeom>
              <a:avLst/>
              <a:gdLst/>
              <a:ahLst/>
              <a:cxnLst/>
              <a:rect l="l" t="t" r="r" b="b"/>
              <a:pathLst>
                <a:path w="3788" h="3530" extrusionOk="0">
                  <a:moveTo>
                    <a:pt x="1882" y="1"/>
                  </a:moveTo>
                  <a:cubicBezTo>
                    <a:pt x="834" y="1"/>
                    <a:pt x="1" y="882"/>
                    <a:pt x="25" y="1906"/>
                  </a:cubicBezTo>
                  <a:cubicBezTo>
                    <a:pt x="72" y="2573"/>
                    <a:pt x="382" y="3144"/>
                    <a:pt x="930" y="3454"/>
                  </a:cubicBezTo>
                  <a:cubicBezTo>
                    <a:pt x="967" y="3481"/>
                    <a:pt x="1007" y="3493"/>
                    <a:pt x="1048" y="3493"/>
                  </a:cubicBezTo>
                  <a:cubicBezTo>
                    <a:pt x="1294" y="3493"/>
                    <a:pt x="1600" y="3073"/>
                    <a:pt x="1906" y="3073"/>
                  </a:cubicBezTo>
                  <a:lnTo>
                    <a:pt x="1906" y="3049"/>
                  </a:lnTo>
                  <a:cubicBezTo>
                    <a:pt x="2242" y="3049"/>
                    <a:pt x="2541" y="3530"/>
                    <a:pt x="2786" y="3530"/>
                  </a:cubicBezTo>
                  <a:cubicBezTo>
                    <a:pt x="2819" y="3530"/>
                    <a:pt x="2851" y="3521"/>
                    <a:pt x="2883" y="3501"/>
                  </a:cubicBezTo>
                  <a:cubicBezTo>
                    <a:pt x="3430" y="3168"/>
                    <a:pt x="3787" y="2573"/>
                    <a:pt x="3787" y="1882"/>
                  </a:cubicBezTo>
                  <a:cubicBezTo>
                    <a:pt x="3787" y="834"/>
                    <a:pt x="2930" y="1"/>
                    <a:pt x="1882"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8" name="Google Shape;21728;p138"/>
            <p:cNvSpPr/>
            <p:nvPr/>
          </p:nvSpPr>
          <p:spPr>
            <a:xfrm>
              <a:off x="5602911" y="3231333"/>
              <a:ext cx="72020" cy="113945"/>
            </a:xfrm>
            <a:custGeom>
              <a:avLst/>
              <a:gdLst/>
              <a:ahLst/>
              <a:cxnLst/>
              <a:rect l="l" t="t" r="r" b="b"/>
              <a:pathLst>
                <a:path w="2216" h="3506" extrusionOk="0">
                  <a:moveTo>
                    <a:pt x="310" y="1"/>
                  </a:moveTo>
                  <a:cubicBezTo>
                    <a:pt x="191" y="1"/>
                    <a:pt x="72" y="1"/>
                    <a:pt x="0" y="48"/>
                  </a:cubicBezTo>
                  <a:cubicBezTo>
                    <a:pt x="881" y="191"/>
                    <a:pt x="1548" y="953"/>
                    <a:pt x="1548" y="1882"/>
                  </a:cubicBezTo>
                  <a:cubicBezTo>
                    <a:pt x="1548" y="2358"/>
                    <a:pt x="1358" y="2787"/>
                    <a:pt x="1096" y="3096"/>
                  </a:cubicBezTo>
                  <a:cubicBezTo>
                    <a:pt x="1073" y="3141"/>
                    <a:pt x="1200" y="3505"/>
                    <a:pt x="1314" y="3505"/>
                  </a:cubicBezTo>
                  <a:cubicBezTo>
                    <a:pt x="1321" y="3505"/>
                    <a:pt x="1327" y="3504"/>
                    <a:pt x="1334" y="3501"/>
                  </a:cubicBezTo>
                  <a:cubicBezTo>
                    <a:pt x="1858" y="3168"/>
                    <a:pt x="2215" y="2573"/>
                    <a:pt x="2215" y="1882"/>
                  </a:cubicBezTo>
                  <a:cubicBezTo>
                    <a:pt x="2191" y="834"/>
                    <a:pt x="1334" y="1"/>
                    <a:pt x="31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9" name="Google Shape;21729;p138"/>
            <p:cNvSpPr/>
            <p:nvPr/>
          </p:nvSpPr>
          <p:spPr>
            <a:xfrm>
              <a:off x="5580453" y="3325746"/>
              <a:ext cx="63505" cy="26357"/>
            </a:xfrm>
            <a:custGeom>
              <a:avLst/>
              <a:gdLst/>
              <a:ahLst/>
              <a:cxnLst/>
              <a:rect l="l" t="t" r="r" b="b"/>
              <a:pathLst>
                <a:path w="1954" h="811" extrusionOk="0">
                  <a:moveTo>
                    <a:pt x="739" y="1"/>
                  </a:moveTo>
                  <a:cubicBezTo>
                    <a:pt x="382" y="1"/>
                    <a:pt x="72" y="239"/>
                    <a:pt x="1" y="549"/>
                  </a:cubicBezTo>
                  <a:cubicBezTo>
                    <a:pt x="286" y="739"/>
                    <a:pt x="620" y="811"/>
                    <a:pt x="977" y="811"/>
                  </a:cubicBezTo>
                  <a:cubicBezTo>
                    <a:pt x="1334" y="811"/>
                    <a:pt x="1692" y="739"/>
                    <a:pt x="1954" y="549"/>
                  </a:cubicBezTo>
                  <a:cubicBezTo>
                    <a:pt x="1906" y="239"/>
                    <a:pt x="1596" y="1"/>
                    <a:pt x="123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0" name="Google Shape;21730;p138"/>
            <p:cNvSpPr/>
            <p:nvPr/>
          </p:nvSpPr>
          <p:spPr>
            <a:xfrm>
              <a:off x="5597483" y="3259966"/>
              <a:ext cx="31005" cy="40300"/>
            </a:xfrm>
            <a:custGeom>
              <a:avLst/>
              <a:gdLst/>
              <a:ahLst/>
              <a:cxnLst/>
              <a:rect l="l" t="t" r="r" b="b"/>
              <a:pathLst>
                <a:path w="954" h="1240" extrusionOk="0">
                  <a:moveTo>
                    <a:pt x="477" y="1"/>
                  </a:moveTo>
                  <a:cubicBezTo>
                    <a:pt x="215" y="1"/>
                    <a:pt x="1" y="263"/>
                    <a:pt x="1" y="620"/>
                  </a:cubicBezTo>
                  <a:cubicBezTo>
                    <a:pt x="1" y="953"/>
                    <a:pt x="215" y="1239"/>
                    <a:pt x="477" y="1239"/>
                  </a:cubicBezTo>
                  <a:cubicBezTo>
                    <a:pt x="739" y="1239"/>
                    <a:pt x="953" y="953"/>
                    <a:pt x="953" y="620"/>
                  </a:cubicBezTo>
                  <a:cubicBezTo>
                    <a:pt x="953" y="263"/>
                    <a:pt x="739" y="1"/>
                    <a:pt x="47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1" name="Google Shape;21731;p138"/>
            <p:cNvSpPr/>
            <p:nvPr/>
          </p:nvSpPr>
          <p:spPr>
            <a:xfrm>
              <a:off x="5601351" y="3331953"/>
              <a:ext cx="44168" cy="21710"/>
            </a:xfrm>
            <a:custGeom>
              <a:avLst/>
              <a:gdLst/>
              <a:ahLst/>
              <a:cxnLst/>
              <a:rect l="l" t="t" r="r" b="b"/>
              <a:pathLst>
                <a:path w="1359" h="668" extrusionOk="0">
                  <a:moveTo>
                    <a:pt x="1120" y="0"/>
                  </a:moveTo>
                  <a:cubicBezTo>
                    <a:pt x="834" y="334"/>
                    <a:pt x="453" y="572"/>
                    <a:pt x="1" y="643"/>
                  </a:cubicBezTo>
                  <a:cubicBezTo>
                    <a:pt x="120" y="667"/>
                    <a:pt x="215" y="667"/>
                    <a:pt x="334" y="667"/>
                  </a:cubicBezTo>
                  <a:cubicBezTo>
                    <a:pt x="715" y="667"/>
                    <a:pt x="1072" y="548"/>
                    <a:pt x="1358" y="358"/>
                  </a:cubicBezTo>
                  <a:cubicBezTo>
                    <a:pt x="1287" y="191"/>
                    <a:pt x="1191" y="72"/>
                    <a:pt x="112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2" name="Google Shape;21732;p138"/>
            <p:cNvSpPr/>
            <p:nvPr/>
          </p:nvSpPr>
          <p:spPr>
            <a:xfrm>
              <a:off x="5766223" y="3144656"/>
              <a:ext cx="93665" cy="87425"/>
            </a:xfrm>
            <a:custGeom>
              <a:avLst/>
              <a:gdLst/>
              <a:ahLst/>
              <a:cxnLst/>
              <a:rect l="l" t="t" r="r" b="b"/>
              <a:pathLst>
                <a:path w="2882" h="2690" extrusionOk="0">
                  <a:moveTo>
                    <a:pt x="1429" y="0"/>
                  </a:moveTo>
                  <a:cubicBezTo>
                    <a:pt x="643" y="24"/>
                    <a:pt x="24" y="620"/>
                    <a:pt x="0" y="1405"/>
                  </a:cubicBezTo>
                  <a:cubicBezTo>
                    <a:pt x="0" y="1929"/>
                    <a:pt x="262" y="2406"/>
                    <a:pt x="691" y="2668"/>
                  </a:cubicBezTo>
                  <a:cubicBezTo>
                    <a:pt x="715" y="2683"/>
                    <a:pt x="741" y="2689"/>
                    <a:pt x="769" y="2689"/>
                  </a:cubicBezTo>
                  <a:cubicBezTo>
                    <a:pt x="954" y="2689"/>
                    <a:pt x="1201" y="2382"/>
                    <a:pt x="1429" y="2382"/>
                  </a:cubicBezTo>
                  <a:lnTo>
                    <a:pt x="1429" y="2358"/>
                  </a:lnTo>
                  <a:cubicBezTo>
                    <a:pt x="1647" y="2358"/>
                    <a:pt x="1866" y="2689"/>
                    <a:pt x="2070" y="2689"/>
                  </a:cubicBezTo>
                  <a:cubicBezTo>
                    <a:pt x="2111" y="2689"/>
                    <a:pt x="2151" y="2676"/>
                    <a:pt x="2191" y="2644"/>
                  </a:cubicBezTo>
                  <a:cubicBezTo>
                    <a:pt x="2620" y="2406"/>
                    <a:pt x="2882" y="1929"/>
                    <a:pt x="2882" y="1429"/>
                  </a:cubicBezTo>
                  <a:cubicBezTo>
                    <a:pt x="2882" y="620"/>
                    <a:pt x="2239" y="0"/>
                    <a:pt x="142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3" name="Google Shape;21733;p138"/>
            <p:cNvSpPr/>
            <p:nvPr/>
          </p:nvSpPr>
          <p:spPr>
            <a:xfrm>
              <a:off x="5804151" y="3145436"/>
              <a:ext cx="54957" cy="87522"/>
            </a:xfrm>
            <a:custGeom>
              <a:avLst/>
              <a:gdLst/>
              <a:ahLst/>
              <a:cxnLst/>
              <a:rect l="l" t="t" r="r" b="b"/>
              <a:pathLst>
                <a:path w="1691" h="2693" extrusionOk="0">
                  <a:moveTo>
                    <a:pt x="262" y="0"/>
                  </a:moveTo>
                  <a:cubicBezTo>
                    <a:pt x="167" y="0"/>
                    <a:pt x="72" y="0"/>
                    <a:pt x="0" y="24"/>
                  </a:cubicBezTo>
                  <a:cubicBezTo>
                    <a:pt x="667" y="143"/>
                    <a:pt x="1191" y="738"/>
                    <a:pt x="1191" y="1453"/>
                  </a:cubicBezTo>
                  <a:cubicBezTo>
                    <a:pt x="1191" y="1810"/>
                    <a:pt x="1072" y="2143"/>
                    <a:pt x="834" y="2382"/>
                  </a:cubicBezTo>
                  <a:cubicBezTo>
                    <a:pt x="788" y="2405"/>
                    <a:pt x="896" y="2692"/>
                    <a:pt x="990" y="2692"/>
                  </a:cubicBezTo>
                  <a:cubicBezTo>
                    <a:pt x="993" y="2692"/>
                    <a:pt x="997" y="2692"/>
                    <a:pt x="1000" y="2691"/>
                  </a:cubicBezTo>
                  <a:cubicBezTo>
                    <a:pt x="1429" y="2405"/>
                    <a:pt x="1691" y="1977"/>
                    <a:pt x="1691" y="1453"/>
                  </a:cubicBezTo>
                  <a:cubicBezTo>
                    <a:pt x="1691" y="667"/>
                    <a:pt x="1072" y="0"/>
                    <a:pt x="26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4" name="Google Shape;21734;p138"/>
            <p:cNvSpPr/>
            <p:nvPr/>
          </p:nvSpPr>
          <p:spPr>
            <a:xfrm>
              <a:off x="5787121" y="3217391"/>
              <a:ext cx="48782" cy="20930"/>
            </a:xfrm>
            <a:custGeom>
              <a:avLst/>
              <a:gdLst/>
              <a:ahLst/>
              <a:cxnLst/>
              <a:rect l="l" t="t" r="r" b="b"/>
              <a:pathLst>
                <a:path w="1501" h="644" extrusionOk="0">
                  <a:moveTo>
                    <a:pt x="572" y="1"/>
                  </a:moveTo>
                  <a:cubicBezTo>
                    <a:pt x="310" y="1"/>
                    <a:pt x="72" y="168"/>
                    <a:pt x="0" y="430"/>
                  </a:cubicBezTo>
                  <a:cubicBezTo>
                    <a:pt x="215" y="596"/>
                    <a:pt x="476" y="644"/>
                    <a:pt x="762" y="644"/>
                  </a:cubicBezTo>
                  <a:cubicBezTo>
                    <a:pt x="1024" y="644"/>
                    <a:pt x="1286" y="549"/>
                    <a:pt x="1500" y="430"/>
                  </a:cubicBezTo>
                  <a:cubicBezTo>
                    <a:pt x="1477" y="168"/>
                    <a:pt x="1262" y="1"/>
                    <a:pt x="95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5" name="Google Shape;21735;p138"/>
            <p:cNvSpPr/>
            <p:nvPr/>
          </p:nvSpPr>
          <p:spPr>
            <a:xfrm>
              <a:off x="5801031" y="3166333"/>
              <a:ext cx="23270" cy="30972"/>
            </a:xfrm>
            <a:custGeom>
              <a:avLst/>
              <a:gdLst/>
              <a:ahLst/>
              <a:cxnLst/>
              <a:rect l="l" t="t" r="r" b="b"/>
              <a:pathLst>
                <a:path w="716" h="953" extrusionOk="0">
                  <a:moveTo>
                    <a:pt x="358" y="0"/>
                  </a:moveTo>
                  <a:cubicBezTo>
                    <a:pt x="144" y="0"/>
                    <a:pt x="1" y="214"/>
                    <a:pt x="1" y="476"/>
                  </a:cubicBezTo>
                  <a:cubicBezTo>
                    <a:pt x="1" y="762"/>
                    <a:pt x="144" y="953"/>
                    <a:pt x="358" y="953"/>
                  </a:cubicBezTo>
                  <a:cubicBezTo>
                    <a:pt x="549" y="953"/>
                    <a:pt x="715" y="762"/>
                    <a:pt x="715" y="476"/>
                  </a:cubicBezTo>
                  <a:cubicBezTo>
                    <a:pt x="715" y="214"/>
                    <a:pt x="549" y="0"/>
                    <a:pt x="3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6" name="Google Shape;21736;p138"/>
            <p:cNvSpPr/>
            <p:nvPr/>
          </p:nvSpPr>
          <p:spPr>
            <a:xfrm>
              <a:off x="5804898" y="3222818"/>
              <a:ext cx="32565" cy="16283"/>
            </a:xfrm>
            <a:custGeom>
              <a:avLst/>
              <a:gdLst/>
              <a:ahLst/>
              <a:cxnLst/>
              <a:rect l="l" t="t" r="r" b="b"/>
              <a:pathLst>
                <a:path w="1002" h="501" extrusionOk="0">
                  <a:moveTo>
                    <a:pt x="834" y="1"/>
                  </a:moveTo>
                  <a:cubicBezTo>
                    <a:pt x="620" y="239"/>
                    <a:pt x="334" y="429"/>
                    <a:pt x="1" y="477"/>
                  </a:cubicBezTo>
                  <a:cubicBezTo>
                    <a:pt x="96" y="477"/>
                    <a:pt x="168" y="501"/>
                    <a:pt x="239" y="501"/>
                  </a:cubicBezTo>
                  <a:cubicBezTo>
                    <a:pt x="525" y="501"/>
                    <a:pt x="811" y="429"/>
                    <a:pt x="1001" y="263"/>
                  </a:cubicBezTo>
                  <a:cubicBezTo>
                    <a:pt x="953" y="120"/>
                    <a:pt x="858" y="24"/>
                    <a:pt x="834"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7" name="Google Shape;21737;p138"/>
          <p:cNvGrpSpPr/>
          <p:nvPr/>
        </p:nvGrpSpPr>
        <p:grpSpPr>
          <a:xfrm>
            <a:off x="6284013" y="2879838"/>
            <a:ext cx="349082" cy="357792"/>
            <a:chOff x="6284013" y="3032238"/>
            <a:chExt cx="349082" cy="357792"/>
          </a:xfrm>
        </p:grpSpPr>
        <p:sp>
          <p:nvSpPr>
            <p:cNvPr id="21738" name="Google Shape;21738;p138"/>
            <p:cNvSpPr/>
            <p:nvPr/>
          </p:nvSpPr>
          <p:spPr>
            <a:xfrm>
              <a:off x="6284761" y="3032238"/>
              <a:ext cx="314275" cy="281938"/>
            </a:xfrm>
            <a:custGeom>
              <a:avLst/>
              <a:gdLst/>
              <a:ahLst/>
              <a:cxnLst/>
              <a:rect l="l" t="t" r="r" b="b"/>
              <a:pathLst>
                <a:path w="9670" h="8675" extrusionOk="0">
                  <a:moveTo>
                    <a:pt x="4835" y="0"/>
                  </a:moveTo>
                  <a:cubicBezTo>
                    <a:pt x="4722" y="0"/>
                    <a:pt x="4609" y="42"/>
                    <a:pt x="4526" y="125"/>
                  </a:cubicBezTo>
                  <a:lnTo>
                    <a:pt x="1" y="3721"/>
                  </a:lnTo>
                  <a:lnTo>
                    <a:pt x="4907" y="8675"/>
                  </a:lnTo>
                  <a:lnTo>
                    <a:pt x="9670" y="3721"/>
                  </a:lnTo>
                  <a:lnTo>
                    <a:pt x="5145" y="125"/>
                  </a:lnTo>
                  <a:cubicBezTo>
                    <a:pt x="5061" y="42"/>
                    <a:pt x="4948" y="0"/>
                    <a:pt x="4835"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9" name="Google Shape;21739;p138"/>
            <p:cNvSpPr/>
            <p:nvPr/>
          </p:nvSpPr>
          <p:spPr>
            <a:xfrm>
              <a:off x="6321161" y="3061066"/>
              <a:ext cx="246155" cy="255450"/>
            </a:xfrm>
            <a:custGeom>
              <a:avLst/>
              <a:gdLst/>
              <a:ahLst/>
              <a:cxnLst/>
              <a:rect l="l" t="t" r="r" b="b"/>
              <a:pathLst>
                <a:path w="7574" h="7860" extrusionOk="0">
                  <a:moveTo>
                    <a:pt x="334" y="0"/>
                  </a:moveTo>
                  <a:cubicBezTo>
                    <a:pt x="167" y="0"/>
                    <a:pt x="0" y="143"/>
                    <a:pt x="0" y="334"/>
                  </a:cubicBezTo>
                  <a:lnTo>
                    <a:pt x="0" y="7859"/>
                  </a:lnTo>
                  <a:lnTo>
                    <a:pt x="7573" y="7859"/>
                  </a:lnTo>
                  <a:lnTo>
                    <a:pt x="7573" y="334"/>
                  </a:lnTo>
                  <a:cubicBezTo>
                    <a:pt x="7573" y="143"/>
                    <a:pt x="7430" y="0"/>
                    <a:pt x="724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0" name="Google Shape;21740;p138"/>
            <p:cNvSpPr/>
            <p:nvPr/>
          </p:nvSpPr>
          <p:spPr>
            <a:xfrm>
              <a:off x="6534003" y="3061066"/>
              <a:ext cx="33313" cy="255450"/>
            </a:xfrm>
            <a:custGeom>
              <a:avLst/>
              <a:gdLst/>
              <a:ahLst/>
              <a:cxnLst/>
              <a:rect l="l" t="t" r="r" b="b"/>
              <a:pathLst>
                <a:path w="1025" h="7860" extrusionOk="0">
                  <a:moveTo>
                    <a:pt x="0" y="0"/>
                  </a:moveTo>
                  <a:cubicBezTo>
                    <a:pt x="191" y="0"/>
                    <a:pt x="334" y="143"/>
                    <a:pt x="334" y="334"/>
                  </a:cubicBezTo>
                  <a:lnTo>
                    <a:pt x="334" y="7859"/>
                  </a:lnTo>
                  <a:lnTo>
                    <a:pt x="1000" y="7859"/>
                  </a:lnTo>
                  <a:lnTo>
                    <a:pt x="1000" y="334"/>
                  </a:lnTo>
                  <a:cubicBezTo>
                    <a:pt x="1024" y="143"/>
                    <a:pt x="881" y="0"/>
                    <a:pt x="66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1" name="Google Shape;21741;p138"/>
            <p:cNvSpPr/>
            <p:nvPr/>
          </p:nvSpPr>
          <p:spPr>
            <a:xfrm>
              <a:off x="6284013" y="3153171"/>
              <a:ext cx="315802" cy="201272"/>
            </a:xfrm>
            <a:custGeom>
              <a:avLst/>
              <a:gdLst/>
              <a:ahLst/>
              <a:cxnLst/>
              <a:rect l="l" t="t" r="r" b="b"/>
              <a:pathLst>
                <a:path w="9717" h="6193" extrusionOk="0">
                  <a:moveTo>
                    <a:pt x="0" y="0"/>
                  </a:moveTo>
                  <a:lnTo>
                    <a:pt x="0" y="5573"/>
                  </a:lnTo>
                  <a:cubicBezTo>
                    <a:pt x="0" y="5930"/>
                    <a:pt x="262" y="6192"/>
                    <a:pt x="619" y="6192"/>
                  </a:cubicBezTo>
                  <a:lnTo>
                    <a:pt x="9073" y="6192"/>
                  </a:lnTo>
                  <a:cubicBezTo>
                    <a:pt x="9431" y="6192"/>
                    <a:pt x="9716" y="5930"/>
                    <a:pt x="9693" y="5573"/>
                  </a:cubicBezTo>
                  <a:lnTo>
                    <a:pt x="9693" y="0"/>
                  </a:lnTo>
                  <a:lnTo>
                    <a:pt x="4834" y="4144"/>
                  </a:lnTo>
                  <a:lnTo>
                    <a:pt x="0" y="0"/>
                  </a:ln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2" name="Google Shape;21742;p138"/>
            <p:cNvSpPr/>
            <p:nvPr/>
          </p:nvSpPr>
          <p:spPr>
            <a:xfrm>
              <a:off x="6557208" y="3153171"/>
              <a:ext cx="41827" cy="201272"/>
            </a:xfrm>
            <a:custGeom>
              <a:avLst/>
              <a:gdLst/>
              <a:ahLst/>
              <a:cxnLst/>
              <a:rect l="l" t="t" r="r" b="b"/>
              <a:pathLst>
                <a:path w="1287" h="6193" extrusionOk="0">
                  <a:moveTo>
                    <a:pt x="1287" y="0"/>
                  </a:moveTo>
                  <a:lnTo>
                    <a:pt x="644" y="572"/>
                  </a:lnTo>
                  <a:lnTo>
                    <a:pt x="644" y="5573"/>
                  </a:lnTo>
                  <a:cubicBezTo>
                    <a:pt x="644" y="5930"/>
                    <a:pt x="334" y="6192"/>
                    <a:pt x="1" y="6192"/>
                  </a:cubicBezTo>
                  <a:lnTo>
                    <a:pt x="667" y="6192"/>
                  </a:lnTo>
                  <a:cubicBezTo>
                    <a:pt x="1025" y="6192"/>
                    <a:pt x="1287" y="5930"/>
                    <a:pt x="1287" y="5573"/>
                  </a:cubicBezTo>
                  <a:lnTo>
                    <a:pt x="1287" y="0"/>
                  </a:ln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3" name="Google Shape;21743;p138"/>
            <p:cNvSpPr/>
            <p:nvPr/>
          </p:nvSpPr>
          <p:spPr>
            <a:xfrm>
              <a:off x="6284761" y="3241018"/>
              <a:ext cx="315055" cy="113425"/>
            </a:xfrm>
            <a:custGeom>
              <a:avLst/>
              <a:gdLst/>
              <a:ahLst/>
              <a:cxnLst/>
              <a:rect l="l" t="t" r="r" b="b"/>
              <a:pathLst>
                <a:path w="9694" h="3490" extrusionOk="0">
                  <a:moveTo>
                    <a:pt x="4862" y="0"/>
                  </a:moveTo>
                  <a:cubicBezTo>
                    <a:pt x="4817" y="0"/>
                    <a:pt x="4776" y="12"/>
                    <a:pt x="4740" y="36"/>
                  </a:cubicBezTo>
                  <a:lnTo>
                    <a:pt x="1" y="2846"/>
                  </a:lnTo>
                  <a:cubicBezTo>
                    <a:pt x="1" y="3203"/>
                    <a:pt x="263" y="3489"/>
                    <a:pt x="620" y="3489"/>
                  </a:cubicBezTo>
                  <a:lnTo>
                    <a:pt x="9074" y="3489"/>
                  </a:lnTo>
                  <a:cubicBezTo>
                    <a:pt x="9431" y="3489"/>
                    <a:pt x="9693" y="3227"/>
                    <a:pt x="9693" y="2870"/>
                  </a:cubicBezTo>
                  <a:lnTo>
                    <a:pt x="9693" y="2846"/>
                  </a:lnTo>
                  <a:lnTo>
                    <a:pt x="5002" y="36"/>
                  </a:lnTo>
                  <a:cubicBezTo>
                    <a:pt x="4954" y="12"/>
                    <a:pt x="4907" y="0"/>
                    <a:pt x="4862"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4" name="Google Shape;21744;p138"/>
            <p:cNvSpPr/>
            <p:nvPr/>
          </p:nvSpPr>
          <p:spPr>
            <a:xfrm>
              <a:off x="6424868" y="3241798"/>
              <a:ext cx="174948" cy="114953"/>
            </a:xfrm>
            <a:custGeom>
              <a:avLst/>
              <a:gdLst/>
              <a:ahLst/>
              <a:cxnLst/>
              <a:rect l="l" t="t" r="r" b="b"/>
              <a:pathLst>
                <a:path w="5383" h="3537" extrusionOk="0">
                  <a:moveTo>
                    <a:pt x="524" y="0"/>
                  </a:moveTo>
                  <a:cubicBezTo>
                    <a:pt x="477" y="0"/>
                    <a:pt x="429" y="12"/>
                    <a:pt x="381" y="36"/>
                  </a:cubicBezTo>
                  <a:lnTo>
                    <a:pt x="0" y="274"/>
                  </a:lnTo>
                  <a:lnTo>
                    <a:pt x="4739" y="3084"/>
                  </a:lnTo>
                  <a:lnTo>
                    <a:pt x="4739" y="3108"/>
                  </a:lnTo>
                  <a:cubicBezTo>
                    <a:pt x="4739" y="3251"/>
                    <a:pt x="4668" y="3417"/>
                    <a:pt x="4597" y="3536"/>
                  </a:cubicBezTo>
                  <a:lnTo>
                    <a:pt x="4763" y="3536"/>
                  </a:lnTo>
                  <a:cubicBezTo>
                    <a:pt x="5120" y="3536"/>
                    <a:pt x="5382" y="3251"/>
                    <a:pt x="5382" y="2894"/>
                  </a:cubicBezTo>
                  <a:lnTo>
                    <a:pt x="5382" y="2822"/>
                  </a:lnTo>
                  <a:lnTo>
                    <a:pt x="667" y="36"/>
                  </a:lnTo>
                  <a:cubicBezTo>
                    <a:pt x="619" y="12"/>
                    <a:pt x="572" y="0"/>
                    <a:pt x="52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5" name="Google Shape;21745;p138"/>
            <p:cNvSpPr/>
            <p:nvPr/>
          </p:nvSpPr>
          <p:spPr>
            <a:xfrm>
              <a:off x="6537871" y="3295586"/>
              <a:ext cx="95225" cy="94445"/>
            </a:xfrm>
            <a:custGeom>
              <a:avLst/>
              <a:gdLst/>
              <a:ahLst/>
              <a:cxnLst/>
              <a:rect l="l" t="t" r="r" b="b"/>
              <a:pathLst>
                <a:path w="2930" h="2906" extrusionOk="0">
                  <a:moveTo>
                    <a:pt x="1453" y="0"/>
                  </a:moveTo>
                  <a:cubicBezTo>
                    <a:pt x="667" y="0"/>
                    <a:pt x="0" y="643"/>
                    <a:pt x="0" y="1453"/>
                  </a:cubicBezTo>
                  <a:cubicBezTo>
                    <a:pt x="0" y="2263"/>
                    <a:pt x="667" y="2906"/>
                    <a:pt x="1453" y="2906"/>
                  </a:cubicBezTo>
                  <a:cubicBezTo>
                    <a:pt x="2263" y="2906"/>
                    <a:pt x="2929" y="2263"/>
                    <a:pt x="2929" y="1453"/>
                  </a:cubicBezTo>
                  <a:cubicBezTo>
                    <a:pt x="2929" y="643"/>
                    <a:pt x="2263" y="0"/>
                    <a:pt x="1453"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6" name="Google Shape;21746;p138"/>
            <p:cNvSpPr/>
            <p:nvPr/>
          </p:nvSpPr>
          <p:spPr>
            <a:xfrm>
              <a:off x="6575018" y="3295586"/>
              <a:ext cx="58077" cy="94445"/>
            </a:xfrm>
            <a:custGeom>
              <a:avLst/>
              <a:gdLst/>
              <a:ahLst/>
              <a:cxnLst/>
              <a:rect l="l" t="t" r="r" b="b"/>
              <a:pathLst>
                <a:path w="1787" h="2906" extrusionOk="0">
                  <a:moveTo>
                    <a:pt x="334" y="0"/>
                  </a:moveTo>
                  <a:cubicBezTo>
                    <a:pt x="215" y="0"/>
                    <a:pt x="96" y="0"/>
                    <a:pt x="0" y="24"/>
                  </a:cubicBezTo>
                  <a:cubicBezTo>
                    <a:pt x="643" y="167"/>
                    <a:pt x="1120" y="762"/>
                    <a:pt x="1120" y="1453"/>
                  </a:cubicBezTo>
                  <a:cubicBezTo>
                    <a:pt x="1120" y="2143"/>
                    <a:pt x="643" y="2739"/>
                    <a:pt x="0" y="2882"/>
                  </a:cubicBezTo>
                  <a:cubicBezTo>
                    <a:pt x="119" y="2906"/>
                    <a:pt x="215" y="2906"/>
                    <a:pt x="334" y="2906"/>
                  </a:cubicBezTo>
                  <a:cubicBezTo>
                    <a:pt x="1120" y="2906"/>
                    <a:pt x="1786" y="2263"/>
                    <a:pt x="1786" y="1453"/>
                  </a:cubicBezTo>
                  <a:cubicBezTo>
                    <a:pt x="1786" y="643"/>
                    <a:pt x="1120" y="0"/>
                    <a:pt x="334"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7" name="Google Shape;21747;p138"/>
            <p:cNvSpPr/>
            <p:nvPr/>
          </p:nvSpPr>
          <p:spPr>
            <a:xfrm>
              <a:off x="6393116" y="3099773"/>
              <a:ext cx="107640" cy="10075"/>
            </a:xfrm>
            <a:custGeom>
              <a:avLst/>
              <a:gdLst/>
              <a:ahLst/>
              <a:cxnLst/>
              <a:rect l="l" t="t" r="r" b="b"/>
              <a:pathLst>
                <a:path w="3312" h="310" extrusionOk="0">
                  <a:moveTo>
                    <a:pt x="144" y="0"/>
                  </a:moveTo>
                  <a:cubicBezTo>
                    <a:pt x="49" y="0"/>
                    <a:pt x="1" y="72"/>
                    <a:pt x="1" y="143"/>
                  </a:cubicBezTo>
                  <a:cubicBezTo>
                    <a:pt x="1" y="238"/>
                    <a:pt x="49" y="310"/>
                    <a:pt x="144" y="310"/>
                  </a:cubicBezTo>
                  <a:lnTo>
                    <a:pt x="3144" y="310"/>
                  </a:lnTo>
                  <a:cubicBezTo>
                    <a:pt x="3240" y="310"/>
                    <a:pt x="3311" y="238"/>
                    <a:pt x="3311" y="143"/>
                  </a:cubicBezTo>
                  <a:cubicBezTo>
                    <a:pt x="3311" y="72"/>
                    <a:pt x="3240" y="0"/>
                    <a:pt x="314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8" name="Google Shape;21748;p138"/>
            <p:cNvSpPr/>
            <p:nvPr/>
          </p:nvSpPr>
          <p:spPr>
            <a:xfrm>
              <a:off x="6375338" y="3129186"/>
              <a:ext cx="142447" cy="9295"/>
            </a:xfrm>
            <a:custGeom>
              <a:avLst/>
              <a:gdLst/>
              <a:ahLst/>
              <a:cxnLst/>
              <a:rect l="l" t="t" r="r" b="b"/>
              <a:pathLst>
                <a:path w="4383" h="286" extrusionOk="0">
                  <a:moveTo>
                    <a:pt x="167" y="0"/>
                  </a:moveTo>
                  <a:cubicBezTo>
                    <a:pt x="72" y="0"/>
                    <a:pt x="0" y="48"/>
                    <a:pt x="0" y="143"/>
                  </a:cubicBezTo>
                  <a:cubicBezTo>
                    <a:pt x="0" y="238"/>
                    <a:pt x="72" y="286"/>
                    <a:pt x="167" y="286"/>
                  </a:cubicBezTo>
                  <a:lnTo>
                    <a:pt x="4215" y="286"/>
                  </a:lnTo>
                  <a:cubicBezTo>
                    <a:pt x="4287" y="286"/>
                    <a:pt x="4382" y="238"/>
                    <a:pt x="4358" y="143"/>
                  </a:cubicBezTo>
                  <a:cubicBezTo>
                    <a:pt x="4358" y="48"/>
                    <a:pt x="4287" y="0"/>
                    <a:pt x="4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9" name="Google Shape;21749;p138"/>
            <p:cNvSpPr/>
            <p:nvPr/>
          </p:nvSpPr>
          <p:spPr>
            <a:xfrm>
              <a:off x="6375338" y="3155478"/>
              <a:ext cx="142447" cy="9328"/>
            </a:xfrm>
            <a:custGeom>
              <a:avLst/>
              <a:gdLst/>
              <a:ahLst/>
              <a:cxnLst/>
              <a:rect l="l" t="t" r="r" b="b"/>
              <a:pathLst>
                <a:path w="4383" h="287" extrusionOk="0">
                  <a:moveTo>
                    <a:pt x="167" y="1"/>
                  </a:moveTo>
                  <a:cubicBezTo>
                    <a:pt x="72" y="1"/>
                    <a:pt x="0" y="48"/>
                    <a:pt x="0" y="144"/>
                  </a:cubicBezTo>
                  <a:cubicBezTo>
                    <a:pt x="0" y="239"/>
                    <a:pt x="72" y="287"/>
                    <a:pt x="167" y="287"/>
                  </a:cubicBezTo>
                  <a:lnTo>
                    <a:pt x="4215" y="287"/>
                  </a:lnTo>
                  <a:cubicBezTo>
                    <a:pt x="4287" y="287"/>
                    <a:pt x="4382" y="239"/>
                    <a:pt x="4358" y="144"/>
                  </a:cubicBezTo>
                  <a:cubicBezTo>
                    <a:pt x="4358" y="48"/>
                    <a:pt x="4287" y="1"/>
                    <a:pt x="4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0" name="Google Shape;21750;p138"/>
            <p:cNvSpPr/>
            <p:nvPr/>
          </p:nvSpPr>
          <p:spPr>
            <a:xfrm>
              <a:off x="6375338" y="3181023"/>
              <a:ext cx="142447" cy="10108"/>
            </a:xfrm>
            <a:custGeom>
              <a:avLst/>
              <a:gdLst/>
              <a:ahLst/>
              <a:cxnLst/>
              <a:rect l="l" t="t" r="r" b="b"/>
              <a:pathLst>
                <a:path w="4383" h="311" extrusionOk="0">
                  <a:moveTo>
                    <a:pt x="167" y="1"/>
                  </a:moveTo>
                  <a:cubicBezTo>
                    <a:pt x="72" y="1"/>
                    <a:pt x="0" y="72"/>
                    <a:pt x="0" y="167"/>
                  </a:cubicBezTo>
                  <a:cubicBezTo>
                    <a:pt x="0" y="239"/>
                    <a:pt x="72" y="310"/>
                    <a:pt x="167" y="310"/>
                  </a:cubicBezTo>
                  <a:lnTo>
                    <a:pt x="4215" y="310"/>
                  </a:lnTo>
                  <a:cubicBezTo>
                    <a:pt x="4287" y="310"/>
                    <a:pt x="4382" y="239"/>
                    <a:pt x="4358" y="167"/>
                  </a:cubicBezTo>
                  <a:cubicBezTo>
                    <a:pt x="4358" y="72"/>
                    <a:pt x="4287" y="1"/>
                    <a:pt x="421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1" name="Google Shape;21751;p138"/>
            <p:cNvSpPr/>
            <p:nvPr/>
          </p:nvSpPr>
          <p:spPr>
            <a:xfrm>
              <a:off x="6572678" y="3323438"/>
              <a:ext cx="22490" cy="39520"/>
            </a:xfrm>
            <a:custGeom>
              <a:avLst/>
              <a:gdLst/>
              <a:ahLst/>
              <a:cxnLst/>
              <a:rect l="l" t="t" r="r" b="b"/>
              <a:pathLst>
                <a:path w="692" h="1216" extrusionOk="0">
                  <a:moveTo>
                    <a:pt x="215" y="0"/>
                  </a:moveTo>
                  <a:cubicBezTo>
                    <a:pt x="96" y="0"/>
                    <a:pt x="1" y="120"/>
                    <a:pt x="72" y="239"/>
                  </a:cubicBezTo>
                  <a:cubicBezTo>
                    <a:pt x="96" y="310"/>
                    <a:pt x="168" y="334"/>
                    <a:pt x="215" y="334"/>
                  </a:cubicBezTo>
                  <a:lnTo>
                    <a:pt x="358" y="334"/>
                  </a:lnTo>
                  <a:lnTo>
                    <a:pt x="358" y="1048"/>
                  </a:lnTo>
                  <a:cubicBezTo>
                    <a:pt x="358" y="1096"/>
                    <a:pt x="406" y="1144"/>
                    <a:pt x="453" y="1191"/>
                  </a:cubicBezTo>
                  <a:cubicBezTo>
                    <a:pt x="482" y="1208"/>
                    <a:pt x="510" y="1216"/>
                    <a:pt x="537" y="1216"/>
                  </a:cubicBezTo>
                  <a:cubicBezTo>
                    <a:pt x="622" y="1216"/>
                    <a:pt x="692" y="1139"/>
                    <a:pt x="692" y="1048"/>
                  </a:cubicBezTo>
                  <a:lnTo>
                    <a:pt x="692" y="143"/>
                  </a:lnTo>
                  <a:cubicBezTo>
                    <a:pt x="692" y="72"/>
                    <a:pt x="644" y="0"/>
                    <a:pt x="54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52" name="Google Shape;21752;p138"/>
          <p:cNvGrpSpPr/>
          <p:nvPr/>
        </p:nvGrpSpPr>
        <p:grpSpPr>
          <a:xfrm>
            <a:off x="7116013" y="2880813"/>
            <a:ext cx="185803" cy="356818"/>
            <a:chOff x="7116013" y="3033213"/>
            <a:chExt cx="185803" cy="356818"/>
          </a:xfrm>
        </p:grpSpPr>
        <p:sp>
          <p:nvSpPr>
            <p:cNvPr id="21753" name="Google Shape;21753;p138"/>
            <p:cNvSpPr/>
            <p:nvPr/>
          </p:nvSpPr>
          <p:spPr>
            <a:xfrm>
              <a:off x="7116013" y="3064153"/>
              <a:ext cx="185802" cy="294158"/>
            </a:xfrm>
            <a:custGeom>
              <a:avLst/>
              <a:gdLst/>
              <a:ahLst/>
              <a:cxnLst/>
              <a:rect l="l" t="t" r="r" b="b"/>
              <a:pathLst>
                <a:path w="5717" h="9051" extrusionOk="0">
                  <a:moveTo>
                    <a:pt x="2692" y="1"/>
                  </a:moveTo>
                  <a:lnTo>
                    <a:pt x="1" y="215"/>
                  </a:lnTo>
                  <a:lnTo>
                    <a:pt x="1" y="8883"/>
                  </a:lnTo>
                  <a:lnTo>
                    <a:pt x="2882" y="9050"/>
                  </a:lnTo>
                  <a:lnTo>
                    <a:pt x="5716" y="8883"/>
                  </a:lnTo>
                  <a:lnTo>
                    <a:pt x="5716" y="215"/>
                  </a:lnTo>
                  <a:lnTo>
                    <a:pt x="2692"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4" name="Google Shape;21754;p138"/>
            <p:cNvSpPr/>
            <p:nvPr/>
          </p:nvSpPr>
          <p:spPr>
            <a:xfrm>
              <a:off x="7280106" y="3063373"/>
              <a:ext cx="21710" cy="294938"/>
            </a:xfrm>
            <a:custGeom>
              <a:avLst/>
              <a:gdLst/>
              <a:ahLst/>
              <a:cxnLst/>
              <a:rect l="l" t="t" r="r" b="b"/>
              <a:pathLst>
                <a:path w="668" h="9075" extrusionOk="0">
                  <a:moveTo>
                    <a:pt x="0" y="1"/>
                  </a:moveTo>
                  <a:lnTo>
                    <a:pt x="0" y="9074"/>
                  </a:lnTo>
                  <a:lnTo>
                    <a:pt x="667" y="8907"/>
                  </a:lnTo>
                  <a:lnTo>
                    <a:pt x="667" y="215"/>
                  </a:lnTo>
                  <a:lnTo>
                    <a:pt x="0"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5" name="Google Shape;21755;p138"/>
            <p:cNvSpPr/>
            <p:nvPr/>
          </p:nvSpPr>
          <p:spPr>
            <a:xfrm>
              <a:off x="7116013" y="3033213"/>
              <a:ext cx="185802" cy="37928"/>
            </a:xfrm>
            <a:custGeom>
              <a:avLst/>
              <a:gdLst/>
              <a:ahLst/>
              <a:cxnLst/>
              <a:rect l="l" t="t" r="r" b="b"/>
              <a:pathLst>
                <a:path w="5717" h="1167" extrusionOk="0">
                  <a:moveTo>
                    <a:pt x="358" y="0"/>
                  </a:moveTo>
                  <a:cubicBezTo>
                    <a:pt x="144" y="0"/>
                    <a:pt x="1" y="143"/>
                    <a:pt x="1" y="357"/>
                  </a:cubicBezTo>
                  <a:lnTo>
                    <a:pt x="1" y="1167"/>
                  </a:lnTo>
                  <a:lnTo>
                    <a:pt x="5716" y="1167"/>
                  </a:lnTo>
                  <a:lnTo>
                    <a:pt x="5716" y="357"/>
                  </a:lnTo>
                  <a:cubicBezTo>
                    <a:pt x="5716" y="143"/>
                    <a:pt x="5549" y="0"/>
                    <a:pt x="535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6" name="Google Shape;21756;p138"/>
            <p:cNvSpPr/>
            <p:nvPr/>
          </p:nvSpPr>
          <p:spPr>
            <a:xfrm>
              <a:off x="7116013" y="3352851"/>
              <a:ext cx="185802" cy="37180"/>
            </a:xfrm>
            <a:custGeom>
              <a:avLst/>
              <a:gdLst/>
              <a:ahLst/>
              <a:cxnLst/>
              <a:rect l="l" t="t" r="r" b="b"/>
              <a:pathLst>
                <a:path w="5717" h="1144" extrusionOk="0">
                  <a:moveTo>
                    <a:pt x="1" y="0"/>
                  </a:moveTo>
                  <a:lnTo>
                    <a:pt x="1" y="786"/>
                  </a:lnTo>
                  <a:cubicBezTo>
                    <a:pt x="1" y="1001"/>
                    <a:pt x="144" y="1144"/>
                    <a:pt x="358" y="1144"/>
                  </a:cubicBezTo>
                  <a:lnTo>
                    <a:pt x="5359" y="1144"/>
                  </a:lnTo>
                  <a:cubicBezTo>
                    <a:pt x="5549" y="1144"/>
                    <a:pt x="5716" y="1001"/>
                    <a:pt x="5716" y="786"/>
                  </a:cubicBezTo>
                  <a:lnTo>
                    <a:pt x="571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7" name="Google Shape;21757;p138"/>
            <p:cNvSpPr/>
            <p:nvPr/>
          </p:nvSpPr>
          <p:spPr>
            <a:xfrm>
              <a:off x="7268503" y="3033213"/>
              <a:ext cx="33313" cy="37928"/>
            </a:xfrm>
            <a:custGeom>
              <a:avLst/>
              <a:gdLst/>
              <a:ahLst/>
              <a:cxnLst/>
              <a:rect l="l" t="t" r="r" b="b"/>
              <a:pathLst>
                <a:path w="1025" h="1167" extrusionOk="0">
                  <a:moveTo>
                    <a:pt x="0" y="0"/>
                  </a:moveTo>
                  <a:cubicBezTo>
                    <a:pt x="214" y="0"/>
                    <a:pt x="357" y="143"/>
                    <a:pt x="357" y="357"/>
                  </a:cubicBezTo>
                  <a:lnTo>
                    <a:pt x="357" y="1167"/>
                  </a:lnTo>
                  <a:lnTo>
                    <a:pt x="1024" y="1167"/>
                  </a:lnTo>
                  <a:lnTo>
                    <a:pt x="1024" y="357"/>
                  </a:lnTo>
                  <a:cubicBezTo>
                    <a:pt x="1024" y="143"/>
                    <a:pt x="857" y="0"/>
                    <a:pt x="667" y="0"/>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8" name="Google Shape;21758;p138"/>
            <p:cNvSpPr/>
            <p:nvPr/>
          </p:nvSpPr>
          <p:spPr>
            <a:xfrm>
              <a:off x="7268503" y="3352851"/>
              <a:ext cx="33313" cy="37180"/>
            </a:xfrm>
            <a:custGeom>
              <a:avLst/>
              <a:gdLst/>
              <a:ahLst/>
              <a:cxnLst/>
              <a:rect l="l" t="t" r="r" b="b"/>
              <a:pathLst>
                <a:path w="1025" h="1144" extrusionOk="0">
                  <a:moveTo>
                    <a:pt x="357" y="0"/>
                  </a:moveTo>
                  <a:lnTo>
                    <a:pt x="357" y="786"/>
                  </a:lnTo>
                  <a:cubicBezTo>
                    <a:pt x="357" y="1001"/>
                    <a:pt x="214" y="1144"/>
                    <a:pt x="0" y="1144"/>
                  </a:cubicBezTo>
                  <a:lnTo>
                    <a:pt x="667" y="1144"/>
                  </a:lnTo>
                  <a:cubicBezTo>
                    <a:pt x="857" y="1144"/>
                    <a:pt x="1024" y="1001"/>
                    <a:pt x="1024" y="786"/>
                  </a:cubicBezTo>
                  <a:lnTo>
                    <a:pt x="1024"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9" name="Google Shape;21759;p138"/>
            <p:cNvSpPr/>
            <p:nvPr/>
          </p:nvSpPr>
          <p:spPr>
            <a:xfrm>
              <a:off x="7147766" y="3096653"/>
              <a:ext cx="123077" cy="157170"/>
            </a:xfrm>
            <a:custGeom>
              <a:avLst/>
              <a:gdLst/>
              <a:ahLst/>
              <a:cxnLst/>
              <a:rect l="l" t="t" r="r" b="b"/>
              <a:pathLst>
                <a:path w="3787" h="4836" extrusionOk="0">
                  <a:moveTo>
                    <a:pt x="167" y="1"/>
                  </a:moveTo>
                  <a:cubicBezTo>
                    <a:pt x="71" y="1"/>
                    <a:pt x="0" y="96"/>
                    <a:pt x="0" y="191"/>
                  </a:cubicBezTo>
                  <a:lnTo>
                    <a:pt x="0" y="4668"/>
                  </a:lnTo>
                  <a:cubicBezTo>
                    <a:pt x="0" y="4740"/>
                    <a:pt x="95" y="4835"/>
                    <a:pt x="167" y="4835"/>
                  </a:cubicBezTo>
                  <a:lnTo>
                    <a:pt x="3596" y="4835"/>
                  </a:lnTo>
                  <a:cubicBezTo>
                    <a:pt x="3691" y="4835"/>
                    <a:pt x="3787" y="4740"/>
                    <a:pt x="3787" y="4668"/>
                  </a:cubicBezTo>
                  <a:lnTo>
                    <a:pt x="3787" y="191"/>
                  </a:lnTo>
                  <a:cubicBezTo>
                    <a:pt x="3787" y="96"/>
                    <a:pt x="3691" y="1"/>
                    <a:pt x="3596" y="1"/>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0" name="Google Shape;21760;p138"/>
            <p:cNvSpPr/>
            <p:nvPr/>
          </p:nvSpPr>
          <p:spPr>
            <a:xfrm>
              <a:off x="7242958" y="3096653"/>
              <a:ext cx="27885" cy="157170"/>
            </a:xfrm>
            <a:custGeom>
              <a:avLst/>
              <a:gdLst/>
              <a:ahLst/>
              <a:cxnLst/>
              <a:rect l="l" t="t" r="r" b="b"/>
              <a:pathLst>
                <a:path w="858" h="4836" extrusionOk="0">
                  <a:moveTo>
                    <a:pt x="0" y="1"/>
                  </a:moveTo>
                  <a:cubicBezTo>
                    <a:pt x="95" y="1"/>
                    <a:pt x="191" y="96"/>
                    <a:pt x="191" y="191"/>
                  </a:cubicBezTo>
                  <a:lnTo>
                    <a:pt x="191" y="4668"/>
                  </a:lnTo>
                  <a:cubicBezTo>
                    <a:pt x="191" y="4740"/>
                    <a:pt x="95" y="4835"/>
                    <a:pt x="0" y="4835"/>
                  </a:cubicBezTo>
                  <a:lnTo>
                    <a:pt x="667" y="4835"/>
                  </a:lnTo>
                  <a:cubicBezTo>
                    <a:pt x="762" y="4835"/>
                    <a:pt x="858" y="4740"/>
                    <a:pt x="858" y="4668"/>
                  </a:cubicBezTo>
                  <a:lnTo>
                    <a:pt x="858" y="191"/>
                  </a:lnTo>
                  <a:cubicBezTo>
                    <a:pt x="858" y="96"/>
                    <a:pt x="762" y="1"/>
                    <a:pt x="66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1" name="Google Shape;21761;p138"/>
            <p:cNvSpPr/>
            <p:nvPr/>
          </p:nvSpPr>
          <p:spPr>
            <a:xfrm>
              <a:off x="7147766" y="3276996"/>
              <a:ext cx="50310" cy="50343"/>
            </a:xfrm>
            <a:custGeom>
              <a:avLst/>
              <a:gdLst/>
              <a:ahLst/>
              <a:cxnLst/>
              <a:rect l="l" t="t" r="r" b="b"/>
              <a:pathLst>
                <a:path w="1548" h="1549" extrusionOk="0">
                  <a:moveTo>
                    <a:pt x="762" y="1"/>
                  </a:moveTo>
                  <a:cubicBezTo>
                    <a:pt x="333" y="1"/>
                    <a:pt x="0" y="358"/>
                    <a:pt x="0" y="763"/>
                  </a:cubicBezTo>
                  <a:cubicBezTo>
                    <a:pt x="0" y="1191"/>
                    <a:pt x="333" y="1549"/>
                    <a:pt x="762" y="1549"/>
                  </a:cubicBezTo>
                  <a:cubicBezTo>
                    <a:pt x="1191" y="1549"/>
                    <a:pt x="1548" y="1191"/>
                    <a:pt x="1548" y="763"/>
                  </a:cubicBezTo>
                  <a:cubicBezTo>
                    <a:pt x="1548" y="358"/>
                    <a:pt x="1191" y="1"/>
                    <a:pt x="762"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2" name="Google Shape;21762;p138"/>
            <p:cNvSpPr/>
            <p:nvPr/>
          </p:nvSpPr>
          <p:spPr>
            <a:xfrm>
              <a:off x="7218941" y="3276996"/>
              <a:ext cx="50343" cy="50343"/>
            </a:xfrm>
            <a:custGeom>
              <a:avLst/>
              <a:gdLst/>
              <a:ahLst/>
              <a:cxnLst/>
              <a:rect l="l" t="t" r="r" b="b"/>
              <a:pathLst>
                <a:path w="1549" h="1549" extrusionOk="0">
                  <a:moveTo>
                    <a:pt x="787" y="1"/>
                  </a:moveTo>
                  <a:cubicBezTo>
                    <a:pt x="358" y="1"/>
                    <a:pt x="1" y="358"/>
                    <a:pt x="1" y="763"/>
                  </a:cubicBezTo>
                  <a:cubicBezTo>
                    <a:pt x="1" y="1191"/>
                    <a:pt x="358" y="1549"/>
                    <a:pt x="787" y="1549"/>
                  </a:cubicBezTo>
                  <a:cubicBezTo>
                    <a:pt x="1216" y="1549"/>
                    <a:pt x="1549" y="1191"/>
                    <a:pt x="1549" y="763"/>
                  </a:cubicBezTo>
                  <a:cubicBezTo>
                    <a:pt x="1549" y="358"/>
                    <a:pt x="1216" y="1"/>
                    <a:pt x="787" y="1"/>
                  </a:cubicBezTo>
                  <a:close/>
                </a:path>
              </a:pathLst>
            </a:custGeom>
            <a:solidFill>
              <a:srgbClr val="F7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3" name="Google Shape;21763;p138"/>
            <p:cNvSpPr/>
            <p:nvPr/>
          </p:nvSpPr>
          <p:spPr>
            <a:xfrm>
              <a:off x="7171751" y="3124538"/>
              <a:ext cx="38740" cy="10075"/>
            </a:xfrm>
            <a:custGeom>
              <a:avLst/>
              <a:gdLst/>
              <a:ahLst/>
              <a:cxnLst/>
              <a:rect l="l" t="t" r="r" b="b"/>
              <a:pathLst>
                <a:path w="1192" h="310" extrusionOk="0">
                  <a:moveTo>
                    <a:pt x="191" y="0"/>
                  </a:moveTo>
                  <a:cubicBezTo>
                    <a:pt x="96" y="0"/>
                    <a:pt x="0" y="72"/>
                    <a:pt x="24" y="191"/>
                  </a:cubicBezTo>
                  <a:cubicBezTo>
                    <a:pt x="72" y="286"/>
                    <a:pt x="119" y="310"/>
                    <a:pt x="191" y="310"/>
                  </a:cubicBezTo>
                  <a:lnTo>
                    <a:pt x="977" y="310"/>
                  </a:lnTo>
                  <a:cubicBezTo>
                    <a:pt x="1096" y="310"/>
                    <a:pt x="1191" y="191"/>
                    <a:pt x="1143" y="119"/>
                  </a:cubicBezTo>
                  <a:cubicBezTo>
                    <a:pt x="1096" y="24"/>
                    <a:pt x="1048" y="0"/>
                    <a:pt x="97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4" name="Google Shape;21764;p138"/>
            <p:cNvSpPr/>
            <p:nvPr/>
          </p:nvSpPr>
          <p:spPr>
            <a:xfrm>
              <a:off x="7171751" y="3147743"/>
              <a:ext cx="74327" cy="10108"/>
            </a:xfrm>
            <a:custGeom>
              <a:avLst/>
              <a:gdLst/>
              <a:ahLst/>
              <a:cxnLst/>
              <a:rect l="l" t="t" r="r" b="b"/>
              <a:pathLst>
                <a:path w="2287" h="311" extrusionOk="0">
                  <a:moveTo>
                    <a:pt x="191" y="1"/>
                  </a:moveTo>
                  <a:cubicBezTo>
                    <a:pt x="96" y="1"/>
                    <a:pt x="0" y="72"/>
                    <a:pt x="24" y="191"/>
                  </a:cubicBezTo>
                  <a:cubicBezTo>
                    <a:pt x="24" y="263"/>
                    <a:pt x="96" y="310"/>
                    <a:pt x="191" y="310"/>
                  </a:cubicBezTo>
                  <a:lnTo>
                    <a:pt x="2120" y="310"/>
                  </a:lnTo>
                  <a:cubicBezTo>
                    <a:pt x="2239" y="310"/>
                    <a:pt x="2286" y="239"/>
                    <a:pt x="2263" y="120"/>
                  </a:cubicBezTo>
                  <a:cubicBezTo>
                    <a:pt x="2263" y="48"/>
                    <a:pt x="2191" y="1"/>
                    <a:pt x="2120"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5" name="Google Shape;21765;p138"/>
            <p:cNvSpPr/>
            <p:nvPr/>
          </p:nvSpPr>
          <p:spPr>
            <a:xfrm>
              <a:off x="7171751" y="3169421"/>
              <a:ext cx="74327" cy="10855"/>
            </a:xfrm>
            <a:custGeom>
              <a:avLst/>
              <a:gdLst/>
              <a:ahLst/>
              <a:cxnLst/>
              <a:rect l="l" t="t" r="r" b="b"/>
              <a:pathLst>
                <a:path w="2287" h="334" extrusionOk="0">
                  <a:moveTo>
                    <a:pt x="191" y="0"/>
                  </a:moveTo>
                  <a:cubicBezTo>
                    <a:pt x="96" y="0"/>
                    <a:pt x="0" y="96"/>
                    <a:pt x="24" y="215"/>
                  </a:cubicBezTo>
                  <a:cubicBezTo>
                    <a:pt x="24" y="286"/>
                    <a:pt x="96" y="334"/>
                    <a:pt x="191" y="334"/>
                  </a:cubicBezTo>
                  <a:lnTo>
                    <a:pt x="2120" y="334"/>
                  </a:lnTo>
                  <a:cubicBezTo>
                    <a:pt x="2239" y="334"/>
                    <a:pt x="2286" y="239"/>
                    <a:pt x="2263" y="119"/>
                  </a:cubicBezTo>
                  <a:cubicBezTo>
                    <a:pt x="2263" y="72"/>
                    <a:pt x="2191" y="0"/>
                    <a:pt x="212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6" name="Google Shape;21766;p138"/>
            <p:cNvSpPr/>
            <p:nvPr/>
          </p:nvSpPr>
          <p:spPr>
            <a:xfrm>
              <a:off x="7171751" y="3191878"/>
              <a:ext cx="74327" cy="10855"/>
            </a:xfrm>
            <a:custGeom>
              <a:avLst/>
              <a:gdLst/>
              <a:ahLst/>
              <a:cxnLst/>
              <a:rect l="l" t="t" r="r" b="b"/>
              <a:pathLst>
                <a:path w="2287" h="334" extrusionOk="0">
                  <a:moveTo>
                    <a:pt x="191" y="0"/>
                  </a:moveTo>
                  <a:cubicBezTo>
                    <a:pt x="96" y="0"/>
                    <a:pt x="0" y="95"/>
                    <a:pt x="24" y="214"/>
                  </a:cubicBezTo>
                  <a:cubicBezTo>
                    <a:pt x="24" y="262"/>
                    <a:pt x="96" y="333"/>
                    <a:pt x="191" y="333"/>
                  </a:cubicBezTo>
                  <a:lnTo>
                    <a:pt x="2120" y="333"/>
                  </a:lnTo>
                  <a:cubicBezTo>
                    <a:pt x="2239" y="333"/>
                    <a:pt x="2286" y="238"/>
                    <a:pt x="2263" y="119"/>
                  </a:cubicBezTo>
                  <a:cubicBezTo>
                    <a:pt x="2263" y="71"/>
                    <a:pt x="2191" y="0"/>
                    <a:pt x="212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7" name="Google Shape;21767;p138"/>
            <p:cNvSpPr/>
            <p:nvPr/>
          </p:nvSpPr>
          <p:spPr>
            <a:xfrm>
              <a:off x="7171751" y="3215083"/>
              <a:ext cx="74327" cy="10855"/>
            </a:xfrm>
            <a:custGeom>
              <a:avLst/>
              <a:gdLst/>
              <a:ahLst/>
              <a:cxnLst/>
              <a:rect l="l" t="t" r="r" b="b"/>
              <a:pathLst>
                <a:path w="2287" h="334" extrusionOk="0">
                  <a:moveTo>
                    <a:pt x="191" y="0"/>
                  </a:moveTo>
                  <a:cubicBezTo>
                    <a:pt x="96" y="0"/>
                    <a:pt x="0" y="96"/>
                    <a:pt x="24" y="215"/>
                  </a:cubicBezTo>
                  <a:cubicBezTo>
                    <a:pt x="24" y="262"/>
                    <a:pt x="96" y="334"/>
                    <a:pt x="191" y="334"/>
                  </a:cubicBezTo>
                  <a:lnTo>
                    <a:pt x="2120" y="334"/>
                  </a:lnTo>
                  <a:cubicBezTo>
                    <a:pt x="2239" y="334"/>
                    <a:pt x="2286" y="239"/>
                    <a:pt x="2263" y="120"/>
                  </a:cubicBezTo>
                  <a:cubicBezTo>
                    <a:pt x="2263" y="72"/>
                    <a:pt x="2191" y="0"/>
                    <a:pt x="212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8" name="Google Shape;21768;p138"/>
            <p:cNvSpPr/>
            <p:nvPr/>
          </p:nvSpPr>
          <p:spPr>
            <a:xfrm>
              <a:off x="7132263" y="3272348"/>
              <a:ext cx="150963" cy="59280"/>
            </a:xfrm>
            <a:custGeom>
              <a:avLst/>
              <a:gdLst/>
              <a:ahLst/>
              <a:cxnLst/>
              <a:rect l="l" t="t" r="r" b="b"/>
              <a:pathLst>
                <a:path w="4645" h="1824" extrusionOk="0">
                  <a:moveTo>
                    <a:pt x="1239" y="358"/>
                  </a:moveTo>
                  <a:cubicBezTo>
                    <a:pt x="1573" y="358"/>
                    <a:pt x="1834" y="620"/>
                    <a:pt x="1834" y="953"/>
                  </a:cubicBezTo>
                  <a:cubicBezTo>
                    <a:pt x="1882" y="1287"/>
                    <a:pt x="1596" y="1549"/>
                    <a:pt x="1239" y="1549"/>
                  </a:cubicBezTo>
                  <a:cubicBezTo>
                    <a:pt x="930" y="1549"/>
                    <a:pt x="644" y="1287"/>
                    <a:pt x="644" y="953"/>
                  </a:cubicBezTo>
                  <a:cubicBezTo>
                    <a:pt x="644" y="620"/>
                    <a:pt x="930" y="358"/>
                    <a:pt x="1239" y="358"/>
                  </a:cubicBezTo>
                  <a:close/>
                  <a:moveTo>
                    <a:pt x="3454" y="358"/>
                  </a:moveTo>
                  <a:cubicBezTo>
                    <a:pt x="3787" y="358"/>
                    <a:pt x="4049" y="620"/>
                    <a:pt x="4049" y="953"/>
                  </a:cubicBezTo>
                  <a:cubicBezTo>
                    <a:pt x="4049" y="1287"/>
                    <a:pt x="3787" y="1549"/>
                    <a:pt x="3454" y="1549"/>
                  </a:cubicBezTo>
                  <a:cubicBezTo>
                    <a:pt x="3120" y="1549"/>
                    <a:pt x="2858" y="1287"/>
                    <a:pt x="2858" y="953"/>
                  </a:cubicBezTo>
                  <a:cubicBezTo>
                    <a:pt x="2858" y="620"/>
                    <a:pt x="3120" y="358"/>
                    <a:pt x="3454" y="358"/>
                  </a:cubicBezTo>
                  <a:close/>
                  <a:moveTo>
                    <a:pt x="1215" y="1"/>
                  </a:moveTo>
                  <a:cubicBezTo>
                    <a:pt x="882" y="1"/>
                    <a:pt x="620" y="144"/>
                    <a:pt x="429" y="382"/>
                  </a:cubicBezTo>
                  <a:lnTo>
                    <a:pt x="167" y="382"/>
                  </a:lnTo>
                  <a:cubicBezTo>
                    <a:pt x="96" y="382"/>
                    <a:pt x="25" y="453"/>
                    <a:pt x="1" y="525"/>
                  </a:cubicBezTo>
                  <a:cubicBezTo>
                    <a:pt x="1" y="620"/>
                    <a:pt x="48" y="715"/>
                    <a:pt x="167" y="715"/>
                  </a:cubicBezTo>
                  <a:lnTo>
                    <a:pt x="287" y="715"/>
                  </a:lnTo>
                  <a:cubicBezTo>
                    <a:pt x="263" y="763"/>
                    <a:pt x="263" y="858"/>
                    <a:pt x="263" y="929"/>
                  </a:cubicBezTo>
                  <a:cubicBezTo>
                    <a:pt x="263" y="1406"/>
                    <a:pt x="676" y="1823"/>
                    <a:pt x="1181" y="1823"/>
                  </a:cubicBezTo>
                  <a:cubicBezTo>
                    <a:pt x="1231" y="1823"/>
                    <a:pt x="1283" y="1819"/>
                    <a:pt x="1334" y="1811"/>
                  </a:cubicBezTo>
                  <a:cubicBezTo>
                    <a:pt x="1739" y="1763"/>
                    <a:pt x="2073" y="1430"/>
                    <a:pt x="2144" y="1049"/>
                  </a:cubicBezTo>
                  <a:cubicBezTo>
                    <a:pt x="2168" y="858"/>
                    <a:pt x="2144" y="691"/>
                    <a:pt x="2049" y="525"/>
                  </a:cubicBezTo>
                  <a:cubicBezTo>
                    <a:pt x="2144" y="501"/>
                    <a:pt x="2192" y="477"/>
                    <a:pt x="2287" y="477"/>
                  </a:cubicBezTo>
                  <a:cubicBezTo>
                    <a:pt x="2382" y="477"/>
                    <a:pt x="2477" y="501"/>
                    <a:pt x="2525" y="525"/>
                  </a:cubicBezTo>
                  <a:cubicBezTo>
                    <a:pt x="2454" y="691"/>
                    <a:pt x="2430" y="858"/>
                    <a:pt x="2430" y="1049"/>
                  </a:cubicBezTo>
                  <a:cubicBezTo>
                    <a:pt x="2501" y="1453"/>
                    <a:pt x="2811" y="1787"/>
                    <a:pt x="3240" y="1811"/>
                  </a:cubicBezTo>
                  <a:cubicBezTo>
                    <a:pt x="3282" y="1816"/>
                    <a:pt x="3323" y="1818"/>
                    <a:pt x="3364" y="1818"/>
                  </a:cubicBezTo>
                  <a:cubicBezTo>
                    <a:pt x="3882" y="1818"/>
                    <a:pt x="4311" y="1415"/>
                    <a:pt x="4311" y="929"/>
                  </a:cubicBezTo>
                  <a:cubicBezTo>
                    <a:pt x="4311" y="858"/>
                    <a:pt x="4311" y="763"/>
                    <a:pt x="4287" y="715"/>
                  </a:cubicBezTo>
                  <a:lnTo>
                    <a:pt x="4383" y="715"/>
                  </a:lnTo>
                  <a:cubicBezTo>
                    <a:pt x="4454" y="715"/>
                    <a:pt x="4526" y="644"/>
                    <a:pt x="4549" y="572"/>
                  </a:cubicBezTo>
                  <a:cubicBezTo>
                    <a:pt x="4645" y="477"/>
                    <a:pt x="4573" y="382"/>
                    <a:pt x="4454" y="382"/>
                  </a:cubicBezTo>
                  <a:lnTo>
                    <a:pt x="4192" y="382"/>
                  </a:lnTo>
                  <a:cubicBezTo>
                    <a:pt x="4025" y="144"/>
                    <a:pt x="3740" y="1"/>
                    <a:pt x="3430" y="1"/>
                  </a:cubicBezTo>
                  <a:cubicBezTo>
                    <a:pt x="3144" y="1"/>
                    <a:pt x="2906" y="96"/>
                    <a:pt x="2763" y="263"/>
                  </a:cubicBezTo>
                  <a:cubicBezTo>
                    <a:pt x="2644" y="215"/>
                    <a:pt x="2501" y="144"/>
                    <a:pt x="2311" y="144"/>
                  </a:cubicBezTo>
                  <a:cubicBezTo>
                    <a:pt x="2168" y="144"/>
                    <a:pt x="2025" y="167"/>
                    <a:pt x="1882" y="263"/>
                  </a:cubicBezTo>
                  <a:cubicBezTo>
                    <a:pt x="1692" y="120"/>
                    <a:pt x="1453" y="1"/>
                    <a:pt x="121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69" name="Google Shape;21769;p138"/>
          <p:cNvGrpSpPr/>
          <p:nvPr/>
        </p:nvGrpSpPr>
        <p:grpSpPr>
          <a:xfrm>
            <a:off x="7780086" y="2944188"/>
            <a:ext cx="357598" cy="229970"/>
            <a:chOff x="7780086" y="3096588"/>
            <a:chExt cx="357598" cy="229970"/>
          </a:xfrm>
        </p:grpSpPr>
        <p:sp>
          <p:nvSpPr>
            <p:cNvPr id="21770" name="Google Shape;21770;p138"/>
            <p:cNvSpPr/>
            <p:nvPr/>
          </p:nvSpPr>
          <p:spPr>
            <a:xfrm>
              <a:off x="7810278" y="3096588"/>
              <a:ext cx="25577" cy="72085"/>
            </a:xfrm>
            <a:custGeom>
              <a:avLst/>
              <a:gdLst/>
              <a:ahLst/>
              <a:cxnLst/>
              <a:rect l="l" t="t" r="r" b="b"/>
              <a:pathLst>
                <a:path w="787" h="2218" extrusionOk="0">
                  <a:moveTo>
                    <a:pt x="374" y="1"/>
                  </a:moveTo>
                  <a:cubicBezTo>
                    <a:pt x="361" y="1"/>
                    <a:pt x="347" y="2"/>
                    <a:pt x="334" y="3"/>
                  </a:cubicBezTo>
                  <a:cubicBezTo>
                    <a:pt x="143" y="50"/>
                    <a:pt x="0" y="193"/>
                    <a:pt x="0" y="408"/>
                  </a:cubicBezTo>
                  <a:lnTo>
                    <a:pt x="0" y="2003"/>
                  </a:lnTo>
                  <a:lnTo>
                    <a:pt x="381" y="2218"/>
                  </a:lnTo>
                  <a:lnTo>
                    <a:pt x="786" y="2003"/>
                  </a:lnTo>
                  <a:lnTo>
                    <a:pt x="786" y="408"/>
                  </a:lnTo>
                  <a:cubicBezTo>
                    <a:pt x="786" y="183"/>
                    <a:pt x="595" y="1"/>
                    <a:pt x="374"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1" name="Google Shape;21771;p138"/>
            <p:cNvSpPr/>
            <p:nvPr/>
          </p:nvSpPr>
          <p:spPr>
            <a:xfrm>
              <a:off x="7865236" y="3096588"/>
              <a:ext cx="25545" cy="72085"/>
            </a:xfrm>
            <a:custGeom>
              <a:avLst/>
              <a:gdLst/>
              <a:ahLst/>
              <a:cxnLst/>
              <a:rect l="l" t="t" r="r" b="b"/>
              <a:pathLst>
                <a:path w="786" h="2218" extrusionOk="0">
                  <a:moveTo>
                    <a:pt x="374" y="1"/>
                  </a:moveTo>
                  <a:cubicBezTo>
                    <a:pt x="360" y="1"/>
                    <a:pt x="347" y="2"/>
                    <a:pt x="333" y="3"/>
                  </a:cubicBezTo>
                  <a:cubicBezTo>
                    <a:pt x="119" y="50"/>
                    <a:pt x="0" y="193"/>
                    <a:pt x="0" y="408"/>
                  </a:cubicBezTo>
                  <a:lnTo>
                    <a:pt x="0" y="2003"/>
                  </a:lnTo>
                  <a:lnTo>
                    <a:pt x="405" y="2218"/>
                  </a:lnTo>
                  <a:lnTo>
                    <a:pt x="786" y="2003"/>
                  </a:lnTo>
                  <a:lnTo>
                    <a:pt x="786" y="408"/>
                  </a:lnTo>
                  <a:cubicBezTo>
                    <a:pt x="786" y="183"/>
                    <a:pt x="595" y="1"/>
                    <a:pt x="374" y="1"/>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2" name="Google Shape;21772;p138"/>
            <p:cNvSpPr/>
            <p:nvPr/>
          </p:nvSpPr>
          <p:spPr>
            <a:xfrm>
              <a:off x="7799423" y="3229773"/>
              <a:ext cx="322790" cy="38740"/>
            </a:xfrm>
            <a:custGeom>
              <a:avLst/>
              <a:gdLst/>
              <a:ahLst/>
              <a:cxnLst/>
              <a:rect l="l" t="t" r="r" b="b"/>
              <a:pathLst>
                <a:path w="9932" h="1192" extrusionOk="0">
                  <a:moveTo>
                    <a:pt x="1" y="1"/>
                  </a:moveTo>
                  <a:lnTo>
                    <a:pt x="1" y="1192"/>
                  </a:lnTo>
                  <a:lnTo>
                    <a:pt x="9931" y="1192"/>
                  </a:lnTo>
                  <a:lnTo>
                    <a:pt x="9931"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3" name="Google Shape;21773;p138"/>
            <p:cNvSpPr/>
            <p:nvPr/>
          </p:nvSpPr>
          <p:spPr>
            <a:xfrm>
              <a:off x="8099723" y="3229773"/>
              <a:ext cx="20930" cy="38740"/>
            </a:xfrm>
            <a:custGeom>
              <a:avLst/>
              <a:gdLst/>
              <a:ahLst/>
              <a:cxnLst/>
              <a:rect l="l" t="t" r="r" b="b"/>
              <a:pathLst>
                <a:path w="644" h="1192" extrusionOk="0">
                  <a:moveTo>
                    <a:pt x="1" y="1"/>
                  </a:moveTo>
                  <a:lnTo>
                    <a:pt x="1" y="1192"/>
                  </a:lnTo>
                  <a:lnTo>
                    <a:pt x="644" y="1192"/>
                  </a:lnTo>
                  <a:lnTo>
                    <a:pt x="644"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4" name="Google Shape;21774;p138"/>
            <p:cNvSpPr/>
            <p:nvPr/>
          </p:nvSpPr>
          <p:spPr>
            <a:xfrm>
              <a:off x="7780086" y="3161686"/>
              <a:ext cx="357598" cy="73547"/>
            </a:xfrm>
            <a:custGeom>
              <a:avLst/>
              <a:gdLst/>
              <a:ahLst/>
              <a:cxnLst/>
              <a:rect l="l" t="t" r="r" b="b"/>
              <a:pathLst>
                <a:path w="11003" h="2263" extrusionOk="0">
                  <a:moveTo>
                    <a:pt x="239" y="0"/>
                  </a:moveTo>
                  <a:cubicBezTo>
                    <a:pt x="120" y="0"/>
                    <a:pt x="0" y="96"/>
                    <a:pt x="0" y="238"/>
                  </a:cubicBezTo>
                  <a:lnTo>
                    <a:pt x="0" y="2024"/>
                  </a:lnTo>
                  <a:cubicBezTo>
                    <a:pt x="0" y="2144"/>
                    <a:pt x="96" y="2263"/>
                    <a:pt x="239" y="2263"/>
                  </a:cubicBezTo>
                  <a:lnTo>
                    <a:pt x="10765" y="2263"/>
                  </a:lnTo>
                  <a:cubicBezTo>
                    <a:pt x="10884" y="2263"/>
                    <a:pt x="11003" y="2191"/>
                    <a:pt x="11003" y="2024"/>
                  </a:cubicBezTo>
                  <a:lnTo>
                    <a:pt x="11003" y="238"/>
                  </a:lnTo>
                  <a:cubicBezTo>
                    <a:pt x="11003" y="119"/>
                    <a:pt x="10908" y="0"/>
                    <a:pt x="10765"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5" name="Google Shape;21775;p138"/>
            <p:cNvSpPr/>
            <p:nvPr/>
          </p:nvSpPr>
          <p:spPr>
            <a:xfrm>
              <a:off x="7780086" y="3264613"/>
              <a:ext cx="357598" cy="61945"/>
            </a:xfrm>
            <a:custGeom>
              <a:avLst/>
              <a:gdLst/>
              <a:ahLst/>
              <a:cxnLst/>
              <a:rect l="l" t="t" r="r" b="b"/>
              <a:pathLst>
                <a:path w="11003" h="1906" extrusionOk="0">
                  <a:moveTo>
                    <a:pt x="239" y="1"/>
                  </a:moveTo>
                  <a:cubicBezTo>
                    <a:pt x="120" y="1"/>
                    <a:pt x="0" y="96"/>
                    <a:pt x="0" y="239"/>
                  </a:cubicBezTo>
                  <a:lnTo>
                    <a:pt x="0" y="1668"/>
                  </a:lnTo>
                  <a:cubicBezTo>
                    <a:pt x="0" y="1787"/>
                    <a:pt x="96" y="1906"/>
                    <a:pt x="239" y="1906"/>
                  </a:cubicBezTo>
                  <a:lnTo>
                    <a:pt x="10765" y="1906"/>
                  </a:lnTo>
                  <a:cubicBezTo>
                    <a:pt x="10884" y="1906"/>
                    <a:pt x="11003" y="1787"/>
                    <a:pt x="11003" y="1668"/>
                  </a:cubicBezTo>
                  <a:lnTo>
                    <a:pt x="11003" y="239"/>
                  </a:lnTo>
                  <a:cubicBezTo>
                    <a:pt x="11003" y="120"/>
                    <a:pt x="10908" y="1"/>
                    <a:pt x="10765"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6" name="Google Shape;21776;p138"/>
            <p:cNvSpPr/>
            <p:nvPr/>
          </p:nvSpPr>
          <p:spPr>
            <a:xfrm>
              <a:off x="8109018" y="3161686"/>
              <a:ext cx="28665" cy="73547"/>
            </a:xfrm>
            <a:custGeom>
              <a:avLst/>
              <a:gdLst/>
              <a:ahLst/>
              <a:cxnLst/>
              <a:rect l="l" t="t" r="r" b="b"/>
              <a:pathLst>
                <a:path w="882" h="2263" extrusionOk="0">
                  <a:moveTo>
                    <a:pt x="1" y="0"/>
                  </a:moveTo>
                  <a:cubicBezTo>
                    <a:pt x="167" y="0"/>
                    <a:pt x="239" y="119"/>
                    <a:pt x="239" y="238"/>
                  </a:cubicBezTo>
                  <a:lnTo>
                    <a:pt x="239" y="2024"/>
                  </a:lnTo>
                  <a:cubicBezTo>
                    <a:pt x="239" y="2191"/>
                    <a:pt x="120" y="2263"/>
                    <a:pt x="1" y="2263"/>
                  </a:cubicBezTo>
                  <a:lnTo>
                    <a:pt x="644" y="2263"/>
                  </a:lnTo>
                  <a:cubicBezTo>
                    <a:pt x="787" y="2263"/>
                    <a:pt x="882" y="2144"/>
                    <a:pt x="882" y="2024"/>
                  </a:cubicBezTo>
                  <a:lnTo>
                    <a:pt x="882" y="238"/>
                  </a:lnTo>
                  <a:cubicBezTo>
                    <a:pt x="882" y="96"/>
                    <a:pt x="763" y="0"/>
                    <a:pt x="64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7" name="Google Shape;21777;p138"/>
            <p:cNvSpPr/>
            <p:nvPr/>
          </p:nvSpPr>
          <p:spPr>
            <a:xfrm>
              <a:off x="8108238" y="3263833"/>
              <a:ext cx="29445" cy="61945"/>
            </a:xfrm>
            <a:custGeom>
              <a:avLst/>
              <a:gdLst/>
              <a:ahLst/>
              <a:cxnLst/>
              <a:rect l="l" t="t" r="r" b="b"/>
              <a:pathLst>
                <a:path w="906" h="1906" extrusionOk="0">
                  <a:moveTo>
                    <a:pt x="1" y="1"/>
                  </a:moveTo>
                  <a:cubicBezTo>
                    <a:pt x="144" y="1"/>
                    <a:pt x="239" y="120"/>
                    <a:pt x="239" y="239"/>
                  </a:cubicBezTo>
                  <a:lnTo>
                    <a:pt x="239" y="1668"/>
                  </a:lnTo>
                  <a:cubicBezTo>
                    <a:pt x="239" y="1811"/>
                    <a:pt x="120" y="1906"/>
                    <a:pt x="1" y="1906"/>
                  </a:cubicBezTo>
                  <a:lnTo>
                    <a:pt x="668" y="1906"/>
                  </a:lnTo>
                  <a:cubicBezTo>
                    <a:pt x="811" y="1906"/>
                    <a:pt x="906" y="1787"/>
                    <a:pt x="906" y="1668"/>
                  </a:cubicBezTo>
                  <a:lnTo>
                    <a:pt x="906" y="239"/>
                  </a:lnTo>
                  <a:cubicBezTo>
                    <a:pt x="906" y="72"/>
                    <a:pt x="787" y="1"/>
                    <a:pt x="668"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8" name="Google Shape;21778;p138"/>
            <p:cNvSpPr/>
            <p:nvPr/>
          </p:nvSpPr>
          <p:spPr>
            <a:xfrm>
              <a:off x="7816453" y="3194966"/>
              <a:ext cx="11635" cy="11635"/>
            </a:xfrm>
            <a:custGeom>
              <a:avLst/>
              <a:gdLst/>
              <a:ahLst/>
              <a:cxnLst/>
              <a:rect l="l" t="t" r="r" b="b"/>
              <a:pathLst>
                <a:path w="358" h="358" extrusionOk="0">
                  <a:moveTo>
                    <a:pt x="167" y="0"/>
                  </a:moveTo>
                  <a:cubicBezTo>
                    <a:pt x="72" y="0"/>
                    <a:pt x="1" y="72"/>
                    <a:pt x="1" y="167"/>
                  </a:cubicBezTo>
                  <a:cubicBezTo>
                    <a:pt x="1" y="262"/>
                    <a:pt x="72" y="358"/>
                    <a:pt x="167" y="358"/>
                  </a:cubicBezTo>
                  <a:cubicBezTo>
                    <a:pt x="263" y="358"/>
                    <a:pt x="358" y="262"/>
                    <a:pt x="358" y="167"/>
                  </a:cubicBezTo>
                  <a:cubicBezTo>
                    <a:pt x="358" y="72"/>
                    <a:pt x="263" y="0"/>
                    <a:pt x="167"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9" name="Google Shape;21779;p138"/>
            <p:cNvSpPr/>
            <p:nvPr/>
          </p:nvSpPr>
          <p:spPr>
            <a:xfrm>
              <a:off x="7852853" y="3194966"/>
              <a:ext cx="11635" cy="11635"/>
            </a:xfrm>
            <a:custGeom>
              <a:avLst/>
              <a:gdLst/>
              <a:ahLst/>
              <a:cxnLst/>
              <a:rect l="l" t="t" r="r" b="b"/>
              <a:pathLst>
                <a:path w="358" h="358" extrusionOk="0">
                  <a:moveTo>
                    <a:pt x="191" y="0"/>
                  </a:moveTo>
                  <a:cubicBezTo>
                    <a:pt x="71" y="0"/>
                    <a:pt x="0" y="72"/>
                    <a:pt x="0" y="167"/>
                  </a:cubicBezTo>
                  <a:cubicBezTo>
                    <a:pt x="0" y="262"/>
                    <a:pt x="71" y="358"/>
                    <a:pt x="191" y="358"/>
                  </a:cubicBezTo>
                  <a:cubicBezTo>
                    <a:pt x="286" y="358"/>
                    <a:pt x="357" y="262"/>
                    <a:pt x="357" y="167"/>
                  </a:cubicBezTo>
                  <a:cubicBezTo>
                    <a:pt x="357" y="72"/>
                    <a:pt x="286" y="0"/>
                    <a:pt x="191"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0" name="Google Shape;21780;p138"/>
            <p:cNvSpPr/>
            <p:nvPr/>
          </p:nvSpPr>
          <p:spPr>
            <a:xfrm>
              <a:off x="7889221" y="3194966"/>
              <a:ext cx="12415" cy="11635"/>
            </a:xfrm>
            <a:custGeom>
              <a:avLst/>
              <a:gdLst/>
              <a:ahLst/>
              <a:cxnLst/>
              <a:rect l="l" t="t" r="r" b="b"/>
              <a:pathLst>
                <a:path w="382" h="358" extrusionOk="0">
                  <a:moveTo>
                    <a:pt x="191" y="0"/>
                  </a:moveTo>
                  <a:cubicBezTo>
                    <a:pt x="96" y="0"/>
                    <a:pt x="0" y="72"/>
                    <a:pt x="0" y="167"/>
                  </a:cubicBezTo>
                  <a:cubicBezTo>
                    <a:pt x="0" y="262"/>
                    <a:pt x="96" y="358"/>
                    <a:pt x="191" y="358"/>
                  </a:cubicBezTo>
                  <a:cubicBezTo>
                    <a:pt x="286" y="358"/>
                    <a:pt x="381" y="262"/>
                    <a:pt x="381" y="167"/>
                  </a:cubicBezTo>
                  <a:cubicBezTo>
                    <a:pt x="381" y="72"/>
                    <a:pt x="286" y="0"/>
                    <a:pt x="191"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1" name="Google Shape;21781;p138"/>
            <p:cNvSpPr/>
            <p:nvPr/>
          </p:nvSpPr>
          <p:spPr>
            <a:xfrm>
              <a:off x="7780086" y="3290938"/>
              <a:ext cx="357598" cy="10075"/>
            </a:xfrm>
            <a:custGeom>
              <a:avLst/>
              <a:gdLst/>
              <a:ahLst/>
              <a:cxnLst/>
              <a:rect l="l" t="t" r="r" b="b"/>
              <a:pathLst>
                <a:path w="11003" h="310" extrusionOk="0">
                  <a:moveTo>
                    <a:pt x="0" y="0"/>
                  </a:moveTo>
                  <a:lnTo>
                    <a:pt x="0" y="310"/>
                  </a:lnTo>
                  <a:lnTo>
                    <a:pt x="11003" y="310"/>
                  </a:lnTo>
                  <a:lnTo>
                    <a:pt x="1100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2" name="Google Shape;21782;p138"/>
            <p:cNvSpPr/>
            <p:nvPr/>
          </p:nvSpPr>
          <p:spPr>
            <a:xfrm>
              <a:off x="8115973" y="3290938"/>
              <a:ext cx="21710" cy="10075"/>
            </a:xfrm>
            <a:custGeom>
              <a:avLst/>
              <a:gdLst/>
              <a:ahLst/>
              <a:cxnLst/>
              <a:rect l="l" t="t" r="r" b="b"/>
              <a:pathLst>
                <a:path w="668" h="310" extrusionOk="0">
                  <a:moveTo>
                    <a:pt x="1" y="0"/>
                  </a:moveTo>
                  <a:lnTo>
                    <a:pt x="1" y="310"/>
                  </a:lnTo>
                  <a:lnTo>
                    <a:pt x="668" y="310"/>
                  </a:lnTo>
                  <a:lnTo>
                    <a:pt x="668"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3" name="Google Shape;21783;p138"/>
            <p:cNvSpPr/>
            <p:nvPr/>
          </p:nvSpPr>
          <p:spPr>
            <a:xfrm>
              <a:off x="7971251" y="3194966"/>
              <a:ext cx="166432" cy="10855"/>
            </a:xfrm>
            <a:custGeom>
              <a:avLst/>
              <a:gdLst/>
              <a:ahLst/>
              <a:cxnLst/>
              <a:rect l="l" t="t" r="r" b="b"/>
              <a:pathLst>
                <a:path w="5121" h="334" extrusionOk="0">
                  <a:moveTo>
                    <a:pt x="167" y="0"/>
                  </a:moveTo>
                  <a:cubicBezTo>
                    <a:pt x="72" y="0"/>
                    <a:pt x="24" y="48"/>
                    <a:pt x="1" y="143"/>
                  </a:cubicBezTo>
                  <a:cubicBezTo>
                    <a:pt x="1" y="238"/>
                    <a:pt x="48" y="334"/>
                    <a:pt x="167" y="334"/>
                  </a:cubicBezTo>
                  <a:lnTo>
                    <a:pt x="5121" y="334"/>
                  </a:lnTo>
                  <a:lnTo>
                    <a:pt x="512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4" name="Google Shape;21784;p138"/>
            <p:cNvSpPr/>
            <p:nvPr/>
          </p:nvSpPr>
          <p:spPr>
            <a:xfrm>
              <a:off x="8116753" y="3194966"/>
              <a:ext cx="20930" cy="10855"/>
            </a:xfrm>
            <a:custGeom>
              <a:avLst/>
              <a:gdLst/>
              <a:ahLst/>
              <a:cxnLst/>
              <a:rect l="l" t="t" r="r" b="b"/>
              <a:pathLst>
                <a:path w="644" h="334" extrusionOk="0">
                  <a:moveTo>
                    <a:pt x="1" y="0"/>
                  </a:moveTo>
                  <a:lnTo>
                    <a:pt x="1" y="334"/>
                  </a:lnTo>
                  <a:lnTo>
                    <a:pt x="644" y="334"/>
                  </a:lnTo>
                  <a:lnTo>
                    <a:pt x="644"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5" name="Google Shape;21785;p138"/>
          <p:cNvGrpSpPr/>
          <p:nvPr/>
        </p:nvGrpSpPr>
        <p:grpSpPr>
          <a:xfrm>
            <a:off x="7817233" y="3442706"/>
            <a:ext cx="284082" cy="357793"/>
            <a:chOff x="7817233" y="3595106"/>
            <a:chExt cx="284082" cy="357793"/>
          </a:xfrm>
        </p:grpSpPr>
        <p:sp>
          <p:nvSpPr>
            <p:cNvPr id="21786" name="Google Shape;21786;p138"/>
            <p:cNvSpPr/>
            <p:nvPr/>
          </p:nvSpPr>
          <p:spPr>
            <a:xfrm>
              <a:off x="7849733" y="3595106"/>
              <a:ext cx="185802" cy="145535"/>
            </a:xfrm>
            <a:custGeom>
              <a:avLst/>
              <a:gdLst/>
              <a:ahLst/>
              <a:cxnLst/>
              <a:rect l="l" t="t" r="r" b="b"/>
              <a:pathLst>
                <a:path w="5717" h="4478" extrusionOk="0">
                  <a:moveTo>
                    <a:pt x="334" y="0"/>
                  </a:moveTo>
                  <a:cubicBezTo>
                    <a:pt x="167" y="0"/>
                    <a:pt x="1" y="167"/>
                    <a:pt x="1" y="334"/>
                  </a:cubicBezTo>
                  <a:lnTo>
                    <a:pt x="1" y="4477"/>
                  </a:lnTo>
                  <a:lnTo>
                    <a:pt x="5716" y="4477"/>
                  </a:lnTo>
                  <a:lnTo>
                    <a:pt x="5716" y="334"/>
                  </a:lnTo>
                  <a:cubicBezTo>
                    <a:pt x="5716" y="167"/>
                    <a:pt x="5573" y="0"/>
                    <a:pt x="540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7" name="Google Shape;21787;p138"/>
            <p:cNvSpPr/>
            <p:nvPr/>
          </p:nvSpPr>
          <p:spPr>
            <a:xfrm>
              <a:off x="8003751" y="3595106"/>
              <a:ext cx="31785" cy="145535"/>
            </a:xfrm>
            <a:custGeom>
              <a:avLst/>
              <a:gdLst/>
              <a:ahLst/>
              <a:cxnLst/>
              <a:rect l="l" t="t" r="r" b="b"/>
              <a:pathLst>
                <a:path w="978" h="4478" extrusionOk="0">
                  <a:moveTo>
                    <a:pt x="1" y="0"/>
                  </a:moveTo>
                  <a:cubicBezTo>
                    <a:pt x="191" y="0"/>
                    <a:pt x="334" y="167"/>
                    <a:pt x="334" y="334"/>
                  </a:cubicBezTo>
                  <a:lnTo>
                    <a:pt x="334" y="4477"/>
                  </a:lnTo>
                  <a:lnTo>
                    <a:pt x="977" y="4477"/>
                  </a:lnTo>
                  <a:lnTo>
                    <a:pt x="977" y="334"/>
                  </a:lnTo>
                  <a:cubicBezTo>
                    <a:pt x="977" y="167"/>
                    <a:pt x="834" y="0"/>
                    <a:pt x="668"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8" name="Google Shape;21788;p138"/>
            <p:cNvSpPr/>
            <p:nvPr/>
          </p:nvSpPr>
          <p:spPr>
            <a:xfrm>
              <a:off x="7817233" y="3705768"/>
              <a:ext cx="116902" cy="34093"/>
            </a:xfrm>
            <a:custGeom>
              <a:avLst/>
              <a:gdLst/>
              <a:ahLst/>
              <a:cxnLst/>
              <a:rect l="l" t="t" r="r" b="b"/>
              <a:pathLst>
                <a:path w="3597" h="1049" extrusionOk="0">
                  <a:moveTo>
                    <a:pt x="453" y="1"/>
                  </a:moveTo>
                  <a:cubicBezTo>
                    <a:pt x="215" y="1"/>
                    <a:pt x="1" y="215"/>
                    <a:pt x="1" y="453"/>
                  </a:cubicBezTo>
                  <a:lnTo>
                    <a:pt x="1" y="834"/>
                  </a:lnTo>
                  <a:lnTo>
                    <a:pt x="1787" y="1049"/>
                  </a:lnTo>
                  <a:lnTo>
                    <a:pt x="3573" y="834"/>
                  </a:lnTo>
                  <a:lnTo>
                    <a:pt x="3573" y="453"/>
                  </a:lnTo>
                  <a:cubicBezTo>
                    <a:pt x="3597" y="215"/>
                    <a:pt x="3382" y="1"/>
                    <a:pt x="314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9" name="Google Shape;21789;p138"/>
            <p:cNvSpPr/>
            <p:nvPr/>
          </p:nvSpPr>
          <p:spPr>
            <a:xfrm>
              <a:off x="7898516" y="3705768"/>
              <a:ext cx="35620" cy="34093"/>
            </a:xfrm>
            <a:custGeom>
              <a:avLst/>
              <a:gdLst/>
              <a:ahLst/>
              <a:cxnLst/>
              <a:rect l="l" t="t" r="r" b="b"/>
              <a:pathLst>
                <a:path w="1096" h="1049" extrusionOk="0">
                  <a:moveTo>
                    <a:pt x="0" y="1"/>
                  </a:moveTo>
                  <a:cubicBezTo>
                    <a:pt x="238" y="1"/>
                    <a:pt x="453" y="215"/>
                    <a:pt x="453" y="453"/>
                  </a:cubicBezTo>
                  <a:lnTo>
                    <a:pt x="453" y="834"/>
                  </a:lnTo>
                  <a:lnTo>
                    <a:pt x="810" y="1049"/>
                  </a:lnTo>
                  <a:lnTo>
                    <a:pt x="1096" y="834"/>
                  </a:lnTo>
                  <a:lnTo>
                    <a:pt x="1096" y="453"/>
                  </a:lnTo>
                  <a:cubicBezTo>
                    <a:pt x="1096" y="215"/>
                    <a:pt x="881" y="1"/>
                    <a:pt x="64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0" name="Google Shape;21790;p138"/>
            <p:cNvSpPr/>
            <p:nvPr/>
          </p:nvSpPr>
          <p:spPr>
            <a:xfrm>
              <a:off x="7884573" y="3626046"/>
              <a:ext cx="46475" cy="10107"/>
            </a:xfrm>
            <a:custGeom>
              <a:avLst/>
              <a:gdLst/>
              <a:ahLst/>
              <a:cxnLst/>
              <a:rect l="l" t="t" r="r" b="b"/>
              <a:pathLst>
                <a:path w="1430" h="311" extrusionOk="0">
                  <a:moveTo>
                    <a:pt x="167" y="1"/>
                  </a:moveTo>
                  <a:cubicBezTo>
                    <a:pt x="72" y="1"/>
                    <a:pt x="0" y="72"/>
                    <a:pt x="0" y="168"/>
                  </a:cubicBezTo>
                  <a:cubicBezTo>
                    <a:pt x="0" y="239"/>
                    <a:pt x="72" y="310"/>
                    <a:pt x="167" y="310"/>
                  </a:cubicBezTo>
                  <a:lnTo>
                    <a:pt x="1286" y="310"/>
                  </a:lnTo>
                  <a:cubicBezTo>
                    <a:pt x="1358" y="310"/>
                    <a:pt x="1429" y="239"/>
                    <a:pt x="1429" y="168"/>
                  </a:cubicBezTo>
                  <a:cubicBezTo>
                    <a:pt x="1429" y="72"/>
                    <a:pt x="1382" y="1"/>
                    <a:pt x="1286"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1" name="Google Shape;21791;p138"/>
            <p:cNvSpPr/>
            <p:nvPr/>
          </p:nvSpPr>
          <p:spPr>
            <a:xfrm>
              <a:off x="7958088" y="3698033"/>
              <a:ext cx="46475" cy="9328"/>
            </a:xfrm>
            <a:custGeom>
              <a:avLst/>
              <a:gdLst/>
              <a:ahLst/>
              <a:cxnLst/>
              <a:rect l="l" t="t" r="r" b="b"/>
              <a:pathLst>
                <a:path w="1430" h="287" extrusionOk="0">
                  <a:moveTo>
                    <a:pt x="168" y="1"/>
                  </a:moveTo>
                  <a:cubicBezTo>
                    <a:pt x="72" y="1"/>
                    <a:pt x="1" y="48"/>
                    <a:pt x="1" y="144"/>
                  </a:cubicBezTo>
                  <a:cubicBezTo>
                    <a:pt x="1" y="239"/>
                    <a:pt x="72" y="286"/>
                    <a:pt x="168" y="286"/>
                  </a:cubicBezTo>
                  <a:lnTo>
                    <a:pt x="1287" y="286"/>
                  </a:lnTo>
                  <a:cubicBezTo>
                    <a:pt x="1358" y="286"/>
                    <a:pt x="1430" y="215"/>
                    <a:pt x="1430" y="144"/>
                  </a:cubicBezTo>
                  <a:cubicBezTo>
                    <a:pt x="1430" y="48"/>
                    <a:pt x="1382" y="1"/>
                    <a:pt x="128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2" name="Google Shape;21792;p138"/>
            <p:cNvSpPr/>
            <p:nvPr/>
          </p:nvSpPr>
          <p:spPr>
            <a:xfrm>
              <a:off x="7884573" y="3649283"/>
              <a:ext cx="118463" cy="10075"/>
            </a:xfrm>
            <a:custGeom>
              <a:avLst/>
              <a:gdLst/>
              <a:ahLst/>
              <a:cxnLst/>
              <a:rect l="l" t="t" r="r" b="b"/>
              <a:pathLst>
                <a:path w="3645" h="310" extrusionOk="0">
                  <a:moveTo>
                    <a:pt x="167" y="0"/>
                  </a:moveTo>
                  <a:cubicBezTo>
                    <a:pt x="72" y="0"/>
                    <a:pt x="0" y="72"/>
                    <a:pt x="0" y="167"/>
                  </a:cubicBezTo>
                  <a:cubicBezTo>
                    <a:pt x="0" y="238"/>
                    <a:pt x="72" y="310"/>
                    <a:pt x="167" y="310"/>
                  </a:cubicBezTo>
                  <a:lnTo>
                    <a:pt x="3501" y="310"/>
                  </a:lnTo>
                  <a:cubicBezTo>
                    <a:pt x="3573" y="310"/>
                    <a:pt x="3644" y="238"/>
                    <a:pt x="3644" y="167"/>
                  </a:cubicBezTo>
                  <a:cubicBezTo>
                    <a:pt x="3644" y="72"/>
                    <a:pt x="3573" y="0"/>
                    <a:pt x="3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3" name="Google Shape;21793;p138"/>
            <p:cNvSpPr/>
            <p:nvPr/>
          </p:nvSpPr>
          <p:spPr>
            <a:xfrm>
              <a:off x="7884573" y="3672488"/>
              <a:ext cx="118463" cy="10107"/>
            </a:xfrm>
            <a:custGeom>
              <a:avLst/>
              <a:gdLst/>
              <a:ahLst/>
              <a:cxnLst/>
              <a:rect l="l" t="t" r="r" b="b"/>
              <a:pathLst>
                <a:path w="3645" h="311" extrusionOk="0">
                  <a:moveTo>
                    <a:pt x="167" y="1"/>
                  </a:moveTo>
                  <a:cubicBezTo>
                    <a:pt x="72" y="1"/>
                    <a:pt x="0" y="72"/>
                    <a:pt x="0" y="167"/>
                  </a:cubicBezTo>
                  <a:cubicBezTo>
                    <a:pt x="0" y="239"/>
                    <a:pt x="72" y="310"/>
                    <a:pt x="167" y="310"/>
                  </a:cubicBezTo>
                  <a:lnTo>
                    <a:pt x="3501" y="310"/>
                  </a:lnTo>
                  <a:cubicBezTo>
                    <a:pt x="3573" y="310"/>
                    <a:pt x="3644" y="215"/>
                    <a:pt x="3644" y="167"/>
                  </a:cubicBezTo>
                  <a:cubicBezTo>
                    <a:pt x="3644" y="72"/>
                    <a:pt x="3573" y="1"/>
                    <a:pt x="350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4" name="Google Shape;21794;p138"/>
            <p:cNvSpPr/>
            <p:nvPr/>
          </p:nvSpPr>
          <p:spPr>
            <a:xfrm>
              <a:off x="7817233" y="3732873"/>
              <a:ext cx="253110" cy="169520"/>
            </a:xfrm>
            <a:custGeom>
              <a:avLst/>
              <a:gdLst/>
              <a:ahLst/>
              <a:cxnLst/>
              <a:rect l="l" t="t" r="r" b="b"/>
              <a:pathLst>
                <a:path w="7788" h="5216" extrusionOk="0">
                  <a:moveTo>
                    <a:pt x="1" y="0"/>
                  </a:moveTo>
                  <a:lnTo>
                    <a:pt x="1" y="4787"/>
                  </a:lnTo>
                  <a:cubicBezTo>
                    <a:pt x="1" y="5025"/>
                    <a:pt x="167" y="5216"/>
                    <a:pt x="405" y="5216"/>
                  </a:cubicBezTo>
                  <a:lnTo>
                    <a:pt x="7407" y="5216"/>
                  </a:lnTo>
                  <a:cubicBezTo>
                    <a:pt x="7621" y="5216"/>
                    <a:pt x="7788" y="5025"/>
                    <a:pt x="7788" y="4787"/>
                  </a:cubicBezTo>
                  <a:lnTo>
                    <a:pt x="7788" y="405"/>
                  </a:lnTo>
                  <a:cubicBezTo>
                    <a:pt x="7788" y="167"/>
                    <a:pt x="7621" y="0"/>
                    <a:pt x="738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5" name="Google Shape;21795;p138"/>
            <p:cNvSpPr/>
            <p:nvPr/>
          </p:nvSpPr>
          <p:spPr>
            <a:xfrm>
              <a:off x="7872191" y="3778536"/>
              <a:ext cx="61945" cy="28665"/>
            </a:xfrm>
            <a:custGeom>
              <a:avLst/>
              <a:gdLst/>
              <a:ahLst/>
              <a:cxnLst/>
              <a:rect l="l" t="t" r="r" b="b"/>
              <a:pathLst>
                <a:path w="1906" h="882" extrusionOk="0">
                  <a:moveTo>
                    <a:pt x="96" y="0"/>
                  </a:moveTo>
                  <a:cubicBezTo>
                    <a:pt x="72" y="0"/>
                    <a:pt x="0" y="24"/>
                    <a:pt x="0" y="72"/>
                  </a:cubicBezTo>
                  <a:lnTo>
                    <a:pt x="0" y="786"/>
                  </a:lnTo>
                  <a:cubicBezTo>
                    <a:pt x="0" y="834"/>
                    <a:pt x="24" y="881"/>
                    <a:pt x="96" y="881"/>
                  </a:cubicBezTo>
                  <a:lnTo>
                    <a:pt x="1810" y="881"/>
                  </a:lnTo>
                  <a:cubicBezTo>
                    <a:pt x="1882" y="881"/>
                    <a:pt x="1906" y="834"/>
                    <a:pt x="1906" y="786"/>
                  </a:cubicBezTo>
                  <a:lnTo>
                    <a:pt x="1906" y="72"/>
                  </a:lnTo>
                  <a:cubicBezTo>
                    <a:pt x="1906" y="48"/>
                    <a:pt x="1882" y="0"/>
                    <a:pt x="181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6" name="Google Shape;21796;p138"/>
            <p:cNvSpPr/>
            <p:nvPr/>
          </p:nvSpPr>
          <p:spPr>
            <a:xfrm>
              <a:off x="7910118" y="3776976"/>
              <a:ext cx="24798" cy="29445"/>
            </a:xfrm>
            <a:custGeom>
              <a:avLst/>
              <a:gdLst/>
              <a:ahLst/>
              <a:cxnLst/>
              <a:rect l="l" t="t" r="r" b="b"/>
              <a:pathLst>
                <a:path w="763" h="906" extrusionOk="0">
                  <a:moveTo>
                    <a:pt x="0" y="1"/>
                  </a:moveTo>
                  <a:cubicBezTo>
                    <a:pt x="48" y="1"/>
                    <a:pt x="96" y="48"/>
                    <a:pt x="96" y="96"/>
                  </a:cubicBezTo>
                  <a:lnTo>
                    <a:pt x="96" y="810"/>
                  </a:lnTo>
                  <a:cubicBezTo>
                    <a:pt x="96" y="858"/>
                    <a:pt x="24" y="906"/>
                    <a:pt x="0" y="906"/>
                  </a:cubicBezTo>
                  <a:lnTo>
                    <a:pt x="643" y="906"/>
                  </a:lnTo>
                  <a:cubicBezTo>
                    <a:pt x="715" y="906"/>
                    <a:pt x="739" y="834"/>
                    <a:pt x="739" y="810"/>
                  </a:cubicBezTo>
                  <a:lnTo>
                    <a:pt x="739" y="96"/>
                  </a:lnTo>
                  <a:cubicBezTo>
                    <a:pt x="762" y="48"/>
                    <a:pt x="715" y="1"/>
                    <a:pt x="64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7" name="Google Shape;21797;p138"/>
            <p:cNvSpPr/>
            <p:nvPr/>
          </p:nvSpPr>
          <p:spPr>
            <a:xfrm>
              <a:off x="8035503" y="3732873"/>
              <a:ext cx="34840" cy="123078"/>
            </a:xfrm>
            <a:custGeom>
              <a:avLst/>
              <a:gdLst/>
              <a:ahLst/>
              <a:cxnLst/>
              <a:rect l="l" t="t" r="r" b="b"/>
              <a:pathLst>
                <a:path w="1072" h="3787" extrusionOk="0">
                  <a:moveTo>
                    <a:pt x="0" y="0"/>
                  </a:moveTo>
                  <a:cubicBezTo>
                    <a:pt x="238" y="0"/>
                    <a:pt x="429" y="167"/>
                    <a:pt x="429" y="405"/>
                  </a:cubicBezTo>
                  <a:lnTo>
                    <a:pt x="429" y="3787"/>
                  </a:lnTo>
                  <a:lnTo>
                    <a:pt x="1072" y="3787"/>
                  </a:lnTo>
                  <a:lnTo>
                    <a:pt x="1072" y="405"/>
                  </a:lnTo>
                  <a:cubicBezTo>
                    <a:pt x="1072" y="167"/>
                    <a:pt x="905" y="0"/>
                    <a:pt x="6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8" name="Google Shape;21798;p138"/>
            <p:cNvSpPr/>
            <p:nvPr/>
          </p:nvSpPr>
          <p:spPr>
            <a:xfrm>
              <a:off x="8026988" y="3848183"/>
              <a:ext cx="74327" cy="104715"/>
            </a:xfrm>
            <a:custGeom>
              <a:avLst/>
              <a:gdLst/>
              <a:ahLst/>
              <a:cxnLst/>
              <a:rect l="l" t="t" r="r" b="b"/>
              <a:pathLst>
                <a:path w="2287" h="3222" extrusionOk="0">
                  <a:moveTo>
                    <a:pt x="596" y="1"/>
                  </a:moveTo>
                  <a:cubicBezTo>
                    <a:pt x="572" y="1"/>
                    <a:pt x="500" y="24"/>
                    <a:pt x="500" y="72"/>
                  </a:cubicBezTo>
                  <a:lnTo>
                    <a:pt x="500" y="1549"/>
                  </a:lnTo>
                  <a:cubicBezTo>
                    <a:pt x="500" y="1596"/>
                    <a:pt x="453" y="1620"/>
                    <a:pt x="429" y="1620"/>
                  </a:cubicBezTo>
                  <a:lnTo>
                    <a:pt x="119" y="1620"/>
                  </a:lnTo>
                  <a:cubicBezTo>
                    <a:pt x="24" y="1620"/>
                    <a:pt x="0" y="1715"/>
                    <a:pt x="24" y="1810"/>
                  </a:cubicBezTo>
                  <a:lnTo>
                    <a:pt x="1048" y="3168"/>
                  </a:lnTo>
                  <a:cubicBezTo>
                    <a:pt x="1060" y="3204"/>
                    <a:pt x="1090" y="3222"/>
                    <a:pt x="1123" y="3222"/>
                  </a:cubicBezTo>
                  <a:cubicBezTo>
                    <a:pt x="1155" y="3222"/>
                    <a:pt x="1191" y="3204"/>
                    <a:pt x="1215" y="3168"/>
                  </a:cubicBezTo>
                  <a:lnTo>
                    <a:pt x="2239" y="1810"/>
                  </a:lnTo>
                  <a:cubicBezTo>
                    <a:pt x="2286" y="1739"/>
                    <a:pt x="2239" y="1620"/>
                    <a:pt x="2144" y="1620"/>
                  </a:cubicBezTo>
                  <a:lnTo>
                    <a:pt x="1882" y="1620"/>
                  </a:lnTo>
                  <a:cubicBezTo>
                    <a:pt x="1810" y="1620"/>
                    <a:pt x="1786" y="1572"/>
                    <a:pt x="1786" y="1549"/>
                  </a:cubicBezTo>
                  <a:lnTo>
                    <a:pt x="1786" y="72"/>
                  </a:lnTo>
                  <a:cubicBezTo>
                    <a:pt x="1786" y="48"/>
                    <a:pt x="1763" y="1"/>
                    <a:pt x="1691"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9" name="Google Shape;21799;p138"/>
            <p:cNvSpPr/>
            <p:nvPr/>
          </p:nvSpPr>
          <p:spPr>
            <a:xfrm>
              <a:off x="8050973" y="3848183"/>
              <a:ext cx="49563" cy="104715"/>
            </a:xfrm>
            <a:custGeom>
              <a:avLst/>
              <a:gdLst/>
              <a:ahLst/>
              <a:cxnLst/>
              <a:rect l="l" t="t" r="r" b="b"/>
              <a:pathLst>
                <a:path w="1525" h="3222" extrusionOk="0">
                  <a:moveTo>
                    <a:pt x="120" y="1"/>
                  </a:moveTo>
                  <a:cubicBezTo>
                    <a:pt x="167" y="1"/>
                    <a:pt x="215" y="24"/>
                    <a:pt x="215" y="72"/>
                  </a:cubicBezTo>
                  <a:lnTo>
                    <a:pt x="215" y="1453"/>
                  </a:lnTo>
                  <a:cubicBezTo>
                    <a:pt x="215" y="1572"/>
                    <a:pt x="310" y="1620"/>
                    <a:pt x="429" y="1620"/>
                  </a:cubicBezTo>
                  <a:cubicBezTo>
                    <a:pt x="572" y="1620"/>
                    <a:pt x="667" y="1810"/>
                    <a:pt x="572" y="1930"/>
                  </a:cubicBezTo>
                  <a:lnTo>
                    <a:pt x="1" y="2739"/>
                  </a:lnTo>
                  <a:lnTo>
                    <a:pt x="334" y="3168"/>
                  </a:lnTo>
                  <a:cubicBezTo>
                    <a:pt x="346" y="3204"/>
                    <a:pt x="376" y="3222"/>
                    <a:pt x="411" y="3222"/>
                  </a:cubicBezTo>
                  <a:cubicBezTo>
                    <a:pt x="447" y="3222"/>
                    <a:pt x="489" y="3204"/>
                    <a:pt x="524" y="3168"/>
                  </a:cubicBezTo>
                  <a:lnTo>
                    <a:pt x="1501" y="1810"/>
                  </a:lnTo>
                  <a:cubicBezTo>
                    <a:pt x="1525" y="1715"/>
                    <a:pt x="1477" y="1620"/>
                    <a:pt x="1382" y="1620"/>
                  </a:cubicBezTo>
                  <a:lnTo>
                    <a:pt x="1120" y="1620"/>
                  </a:lnTo>
                  <a:cubicBezTo>
                    <a:pt x="1048" y="1620"/>
                    <a:pt x="1025" y="1572"/>
                    <a:pt x="1025" y="1549"/>
                  </a:cubicBezTo>
                  <a:lnTo>
                    <a:pt x="1025" y="72"/>
                  </a:lnTo>
                  <a:cubicBezTo>
                    <a:pt x="1025" y="48"/>
                    <a:pt x="1001" y="1"/>
                    <a:pt x="929" y="1"/>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0" name="Google Shape;21800;p138"/>
            <p:cNvSpPr/>
            <p:nvPr/>
          </p:nvSpPr>
          <p:spPr>
            <a:xfrm>
              <a:off x="7868323" y="3827286"/>
              <a:ext cx="134713" cy="10888"/>
            </a:xfrm>
            <a:custGeom>
              <a:avLst/>
              <a:gdLst/>
              <a:ahLst/>
              <a:cxnLst/>
              <a:rect l="l" t="t" r="r" b="b"/>
              <a:pathLst>
                <a:path w="4145" h="335" extrusionOk="0">
                  <a:moveTo>
                    <a:pt x="143" y="1"/>
                  </a:moveTo>
                  <a:cubicBezTo>
                    <a:pt x="72" y="1"/>
                    <a:pt x="0" y="96"/>
                    <a:pt x="0" y="191"/>
                  </a:cubicBezTo>
                  <a:cubicBezTo>
                    <a:pt x="0" y="286"/>
                    <a:pt x="96" y="334"/>
                    <a:pt x="191" y="334"/>
                  </a:cubicBezTo>
                  <a:lnTo>
                    <a:pt x="3954" y="334"/>
                  </a:lnTo>
                  <a:cubicBezTo>
                    <a:pt x="4049" y="334"/>
                    <a:pt x="4144" y="286"/>
                    <a:pt x="4120" y="167"/>
                  </a:cubicBezTo>
                  <a:cubicBezTo>
                    <a:pt x="4120" y="72"/>
                    <a:pt x="4025" y="1"/>
                    <a:pt x="3930"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1" name="Google Shape;21801;p138"/>
            <p:cNvSpPr/>
            <p:nvPr/>
          </p:nvSpPr>
          <p:spPr>
            <a:xfrm>
              <a:off x="7868323" y="3852831"/>
              <a:ext cx="134713" cy="10855"/>
            </a:xfrm>
            <a:custGeom>
              <a:avLst/>
              <a:gdLst/>
              <a:ahLst/>
              <a:cxnLst/>
              <a:rect l="l" t="t" r="r" b="b"/>
              <a:pathLst>
                <a:path w="4145" h="334" extrusionOk="0">
                  <a:moveTo>
                    <a:pt x="143" y="0"/>
                  </a:moveTo>
                  <a:cubicBezTo>
                    <a:pt x="72" y="0"/>
                    <a:pt x="0" y="96"/>
                    <a:pt x="0" y="167"/>
                  </a:cubicBezTo>
                  <a:cubicBezTo>
                    <a:pt x="0" y="262"/>
                    <a:pt x="96" y="334"/>
                    <a:pt x="191" y="334"/>
                  </a:cubicBezTo>
                  <a:lnTo>
                    <a:pt x="3954" y="334"/>
                  </a:lnTo>
                  <a:cubicBezTo>
                    <a:pt x="4049" y="334"/>
                    <a:pt x="4144" y="239"/>
                    <a:pt x="4120" y="143"/>
                  </a:cubicBezTo>
                  <a:cubicBezTo>
                    <a:pt x="4120" y="48"/>
                    <a:pt x="4025" y="0"/>
                    <a:pt x="393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02" name="Google Shape;21802;p138"/>
          <p:cNvGrpSpPr/>
          <p:nvPr/>
        </p:nvGrpSpPr>
        <p:grpSpPr>
          <a:xfrm>
            <a:off x="7030896" y="3449661"/>
            <a:ext cx="356818" cy="345215"/>
            <a:chOff x="7030896" y="3602061"/>
            <a:chExt cx="356818" cy="345215"/>
          </a:xfrm>
        </p:grpSpPr>
        <p:sp>
          <p:nvSpPr>
            <p:cNvPr id="21803" name="Google Shape;21803;p138"/>
            <p:cNvSpPr/>
            <p:nvPr/>
          </p:nvSpPr>
          <p:spPr>
            <a:xfrm>
              <a:off x="7030896" y="3620651"/>
              <a:ext cx="356818" cy="214403"/>
            </a:xfrm>
            <a:custGeom>
              <a:avLst/>
              <a:gdLst/>
              <a:ahLst/>
              <a:cxnLst/>
              <a:rect l="l" t="t" r="r" b="b"/>
              <a:pathLst>
                <a:path w="10979" h="6597" extrusionOk="0">
                  <a:moveTo>
                    <a:pt x="381" y="0"/>
                  </a:moveTo>
                  <a:cubicBezTo>
                    <a:pt x="167" y="0"/>
                    <a:pt x="0" y="167"/>
                    <a:pt x="0" y="381"/>
                  </a:cubicBezTo>
                  <a:lnTo>
                    <a:pt x="0" y="6216"/>
                  </a:lnTo>
                  <a:cubicBezTo>
                    <a:pt x="0" y="6430"/>
                    <a:pt x="167" y="6597"/>
                    <a:pt x="381" y="6597"/>
                  </a:cubicBezTo>
                  <a:lnTo>
                    <a:pt x="10598" y="6597"/>
                  </a:lnTo>
                  <a:cubicBezTo>
                    <a:pt x="10788" y="6597"/>
                    <a:pt x="10979" y="6430"/>
                    <a:pt x="10979" y="6192"/>
                  </a:cubicBezTo>
                  <a:lnTo>
                    <a:pt x="10979" y="381"/>
                  </a:lnTo>
                  <a:cubicBezTo>
                    <a:pt x="10979" y="167"/>
                    <a:pt x="10788" y="0"/>
                    <a:pt x="10598"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4" name="Google Shape;21804;p138"/>
            <p:cNvSpPr/>
            <p:nvPr/>
          </p:nvSpPr>
          <p:spPr>
            <a:xfrm>
              <a:off x="7061836" y="3602061"/>
              <a:ext cx="294905" cy="205920"/>
            </a:xfrm>
            <a:custGeom>
              <a:avLst/>
              <a:gdLst/>
              <a:ahLst/>
              <a:cxnLst/>
              <a:rect l="l" t="t" r="r" b="b"/>
              <a:pathLst>
                <a:path w="9074" h="6336" extrusionOk="0">
                  <a:moveTo>
                    <a:pt x="477" y="1"/>
                  </a:moveTo>
                  <a:cubicBezTo>
                    <a:pt x="191" y="1"/>
                    <a:pt x="1" y="215"/>
                    <a:pt x="1" y="477"/>
                  </a:cubicBezTo>
                  <a:lnTo>
                    <a:pt x="1" y="5621"/>
                  </a:lnTo>
                  <a:cubicBezTo>
                    <a:pt x="1" y="5907"/>
                    <a:pt x="191" y="6097"/>
                    <a:pt x="477" y="6097"/>
                  </a:cubicBezTo>
                  <a:lnTo>
                    <a:pt x="3763" y="6097"/>
                  </a:lnTo>
                  <a:lnTo>
                    <a:pt x="3954" y="5907"/>
                  </a:lnTo>
                  <a:cubicBezTo>
                    <a:pt x="4097" y="5907"/>
                    <a:pt x="4240" y="5954"/>
                    <a:pt x="4359" y="6073"/>
                  </a:cubicBezTo>
                  <a:cubicBezTo>
                    <a:pt x="4406" y="6097"/>
                    <a:pt x="4454" y="6335"/>
                    <a:pt x="4525" y="6335"/>
                  </a:cubicBezTo>
                  <a:lnTo>
                    <a:pt x="4549" y="6335"/>
                  </a:lnTo>
                  <a:cubicBezTo>
                    <a:pt x="4597" y="6335"/>
                    <a:pt x="4644" y="6311"/>
                    <a:pt x="4692" y="6288"/>
                  </a:cubicBezTo>
                  <a:cubicBezTo>
                    <a:pt x="4787" y="6169"/>
                    <a:pt x="4930" y="6097"/>
                    <a:pt x="5121" y="6097"/>
                  </a:cubicBezTo>
                  <a:lnTo>
                    <a:pt x="8598" y="6097"/>
                  </a:lnTo>
                  <a:cubicBezTo>
                    <a:pt x="8860" y="6097"/>
                    <a:pt x="9074" y="5907"/>
                    <a:pt x="9074" y="5621"/>
                  </a:cubicBezTo>
                  <a:lnTo>
                    <a:pt x="9074" y="477"/>
                  </a:lnTo>
                  <a:cubicBezTo>
                    <a:pt x="9050" y="215"/>
                    <a:pt x="8836" y="1"/>
                    <a:pt x="8574" y="1"/>
                  </a:cubicBezTo>
                  <a:lnTo>
                    <a:pt x="5073" y="1"/>
                  </a:lnTo>
                  <a:cubicBezTo>
                    <a:pt x="4787" y="1"/>
                    <a:pt x="4525" y="239"/>
                    <a:pt x="4525" y="572"/>
                  </a:cubicBezTo>
                  <a:cubicBezTo>
                    <a:pt x="4525" y="263"/>
                    <a:pt x="4287" y="1"/>
                    <a:pt x="3954"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5" name="Google Shape;21805;p138"/>
            <p:cNvSpPr/>
            <p:nvPr/>
          </p:nvSpPr>
          <p:spPr>
            <a:xfrm>
              <a:off x="7317253" y="3602061"/>
              <a:ext cx="38740" cy="198185"/>
            </a:xfrm>
            <a:custGeom>
              <a:avLst/>
              <a:gdLst/>
              <a:ahLst/>
              <a:cxnLst/>
              <a:rect l="l" t="t" r="r" b="b"/>
              <a:pathLst>
                <a:path w="1192" h="6098" extrusionOk="0">
                  <a:moveTo>
                    <a:pt x="0" y="1"/>
                  </a:moveTo>
                  <a:cubicBezTo>
                    <a:pt x="262" y="1"/>
                    <a:pt x="429" y="215"/>
                    <a:pt x="429" y="477"/>
                  </a:cubicBezTo>
                  <a:lnTo>
                    <a:pt x="429" y="5621"/>
                  </a:lnTo>
                  <a:cubicBezTo>
                    <a:pt x="429" y="5907"/>
                    <a:pt x="239" y="6097"/>
                    <a:pt x="0" y="6097"/>
                  </a:cubicBezTo>
                  <a:lnTo>
                    <a:pt x="715" y="6097"/>
                  </a:lnTo>
                  <a:cubicBezTo>
                    <a:pt x="977" y="6097"/>
                    <a:pt x="1191" y="5907"/>
                    <a:pt x="1191" y="5621"/>
                  </a:cubicBezTo>
                  <a:lnTo>
                    <a:pt x="1191" y="477"/>
                  </a:lnTo>
                  <a:cubicBezTo>
                    <a:pt x="1191" y="215"/>
                    <a:pt x="977" y="1"/>
                    <a:pt x="71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6" name="Google Shape;21806;p138"/>
            <p:cNvSpPr/>
            <p:nvPr/>
          </p:nvSpPr>
          <p:spPr>
            <a:xfrm>
              <a:off x="7167103" y="3602061"/>
              <a:ext cx="41827" cy="205140"/>
            </a:xfrm>
            <a:custGeom>
              <a:avLst/>
              <a:gdLst/>
              <a:ahLst/>
              <a:cxnLst/>
              <a:rect l="l" t="t" r="r" b="b"/>
              <a:pathLst>
                <a:path w="1287" h="6312" extrusionOk="0">
                  <a:moveTo>
                    <a:pt x="0" y="1"/>
                  </a:moveTo>
                  <a:cubicBezTo>
                    <a:pt x="286" y="1"/>
                    <a:pt x="524" y="239"/>
                    <a:pt x="524" y="572"/>
                  </a:cubicBezTo>
                  <a:lnTo>
                    <a:pt x="524" y="6073"/>
                  </a:lnTo>
                  <a:lnTo>
                    <a:pt x="715" y="6073"/>
                  </a:lnTo>
                  <a:cubicBezTo>
                    <a:pt x="858" y="6073"/>
                    <a:pt x="1001" y="6145"/>
                    <a:pt x="1096" y="6264"/>
                  </a:cubicBezTo>
                  <a:cubicBezTo>
                    <a:pt x="1167" y="6288"/>
                    <a:pt x="1215" y="6311"/>
                    <a:pt x="1286" y="6311"/>
                  </a:cubicBezTo>
                  <a:lnTo>
                    <a:pt x="1286" y="572"/>
                  </a:lnTo>
                  <a:cubicBezTo>
                    <a:pt x="1286" y="263"/>
                    <a:pt x="1048" y="1"/>
                    <a:pt x="715"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7" name="Google Shape;21807;p138"/>
            <p:cNvSpPr/>
            <p:nvPr/>
          </p:nvSpPr>
          <p:spPr>
            <a:xfrm>
              <a:off x="7239838" y="3629166"/>
              <a:ext cx="83623" cy="56518"/>
            </a:xfrm>
            <a:custGeom>
              <a:avLst/>
              <a:gdLst/>
              <a:ahLst/>
              <a:cxnLst/>
              <a:rect l="l" t="t" r="r" b="b"/>
              <a:pathLst>
                <a:path w="2573" h="1739" extrusionOk="0">
                  <a:moveTo>
                    <a:pt x="191" y="0"/>
                  </a:moveTo>
                  <a:cubicBezTo>
                    <a:pt x="72" y="0"/>
                    <a:pt x="1" y="95"/>
                    <a:pt x="1" y="214"/>
                  </a:cubicBezTo>
                  <a:lnTo>
                    <a:pt x="1" y="1524"/>
                  </a:lnTo>
                  <a:cubicBezTo>
                    <a:pt x="1" y="1643"/>
                    <a:pt x="72" y="1739"/>
                    <a:pt x="191" y="1739"/>
                  </a:cubicBezTo>
                  <a:lnTo>
                    <a:pt x="2382" y="1739"/>
                  </a:lnTo>
                  <a:cubicBezTo>
                    <a:pt x="2501" y="1739"/>
                    <a:pt x="2573" y="1643"/>
                    <a:pt x="2573" y="1524"/>
                  </a:cubicBezTo>
                  <a:lnTo>
                    <a:pt x="2573" y="214"/>
                  </a:lnTo>
                  <a:cubicBezTo>
                    <a:pt x="2573" y="95"/>
                    <a:pt x="2501" y="0"/>
                    <a:pt x="2382"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8" name="Google Shape;21808;p138"/>
            <p:cNvSpPr/>
            <p:nvPr/>
          </p:nvSpPr>
          <p:spPr>
            <a:xfrm>
              <a:off x="7295576" y="3629166"/>
              <a:ext cx="27885" cy="56518"/>
            </a:xfrm>
            <a:custGeom>
              <a:avLst/>
              <a:gdLst/>
              <a:ahLst/>
              <a:cxnLst/>
              <a:rect l="l" t="t" r="r" b="b"/>
              <a:pathLst>
                <a:path w="858" h="1739" extrusionOk="0">
                  <a:moveTo>
                    <a:pt x="1" y="0"/>
                  </a:moveTo>
                  <a:cubicBezTo>
                    <a:pt x="120" y="0"/>
                    <a:pt x="215" y="95"/>
                    <a:pt x="215" y="214"/>
                  </a:cubicBezTo>
                  <a:lnTo>
                    <a:pt x="215" y="1524"/>
                  </a:lnTo>
                  <a:cubicBezTo>
                    <a:pt x="215" y="1643"/>
                    <a:pt x="120" y="1739"/>
                    <a:pt x="1" y="1739"/>
                  </a:cubicBezTo>
                  <a:lnTo>
                    <a:pt x="667" y="1739"/>
                  </a:lnTo>
                  <a:cubicBezTo>
                    <a:pt x="786" y="1739"/>
                    <a:pt x="858" y="1643"/>
                    <a:pt x="858" y="1524"/>
                  </a:cubicBezTo>
                  <a:lnTo>
                    <a:pt x="858" y="214"/>
                  </a:lnTo>
                  <a:cubicBezTo>
                    <a:pt x="858" y="95"/>
                    <a:pt x="786" y="0"/>
                    <a:pt x="667" y="0"/>
                  </a:cubicBezTo>
                  <a:close/>
                </a:path>
              </a:pathLst>
            </a:custGeom>
            <a:solidFill>
              <a:srgbClr val="D0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9" name="Google Shape;21809;p138"/>
            <p:cNvSpPr/>
            <p:nvPr/>
          </p:nvSpPr>
          <p:spPr>
            <a:xfrm>
              <a:off x="7086601" y="3644636"/>
              <a:ext cx="85182" cy="10855"/>
            </a:xfrm>
            <a:custGeom>
              <a:avLst/>
              <a:gdLst/>
              <a:ahLst/>
              <a:cxnLst/>
              <a:rect l="l" t="t" r="r" b="b"/>
              <a:pathLst>
                <a:path w="2621" h="334" extrusionOk="0">
                  <a:moveTo>
                    <a:pt x="191" y="0"/>
                  </a:moveTo>
                  <a:cubicBezTo>
                    <a:pt x="96" y="0"/>
                    <a:pt x="1" y="96"/>
                    <a:pt x="25" y="215"/>
                  </a:cubicBezTo>
                  <a:cubicBezTo>
                    <a:pt x="25" y="262"/>
                    <a:pt x="96" y="334"/>
                    <a:pt x="191" y="334"/>
                  </a:cubicBezTo>
                  <a:lnTo>
                    <a:pt x="2454" y="334"/>
                  </a:lnTo>
                  <a:cubicBezTo>
                    <a:pt x="2525" y="334"/>
                    <a:pt x="2620" y="239"/>
                    <a:pt x="2596" y="120"/>
                  </a:cubicBezTo>
                  <a:cubicBezTo>
                    <a:pt x="2596" y="72"/>
                    <a:pt x="2525" y="0"/>
                    <a:pt x="245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0" name="Google Shape;21810;p138"/>
            <p:cNvSpPr/>
            <p:nvPr/>
          </p:nvSpPr>
          <p:spPr>
            <a:xfrm>
              <a:off x="7086601" y="3664753"/>
              <a:ext cx="85182" cy="10855"/>
            </a:xfrm>
            <a:custGeom>
              <a:avLst/>
              <a:gdLst/>
              <a:ahLst/>
              <a:cxnLst/>
              <a:rect l="l" t="t" r="r" b="b"/>
              <a:pathLst>
                <a:path w="2621" h="334" extrusionOk="0">
                  <a:moveTo>
                    <a:pt x="191" y="1"/>
                  </a:moveTo>
                  <a:cubicBezTo>
                    <a:pt x="96" y="1"/>
                    <a:pt x="1" y="96"/>
                    <a:pt x="25" y="215"/>
                  </a:cubicBezTo>
                  <a:cubicBezTo>
                    <a:pt x="25" y="286"/>
                    <a:pt x="96" y="334"/>
                    <a:pt x="191" y="334"/>
                  </a:cubicBezTo>
                  <a:lnTo>
                    <a:pt x="2454" y="334"/>
                  </a:lnTo>
                  <a:cubicBezTo>
                    <a:pt x="2525" y="334"/>
                    <a:pt x="2620" y="239"/>
                    <a:pt x="2596" y="120"/>
                  </a:cubicBezTo>
                  <a:cubicBezTo>
                    <a:pt x="2596" y="72"/>
                    <a:pt x="2525" y="1"/>
                    <a:pt x="245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1" name="Google Shape;21811;p138"/>
            <p:cNvSpPr/>
            <p:nvPr/>
          </p:nvSpPr>
          <p:spPr>
            <a:xfrm>
              <a:off x="7086601" y="3686431"/>
              <a:ext cx="85182" cy="10855"/>
            </a:xfrm>
            <a:custGeom>
              <a:avLst/>
              <a:gdLst/>
              <a:ahLst/>
              <a:cxnLst/>
              <a:rect l="l" t="t" r="r" b="b"/>
              <a:pathLst>
                <a:path w="2621" h="334" extrusionOk="0">
                  <a:moveTo>
                    <a:pt x="191" y="0"/>
                  </a:moveTo>
                  <a:cubicBezTo>
                    <a:pt x="96" y="0"/>
                    <a:pt x="1" y="96"/>
                    <a:pt x="25" y="215"/>
                  </a:cubicBezTo>
                  <a:cubicBezTo>
                    <a:pt x="25" y="262"/>
                    <a:pt x="96" y="334"/>
                    <a:pt x="191" y="334"/>
                  </a:cubicBezTo>
                  <a:lnTo>
                    <a:pt x="2454" y="334"/>
                  </a:lnTo>
                  <a:cubicBezTo>
                    <a:pt x="2525" y="334"/>
                    <a:pt x="2620" y="239"/>
                    <a:pt x="2596" y="119"/>
                  </a:cubicBezTo>
                  <a:cubicBezTo>
                    <a:pt x="2596" y="48"/>
                    <a:pt x="2525" y="0"/>
                    <a:pt x="245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2" name="Google Shape;21812;p138"/>
            <p:cNvSpPr/>
            <p:nvPr/>
          </p:nvSpPr>
          <p:spPr>
            <a:xfrm>
              <a:off x="7086601" y="3707328"/>
              <a:ext cx="85963" cy="10855"/>
            </a:xfrm>
            <a:custGeom>
              <a:avLst/>
              <a:gdLst/>
              <a:ahLst/>
              <a:cxnLst/>
              <a:rect l="l" t="t" r="r" b="b"/>
              <a:pathLst>
                <a:path w="2645" h="334" extrusionOk="0">
                  <a:moveTo>
                    <a:pt x="191" y="0"/>
                  </a:moveTo>
                  <a:cubicBezTo>
                    <a:pt x="96" y="0"/>
                    <a:pt x="1" y="96"/>
                    <a:pt x="25" y="215"/>
                  </a:cubicBezTo>
                  <a:cubicBezTo>
                    <a:pt x="25" y="286"/>
                    <a:pt x="96" y="334"/>
                    <a:pt x="191" y="334"/>
                  </a:cubicBezTo>
                  <a:lnTo>
                    <a:pt x="2477" y="334"/>
                  </a:lnTo>
                  <a:cubicBezTo>
                    <a:pt x="2596" y="334"/>
                    <a:pt x="2644" y="215"/>
                    <a:pt x="2644" y="119"/>
                  </a:cubicBezTo>
                  <a:cubicBezTo>
                    <a:pt x="2644" y="72"/>
                    <a:pt x="2596"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3" name="Google Shape;21813;p138"/>
            <p:cNvSpPr/>
            <p:nvPr/>
          </p:nvSpPr>
          <p:spPr>
            <a:xfrm>
              <a:off x="7086601" y="3729786"/>
              <a:ext cx="85963" cy="10855"/>
            </a:xfrm>
            <a:custGeom>
              <a:avLst/>
              <a:gdLst/>
              <a:ahLst/>
              <a:cxnLst/>
              <a:rect l="l" t="t" r="r" b="b"/>
              <a:pathLst>
                <a:path w="2645" h="334" extrusionOk="0">
                  <a:moveTo>
                    <a:pt x="191" y="0"/>
                  </a:moveTo>
                  <a:cubicBezTo>
                    <a:pt x="96" y="0"/>
                    <a:pt x="1" y="95"/>
                    <a:pt x="25" y="214"/>
                  </a:cubicBezTo>
                  <a:cubicBezTo>
                    <a:pt x="25" y="262"/>
                    <a:pt x="96" y="333"/>
                    <a:pt x="191" y="333"/>
                  </a:cubicBezTo>
                  <a:lnTo>
                    <a:pt x="2477" y="333"/>
                  </a:lnTo>
                  <a:cubicBezTo>
                    <a:pt x="2596" y="333"/>
                    <a:pt x="2644" y="238"/>
                    <a:pt x="2644" y="119"/>
                  </a:cubicBezTo>
                  <a:cubicBezTo>
                    <a:pt x="2644" y="71"/>
                    <a:pt x="2596"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4" name="Google Shape;21814;p138"/>
            <p:cNvSpPr/>
            <p:nvPr/>
          </p:nvSpPr>
          <p:spPr>
            <a:xfrm>
              <a:off x="7086601" y="3752211"/>
              <a:ext cx="85963" cy="10888"/>
            </a:xfrm>
            <a:custGeom>
              <a:avLst/>
              <a:gdLst/>
              <a:ahLst/>
              <a:cxnLst/>
              <a:rect l="l" t="t" r="r" b="b"/>
              <a:pathLst>
                <a:path w="2645" h="335" extrusionOk="0">
                  <a:moveTo>
                    <a:pt x="191" y="1"/>
                  </a:moveTo>
                  <a:cubicBezTo>
                    <a:pt x="96" y="1"/>
                    <a:pt x="1" y="96"/>
                    <a:pt x="25" y="215"/>
                  </a:cubicBezTo>
                  <a:cubicBezTo>
                    <a:pt x="25" y="263"/>
                    <a:pt x="96" y="334"/>
                    <a:pt x="191" y="334"/>
                  </a:cubicBezTo>
                  <a:lnTo>
                    <a:pt x="2477" y="334"/>
                  </a:lnTo>
                  <a:cubicBezTo>
                    <a:pt x="2596" y="334"/>
                    <a:pt x="2644" y="239"/>
                    <a:pt x="2644" y="120"/>
                  </a:cubicBezTo>
                  <a:cubicBezTo>
                    <a:pt x="2644" y="48"/>
                    <a:pt x="2596" y="1"/>
                    <a:pt x="250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5" name="Google Shape;21815;p138"/>
            <p:cNvSpPr/>
            <p:nvPr/>
          </p:nvSpPr>
          <p:spPr>
            <a:xfrm>
              <a:off x="7232103" y="3707328"/>
              <a:ext cx="85963" cy="10855"/>
            </a:xfrm>
            <a:custGeom>
              <a:avLst/>
              <a:gdLst/>
              <a:ahLst/>
              <a:cxnLst/>
              <a:rect l="l" t="t" r="r" b="b"/>
              <a:pathLst>
                <a:path w="2645" h="334" extrusionOk="0">
                  <a:moveTo>
                    <a:pt x="168" y="0"/>
                  </a:moveTo>
                  <a:cubicBezTo>
                    <a:pt x="72" y="0"/>
                    <a:pt x="1" y="96"/>
                    <a:pt x="25" y="215"/>
                  </a:cubicBezTo>
                  <a:cubicBezTo>
                    <a:pt x="25" y="286"/>
                    <a:pt x="72" y="334"/>
                    <a:pt x="168" y="334"/>
                  </a:cubicBezTo>
                  <a:lnTo>
                    <a:pt x="2454" y="334"/>
                  </a:lnTo>
                  <a:cubicBezTo>
                    <a:pt x="2573" y="334"/>
                    <a:pt x="2644" y="215"/>
                    <a:pt x="2644" y="119"/>
                  </a:cubicBezTo>
                  <a:cubicBezTo>
                    <a:pt x="2644" y="72"/>
                    <a:pt x="2573"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6" name="Google Shape;21816;p138"/>
            <p:cNvSpPr/>
            <p:nvPr/>
          </p:nvSpPr>
          <p:spPr>
            <a:xfrm>
              <a:off x="7232103" y="3729786"/>
              <a:ext cx="85963" cy="10855"/>
            </a:xfrm>
            <a:custGeom>
              <a:avLst/>
              <a:gdLst/>
              <a:ahLst/>
              <a:cxnLst/>
              <a:rect l="l" t="t" r="r" b="b"/>
              <a:pathLst>
                <a:path w="2645" h="334" extrusionOk="0">
                  <a:moveTo>
                    <a:pt x="168" y="0"/>
                  </a:moveTo>
                  <a:cubicBezTo>
                    <a:pt x="72" y="0"/>
                    <a:pt x="1" y="95"/>
                    <a:pt x="25" y="214"/>
                  </a:cubicBezTo>
                  <a:cubicBezTo>
                    <a:pt x="25" y="262"/>
                    <a:pt x="72" y="333"/>
                    <a:pt x="168" y="333"/>
                  </a:cubicBezTo>
                  <a:lnTo>
                    <a:pt x="2454" y="333"/>
                  </a:lnTo>
                  <a:cubicBezTo>
                    <a:pt x="2573" y="333"/>
                    <a:pt x="2644" y="238"/>
                    <a:pt x="2644" y="119"/>
                  </a:cubicBezTo>
                  <a:cubicBezTo>
                    <a:pt x="2644" y="71"/>
                    <a:pt x="2573" y="0"/>
                    <a:pt x="250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7" name="Google Shape;21817;p138"/>
            <p:cNvSpPr/>
            <p:nvPr/>
          </p:nvSpPr>
          <p:spPr>
            <a:xfrm>
              <a:off x="7232103" y="3752211"/>
              <a:ext cx="85963" cy="10888"/>
            </a:xfrm>
            <a:custGeom>
              <a:avLst/>
              <a:gdLst/>
              <a:ahLst/>
              <a:cxnLst/>
              <a:rect l="l" t="t" r="r" b="b"/>
              <a:pathLst>
                <a:path w="2645" h="335" extrusionOk="0">
                  <a:moveTo>
                    <a:pt x="168" y="1"/>
                  </a:moveTo>
                  <a:cubicBezTo>
                    <a:pt x="72" y="1"/>
                    <a:pt x="1" y="96"/>
                    <a:pt x="25" y="215"/>
                  </a:cubicBezTo>
                  <a:cubicBezTo>
                    <a:pt x="25" y="263"/>
                    <a:pt x="72" y="334"/>
                    <a:pt x="168" y="334"/>
                  </a:cubicBezTo>
                  <a:lnTo>
                    <a:pt x="2454" y="334"/>
                  </a:lnTo>
                  <a:cubicBezTo>
                    <a:pt x="2573" y="334"/>
                    <a:pt x="2644" y="239"/>
                    <a:pt x="2644" y="120"/>
                  </a:cubicBezTo>
                  <a:cubicBezTo>
                    <a:pt x="2644" y="48"/>
                    <a:pt x="2573" y="1"/>
                    <a:pt x="2501"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8" name="Google Shape;21818;p138"/>
            <p:cNvSpPr/>
            <p:nvPr/>
          </p:nvSpPr>
          <p:spPr>
            <a:xfrm>
              <a:off x="7230576" y="3815683"/>
              <a:ext cx="59605" cy="131593"/>
            </a:xfrm>
            <a:custGeom>
              <a:avLst/>
              <a:gdLst/>
              <a:ahLst/>
              <a:cxnLst/>
              <a:rect l="l" t="t" r="r" b="b"/>
              <a:pathLst>
                <a:path w="1834" h="4049" extrusionOk="0">
                  <a:moveTo>
                    <a:pt x="881" y="0"/>
                  </a:moveTo>
                  <a:cubicBezTo>
                    <a:pt x="524" y="0"/>
                    <a:pt x="215" y="215"/>
                    <a:pt x="48" y="524"/>
                  </a:cubicBezTo>
                  <a:cubicBezTo>
                    <a:pt x="0" y="548"/>
                    <a:pt x="0" y="596"/>
                    <a:pt x="0" y="620"/>
                  </a:cubicBezTo>
                  <a:lnTo>
                    <a:pt x="0" y="1310"/>
                  </a:lnTo>
                  <a:cubicBezTo>
                    <a:pt x="0" y="1358"/>
                    <a:pt x="0" y="1405"/>
                    <a:pt x="48" y="1429"/>
                  </a:cubicBezTo>
                  <a:cubicBezTo>
                    <a:pt x="191" y="1739"/>
                    <a:pt x="524" y="1929"/>
                    <a:pt x="881" y="1929"/>
                  </a:cubicBezTo>
                  <a:cubicBezTo>
                    <a:pt x="953" y="1929"/>
                    <a:pt x="1048" y="1929"/>
                    <a:pt x="1143" y="1906"/>
                  </a:cubicBezTo>
                  <a:lnTo>
                    <a:pt x="1143" y="3882"/>
                  </a:lnTo>
                  <a:cubicBezTo>
                    <a:pt x="1143" y="3954"/>
                    <a:pt x="1239" y="4049"/>
                    <a:pt x="1310" y="4049"/>
                  </a:cubicBezTo>
                  <a:lnTo>
                    <a:pt x="1620" y="4049"/>
                  </a:lnTo>
                  <a:cubicBezTo>
                    <a:pt x="1715" y="4049"/>
                    <a:pt x="1786" y="3954"/>
                    <a:pt x="1786" y="3882"/>
                  </a:cubicBezTo>
                  <a:lnTo>
                    <a:pt x="1786" y="1024"/>
                  </a:lnTo>
                  <a:cubicBezTo>
                    <a:pt x="1834" y="453"/>
                    <a:pt x="1381" y="0"/>
                    <a:pt x="8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9" name="Google Shape;21819;p138"/>
            <p:cNvSpPr/>
            <p:nvPr/>
          </p:nvSpPr>
          <p:spPr>
            <a:xfrm>
              <a:off x="7315693" y="3815683"/>
              <a:ext cx="59638" cy="131593"/>
            </a:xfrm>
            <a:custGeom>
              <a:avLst/>
              <a:gdLst/>
              <a:ahLst/>
              <a:cxnLst/>
              <a:rect l="l" t="t" r="r" b="b"/>
              <a:pathLst>
                <a:path w="1835" h="4049" extrusionOk="0">
                  <a:moveTo>
                    <a:pt x="953" y="0"/>
                  </a:moveTo>
                  <a:cubicBezTo>
                    <a:pt x="453" y="0"/>
                    <a:pt x="1" y="453"/>
                    <a:pt x="48" y="1024"/>
                  </a:cubicBezTo>
                  <a:lnTo>
                    <a:pt x="48" y="3882"/>
                  </a:lnTo>
                  <a:cubicBezTo>
                    <a:pt x="48" y="3954"/>
                    <a:pt x="120" y="4049"/>
                    <a:pt x="215" y="4049"/>
                  </a:cubicBezTo>
                  <a:lnTo>
                    <a:pt x="525" y="4049"/>
                  </a:lnTo>
                  <a:cubicBezTo>
                    <a:pt x="596" y="4049"/>
                    <a:pt x="691" y="3954"/>
                    <a:pt x="691" y="3882"/>
                  </a:cubicBezTo>
                  <a:lnTo>
                    <a:pt x="691" y="1906"/>
                  </a:lnTo>
                  <a:cubicBezTo>
                    <a:pt x="787" y="1929"/>
                    <a:pt x="882" y="1929"/>
                    <a:pt x="953" y="1929"/>
                  </a:cubicBezTo>
                  <a:cubicBezTo>
                    <a:pt x="1311" y="1929"/>
                    <a:pt x="1644" y="1739"/>
                    <a:pt x="1787" y="1429"/>
                  </a:cubicBezTo>
                  <a:cubicBezTo>
                    <a:pt x="1835" y="1405"/>
                    <a:pt x="1835" y="1358"/>
                    <a:pt x="1835" y="1310"/>
                  </a:cubicBezTo>
                  <a:lnTo>
                    <a:pt x="1835" y="620"/>
                  </a:lnTo>
                  <a:cubicBezTo>
                    <a:pt x="1835" y="596"/>
                    <a:pt x="1835" y="548"/>
                    <a:pt x="1787" y="524"/>
                  </a:cubicBezTo>
                  <a:cubicBezTo>
                    <a:pt x="1620" y="215"/>
                    <a:pt x="1311" y="0"/>
                    <a:pt x="953"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0" name="Google Shape;21820;p138"/>
            <p:cNvSpPr/>
            <p:nvPr/>
          </p:nvSpPr>
          <p:spPr>
            <a:xfrm>
              <a:off x="7065703" y="3864433"/>
              <a:ext cx="161785" cy="49563"/>
            </a:xfrm>
            <a:custGeom>
              <a:avLst/>
              <a:gdLst/>
              <a:ahLst/>
              <a:cxnLst/>
              <a:rect l="l" t="t" r="r" b="b"/>
              <a:pathLst>
                <a:path w="4978" h="1525" extrusionOk="0">
                  <a:moveTo>
                    <a:pt x="1642" y="1476"/>
                  </a:moveTo>
                  <a:cubicBezTo>
                    <a:pt x="1635" y="1477"/>
                    <a:pt x="1627" y="1477"/>
                    <a:pt x="1620" y="1477"/>
                  </a:cubicBezTo>
                  <a:lnTo>
                    <a:pt x="1668" y="1477"/>
                  </a:lnTo>
                  <a:cubicBezTo>
                    <a:pt x="1659" y="1477"/>
                    <a:pt x="1650" y="1477"/>
                    <a:pt x="1642" y="1476"/>
                  </a:cubicBezTo>
                  <a:close/>
                  <a:moveTo>
                    <a:pt x="2906" y="1"/>
                  </a:moveTo>
                  <a:cubicBezTo>
                    <a:pt x="2811" y="1"/>
                    <a:pt x="2692" y="48"/>
                    <a:pt x="2668" y="144"/>
                  </a:cubicBezTo>
                  <a:lnTo>
                    <a:pt x="2501" y="596"/>
                  </a:lnTo>
                  <a:lnTo>
                    <a:pt x="2382" y="310"/>
                  </a:lnTo>
                  <a:cubicBezTo>
                    <a:pt x="2335" y="239"/>
                    <a:pt x="2215" y="167"/>
                    <a:pt x="2144" y="167"/>
                  </a:cubicBezTo>
                  <a:cubicBezTo>
                    <a:pt x="2025" y="215"/>
                    <a:pt x="1930" y="263"/>
                    <a:pt x="1906" y="358"/>
                  </a:cubicBezTo>
                  <a:lnTo>
                    <a:pt x="1668" y="977"/>
                  </a:lnTo>
                  <a:lnTo>
                    <a:pt x="1382" y="263"/>
                  </a:lnTo>
                  <a:cubicBezTo>
                    <a:pt x="1358" y="144"/>
                    <a:pt x="1263" y="96"/>
                    <a:pt x="1191" y="96"/>
                  </a:cubicBezTo>
                  <a:cubicBezTo>
                    <a:pt x="1096" y="96"/>
                    <a:pt x="1001" y="120"/>
                    <a:pt x="953" y="215"/>
                  </a:cubicBezTo>
                  <a:lnTo>
                    <a:pt x="715" y="596"/>
                  </a:lnTo>
                  <a:lnTo>
                    <a:pt x="144" y="596"/>
                  </a:lnTo>
                  <a:cubicBezTo>
                    <a:pt x="48" y="596"/>
                    <a:pt x="1" y="691"/>
                    <a:pt x="1" y="763"/>
                  </a:cubicBezTo>
                  <a:cubicBezTo>
                    <a:pt x="1" y="858"/>
                    <a:pt x="72" y="929"/>
                    <a:pt x="167" y="929"/>
                  </a:cubicBezTo>
                  <a:lnTo>
                    <a:pt x="763" y="929"/>
                  </a:lnTo>
                  <a:cubicBezTo>
                    <a:pt x="858" y="929"/>
                    <a:pt x="906" y="858"/>
                    <a:pt x="977" y="810"/>
                  </a:cubicBezTo>
                  <a:lnTo>
                    <a:pt x="1144" y="501"/>
                  </a:lnTo>
                  <a:lnTo>
                    <a:pt x="1430" y="1310"/>
                  </a:lnTo>
                  <a:cubicBezTo>
                    <a:pt x="1452" y="1421"/>
                    <a:pt x="1535" y="1470"/>
                    <a:pt x="1642" y="1476"/>
                  </a:cubicBezTo>
                  <a:lnTo>
                    <a:pt x="1642" y="1476"/>
                  </a:lnTo>
                  <a:cubicBezTo>
                    <a:pt x="1751" y="1468"/>
                    <a:pt x="1836" y="1400"/>
                    <a:pt x="1858" y="1310"/>
                  </a:cubicBezTo>
                  <a:lnTo>
                    <a:pt x="2096" y="644"/>
                  </a:lnTo>
                  <a:lnTo>
                    <a:pt x="2215" y="929"/>
                  </a:lnTo>
                  <a:cubicBezTo>
                    <a:pt x="2287" y="1001"/>
                    <a:pt x="2382" y="1072"/>
                    <a:pt x="2454" y="1072"/>
                  </a:cubicBezTo>
                  <a:cubicBezTo>
                    <a:pt x="2573" y="1072"/>
                    <a:pt x="2668" y="1001"/>
                    <a:pt x="2692" y="929"/>
                  </a:cubicBezTo>
                  <a:lnTo>
                    <a:pt x="2882" y="477"/>
                  </a:lnTo>
                  <a:lnTo>
                    <a:pt x="3168" y="1334"/>
                  </a:lnTo>
                  <a:cubicBezTo>
                    <a:pt x="3216" y="1453"/>
                    <a:pt x="3287" y="1525"/>
                    <a:pt x="3406" y="1525"/>
                  </a:cubicBezTo>
                  <a:cubicBezTo>
                    <a:pt x="3525" y="1525"/>
                    <a:pt x="3621" y="1453"/>
                    <a:pt x="3644" y="1334"/>
                  </a:cubicBezTo>
                  <a:lnTo>
                    <a:pt x="3835" y="929"/>
                  </a:lnTo>
                  <a:lnTo>
                    <a:pt x="4835" y="929"/>
                  </a:lnTo>
                  <a:cubicBezTo>
                    <a:pt x="4930" y="929"/>
                    <a:pt x="4978" y="834"/>
                    <a:pt x="4978" y="739"/>
                  </a:cubicBezTo>
                  <a:cubicBezTo>
                    <a:pt x="4978" y="644"/>
                    <a:pt x="4906" y="596"/>
                    <a:pt x="4811" y="596"/>
                  </a:cubicBezTo>
                  <a:lnTo>
                    <a:pt x="3740" y="596"/>
                  </a:lnTo>
                  <a:cubicBezTo>
                    <a:pt x="3740" y="596"/>
                    <a:pt x="3525" y="644"/>
                    <a:pt x="3501" y="739"/>
                  </a:cubicBezTo>
                  <a:lnTo>
                    <a:pt x="3406" y="1001"/>
                  </a:lnTo>
                  <a:lnTo>
                    <a:pt x="3144" y="167"/>
                  </a:lnTo>
                  <a:cubicBezTo>
                    <a:pt x="3120" y="48"/>
                    <a:pt x="3025" y="1"/>
                    <a:pt x="2906"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1" name="Google Shape;21821;p138"/>
            <p:cNvSpPr/>
            <p:nvPr/>
          </p:nvSpPr>
          <p:spPr>
            <a:xfrm>
              <a:off x="7249913" y="3838141"/>
              <a:ext cx="17843" cy="10855"/>
            </a:xfrm>
            <a:custGeom>
              <a:avLst/>
              <a:gdLst/>
              <a:ahLst/>
              <a:cxnLst/>
              <a:rect l="l" t="t" r="r" b="b"/>
              <a:pathLst>
                <a:path w="549" h="334" extrusionOk="0">
                  <a:moveTo>
                    <a:pt x="167" y="0"/>
                  </a:moveTo>
                  <a:cubicBezTo>
                    <a:pt x="72" y="0"/>
                    <a:pt x="1" y="95"/>
                    <a:pt x="1" y="191"/>
                  </a:cubicBezTo>
                  <a:cubicBezTo>
                    <a:pt x="1" y="262"/>
                    <a:pt x="96" y="333"/>
                    <a:pt x="191" y="333"/>
                  </a:cubicBezTo>
                  <a:lnTo>
                    <a:pt x="405" y="333"/>
                  </a:lnTo>
                  <a:cubicBezTo>
                    <a:pt x="477" y="333"/>
                    <a:pt x="548" y="262"/>
                    <a:pt x="548" y="143"/>
                  </a:cubicBezTo>
                  <a:cubicBezTo>
                    <a:pt x="548" y="71"/>
                    <a:pt x="453" y="0"/>
                    <a:pt x="35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2" name="Google Shape;21822;p138"/>
            <p:cNvSpPr/>
            <p:nvPr/>
          </p:nvSpPr>
          <p:spPr>
            <a:xfrm>
              <a:off x="7337371" y="3838141"/>
              <a:ext cx="18623" cy="10855"/>
            </a:xfrm>
            <a:custGeom>
              <a:avLst/>
              <a:gdLst/>
              <a:ahLst/>
              <a:cxnLst/>
              <a:rect l="l" t="t" r="r" b="b"/>
              <a:pathLst>
                <a:path w="573" h="334" extrusionOk="0">
                  <a:moveTo>
                    <a:pt x="143" y="0"/>
                  </a:moveTo>
                  <a:cubicBezTo>
                    <a:pt x="48" y="0"/>
                    <a:pt x="1" y="95"/>
                    <a:pt x="1" y="191"/>
                  </a:cubicBezTo>
                  <a:cubicBezTo>
                    <a:pt x="1" y="262"/>
                    <a:pt x="96" y="333"/>
                    <a:pt x="167" y="333"/>
                  </a:cubicBezTo>
                  <a:lnTo>
                    <a:pt x="382" y="333"/>
                  </a:lnTo>
                  <a:cubicBezTo>
                    <a:pt x="477" y="333"/>
                    <a:pt x="572" y="262"/>
                    <a:pt x="525" y="143"/>
                  </a:cubicBezTo>
                  <a:cubicBezTo>
                    <a:pt x="525" y="71"/>
                    <a:pt x="453" y="0"/>
                    <a:pt x="35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23" name="Google Shape;21823;p138"/>
          <p:cNvGrpSpPr/>
          <p:nvPr/>
        </p:nvGrpSpPr>
        <p:grpSpPr>
          <a:xfrm>
            <a:off x="6280146" y="3455088"/>
            <a:ext cx="357598" cy="331272"/>
            <a:chOff x="6280146" y="3607488"/>
            <a:chExt cx="357598" cy="331272"/>
          </a:xfrm>
        </p:grpSpPr>
        <p:sp>
          <p:nvSpPr>
            <p:cNvPr id="21824" name="Google Shape;21824;p138"/>
            <p:cNvSpPr/>
            <p:nvPr/>
          </p:nvSpPr>
          <p:spPr>
            <a:xfrm>
              <a:off x="6412486" y="3875288"/>
              <a:ext cx="92138" cy="58825"/>
            </a:xfrm>
            <a:custGeom>
              <a:avLst/>
              <a:gdLst/>
              <a:ahLst/>
              <a:cxnLst/>
              <a:rect l="l" t="t" r="r" b="b"/>
              <a:pathLst>
                <a:path w="2835" h="1810" extrusionOk="0">
                  <a:moveTo>
                    <a:pt x="1405" y="0"/>
                  </a:moveTo>
                  <a:lnTo>
                    <a:pt x="215" y="191"/>
                  </a:lnTo>
                  <a:lnTo>
                    <a:pt x="0" y="1810"/>
                  </a:lnTo>
                  <a:lnTo>
                    <a:pt x="2834" y="1810"/>
                  </a:lnTo>
                  <a:lnTo>
                    <a:pt x="2596" y="191"/>
                  </a:lnTo>
                  <a:lnTo>
                    <a:pt x="140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5" name="Google Shape;21825;p138"/>
            <p:cNvSpPr/>
            <p:nvPr/>
          </p:nvSpPr>
          <p:spPr>
            <a:xfrm>
              <a:off x="6475958" y="3875288"/>
              <a:ext cx="28665" cy="58825"/>
            </a:xfrm>
            <a:custGeom>
              <a:avLst/>
              <a:gdLst/>
              <a:ahLst/>
              <a:cxnLst/>
              <a:rect l="l" t="t" r="r" b="b"/>
              <a:pathLst>
                <a:path w="882" h="1810" extrusionOk="0">
                  <a:moveTo>
                    <a:pt x="429" y="0"/>
                  </a:moveTo>
                  <a:lnTo>
                    <a:pt x="0" y="191"/>
                  </a:lnTo>
                  <a:lnTo>
                    <a:pt x="214" y="1810"/>
                  </a:lnTo>
                  <a:lnTo>
                    <a:pt x="881" y="1810"/>
                  </a:lnTo>
                  <a:lnTo>
                    <a:pt x="667" y="191"/>
                  </a:lnTo>
                  <a:lnTo>
                    <a:pt x="429"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6" name="Google Shape;21826;p138"/>
            <p:cNvSpPr/>
            <p:nvPr/>
          </p:nvSpPr>
          <p:spPr>
            <a:xfrm>
              <a:off x="6384601" y="3927906"/>
              <a:ext cx="147875" cy="10855"/>
            </a:xfrm>
            <a:custGeom>
              <a:avLst/>
              <a:gdLst/>
              <a:ahLst/>
              <a:cxnLst/>
              <a:rect l="l" t="t" r="r" b="b"/>
              <a:pathLst>
                <a:path w="4550" h="334" extrusionOk="0">
                  <a:moveTo>
                    <a:pt x="168" y="0"/>
                  </a:moveTo>
                  <a:cubicBezTo>
                    <a:pt x="49" y="0"/>
                    <a:pt x="1" y="96"/>
                    <a:pt x="1" y="191"/>
                  </a:cubicBezTo>
                  <a:cubicBezTo>
                    <a:pt x="25" y="286"/>
                    <a:pt x="72" y="334"/>
                    <a:pt x="168" y="334"/>
                  </a:cubicBezTo>
                  <a:lnTo>
                    <a:pt x="4359" y="334"/>
                  </a:lnTo>
                  <a:cubicBezTo>
                    <a:pt x="4478" y="334"/>
                    <a:pt x="4550" y="286"/>
                    <a:pt x="4550" y="167"/>
                  </a:cubicBezTo>
                  <a:cubicBezTo>
                    <a:pt x="4526" y="72"/>
                    <a:pt x="4454" y="0"/>
                    <a:pt x="4359"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7" name="Google Shape;21827;p138"/>
            <p:cNvSpPr/>
            <p:nvPr/>
          </p:nvSpPr>
          <p:spPr>
            <a:xfrm>
              <a:off x="6280146" y="3657018"/>
              <a:ext cx="357598" cy="193538"/>
            </a:xfrm>
            <a:custGeom>
              <a:avLst/>
              <a:gdLst/>
              <a:ahLst/>
              <a:cxnLst/>
              <a:rect l="l" t="t" r="r" b="b"/>
              <a:pathLst>
                <a:path w="11003" h="5955" extrusionOk="0">
                  <a:moveTo>
                    <a:pt x="429" y="0"/>
                  </a:moveTo>
                  <a:cubicBezTo>
                    <a:pt x="191" y="0"/>
                    <a:pt x="0" y="215"/>
                    <a:pt x="0" y="453"/>
                  </a:cubicBezTo>
                  <a:lnTo>
                    <a:pt x="0" y="5716"/>
                  </a:lnTo>
                  <a:lnTo>
                    <a:pt x="5549" y="5954"/>
                  </a:lnTo>
                  <a:lnTo>
                    <a:pt x="11002" y="5716"/>
                  </a:lnTo>
                  <a:lnTo>
                    <a:pt x="11002" y="453"/>
                  </a:lnTo>
                  <a:cubicBezTo>
                    <a:pt x="11002" y="215"/>
                    <a:pt x="10788" y="0"/>
                    <a:pt x="1055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8" name="Google Shape;21828;p138"/>
            <p:cNvSpPr/>
            <p:nvPr/>
          </p:nvSpPr>
          <p:spPr>
            <a:xfrm>
              <a:off x="6601343" y="3657018"/>
              <a:ext cx="35620" cy="193538"/>
            </a:xfrm>
            <a:custGeom>
              <a:avLst/>
              <a:gdLst/>
              <a:ahLst/>
              <a:cxnLst/>
              <a:rect l="l" t="t" r="r" b="b"/>
              <a:pathLst>
                <a:path w="1096" h="5955" extrusionOk="0">
                  <a:moveTo>
                    <a:pt x="0" y="0"/>
                  </a:moveTo>
                  <a:cubicBezTo>
                    <a:pt x="262" y="48"/>
                    <a:pt x="429" y="215"/>
                    <a:pt x="429" y="453"/>
                  </a:cubicBezTo>
                  <a:lnTo>
                    <a:pt x="429" y="5954"/>
                  </a:lnTo>
                  <a:lnTo>
                    <a:pt x="1095" y="5716"/>
                  </a:lnTo>
                  <a:lnTo>
                    <a:pt x="1095" y="453"/>
                  </a:lnTo>
                  <a:cubicBezTo>
                    <a:pt x="1095" y="215"/>
                    <a:pt x="881" y="0"/>
                    <a:pt x="643"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9" name="Google Shape;21829;p138"/>
            <p:cNvSpPr/>
            <p:nvPr/>
          </p:nvSpPr>
          <p:spPr>
            <a:xfrm>
              <a:off x="6280146" y="3842756"/>
              <a:ext cx="357598" cy="38740"/>
            </a:xfrm>
            <a:custGeom>
              <a:avLst/>
              <a:gdLst/>
              <a:ahLst/>
              <a:cxnLst/>
              <a:rect l="l" t="t" r="r" b="b"/>
              <a:pathLst>
                <a:path w="11003" h="1192" extrusionOk="0">
                  <a:moveTo>
                    <a:pt x="0" y="1"/>
                  </a:moveTo>
                  <a:lnTo>
                    <a:pt x="0" y="763"/>
                  </a:lnTo>
                  <a:cubicBezTo>
                    <a:pt x="0" y="1001"/>
                    <a:pt x="191" y="1192"/>
                    <a:pt x="429" y="1192"/>
                  </a:cubicBezTo>
                  <a:lnTo>
                    <a:pt x="10550" y="1192"/>
                  </a:lnTo>
                  <a:cubicBezTo>
                    <a:pt x="10788" y="1192"/>
                    <a:pt x="11002" y="1001"/>
                    <a:pt x="11002" y="763"/>
                  </a:cubicBezTo>
                  <a:lnTo>
                    <a:pt x="11002"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0" name="Google Shape;21830;p138"/>
            <p:cNvSpPr/>
            <p:nvPr/>
          </p:nvSpPr>
          <p:spPr>
            <a:xfrm>
              <a:off x="6601343" y="3842756"/>
              <a:ext cx="35620" cy="38740"/>
            </a:xfrm>
            <a:custGeom>
              <a:avLst/>
              <a:gdLst/>
              <a:ahLst/>
              <a:cxnLst/>
              <a:rect l="l" t="t" r="r" b="b"/>
              <a:pathLst>
                <a:path w="1096" h="1192" extrusionOk="0">
                  <a:moveTo>
                    <a:pt x="429" y="1"/>
                  </a:moveTo>
                  <a:lnTo>
                    <a:pt x="429" y="763"/>
                  </a:lnTo>
                  <a:cubicBezTo>
                    <a:pt x="429" y="1001"/>
                    <a:pt x="238" y="1192"/>
                    <a:pt x="0" y="1192"/>
                  </a:cubicBezTo>
                  <a:lnTo>
                    <a:pt x="643" y="1192"/>
                  </a:lnTo>
                  <a:cubicBezTo>
                    <a:pt x="881" y="1192"/>
                    <a:pt x="1095" y="1001"/>
                    <a:pt x="1095" y="763"/>
                  </a:cubicBezTo>
                  <a:lnTo>
                    <a:pt x="1095"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1" name="Google Shape;21831;p138"/>
            <p:cNvSpPr/>
            <p:nvPr/>
          </p:nvSpPr>
          <p:spPr>
            <a:xfrm>
              <a:off x="6327336" y="3626046"/>
              <a:ext cx="263185" cy="182715"/>
            </a:xfrm>
            <a:custGeom>
              <a:avLst/>
              <a:gdLst/>
              <a:ahLst/>
              <a:cxnLst/>
              <a:rect l="l" t="t" r="r" b="b"/>
              <a:pathLst>
                <a:path w="8098" h="5622" extrusionOk="0">
                  <a:moveTo>
                    <a:pt x="406" y="1"/>
                  </a:moveTo>
                  <a:cubicBezTo>
                    <a:pt x="167" y="1"/>
                    <a:pt x="1" y="191"/>
                    <a:pt x="1" y="430"/>
                  </a:cubicBezTo>
                  <a:lnTo>
                    <a:pt x="1" y="5002"/>
                  </a:lnTo>
                  <a:cubicBezTo>
                    <a:pt x="1" y="5240"/>
                    <a:pt x="167" y="5431"/>
                    <a:pt x="406" y="5431"/>
                  </a:cubicBezTo>
                  <a:lnTo>
                    <a:pt x="3549" y="5431"/>
                  </a:lnTo>
                  <a:cubicBezTo>
                    <a:pt x="3692" y="5431"/>
                    <a:pt x="3811" y="5478"/>
                    <a:pt x="3906" y="5573"/>
                  </a:cubicBezTo>
                  <a:cubicBezTo>
                    <a:pt x="3930" y="5597"/>
                    <a:pt x="3978" y="5621"/>
                    <a:pt x="4025" y="5621"/>
                  </a:cubicBezTo>
                  <a:lnTo>
                    <a:pt x="4049" y="5621"/>
                  </a:lnTo>
                  <a:cubicBezTo>
                    <a:pt x="4097" y="5621"/>
                    <a:pt x="4144" y="5597"/>
                    <a:pt x="4168" y="5573"/>
                  </a:cubicBezTo>
                  <a:cubicBezTo>
                    <a:pt x="4263" y="5478"/>
                    <a:pt x="4383" y="5431"/>
                    <a:pt x="4525" y="5431"/>
                  </a:cubicBezTo>
                  <a:lnTo>
                    <a:pt x="7645" y="5431"/>
                  </a:lnTo>
                  <a:cubicBezTo>
                    <a:pt x="7883" y="5431"/>
                    <a:pt x="8074" y="5240"/>
                    <a:pt x="8074" y="5002"/>
                  </a:cubicBezTo>
                  <a:lnTo>
                    <a:pt x="8074" y="406"/>
                  </a:lnTo>
                  <a:cubicBezTo>
                    <a:pt x="8098" y="191"/>
                    <a:pt x="7883" y="1"/>
                    <a:pt x="7669" y="1"/>
                  </a:cubicBezTo>
                  <a:lnTo>
                    <a:pt x="4549" y="1"/>
                  </a:lnTo>
                  <a:cubicBezTo>
                    <a:pt x="4287" y="1"/>
                    <a:pt x="4049" y="215"/>
                    <a:pt x="4049" y="525"/>
                  </a:cubicBezTo>
                  <a:cubicBezTo>
                    <a:pt x="4049" y="239"/>
                    <a:pt x="3811" y="1"/>
                    <a:pt x="3549"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2" name="Google Shape;21832;p138"/>
            <p:cNvSpPr/>
            <p:nvPr/>
          </p:nvSpPr>
          <p:spPr>
            <a:xfrm>
              <a:off x="6555648" y="3626046"/>
              <a:ext cx="34873" cy="177288"/>
            </a:xfrm>
            <a:custGeom>
              <a:avLst/>
              <a:gdLst/>
              <a:ahLst/>
              <a:cxnLst/>
              <a:rect l="l" t="t" r="r" b="b"/>
              <a:pathLst>
                <a:path w="1073" h="5455" extrusionOk="0">
                  <a:moveTo>
                    <a:pt x="1" y="1"/>
                  </a:moveTo>
                  <a:cubicBezTo>
                    <a:pt x="239" y="1"/>
                    <a:pt x="406" y="191"/>
                    <a:pt x="406" y="430"/>
                  </a:cubicBezTo>
                  <a:lnTo>
                    <a:pt x="406" y="5050"/>
                  </a:lnTo>
                  <a:cubicBezTo>
                    <a:pt x="406" y="5288"/>
                    <a:pt x="239" y="5454"/>
                    <a:pt x="1" y="5454"/>
                  </a:cubicBezTo>
                  <a:lnTo>
                    <a:pt x="644" y="5454"/>
                  </a:lnTo>
                  <a:cubicBezTo>
                    <a:pt x="882" y="5454"/>
                    <a:pt x="1073" y="5264"/>
                    <a:pt x="1073" y="5050"/>
                  </a:cubicBezTo>
                  <a:lnTo>
                    <a:pt x="1073" y="430"/>
                  </a:lnTo>
                  <a:cubicBezTo>
                    <a:pt x="1073" y="191"/>
                    <a:pt x="858" y="1"/>
                    <a:pt x="644"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3" name="Google Shape;21833;p138"/>
            <p:cNvSpPr/>
            <p:nvPr/>
          </p:nvSpPr>
          <p:spPr>
            <a:xfrm>
              <a:off x="6421001" y="3626046"/>
              <a:ext cx="37960" cy="184243"/>
            </a:xfrm>
            <a:custGeom>
              <a:avLst/>
              <a:gdLst/>
              <a:ahLst/>
              <a:cxnLst/>
              <a:rect l="l" t="t" r="r" b="b"/>
              <a:pathLst>
                <a:path w="1168" h="5669" extrusionOk="0">
                  <a:moveTo>
                    <a:pt x="0" y="1"/>
                  </a:moveTo>
                  <a:cubicBezTo>
                    <a:pt x="262" y="1"/>
                    <a:pt x="500" y="215"/>
                    <a:pt x="500" y="525"/>
                  </a:cubicBezTo>
                  <a:lnTo>
                    <a:pt x="500" y="5454"/>
                  </a:lnTo>
                  <a:lnTo>
                    <a:pt x="691" y="5454"/>
                  </a:lnTo>
                  <a:cubicBezTo>
                    <a:pt x="834" y="5454"/>
                    <a:pt x="953" y="5526"/>
                    <a:pt x="1048" y="5597"/>
                  </a:cubicBezTo>
                  <a:cubicBezTo>
                    <a:pt x="1048" y="5645"/>
                    <a:pt x="1096" y="5669"/>
                    <a:pt x="1167" y="5669"/>
                  </a:cubicBezTo>
                  <a:lnTo>
                    <a:pt x="1167" y="525"/>
                  </a:lnTo>
                  <a:cubicBezTo>
                    <a:pt x="1167" y="239"/>
                    <a:pt x="929" y="1"/>
                    <a:pt x="66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4" name="Google Shape;21834;p138"/>
            <p:cNvSpPr/>
            <p:nvPr/>
          </p:nvSpPr>
          <p:spPr>
            <a:xfrm>
              <a:off x="6402411" y="3607488"/>
              <a:ext cx="28665" cy="99678"/>
            </a:xfrm>
            <a:custGeom>
              <a:avLst/>
              <a:gdLst/>
              <a:ahLst/>
              <a:cxnLst/>
              <a:rect l="l" t="t" r="r" b="b"/>
              <a:pathLst>
                <a:path w="882" h="3067" extrusionOk="0">
                  <a:moveTo>
                    <a:pt x="72" y="0"/>
                  </a:moveTo>
                  <a:cubicBezTo>
                    <a:pt x="48" y="0"/>
                    <a:pt x="1" y="48"/>
                    <a:pt x="1" y="72"/>
                  </a:cubicBezTo>
                  <a:lnTo>
                    <a:pt x="1" y="2930"/>
                  </a:lnTo>
                  <a:cubicBezTo>
                    <a:pt x="1" y="2953"/>
                    <a:pt x="48" y="2953"/>
                    <a:pt x="48" y="2953"/>
                  </a:cubicBezTo>
                  <a:lnTo>
                    <a:pt x="453" y="2763"/>
                  </a:lnTo>
                  <a:lnTo>
                    <a:pt x="477" y="2763"/>
                  </a:lnTo>
                  <a:lnTo>
                    <a:pt x="787" y="2930"/>
                  </a:lnTo>
                  <a:lnTo>
                    <a:pt x="834" y="3049"/>
                  </a:lnTo>
                  <a:cubicBezTo>
                    <a:pt x="834" y="3060"/>
                    <a:pt x="846" y="3066"/>
                    <a:pt x="858" y="3066"/>
                  </a:cubicBezTo>
                  <a:cubicBezTo>
                    <a:pt x="870" y="3066"/>
                    <a:pt x="882" y="3060"/>
                    <a:pt x="882" y="3049"/>
                  </a:cubicBezTo>
                  <a:lnTo>
                    <a:pt x="882" y="72"/>
                  </a:lnTo>
                  <a:cubicBezTo>
                    <a:pt x="882" y="48"/>
                    <a:pt x="834" y="0"/>
                    <a:pt x="810"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5" name="Google Shape;21835;p138"/>
            <p:cNvSpPr/>
            <p:nvPr/>
          </p:nvSpPr>
          <p:spPr>
            <a:xfrm>
              <a:off x="6409398" y="3609016"/>
              <a:ext cx="22457" cy="93210"/>
            </a:xfrm>
            <a:custGeom>
              <a:avLst/>
              <a:gdLst/>
              <a:ahLst/>
              <a:cxnLst/>
              <a:rect l="l" t="t" r="r" b="b"/>
              <a:pathLst>
                <a:path w="691" h="2868" extrusionOk="0">
                  <a:moveTo>
                    <a:pt x="0" y="1"/>
                  </a:moveTo>
                  <a:cubicBezTo>
                    <a:pt x="95" y="1"/>
                    <a:pt x="191" y="96"/>
                    <a:pt x="191" y="168"/>
                  </a:cubicBezTo>
                  <a:lnTo>
                    <a:pt x="191" y="2740"/>
                  </a:lnTo>
                  <a:lnTo>
                    <a:pt x="238" y="2716"/>
                  </a:lnTo>
                  <a:lnTo>
                    <a:pt x="310" y="2716"/>
                  </a:lnTo>
                  <a:lnTo>
                    <a:pt x="572" y="2859"/>
                  </a:lnTo>
                  <a:cubicBezTo>
                    <a:pt x="578" y="2865"/>
                    <a:pt x="586" y="2868"/>
                    <a:pt x="597" y="2868"/>
                  </a:cubicBezTo>
                  <a:cubicBezTo>
                    <a:pt x="627" y="2868"/>
                    <a:pt x="667" y="2841"/>
                    <a:pt x="667" y="2787"/>
                  </a:cubicBezTo>
                  <a:lnTo>
                    <a:pt x="667" y="168"/>
                  </a:lnTo>
                  <a:cubicBezTo>
                    <a:pt x="691" y="96"/>
                    <a:pt x="595" y="1"/>
                    <a:pt x="476"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6" name="Google Shape;21836;p138"/>
            <p:cNvSpPr/>
            <p:nvPr/>
          </p:nvSpPr>
          <p:spPr>
            <a:xfrm>
              <a:off x="6486781" y="3649283"/>
              <a:ext cx="75888" cy="51870"/>
            </a:xfrm>
            <a:custGeom>
              <a:avLst/>
              <a:gdLst/>
              <a:ahLst/>
              <a:cxnLst/>
              <a:rect l="l" t="t" r="r" b="b"/>
              <a:pathLst>
                <a:path w="2335" h="1596" extrusionOk="0">
                  <a:moveTo>
                    <a:pt x="215" y="0"/>
                  </a:moveTo>
                  <a:cubicBezTo>
                    <a:pt x="96" y="0"/>
                    <a:pt x="0" y="96"/>
                    <a:pt x="0" y="215"/>
                  </a:cubicBezTo>
                  <a:lnTo>
                    <a:pt x="0" y="1382"/>
                  </a:lnTo>
                  <a:cubicBezTo>
                    <a:pt x="0" y="1501"/>
                    <a:pt x="96" y="1596"/>
                    <a:pt x="215" y="1596"/>
                  </a:cubicBezTo>
                  <a:lnTo>
                    <a:pt x="2120" y="1596"/>
                  </a:lnTo>
                  <a:cubicBezTo>
                    <a:pt x="2239" y="1596"/>
                    <a:pt x="2334" y="1501"/>
                    <a:pt x="2334" y="1382"/>
                  </a:cubicBezTo>
                  <a:lnTo>
                    <a:pt x="2334" y="215"/>
                  </a:lnTo>
                  <a:cubicBezTo>
                    <a:pt x="2334" y="96"/>
                    <a:pt x="2239" y="0"/>
                    <a:pt x="2120"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7" name="Google Shape;21837;p138"/>
            <p:cNvSpPr/>
            <p:nvPr/>
          </p:nvSpPr>
          <p:spPr>
            <a:xfrm>
              <a:off x="6534003" y="3650811"/>
              <a:ext cx="28665" cy="51122"/>
            </a:xfrm>
            <a:custGeom>
              <a:avLst/>
              <a:gdLst/>
              <a:ahLst/>
              <a:cxnLst/>
              <a:rect l="l" t="t" r="r" b="b"/>
              <a:pathLst>
                <a:path w="882" h="1573" extrusionOk="0">
                  <a:moveTo>
                    <a:pt x="0" y="1"/>
                  </a:moveTo>
                  <a:cubicBezTo>
                    <a:pt x="119" y="1"/>
                    <a:pt x="214" y="72"/>
                    <a:pt x="214" y="191"/>
                  </a:cubicBezTo>
                  <a:lnTo>
                    <a:pt x="214" y="1358"/>
                  </a:lnTo>
                  <a:cubicBezTo>
                    <a:pt x="214" y="1477"/>
                    <a:pt x="119" y="1573"/>
                    <a:pt x="0" y="1573"/>
                  </a:cubicBezTo>
                  <a:lnTo>
                    <a:pt x="667" y="1573"/>
                  </a:lnTo>
                  <a:cubicBezTo>
                    <a:pt x="786" y="1573"/>
                    <a:pt x="881" y="1477"/>
                    <a:pt x="881" y="1358"/>
                  </a:cubicBezTo>
                  <a:lnTo>
                    <a:pt x="881" y="191"/>
                  </a:lnTo>
                  <a:cubicBezTo>
                    <a:pt x="881" y="72"/>
                    <a:pt x="786" y="1"/>
                    <a:pt x="667"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8" name="Google Shape;21838;p138"/>
            <p:cNvSpPr/>
            <p:nvPr/>
          </p:nvSpPr>
          <p:spPr>
            <a:xfrm>
              <a:off x="6350573" y="3658578"/>
              <a:ext cx="32532" cy="9295"/>
            </a:xfrm>
            <a:custGeom>
              <a:avLst/>
              <a:gdLst/>
              <a:ahLst/>
              <a:cxnLst/>
              <a:rect l="l" t="t" r="r" b="b"/>
              <a:pathLst>
                <a:path w="1001" h="286" extrusionOk="0">
                  <a:moveTo>
                    <a:pt x="143" y="0"/>
                  </a:moveTo>
                  <a:cubicBezTo>
                    <a:pt x="48" y="0"/>
                    <a:pt x="0" y="48"/>
                    <a:pt x="0" y="143"/>
                  </a:cubicBezTo>
                  <a:cubicBezTo>
                    <a:pt x="0" y="238"/>
                    <a:pt x="48" y="286"/>
                    <a:pt x="143" y="286"/>
                  </a:cubicBezTo>
                  <a:lnTo>
                    <a:pt x="857" y="286"/>
                  </a:lnTo>
                  <a:cubicBezTo>
                    <a:pt x="929" y="286"/>
                    <a:pt x="1000" y="191"/>
                    <a:pt x="1000" y="143"/>
                  </a:cubicBezTo>
                  <a:cubicBezTo>
                    <a:pt x="1000" y="48"/>
                    <a:pt x="953" y="0"/>
                    <a:pt x="85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9" name="Google Shape;21839;p138"/>
            <p:cNvSpPr/>
            <p:nvPr/>
          </p:nvSpPr>
          <p:spPr>
            <a:xfrm>
              <a:off x="6350573" y="3678696"/>
              <a:ext cx="32532" cy="9328"/>
            </a:xfrm>
            <a:custGeom>
              <a:avLst/>
              <a:gdLst/>
              <a:ahLst/>
              <a:cxnLst/>
              <a:rect l="l" t="t" r="r" b="b"/>
              <a:pathLst>
                <a:path w="1001" h="287" extrusionOk="0">
                  <a:moveTo>
                    <a:pt x="143" y="0"/>
                  </a:moveTo>
                  <a:cubicBezTo>
                    <a:pt x="48" y="0"/>
                    <a:pt x="0" y="48"/>
                    <a:pt x="0" y="143"/>
                  </a:cubicBezTo>
                  <a:cubicBezTo>
                    <a:pt x="0" y="238"/>
                    <a:pt x="48" y="286"/>
                    <a:pt x="143" y="286"/>
                  </a:cubicBezTo>
                  <a:lnTo>
                    <a:pt x="857" y="286"/>
                  </a:lnTo>
                  <a:cubicBezTo>
                    <a:pt x="929" y="286"/>
                    <a:pt x="1000" y="215"/>
                    <a:pt x="1000" y="143"/>
                  </a:cubicBezTo>
                  <a:cubicBezTo>
                    <a:pt x="1000" y="48"/>
                    <a:pt x="953" y="0"/>
                    <a:pt x="857"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0" name="Google Shape;21840;p138"/>
            <p:cNvSpPr/>
            <p:nvPr/>
          </p:nvSpPr>
          <p:spPr>
            <a:xfrm>
              <a:off x="6350573" y="3698813"/>
              <a:ext cx="32532" cy="10107"/>
            </a:xfrm>
            <a:custGeom>
              <a:avLst/>
              <a:gdLst/>
              <a:ahLst/>
              <a:cxnLst/>
              <a:rect l="l" t="t" r="r" b="b"/>
              <a:pathLst>
                <a:path w="1001" h="311" extrusionOk="0">
                  <a:moveTo>
                    <a:pt x="143" y="0"/>
                  </a:moveTo>
                  <a:cubicBezTo>
                    <a:pt x="48" y="0"/>
                    <a:pt x="0" y="72"/>
                    <a:pt x="0" y="143"/>
                  </a:cubicBezTo>
                  <a:cubicBezTo>
                    <a:pt x="0" y="239"/>
                    <a:pt x="48" y="310"/>
                    <a:pt x="143" y="310"/>
                  </a:cubicBezTo>
                  <a:lnTo>
                    <a:pt x="857" y="310"/>
                  </a:lnTo>
                  <a:cubicBezTo>
                    <a:pt x="929" y="310"/>
                    <a:pt x="1000" y="215"/>
                    <a:pt x="1000" y="143"/>
                  </a:cubicBezTo>
                  <a:cubicBezTo>
                    <a:pt x="1000" y="72"/>
                    <a:pt x="953" y="0"/>
                    <a:pt x="85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1" name="Google Shape;21841;p138"/>
            <p:cNvSpPr/>
            <p:nvPr/>
          </p:nvSpPr>
          <p:spPr>
            <a:xfrm>
              <a:off x="6350573" y="3718151"/>
              <a:ext cx="82063" cy="10107"/>
            </a:xfrm>
            <a:custGeom>
              <a:avLst/>
              <a:gdLst/>
              <a:ahLst/>
              <a:cxnLst/>
              <a:rect l="l" t="t" r="r" b="b"/>
              <a:pathLst>
                <a:path w="2525" h="311" extrusionOk="0">
                  <a:moveTo>
                    <a:pt x="143" y="1"/>
                  </a:moveTo>
                  <a:cubicBezTo>
                    <a:pt x="48" y="1"/>
                    <a:pt x="0" y="72"/>
                    <a:pt x="0" y="144"/>
                  </a:cubicBezTo>
                  <a:cubicBezTo>
                    <a:pt x="0" y="239"/>
                    <a:pt x="48" y="310"/>
                    <a:pt x="143" y="310"/>
                  </a:cubicBezTo>
                  <a:lnTo>
                    <a:pt x="2358" y="310"/>
                  </a:lnTo>
                  <a:cubicBezTo>
                    <a:pt x="2429" y="310"/>
                    <a:pt x="2524" y="239"/>
                    <a:pt x="2501" y="120"/>
                  </a:cubicBezTo>
                  <a:cubicBezTo>
                    <a:pt x="2501" y="72"/>
                    <a:pt x="2429" y="1"/>
                    <a:pt x="235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2" name="Google Shape;21842;p138"/>
            <p:cNvSpPr/>
            <p:nvPr/>
          </p:nvSpPr>
          <p:spPr>
            <a:xfrm>
              <a:off x="6350573" y="3740608"/>
              <a:ext cx="82063" cy="9328"/>
            </a:xfrm>
            <a:custGeom>
              <a:avLst/>
              <a:gdLst/>
              <a:ahLst/>
              <a:cxnLst/>
              <a:rect l="l" t="t" r="r" b="b"/>
              <a:pathLst>
                <a:path w="2525" h="287" extrusionOk="0">
                  <a:moveTo>
                    <a:pt x="143" y="0"/>
                  </a:moveTo>
                  <a:cubicBezTo>
                    <a:pt x="48" y="0"/>
                    <a:pt x="0" y="48"/>
                    <a:pt x="0" y="143"/>
                  </a:cubicBezTo>
                  <a:cubicBezTo>
                    <a:pt x="0" y="239"/>
                    <a:pt x="48" y="286"/>
                    <a:pt x="143" y="286"/>
                  </a:cubicBezTo>
                  <a:lnTo>
                    <a:pt x="2358" y="286"/>
                  </a:lnTo>
                  <a:cubicBezTo>
                    <a:pt x="2429" y="286"/>
                    <a:pt x="2524" y="215"/>
                    <a:pt x="2501" y="119"/>
                  </a:cubicBezTo>
                  <a:cubicBezTo>
                    <a:pt x="2501" y="48"/>
                    <a:pt x="2429" y="0"/>
                    <a:pt x="235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3" name="Google Shape;21843;p138"/>
            <p:cNvSpPr/>
            <p:nvPr/>
          </p:nvSpPr>
          <p:spPr>
            <a:xfrm>
              <a:off x="6350573" y="3761506"/>
              <a:ext cx="82063" cy="10075"/>
            </a:xfrm>
            <a:custGeom>
              <a:avLst/>
              <a:gdLst/>
              <a:ahLst/>
              <a:cxnLst/>
              <a:rect l="l" t="t" r="r" b="b"/>
              <a:pathLst>
                <a:path w="2525" h="310" extrusionOk="0">
                  <a:moveTo>
                    <a:pt x="143" y="0"/>
                  </a:moveTo>
                  <a:cubicBezTo>
                    <a:pt x="48" y="0"/>
                    <a:pt x="0" y="72"/>
                    <a:pt x="0" y="167"/>
                  </a:cubicBezTo>
                  <a:cubicBezTo>
                    <a:pt x="0" y="239"/>
                    <a:pt x="48" y="310"/>
                    <a:pt x="143" y="310"/>
                  </a:cubicBezTo>
                  <a:lnTo>
                    <a:pt x="2358" y="310"/>
                  </a:lnTo>
                  <a:cubicBezTo>
                    <a:pt x="2429" y="310"/>
                    <a:pt x="2524" y="239"/>
                    <a:pt x="2501" y="119"/>
                  </a:cubicBezTo>
                  <a:cubicBezTo>
                    <a:pt x="2501" y="72"/>
                    <a:pt x="2429" y="0"/>
                    <a:pt x="235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4" name="Google Shape;21844;p138"/>
            <p:cNvSpPr/>
            <p:nvPr/>
          </p:nvSpPr>
          <p:spPr>
            <a:xfrm>
              <a:off x="6483693" y="3718151"/>
              <a:ext cx="82843" cy="10107"/>
            </a:xfrm>
            <a:custGeom>
              <a:avLst/>
              <a:gdLst/>
              <a:ahLst/>
              <a:cxnLst/>
              <a:rect l="l" t="t" r="r" b="b"/>
              <a:pathLst>
                <a:path w="2549" h="311" extrusionOk="0">
                  <a:moveTo>
                    <a:pt x="167" y="1"/>
                  </a:moveTo>
                  <a:cubicBezTo>
                    <a:pt x="72" y="1"/>
                    <a:pt x="0" y="72"/>
                    <a:pt x="0" y="144"/>
                  </a:cubicBezTo>
                  <a:cubicBezTo>
                    <a:pt x="0" y="239"/>
                    <a:pt x="72" y="310"/>
                    <a:pt x="167" y="310"/>
                  </a:cubicBezTo>
                  <a:lnTo>
                    <a:pt x="2358" y="310"/>
                  </a:lnTo>
                  <a:cubicBezTo>
                    <a:pt x="2453" y="310"/>
                    <a:pt x="2548" y="239"/>
                    <a:pt x="2501" y="120"/>
                  </a:cubicBezTo>
                  <a:cubicBezTo>
                    <a:pt x="2501" y="72"/>
                    <a:pt x="2453" y="1"/>
                    <a:pt x="235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5" name="Google Shape;21845;p138"/>
            <p:cNvSpPr/>
            <p:nvPr/>
          </p:nvSpPr>
          <p:spPr>
            <a:xfrm>
              <a:off x="6483693" y="3740608"/>
              <a:ext cx="82843" cy="9328"/>
            </a:xfrm>
            <a:custGeom>
              <a:avLst/>
              <a:gdLst/>
              <a:ahLst/>
              <a:cxnLst/>
              <a:rect l="l" t="t" r="r" b="b"/>
              <a:pathLst>
                <a:path w="2549" h="287" extrusionOk="0">
                  <a:moveTo>
                    <a:pt x="167" y="0"/>
                  </a:moveTo>
                  <a:cubicBezTo>
                    <a:pt x="72" y="0"/>
                    <a:pt x="0" y="48"/>
                    <a:pt x="0" y="143"/>
                  </a:cubicBezTo>
                  <a:cubicBezTo>
                    <a:pt x="0" y="239"/>
                    <a:pt x="72" y="286"/>
                    <a:pt x="167" y="286"/>
                  </a:cubicBezTo>
                  <a:lnTo>
                    <a:pt x="2358" y="286"/>
                  </a:lnTo>
                  <a:cubicBezTo>
                    <a:pt x="2453" y="286"/>
                    <a:pt x="2548" y="215"/>
                    <a:pt x="2501" y="119"/>
                  </a:cubicBezTo>
                  <a:cubicBezTo>
                    <a:pt x="2501" y="48"/>
                    <a:pt x="2453" y="0"/>
                    <a:pt x="235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6" name="Google Shape;21846;p138"/>
            <p:cNvSpPr/>
            <p:nvPr/>
          </p:nvSpPr>
          <p:spPr>
            <a:xfrm>
              <a:off x="6483693" y="3761506"/>
              <a:ext cx="82843" cy="10075"/>
            </a:xfrm>
            <a:custGeom>
              <a:avLst/>
              <a:gdLst/>
              <a:ahLst/>
              <a:cxnLst/>
              <a:rect l="l" t="t" r="r" b="b"/>
              <a:pathLst>
                <a:path w="2549" h="310" extrusionOk="0">
                  <a:moveTo>
                    <a:pt x="167" y="0"/>
                  </a:moveTo>
                  <a:cubicBezTo>
                    <a:pt x="72" y="0"/>
                    <a:pt x="0" y="72"/>
                    <a:pt x="0" y="167"/>
                  </a:cubicBezTo>
                  <a:cubicBezTo>
                    <a:pt x="0" y="239"/>
                    <a:pt x="72" y="310"/>
                    <a:pt x="167" y="310"/>
                  </a:cubicBezTo>
                  <a:lnTo>
                    <a:pt x="2358" y="310"/>
                  </a:lnTo>
                  <a:cubicBezTo>
                    <a:pt x="2453" y="310"/>
                    <a:pt x="2548" y="239"/>
                    <a:pt x="2501" y="119"/>
                  </a:cubicBezTo>
                  <a:cubicBezTo>
                    <a:pt x="2501" y="72"/>
                    <a:pt x="2453" y="0"/>
                    <a:pt x="235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47" name="Google Shape;21847;p138"/>
          <p:cNvGrpSpPr/>
          <p:nvPr/>
        </p:nvGrpSpPr>
        <p:grpSpPr>
          <a:xfrm>
            <a:off x="5571158" y="3442706"/>
            <a:ext cx="265525" cy="357597"/>
            <a:chOff x="5571158" y="3595106"/>
            <a:chExt cx="265525" cy="357597"/>
          </a:xfrm>
        </p:grpSpPr>
        <p:sp>
          <p:nvSpPr>
            <p:cNvPr id="21848" name="Google Shape;21848;p138"/>
            <p:cNvSpPr/>
            <p:nvPr/>
          </p:nvSpPr>
          <p:spPr>
            <a:xfrm>
              <a:off x="5571158" y="3595106"/>
              <a:ext cx="265525" cy="357597"/>
            </a:xfrm>
            <a:custGeom>
              <a:avLst/>
              <a:gdLst/>
              <a:ahLst/>
              <a:cxnLst/>
              <a:rect l="l" t="t" r="r" b="b"/>
              <a:pathLst>
                <a:path w="8170" h="11003" extrusionOk="0">
                  <a:moveTo>
                    <a:pt x="382" y="0"/>
                  </a:moveTo>
                  <a:cubicBezTo>
                    <a:pt x="168" y="0"/>
                    <a:pt x="1" y="167"/>
                    <a:pt x="1" y="358"/>
                  </a:cubicBezTo>
                  <a:lnTo>
                    <a:pt x="1" y="10645"/>
                  </a:lnTo>
                  <a:cubicBezTo>
                    <a:pt x="1" y="10836"/>
                    <a:pt x="168" y="11003"/>
                    <a:pt x="382" y="11003"/>
                  </a:cubicBezTo>
                  <a:lnTo>
                    <a:pt x="7812" y="11003"/>
                  </a:lnTo>
                  <a:cubicBezTo>
                    <a:pt x="8026" y="11003"/>
                    <a:pt x="8169" y="10836"/>
                    <a:pt x="8169" y="10645"/>
                  </a:cubicBezTo>
                  <a:lnTo>
                    <a:pt x="8169" y="358"/>
                  </a:lnTo>
                  <a:cubicBezTo>
                    <a:pt x="8169" y="167"/>
                    <a:pt x="8026" y="0"/>
                    <a:pt x="781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9" name="Google Shape;21849;p138"/>
            <p:cNvSpPr/>
            <p:nvPr/>
          </p:nvSpPr>
          <p:spPr>
            <a:xfrm>
              <a:off x="5803371" y="3595106"/>
              <a:ext cx="33313" cy="357597"/>
            </a:xfrm>
            <a:custGeom>
              <a:avLst/>
              <a:gdLst/>
              <a:ahLst/>
              <a:cxnLst/>
              <a:rect l="l" t="t" r="r" b="b"/>
              <a:pathLst>
                <a:path w="1025" h="11003" extrusionOk="0">
                  <a:moveTo>
                    <a:pt x="0" y="0"/>
                  </a:moveTo>
                  <a:cubicBezTo>
                    <a:pt x="215" y="0"/>
                    <a:pt x="381" y="167"/>
                    <a:pt x="381" y="358"/>
                  </a:cubicBezTo>
                  <a:lnTo>
                    <a:pt x="381" y="10645"/>
                  </a:lnTo>
                  <a:cubicBezTo>
                    <a:pt x="381" y="10836"/>
                    <a:pt x="215" y="11003"/>
                    <a:pt x="0" y="11003"/>
                  </a:cubicBezTo>
                  <a:lnTo>
                    <a:pt x="667" y="11003"/>
                  </a:lnTo>
                  <a:cubicBezTo>
                    <a:pt x="881" y="11003"/>
                    <a:pt x="1024" y="10836"/>
                    <a:pt x="1024" y="10645"/>
                  </a:cubicBezTo>
                  <a:lnTo>
                    <a:pt x="1024" y="358"/>
                  </a:lnTo>
                  <a:cubicBezTo>
                    <a:pt x="1024" y="167"/>
                    <a:pt x="881" y="0"/>
                    <a:pt x="66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0" name="Google Shape;21850;p138"/>
            <p:cNvSpPr/>
            <p:nvPr/>
          </p:nvSpPr>
          <p:spPr>
            <a:xfrm>
              <a:off x="5571158" y="3595106"/>
              <a:ext cx="265525" cy="37960"/>
            </a:xfrm>
            <a:custGeom>
              <a:avLst/>
              <a:gdLst/>
              <a:ahLst/>
              <a:cxnLst/>
              <a:rect l="l" t="t" r="r" b="b"/>
              <a:pathLst>
                <a:path w="8170" h="1168" extrusionOk="0">
                  <a:moveTo>
                    <a:pt x="382" y="0"/>
                  </a:moveTo>
                  <a:cubicBezTo>
                    <a:pt x="168" y="0"/>
                    <a:pt x="1" y="167"/>
                    <a:pt x="1" y="358"/>
                  </a:cubicBezTo>
                  <a:lnTo>
                    <a:pt x="1" y="1167"/>
                  </a:lnTo>
                  <a:lnTo>
                    <a:pt x="8169" y="1167"/>
                  </a:lnTo>
                  <a:lnTo>
                    <a:pt x="8169" y="358"/>
                  </a:lnTo>
                  <a:cubicBezTo>
                    <a:pt x="8169" y="167"/>
                    <a:pt x="8026" y="0"/>
                    <a:pt x="7812"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1" name="Google Shape;21851;p138"/>
            <p:cNvSpPr/>
            <p:nvPr/>
          </p:nvSpPr>
          <p:spPr>
            <a:xfrm>
              <a:off x="5803371" y="3595106"/>
              <a:ext cx="33313" cy="37960"/>
            </a:xfrm>
            <a:custGeom>
              <a:avLst/>
              <a:gdLst/>
              <a:ahLst/>
              <a:cxnLst/>
              <a:rect l="l" t="t" r="r" b="b"/>
              <a:pathLst>
                <a:path w="1025" h="1168" extrusionOk="0">
                  <a:moveTo>
                    <a:pt x="0" y="0"/>
                  </a:moveTo>
                  <a:cubicBezTo>
                    <a:pt x="215" y="0"/>
                    <a:pt x="381" y="167"/>
                    <a:pt x="381" y="358"/>
                  </a:cubicBezTo>
                  <a:lnTo>
                    <a:pt x="381" y="1167"/>
                  </a:lnTo>
                  <a:lnTo>
                    <a:pt x="1024" y="1167"/>
                  </a:lnTo>
                  <a:lnTo>
                    <a:pt x="1024" y="358"/>
                  </a:lnTo>
                  <a:cubicBezTo>
                    <a:pt x="1024" y="167"/>
                    <a:pt x="881" y="0"/>
                    <a:pt x="667" y="0"/>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2" name="Google Shape;21852;p138"/>
            <p:cNvSpPr/>
            <p:nvPr/>
          </p:nvSpPr>
          <p:spPr>
            <a:xfrm>
              <a:off x="5599823" y="3666313"/>
              <a:ext cx="212875" cy="255418"/>
            </a:xfrm>
            <a:custGeom>
              <a:avLst/>
              <a:gdLst/>
              <a:ahLst/>
              <a:cxnLst/>
              <a:rect l="l" t="t" r="r" b="b"/>
              <a:pathLst>
                <a:path w="6550" h="7859" extrusionOk="0">
                  <a:moveTo>
                    <a:pt x="214" y="0"/>
                  </a:moveTo>
                  <a:cubicBezTo>
                    <a:pt x="95" y="0"/>
                    <a:pt x="0" y="72"/>
                    <a:pt x="0" y="191"/>
                  </a:cubicBezTo>
                  <a:lnTo>
                    <a:pt x="0" y="7645"/>
                  </a:lnTo>
                  <a:lnTo>
                    <a:pt x="3263" y="7859"/>
                  </a:lnTo>
                  <a:lnTo>
                    <a:pt x="6549" y="7645"/>
                  </a:lnTo>
                  <a:lnTo>
                    <a:pt x="6549" y="191"/>
                  </a:lnTo>
                  <a:cubicBezTo>
                    <a:pt x="6549" y="72"/>
                    <a:pt x="6454" y="0"/>
                    <a:pt x="6335"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3" name="Google Shape;21853;p138"/>
            <p:cNvSpPr/>
            <p:nvPr/>
          </p:nvSpPr>
          <p:spPr>
            <a:xfrm>
              <a:off x="5655528" y="3847403"/>
              <a:ext cx="44168" cy="68153"/>
            </a:xfrm>
            <a:custGeom>
              <a:avLst/>
              <a:gdLst/>
              <a:ahLst/>
              <a:cxnLst/>
              <a:rect l="l" t="t" r="r" b="b"/>
              <a:pathLst>
                <a:path w="1359" h="2097" extrusionOk="0">
                  <a:moveTo>
                    <a:pt x="406" y="1"/>
                  </a:moveTo>
                  <a:cubicBezTo>
                    <a:pt x="310" y="1"/>
                    <a:pt x="215" y="96"/>
                    <a:pt x="215" y="191"/>
                  </a:cubicBezTo>
                  <a:lnTo>
                    <a:pt x="1" y="406"/>
                  </a:lnTo>
                  <a:lnTo>
                    <a:pt x="215" y="549"/>
                  </a:lnTo>
                  <a:lnTo>
                    <a:pt x="48" y="691"/>
                  </a:lnTo>
                  <a:lnTo>
                    <a:pt x="215" y="882"/>
                  </a:lnTo>
                  <a:lnTo>
                    <a:pt x="1" y="2096"/>
                  </a:lnTo>
                  <a:lnTo>
                    <a:pt x="1358" y="2096"/>
                  </a:lnTo>
                  <a:lnTo>
                    <a:pt x="1144" y="882"/>
                  </a:lnTo>
                  <a:lnTo>
                    <a:pt x="1263" y="787"/>
                  </a:lnTo>
                  <a:lnTo>
                    <a:pt x="1144" y="549"/>
                  </a:lnTo>
                  <a:lnTo>
                    <a:pt x="1358" y="406"/>
                  </a:lnTo>
                  <a:lnTo>
                    <a:pt x="1144" y="191"/>
                  </a:lnTo>
                  <a:cubicBezTo>
                    <a:pt x="1144" y="96"/>
                    <a:pt x="1049" y="1"/>
                    <a:pt x="953"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4" name="Google Shape;21854;p138"/>
            <p:cNvSpPr/>
            <p:nvPr/>
          </p:nvSpPr>
          <p:spPr>
            <a:xfrm>
              <a:off x="5715913" y="3845876"/>
              <a:ext cx="42607" cy="69680"/>
            </a:xfrm>
            <a:custGeom>
              <a:avLst/>
              <a:gdLst/>
              <a:ahLst/>
              <a:cxnLst/>
              <a:rect l="l" t="t" r="r" b="b"/>
              <a:pathLst>
                <a:path w="1311" h="2144" extrusionOk="0">
                  <a:moveTo>
                    <a:pt x="381" y="0"/>
                  </a:moveTo>
                  <a:cubicBezTo>
                    <a:pt x="286" y="0"/>
                    <a:pt x="215" y="95"/>
                    <a:pt x="215" y="191"/>
                  </a:cubicBezTo>
                  <a:lnTo>
                    <a:pt x="0" y="334"/>
                  </a:lnTo>
                  <a:lnTo>
                    <a:pt x="215" y="476"/>
                  </a:lnTo>
                  <a:lnTo>
                    <a:pt x="48" y="596"/>
                  </a:lnTo>
                  <a:lnTo>
                    <a:pt x="215" y="810"/>
                  </a:lnTo>
                  <a:lnTo>
                    <a:pt x="0" y="1500"/>
                  </a:lnTo>
                  <a:lnTo>
                    <a:pt x="215" y="2143"/>
                  </a:lnTo>
                  <a:lnTo>
                    <a:pt x="1096" y="2143"/>
                  </a:lnTo>
                  <a:lnTo>
                    <a:pt x="1310" y="1691"/>
                  </a:lnTo>
                  <a:lnTo>
                    <a:pt x="1096" y="810"/>
                  </a:lnTo>
                  <a:lnTo>
                    <a:pt x="881" y="619"/>
                  </a:lnTo>
                  <a:lnTo>
                    <a:pt x="1096" y="476"/>
                  </a:lnTo>
                  <a:lnTo>
                    <a:pt x="1096" y="191"/>
                  </a:lnTo>
                  <a:cubicBezTo>
                    <a:pt x="1096" y="95"/>
                    <a:pt x="1000" y="0"/>
                    <a:pt x="905"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5" name="Google Shape;21855;p138"/>
            <p:cNvSpPr/>
            <p:nvPr/>
          </p:nvSpPr>
          <p:spPr>
            <a:xfrm>
              <a:off x="5662516" y="3865213"/>
              <a:ext cx="29413" cy="10855"/>
            </a:xfrm>
            <a:custGeom>
              <a:avLst/>
              <a:gdLst/>
              <a:ahLst/>
              <a:cxnLst/>
              <a:rect l="l" t="t" r="r" b="b"/>
              <a:pathLst>
                <a:path w="905" h="334" extrusionOk="0">
                  <a:moveTo>
                    <a:pt x="0" y="1"/>
                  </a:moveTo>
                  <a:lnTo>
                    <a:pt x="0" y="334"/>
                  </a:lnTo>
                  <a:lnTo>
                    <a:pt x="905" y="334"/>
                  </a:lnTo>
                  <a:lnTo>
                    <a:pt x="905" y="1"/>
                  </a:lnTo>
                  <a:close/>
                </a:path>
              </a:pathLst>
            </a:custGeom>
            <a:solidFill>
              <a:srgbClr val="BFC9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6" name="Google Shape;21856;p138"/>
            <p:cNvSpPr/>
            <p:nvPr/>
          </p:nvSpPr>
          <p:spPr>
            <a:xfrm>
              <a:off x="5722868" y="3861346"/>
              <a:ext cx="28665" cy="10855"/>
            </a:xfrm>
            <a:custGeom>
              <a:avLst/>
              <a:gdLst/>
              <a:ahLst/>
              <a:cxnLst/>
              <a:rect l="l" t="t" r="r" b="b"/>
              <a:pathLst>
                <a:path w="882" h="334" extrusionOk="0">
                  <a:moveTo>
                    <a:pt x="1" y="0"/>
                  </a:moveTo>
                  <a:lnTo>
                    <a:pt x="1" y="334"/>
                  </a:lnTo>
                  <a:lnTo>
                    <a:pt x="882" y="334"/>
                  </a:lnTo>
                  <a:lnTo>
                    <a:pt x="882" y="0"/>
                  </a:ln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7" name="Google Shape;21857;p138"/>
            <p:cNvSpPr/>
            <p:nvPr/>
          </p:nvSpPr>
          <p:spPr>
            <a:xfrm>
              <a:off x="5633851" y="3833493"/>
              <a:ext cx="28697" cy="82063"/>
            </a:xfrm>
            <a:custGeom>
              <a:avLst/>
              <a:gdLst/>
              <a:ahLst/>
              <a:cxnLst/>
              <a:rect l="l" t="t" r="r" b="b"/>
              <a:pathLst>
                <a:path w="883" h="2525" extrusionOk="0">
                  <a:moveTo>
                    <a:pt x="168" y="0"/>
                  </a:moveTo>
                  <a:cubicBezTo>
                    <a:pt x="72" y="0"/>
                    <a:pt x="1" y="72"/>
                    <a:pt x="1" y="167"/>
                  </a:cubicBezTo>
                  <a:lnTo>
                    <a:pt x="1" y="476"/>
                  </a:lnTo>
                  <a:lnTo>
                    <a:pt x="191" y="643"/>
                  </a:lnTo>
                  <a:lnTo>
                    <a:pt x="1" y="810"/>
                  </a:lnTo>
                  <a:lnTo>
                    <a:pt x="1" y="2524"/>
                  </a:lnTo>
                  <a:lnTo>
                    <a:pt x="882" y="2524"/>
                  </a:lnTo>
                  <a:lnTo>
                    <a:pt x="882" y="810"/>
                  </a:lnTo>
                  <a:lnTo>
                    <a:pt x="668" y="643"/>
                  </a:lnTo>
                  <a:lnTo>
                    <a:pt x="882" y="476"/>
                  </a:lnTo>
                  <a:lnTo>
                    <a:pt x="882" y="167"/>
                  </a:lnTo>
                  <a:cubicBezTo>
                    <a:pt x="882" y="72"/>
                    <a:pt x="787" y="0"/>
                    <a:pt x="71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8" name="Google Shape;21858;p138"/>
            <p:cNvSpPr/>
            <p:nvPr/>
          </p:nvSpPr>
          <p:spPr>
            <a:xfrm>
              <a:off x="5633851" y="3848963"/>
              <a:ext cx="28697" cy="10855"/>
            </a:xfrm>
            <a:custGeom>
              <a:avLst/>
              <a:gdLst/>
              <a:ahLst/>
              <a:cxnLst/>
              <a:rect l="l" t="t" r="r" b="b"/>
              <a:pathLst>
                <a:path w="883" h="334" extrusionOk="0">
                  <a:moveTo>
                    <a:pt x="1" y="0"/>
                  </a:moveTo>
                  <a:lnTo>
                    <a:pt x="1" y="334"/>
                  </a:lnTo>
                  <a:lnTo>
                    <a:pt x="882" y="334"/>
                  </a:lnTo>
                  <a:lnTo>
                    <a:pt x="882" y="0"/>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9" name="Google Shape;21859;p138"/>
            <p:cNvSpPr/>
            <p:nvPr/>
          </p:nvSpPr>
          <p:spPr>
            <a:xfrm>
              <a:off x="5692676" y="3832713"/>
              <a:ext cx="30225" cy="82843"/>
            </a:xfrm>
            <a:custGeom>
              <a:avLst/>
              <a:gdLst/>
              <a:ahLst/>
              <a:cxnLst/>
              <a:rect l="l" t="t" r="r" b="b"/>
              <a:pathLst>
                <a:path w="930" h="2549" extrusionOk="0">
                  <a:moveTo>
                    <a:pt x="168" y="0"/>
                  </a:moveTo>
                  <a:cubicBezTo>
                    <a:pt x="72" y="0"/>
                    <a:pt x="1" y="72"/>
                    <a:pt x="1" y="167"/>
                  </a:cubicBezTo>
                  <a:lnTo>
                    <a:pt x="1" y="500"/>
                  </a:lnTo>
                  <a:lnTo>
                    <a:pt x="25" y="643"/>
                  </a:lnTo>
                  <a:lnTo>
                    <a:pt x="1" y="858"/>
                  </a:lnTo>
                  <a:lnTo>
                    <a:pt x="1" y="2548"/>
                  </a:lnTo>
                  <a:lnTo>
                    <a:pt x="930" y="2548"/>
                  </a:lnTo>
                  <a:lnTo>
                    <a:pt x="930" y="834"/>
                  </a:lnTo>
                  <a:lnTo>
                    <a:pt x="691" y="667"/>
                  </a:lnTo>
                  <a:lnTo>
                    <a:pt x="930" y="500"/>
                  </a:lnTo>
                  <a:lnTo>
                    <a:pt x="930" y="167"/>
                  </a:lnTo>
                  <a:cubicBezTo>
                    <a:pt x="930" y="72"/>
                    <a:pt x="834" y="0"/>
                    <a:pt x="739" y="0"/>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0" name="Google Shape;21860;p138"/>
            <p:cNvSpPr/>
            <p:nvPr/>
          </p:nvSpPr>
          <p:spPr>
            <a:xfrm>
              <a:off x="5692676" y="3849743"/>
              <a:ext cx="28665" cy="10855"/>
            </a:xfrm>
            <a:custGeom>
              <a:avLst/>
              <a:gdLst/>
              <a:ahLst/>
              <a:cxnLst/>
              <a:rect l="l" t="t" r="r" b="b"/>
              <a:pathLst>
                <a:path w="882" h="334" extrusionOk="0">
                  <a:moveTo>
                    <a:pt x="1" y="0"/>
                  </a:moveTo>
                  <a:lnTo>
                    <a:pt x="1" y="334"/>
                  </a:lnTo>
                  <a:lnTo>
                    <a:pt x="882" y="334"/>
                  </a:lnTo>
                  <a:lnTo>
                    <a:pt x="882"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1" name="Google Shape;21861;p138"/>
            <p:cNvSpPr/>
            <p:nvPr/>
          </p:nvSpPr>
          <p:spPr>
            <a:xfrm>
              <a:off x="5751501" y="3861346"/>
              <a:ext cx="29445" cy="54210"/>
            </a:xfrm>
            <a:custGeom>
              <a:avLst/>
              <a:gdLst/>
              <a:ahLst/>
              <a:cxnLst/>
              <a:rect l="l" t="t" r="r" b="b"/>
              <a:pathLst>
                <a:path w="906" h="1668" extrusionOk="0">
                  <a:moveTo>
                    <a:pt x="191" y="0"/>
                  </a:moveTo>
                  <a:cubicBezTo>
                    <a:pt x="96" y="0"/>
                    <a:pt x="1" y="96"/>
                    <a:pt x="1" y="167"/>
                  </a:cubicBezTo>
                  <a:lnTo>
                    <a:pt x="1" y="501"/>
                  </a:lnTo>
                  <a:lnTo>
                    <a:pt x="215" y="691"/>
                  </a:lnTo>
                  <a:lnTo>
                    <a:pt x="1" y="834"/>
                  </a:lnTo>
                  <a:lnTo>
                    <a:pt x="1" y="1667"/>
                  </a:lnTo>
                  <a:lnTo>
                    <a:pt x="906" y="1667"/>
                  </a:lnTo>
                  <a:lnTo>
                    <a:pt x="906" y="834"/>
                  </a:lnTo>
                  <a:lnTo>
                    <a:pt x="691" y="691"/>
                  </a:lnTo>
                  <a:lnTo>
                    <a:pt x="906" y="501"/>
                  </a:lnTo>
                  <a:lnTo>
                    <a:pt x="906" y="167"/>
                  </a:lnTo>
                  <a:cubicBezTo>
                    <a:pt x="906" y="96"/>
                    <a:pt x="810" y="0"/>
                    <a:pt x="715"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2" name="Google Shape;21862;p138"/>
            <p:cNvSpPr/>
            <p:nvPr/>
          </p:nvSpPr>
          <p:spPr>
            <a:xfrm>
              <a:off x="5751501" y="3879156"/>
              <a:ext cx="29445" cy="10075"/>
            </a:xfrm>
            <a:custGeom>
              <a:avLst/>
              <a:gdLst/>
              <a:ahLst/>
              <a:cxnLst/>
              <a:rect l="l" t="t" r="r" b="b"/>
              <a:pathLst>
                <a:path w="906" h="310" extrusionOk="0">
                  <a:moveTo>
                    <a:pt x="1" y="0"/>
                  </a:moveTo>
                  <a:lnTo>
                    <a:pt x="1" y="310"/>
                  </a:lnTo>
                  <a:lnTo>
                    <a:pt x="906" y="310"/>
                  </a:lnTo>
                  <a:lnTo>
                    <a:pt x="906" y="0"/>
                  </a:ln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3" name="Google Shape;21863;p138"/>
            <p:cNvSpPr/>
            <p:nvPr/>
          </p:nvSpPr>
          <p:spPr>
            <a:xfrm>
              <a:off x="5571158" y="3914743"/>
              <a:ext cx="265525" cy="37960"/>
            </a:xfrm>
            <a:custGeom>
              <a:avLst/>
              <a:gdLst/>
              <a:ahLst/>
              <a:cxnLst/>
              <a:rect l="l" t="t" r="r" b="b"/>
              <a:pathLst>
                <a:path w="8170" h="1168" extrusionOk="0">
                  <a:moveTo>
                    <a:pt x="1" y="1"/>
                  </a:moveTo>
                  <a:lnTo>
                    <a:pt x="1" y="810"/>
                  </a:lnTo>
                  <a:cubicBezTo>
                    <a:pt x="1" y="1001"/>
                    <a:pt x="168" y="1168"/>
                    <a:pt x="382" y="1168"/>
                  </a:cubicBezTo>
                  <a:lnTo>
                    <a:pt x="7812" y="1168"/>
                  </a:lnTo>
                  <a:cubicBezTo>
                    <a:pt x="8026" y="1168"/>
                    <a:pt x="8169" y="1001"/>
                    <a:pt x="8169" y="810"/>
                  </a:cubicBezTo>
                  <a:lnTo>
                    <a:pt x="8169"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4" name="Google Shape;21864;p138"/>
            <p:cNvSpPr/>
            <p:nvPr/>
          </p:nvSpPr>
          <p:spPr>
            <a:xfrm>
              <a:off x="5803371" y="3914743"/>
              <a:ext cx="33313" cy="37960"/>
            </a:xfrm>
            <a:custGeom>
              <a:avLst/>
              <a:gdLst/>
              <a:ahLst/>
              <a:cxnLst/>
              <a:rect l="l" t="t" r="r" b="b"/>
              <a:pathLst>
                <a:path w="1025" h="1168" extrusionOk="0">
                  <a:moveTo>
                    <a:pt x="381" y="1"/>
                  </a:moveTo>
                  <a:lnTo>
                    <a:pt x="381" y="810"/>
                  </a:lnTo>
                  <a:cubicBezTo>
                    <a:pt x="381" y="1001"/>
                    <a:pt x="215" y="1168"/>
                    <a:pt x="0" y="1168"/>
                  </a:cubicBezTo>
                  <a:lnTo>
                    <a:pt x="667" y="1168"/>
                  </a:lnTo>
                  <a:cubicBezTo>
                    <a:pt x="881" y="1168"/>
                    <a:pt x="1024" y="1001"/>
                    <a:pt x="1024" y="810"/>
                  </a:cubicBezTo>
                  <a:lnTo>
                    <a:pt x="1024" y="1"/>
                  </a:ln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5" name="Google Shape;21865;p138"/>
            <p:cNvSpPr/>
            <p:nvPr/>
          </p:nvSpPr>
          <p:spPr>
            <a:xfrm>
              <a:off x="5655528" y="3709636"/>
              <a:ext cx="44168" cy="67372"/>
            </a:xfrm>
            <a:custGeom>
              <a:avLst/>
              <a:gdLst/>
              <a:ahLst/>
              <a:cxnLst/>
              <a:rect l="l" t="t" r="r" b="b"/>
              <a:pathLst>
                <a:path w="1359" h="2073" extrusionOk="0">
                  <a:moveTo>
                    <a:pt x="406" y="1"/>
                  </a:moveTo>
                  <a:cubicBezTo>
                    <a:pt x="310" y="1"/>
                    <a:pt x="215" y="72"/>
                    <a:pt x="215" y="168"/>
                  </a:cubicBezTo>
                  <a:lnTo>
                    <a:pt x="215" y="525"/>
                  </a:lnTo>
                  <a:lnTo>
                    <a:pt x="429" y="715"/>
                  </a:lnTo>
                  <a:lnTo>
                    <a:pt x="215" y="858"/>
                  </a:lnTo>
                  <a:lnTo>
                    <a:pt x="1" y="2073"/>
                  </a:lnTo>
                  <a:lnTo>
                    <a:pt x="1358" y="2073"/>
                  </a:lnTo>
                  <a:lnTo>
                    <a:pt x="1120" y="858"/>
                  </a:lnTo>
                  <a:lnTo>
                    <a:pt x="906" y="715"/>
                  </a:lnTo>
                  <a:lnTo>
                    <a:pt x="1120" y="525"/>
                  </a:lnTo>
                  <a:lnTo>
                    <a:pt x="1311" y="382"/>
                  </a:lnTo>
                  <a:lnTo>
                    <a:pt x="1120" y="168"/>
                  </a:lnTo>
                  <a:cubicBezTo>
                    <a:pt x="1120" y="72"/>
                    <a:pt x="1025" y="1"/>
                    <a:pt x="929"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6" name="Google Shape;21866;p138"/>
            <p:cNvSpPr/>
            <p:nvPr/>
          </p:nvSpPr>
          <p:spPr>
            <a:xfrm>
              <a:off x="5662516" y="3726666"/>
              <a:ext cx="29413" cy="10888"/>
            </a:xfrm>
            <a:custGeom>
              <a:avLst/>
              <a:gdLst/>
              <a:ahLst/>
              <a:cxnLst/>
              <a:rect l="l" t="t" r="r" b="b"/>
              <a:pathLst>
                <a:path w="905" h="335" extrusionOk="0">
                  <a:moveTo>
                    <a:pt x="0" y="1"/>
                  </a:moveTo>
                  <a:lnTo>
                    <a:pt x="0" y="334"/>
                  </a:lnTo>
                  <a:lnTo>
                    <a:pt x="905" y="334"/>
                  </a:lnTo>
                  <a:lnTo>
                    <a:pt x="905"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7" name="Google Shape;21867;p138"/>
            <p:cNvSpPr/>
            <p:nvPr/>
          </p:nvSpPr>
          <p:spPr>
            <a:xfrm>
              <a:off x="5715913" y="3695726"/>
              <a:ext cx="42607" cy="81282"/>
            </a:xfrm>
            <a:custGeom>
              <a:avLst/>
              <a:gdLst/>
              <a:ahLst/>
              <a:cxnLst/>
              <a:rect l="l" t="t" r="r" b="b"/>
              <a:pathLst>
                <a:path w="1311" h="2501" extrusionOk="0">
                  <a:moveTo>
                    <a:pt x="381" y="0"/>
                  </a:moveTo>
                  <a:cubicBezTo>
                    <a:pt x="286" y="0"/>
                    <a:pt x="215" y="95"/>
                    <a:pt x="215" y="191"/>
                  </a:cubicBezTo>
                  <a:lnTo>
                    <a:pt x="215" y="476"/>
                  </a:lnTo>
                  <a:lnTo>
                    <a:pt x="405" y="667"/>
                  </a:lnTo>
                  <a:lnTo>
                    <a:pt x="215" y="810"/>
                  </a:lnTo>
                  <a:lnTo>
                    <a:pt x="0" y="1858"/>
                  </a:lnTo>
                  <a:lnTo>
                    <a:pt x="215" y="2501"/>
                  </a:lnTo>
                  <a:lnTo>
                    <a:pt x="1096" y="2501"/>
                  </a:lnTo>
                  <a:lnTo>
                    <a:pt x="1310" y="2072"/>
                  </a:lnTo>
                  <a:lnTo>
                    <a:pt x="1096" y="810"/>
                  </a:lnTo>
                  <a:lnTo>
                    <a:pt x="881" y="643"/>
                  </a:lnTo>
                  <a:lnTo>
                    <a:pt x="1096" y="476"/>
                  </a:lnTo>
                  <a:lnTo>
                    <a:pt x="1096" y="191"/>
                  </a:lnTo>
                  <a:cubicBezTo>
                    <a:pt x="1096" y="95"/>
                    <a:pt x="1000" y="0"/>
                    <a:pt x="905"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8" name="Google Shape;21868;p138"/>
            <p:cNvSpPr/>
            <p:nvPr/>
          </p:nvSpPr>
          <p:spPr>
            <a:xfrm>
              <a:off x="5722868" y="3711196"/>
              <a:ext cx="28665" cy="10855"/>
            </a:xfrm>
            <a:custGeom>
              <a:avLst/>
              <a:gdLst/>
              <a:ahLst/>
              <a:cxnLst/>
              <a:rect l="l" t="t" r="r" b="b"/>
              <a:pathLst>
                <a:path w="882" h="334" extrusionOk="0">
                  <a:moveTo>
                    <a:pt x="1" y="0"/>
                  </a:moveTo>
                  <a:lnTo>
                    <a:pt x="1" y="334"/>
                  </a:lnTo>
                  <a:lnTo>
                    <a:pt x="882" y="334"/>
                  </a:lnTo>
                  <a:lnTo>
                    <a:pt x="882" y="0"/>
                  </a:ln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9" name="Google Shape;21869;p138"/>
            <p:cNvSpPr/>
            <p:nvPr/>
          </p:nvSpPr>
          <p:spPr>
            <a:xfrm>
              <a:off x="5633851" y="3722018"/>
              <a:ext cx="28697" cy="56550"/>
            </a:xfrm>
            <a:custGeom>
              <a:avLst/>
              <a:gdLst/>
              <a:ahLst/>
              <a:cxnLst/>
              <a:rect l="l" t="t" r="r" b="b"/>
              <a:pathLst>
                <a:path w="883" h="1740" extrusionOk="0">
                  <a:moveTo>
                    <a:pt x="168" y="1"/>
                  </a:moveTo>
                  <a:cubicBezTo>
                    <a:pt x="72" y="1"/>
                    <a:pt x="1" y="96"/>
                    <a:pt x="1" y="168"/>
                  </a:cubicBezTo>
                  <a:lnTo>
                    <a:pt x="1" y="477"/>
                  </a:lnTo>
                  <a:lnTo>
                    <a:pt x="191" y="668"/>
                  </a:lnTo>
                  <a:lnTo>
                    <a:pt x="1" y="811"/>
                  </a:lnTo>
                  <a:lnTo>
                    <a:pt x="1" y="1739"/>
                  </a:lnTo>
                  <a:lnTo>
                    <a:pt x="882" y="1739"/>
                  </a:lnTo>
                  <a:lnTo>
                    <a:pt x="882" y="811"/>
                  </a:lnTo>
                  <a:lnTo>
                    <a:pt x="668" y="668"/>
                  </a:lnTo>
                  <a:lnTo>
                    <a:pt x="882" y="477"/>
                  </a:lnTo>
                  <a:lnTo>
                    <a:pt x="882" y="168"/>
                  </a:lnTo>
                  <a:cubicBezTo>
                    <a:pt x="882" y="96"/>
                    <a:pt x="787" y="1"/>
                    <a:pt x="715" y="1"/>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0" name="Google Shape;21870;p138"/>
            <p:cNvSpPr/>
            <p:nvPr/>
          </p:nvSpPr>
          <p:spPr>
            <a:xfrm>
              <a:off x="5633851" y="3737521"/>
              <a:ext cx="28697" cy="10855"/>
            </a:xfrm>
            <a:custGeom>
              <a:avLst/>
              <a:gdLst/>
              <a:ahLst/>
              <a:cxnLst/>
              <a:rect l="l" t="t" r="r" b="b"/>
              <a:pathLst>
                <a:path w="883" h="334" extrusionOk="0">
                  <a:moveTo>
                    <a:pt x="1" y="0"/>
                  </a:moveTo>
                  <a:lnTo>
                    <a:pt x="1" y="334"/>
                  </a:lnTo>
                  <a:lnTo>
                    <a:pt x="882" y="334"/>
                  </a:lnTo>
                  <a:lnTo>
                    <a:pt x="882"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1" name="Google Shape;21871;p138"/>
            <p:cNvSpPr/>
            <p:nvPr/>
          </p:nvSpPr>
          <p:spPr>
            <a:xfrm>
              <a:off x="5693456" y="3694946"/>
              <a:ext cx="29445" cy="82063"/>
            </a:xfrm>
            <a:custGeom>
              <a:avLst/>
              <a:gdLst/>
              <a:ahLst/>
              <a:cxnLst/>
              <a:rect l="l" t="t" r="r" b="b"/>
              <a:pathLst>
                <a:path w="906" h="2525" extrusionOk="0">
                  <a:moveTo>
                    <a:pt x="191" y="0"/>
                  </a:moveTo>
                  <a:cubicBezTo>
                    <a:pt x="96" y="0"/>
                    <a:pt x="1" y="96"/>
                    <a:pt x="1" y="191"/>
                  </a:cubicBezTo>
                  <a:lnTo>
                    <a:pt x="1" y="500"/>
                  </a:lnTo>
                  <a:lnTo>
                    <a:pt x="215" y="691"/>
                  </a:lnTo>
                  <a:lnTo>
                    <a:pt x="1" y="834"/>
                  </a:lnTo>
                  <a:lnTo>
                    <a:pt x="1" y="2525"/>
                  </a:lnTo>
                  <a:lnTo>
                    <a:pt x="906" y="2525"/>
                  </a:lnTo>
                  <a:lnTo>
                    <a:pt x="906" y="834"/>
                  </a:lnTo>
                  <a:lnTo>
                    <a:pt x="691" y="691"/>
                  </a:lnTo>
                  <a:lnTo>
                    <a:pt x="906" y="500"/>
                  </a:lnTo>
                  <a:lnTo>
                    <a:pt x="906" y="191"/>
                  </a:lnTo>
                  <a:cubicBezTo>
                    <a:pt x="906" y="96"/>
                    <a:pt x="810" y="0"/>
                    <a:pt x="715"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2" name="Google Shape;21872;p138"/>
            <p:cNvSpPr/>
            <p:nvPr/>
          </p:nvSpPr>
          <p:spPr>
            <a:xfrm>
              <a:off x="5692676" y="3711196"/>
              <a:ext cx="28665" cy="10855"/>
            </a:xfrm>
            <a:custGeom>
              <a:avLst/>
              <a:gdLst/>
              <a:ahLst/>
              <a:cxnLst/>
              <a:rect l="l" t="t" r="r" b="b"/>
              <a:pathLst>
                <a:path w="882" h="334" extrusionOk="0">
                  <a:moveTo>
                    <a:pt x="1" y="0"/>
                  </a:moveTo>
                  <a:lnTo>
                    <a:pt x="1" y="334"/>
                  </a:lnTo>
                  <a:lnTo>
                    <a:pt x="882" y="334"/>
                  </a:lnTo>
                  <a:lnTo>
                    <a:pt x="882" y="0"/>
                  </a:ln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3" name="Google Shape;21873;p138"/>
            <p:cNvSpPr/>
            <p:nvPr/>
          </p:nvSpPr>
          <p:spPr>
            <a:xfrm>
              <a:off x="5751501" y="3711196"/>
              <a:ext cx="29445" cy="65813"/>
            </a:xfrm>
            <a:custGeom>
              <a:avLst/>
              <a:gdLst/>
              <a:ahLst/>
              <a:cxnLst/>
              <a:rect l="l" t="t" r="r" b="b"/>
              <a:pathLst>
                <a:path w="906" h="2025" extrusionOk="0">
                  <a:moveTo>
                    <a:pt x="191" y="0"/>
                  </a:moveTo>
                  <a:cubicBezTo>
                    <a:pt x="96" y="0"/>
                    <a:pt x="1" y="96"/>
                    <a:pt x="1" y="191"/>
                  </a:cubicBezTo>
                  <a:lnTo>
                    <a:pt x="1" y="501"/>
                  </a:lnTo>
                  <a:lnTo>
                    <a:pt x="215" y="691"/>
                  </a:lnTo>
                  <a:lnTo>
                    <a:pt x="1" y="834"/>
                  </a:lnTo>
                  <a:lnTo>
                    <a:pt x="1" y="2025"/>
                  </a:lnTo>
                  <a:lnTo>
                    <a:pt x="906" y="2025"/>
                  </a:lnTo>
                  <a:lnTo>
                    <a:pt x="906" y="834"/>
                  </a:lnTo>
                  <a:lnTo>
                    <a:pt x="691" y="691"/>
                  </a:lnTo>
                  <a:lnTo>
                    <a:pt x="906" y="501"/>
                  </a:lnTo>
                  <a:lnTo>
                    <a:pt x="906" y="191"/>
                  </a:lnTo>
                  <a:cubicBezTo>
                    <a:pt x="906" y="96"/>
                    <a:pt x="810" y="0"/>
                    <a:pt x="715" y="0"/>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4" name="Google Shape;21874;p138"/>
            <p:cNvSpPr/>
            <p:nvPr/>
          </p:nvSpPr>
          <p:spPr>
            <a:xfrm>
              <a:off x="5751501" y="3728226"/>
              <a:ext cx="29445" cy="10075"/>
            </a:xfrm>
            <a:custGeom>
              <a:avLst/>
              <a:gdLst/>
              <a:ahLst/>
              <a:cxnLst/>
              <a:rect l="l" t="t" r="r" b="b"/>
              <a:pathLst>
                <a:path w="906" h="310" extrusionOk="0">
                  <a:moveTo>
                    <a:pt x="1" y="0"/>
                  </a:moveTo>
                  <a:lnTo>
                    <a:pt x="1" y="310"/>
                  </a:lnTo>
                  <a:lnTo>
                    <a:pt x="906" y="310"/>
                  </a:lnTo>
                  <a:lnTo>
                    <a:pt x="906" y="0"/>
                  </a:lnTo>
                  <a:close/>
                </a:path>
              </a:pathLst>
            </a:custGeom>
            <a:solidFill>
              <a:srgbClr val="BFC9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5" name="Google Shape;21875;p138"/>
            <p:cNvSpPr/>
            <p:nvPr/>
          </p:nvSpPr>
          <p:spPr>
            <a:xfrm>
              <a:off x="5599823" y="3776976"/>
              <a:ext cx="212875" cy="21710"/>
            </a:xfrm>
            <a:custGeom>
              <a:avLst/>
              <a:gdLst/>
              <a:ahLst/>
              <a:cxnLst/>
              <a:rect l="l" t="t" r="r" b="b"/>
              <a:pathLst>
                <a:path w="6550" h="668" extrusionOk="0">
                  <a:moveTo>
                    <a:pt x="0" y="1"/>
                  </a:moveTo>
                  <a:lnTo>
                    <a:pt x="0" y="667"/>
                  </a:lnTo>
                  <a:lnTo>
                    <a:pt x="6549" y="667"/>
                  </a:lnTo>
                  <a:lnTo>
                    <a:pt x="6549" y="1"/>
                  </a:ln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6" name="Google Shape;21876;p138"/>
            <p:cNvSpPr/>
            <p:nvPr/>
          </p:nvSpPr>
          <p:spPr>
            <a:xfrm>
              <a:off x="5790988" y="3776976"/>
              <a:ext cx="21710" cy="21710"/>
            </a:xfrm>
            <a:custGeom>
              <a:avLst/>
              <a:gdLst/>
              <a:ahLst/>
              <a:cxnLst/>
              <a:rect l="l" t="t" r="r" b="b"/>
              <a:pathLst>
                <a:path w="668" h="668" extrusionOk="0">
                  <a:moveTo>
                    <a:pt x="0" y="1"/>
                  </a:moveTo>
                  <a:lnTo>
                    <a:pt x="0" y="667"/>
                  </a:lnTo>
                  <a:lnTo>
                    <a:pt x="667" y="667"/>
                  </a:lnTo>
                  <a:lnTo>
                    <a:pt x="66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77" name="Google Shape;21877;p138"/>
          <p:cNvGrpSpPr/>
          <p:nvPr/>
        </p:nvGrpSpPr>
        <p:grpSpPr>
          <a:xfrm>
            <a:off x="4767791" y="3473646"/>
            <a:ext cx="357597" cy="296465"/>
            <a:chOff x="4767791" y="3626046"/>
            <a:chExt cx="357597" cy="296465"/>
          </a:xfrm>
        </p:grpSpPr>
        <p:sp>
          <p:nvSpPr>
            <p:cNvPr id="21878" name="Google Shape;21878;p138"/>
            <p:cNvSpPr/>
            <p:nvPr/>
          </p:nvSpPr>
          <p:spPr>
            <a:xfrm>
              <a:off x="4900131" y="3857478"/>
              <a:ext cx="92138" cy="58857"/>
            </a:xfrm>
            <a:custGeom>
              <a:avLst/>
              <a:gdLst/>
              <a:ahLst/>
              <a:cxnLst/>
              <a:rect l="l" t="t" r="r" b="b"/>
              <a:pathLst>
                <a:path w="2835" h="1811" extrusionOk="0">
                  <a:moveTo>
                    <a:pt x="1406" y="0"/>
                  </a:moveTo>
                  <a:lnTo>
                    <a:pt x="215" y="215"/>
                  </a:lnTo>
                  <a:lnTo>
                    <a:pt x="1" y="1810"/>
                  </a:lnTo>
                  <a:lnTo>
                    <a:pt x="2835" y="1810"/>
                  </a:lnTo>
                  <a:lnTo>
                    <a:pt x="2597" y="215"/>
                  </a:lnTo>
                  <a:lnTo>
                    <a:pt x="140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9" name="Google Shape;21879;p138"/>
            <p:cNvSpPr/>
            <p:nvPr/>
          </p:nvSpPr>
          <p:spPr>
            <a:xfrm>
              <a:off x="4964383" y="3857478"/>
              <a:ext cx="27885" cy="58857"/>
            </a:xfrm>
            <a:custGeom>
              <a:avLst/>
              <a:gdLst/>
              <a:ahLst/>
              <a:cxnLst/>
              <a:rect l="l" t="t" r="r" b="b"/>
              <a:pathLst>
                <a:path w="858" h="1811" extrusionOk="0">
                  <a:moveTo>
                    <a:pt x="405" y="0"/>
                  </a:moveTo>
                  <a:lnTo>
                    <a:pt x="0" y="215"/>
                  </a:lnTo>
                  <a:lnTo>
                    <a:pt x="191" y="1810"/>
                  </a:lnTo>
                  <a:lnTo>
                    <a:pt x="858" y="1810"/>
                  </a:lnTo>
                  <a:lnTo>
                    <a:pt x="643" y="215"/>
                  </a:lnTo>
                  <a:lnTo>
                    <a:pt x="405"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0" name="Google Shape;21880;p138"/>
            <p:cNvSpPr/>
            <p:nvPr/>
          </p:nvSpPr>
          <p:spPr>
            <a:xfrm>
              <a:off x="4872278" y="3911656"/>
              <a:ext cx="147875" cy="10855"/>
            </a:xfrm>
            <a:custGeom>
              <a:avLst/>
              <a:gdLst/>
              <a:ahLst/>
              <a:cxnLst/>
              <a:rect l="l" t="t" r="r" b="b"/>
              <a:pathLst>
                <a:path w="4550" h="334" extrusionOk="0">
                  <a:moveTo>
                    <a:pt x="167" y="0"/>
                  </a:moveTo>
                  <a:cubicBezTo>
                    <a:pt x="48" y="0"/>
                    <a:pt x="0" y="96"/>
                    <a:pt x="0" y="191"/>
                  </a:cubicBezTo>
                  <a:cubicBezTo>
                    <a:pt x="24" y="262"/>
                    <a:pt x="96" y="334"/>
                    <a:pt x="167" y="334"/>
                  </a:cubicBezTo>
                  <a:lnTo>
                    <a:pt x="4382" y="334"/>
                  </a:lnTo>
                  <a:cubicBezTo>
                    <a:pt x="4454" y="334"/>
                    <a:pt x="4549" y="239"/>
                    <a:pt x="4549" y="143"/>
                  </a:cubicBezTo>
                  <a:cubicBezTo>
                    <a:pt x="4525" y="48"/>
                    <a:pt x="4454" y="0"/>
                    <a:pt x="4382"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1" name="Google Shape;21881;p138"/>
            <p:cNvSpPr/>
            <p:nvPr/>
          </p:nvSpPr>
          <p:spPr>
            <a:xfrm>
              <a:off x="4767791" y="3626046"/>
              <a:ext cx="357597" cy="207480"/>
            </a:xfrm>
            <a:custGeom>
              <a:avLst/>
              <a:gdLst/>
              <a:ahLst/>
              <a:cxnLst/>
              <a:rect l="l" t="t" r="r" b="b"/>
              <a:pathLst>
                <a:path w="11003" h="6384" extrusionOk="0">
                  <a:moveTo>
                    <a:pt x="453" y="1"/>
                  </a:moveTo>
                  <a:cubicBezTo>
                    <a:pt x="215" y="1"/>
                    <a:pt x="1" y="215"/>
                    <a:pt x="1" y="453"/>
                  </a:cubicBezTo>
                  <a:lnTo>
                    <a:pt x="1" y="6145"/>
                  </a:lnTo>
                  <a:lnTo>
                    <a:pt x="5573" y="6383"/>
                  </a:lnTo>
                  <a:lnTo>
                    <a:pt x="11003" y="6145"/>
                  </a:lnTo>
                  <a:lnTo>
                    <a:pt x="11003" y="453"/>
                  </a:lnTo>
                  <a:cubicBezTo>
                    <a:pt x="11003" y="215"/>
                    <a:pt x="10812" y="1"/>
                    <a:pt x="1057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2" name="Google Shape;21882;p138"/>
            <p:cNvSpPr/>
            <p:nvPr/>
          </p:nvSpPr>
          <p:spPr>
            <a:xfrm>
              <a:off x="5089768" y="3627378"/>
              <a:ext cx="34840" cy="206895"/>
            </a:xfrm>
            <a:custGeom>
              <a:avLst/>
              <a:gdLst/>
              <a:ahLst/>
              <a:cxnLst/>
              <a:rect l="l" t="t" r="r" b="b"/>
              <a:pathLst>
                <a:path w="1072" h="6366" extrusionOk="0">
                  <a:moveTo>
                    <a:pt x="73" y="0"/>
                  </a:moveTo>
                  <a:cubicBezTo>
                    <a:pt x="49" y="0"/>
                    <a:pt x="25" y="3"/>
                    <a:pt x="0" y="8"/>
                  </a:cubicBezTo>
                  <a:lnTo>
                    <a:pt x="143" y="8"/>
                  </a:lnTo>
                  <a:cubicBezTo>
                    <a:pt x="120" y="3"/>
                    <a:pt x="97" y="0"/>
                    <a:pt x="73" y="0"/>
                  </a:cubicBezTo>
                  <a:close/>
                  <a:moveTo>
                    <a:pt x="143" y="8"/>
                  </a:moveTo>
                  <a:cubicBezTo>
                    <a:pt x="310" y="43"/>
                    <a:pt x="429" y="205"/>
                    <a:pt x="429" y="412"/>
                  </a:cubicBezTo>
                  <a:lnTo>
                    <a:pt x="429" y="6366"/>
                  </a:lnTo>
                  <a:lnTo>
                    <a:pt x="1072" y="6128"/>
                  </a:lnTo>
                  <a:lnTo>
                    <a:pt x="1072" y="436"/>
                  </a:lnTo>
                  <a:cubicBezTo>
                    <a:pt x="1072" y="198"/>
                    <a:pt x="858" y="8"/>
                    <a:pt x="620" y="8"/>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3" name="Google Shape;21883;p138"/>
            <p:cNvSpPr/>
            <p:nvPr/>
          </p:nvSpPr>
          <p:spPr>
            <a:xfrm>
              <a:off x="4860676" y="3659326"/>
              <a:ext cx="171080" cy="171080"/>
            </a:xfrm>
            <a:custGeom>
              <a:avLst/>
              <a:gdLst/>
              <a:ahLst/>
              <a:cxnLst/>
              <a:rect l="l" t="t" r="r" b="b"/>
              <a:pathLst>
                <a:path w="5264" h="5264" extrusionOk="0">
                  <a:moveTo>
                    <a:pt x="167" y="1"/>
                  </a:moveTo>
                  <a:cubicBezTo>
                    <a:pt x="96" y="1"/>
                    <a:pt x="0" y="72"/>
                    <a:pt x="0" y="168"/>
                  </a:cubicBezTo>
                  <a:lnTo>
                    <a:pt x="0" y="5264"/>
                  </a:lnTo>
                  <a:lnTo>
                    <a:pt x="5263" y="5264"/>
                  </a:lnTo>
                  <a:lnTo>
                    <a:pt x="5263" y="168"/>
                  </a:lnTo>
                  <a:cubicBezTo>
                    <a:pt x="5263" y="72"/>
                    <a:pt x="5168" y="1"/>
                    <a:pt x="509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4" name="Google Shape;21884;p138"/>
            <p:cNvSpPr/>
            <p:nvPr/>
          </p:nvSpPr>
          <p:spPr>
            <a:xfrm>
              <a:off x="5004618" y="3659326"/>
              <a:ext cx="27138" cy="171080"/>
            </a:xfrm>
            <a:custGeom>
              <a:avLst/>
              <a:gdLst/>
              <a:ahLst/>
              <a:cxnLst/>
              <a:rect l="l" t="t" r="r" b="b"/>
              <a:pathLst>
                <a:path w="835" h="5264" extrusionOk="0">
                  <a:moveTo>
                    <a:pt x="1" y="1"/>
                  </a:moveTo>
                  <a:cubicBezTo>
                    <a:pt x="96" y="1"/>
                    <a:pt x="167" y="96"/>
                    <a:pt x="167" y="168"/>
                  </a:cubicBezTo>
                  <a:lnTo>
                    <a:pt x="167" y="5264"/>
                  </a:lnTo>
                  <a:lnTo>
                    <a:pt x="834" y="5264"/>
                  </a:lnTo>
                  <a:lnTo>
                    <a:pt x="834" y="168"/>
                  </a:lnTo>
                  <a:cubicBezTo>
                    <a:pt x="834" y="96"/>
                    <a:pt x="739" y="1"/>
                    <a:pt x="668"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5" name="Google Shape;21885;p138"/>
            <p:cNvSpPr/>
            <p:nvPr/>
          </p:nvSpPr>
          <p:spPr>
            <a:xfrm>
              <a:off x="4860676" y="3659326"/>
              <a:ext cx="27105" cy="171080"/>
            </a:xfrm>
            <a:custGeom>
              <a:avLst/>
              <a:gdLst/>
              <a:ahLst/>
              <a:cxnLst/>
              <a:rect l="l" t="t" r="r" b="b"/>
              <a:pathLst>
                <a:path w="834" h="5264" extrusionOk="0">
                  <a:moveTo>
                    <a:pt x="167" y="1"/>
                  </a:moveTo>
                  <a:cubicBezTo>
                    <a:pt x="96" y="1"/>
                    <a:pt x="0" y="96"/>
                    <a:pt x="0" y="168"/>
                  </a:cubicBezTo>
                  <a:lnTo>
                    <a:pt x="0" y="5264"/>
                  </a:lnTo>
                  <a:lnTo>
                    <a:pt x="834" y="5264"/>
                  </a:lnTo>
                  <a:lnTo>
                    <a:pt x="834"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6" name="Google Shape;21886;p138"/>
            <p:cNvSpPr/>
            <p:nvPr/>
          </p:nvSpPr>
          <p:spPr>
            <a:xfrm>
              <a:off x="4924148" y="3718931"/>
              <a:ext cx="53430" cy="62432"/>
            </a:xfrm>
            <a:custGeom>
              <a:avLst/>
              <a:gdLst/>
              <a:ahLst/>
              <a:cxnLst/>
              <a:rect l="l" t="t" r="r" b="b"/>
              <a:pathLst>
                <a:path w="1644" h="1921" extrusionOk="0">
                  <a:moveTo>
                    <a:pt x="786" y="572"/>
                  </a:moveTo>
                  <a:lnTo>
                    <a:pt x="1024" y="1239"/>
                  </a:lnTo>
                  <a:lnTo>
                    <a:pt x="548" y="1239"/>
                  </a:lnTo>
                  <a:lnTo>
                    <a:pt x="786" y="572"/>
                  </a:lnTo>
                  <a:close/>
                  <a:moveTo>
                    <a:pt x="810" y="1"/>
                  </a:moveTo>
                  <a:cubicBezTo>
                    <a:pt x="714" y="1"/>
                    <a:pt x="667" y="72"/>
                    <a:pt x="643" y="120"/>
                  </a:cubicBezTo>
                  <a:lnTo>
                    <a:pt x="48" y="1715"/>
                  </a:lnTo>
                  <a:cubicBezTo>
                    <a:pt x="0" y="1787"/>
                    <a:pt x="71" y="1906"/>
                    <a:pt x="167" y="1906"/>
                  </a:cubicBezTo>
                  <a:cubicBezTo>
                    <a:pt x="182" y="1916"/>
                    <a:pt x="198" y="1921"/>
                    <a:pt x="213" y="1921"/>
                  </a:cubicBezTo>
                  <a:cubicBezTo>
                    <a:pt x="267" y="1921"/>
                    <a:pt x="315" y="1861"/>
                    <a:pt x="333" y="1787"/>
                  </a:cubicBezTo>
                  <a:lnTo>
                    <a:pt x="453" y="1501"/>
                  </a:lnTo>
                  <a:lnTo>
                    <a:pt x="1191" y="1501"/>
                  </a:lnTo>
                  <a:lnTo>
                    <a:pt x="1310" y="1787"/>
                  </a:lnTo>
                  <a:cubicBezTo>
                    <a:pt x="1357" y="1858"/>
                    <a:pt x="1405" y="1906"/>
                    <a:pt x="1453" y="1906"/>
                  </a:cubicBezTo>
                  <a:lnTo>
                    <a:pt x="1524" y="1906"/>
                  </a:lnTo>
                  <a:cubicBezTo>
                    <a:pt x="1619" y="1882"/>
                    <a:pt x="1643" y="1787"/>
                    <a:pt x="1619" y="1715"/>
                  </a:cubicBezTo>
                  <a:lnTo>
                    <a:pt x="1000" y="120"/>
                  </a:lnTo>
                  <a:cubicBezTo>
                    <a:pt x="953" y="48"/>
                    <a:pt x="881" y="1"/>
                    <a:pt x="810" y="1"/>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7" name="Google Shape;21887;p138"/>
            <p:cNvSpPr/>
            <p:nvPr/>
          </p:nvSpPr>
          <p:spPr>
            <a:xfrm>
              <a:off x="4972898" y="3707328"/>
              <a:ext cx="32532" cy="33313"/>
            </a:xfrm>
            <a:custGeom>
              <a:avLst/>
              <a:gdLst/>
              <a:ahLst/>
              <a:cxnLst/>
              <a:rect l="l" t="t" r="r" b="b"/>
              <a:pathLst>
                <a:path w="1001" h="1025" extrusionOk="0">
                  <a:moveTo>
                    <a:pt x="524" y="0"/>
                  </a:moveTo>
                  <a:cubicBezTo>
                    <a:pt x="453" y="0"/>
                    <a:pt x="358" y="72"/>
                    <a:pt x="358" y="143"/>
                  </a:cubicBezTo>
                  <a:lnTo>
                    <a:pt x="358" y="334"/>
                  </a:lnTo>
                  <a:lnTo>
                    <a:pt x="167" y="334"/>
                  </a:lnTo>
                  <a:cubicBezTo>
                    <a:pt x="72" y="334"/>
                    <a:pt x="0" y="381"/>
                    <a:pt x="0" y="477"/>
                  </a:cubicBezTo>
                  <a:cubicBezTo>
                    <a:pt x="0" y="572"/>
                    <a:pt x="48" y="667"/>
                    <a:pt x="143" y="667"/>
                  </a:cubicBezTo>
                  <a:lnTo>
                    <a:pt x="310" y="667"/>
                  </a:lnTo>
                  <a:lnTo>
                    <a:pt x="310" y="834"/>
                  </a:lnTo>
                  <a:cubicBezTo>
                    <a:pt x="310" y="929"/>
                    <a:pt x="381" y="1024"/>
                    <a:pt x="477" y="1024"/>
                  </a:cubicBezTo>
                  <a:cubicBezTo>
                    <a:pt x="548" y="1024"/>
                    <a:pt x="643" y="953"/>
                    <a:pt x="643" y="882"/>
                  </a:cubicBezTo>
                  <a:lnTo>
                    <a:pt x="643" y="691"/>
                  </a:lnTo>
                  <a:lnTo>
                    <a:pt x="834" y="691"/>
                  </a:lnTo>
                  <a:cubicBezTo>
                    <a:pt x="905" y="691"/>
                    <a:pt x="1001" y="643"/>
                    <a:pt x="1001" y="548"/>
                  </a:cubicBezTo>
                  <a:cubicBezTo>
                    <a:pt x="1001" y="429"/>
                    <a:pt x="953" y="358"/>
                    <a:pt x="858" y="358"/>
                  </a:cubicBezTo>
                  <a:lnTo>
                    <a:pt x="667" y="358"/>
                  </a:lnTo>
                  <a:lnTo>
                    <a:pt x="667" y="191"/>
                  </a:lnTo>
                  <a:cubicBezTo>
                    <a:pt x="667" y="96"/>
                    <a:pt x="620" y="0"/>
                    <a:pt x="524" y="0"/>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8" name="Google Shape;21888;p138"/>
            <p:cNvSpPr/>
            <p:nvPr/>
          </p:nvSpPr>
          <p:spPr>
            <a:xfrm>
              <a:off x="4767791" y="3825726"/>
              <a:ext cx="357597" cy="38740"/>
            </a:xfrm>
            <a:custGeom>
              <a:avLst/>
              <a:gdLst/>
              <a:ahLst/>
              <a:cxnLst/>
              <a:rect l="l" t="t" r="r" b="b"/>
              <a:pathLst>
                <a:path w="11003" h="1192" extrusionOk="0">
                  <a:moveTo>
                    <a:pt x="1" y="1"/>
                  </a:moveTo>
                  <a:lnTo>
                    <a:pt x="1" y="739"/>
                  </a:lnTo>
                  <a:cubicBezTo>
                    <a:pt x="1" y="977"/>
                    <a:pt x="215" y="1192"/>
                    <a:pt x="453" y="1192"/>
                  </a:cubicBezTo>
                  <a:lnTo>
                    <a:pt x="10574" y="1192"/>
                  </a:lnTo>
                  <a:cubicBezTo>
                    <a:pt x="10812" y="1192"/>
                    <a:pt x="11003" y="977"/>
                    <a:pt x="11003" y="739"/>
                  </a:cubicBezTo>
                  <a:lnTo>
                    <a:pt x="11003"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9" name="Google Shape;21889;p138"/>
            <p:cNvSpPr/>
            <p:nvPr/>
          </p:nvSpPr>
          <p:spPr>
            <a:xfrm>
              <a:off x="5088988" y="3825726"/>
              <a:ext cx="35620" cy="38740"/>
            </a:xfrm>
            <a:custGeom>
              <a:avLst/>
              <a:gdLst/>
              <a:ahLst/>
              <a:cxnLst/>
              <a:rect l="l" t="t" r="r" b="b"/>
              <a:pathLst>
                <a:path w="1096" h="1192" extrusionOk="0">
                  <a:moveTo>
                    <a:pt x="453" y="1"/>
                  </a:moveTo>
                  <a:lnTo>
                    <a:pt x="453" y="739"/>
                  </a:lnTo>
                  <a:cubicBezTo>
                    <a:pt x="453" y="977"/>
                    <a:pt x="239" y="1192"/>
                    <a:pt x="1" y="1192"/>
                  </a:cubicBezTo>
                  <a:lnTo>
                    <a:pt x="644" y="1192"/>
                  </a:lnTo>
                  <a:cubicBezTo>
                    <a:pt x="882" y="1192"/>
                    <a:pt x="1096" y="977"/>
                    <a:pt x="1096" y="739"/>
                  </a:cubicBezTo>
                  <a:lnTo>
                    <a:pt x="1096"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0" name="Google Shape;21890;p138"/>
          <p:cNvGrpSpPr/>
          <p:nvPr/>
        </p:nvGrpSpPr>
        <p:grpSpPr>
          <a:xfrm>
            <a:off x="4042586" y="3442706"/>
            <a:ext cx="327405" cy="357598"/>
            <a:chOff x="4042586" y="3595106"/>
            <a:chExt cx="327405" cy="357598"/>
          </a:xfrm>
        </p:grpSpPr>
        <p:sp>
          <p:nvSpPr>
            <p:cNvPr id="21891" name="Google Shape;21891;p138"/>
            <p:cNvSpPr/>
            <p:nvPr/>
          </p:nvSpPr>
          <p:spPr>
            <a:xfrm>
              <a:off x="4042586" y="3627606"/>
              <a:ext cx="265493" cy="267832"/>
            </a:xfrm>
            <a:custGeom>
              <a:avLst/>
              <a:gdLst/>
              <a:ahLst/>
              <a:cxnLst/>
              <a:rect l="l" t="t" r="r" b="b"/>
              <a:pathLst>
                <a:path w="8169" h="8241" extrusionOk="0">
                  <a:moveTo>
                    <a:pt x="3834" y="1"/>
                  </a:moveTo>
                  <a:lnTo>
                    <a:pt x="0" y="143"/>
                  </a:lnTo>
                  <a:lnTo>
                    <a:pt x="0" y="7907"/>
                  </a:lnTo>
                  <a:lnTo>
                    <a:pt x="4263" y="8240"/>
                  </a:lnTo>
                  <a:lnTo>
                    <a:pt x="8169" y="7907"/>
                  </a:lnTo>
                  <a:lnTo>
                    <a:pt x="8169" y="143"/>
                  </a:lnTo>
                  <a:lnTo>
                    <a:pt x="3834"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2" name="Google Shape;21892;p138"/>
            <p:cNvSpPr/>
            <p:nvPr/>
          </p:nvSpPr>
          <p:spPr>
            <a:xfrm>
              <a:off x="4287148" y="3628386"/>
              <a:ext cx="20930" cy="267053"/>
            </a:xfrm>
            <a:custGeom>
              <a:avLst/>
              <a:gdLst/>
              <a:ahLst/>
              <a:cxnLst/>
              <a:rect l="l" t="t" r="r" b="b"/>
              <a:pathLst>
                <a:path w="644" h="8217" extrusionOk="0">
                  <a:moveTo>
                    <a:pt x="1" y="0"/>
                  </a:moveTo>
                  <a:lnTo>
                    <a:pt x="1" y="8216"/>
                  </a:lnTo>
                  <a:lnTo>
                    <a:pt x="644" y="8216"/>
                  </a:lnTo>
                  <a:lnTo>
                    <a:pt x="644"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3" name="Google Shape;21893;p138"/>
            <p:cNvSpPr/>
            <p:nvPr/>
          </p:nvSpPr>
          <p:spPr>
            <a:xfrm>
              <a:off x="4043366" y="3595106"/>
              <a:ext cx="264713" cy="37960"/>
            </a:xfrm>
            <a:custGeom>
              <a:avLst/>
              <a:gdLst/>
              <a:ahLst/>
              <a:cxnLst/>
              <a:rect l="l" t="t" r="r" b="b"/>
              <a:pathLst>
                <a:path w="8145" h="1168" extrusionOk="0">
                  <a:moveTo>
                    <a:pt x="357" y="0"/>
                  </a:moveTo>
                  <a:cubicBezTo>
                    <a:pt x="143" y="0"/>
                    <a:pt x="0" y="167"/>
                    <a:pt x="0" y="358"/>
                  </a:cubicBezTo>
                  <a:lnTo>
                    <a:pt x="0" y="1167"/>
                  </a:lnTo>
                  <a:lnTo>
                    <a:pt x="8145" y="1167"/>
                  </a:lnTo>
                  <a:lnTo>
                    <a:pt x="8145" y="358"/>
                  </a:lnTo>
                  <a:cubicBezTo>
                    <a:pt x="8145" y="167"/>
                    <a:pt x="8002" y="0"/>
                    <a:pt x="7787"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4" name="Google Shape;21894;p138"/>
            <p:cNvSpPr/>
            <p:nvPr/>
          </p:nvSpPr>
          <p:spPr>
            <a:xfrm>
              <a:off x="4275546" y="3595106"/>
              <a:ext cx="32532" cy="37960"/>
            </a:xfrm>
            <a:custGeom>
              <a:avLst/>
              <a:gdLst/>
              <a:ahLst/>
              <a:cxnLst/>
              <a:rect l="l" t="t" r="r" b="b"/>
              <a:pathLst>
                <a:path w="1001" h="1168" extrusionOk="0">
                  <a:moveTo>
                    <a:pt x="0" y="0"/>
                  </a:moveTo>
                  <a:cubicBezTo>
                    <a:pt x="191" y="0"/>
                    <a:pt x="358" y="167"/>
                    <a:pt x="358" y="358"/>
                  </a:cubicBezTo>
                  <a:lnTo>
                    <a:pt x="358" y="1167"/>
                  </a:lnTo>
                  <a:lnTo>
                    <a:pt x="1001" y="1167"/>
                  </a:lnTo>
                  <a:lnTo>
                    <a:pt x="1001" y="358"/>
                  </a:lnTo>
                  <a:cubicBezTo>
                    <a:pt x="1001" y="167"/>
                    <a:pt x="858" y="0"/>
                    <a:pt x="643" y="0"/>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5" name="Google Shape;21895;p138"/>
            <p:cNvSpPr/>
            <p:nvPr/>
          </p:nvSpPr>
          <p:spPr>
            <a:xfrm>
              <a:off x="4083601" y="3664753"/>
              <a:ext cx="189670" cy="220610"/>
            </a:xfrm>
            <a:custGeom>
              <a:avLst/>
              <a:gdLst/>
              <a:ahLst/>
              <a:cxnLst/>
              <a:rect l="l" t="t" r="r" b="b"/>
              <a:pathLst>
                <a:path w="5836" h="6788" extrusionOk="0">
                  <a:moveTo>
                    <a:pt x="215" y="1"/>
                  </a:moveTo>
                  <a:cubicBezTo>
                    <a:pt x="96" y="1"/>
                    <a:pt x="1" y="96"/>
                    <a:pt x="1" y="215"/>
                  </a:cubicBezTo>
                  <a:lnTo>
                    <a:pt x="1" y="6788"/>
                  </a:lnTo>
                  <a:lnTo>
                    <a:pt x="5835" y="6788"/>
                  </a:lnTo>
                  <a:lnTo>
                    <a:pt x="5835" y="215"/>
                  </a:lnTo>
                  <a:cubicBezTo>
                    <a:pt x="5835" y="96"/>
                    <a:pt x="5740" y="1"/>
                    <a:pt x="5621"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6" name="Google Shape;21896;p138"/>
            <p:cNvSpPr/>
            <p:nvPr/>
          </p:nvSpPr>
          <p:spPr>
            <a:xfrm>
              <a:off x="4245353" y="3664753"/>
              <a:ext cx="27918" cy="220610"/>
            </a:xfrm>
            <a:custGeom>
              <a:avLst/>
              <a:gdLst/>
              <a:ahLst/>
              <a:cxnLst/>
              <a:rect l="l" t="t" r="r" b="b"/>
              <a:pathLst>
                <a:path w="859" h="6788" extrusionOk="0">
                  <a:moveTo>
                    <a:pt x="1" y="1"/>
                  </a:moveTo>
                  <a:cubicBezTo>
                    <a:pt x="120" y="1"/>
                    <a:pt x="215" y="96"/>
                    <a:pt x="215" y="215"/>
                  </a:cubicBezTo>
                  <a:lnTo>
                    <a:pt x="215" y="6788"/>
                  </a:lnTo>
                  <a:lnTo>
                    <a:pt x="858" y="6788"/>
                  </a:lnTo>
                  <a:lnTo>
                    <a:pt x="858" y="215"/>
                  </a:lnTo>
                  <a:cubicBezTo>
                    <a:pt x="858" y="96"/>
                    <a:pt x="739" y="1"/>
                    <a:pt x="644"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7" name="Google Shape;21897;p138"/>
            <p:cNvSpPr/>
            <p:nvPr/>
          </p:nvSpPr>
          <p:spPr>
            <a:xfrm>
              <a:off x="4113013" y="3694166"/>
              <a:ext cx="56518" cy="10855"/>
            </a:xfrm>
            <a:custGeom>
              <a:avLst/>
              <a:gdLst/>
              <a:ahLst/>
              <a:cxnLst/>
              <a:rect l="l" t="t" r="r" b="b"/>
              <a:pathLst>
                <a:path w="1739" h="334" extrusionOk="0">
                  <a:moveTo>
                    <a:pt x="143" y="1"/>
                  </a:moveTo>
                  <a:cubicBezTo>
                    <a:pt x="48" y="1"/>
                    <a:pt x="0" y="96"/>
                    <a:pt x="0" y="167"/>
                  </a:cubicBezTo>
                  <a:cubicBezTo>
                    <a:pt x="0" y="263"/>
                    <a:pt x="72" y="334"/>
                    <a:pt x="167" y="334"/>
                  </a:cubicBezTo>
                  <a:lnTo>
                    <a:pt x="1572" y="334"/>
                  </a:lnTo>
                  <a:cubicBezTo>
                    <a:pt x="1667" y="334"/>
                    <a:pt x="1739" y="239"/>
                    <a:pt x="1715" y="143"/>
                  </a:cubicBezTo>
                  <a:cubicBezTo>
                    <a:pt x="1715" y="48"/>
                    <a:pt x="1620" y="1"/>
                    <a:pt x="154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8" name="Google Shape;21898;p138"/>
            <p:cNvSpPr/>
            <p:nvPr/>
          </p:nvSpPr>
          <p:spPr>
            <a:xfrm>
              <a:off x="4112233" y="3718931"/>
              <a:ext cx="51903" cy="10855"/>
            </a:xfrm>
            <a:custGeom>
              <a:avLst/>
              <a:gdLst/>
              <a:ahLst/>
              <a:cxnLst/>
              <a:rect l="l" t="t" r="r" b="b"/>
              <a:pathLst>
                <a:path w="1597" h="334" extrusionOk="0">
                  <a:moveTo>
                    <a:pt x="167" y="1"/>
                  </a:moveTo>
                  <a:cubicBezTo>
                    <a:pt x="72" y="1"/>
                    <a:pt x="1" y="96"/>
                    <a:pt x="1" y="191"/>
                  </a:cubicBezTo>
                  <a:cubicBezTo>
                    <a:pt x="1" y="286"/>
                    <a:pt x="96" y="334"/>
                    <a:pt x="191" y="334"/>
                  </a:cubicBezTo>
                  <a:lnTo>
                    <a:pt x="1406" y="334"/>
                  </a:lnTo>
                  <a:cubicBezTo>
                    <a:pt x="1501" y="334"/>
                    <a:pt x="1596" y="239"/>
                    <a:pt x="1572" y="167"/>
                  </a:cubicBezTo>
                  <a:cubicBezTo>
                    <a:pt x="1572" y="72"/>
                    <a:pt x="1477" y="1"/>
                    <a:pt x="138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9" name="Google Shape;21899;p138"/>
            <p:cNvSpPr/>
            <p:nvPr/>
          </p:nvSpPr>
          <p:spPr>
            <a:xfrm>
              <a:off x="4113013" y="3744476"/>
              <a:ext cx="44915" cy="10855"/>
            </a:xfrm>
            <a:custGeom>
              <a:avLst/>
              <a:gdLst/>
              <a:ahLst/>
              <a:cxnLst/>
              <a:rect l="l" t="t" r="r" b="b"/>
              <a:pathLst>
                <a:path w="1382" h="334" extrusionOk="0">
                  <a:moveTo>
                    <a:pt x="143" y="0"/>
                  </a:moveTo>
                  <a:cubicBezTo>
                    <a:pt x="48" y="0"/>
                    <a:pt x="0" y="96"/>
                    <a:pt x="0" y="167"/>
                  </a:cubicBezTo>
                  <a:cubicBezTo>
                    <a:pt x="0" y="262"/>
                    <a:pt x="72" y="334"/>
                    <a:pt x="167" y="334"/>
                  </a:cubicBezTo>
                  <a:lnTo>
                    <a:pt x="1215" y="334"/>
                  </a:lnTo>
                  <a:cubicBezTo>
                    <a:pt x="1310" y="334"/>
                    <a:pt x="1382" y="262"/>
                    <a:pt x="1358" y="143"/>
                  </a:cubicBezTo>
                  <a:cubicBezTo>
                    <a:pt x="1358" y="48"/>
                    <a:pt x="1263"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0" name="Google Shape;21900;p138"/>
            <p:cNvSpPr/>
            <p:nvPr/>
          </p:nvSpPr>
          <p:spPr>
            <a:xfrm>
              <a:off x="4113013" y="3770801"/>
              <a:ext cx="44915" cy="10075"/>
            </a:xfrm>
            <a:custGeom>
              <a:avLst/>
              <a:gdLst/>
              <a:ahLst/>
              <a:cxnLst/>
              <a:rect l="l" t="t" r="r" b="b"/>
              <a:pathLst>
                <a:path w="1382" h="310" extrusionOk="0">
                  <a:moveTo>
                    <a:pt x="143" y="0"/>
                  </a:moveTo>
                  <a:cubicBezTo>
                    <a:pt x="48" y="0"/>
                    <a:pt x="0" y="72"/>
                    <a:pt x="0" y="167"/>
                  </a:cubicBezTo>
                  <a:cubicBezTo>
                    <a:pt x="0" y="262"/>
                    <a:pt x="72" y="310"/>
                    <a:pt x="167" y="310"/>
                  </a:cubicBezTo>
                  <a:lnTo>
                    <a:pt x="1215" y="310"/>
                  </a:lnTo>
                  <a:cubicBezTo>
                    <a:pt x="1310" y="310"/>
                    <a:pt x="1382" y="238"/>
                    <a:pt x="1358" y="143"/>
                  </a:cubicBezTo>
                  <a:cubicBezTo>
                    <a:pt x="1358" y="48"/>
                    <a:pt x="1263"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1" name="Google Shape;21901;p138"/>
            <p:cNvSpPr/>
            <p:nvPr/>
          </p:nvSpPr>
          <p:spPr>
            <a:xfrm>
              <a:off x="4113013" y="3796346"/>
              <a:ext cx="54210" cy="10855"/>
            </a:xfrm>
            <a:custGeom>
              <a:avLst/>
              <a:gdLst/>
              <a:ahLst/>
              <a:cxnLst/>
              <a:rect l="l" t="t" r="r" b="b"/>
              <a:pathLst>
                <a:path w="1668" h="334" extrusionOk="0">
                  <a:moveTo>
                    <a:pt x="143" y="0"/>
                  </a:moveTo>
                  <a:cubicBezTo>
                    <a:pt x="48" y="0"/>
                    <a:pt x="0" y="95"/>
                    <a:pt x="0" y="191"/>
                  </a:cubicBezTo>
                  <a:cubicBezTo>
                    <a:pt x="0" y="286"/>
                    <a:pt x="72" y="333"/>
                    <a:pt x="167" y="333"/>
                  </a:cubicBezTo>
                  <a:lnTo>
                    <a:pt x="1477" y="333"/>
                  </a:lnTo>
                  <a:cubicBezTo>
                    <a:pt x="1572" y="333"/>
                    <a:pt x="1667" y="238"/>
                    <a:pt x="1620" y="167"/>
                  </a:cubicBezTo>
                  <a:cubicBezTo>
                    <a:pt x="1620" y="71"/>
                    <a:pt x="1548" y="0"/>
                    <a:pt x="145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2" name="Google Shape;21902;p138"/>
            <p:cNvSpPr/>
            <p:nvPr/>
          </p:nvSpPr>
          <p:spPr>
            <a:xfrm>
              <a:off x="4112233" y="3821858"/>
              <a:ext cx="68153" cy="10888"/>
            </a:xfrm>
            <a:custGeom>
              <a:avLst/>
              <a:gdLst/>
              <a:ahLst/>
              <a:cxnLst/>
              <a:rect l="l" t="t" r="r" b="b"/>
              <a:pathLst>
                <a:path w="2097" h="335" extrusionOk="0">
                  <a:moveTo>
                    <a:pt x="167" y="1"/>
                  </a:moveTo>
                  <a:cubicBezTo>
                    <a:pt x="72" y="1"/>
                    <a:pt x="1" y="96"/>
                    <a:pt x="1" y="168"/>
                  </a:cubicBezTo>
                  <a:cubicBezTo>
                    <a:pt x="1" y="263"/>
                    <a:pt x="96" y="334"/>
                    <a:pt x="191" y="334"/>
                  </a:cubicBezTo>
                  <a:lnTo>
                    <a:pt x="1930" y="334"/>
                  </a:lnTo>
                  <a:cubicBezTo>
                    <a:pt x="2001" y="334"/>
                    <a:pt x="2096" y="263"/>
                    <a:pt x="2072" y="144"/>
                  </a:cubicBezTo>
                  <a:cubicBezTo>
                    <a:pt x="2072" y="49"/>
                    <a:pt x="1977" y="1"/>
                    <a:pt x="188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3" name="Google Shape;21903;p138"/>
            <p:cNvSpPr/>
            <p:nvPr/>
          </p:nvSpPr>
          <p:spPr>
            <a:xfrm>
              <a:off x="4111453" y="3848183"/>
              <a:ext cx="116122" cy="10107"/>
            </a:xfrm>
            <a:custGeom>
              <a:avLst/>
              <a:gdLst/>
              <a:ahLst/>
              <a:cxnLst/>
              <a:rect l="l" t="t" r="r" b="b"/>
              <a:pathLst>
                <a:path w="3573" h="311" extrusionOk="0">
                  <a:moveTo>
                    <a:pt x="191" y="1"/>
                  </a:moveTo>
                  <a:cubicBezTo>
                    <a:pt x="72" y="1"/>
                    <a:pt x="1" y="72"/>
                    <a:pt x="1" y="167"/>
                  </a:cubicBezTo>
                  <a:cubicBezTo>
                    <a:pt x="48" y="263"/>
                    <a:pt x="96" y="310"/>
                    <a:pt x="191" y="310"/>
                  </a:cubicBezTo>
                  <a:lnTo>
                    <a:pt x="3406" y="310"/>
                  </a:lnTo>
                  <a:cubicBezTo>
                    <a:pt x="3525" y="310"/>
                    <a:pt x="3573" y="239"/>
                    <a:pt x="3573" y="143"/>
                  </a:cubicBezTo>
                  <a:cubicBezTo>
                    <a:pt x="3549" y="48"/>
                    <a:pt x="3502" y="1"/>
                    <a:pt x="340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4" name="Google Shape;21904;p138"/>
            <p:cNvSpPr/>
            <p:nvPr/>
          </p:nvSpPr>
          <p:spPr>
            <a:xfrm>
              <a:off x="4260076" y="3780843"/>
              <a:ext cx="51090" cy="48815"/>
            </a:xfrm>
            <a:custGeom>
              <a:avLst/>
              <a:gdLst/>
              <a:ahLst/>
              <a:cxnLst/>
              <a:rect l="l" t="t" r="r" b="b"/>
              <a:pathLst>
                <a:path w="1572" h="1502" extrusionOk="0">
                  <a:moveTo>
                    <a:pt x="405" y="1"/>
                  </a:moveTo>
                  <a:lnTo>
                    <a:pt x="0" y="453"/>
                  </a:lnTo>
                  <a:lnTo>
                    <a:pt x="1143" y="1501"/>
                  </a:lnTo>
                  <a:lnTo>
                    <a:pt x="1572" y="1049"/>
                  </a:lnTo>
                  <a:lnTo>
                    <a:pt x="405"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5" name="Google Shape;21905;p138"/>
            <p:cNvSpPr/>
            <p:nvPr/>
          </p:nvSpPr>
          <p:spPr>
            <a:xfrm>
              <a:off x="4177266" y="3701901"/>
              <a:ext cx="112255" cy="112255"/>
            </a:xfrm>
            <a:custGeom>
              <a:avLst/>
              <a:gdLst/>
              <a:ahLst/>
              <a:cxnLst/>
              <a:rect l="l" t="t" r="r" b="b"/>
              <a:pathLst>
                <a:path w="3454" h="3454" extrusionOk="0">
                  <a:moveTo>
                    <a:pt x="1739" y="1"/>
                  </a:moveTo>
                  <a:cubicBezTo>
                    <a:pt x="786" y="1"/>
                    <a:pt x="0" y="763"/>
                    <a:pt x="0" y="1715"/>
                  </a:cubicBezTo>
                  <a:cubicBezTo>
                    <a:pt x="0" y="2668"/>
                    <a:pt x="786" y="3454"/>
                    <a:pt x="1739" y="3454"/>
                  </a:cubicBezTo>
                  <a:cubicBezTo>
                    <a:pt x="2691" y="3454"/>
                    <a:pt x="3453" y="2668"/>
                    <a:pt x="3453" y="1715"/>
                  </a:cubicBezTo>
                  <a:cubicBezTo>
                    <a:pt x="3453" y="763"/>
                    <a:pt x="2691" y="1"/>
                    <a:pt x="1739"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6" name="Google Shape;21906;p138"/>
            <p:cNvSpPr/>
            <p:nvPr/>
          </p:nvSpPr>
          <p:spPr>
            <a:xfrm>
              <a:off x="4197383" y="3722018"/>
              <a:ext cx="71988" cy="71240"/>
            </a:xfrm>
            <a:custGeom>
              <a:avLst/>
              <a:gdLst/>
              <a:ahLst/>
              <a:cxnLst/>
              <a:rect l="l" t="t" r="r" b="b"/>
              <a:pathLst>
                <a:path w="2215" h="2192" extrusionOk="0">
                  <a:moveTo>
                    <a:pt x="1120" y="1"/>
                  </a:moveTo>
                  <a:cubicBezTo>
                    <a:pt x="500" y="1"/>
                    <a:pt x="0" y="501"/>
                    <a:pt x="0" y="1096"/>
                  </a:cubicBezTo>
                  <a:cubicBezTo>
                    <a:pt x="0" y="1716"/>
                    <a:pt x="500" y="2192"/>
                    <a:pt x="1120" y="2192"/>
                  </a:cubicBezTo>
                  <a:cubicBezTo>
                    <a:pt x="1715" y="2192"/>
                    <a:pt x="2215" y="1716"/>
                    <a:pt x="2215" y="1096"/>
                  </a:cubicBezTo>
                  <a:cubicBezTo>
                    <a:pt x="2215" y="501"/>
                    <a:pt x="1715" y="1"/>
                    <a:pt x="1120"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7" name="Google Shape;21907;p138"/>
            <p:cNvSpPr/>
            <p:nvPr/>
          </p:nvSpPr>
          <p:spPr>
            <a:xfrm>
              <a:off x="4222928" y="3722571"/>
              <a:ext cx="50343" cy="70753"/>
            </a:xfrm>
            <a:custGeom>
              <a:avLst/>
              <a:gdLst/>
              <a:ahLst/>
              <a:cxnLst/>
              <a:rect l="l" t="t" r="r" b="b"/>
              <a:pathLst>
                <a:path w="1549" h="2177" extrusionOk="0">
                  <a:moveTo>
                    <a:pt x="343" y="0"/>
                  </a:moveTo>
                  <a:cubicBezTo>
                    <a:pt x="226" y="0"/>
                    <a:pt x="110" y="19"/>
                    <a:pt x="0" y="55"/>
                  </a:cubicBezTo>
                  <a:cubicBezTo>
                    <a:pt x="143" y="103"/>
                    <a:pt x="262" y="151"/>
                    <a:pt x="405" y="293"/>
                  </a:cubicBezTo>
                  <a:cubicBezTo>
                    <a:pt x="857" y="698"/>
                    <a:pt x="905" y="1389"/>
                    <a:pt x="476" y="1841"/>
                  </a:cubicBezTo>
                  <a:cubicBezTo>
                    <a:pt x="357" y="1984"/>
                    <a:pt x="167" y="2080"/>
                    <a:pt x="0" y="2127"/>
                  </a:cubicBezTo>
                  <a:cubicBezTo>
                    <a:pt x="106" y="2160"/>
                    <a:pt x="217" y="2177"/>
                    <a:pt x="329" y="2177"/>
                  </a:cubicBezTo>
                  <a:cubicBezTo>
                    <a:pt x="620" y="2177"/>
                    <a:pt x="913" y="2065"/>
                    <a:pt x="1119" y="1841"/>
                  </a:cubicBezTo>
                  <a:cubicBezTo>
                    <a:pt x="1548" y="1389"/>
                    <a:pt x="1524" y="698"/>
                    <a:pt x="1072" y="293"/>
                  </a:cubicBezTo>
                  <a:cubicBezTo>
                    <a:pt x="874" y="95"/>
                    <a:pt x="607" y="0"/>
                    <a:pt x="34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8" name="Google Shape;21908;p138"/>
            <p:cNvSpPr/>
            <p:nvPr/>
          </p:nvSpPr>
          <p:spPr>
            <a:xfrm>
              <a:off x="4291016" y="3807948"/>
              <a:ext cx="78975" cy="74555"/>
            </a:xfrm>
            <a:custGeom>
              <a:avLst/>
              <a:gdLst/>
              <a:ahLst/>
              <a:cxnLst/>
              <a:rect l="l" t="t" r="r" b="b"/>
              <a:pathLst>
                <a:path w="2430" h="2294" extrusionOk="0">
                  <a:moveTo>
                    <a:pt x="549" y="0"/>
                  </a:moveTo>
                  <a:lnTo>
                    <a:pt x="1" y="643"/>
                  </a:lnTo>
                  <a:lnTo>
                    <a:pt x="1692" y="2191"/>
                  </a:lnTo>
                  <a:cubicBezTo>
                    <a:pt x="1769" y="2257"/>
                    <a:pt x="1862" y="2293"/>
                    <a:pt x="1958" y="2293"/>
                  </a:cubicBezTo>
                  <a:cubicBezTo>
                    <a:pt x="2069" y="2293"/>
                    <a:pt x="2185" y="2246"/>
                    <a:pt x="2287" y="2144"/>
                  </a:cubicBezTo>
                  <a:cubicBezTo>
                    <a:pt x="2430" y="1977"/>
                    <a:pt x="2430" y="1739"/>
                    <a:pt x="2239" y="1548"/>
                  </a:cubicBezTo>
                  <a:lnTo>
                    <a:pt x="549" y="0"/>
                  </a:ln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9" name="Google Shape;21909;p138"/>
            <p:cNvSpPr/>
            <p:nvPr/>
          </p:nvSpPr>
          <p:spPr>
            <a:xfrm>
              <a:off x="4043366" y="3884551"/>
              <a:ext cx="264713" cy="68153"/>
            </a:xfrm>
            <a:custGeom>
              <a:avLst/>
              <a:gdLst/>
              <a:ahLst/>
              <a:cxnLst/>
              <a:rect l="l" t="t" r="r" b="b"/>
              <a:pathLst>
                <a:path w="8145" h="2097" extrusionOk="0">
                  <a:moveTo>
                    <a:pt x="0" y="1"/>
                  </a:moveTo>
                  <a:lnTo>
                    <a:pt x="0" y="1739"/>
                  </a:lnTo>
                  <a:cubicBezTo>
                    <a:pt x="0" y="1930"/>
                    <a:pt x="143" y="2097"/>
                    <a:pt x="357" y="2097"/>
                  </a:cubicBezTo>
                  <a:lnTo>
                    <a:pt x="7787" y="2097"/>
                  </a:lnTo>
                  <a:cubicBezTo>
                    <a:pt x="8002" y="2097"/>
                    <a:pt x="8145" y="1930"/>
                    <a:pt x="8145" y="1739"/>
                  </a:cubicBezTo>
                  <a:lnTo>
                    <a:pt x="8145"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0" name="Google Shape;21910;p138"/>
            <p:cNvSpPr/>
            <p:nvPr/>
          </p:nvSpPr>
          <p:spPr>
            <a:xfrm>
              <a:off x="4275546" y="3884551"/>
              <a:ext cx="32532" cy="68153"/>
            </a:xfrm>
            <a:custGeom>
              <a:avLst/>
              <a:gdLst/>
              <a:ahLst/>
              <a:cxnLst/>
              <a:rect l="l" t="t" r="r" b="b"/>
              <a:pathLst>
                <a:path w="1001" h="2097" extrusionOk="0">
                  <a:moveTo>
                    <a:pt x="358" y="1"/>
                  </a:moveTo>
                  <a:lnTo>
                    <a:pt x="358" y="1739"/>
                  </a:lnTo>
                  <a:cubicBezTo>
                    <a:pt x="358" y="1930"/>
                    <a:pt x="191" y="2097"/>
                    <a:pt x="0" y="2097"/>
                  </a:cubicBezTo>
                  <a:lnTo>
                    <a:pt x="643" y="2097"/>
                  </a:lnTo>
                  <a:cubicBezTo>
                    <a:pt x="858" y="2097"/>
                    <a:pt x="1001" y="1930"/>
                    <a:pt x="1001" y="1739"/>
                  </a:cubicBezTo>
                  <a:lnTo>
                    <a:pt x="1001" y="1"/>
                  </a:ln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1" name="Google Shape;21911;p138"/>
            <p:cNvSpPr/>
            <p:nvPr/>
          </p:nvSpPr>
          <p:spPr>
            <a:xfrm>
              <a:off x="4164103" y="3905448"/>
              <a:ext cx="23238" cy="23270"/>
            </a:xfrm>
            <a:custGeom>
              <a:avLst/>
              <a:gdLst/>
              <a:ahLst/>
              <a:cxnLst/>
              <a:rect l="l" t="t" r="r" b="b"/>
              <a:pathLst>
                <a:path w="715" h="716" extrusionOk="0">
                  <a:moveTo>
                    <a:pt x="357" y="1"/>
                  </a:moveTo>
                  <a:cubicBezTo>
                    <a:pt x="143" y="1"/>
                    <a:pt x="0" y="168"/>
                    <a:pt x="0" y="358"/>
                  </a:cubicBezTo>
                  <a:cubicBezTo>
                    <a:pt x="0" y="572"/>
                    <a:pt x="143" y="715"/>
                    <a:pt x="357" y="715"/>
                  </a:cubicBezTo>
                  <a:cubicBezTo>
                    <a:pt x="548" y="715"/>
                    <a:pt x="715" y="572"/>
                    <a:pt x="715" y="358"/>
                  </a:cubicBezTo>
                  <a:cubicBezTo>
                    <a:pt x="715" y="168"/>
                    <a:pt x="548" y="1"/>
                    <a:pt x="35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12" name="Google Shape;21912;p138"/>
          <p:cNvGrpSpPr/>
          <p:nvPr/>
        </p:nvGrpSpPr>
        <p:grpSpPr>
          <a:xfrm>
            <a:off x="3270938" y="3472898"/>
            <a:ext cx="357597" cy="297993"/>
            <a:chOff x="3270938" y="3625298"/>
            <a:chExt cx="357597" cy="297993"/>
          </a:xfrm>
        </p:grpSpPr>
        <p:sp>
          <p:nvSpPr>
            <p:cNvPr id="21913" name="Google Shape;21913;p138"/>
            <p:cNvSpPr/>
            <p:nvPr/>
          </p:nvSpPr>
          <p:spPr>
            <a:xfrm>
              <a:off x="3270938" y="3660886"/>
              <a:ext cx="357597" cy="262405"/>
            </a:xfrm>
            <a:custGeom>
              <a:avLst/>
              <a:gdLst/>
              <a:ahLst/>
              <a:cxnLst/>
              <a:rect l="l" t="t" r="r" b="b"/>
              <a:pathLst>
                <a:path w="11003" h="8074" extrusionOk="0">
                  <a:moveTo>
                    <a:pt x="5501" y="1"/>
                  </a:moveTo>
                  <a:lnTo>
                    <a:pt x="0" y="239"/>
                  </a:lnTo>
                  <a:lnTo>
                    <a:pt x="0" y="7669"/>
                  </a:lnTo>
                  <a:cubicBezTo>
                    <a:pt x="0" y="7907"/>
                    <a:pt x="191" y="8074"/>
                    <a:pt x="429" y="8074"/>
                  </a:cubicBezTo>
                  <a:lnTo>
                    <a:pt x="10598" y="8074"/>
                  </a:lnTo>
                  <a:cubicBezTo>
                    <a:pt x="10836" y="8074"/>
                    <a:pt x="11003" y="7883"/>
                    <a:pt x="11003" y="7669"/>
                  </a:cubicBezTo>
                  <a:lnTo>
                    <a:pt x="11003" y="239"/>
                  </a:lnTo>
                  <a:lnTo>
                    <a:pt x="5501" y="1"/>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4" name="Google Shape;21914;p138"/>
            <p:cNvSpPr/>
            <p:nvPr/>
          </p:nvSpPr>
          <p:spPr>
            <a:xfrm>
              <a:off x="3270938" y="3625298"/>
              <a:ext cx="356818" cy="43355"/>
            </a:xfrm>
            <a:custGeom>
              <a:avLst/>
              <a:gdLst/>
              <a:ahLst/>
              <a:cxnLst/>
              <a:rect l="l" t="t" r="r" b="b"/>
              <a:pathLst>
                <a:path w="10979" h="1334" extrusionOk="0">
                  <a:moveTo>
                    <a:pt x="358" y="0"/>
                  </a:moveTo>
                  <a:cubicBezTo>
                    <a:pt x="143" y="0"/>
                    <a:pt x="0" y="191"/>
                    <a:pt x="0" y="357"/>
                  </a:cubicBezTo>
                  <a:lnTo>
                    <a:pt x="0" y="1334"/>
                  </a:lnTo>
                  <a:lnTo>
                    <a:pt x="10979" y="1334"/>
                  </a:lnTo>
                  <a:lnTo>
                    <a:pt x="10979" y="357"/>
                  </a:lnTo>
                  <a:cubicBezTo>
                    <a:pt x="10979" y="143"/>
                    <a:pt x="10812" y="0"/>
                    <a:pt x="1062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5" name="Google Shape;21915;p138"/>
            <p:cNvSpPr/>
            <p:nvPr/>
          </p:nvSpPr>
          <p:spPr>
            <a:xfrm>
              <a:off x="3592916" y="3660106"/>
              <a:ext cx="34840" cy="262405"/>
            </a:xfrm>
            <a:custGeom>
              <a:avLst/>
              <a:gdLst/>
              <a:ahLst/>
              <a:cxnLst/>
              <a:rect l="l" t="t" r="r" b="b"/>
              <a:pathLst>
                <a:path w="1072" h="8074" extrusionOk="0">
                  <a:moveTo>
                    <a:pt x="429" y="1"/>
                  </a:moveTo>
                  <a:lnTo>
                    <a:pt x="429" y="7645"/>
                  </a:lnTo>
                  <a:cubicBezTo>
                    <a:pt x="429" y="7883"/>
                    <a:pt x="238" y="8074"/>
                    <a:pt x="0" y="8074"/>
                  </a:cubicBezTo>
                  <a:lnTo>
                    <a:pt x="667" y="8074"/>
                  </a:lnTo>
                  <a:cubicBezTo>
                    <a:pt x="905" y="8074"/>
                    <a:pt x="1072" y="7883"/>
                    <a:pt x="1072" y="7645"/>
                  </a:cubicBezTo>
                  <a:lnTo>
                    <a:pt x="1072" y="239"/>
                  </a:lnTo>
                  <a:lnTo>
                    <a:pt x="429"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6" name="Google Shape;21916;p138"/>
            <p:cNvSpPr/>
            <p:nvPr/>
          </p:nvSpPr>
          <p:spPr>
            <a:xfrm>
              <a:off x="3595223" y="3625298"/>
              <a:ext cx="32532" cy="43355"/>
            </a:xfrm>
            <a:custGeom>
              <a:avLst/>
              <a:gdLst/>
              <a:ahLst/>
              <a:cxnLst/>
              <a:rect l="l" t="t" r="r" b="b"/>
              <a:pathLst>
                <a:path w="1001" h="1334" extrusionOk="0">
                  <a:moveTo>
                    <a:pt x="1" y="0"/>
                  </a:moveTo>
                  <a:cubicBezTo>
                    <a:pt x="215" y="0"/>
                    <a:pt x="358" y="191"/>
                    <a:pt x="358" y="357"/>
                  </a:cubicBezTo>
                  <a:lnTo>
                    <a:pt x="358" y="1334"/>
                  </a:lnTo>
                  <a:lnTo>
                    <a:pt x="1001" y="1334"/>
                  </a:lnTo>
                  <a:lnTo>
                    <a:pt x="1001" y="357"/>
                  </a:lnTo>
                  <a:cubicBezTo>
                    <a:pt x="1001" y="143"/>
                    <a:pt x="834" y="0"/>
                    <a:pt x="644"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7" name="Google Shape;21917;p138"/>
            <p:cNvSpPr/>
            <p:nvPr/>
          </p:nvSpPr>
          <p:spPr>
            <a:xfrm>
              <a:off x="3545693" y="3640768"/>
              <a:ext cx="11635" cy="11635"/>
            </a:xfrm>
            <a:custGeom>
              <a:avLst/>
              <a:gdLst/>
              <a:ahLst/>
              <a:cxnLst/>
              <a:rect l="l" t="t" r="r" b="b"/>
              <a:pathLst>
                <a:path w="358" h="358" extrusionOk="0">
                  <a:moveTo>
                    <a:pt x="191" y="0"/>
                  </a:moveTo>
                  <a:cubicBezTo>
                    <a:pt x="72" y="0"/>
                    <a:pt x="0" y="72"/>
                    <a:pt x="0" y="167"/>
                  </a:cubicBezTo>
                  <a:cubicBezTo>
                    <a:pt x="0" y="286"/>
                    <a:pt x="72" y="358"/>
                    <a:pt x="191" y="358"/>
                  </a:cubicBezTo>
                  <a:cubicBezTo>
                    <a:pt x="286" y="358"/>
                    <a:pt x="358" y="286"/>
                    <a:pt x="358" y="167"/>
                  </a:cubicBezTo>
                  <a:cubicBezTo>
                    <a:pt x="358" y="72"/>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8" name="Google Shape;21918;p138"/>
            <p:cNvSpPr/>
            <p:nvPr/>
          </p:nvSpPr>
          <p:spPr>
            <a:xfrm>
              <a:off x="3568151" y="3640768"/>
              <a:ext cx="11635" cy="11635"/>
            </a:xfrm>
            <a:custGeom>
              <a:avLst/>
              <a:gdLst/>
              <a:ahLst/>
              <a:cxnLst/>
              <a:rect l="l" t="t" r="r" b="b"/>
              <a:pathLst>
                <a:path w="358" h="358" extrusionOk="0">
                  <a:moveTo>
                    <a:pt x="167" y="0"/>
                  </a:moveTo>
                  <a:cubicBezTo>
                    <a:pt x="71" y="0"/>
                    <a:pt x="0" y="72"/>
                    <a:pt x="0" y="167"/>
                  </a:cubicBezTo>
                  <a:cubicBezTo>
                    <a:pt x="0" y="286"/>
                    <a:pt x="71" y="358"/>
                    <a:pt x="167" y="358"/>
                  </a:cubicBezTo>
                  <a:cubicBezTo>
                    <a:pt x="262" y="358"/>
                    <a:pt x="357" y="286"/>
                    <a:pt x="357" y="167"/>
                  </a:cubicBezTo>
                  <a:cubicBezTo>
                    <a:pt x="357" y="72"/>
                    <a:pt x="262"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9" name="Google Shape;21919;p138"/>
            <p:cNvSpPr/>
            <p:nvPr/>
          </p:nvSpPr>
          <p:spPr>
            <a:xfrm>
              <a:off x="3590576" y="3640768"/>
              <a:ext cx="11635" cy="11635"/>
            </a:xfrm>
            <a:custGeom>
              <a:avLst/>
              <a:gdLst/>
              <a:ahLst/>
              <a:cxnLst/>
              <a:rect l="l" t="t" r="r" b="b"/>
              <a:pathLst>
                <a:path w="358" h="358" extrusionOk="0">
                  <a:moveTo>
                    <a:pt x="167" y="0"/>
                  </a:moveTo>
                  <a:cubicBezTo>
                    <a:pt x="72" y="0"/>
                    <a:pt x="1" y="72"/>
                    <a:pt x="1" y="167"/>
                  </a:cubicBezTo>
                  <a:cubicBezTo>
                    <a:pt x="1" y="286"/>
                    <a:pt x="72" y="358"/>
                    <a:pt x="167" y="358"/>
                  </a:cubicBezTo>
                  <a:cubicBezTo>
                    <a:pt x="263" y="358"/>
                    <a:pt x="358" y="286"/>
                    <a:pt x="358" y="167"/>
                  </a:cubicBezTo>
                  <a:cubicBezTo>
                    <a:pt x="358" y="72"/>
                    <a:pt x="263"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0" name="Google Shape;21920;p138"/>
            <p:cNvSpPr/>
            <p:nvPr/>
          </p:nvSpPr>
          <p:spPr>
            <a:xfrm>
              <a:off x="3302658" y="3699593"/>
              <a:ext cx="94478" cy="75432"/>
            </a:xfrm>
            <a:custGeom>
              <a:avLst/>
              <a:gdLst/>
              <a:ahLst/>
              <a:cxnLst/>
              <a:rect l="l" t="t" r="r" b="b"/>
              <a:pathLst>
                <a:path w="2907" h="2321" extrusionOk="0">
                  <a:moveTo>
                    <a:pt x="1430" y="0"/>
                  </a:moveTo>
                  <a:cubicBezTo>
                    <a:pt x="763" y="0"/>
                    <a:pt x="120" y="548"/>
                    <a:pt x="72" y="1191"/>
                  </a:cubicBezTo>
                  <a:cubicBezTo>
                    <a:pt x="1" y="1620"/>
                    <a:pt x="120" y="1977"/>
                    <a:pt x="358" y="2239"/>
                  </a:cubicBezTo>
                  <a:cubicBezTo>
                    <a:pt x="412" y="2297"/>
                    <a:pt x="468" y="2321"/>
                    <a:pt x="527" y="2321"/>
                  </a:cubicBezTo>
                  <a:cubicBezTo>
                    <a:pt x="780" y="2321"/>
                    <a:pt x="1077" y="1882"/>
                    <a:pt x="1406" y="1882"/>
                  </a:cubicBezTo>
                  <a:lnTo>
                    <a:pt x="1501" y="1882"/>
                  </a:lnTo>
                  <a:cubicBezTo>
                    <a:pt x="1830" y="1882"/>
                    <a:pt x="2158" y="2321"/>
                    <a:pt x="2410" y="2321"/>
                  </a:cubicBezTo>
                  <a:cubicBezTo>
                    <a:pt x="2469" y="2321"/>
                    <a:pt x="2523" y="2297"/>
                    <a:pt x="2573" y="2239"/>
                  </a:cubicBezTo>
                  <a:cubicBezTo>
                    <a:pt x="2787" y="1953"/>
                    <a:pt x="2906" y="1596"/>
                    <a:pt x="2858" y="1191"/>
                  </a:cubicBezTo>
                  <a:cubicBezTo>
                    <a:pt x="2787" y="548"/>
                    <a:pt x="2144" y="0"/>
                    <a:pt x="1501"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1" name="Google Shape;21921;p138"/>
            <p:cNvSpPr/>
            <p:nvPr/>
          </p:nvSpPr>
          <p:spPr>
            <a:xfrm>
              <a:off x="3314261" y="3756078"/>
              <a:ext cx="71240" cy="31005"/>
            </a:xfrm>
            <a:custGeom>
              <a:avLst/>
              <a:gdLst/>
              <a:ahLst/>
              <a:cxnLst/>
              <a:rect l="l" t="t" r="r" b="b"/>
              <a:pathLst>
                <a:path w="2192" h="954" extrusionOk="0">
                  <a:moveTo>
                    <a:pt x="1049" y="1"/>
                  </a:moveTo>
                  <a:cubicBezTo>
                    <a:pt x="644" y="1"/>
                    <a:pt x="239" y="167"/>
                    <a:pt x="1" y="477"/>
                  </a:cubicBezTo>
                  <a:cubicBezTo>
                    <a:pt x="239" y="763"/>
                    <a:pt x="644" y="953"/>
                    <a:pt x="1049" y="953"/>
                  </a:cubicBezTo>
                  <a:lnTo>
                    <a:pt x="1144" y="953"/>
                  </a:lnTo>
                  <a:cubicBezTo>
                    <a:pt x="1549" y="953"/>
                    <a:pt x="1954" y="763"/>
                    <a:pt x="2192" y="477"/>
                  </a:cubicBezTo>
                  <a:cubicBezTo>
                    <a:pt x="1954" y="167"/>
                    <a:pt x="1549" y="1"/>
                    <a:pt x="114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2" name="Google Shape;21922;p138"/>
            <p:cNvSpPr/>
            <p:nvPr/>
          </p:nvSpPr>
          <p:spPr>
            <a:xfrm>
              <a:off x="3333631" y="3722798"/>
              <a:ext cx="33313" cy="33313"/>
            </a:xfrm>
            <a:custGeom>
              <a:avLst/>
              <a:gdLst/>
              <a:ahLst/>
              <a:cxnLst/>
              <a:rect l="l" t="t" r="r" b="b"/>
              <a:pathLst>
                <a:path w="1025" h="1025" extrusionOk="0">
                  <a:moveTo>
                    <a:pt x="524" y="1"/>
                  </a:moveTo>
                  <a:cubicBezTo>
                    <a:pt x="238" y="1"/>
                    <a:pt x="0" y="239"/>
                    <a:pt x="0" y="525"/>
                  </a:cubicBezTo>
                  <a:cubicBezTo>
                    <a:pt x="0" y="787"/>
                    <a:pt x="238" y="1025"/>
                    <a:pt x="524" y="1025"/>
                  </a:cubicBezTo>
                  <a:cubicBezTo>
                    <a:pt x="786" y="1025"/>
                    <a:pt x="1024" y="787"/>
                    <a:pt x="1024" y="525"/>
                  </a:cubicBezTo>
                  <a:cubicBezTo>
                    <a:pt x="1024" y="239"/>
                    <a:pt x="786" y="1"/>
                    <a:pt x="524" y="1"/>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3" name="Google Shape;21923;p138"/>
            <p:cNvSpPr/>
            <p:nvPr/>
          </p:nvSpPr>
          <p:spPr>
            <a:xfrm>
              <a:off x="3429603" y="3712756"/>
              <a:ext cx="174168" cy="27105"/>
            </a:xfrm>
            <a:custGeom>
              <a:avLst/>
              <a:gdLst/>
              <a:ahLst/>
              <a:cxnLst/>
              <a:rect l="l" t="t" r="r" b="b"/>
              <a:pathLst>
                <a:path w="5359" h="834" extrusionOk="0">
                  <a:moveTo>
                    <a:pt x="238" y="0"/>
                  </a:moveTo>
                  <a:cubicBezTo>
                    <a:pt x="96" y="0"/>
                    <a:pt x="0" y="119"/>
                    <a:pt x="0" y="238"/>
                  </a:cubicBezTo>
                  <a:lnTo>
                    <a:pt x="0" y="595"/>
                  </a:lnTo>
                  <a:cubicBezTo>
                    <a:pt x="0" y="738"/>
                    <a:pt x="119" y="834"/>
                    <a:pt x="238" y="834"/>
                  </a:cubicBezTo>
                  <a:lnTo>
                    <a:pt x="5120" y="834"/>
                  </a:lnTo>
                  <a:cubicBezTo>
                    <a:pt x="5263" y="834"/>
                    <a:pt x="5359" y="738"/>
                    <a:pt x="5359" y="619"/>
                  </a:cubicBezTo>
                  <a:lnTo>
                    <a:pt x="5359" y="238"/>
                  </a:lnTo>
                  <a:cubicBezTo>
                    <a:pt x="5359" y="72"/>
                    <a:pt x="5239" y="0"/>
                    <a:pt x="512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4" name="Google Shape;21924;p138"/>
            <p:cNvSpPr/>
            <p:nvPr/>
          </p:nvSpPr>
          <p:spPr>
            <a:xfrm>
              <a:off x="3429603" y="3850523"/>
              <a:ext cx="174168" cy="28665"/>
            </a:xfrm>
            <a:custGeom>
              <a:avLst/>
              <a:gdLst/>
              <a:ahLst/>
              <a:cxnLst/>
              <a:rect l="l" t="t" r="r" b="b"/>
              <a:pathLst>
                <a:path w="5359" h="882" extrusionOk="0">
                  <a:moveTo>
                    <a:pt x="238" y="0"/>
                  </a:moveTo>
                  <a:cubicBezTo>
                    <a:pt x="96" y="0"/>
                    <a:pt x="0" y="119"/>
                    <a:pt x="0" y="238"/>
                  </a:cubicBezTo>
                  <a:lnTo>
                    <a:pt x="0" y="643"/>
                  </a:lnTo>
                  <a:cubicBezTo>
                    <a:pt x="0" y="786"/>
                    <a:pt x="119" y="881"/>
                    <a:pt x="238" y="881"/>
                  </a:cubicBezTo>
                  <a:lnTo>
                    <a:pt x="5120" y="881"/>
                  </a:lnTo>
                  <a:cubicBezTo>
                    <a:pt x="5263" y="881"/>
                    <a:pt x="5359" y="762"/>
                    <a:pt x="5359" y="643"/>
                  </a:cubicBezTo>
                  <a:lnTo>
                    <a:pt x="5359" y="238"/>
                  </a:lnTo>
                  <a:cubicBezTo>
                    <a:pt x="5359" y="95"/>
                    <a:pt x="5239" y="0"/>
                    <a:pt x="512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5" name="Google Shape;21925;p138"/>
            <p:cNvSpPr/>
            <p:nvPr/>
          </p:nvSpPr>
          <p:spPr>
            <a:xfrm>
              <a:off x="3575106" y="3712756"/>
              <a:ext cx="28665" cy="27885"/>
            </a:xfrm>
            <a:custGeom>
              <a:avLst/>
              <a:gdLst/>
              <a:ahLst/>
              <a:cxnLst/>
              <a:rect l="l" t="t" r="r" b="b"/>
              <a:pathLst>
                <a:path w="882" h="858" extrusionOk="0">
                  <a:moveTo>
                    <a:pt x="0" y="0"/>
                  </a:moveTo>
                  <a:cubicBezTo>
                    <a:pt x="96" y="0"/>
                    <a:pt x="239" y="72"/>
                    <a:pt x="239" y="238"/>
                  </a:cubicBezTo>
                  <a:lnTo>
                    <a:pt x="239" y="619"/>
                  </a:lnTo>
                  <a:cubicBezTo>
                    <a:pt x="239" y="738"/>
                    <a:pt x="143" y="857"/>
                    <a:pt x="0" y="857"/>
                  </a:cubicBezTo>
                  <a:lnTo>
                    <a:pt x="643" y="857"/>
                  </a:lnTo>
                  <a:cubicBezTo>
                    <a:pt x="762" y="857"/>
                    <a:pt x="882" y="762"/>
                    <a:pt x="882" y="619"/>
                  </a:cubicBezTo>
                  <a:lnTo>
                    <a:pt x="882" y="238"/>
                  </a:lnTo>
                  <a:cubicBezTo>
                    <a:pt x="882" y="119"/>
                    <a:pt x="786" y="0"/>
                    <a:pt x="64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6" name="Google Shape;21926;p138"/>
            <p:cNvSpPr/>
            <p:nvPr/>
          </p:nvSpPr>
          <p:spPr>
            <a:xfrm>
              <a:off x="3575106" y="3850523"/>
              <a:ext cx="28665" cy="28665"/>
            </a:xfrm>
            <a:custGeom>
              <a:avLst/>
              <a:gdLst/>
              <a:ahLst/>
              <a:cxnLst/>
              <a:rect l="l" t="t" r="r" b="b"/>
              <a:pathLst>
                <a:path w="882" h="882" extrusionOk="0">
                  <a:moveTo>
                    <a:pt x="0" y="0"/>
                  </a:moveTo>
                  <a:cubicBezTo>
                    <a:pt x="96" y="0"/>
                    <a:pt x="239" y="95"/>
                    <a:pt x="239" y="238"/>
                  </a:cubicBezTo>
                  <a:lnTo>
                    <a:pt x="239" y="643"/>
                  </a:lnTo>
                  <a:cubicBezTo>
                    <a:pt x="239" y="762"/>
                    <a:pt x="143" y="881"/>
                    <a:pt x="0" y="881"/>
                  </a:cubicBezTo>
                  <a:lnTo>
                    <a:pt x="643" y="881"/>
                  </a:lnTo>
                  <a:cubicBezTo>
                    <a:pt x="762" y="881"/>
                    <a:pt x="882" y="786"/>
                    <a:pt x="882" y="643"/>
                  </a:cubicBezTo>
                  <a:lnTo>
                    <a:pt x="882" y="238"/>
                  </a:lnTo>
                  <a:cubicBezTo>
                    <a:pt x="882" y="119"/>
                    <a:pt x="786" y="0"/>
                    <a:pt x="64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7" name="Google Shape;21927;p138"/>
            <p:cNvSpPr/>
            <p:nvPr/>
          </p:nvSpPr>
          <p:spPr>
            <a:xfrm>
              <a:off x="3298791" y="3813343"/>
              <a:ext cx="102960" cy="10107"/>
            </a:xfrm>
            <a:custGeom>
              <a:avLst/>
              <a:gdLst/>
              <a:ahLst/>
              <a:cxnLst/>
              <a:rect l="l" t="t" r="r" b="b"/>
              <a:pathLst>
                <a:path w="3168" h="311" extrusionOk="0">
                  <a:moveTo>
                    <a:pt x="191" y="1"/>
                  </a:moveTo>
                  <a:cubicBezTo>
                    <a:pt x="72" y="1"/>
                    <a:pt x="1" y="72"/>
                    <a:pt x="1" y="168"/>
                  </a:cubicBezTo>
                  <a:cubicBezTo>
                    <a:pt x="48" y="263"/>
                    <a:pt x="96" y="311"/>
                    <a:pt x="191" y="311"/>
                  </a:cubicBezTo>
                  <a:lnTo>
                    <a:pt x="2977" y="311"/>
                  </a:lnTo>
                  <a:cubicBezTo>
                    <a:pt x="3073" y="311"/>
                    <a:pt x="3168" y="239"/>
                    <a:pt x="3168" y="144"/>
                  </a:cubicBezTo>
                  <a:cubicBezTo>
                    <a:pt x="3144" y="49"/>
                    <a:pt x="3073" y="1"/>
                    <a:pt x="297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8" name="Google Shape;21928;p138"/>
            <p:cNvSpPr/>
            <p:nvPr/>
          </p:nvSpPr>
          <p:spPr>
            <a:xfrm>
              <a:off x="3298791" y="3840448"/>
              <a:ext cx="102960" cy="10107"/>
            </a:xfrm>
            <a:custGeom>
              <a:avLst/>
              <a:gdLst/>
              <a:ahLst/>
              <a:cxnLst/>
              <a:rect l="l" t="t" r="r" b="b"/>
              <a:pathLst>
                <a:path w="3168" h="311" extrusionOk="0">
                  <a:moveTo>
                    <a:pt x="191" y="0"/>
                  </a:moveTo>
                  <a:cubicBezTo>
                    <a:pt x="72" y="0"/>
                    <a:pt x="1" y="72"/>
                    <a:pt x="1" y="167"/>
                  </a:cubicBezTo>
                  <a:cubicBezTo>
                    <a:pt x="48" y="262"/>
                    <a:pt x="96" y="310"/>
                    <a:pt x="191" y="310"/>
                  </a:cubicBezTo>
                  <a:lnTo>
                    <a:pt x="2977" y="310"/>
                  </a:lnTo>
                  <a:cubicBezTo>
                    <a:pt x="3073" y="310"/>
                    <a:pt x="3168" y="239"/>
                    <a:pt x="3168" y="143"/>
                  </a:cubicBezTo>
                  <a:cubicBezTo>
                    <a:pt x="3144" y="48"/>
                    <a:pt x="3073" y="0"/>
                    <a:pt x="2977"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9" name="Google Shape;21929;p138"/>
            <p:cNvSpPr/>
            <p:nvPr/>
          </p:nvSpPr>
          <p:spPr>
            <a:xfrm>
              <a:off x="3298791" y="3867521"/>
              <a:ext cx="102960" cy="10107"/>
            </a:xfrm>
            <a:custGeom>
              <a:avLst/>
              <a:gdLst/>
              <a:ahLst/>
              <a:cxnLst/>
              <a:rect l="l" t="t" r="r" b="b"/>
              <a:pathLst>
                <a:path w="3168" h="311" extrusionOk="0">
                  <a:moveTo>
                    <a:pt x="191" y="1"/>
                  </a:moveTo>
                  <a:cubicBezTo>
                    <a:pt x="72" y="1"/>
                    <a:pt x="1" y="72"/>
                    <a:pt x="1" y="168"/>
                  </a:cubicBezTo>
                  <a:cubicBezTo>
                    <a:pt x="48" y="263"/>
                    <a:pt x="96" y="311"/>
                    <a:pt x="191" y="311"/>
                  </a:cubicBezTo>
                  <a:lnTo>
                    <a:pt x="2977" y="311"/>
                  </a:lnTo>
                  <a:cubicBezTo>
                    <a:pt x="3073" y="311"/>
                    <a:pt x="3168" y="239"/>
                    <a:pt x="3168" y="144"/>
                  </a:cubicBezTo>
                  <a:cubicBezTo>
                    <a:pt x="3144" y="49"/>
                    <a:pt x="3073" y="1"/>
                    <a:pt x="297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0" name="Google Shape;21930;p138"/>
            <p:cNvSpPr/>
            <p:nvPr/>
          </p:nvSpPr>
          <p:spPr>
            <a:xfrm>
              <a:off x="3424956" y="3764593"/>
              <a:ext cx="185022" cy="10888"/>
            </a:xfrm>
            <a:custGeom>
              <a:avLst/>
              <a:gdLst/>
              <a:ahLst/>
              <a:cxnLst/>
              <a:rect l="l" t="t" r="r" b="b"/>
              <a:pathLst>
                <a:path w="5693" h="335" extrusionOk="0">
                  <a:moveTo>
                    <a:pt x="167" y="1"/>
                  </a:moveTo>
                  <a:cubicBezTo>
                    <a:pt x="48" y="1"/>
                    <a:pt x="0" y="96"/>
                    <a:pt x="0" y="191"/>
                  </a:cubicBezTo>
                  <a:cubicBezTo>
                    <a:pt x="24" y="263"/>
                    <a:pt x="96" y="334"/>
                    <a:pt x="167" y="334"/>
                  </a:cubicBezTo>
                  <a:lnTo>
                    <a:pt x="5502" y="334"/>
                  </a:lnTo>
                  <a:cubicBezTo>
                    <a:pt x="5597" y="334"/>
                    <a:pt x="5692" y="239"/>
                    <a:pt x="5692" y="144"/>
                  </a:cubicBezTo>
                  <a:cubicBezTo>
                    <a:pt x="5644" y="48"/>
                    <a:pt x="5597" y="1"/>
                    <a:pt x="5502"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1" name="Google Shape;21931;p138"/>
            <p:cNvSpPr/>
            <p:nvPr/>
          </p:nvSpPr>
          <p:spPr>
            <a:xfrm>
              <a:off x="3424956" y="3790138"/>
              <a:ext cx="185022" cy="10107"/>
            </a:xfrm>
            <a:custGeom>
              <a:avLst/>
              <a:gdLst/>
              <a:ahLst/>
              <a:cxnLst/>
              <a:rect l="l" t="t" r="r" b="b"/>
              <a:pathLst>
                <a:path w="5693" h="311" extrusionOk="0">
                  <a:moveTo>
                    <a:pt x="167" y="1"/>
                  </a:moveTo>
                  <a:cubicBezTo>
                    <a:pt x="48" y="1"/>
                    <a:pt x="0" y="72"/>
                    <a:pt x="0" y="167"/>
                  </a:cubicBezTo>
                  <a:cubicBezTo>
                    <a:pt x="24" y="262"/>
                    <a:pt x="96" y="310"/>
                    <a:pt x="167" y="310"/>
                  </a:cubicBezTo>
                  <a:lnTo>
                    <a:pt x="5502" y="310"/>
                  </a:lnTo>
                  <a:cubicBezTo>
                    <a:pt x="5597" y="310"/>
                    <a:pt x="5692" y="239"/>
                    <a:pt x="5692" y="143"/>
                  </a:cubicBezTo>
                  <a:cubicBezTo>
                    <a:pt x="5644" y="48"/>
                    <a:pt x="5597" y="1"/>
                    <a:pt x="5502"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2" name="Google Shape;21932;p138"/>
            <p:cNvSpPr/>
            <p:nvPr/>
          </p:nvSpPr>
          <p:spPr>
            <a:xfrm>
              <a:off x="3424956" y="3814903"/>
              <a:ext cx="185022" cy="10855"/>
            </a:xfrm>
            <a:custGeom>
              <a:avLst/>
              <a:gdLst/>
              <a:ahLst/>
              <a:cxnLst/>
              <a:rect l="l" t="t" r="r" b="b"/>
              <a:pathLst>
                <a:path w="5693" h="334" extrusionOk="0">
                  <a:moveTo>
                    <a:pt x="167" y="1"/>
                  </a:moveTo>
                  <a:cubicBezTo>
                    <a:pt x="48" y="1"/>
                    <a:pt x="0" y="96"/>
                    <a:pt x="0" y="191"/>
                  </a:cubicBezTo>
                  <a:cubicBezTo>
                    <a:pt x="24" y="263"/>
                    <a:pt x="96" y="334"/>
                    <a:pt x="167" y="334"/>
                  </a:cubicBezTo>
                  <a:lnTo>
                    <a:pt x="5502" y="334"/>
                  </a:lnTo>
                  <a:cubicBezTo>
                    <a:pt x="5597" y="334"/>
                    <a:pt x="5692" y="239"/>
                    <a:pt x="5692" y="143"/>
                  </a:cubicBezTo>
                  <a:cubicBezTo>
                    <a:pt x="5644" y="48"/>
                    <a:pt x="5597" y="1"/>
                    <a:pt x="5502"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33" name="Google Shape;21933;p138"/>
          <p:cNvGrpSpPr/>
          <p:nvPr/>
        </p:nvGrpSpPr>
        <p:grpSpPr>
          <a:xfrm>
            <a:off x="2540306" y="3473646"/>
            <a:ext cx="359157" cy="296465"/>
            <a:chOff x="2540306" y="3626046"/>
            <a:chExt cx="359157" cy="296465"/>
          </a:xfrm>
        </p:grpSpPr>
        <p:sp>
          <p:nvSpPr>
            <p:cNvPr id="21934" name="Google Shape;21934;p138"/>
            <p:cNvSpPr/>
            <p:nvPr/>
          </p:nvSpPr>
          <p:spPr>
            <a:xfrm>
              <a:off x="2674206" y="3857478"/>
              <a:ext cx="92138" cy="58857"/>
            </a:xfrm>
            <a:custGeom>
              <a:avLst/>
              <a:gdLst/>
              <a:ahLst/>
              <a:cxnLst/>
              <a:rect l="l" t="t" r="r" b="b"/>
              <a:pathLst>
                <a:path w="2835" h="1811" extrusionOk="0">
                  <a:moveTo>
                    <a:pt x="1405" y="0"/>
                  </a:moveTo>
                  <a:lnTo>
                    <a:pt x="215" y="215"/>
                  </a:lnTo>
                  <a:lnTo>
                    <a:pt x="0" y="1810"/>
                  </a:lnTo>
                  <a:lnTo>
                    <a:pt x="2834" y="1810"/>
                  </a:lnTo>
                  <a:lnTo>
                    <a:pt x="2596" y="215"/>
                  </a:lnTo>
                  <a:lnTo>
                    <a:pt x="140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5" name="Google Shape;21935;p138"/>
            <p:cNvSpPr/>
            <p:nvPr/>
          </p:nvSpPr>
          <p:spPr>
            <a:xfrm>
              <a:off x="2737678" y="3857478"/>
              <a:ext cx="28665" cy="58857"/>
            </a:xfrm>
            <a:custGeom>
              <a:avLst/>
              <a:gdLst/>
              <a:ahLst/>
              <a:cxnLst/>
              <a:rect l="l" t="t" r="r" b="b"/>
              <a:pathLst>
                <a:path w="882" h="1811" extrusionOk="0">
                  <a:moveTo>
                    <a:pt x="429" y="0"/>
                  </a:moveTo>
                  <a:lnTo>
                    <a:pt x="0" y="215"/>
                  </a:lnTo>
                  <a:lnTo>
                    <a:pt x="214" y="1810"/>
                  </a:lnTo>
                  <a:lnTo>
                    <a:pt x="881" y="1810"/>
                  </a:lnTo>
                  <a:lnTo>
                    <a:pt x="667" y="215"/>
                  </a:lnTo>
                  <a:lnTo>
                    <a:pt x="429"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6" name="Google Shape;21936;p138"/>
            <p:cNvSpPr/>
            <p:nvPr/>
          </p:nvSpPr>
          <p:spPr>
            <a:xfrm>
              <a:off x="2645573" y="3911656"/>
              <a:ext cx="148622" cy="10855"/>
            </a:xfrm>
            <a:custGeom>
              <a:avLst/>
              <a:gdLst/>
              <a:ahLst/>
              <a:cxnLst/>
              <a:rect l="l" t="t" r="r" b="b"/>
              <a:pathLst>
                <a:path w="4573" h="334" extrusionOk="0">
                  <a:moveTo>
                    <a:pt x="191" y="0"/>
                  </a:moveTo>
                  <a:cubicBezTo>
                    <a:pt x="72" y="0"/>
                    <a:pt x="0" y="96"/>
                    <a:pt x="0" y="191"/>
                  </a:cubicBezTo>
                  <a:cubicBezTo>
                    <a:pt x="48" y="262"/>
                    <a:pt x="95" y="334"/>
                    <a:pt x="191" y="334"/>
                  </a:cubicBezTo>
                  <a:lnTo>
                    <a:pt x="4382" y="334"/>
                  </a:lnTo>
                  <a:cubicBezTo>
                    <a:pt x="4477" y="334"/>
                    <a:pt x="4573" y="239"/>
                    <a:pt x="4573" y="143"/>
                  </a:cubicBezTo>
                  <a:cubicBezTo>
                    <a:pt x="4549" y="48"/>
                    <a:pt x="4477" y="0"/>
                    <a:pt x="4382"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7" name="Google Shape;21937;p138"/>
            <p:cNvSpPr/>
            <p:nvPr/>
          </p:nvSpPr>
          <p:spPr>
            <a:xfrm>
              <a:off x="2540306" y="3626046"/>
              <a:ext cx="358378" cy="207480"/>
            </a:xfrm>
            <a:custGeom>
              <a:avLst/>
              <a:gdLst/>
              <a:ahLst/>
              <a:cxnLst/>
              <a:rect l="l" t="t" r="r" b="b"/>
              <a:pathLst>
                <a:path w="11027" h="6384" extrusionOk="0">
                  <a:moveTo>
                    <a:pt x="453" y="1"/>
                  </a:moveTo>
                  <a:cubicBezTo>
                    <a:pt x="215" y="1"/>
                    <a:pt x="0" y="215"/>
                    <a:pt x="0" y="453"/>
                  </a:cubicBezTo>
                  <a:lnTo>
                    <a:pt x="0" y="6145"/>
                  </a:lnTo>
                  <a:lnTo>
                    <a:pt x="5573" y="6383"/>
                  </a:lnTo>
                  <a:lnTo>
                    <a:pt x="11027" y="6145"/>
                  </a:lnTo>
                  <a:lnTo>
                    <a:pt x="11027" y="453"/>
                  </a:lnTo>
                  <a:cubicBezTo>
                    <a:pt x="11027" y="215"/>
                    <a:pt x="10812" y="1"/>
                    <a:pt x="1057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8" name="Google Shape;21938;p138"/>
            <p:cNvSpPr/>
            <p:nvPr/>
          </p:nvSpPr>
          <p:spPr>
            <a:xfrm>
              <a:off x="2863063" y="3627378"/>
              <a:ext cx="35620" cy="206895"/>
            </a:xfrm>
            <a:custGeom>
              <a:avLst/>
              <a:gdLst/>
              <a:ahLst/>
              <a:cxnLst/>
              <a:rect l="l" t="t" r="r" b="b"/>
              <a:pathLst>
                <a:path w="1096" h="6366" extrusionOk="0">
                  <a:moveTo>
                    <a:pt x="72" y="0"/>
                  </a:moveTo>
                  <a:cubicBezTo>
                    <a:pt x="49" y="0"/>
                    <a:pt x="25" y="3"/>
                    <a:pt x="0" y="8"/>
                  </a:cubicBezTo>
                  <a:lnTo>
                    <a:pt x="143" y="8"/>
                  </a:lnTo>
                  <a:cubicBezTo>
                    <a:pt x="120" y="3"/>
                    <a:pt x="97" y="0"/>
                    <a:pt x="72" y="0"/>
                  </a:cubicBezTo>
                  <a:close/>
                  <a:moveTo>
                    <a:pt x="143" y="8"/>
                  </a:moveTo>
                  <a:lnTo>
                    <a:pt x="143" y="8"/>
                  </a:lnTo>
                  <a:cubicBezTo>
                    <a:pt x="310" y="43"/>
                    <a:pt x="429" y="205"/>
                    <a:pt x="429" y="412"/>
                  </a:cubicBezTo>
                  <a:lnTo>
                    <a:pt x="429" y="6366"/>
                  </a:lnTo>
                  <a:lnTo>
                    <a:pt x="1096" y="6128"/>
                  </a:lnTo>
                  <a:lnTo>
                    <a:pt x="1096" y="436"/>
                  </a:lnTo>
                  <a:cubicBezTo>
                    <a:pt x="1096" y="198"/>
                    <a:pt x="881" y="8"/>
                    <a:pt x="643" y="8"/>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9" name="Google Shape;21939;p138"/>
            <p:cNvSpPr/>
            <p:nvPr/>
          </p:nvSpPr>
          <p:spPr>
            <a:xfrm>
              <a:off x="2623116" y="3672488"/>
              <a:ext cx="202053" cy="160257"/>
            </a:xfrm>
            <a:custGeom>
              <a:avLst/>
              <a:gdLst/>
              <a:ahLst/>
              <a:cxnLst/>
              <a:rect l="l" t="t" r="r" b="b"/>
              <a:pathLst>
                <a:path w="6217" h="4931" extrusionOk="0">
                  <a:moveTo>
                    <a:pt x="477" y="1"/>
                  </a:moveTo>
                  <a:cubicBezTo>
                    <a:pt x="191" y="1"/>
                    <a:pt x="1" y="215"/>
                    <a:pt x="1" y="477"/>
                  </a:cubicBezTo>
                  <a:lnTo>
                    <a:pt x="1" y="4716"/>
                  </a:lnTo>
                  <a:lnTo>
                    <a:pt x="3096" y="4930"/>
                  </a:lnTo>
                  <a:lnTo>
                    <a:pt x="6192" y="4716"/>
                  </a:lnTo>
                  <a:lnTo>
                    <a:pt x="6216" y="477"/>
                  </a:lnTo>
                  <a:cubicBezTo>
                    <a:pt x="6216" y="215"/>
                    <a:pt x="6002" y="1"/>
                    <a:pt x="5740"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0" name="Google Shape;21940;p138"/>
            <p:cNvSpPr/>
            <p:nvPr/>
          </p:nvSpPr>
          <p:spPr>
            <a:xfrm>
              <a:off x="2787208" y="3674048"/>
              <a:ext cx="37180" cy="158697"/>
            </a:xfrm>
            <a:custGeom>
              <a:avLst/>
              <a:gdLst/>
              <a:ahLst/>
              <a:cxnLst/>
              <a:rect l="l" t="t" r="r" b="b"/>
              <a:pathLst>
                <a:path w="1144" h="4883" extrusionOk="0">
                  <a:moveTo>
                    <a:pt x="0" y="0"/>
                  </a:moveTo>
                  <a:cubicBezTo>
                    <a:pt x="262" y="0"/>
                    <a:pt x="477" y="191"/>
                    <a:pt x="477" y="477"/>
                  </a:cubicBezTo>
                  <a:lnTo>
                    <a:pt x="477" y="4668"/>
                  </a:lnTo>
                  <a:lnTo>
                    <a:pt x="786" y="4882"/>
                  </a:lnTo>
                  <a:lnTo>
                    <a:pt x="1143" y="4668"/>
                  </a:lnTo>
                  <a:lnTo>
                    <a:pt x="1143" y="477"/>
                  </a:lnTo>
                  <a:cubicBezTo>
                    <a:pt x="1143" y="191"/>
                    <a:pt x="929" y="0"/>
                    <a:pt x="69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1" name="Google Shape;21941;p138"/>
            <p:cNvSpPr/>
            <p:nvPr/>
          </p:nvSpPr>
          <p:spPr>
            <a:xfrm>
              <a:off x="2791856" y="3692411"/>
              <a:ext cx="63472" cy="92332"/>
            </a:xfrm>
            <a:custGeom>
              <a:avLst/>
              <a:gdLst/>
              <a:ahLst/>
              <a:cxnLst/>
              <a:rect l="l" t="t" r="r" b="b"/>
              <a:pathLst>
                <a:path w="1953" h="2841" extrusionOk="0">
                  <a:moveTo>
                    <a:pt x="977" y="1"/>
                  </a:moveTo>
                  <a:cubicBezTo>
                    <a:pt x="947" y="1"/>
                    <a:pt x="917" y="19"/>
                    <a:pt x="905" y="55"/>
                  </a:cubicBezTo>
                  <a:lnTo>
                    <a:pt x="48" y="1269"/>
                  </a:lnTo>
                  <a:cubicBezTo>
                    <a:pt x="0" y="1341"/>
                    <a:pt x="48" y="1412"/>
                    <a:pt x="95" y="1412"/>
                  </a:cubicBezTo>
                  <a:lnTo>
                    <a:pt x="334" y="1412"/>
                  </a:lnTo>
                  <a:cubicBezTo>
                    <a:pt x="405" y="1412"/>
                    <a:pt x="429" y="1460"/>
                    <a:pt x="429" y="1507"/>
                  </a:cubicBezTo>
                  <a:lnTo>
                    <a:pt x="429" y="2793"/>
                  </a:lnTo>
                  <a:cubicBezTo>
                    <a:pt x="429" y="2817"/>
                    <a:pt x="453" y="2841"/>
                    <a:pt x="476" y="2841"/>
                  </a:cubicBezTo>
                  <a:lnTo>
                    <a:pt x="1429" y="2841"/>
                  </a:lnTo>
                  <a:cubicBezTo>
                    <a:pt x="1477" y="2841"/>
                    <a:pt x="1500" y="2817"/>
                    <a:pt x="1500" y="2793"/>
                  </a:cubicBezTo>
                  <a:lnTo>
                    <a:pt x="1500" y="1507"/>
                  </a:lnTo>
                  <a:cubicBezTo>
                    <a:pt x="1500" y="1460"/>
                    <a:pt x="1524" y="1412"/>
                    <a:pt x="1596" y="1412"/>
                  </a:cubicBezTo>
                  <a:lnTo>
                    <a:pt x="1834" y="1412"/>
                  </a:lnTo>
                  <a:cubicBezTo>
                    <a:pt x="1905" y="1412"/>
                    <a:pt x="1953" y="1341"/>
                    <a:pt x="1905" y="1269"/>
                  </a:cubicBezTo>
                  <a:lnTo>
                    <a:pt x="1048" y="55"/>
                  </a:lnTo>
                  <a:cubicBezTo>
                    <a:pt x="1036" y="19"/>
                    <a:pt x="1006" y="1"/>
                    <a:pt x="977"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2" name="Google Shape;21942;p138"/>
            <p:cNvSpPr/>
            <p:nvPr/>
          </p:nvSpPr>
          <p:spPr>
            <a:xfrm>
              <a:off x="2813501" y="3692411"/>
              <a:ext cx="42510" cy="91585"/>
            </a:xfrm>
            <a:custGeom>
              <a:avLst/>
              <a:gdLst/>
              <a:ahLst/>
              <a:cxnLst/>
              <a:rect l="l" t="t" r="r" b="b"/>
              <a:pathLst>
                <a:path w="1308" h="2818" extrusionOk="0">
                  <a:moveTo>
                    <a:pt x="334" y="1"/>
                  </a:moveTo>
                  <a:cubicBezTo>
                    <a:pt x="305" y="1"/>
                    <a:pt x="275" y="19"/>
                    <a:pt x="263" y="55"/>
                  </a:cubicBezTo>
                  <a:lnTo>
                    <a:pt x="1" y="412"/>
                  </a:lnTo>
                  <a:lnTo>
                    <a:pt x="620" y="1245"/>
                  </a:lnTo>
                  <a:cubicBezTo>
                    <a:pt x="644" y="1293"/>
                    <a:pt x="620" y="1388"/>
                    <a:pt x="572" y="1388"/>
                  </a:cubicBezTo>
                  <a:lnTo>
                    <a:pt x="334" y="1388"/>
                  </a:lnTo>
                  <a:cubicBezTo>
                    <a:pt x="263" y="1388"/>
                    <a:pt x="239" y="1412"/>
                    <a:pt x="239" y="1483"/>
                  </a:cubicBezTo>
                  <a:lnTo>
                    <a:pt x="239" y="2769"/>
                  </a:lnTo>
                  <a:cubicBezTo>
                    <a:pt x="239" y="2793"/>
                    <a:pt x="215" y="2817"/>
                    <a:pt x="168" y="2817"/>
                  </a:cubicBezTo>
                  <a:lnTo>
                    <a:pt x="834" y="2817"/>
                  </a:lnTo>
                  <a:cubicBezTo>
                    <a:pt x="858" y="2817"/>
                    <a:pt x="882" y="2793"/>
                    <a:pt x="882" y="2769"/>
                  </a:cubicBezTo>
                  <a:lnTo>
                    <a:pt x="882" y="1483"/>
                  </a:lnTo>
                  <a:cubicBezTo>
                    <a:pt x="882" y="1412"/>
                    <a:pt x="930" y="1388"/>
                    <a:pt x="977" y="1388"/>
                  </a:cubicBezTo>
                  <a:lnTo>
                    <a:pt x="1215" y="1388"/>
                  </a:lnTo>
                  <a:cubicBezTo>
                    <a:pt x="1225" y="1391"/>
                    <a:pt x="1234" y="1393"/>
                    <a:pt x="1242" y="1393"/>
                  </a:cubicBezTo>
                  <a:cubicBezTo>
                    <a:pt x="1292" y="1393"/>
                    <a:pt x="1308" y="1331"/>
                    <a:pt x="1287" y="1269"/>
                  </a:cubicBezTo>
                  <a:lnTo>
                    <a:pt x="406" y="55"/>
                  </a:lnTo>
                  <a:cubicBezTo>
                    <a:pt x="394" y="19"/>
                    <a:pt x="364" y="1"/>
                    <a:pt x="334"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3" name="Google Shape;21943;p138"/>
            <p:cNvSpPr/>
            <p:nvPr/>
          </p:nvSpPr>
          <p:spPr>
            <a:xfrm>
              <a:off x="2678073" y="3704988"/>
              <a:ext cx="90578" cy="90610"/>
            </a:xfrm>
            <a:custGeom>
              <a:avLst/>
              <a:gdLst/>
              <a:ahLst/>
              <a:cxnLst/>
              <a:rect l="l" t="t" r="r" b="b"/>
              <a:pathLst>
                <a:path w="2787" h="2788" extrusionOk="0">
                  <a:moveTo>
                    <a:pt x="1382" y="1"/>
                  </a:moveTo>
                  <a:cubicBezTo>
                    <a:pt x="620" y="1"/>
                    <a:pt x="0" y="620"/>
                    <a:pt x="0" y="1382"/>
                  </a:cubicBezTo>
                  <a:cubicBezTo>
                    <a:pt x="0" y="2168"/>
                    <a:pt x="620" y="2787"/>
                    <a:pt x="1382" y="2787"/>
                  </a:cubicBezTo>
                  <a:cubicBezTo>
                    <a:pt x="2168" y="2787"/>
                    <a:pt x="2787" y="2168"/>
                    <a:pt x="2787" y="1382"/>
                  </a:cubicBezTo>
                  <a:cubicBezTo>
                    <a:pt x="2787" y="620"/>
                    <a:pt x="2168" y="1"/>
                    <a:pt x="138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4" name="Google Shape;21944;p138"/>
            <p:cNvSpPr/>
            <p:nvPr/>
          </p:nvSpPr>
          <p:spPr>
            <a:xfrm>
              <a:off x="2678073" y="3704988"/>
              <a:ext cx="90578" cy="89830"/>
            </a:xfrm>
            <a:custGeom>
              <a:avLst/>
              <a:gdLst/>
              <a:ahLst/>
              <a:cxnLst/>
              <a:rect l="l" t="t" r="r" b="b"/>
              <a:pathLst>
                <a:path w="2787" h="2764" extrusionOk="0">
                  <a:moveTo>
                    <a:pt x="1429" y="1"/>
                  </a:moveTo>
                  <a:lnTo>
                    <a:pt x="1429" y="1382"/>
                  </a:lnTo>
                  <a:lnTo>
                    <a:pt x="0" y="1382"/>
                  </a:lnTo>
                  <a:cubicBezTo>
                    <a:pt x="0" y="2168"/>
                    <a:pt x="620" y="2763"/>
                    <a:pt x="1382" y="2763"/>
                  </a:cubicBezTo>
                  <a:cubicBezTo>
                    <a:pt x="2168" y="2763"/>
                    <a:pt x="2787" y="2144"/>
                    <a:pt x="2787" y="1358"/>
                  </a:cubicBezTo>
                  <a:cubicBezTo>
                    <a:pt x="2787" y="620"/>
                    <a:pt x="2191" y="1"/>
                    <a:pt x="1429"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5" name="Google Shape;21945;p138"/>
            <p:cNvSpPr/>
            <p:nvPr/>
          </p:nvSpPr>
          <p:spPr>
            <a:xfrm>
              <a:off x="2700531" y="3725886"/>
              <a:ext cx="48003" cy="48815"/>
            </a:xfrm>
            <a:custGeom>
              <a:avLst/>
              <a:gdLst/>
              <a:ahLst/>
              <a:cxnLst/>
              <a:rect l="l" t="t" r="r" b="b"/>
              <a:pathLst>
                <a:path w="1477" h="1502" extrusionOk="0">
                  <a:moveTo>
                    <a:pt x="738" y="1"/>
                  </a:moveTo>
                  <a:cubicBezTo>
                    <a:pt x="310" y="1"/>
                    <a:pt x="0" y="334"/>
                    <a:pt x="0" y="739"/>
                  </a:cubicBezTo>
                  <a:cubicBezTo>
                    <a:pt x="0" y="1168"/>
                    <a:pt x="310" y="1501"/>
                    <a:pt x="738" y="1501"/>
                  </a:cubicBezTo>
                  <a:cubicBezTo>
                    <a:pt x="1143" y="1501"/>
                    <a:pt x="1477" y="1168"/>
                    <a:pt x="1477" y="739"/>
                  </a:cubicBezTo>
                  <a:cubicBezTo>
                    <a:pt x="1477" y="334"/>
                    <a:pt x="1143" y="1"/>
                    <a:pt x="73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6" name="Google Shape;21946;p138"/>
            <p:cNvSpPr/>
            <p:nvPr/>
          </p:nvSpPr>
          <p:spPr>
            <a:xfrm>
              <a:off x="2541866" y="3825726"/>
              <a:ext cx="357597" cy="38740"/>
            </a:xfrm>
            <a:custGeom>
              <a:avLst/>
              <a:gdLst/>
              <a:ahLst/>
              <a:cxnLst/>
              <a:rect l="l" t="t" r="r" b="b"/>
              <a:pathLst>
                <a:path w="11003" h="1192" extrusionOk="0">
                  <a:moveTo>
                    <a:pt x="0" y="1"/>
                  </a:moveTo>
                  <a:lnTo>
                    <a:pt x="0" y="739"/>
                  </a:lnTo>
                  <a:cubicBezTo>
                    <a:pt x="0" y="977"/>
                    <a:pt x="191" y="1192"/>
                    <a:pt x="429" y="1192"/>
                  </a:cubicBezTo>
                  <a:lnTo>
                    <a:pt x="10550" y="1192"/>
                  </a:lnTo>
                  <a:cubicBezTo>
                    <a:pt x="10788" y="1192"/>
                    <a:pt x="11002" y="977"/>
                    <a:pt x="11002" y="739"/>
                  </a:cubicBezTo>
                  <a:lnTo>
                    <a:pt x="11002"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7" name="Google Shape;21947;p138"/>
            <p:cNvSpPr/>
            <p:nvPr/>
          </p:nvSpPr>
          <p:spPr>
            <a:xfrm>
              <a:off x="2863063" y="3825726"/>
              <a:ext cx="35620" cy="38740"/>
            </a:xfrm>
            <a:custGeom>
              <a:avLst/>
              <a:gdLst/>
              <a:ahLst/>
              <a:cxnLst/>
              <a:rect l="l" t="t" r="r" b="b"/>
              <a:pathLst>
                <a:path w="1096" h="1192" extrusionOk="0">
                  <a:moveTo>
                    <a:pt x="429" y="1"/>
                  </a:moveTo>
                  <a:lnTo>
                    <a:pt x="429" y="739"/>
                  </a:lnTo>
                  <a:cubicBezTo>
                    <a:pt x="429" y="977"/>
                    <a:pt x="238" y="1192"/>
                    <a:pt x="0" y="1192"/>
                  </a:cubicBezTo>
                  <a:lnTo>
                    <a:pt x="643" y="1192"/>
                  </a:lnTo>
                  <a:cubicBezTo>
                    <a:pt x="881" y="1192"/>
                    <a:pt x="1096" y="977"/>
                    <a:pt x="1096" y="739"/>
                  </a:cubicBezTo>
                  <a:lnTo>
                    <a:pt x="1096"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48" name="Google Shape;21948;p138"/>
          <p:cNvGrpSpPr/>
          <p:nvPr/>
        </p:nvGrpSpPr>
        <p:grpSpPr>
          <a:xfrm>
            <a:off x="1760923" y="3472898"/>
            <a:ext cx="357597" cy="298772"/>
            <a:chOff x="1760923" y="3625298"/>
            <a:chExt cx="357597" cy="298772"/>
          </a:xfrm>
        </p:grpSpPr>
        <p:sp>
          <p:nvSpPr>
            <p:cNvPr id="21949" name="Google Shape;21949;p138"/>
            <p:cNvSpPr/>
            <p:nvPr/>
          </p:nvSpPr>
          <p:spPr>
            <a:xfrm>
              <a:off x="2042633" y="3640768"/>
              <a:ext cx="11635" cy="11635"/>
            </a:xfrm>
            <a:custGeom>
              <a:avLst/>
              <a:gdLst/>
              <a:ahLst/>
              <a:cxnLst/>
              <a:rect l="l" t="t" r="r" b="b"/>
              <a:pathLst>
                <a:path w="358" h="358" extrusionOk="0">
                  <a:moveTo>
                    <a:pt x="167" y="0"/>
                  </a:moveTo>
                  <a:cubicBezTo>
                    <a:pt x="72" y="0"/>
                    <a:pt x="1" y="72"/>
                    <a:pt x="1" y="167"/>
                  </a:cubicBezTo>
                  <a:cubicBezTo>
                    <a:pt x="1" y="286"/>
                    <a:pt x="72" y="358"/>
                    <a:pt x="167" y="358"/>
                  </a:cubicBezTo>
                  <a:cubicBezTo>
                    <a:pt x="263" y="358"/>
                    <a:pt x="358" y="286"/>
                    <a:pt x="358" y="167"/>
                  </a:cubicBezTo>
                  <a:cubicBezTo>
                    <a:pt x="358" y="72"/>
                    <a:pt x="263" y="0"/>
                    <a:pt x="16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0" name="Google Shape;21950;p138"/>
            <p:cNvSpPr/>
            <p:nvPr/>
          </p:nvSpPr>
          <p:spPr>
            <a:xfrm>
              <a:off x="2064311" y="3640768"/>
              <a:ext cx="11635" cy="11635"/>
            </a:xfrm>
            <a:custGeom>
              <a:avLst/>
              <a:gdLst/>
              <a:ahLst/>
              <a:cxnLst/>
              <a:rect l="l" t="t" r="r" b="b"/>
              <a:pathLst>
                <a:path w="358" h="358" extrusionOk="0">
                  <a:moveTo>
                    <a:pt x="191" y="0"/>
                  </a:moveTo>
                  <a:cubicBezTo>
                    <a:pt x="96" y="0"/>
                    <a:pt x="1" y="72"/>
                    <a:pt x="1" y="167"/>
                  </a:cubicBezTo>
                  <a:cubicBezTo>
                    <a:pt x="1" y="286"/>
                    <a:pt x="96" y="358"/>
                    <a:pt x="191" y="358"/>
                  </a:cubicBezTo>
                  <a:cubicBezTo>
                    <a:pt x="286" y="358"/>
                    <a:pt x="358" y="286"/>
                    <a:pt x="358" y="167"/>
                  </a:cubicBezTo>
                  <a:cubicBezTo>
                    <a:pt x="358" y="72"/>
                    <a:pt x="286" y="0"/>
                    <a:pt x="19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1" name="Google Shape;21951;p138"/>
            <p:cNvSpPr/>
            <p:nvPr/>
          </p:nvSpPr>
          <p:spPr>
            <a:xfrm>
              <a:off x="2087516" y="3640768"/>
              <a:ext cx="11667" cy="11635"/>
            </a:xfrm>
            <a:custGeom>
              <a:avLst/>
              <a:gdLst/>
              <a:ahLst/>
              <a:cxnLst/>
              <a:rect l="l" t="t" r="r" b="b"/>
              <a:pathLst>
                <a:path w="359" h="358" extrusionOk="0">
                  <a:moveTo>
                    <a:pt x="191" y="0"/>
                  </a:moveTo>
                  <a:cubicBezTo>
                    <a:pt x="96" y="0"/>
                    <a:pt x="1" y="72"/>
                    <a:pt x="1" y="167"/>
                  </a:cubicBezTo>
                  <a:cubicBezTo>
                    <a:pt x="1" y="286"/>
                    <a:pt x="96" y="358"/>
                    <a:pt x="191" y="358"/>
                  </a:cubicBezTo>
                  <a:cubicBezTo>
                    <a:pt x="287" y="358"/>
                    <a:pt x="358" y="286"/>
                    <a:pt x="358" y="167"/>
                  </a:cubicBezTo>
                  <a:cubicBezTo>
                    <a:pt x="358" y="72"/>
                    <a:pt x="287" y="0"/>
                    <a:pt x="19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2" name="Google Shape;21952;p138"/>
            <p:cNvSpPr/>
            <p:nvPr/>
          </p:nvSpPr>
          <p:spPr>
            <a:xfrm>
              <a:off x="1760923" y="3662446"/>
              <a:ext cx="357597" cy="260845"/>
            </a:xfrm>
            <a:custGeom>
              <a:avLst/>
              <a:gdLst/>
              <a:ahLst/>
              <a:cxnLst/>
              <a:rect l="l" t="t" r="r" b="b"/>
              <a:pathLst>
                <a:path w="11003" h="8026" extrusionOk="0">
                  <a:moveTo>
                    <a:pt x="5478" y="0"/>
                  </a:moveTo>
                  <a:lnTo>
                    <a:pt x="0" y="191"/>
                  </a:lnTo>
                  <a:lnTo>
                    <a:pt x="0" y="7859"/>
                  </a:lnTo>
                  <a:cubicBezTo>
                    <a:pt x="0" y="7930"/>
                    <a:pt x="95" y="8026"/>
                    <a:pt x="167" y="8026"/>
                  </a:cubicBezTo>
                  <a:lnTo>
                    <a:pt x="10836" y="8026"/>
                  </a:lnTo>
                  <a:cubicBezTo>
                    <a:pt x="10931" y="8026"/>
                    <a:pt x="11003" y="7930"/>
                    <a:pt x="11003" y="7859"/>
                  </a:cubicBezTo>
                  <a:lnTo>
                    <a:pt x="11003" y="191"/>
                  </a:lnTo>
                  <a:lnTo>
                    <a:pt x="5478"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3" name="Google Shape;21953;p138"/>
            <p:cNvSpPr/>
            <p:nvPr/>
          </p:nvSpPr>
          <p:spPr>
            <a:xfrm>
              <a:off x="1760923" y="3625298"/>
              <a:ext cx="356817" cy="43355"/>
            </a:xfrm>
            <a:custGeom>
              <a:avLst/>
              <a:gdLst/>
              <a:ahLst/>
              <a:cxnLst/>
              <a:rect l="l" t="t" r="r" b="b"/>
              <a:pathLst>
                <a:path w="10979" h="1334" extrusionOk="0">
                  <a:moveTo>
                    <a:pt x="453" y="0"/>
                  </a:moveTo>
                  <a:cubicBezTo>
                    <a:pt x="215" y="0"/>
                    <a:pt x="0" y="214"/>
                    <a:pt x="0" y="453"/>
                  </a:cubicBezTo>
                  <a:lnTo>
                    <a:pt x="0" y="1334"/>
                  </a:lnTo>
                  <a:lnTo>
                    <a:pt x="10979" y="1334"/>
                  </a:lnTo>
                  <a:lnTo>
                    <a:pt x="10979" y="453"/>
                  </a:lnTo>
                  <a:cubicBezTo>
                    <a:pt x="10979" y="214"/>
                    <a:pt x="10764" y="0"/>
                    <a:pt x="10526"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4" name="Google Shape;21954;p138"/>
            <p:cNvSpPr/>
            <p:nvPr/>
          </p:nvSpPr>
          <p:spPr>
            <a:xfrm>
              <a:off x="2090636" y="3662446"/>
              <a:ext cx="27105" cy="260845"/>
            </a:xfrm>
            <a:custGeom>
              <a:avLst/>
              <a:gdLst/>
              <a:ahLst/>
              <a:cxnLst/>
              <a:rect l="l" t="t" r="r" b="b"/>
              <a:pathLst>
                <a:path w="834" h="8026" extrusionOk="0">
                  <a:moveTo>
                    <a:pt x="191" y="0"/>
                  </a:moveTo>
                  <a:lnTo>
                    <a:pt x="191" y="7859"/>
                  </a:lnTo>
                  <a:cubicBezTo>
                    <a:pt x="191" y="7930"/>
                    <a:pt x="95" y="8026"/>
                    <a:pt x="0" y="8026"/>
                  </a:cubicBezTo>
                  <a:lnTo>
                    <a:pt x="667" y="8026"/>
                  </a:lnTo>
                  <a:cubicBezTo>
                    <a:pt x="738" y="8026"/>
                    <a:pt x="834" y="7930"/>
                    <a:pt x="834" y="7859"/>
                  </a:cubicBezTo>
                  <a:lnTo>
                    <a:pt x="834" y="191"/>
                  </a:lnTo>
                  <a:lnTo>
                    <a:pt x="191" y="0"/>
                  </a:ln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5" name="Google Shape;21955;p138"/>
            <p:cNvSpPr/>
            <p:nvPr/>
          </p:nvSpPr>
          <p:spPr>
            <a:xfrm>
              <a:off x="2081341" y="3625298"/>
              <a:ext cx="36400" cy="43355"/>
            </a:xfrm>
            <a:custGeom>
              <a:avLst/>
              <a:gdLst/>
              <a:ahLst/>
              <a:cxnLst/>
              <a:rect l="l" t="t" r="r" b="b"/>
              <a:pathLst>
                <a:path w="1120" h="1334" extrusionOk="0">
                  <a:moveTo>
                    <a:pt x="0" y="0"/>
                  </a:moveTo>
                  <a:cubicBezTo>
                    <a:pt x="239" y="0"/>
                    <a:pt x="429" y="214"/>
                    <a:pt x="429" y="453"/>
                  </a:cubicBezTo>
                  <a:lnTo>
                    <a:pt x="429" y="1334"/>
                  </a:lnTo>
                  <a:lnTo>
                    <a:pt x="1096" y="1334"/>
                  </a:lnTo>
                  <a:lnTo>
                    <a:pt x="1096" y="453"/>
                  </a:lnTo>
                  <a:lnTo>
                    <a:pt x="1120" y="453"/>
                  </a:lnTo>
                  <a:cubicBezTo>
                    <a:pt x="1120" y="214"/>
                    <a:pt x="905" y="0"/>
                    <a:pt x="66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6" name="Google Shape;21956;p138"/>
            <p:cNvSpPr/>
            <p:nvPr/>
          </p:nvSpPr>
          <p:spPr>
            <a:xfrm>
              <a:off x="1955956" y="3691078"/>
              <a:ext cx="127725" cy="56518"/>
            </a:xfrm>
            <a:custGeom>
              <a:avLst/>
              <a:gdLst/>
              <a:ahLst/>
              <a:cxnLst/>
              <a:rect l="l" t="t" r="r" b="b"/>
              <a:pathLst>
                <a:path w="3930" h="1739" extrusionOk="0">
                  <a:moveTo>
                    <a:pt x="167" y="0"/>
                  </a:moveTo>
                  <a:cubicBezTo>
                    <a:pt x="72" y="0"/>
                    <a:pt x="0" y="72"/>
                    <a:pt x="24" y="119"/>
                  </a:cubicBezTo>
                  <a:lnTo>
                    <a:pt x="24" y="1310"/>
                  </a:lnTo>
                  <a:cubicBezTo>
                    <a:pt x="24" y="1382"/>
                    <a:pt x="96" y="1429"/>
                    <a:pt x="143" y="1429"/>
                  </a:cubicBezTo>
                  <a:lnTo>
                    <a:pt x="2620" y="1429"/>
                  </a:lnTo>
                  <a:cubicBezTo>
                    <a:pt x="2668" y="1429"/>
                    <a:pt x="2692" y="1453"/>
                    <a:pt x="2715" y="1477"/>
                  </a:cubicBezTo>
                  <a:lnTo>
                    <a:pt x="2834" y="1667"/>
                  </a:lnTo>
                  <a:cubicBezTo>
                    <a:pt x="2870" y="1715"/>
                    <a:pt x="2906" y="1739"/>
                    <a:pt x="2942" y="1739"/>
                  </a:cubicBezTo>
                  <a:cubicBezTo>
                    <a:pt x="2977" y="1739"/>
                    <a:pt x="3013" y="1715"/>
                    <a:pt x="3049" y="1667"/>
                  </a:cubicBezTo>
                  <a:lnTo>
                    <a:pt x="3168" y="1477"/>
                  </a:lnTo>
                  <a:cubicBezTo>
                    <a:pt x="3168" y="1453"/>
                    <a:pt x="3215" y="1429"/>
                    <a:pt x="3263" y="1429"/>
                  </a:cubicBezTo>
                  <a:lnTo>
                    <a:pt x="3811" y="1429"/>
                  </a:lnTo>
                  <a:cubicBezTo>
                    <a:pt x="3882" y="1429"/>
                    <a:pt x="3930" y="1382"/>
                    <a:pt x="3930" y="1310"/>
                  </a:cubicBezTo>
                  <a:lnTo>
                    <a:pt x="3930" y="119"/>
                  </a:lnTo>
                  <a:cubicBezTo>
                    <a:pt x="3930" y="72"/>
                    <a:pt x="3882" y="0"/>
                    <a:pt x="3811" y="0"/>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7" name="Google Shape;21957;p138"/>
            <p:cNvSpPr/>
            <p:nvPr/>
          </p:nvSpPr>
          <p:spPr>
            <a:xfrm>
              <a:off x="1955956" y="3768461"/>
              <a:ext cx="127725" cy="56550"/>
            </a:xfrm>
            <a:custGeom>
              <a:avLst/>
              <a:gdLst/>
              <a:ahLst/>
              <a:cxnLst/>
              <a:rect l="l" t="t" r="r" b="b"/>
              <a:pathLst>
                <a:path w="3930" h="1740" extrusionOk="0">
                  <a:moveTo>
                    <a:pt x="167" y="1"/>
                  </a:moveTo>
                  <a:cubicBezTo>
                    <a:pt x="72" y="1"/>
                    <a:pt x="0" y="72"/>
                    <a:pt x="24" y="120"/>
                  </a:cubicBezTo>
                  <a:lnTo>
                    <a:pt x="24" y="1311"/>
                  </a:lnTo>
                  <a:cubicBezTo>
                    <a:pt x="24" y="1382"/>
                    <a:pt x="96" y="1430"/>
                    <a:pt x="143" y="1430"/>
                  </a:cubicBezTo>
                  <a:lnTo>
                    <a:pt x="2620" y="1430"/>
                  </a:lnTo>
                  <a:cubicBezTo>
                    <a:pt x="2668" y="1430"/>
                    <a:pt x="2692" y="1453"/>
                    <a:pt x="2715" y="1477"/>
                  </a:cubicBezTo>
                  <a:lnTo>
                    <a:pt x="2834" y="1668"/>
                  </a:lnTo>
                  <a:cubicBezTo>
                    <a:pt x="2870" y="1715"/>
                    <a:pt x="2906" y="1739"/>
                    <a:pt x="2942" y="1739"/>
                  </a:cubicBezTo>
                  <a:cubicBezTo>
                    <a:pt x="2977" y="1739"/>
                    <a:pt x="3013" y="1715"/>
                    <a:pt x="3049" y="1668"/>
                  </a:cubicBezTo>
                  <a:lnTo>
                    <a:pt x="3168" y="1477"/>
                  </a:lnTo>
                  <a:cubicBezTo>
                    <a:pt x="3168" y="1453"/>
                    <a:pt x="3215" y="1430"/>
                    <a:pt x="3263" y="1430"/>
                  </a:cubicBezTo>
                  <a:lnTo>
                    <a:pt x="3811" y="1430"/>
                  </a:lnTo>
                  <a:cubicBezTo>
                    <a:pt x="3882" y="1430"/>
                    <a:pt x="3930" y="1382"/>
                    <a:pt x="3930" y="1311"/>
                  </a:cubicBezTo>
                  <a:lnTo>
                    <a:pt x="3930" y="120"/>
                  </a:lnTo>
                  <a:cubicBezTo>
                    <a:pt x="3930" y="72"/>
                    <a:pt x="3882" y="1"/>
                    <a:pt x="3811"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8" name="Google Shape;21958;p138"/>
            <p:cNvSpPr/>
            <p:nvPr/>
          </p:nvSpPr>
          <p:spPr>
            <a:xfrm>
              <a:off x="1955956" y="3846623"/>
              <a:ext cx="127725" cy="56550"/>
            </a:xfrm>
            <a:custGeom>
              <a:avLst/>
              <a:gdLst/>
              <a:ahLst/>
              <a:cxnLst/>
              <a:rect l="l" t="t" r="r" b="b"/>
              <a:pathLst>
                <a:path w="3930" h="1740" extrusionOk="0">
                  <a:moveTo>
                    <a:pt x="167" y="1"/>
                  </a:moveTo>
                  <a:cubicBezTo>
                    <a:pt x="72" y="1"/>
                    <a:pt x="0" y="72"/>
                    <a:pt x="24" y="120"/>
                  </a:cubicBezTo>
                  <a:lnTo>
                    <a:pt x="24" y="1311"/>
                  </a:lnTo>
                  <a:cubicBezTo>
                    <a:pt x="24" y="1382"/>
                    <a:pt x="96" y="1430"/>
                    <a:pt x="143" y="1430"/>
                  </a:cubicBezTo>
                  <a:lnTo>
                    <a:pt x="2620" y="1430"/>
                  </a:lnTo>
                  <a:cubicBezTo>
                    <a:pt x="2668" y="1430"/>
                    <a:pt x="2692" y="1454"/>
                    <a:pt x="2715" y="1501"/>
                  </a:cubicBezTo>
                  <a:lnTo>
                    <a:pt x="2834" y="1668"/>
                  </a:lnTo>
                  <a:cubicBezTo>
                    <a:pt x="2870" y="1716"/>
                    <a:pt x="2906" y="1739"/>
                    <a:pt x="2942" y="1739"/>
                  </a:cubicBezTo>
                  <a:cubicBezTo>
                    <a:pt x="2977" y="1739"/>
                    <a:pt x="3013" y="1716"/>
                    <a:pt x="3049" y="1668"/>
                  </a:cubicBezTo>
                  <a:lnTo>
                    <a:pt x="3168" y="1501"/>
                  </a:lnTo>
                  <a:cubicBezTo>
                    <a:pt x="3168" y="1477"/>
                    <a:pt x="3215" y="1430"/>
                    <a:pt x="3263" y="1430"/>
                  </a:cubicBezTo>
                  <a:lnTo>
                    <a:pt x="3811" y="1430"/>
                  </a:lnTo>
                  <a:cubicBezTo>
                    <a:pt x="3882" y="1430"/>
                    <a:pt x="3930" y="1382"/>
                    <a:pt x="3930" y="1311"/>
                  </a:cubicBezTo>
                  <a:lnTo>
                    <a:pt x="3930" y="120"/>
                  </a:lnTo>
                  <a:cubicBezTo>
                    <a:pt x="3930" y="72"/>
                    <a:pt x="3882" y="1"/>
                    <a:pt x="3811"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9" name="Google Shape;21959;p138"/>
            <p:cNvSpPr/>
            <p:nvPr/>
          </p:nvSpPr>
          <p:spPr>
            <a:xfrm>
              <a:off x="2058883" y="3691078"/>
              <a:ext cx="24797" cy="46475"/>
            </a:xfrm>
            <a:custGeom>
              <a:avLst/>
              <a:gdLst/>
              <a:ahLst/>
              <a:cxnLst/>
              <a:rect l="l" t="t" r="r" b="b"/>
              <a:pathLst>
                <a:path w="763" h="1430" extrusionOk="0">
                  <a:moveTo>
                    <a:pt x="1" y="0"/>
                  </a:moveTo>
                  <a:cubicBezTo>
                    <a:pt x="1" y="0"/>
                    <a:pt x="120" y="72"/>
                    <a:pt x="120" y="119"/>
                  </a:cubicBezTo>
                  <a:lnTo>
                    <a:pt x="120" y="1286"/>
                  </a:lnTo>
                  <a:cubicBezTo>
                    <a:pt x="120" y="1310"/>
                    <a:pt x="96" y="1382"/>
                    <a:pt x="96" y="1382"/>
                  </a:cubicBezTo>
                  <a:lnTo>
                    <a:pt x="96" y="1429"/>
                  </a:lnTo>
                  <a:lnTo>
                    <a:pt x="644" y="1429"/>
                  </a:lnTo>
                  <a:cubicBezTo>
                    <a:pt x="715" y="1429"/>
                    <a:pt x="763" y="1382"/>
                    <a:pt x="763" y="1310"/>
                  </a:cubicBezTo>
                  <a:lnTo>
                    <a:pt x="763" y="119"/>
                  </a:lnTo>
                  <a:cubicBezTo>
                    <a:pt x="763" y="72"/>
                    <a:pt x="715" y="0"/>
                    <a:pt x="644"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0" name="Google Shape;21960;p138"/>
            <p:cNvSpPr/>
            <p:nvPr/>
          </p:nvSpPr>
          <p:spPr>
            <a:xfrm>
              <a:off x="2062003" y="3768461"/>
              <a:ext cx="21678" cy="46475"/>
            </a:xfrm>
            <a:custGeom>
              <a:avLst/>
              <a:gdLst/>
              <a:ahLst/>
              <a:cxnLst/>
              <a:rect l="l" t="t" r="r" b="b"/>
              <a:pathLst>
                <a:path w="667" h="1430" extrusionOk="0">
                  <a:moveTo>
                    <a:pt x="0" y="1"/>
                  </a:moveTo>
                  <a:lnTo>
                    <a:pt x="0" y="72"/>
                  </a:lnTo>
                  <a:cubicBezTo>
                    <a:pt x="24" y="96"/>
                    <a:pt x="24" y="120"/>
                    <a:pt x="24" y="144"/>
                  </a:cubicBezTo>
                  <a:lnTo>
                    <a:pt x="24" y="1311"/>
                  </a:lnTo>
                  <a:cubicBezTo>
                    <a:pt x="24" y="1334"/>
                    <a:pt x="0" y="1406"/>
                    <a:pt x="0" y="1406"/>
                  </a:cubicBezTo>
                  <a:lnTo>
                    <a:pt x="0" y="1430"/>
                  </a:lnTo>
                  <a:lnTo>
                    <a:pt x="548" y="1430"/>
                  </a:lnTo>
                  <a:cubicBezTo>
                    <a:pt x="619" y="1430"/>
                    <a:pt x="667" y="1382"/>
                    <a:pt x="667" y="1311"/>
                  </a:cubicBezTo>
                  <a:lnTo>
                    <a:pt x="667" y="120"/>
                  </a:lnTo>
                  <a:cubicBezTo>
                    <a:pt x="667" y="72"/>
                    <a:pt x="619" y="1"/>
                    <a:pt x="54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1" name="Google Shape;21961;p138"/>
            <p:cNvSpPr/>
            <p:nvPr/>
          </p:nvSpPr>
          <p:spPr>
            <a:xfrm>
              <a:off x="2062003" y="3846623"/>
              <a:ext cx="21678" cy="46475"/>
            </a:xfrm>
            <a:custGeom>
              <a:avLst/>
              <a:gdLst/>
              <a:ahLst/>
              <a:cxnLst/>
              <a:rect l="l" t="t" r="r" b="b"/>
              <a:pathLst>
                <a:path w="667" h="1430" extrusionOk="0">
                  <a:moveTo>
                    <a:pt x="0" y="1"/>
                  </a:moveTo>
                  <a:lnTo>
                    <a:pt x="0" y="49"/>
                  </a:lnTo>
                  <a:cubicBezTo>
                    <a:pt x="24" y="72"/>
                    <a:pt x="24" y="96"/>
                    <a:pt x="24" y="120"/>
                  </a:cubicBezTo>
                  <a:lnTo>
                    <a:pt x="24" y="1287"/>
                  </a:lnTo>
                  <a:cubicBezTo>
                    <a:pt x="24" y="1311"/>
                    <a:pt x="0" y="1382"/>
                    <a:pt x="0" y="1382"/>
                  </a:cubicBezTo>
                  <a:lnTo>
                    <a:pt x="0" y="1430"/>
                  </a:lnTo>
                  <a:lnTo>
                    <a:pt x="548" y="1430"/>
                  </a:lnTo>
                  <a:cubicBezTo>
                    <a:pt x="619" y="1430"/>
                    <a:pt x="667" y="1382"/>
                    <a:pt x="667" y="1311"/>
                  </a:cubicBezTo>
                  <a:lnTo>
                    <a:pt x="667" y="120"/>
                  </a:lnTo>
                  <a:cubicBezTo>
                    <a:pt x="667" y="72"/>
                    <a:pt x="619" y="1"/>
                    <a:pt x="548"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2" name="Google Shape;21962;p138"/>
            <p:cNvSpPr/>
            <p:nvPr/>
          </p:nvSpPr>
          <p:spPr>
            <a:xfrm>
              <a:off x="1785688" y="3865993"/>
              <a:ext cx="129285" cy="57297"/>
            </a:xfrm>
            <a:custGeom>
              <a:avLst/>
              <a:gdLst/>
              <a:ahLst/>
              <a:cxnLst/>
              <a:rect l="l" t="t" r="r" b="b"/>
              <a:pathLst>
                <a:path w="3978" h="1763" extrusionOk="0">
                  <a:moveTo>
                    <a:pt x="1477" y="0"/>
                  </a:moveTo>
                  <a:lnTo>
                    <a:pt x="1477" y="643"/>
                  </a:lnTo>
                  <a:cubicBezTo>
                    <a:pt x="1477" y="691"/>
                    <a:pt x="1429" y="762"/>
                    <a:pt x="1382" y="762"/>
                  </a:cubicBezTo>
                  <a:lnTo>
                    <a:pt x="429" y="1143"/>
                  </a:lnTo>
                  <a:cubicBezTo>
                    <a:pt x="310" y="1191"/>
                    <a:pt x="191" y="1286"/>
                    <a:pt x="119" y="1429"/>
                  </a:cubicBezTo>
                  <a:cubicBezTo>
                    <a:pt x="96" y="1524"/>
                    <a:pt x="48" y="1644"/>
                    <a:pt x="0" y="1763"/>
                  </a:cubicBezTo>
                  <a:lnTo>
                    <a:pt x="3977" y="1763"/>
                  </a:lnTo>
                  <a:cubicBezTo>
                    <a:pt x="3930" y="1644"/>
                    <a:pt x="3906" y="1548"/>
                    <a:pt x="3858" y="1429"/>
                  </a:cubicBezTo>
                  <a:cubicBezTo>
                    <a:pt x="3787" y="1310"/>
                    <a:pt x="3668" y="1191"/>
                    <a:pt x="3549" y="1143"/>
                  </a:cubicBezTo>
                  <a:lnTo>
                    <a:pt x="2596" y="762"/>
                  </a:lnTo>
                  <a:cubicBezTo>
                    <a:pt x="2548" y="715"/>
                    <a:pt x="2501" y="691"/>
                    <a:pt x="2501" y="643"/>
                  </a:cubicBezTo>
                  <a:lnTo>
                    <a:pt x="250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3" name="Google Shape;21963;p138"/>
            <p:cNvSpPr/>
            <p:nvPr/>
          </p:nvSpPr>
          <p:spPr>
            <a:xfrm>
              <a:off x="1851468" y="3881463"/>
              <a:ext cx="63505" cy="42607"/>
            </a:xfrm>
            <a:custGeom>
              <a:avLst/>
              <a:gdLst/>
              <a:ahLst/>
              <a:cxnLst/>
              <a:rect l="l" t="t" r="r" b="b"/>
              <a:pathLst>
                <a:path w="1954" h="1311" extrusionOk="0">
                  <a:moveTo>
                    <a:pt x="1" y="1"/>
                  </a:moveTo>
                  <a:lnTo>
                    <a:pt x="1" y="429"/>
                  </a:lnTo>
                  <a:cubicBezTo>
                    <a:pt x="1" y="477"/>
                    <a:pt x="48" y="548"/>
                    <a:pt x="96" y="548"/>
                  </a:cubicBezTo>
                  <a:lnTo>
                    <a:pt x="1048" y="929"/>
                  </a:lnTo>
                  <a:cubicBezTo>
                    <a:pt x="1191" y="977"/>
                    <a:pt x="1287" y="1072"/>
                    <a:pt x="1358" y="1215"/>
                  </a:cubicBezTo>
                  <a:cubicBezTo>
                    <a:pt x="1358" y="1263"/>
                    <a:pt x="1382" y="1287"/>
                    <a:pt x="1382" y="1310"/>
                  </a:cubicBezTo>
                  <a:lnTo>
                    <a:pt x="1953" y="1310"/>
                  </a:lnTo>
                  <a:cubicBezTo>
                    <a:pt x="1953" y="1191"/>
                    <a:pt x="1906" y="1072"/>
                    <a:pt x="1858" y="1001"/>
                  </a:cubicBezTo>
                  <a:cubicBezTo>
                    <a:pt x="1787" y="882"/>
                    <a:pt x="1668" y="763"/>
                    <a:pt x="1548" y="691"/>
                  </a:cubicBezTo>
                  <a:lnTo>
                    <a:pt x="596" y="310"/>
                  </a:lnTo>
                  <a:cubicBezTo>
                    <a:pt x="548" y="286"/>
                    <a:pt x="524" y="239"/>
                    <a:pt x="524" y="191"/>
                  </a:cubicBezTo>
                  <a:lnTo>
                    <a:pt x="524"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4" name="Google Shape;21964;p138"/>
            <p:cNvSpPr/>
            <p:nvPr/>
          </p:nvSpPr>
          <p:spPr>
            <a:xfrm>
              <a:off x="1801158" y="3757638"/>
              <a:ext cx="100653" cy="100653"/>
            </a:xfrm>
            <a:custGeom>
              <a:avLst/>
              <a:gdLst/>
              <a:ahLst/>
              <a:cxnLst/>
              <a:rect l="l" t="t" r="r" b="b"/>
              <a:pathLst>
                <a:path w="3097" h="3097" extrusionOk="0">
                  <a:moveTo>
                    <a:pt x="1549" y="0"/>
                  </a:moveTo>
                  <a:cubicBezTo>
                    <a:pt x="691" y="0"/>
                    <a:pt x="1" y="691"/>
                    <a:pt x="1" y="1548"/>
                  </a:cubicBezTo>
                  <a:cubicBezTo>
                    <a:pt x="1" y="2406"/>
                    <a:pt x="691" y="3096"/>
                    <a:pt x="1549" y="3096"/>
                  </a:cubicBezTo>
                  <a:cubicBezTo>
                    <a:pt x="2406" y="3096"/>
                    <a:pt x="3096" y="2406"/>
                    <a:pt x="3096" y="1548"/>
                  </a:cubicBezTo>
                  <a:cubicBezTo>
                    <a:pt x="3096" y="691"/>
                    <a:pt x="2406" y="0"/>
                    <a:pt x="1549"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5" name="Google Shape;21965;p138"/>
            <p:cNvSpPr/>
            <p:nvPr/>
          </p:nvSpPr>
          <p:spPr>
            <a:xfrm>
              <a:off x="1800378" y="3789586"/>
              <a:ext cx="102213" cy="95582"/>
            </a:xfrm>
            <a:custGeom>
              <a:avLst/>
              <a:gdLst/>
              <a:ahLst/>
              <a:cxnLst/>
              <a:rect l="l" t="t" r="r" b="b"/>
              <a:pathLst>
                <a:path w="3145" h="2941" extrusionOk="0">
                  <a:moveTo>
                    <a:pt x="2270" y="1"/>
                  </a:moveTo>
                  <a:cubicBezTo>
                    <a:pt x="2110" y="1"/>
                    <a:pt x="1912" y="262"/>
                    <a:pt x="1787" y="303"/>
                  </a:cubicBezTo>
                  <a:cubicBezTo>
                    <a:pt x="1644" y="327"/>
                    <a:pt x="1573" y="327"/>
                    <a:pt x="1382" y="327"/>
                  </a:cubicBezTo>
                  <a:cubicBezTo>
                    <a:pt x="1214" y="306"/>
                    <a:pt x="1027" y="25"/>
                    <a:pt x="887" y="25"/>
                  </a:cubicBezTo>
                  <a:cubicBezTo>
                    <a:pt x="869" y="25"/>
                    <a:pt x="851" y="30"/>
                    <a:pt x="834" y="41"/>
                  </a:cubicBezTo>
                  <a:cubicBezTo>
                    <a:pt x="787" y="65"/>
                    <a:pt x="739" y="137"/>
                    <a:pt x="715" y="184"/>
                  </a:cubicBezTo>
                  <a:cubicBezTo>
                    <a:pt x="572" y="541"/>
                    <a:pt x="1" y="2089"/>
                    <a:pt x="1072" y="2780"/>
                  </a:cubicBezTo>
                  <a:cubicBezTo>
                    <a:pt x="1215" y="2887"/>
                    <a:pt x="1394" y="2941"/>
                    <a:pt x="1573" y="2941"/>
                  </a:cubicBezTo>
                  <a:cubicBezTo>
                    <a:pt x="1751" y="2941"/>
                    <a:pt x="1930" y="2887"/>
                    <a:pt x="2073" y="2780"/>
                  </a:cubicBezTo>
                  <a:cubicBezTo>
                    <a:pt x="3144" y="2089"/>
                    <a:pt x="2597" y="541"/>
                    <a:pt x="2430" y="184"/>
                  </a:cubicBezTo>
                  <a:cubicBezTo>
                    <a:pt x="2406" y="89"/>
                    <a:pt x="2382" y="41"/>
                    <a:pt x="2335" y="18"/>
                  </a:cubicBezTo>
                  <a:cubicBezTo>
                    <a:pt x="2314" y="6"/>
                    <a:pt x="2292" y="1"/>
                    <a:pt x="227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6" name="Google Shape;21966;p138"/>
            <p:cNvSpPr/>
            <p:nvPr/>
          </p:nvSpPr>
          <p:spPr>
            <a:xfrm>
              <a:off x="1839866" y="3789488"/>
              <a:ext cx="63505" cy="93860"/>
            </a:xfrm>
            <a:custGeom>
              <a:avLst/>
              <a:gdLst/>
              <a:ahLst/>
              <a:cxnLst/>
              <a:rect l="l" t="t" r="r" b="b"/>
              <a:pathLst>
                <a:path w="1954" h="2888" extrusionOk="0">
                  <a:moveTo>
                    <a:pt x="1052" y="0"/>
                  </a:moveTo>
                  <a:cubicBezTo>
                    <a:pt x="920" y="0"/>
                    <a:pt x="758" y="202"/>
                    <a:pt x="596" y="282"/>
                  </a:cubicBezTo>
                  <a:cubicBezTo>
                    <a:pt x="786" y="783"/>
                    <a:pt x="1167" y="2116"/>
                    <a:pt x="191" y="2759"/>
                  </a:cubicBezTo>
                  <a:lnTo>
                    <a:pt x="0" y="2831"/>
                  </a:lnTo>
                  <a:cubicBezTo>
                    <a:pt x="115" y="2869"/>
                    <a:pt x="233" y="2888"/>
                    <a:pt x="349" y="2888"/>
                  </a:cubicBezTo>
                  <a:cubicBezTo>
                    <a:pt x="522" y="2888"/>
                    <a:pt x="691" y="2845"/>
                    <a:pt x="834" y="2759"/>
                  </a:cubicBezTo>
                  <a:cubicBezTo>
                    <a:pt x="1953" y="2069"/>
                    <a:pt x="1382" y="521"/>
                    <a:pt x="1239" y="163"/>
                  </a:cubicBezTo>
                  <a:cubicBezTo>
                    <a:pt x="1191" y="92"/>
                    <a:pt x="1167" y="44"/>
                    <a:pt x="1120" y="21"/>
                  </a:cubicBezTo>
                  <a:cubicBezTo>
                    <a:pt x="1098" y="6"/>
                    <a:pt x="1076" y="0"/>
                    <a:pt x="1052"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7" name="Google Shape;21967;p138"/>
            <p:cNvSpPr/>
            <p:nvPr/>
          </p:nvSpPr>
          <p:spPr>
            <a:xfrm>
              <a:off x="1760923" y="3691078"/>
              <a:ext cx="106047" cy="34840"/>
            </a:xfrm>
            <a:custGeom>
              <a:avLst/>
              <a:gdLst/>
              <a:ahLst/>
              <a:cxnLst/>
              <a:rect l="l" t="t" r="r" b="b"/>
              <a:pathLst>
                <a:path w="3263" h="1072" extrusionOk="0">
                  <a:moveTo>
                    <a:pt x="0" y="0"/>
                  </a:moveTo>
                  <a:lnTo>
                    <a:pt x="0" y="1072"/>
                  </a:lnTo>
                  <a:lnTo>
                    <a:pt x="2739" y="1072"/>
                  </a:lnTo>
                  <a:cubicBezTo>
                    <a:pt x="3025" y="1072"/>
                    <a:pt x="3263" y="834"/>
                    <a:pt x="3263" y="548"/>
                  </a:cubicBezTo>
                  <a:cubicBezTo>
                    <a:pt x="3263" y="238"/>
                    <a:pt x="3025" y="0"/>
                    <a:pt x="2739"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8" name="Google Shape;21968;p138"/>
            <p:cNvSpPr/>
            <p:nvPr/>
          </p:nvSpPr>
          <p:spPr>
            <a:xfrm>
              <a:off x="1828263" y="3691078"/>
              <a:ext cx="38708" cy="34840"/>
            </a:xfrm>
            <a:custGeom>
              <a:avLst/>
              <a:gdLst/>
              <a:ahLst/>
              <a:cxnLst/>
              <a:rect l="l" t="t" r="r" b="b"/>
              <a:pathLst>
                <a:path w="1191" h="1072" extrusionOk="0">
                  <a:moveTo>
                    <a:pt x="0" y="0"/>
                  </a:moveTo>
                  <a:cubicBezTo>
                    <a:pt x="310" y="0"/>
                    <a:pt x="548" y="238"/>
                    <a:pt x="548" y="548"/>
                  </a:cubicBezTo>
                  <a:cubicBezTo>
                    <a:pt x="548" y="834"/>
                    <a:pt x="310" y="1072"/>
                    <a:pt x="0" y="1072"/>
                  </a:cubicBezTo>
                  <a:lnTo>
                    <a:pt x="667" y="1072"/>
                  </a:lnTo>
                  <a:cubicBezTo>
                    <a:pt x="953" y="1072"/>
                    <a:pt x="1191" y="834"/>
                    <a:pt x="1191" y="548"/>
                  </a:cubicBezTo>
                  <a:cubicBezTo>
                    <a:pt x="1191" y="238"/>
                    <a:pt x="953" y="0"/>
                    <a:pt x="667" y="0"/>
                  </a:cubicBezTo>
                  <a:close/>
                </a:path>
              </a:pathLst>
            </a:custGeom>
            <a:solidFill>
              <a:srgbClr val="AD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9" name="Google Shape;21969;p138"/>
            <p:cNvSpPr/>
            <p:nvPr/>
          </p:nvSpPr>
          <p:spPr>
            <a:xfrm>
              <a:off x="1986148" y="3708108"/>
              <a:ext cx="66592" cy="10855"/>
            </a:xfrm>
            <a:custGeom>
              <a:avLst/>
              <a:gdLst/>
              <a:ahLst/>
              <a:cxnLst/>
              <a:rect l="l" t="t" r="r" b="b"/>
              <a:pathLst>
                <a:path w="2049" h="334" extrusionOk="0">
                  <a:moveTo>
                    <a:pt x="143" y="0"/>
                  </a:moveTo>
                  <a:cubicBezTo>
                    <a:pt x="72" y="0"/>
                    <a:pt x="0" y="95"/>
                    <a:pt x="0" y="191"/>
                  </a:cubicBezTo>
                  <a:cubicBezTo>
                    <a:pt x="0" y="286"/>
                    <a:pt x="96" y="334"/>
                    <a:pt x="191" y="334"/>
                  </a:cubicBezTo>
                  <a:lnTo>
                    <a:pt x="1882" y="334"/>
                  </a:lnTo>
                  <a:cubicBezTo>
                    <a:pt x="1977" y="334"/>
                    <a:pt x="2048" y="262"/>
                    <a:pt x="2024" y="167"/>
                  </a:cubicBezTo>
                  <a:cubicBezTo>
                    <a:pt x="2024" y="72"/>
                    <a:pt x="1929" y="0"/>
                    <a:pt x="1858" y="0"/>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0" name="Google Shape;21970;p138"/>
            <p:cNvSpPr/>
            <p:nvPr/>
          </p:nvSpPr>
          <p:spPr>
            <a:xfrm>
              <a:off x="1986148" y="3785491"/>
              <a:ext cx="66592" cy="10888"/>
            </a:xfrm>
            <a:custGeom>
              <a:avLst/>
              <a:gdLst/>
              <a:ahLst/>
              <a:cxnLst/>
              <a:rect l="l" t="t" r="r" b="b"/>
              <a:pathLst>
                <a:path w="2049" h="335" extrusionOk="0">
                  <a:moveTo>
                    <a:pt x="143" y="1"/>
                  </a:moveTo>
                  <a:cubicBezTo>
                    <a:pt x="72" y="1"/>
                    <a:pt x="0" y="96"/>
                    <a:pt x="0" y="191"/>
                  </a:cubicBezTo>
                  <a:cubicBezTo>
                    <a:pt x="0" y="286"/>
                    <a:pt x="96" y="334"/>
                    <a:pt x="191" y="334"/>
                  </a:cubicBezTo>
                  <a:lnTo>
                    <a:pt x="1882" y="334"/>
                  </a:lnTo>
                  <a:cubicBezTo>
                    <a:pt x="1977" y="334"/>
                    <a:pt x="2048" y="263"/>
                    <a:pt x="2024" y="167"/>
                  </a:cubicBezTo>
                  <a:cubicBezTo>
                    <a:pt x="2024" y="72"/>
                    <a:pt x="1929" y="1"/>
                    <a:pt x="185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1" name="Google Shape;21971;p138"/>
            <p:cNvSpPr/>
            <p:nvPr/>
          </p:nvSpPr>
          <p:spPr>
            <a:xfrm>
              <a:off x="1986148" y="3864433"/>
              <a:ext cx="66592" cy="10888"/>
            </a:xfrm>
            <a:custGeom>
              <a:avLst/>
              <a:gdLst/>
              <a:ahLst/>
              <a:cxnLst/>
              <a:rect l="l" t="t" r="r" b="b"/>
              <a:pathLst>
                <a:path w="2049" h="335" extrusionOk="0">
                  <a:moveTo>
                    <a:pt x="143" y="1"/>
                  </a:moveTo>
                  <a:cubicBezTo>
                    <a:pt x="72" y="1"/>
                    <a:pt x="0" y="96"/>
                    <a:pt x="0" y="167"/>
                  </a:cubicBezTo>
                  <a:cubicBezTo>
                    <a:pt x="0" y="263"/>
                    <a:pt x="96" y="334"/>
                    <a:pt x="191" y="334"/>
                  </a:cubicBezTo>
                  <a:lnTo>
                    <a:pt x="1882" y="334"/>
                  </a:lnTo>
                  <a:cubicBezTo>
                    <a:pt x="1977" y="334"/>
                    <a:pt x="2048" y="239"/>
                    <a:pt x="2024" y="144"/>
                  </a:cubicBezTo>
                  <a:cubicBezTo>
                    <a:pt x="2024" y="48"/>
                    <a:pt x="1929" y="1"/>
                    <a:pt x="1858"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72" name="Google Shape;21972;p138"/>
          <p:cNvGrpSpPr/>
          <p:nvPr/>
        </p:nvGrpSpPr>
        <p:grpSpPr>
          <a:xfrm>
            <a:off x="1006306" y="3453983"/>
            <a:ext cx="373068" cy="335498"/>
            <a:chOff x="1006306" y="3606383"/>
            <a:chExt cx="373068" cy="335498"/>
          </a:xfrm>
        </p:grpSpPr>
        <p:sp>
          <p:nvSpPr>
            <p:cNvPr id="21973" name="Google Shape;21973;p138"/>
            <p:cNvSpPr/>
            <p:nvPr/>
          </p:nvSpPr>
          <p:spPr>
            <a:xfrm>
              <a:off x="1027951" y="3713503"/>
              <a:ext cx="312715" cy="217522"/>
            </a:xfrm>
            <a:custGeom>
              <a:avLst/>
              <a:gdLst/>
              <a:ahLst/>
              <a:cxnLst/>
              <a:rect l="l" t="t" r="r" b="b"/>
              <a:pathLst>
                <a:path w="9622" h="6693" extrusionOk="0">
                  <a:moveTo>
                    <a:pt x="430" y="1"/>
                  </a:moveTo>
                  <a:cubicBezTo>
                    <a:pt x="191" y="1"/>
                    <a:pt x="1" y="168"/>
                    <a:pt x="1" y="406"/>
                  </a:cubicBezTo>
                  <a:lnTo>
                    <a:pt x="1" y="6240"/>
                  </a:lnTo>
                  <a:lnTo>
                    <a:pt x="4740" y="6693"/>
                  </a:lnTo>
                  <a:lnTo>
                    <a:pt x="9622" y="6240"/>
                  </a:lnTo>
                  <a:lnTo>
                    <a:pt x="9622" y="406"/>
                  </a:lnTo>
                  <a:cubicBezTo>
                    <a:pt x="9598" y="168"/>
                    <a:pt x="9431" y="1"/>
                    <a:pt x="921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4" name="Google Shape;21974;p138"/>
            <p:cNvSpPr/>
            <p:nvPr/>
          </p:nvSpPr>
          <p:spPr>
            <a:xfrm>
              <a:off x="1051968" y="3736741"/>
              <a:ext cx="264713" cy="194285"/>
            </a:xfrm>
            <a:custGeom>
              <a:avLst/>
              <a:gdLst/>
              <a:ahLst/>
              <a:cxnLst/>
              <a:rect l="l" t="t" r="r" b="b"/>
              <a:pathLst>
                <a:path w="8145" h="5978" extrusionOk="0">
                  <a:moveTo>
                    <a:pt x="167" y="0"/>
                  </a:moveTo>
                  <a:cubicBezTo>
                    <a:pt x="72" y="0"/>
                    <a:pt x="0" y="96"/>
                    <a:pt x="0" y="167"/>
                  </a:cubicBezTo>
                  <a:lnTo>
                    <a:pt x="0" y="5525"/>
                  </a:lnTo>
                  <a:lnTo>
                    <a:pt x="3977" y="5978"/>
                  </a:lnTo>
                  <a:lnTo>
                    <a:pt x="8145" y="5525"/>
                  </a:lnTo>
                  <a:lnTo>
                    <a:pt x="8145" y="167"/>
                  </a:lnTo>
                  <a:cubicBezTo>
                    <a:pt x="8145" y="96"/>
                    <a:pt x="8049" y="0"/>
                    <a:pt x="7954" y="0"/>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5" name="Google Shape;21975;p138"/>
            <p:cNvSpPr/>
            <p:nvPr/>
          </p:nvSpPr>
          <p:spPr>
            <a:xfrm>
              <a:off x="1290356" y="3736741"/>
              <a:ext cx="27105" cy="179595"/>
            </a:xfrm>
            <a:custGeom>
              <a:avLst/>
              <a:gdLst/>
              <a:ahLst/>
              <a:cxnLst/>
              <a:rect l="l" t="t" r="r" b="b"/>
              <a:pathLst>
                <a:path w="834" h="5526" extrusionOk="0">
                  <a:moveTo>
                    <a:pt x="0" y="0"/>
                  </a:moveTo>
                  <a:cubicBezTo>
                    <a:pt x="95" y="0"/>
                    <a:pt x="191" y="96"/>
                    <a:pt x="191" y="167"/>
                  </a:cubicBezTo>
                  <a:lnTo>
                    <a:pt x="191" y="5525"/>
                  </a:lnTo>
                  <a:lnTo>
                    <a:pt x="834" y="5525"/>
                  </a:lnTo>
                  <a:lnTo>
                    <a:pt x="834" y="167"/>
                  </a:lnTo>
                  <a:cubicBezTo>
                    <a:pt x="834" y="96"/>
                    <a:pt x="786" y="0"/>
                    <a:pt x="667" y="0"/>
                  </a:cubicBez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6" name="Google Shape;21976;p138"/>
            <p:cNvSpPr/>
            <p:nvPr/>
          </p:nvSpPr>
          <p:spPr>
            <a:xfrm>
              <a:off x="1307353" y="3713503"/>
              <a:ext cx="34873" cy="209788"/>
            </a:xfrm>
            <a:custGeom>
              <a:avLst/>
              <a:gdLst/>
              <a:ahLst/>
              <a:cxnLst/>
              <a:rect l="l" t="t" r="r" b="b"/>
              <a:pathLst>
                <a:path w="1073" h="6455" extrusionOk="0">
                  <a:moveTo>
                    <a:pt x="1" y="1"/>
                  </a:moveTo>
                  <a:cubicBezTo>
                    <a:pt x="239" y="1"/>
                    <a:pt x="406" y="168"/>
                    <a:pt x="406" y="406"/>
                  </a:cubicBezTo>
                  <a:lnTo>
                    <a:pt x="406" y="6240"/>
                  </a:lnTo>
                  <a:lnTo>
                    <a:pt x="763" y="6455"/>
                  </a:lnTo>
                  <a:lnTo>
                    <a:pt x="1073" y="6240"/>
                  </a:lnTo>
                  <a:lnTo>
                    <a:pt x="1073" y="406"/>
                  </a:lnTo>
                  <a:cubicBezTo>
                    <a:pt x="1025" y="168"/>
                    <a:pt x="858" y="1"/>
                    <a:pt x="644"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7" name="Google Shape;21977;p138"/>
            <p:cNvSpPr/>
            <p:nvPr/>
          </p:nvSpPr>
          <p:spPr>
            <a:xfrm>
              <a:off x="1110793" y="3606871"/>
              <a:ext cx="268580" cy="249372"/>
            </a:xfrm>
            <a:custGeom>
              <a:avLst/>
              <a:gdLst/>
              <a:ahLst/>
              <a:cxnLst/>
              <a:rect l="l" t="t" r="r" b="b"/>
              <a:pathLst>
                <a:path w="8264" h="7673" extrusionOk="0">
                  <a:moveTo>
                    <a:pt x="4107" y="1"/>
                  </a:moveTo>
                  <a:cubicBezTo>
                    <a:pt x="2713" y="1"/>
                    <a:pt x="1373" y="795"/>
                    <a:pt x="762" y="2139"/>
                  </a:cubicBezTo>
                  <a:cubicBezTo>
                    <a:pt x="0" y="3853"/>
                    <a:pt x="619" y="5830"/>
                    <a:pt x="2167" y="6783"/>
                  </a:cubicBezTo>
                  <a:lnTo>
                    <a:pt x="2262" y="7592"/>
                  </a:lnTo>
                  <a:cubicBezTo>
                    <a:pt x="2262" y="7646"/>
                    <a:pt x="2289" y="7673"/>
                    <a:pt x="2323" y="7673"/>
                  </a:cubicBezTo>
                  <a:cubicBezTo>
                    <a:pt x="2334" y="7673"/>
                    <a:pt x="2346" y="7670"/>
                    <a:pt x="2358" y="7664"/>
                  </a:cubicBezTo>
                  <a:lnTo>
                    <a:pt x="3001" y="7187"/>
                  </a:lnTo>
                  <a:cubicBezTo>
                    <a:pt x="3359" y="7300"/>
                    <a:pt x="3725" y="7355"/>
                    <a:pt x="4087" y="7355"/>
                  </a:cubicBezTo>
                  <a:cubicBezTo>
                    <a:pt x="5478" y="7355"/>
                    <a:pt x="6806" y="6553"/>
                    <a:pt x="7430" y="5211"/>
                  </a:cubicBezTo>
                  <a:cubicBezTo>
                    <a:pt x="8264" y="3377"/>
                    <a:pt x="7454" y="1186"/>
                    <a:pt x="5620" y="329"/>
                  </a:cubicBezTo>
                  <a:cubicBezTo>
                    <a:pt x="5131" y="106"/>
                    <a:pt x="4615" y="1"/>
                    <a:pt x="410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8" name="Google Shape;21978;p138"/>
            <p:cNvSpPr/>
            <p:nvPr/>
          </p:nvSpPr>
          <p:spPr>
            <a:xfrm>
              <a:off x="1233838" y="3606383"/>
              <a:ext cx="145535" cy="239265"/>
            </a:xfrm>
            <a:custGeom>
              <a:avLst/>
              <a:gdLst/>
              <a:ahLst/>
              <a:cxnLst/>
              <a:rect l="l" t="t" r="r" b="b"/>
              <a:pathLst>
                <a:path w="4478" h="7362" extrusionOk="0">
                  <a:moveTo>
                    <a:pt x="261" y="0"/>
                  </a:moveTo>
                  <a:cubicBezTo>
                    <a:pt x="173" y="0"/>
                    <a:pt x="86" y="4"/>
                    <a:pt x="1" y="11"/>
                  </a:cubicBezTo>
                  <a:cubicBezTo>
                    <a:pt x="405" y="58"/>
                    <a:pt x="786" y="153"/>
                    <a:pt x="1191" y="344"/>
                  </a:cubicBezTo>
                  <a:cubicBezTo>
                    <a:pt x="3025" y="1177"/>
                    <a:pt x="3835" y="3392"/>
                    <a:pt x="3001" y="5226"/>
                  </a:cubicBezTo>
                  <a:cubicBezTo>
                    <a:pt x="2430" y="6464"/>
                    <a:pt x="1239" y="7250"/>
                    <a:pt x="1" y="7345"/>
                  </a:cubicBezTo>
                  <a:cubicBezTo>
                    <a:pt x="112" y="7356"/>
                    <a:pt x="223" y="7361"/>
                    <a:pt x="334" y="7361"/>
                  </a:cubicBezTo>
                  <a:cubicBezTo>
                    <a:pt x="1719" y="7361"/>
                    <a:pt x="3049" y="6549"/>
                    <a:pt x="3644" y="5226"/>
                  </a:cubicBezTo>
                  <a:cubicBezTo>
                    <a:pt x="4478" y="3392"/>
                    <a:pt x="3692" y="1177"/>
                    <a:pt x="1834" y="344"/>
                  </a:cubicBezTo>
                  <a:cubicBezTo>
                    <a:pt x="1325" y="120"/>
                    <a:pt x="781" y="0"/>
                    <a:pt x="261"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9" name="Google Shape;21979;p138"/>
            <p:cNvSpPr/>
            <p:nvPr/>
          </p:nvSpPr>
          <p:spPr>
            <a:xfrm>
              <a:off x="1192043" y="3694621"/>
              <a:ext cx="137020" cy="99418"/>
            </a:xfrm>
            <a:custGeom>
              <a:avLst/>
              <a:gdLst/>
              <a:ahLst/>
              <a:cxnLst/>
              <a:rect l="l" t="t" r="r" b="b"/>
              <a:pathLst>
                <a:path w="4216" h="3059" extrusionOk="0">
                  <a:moveTo>
                    <a:pt x="3835" y="487"/>
                  </a:moveTo>
                  <a:lnTo>
                    <a:pt x="3144" y="2582"/>
                  </a:lnTo>
                  <a:lnTo>
                    <a:pt x="2358" y="1511"/>
                  </a:lnTo>
                  <a:lnTo>
                    <a:pt x="3835" y="487"/>
                  </a:lnTo>
                  <a:close/>
                  <a:moveTo>
                    <a:pt x="2072" y="1677"/>
                  </a:moveTo>
                  <a:lnTo>
                    <a:pt x="2882" y="2749"/>
                  </a:lnTo>
                  <a:lnTo>
                    <a:pt x="501" y="2749"/>
                  </a:lnTo>
                  <a:lnTo>
                    <a:pt x="2072" y="1677"/>
                  </a:lnTo>
                  <a:close/>
                  <a:moveTo>
                    <a:pt x="3982" y="1"/>
                  </a:moveTo>
                  <a:cubicBezTo>
                    <a:pt x="3926" y="1"/>
                    <a:pt x="3868" y="17"/>
                    <a:pt x="3835" y="34"/>
                  </a:cubicBezTo>
                  <a:lnTo>
                    <a:pt x="120" y="2582"/>
                  </a:lnTo>
                  <a:cubicBezTo>
                    <a:pt x="48" y="2630"/>
                    <a:pt x="1" y="2701"/>
                    <a:pt x="1" y="2773"/>
                  </a:cubicBezTo>
                  <a:cubicBezTo>
                    <a:pt x="1" y="2820"/>
                    <a:pt x="1" y="2844"/>
                    <a:pt x="24" y="2892"/>
                  </a:cubicBezTo>
                  <a:cubicBezTo>
                    <a:pt x="48" y="2987"/>
                    <a:pt x="167" y="3059"/>
                    <a:pt x="263" y="3059"/>
                  </a:cubicBezTo>
                  <a:lnTo>
                    <a:pt x="3216" y="3059"/>
                  </a:lnTo>
                  <a:cubicBezTo>
                    <a:pt x="3311" y="3059"/>
                    <a:pt x="3358" y="2987"/>
                    <a:pt x="3382" y="2892"/>
                  </a:cubicBezTo>
                  <a:lnTo>
                    <a:pt x="4216" y="344"/>
                  </a:lnTo>
                  <a:lnTo>
                    <a:pt x="4216" y="249"/>
                  </a:lnTo>
                  <a:cubicBezTo>
                    <a:pt x="4216" y="201"/>
                    <a:pt x="4192" y="129"/>
                    <a:pt x="4144" y="82"/>
                  </a:cubicBezTo>
                  <a:cubicBezTo>
                    <a:pt x="4097" y="34"/>
                    <a:pt x="4073" y="34"/>
                    <a:pt x="4049" y="10"/>
                  </a:cubicBezTo>
                  <a:cubicBezTo>
                    <a:pt x="4028" y="3"/>
                    <a:pt x="4005" y="1"/>
                    <a:pt x="398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0" name="Google Shape;21980;p138"/>
            <p:cNvSpPr/>
            <p:nvPr/>
          </p:nvSpPr>
          <p:spPr>
            <a:xfrm>
              <a:off x="1188176" y="3643856"/>
              <a:ext cx="96005" cy="59638"/>
            </a:xfrm>
            <a:custGeom>
              <a:avLst/>
              <a:gdLst/>
              <a:ahLst/>
              <a:cxnLst/>
              <a:rect l="l" t="t" r="r" b="b"/>
              <a:pathLst>
                <a:path w="2954" h="1835" extrusionOk="0">
                  <a:moveTo>
                    <a:pt x="1548" y="1"/>
                  </a:moveTo>
                  <a:cubicBezTo>
                    <a:pt x="1477" y="1"/>
                    <a:pt x="1429" y="24"/>
                    <a:pt x="1406" y="120"/>
                  </a:cubicBezTo>
                  <a:lnTo>
                    <a:pt x="953" y="1310"/>
                  </a:lnTo>
                  <a:lnTo>
                    <a:pt x="763" y="1048"/>
                  </a:lnTo>
                  <a:cubicBezTo>
                    <a:pt x="739" y="977"/>
                    <a:pt x="691" y="953"/>
                    <a:pt x="620" y="953"/>
                  </a:cubicBezTo>
                  <a:lnTo>
                    <a:pt x="215" y="953"/>
                  </a:lnTo>
                  <a:cubicBezTo>
                    <a:pt x="120" y="953"/>
                    <a:pt x="48" y="1001"/>
                    <a:pt x="24" y="1096"/>
                  </a:cubicBezTo>
                  <a:cubicBezTo>
                    <a:pt x="1" y="1191"/>
                    <a:pt x="96" y="1287"/>
                    <a:pt x="167" y="1287"/>
                  </a:cubicBezTo>
                  <a:lnTo>
                    <a:pt x="501" y="1287"/>
                  </a:lnTo>
                  <a:lnTo>
                    <a:pt x="810" y="1763"/>
                  </a:lnTo>
                  <a:cubicBezTo>
                    <a:pt x="834" y="1811"/>
                    <a:pt x="882" y="1834"/>
                    <a:pt x="953" y="1834"/>
                  </a:cubicBezTo>
                  <a:lnTo>
                    <a:pt x="977" y="1834"/>
                  </a:lnTo>
                  <a:cubicBezTo>
                    <a:pt x="1025" y="1834"/>
                    <a:pt x="1096" y="1787"/>
                    <a:pt x="1120" y="1715"/>
                  </a:cubicBezTo>
                  <a:lnTo>
                    <a:pt x="1620" y="334"/>
                  </a:lnTo>
                  <a:lnTo>
                    <a:pt x="2763" y="334"/>
                  </a:lnTo>
                  <a:cubicBezTo>
                    <a:pt x="2858" y="334"/>
                    <a:pt x="2954" y="263"/>
                    <a:pt x="2954" y="167"/>
                  </a:cubicBezTo>
                  <a:cubicBezTo>
                    <a:pt x="2954" y="96"/>
                    <a:pt x="2882" y="1"/>
                    <a:pt x="27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1" name="Google Shape;21981;p138"/>
            <p:cNvSpPr/>
            <p:nvPr/>
          </p:nvSpPr>
          <p:spPr>
            <a:xfrm>
              <a:off x="1242353" y="3671351"/>
              <a:ext cx="32533" cy="32143"/>
            </a:xfrm>
            <a:custGeom>
              <a:avLst/>
              <a:gdLst/>
              <a:ahLst/>
              <a:cxnLst/>
              <a:rect l="l" t="t" r="r" b="b"/>
              <a:pathLst>
                <a:path w="1001" h="989" extrusionOk="0">
                  <a:moveTo>
                    <a:pt x="176" y="0"/>
                  </a:moveTo>
                  <a:cubicBezTo>
                    <a:pt x="132" y="0"/>
                    <a:pt x="84" y="12"/>
                    <a:pt x="48" y="36"/>
                  </a:cubicBezTo>
                  <a:cubicBezTo>
                    <a:pt x="1" y="107"/>
                    <a:pt x="1" y="226"/>
                    <a:pt x="48" y="274"/>
                  </a:cubicBezTo>
                  <a:lnTo>
                    <a:pt x="262" y="488"/>
                  </a:lnTo>
                  <a:lnTo>
                    <a:pt x="48" y="703"/>
                  </a:lnTo>
                  <a:cubicBezTo>
                    <a:pt x="1" y="750"/>
                    <a:pt x="1" y="869"/>
                    <a:pt x="48" y="941"/>
                  </a:cubicBezTo>
                  <a:cubicBezTo>
                    <a:pt x="96" y="965"/>
                    <a:pt x="143" y="988"/>
                    <a:pt x="167" y="988"/>
                  </a:cubicBezTo>
                  <a:cubicBezTo>
                    <a:pt x="215" y="988"/>
                    <a:pt x="262" y="965"/>
                    <a:pt x="286" y="941"/>
                  </a:cubicBezTo>
                  <a:lnTo>
                    <a:pt x="501" y="726"/>
                  </a:lnTo>
                  <a:lnTo>
                    <a:pt x="715" y="941"/>
                  </a:lnTo>
                  <a:cubicBezTo>
                    <a:pt x="739" y="965"/>
                    <a:pt x="810" y="988"/>
                    <a:pt x="834" y="988"/>
                  </a:cubicBezTo>
                  <a:cubicBezTo>
                    <a:pt x="858" y="988"/>
                    <a:pt x="929" y="965"/>
                    <a:pt x="953" y="941"/>
                  </a:cubicBezTo>
                  <a:cubicBezTo>
                    <a:pt x="1001" y="869"/>
                    <a:pt x="1001" y="750"/>
                    <a:pt x="953" y="703"/>
                  </a:cubicBezTo>
                  <a:lnTo>
                    <a:pt x="739" y="488"/>
                  </a:lnTo>
                  <a:lnTo>
                    <a:pt x="953" y="274"/>
                  </a:lnTo>
                  <a:cubicBezTo>
                    <a:pt x="1001" y="226"/>
                    <a:pt x="1001" y="107"/>
                    <a:pt x="953" y="36"/>
                  </a:cubicBezTo>
                  <a:cubicBezTo>
                    <a:pt x="917" y="12"/>
                    <a:pt x="870" y="0"/>
                    <a:pt x="825" y="0"/>
                  </a:cubicBezTo>
                  <a:cubicBezTo>
                    <a:pt x="780" y="0"/>
                    <a:pt x="739" y="12"/>
                    <a:pt x="715" y="36"/>
                  </a:cubicBezTo>
                  <a:lnTo>
                    <a:pt x="501" y="250"/>
                  </a:lnTo>
                  <a:lnTo>
                    <a:pt x="286" y="36"/>
                  </a:lnTo>
                  <a:cubicBezTo>
                    <a:pt x="262" y="12"/>
                    <a:pt x="221" y="0"/>
                    <a:pt x="17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2" name="Google Shape;21982;p138"/>
            <p:cNvSpPr/>
            <p:nvPr/>
          </p:nvSpPr>
          <p:spPr>
            <a:xfrm>
              <a:off x="1162631" y="3715063"/>
              <a:ext cx="41827" cy="33313"/>
            </a:xfrm>
            <a:custGeom>
              <a:avLst/>
              <a:gdLst/>
              <a:ahLst/>
              <a:cxnLst/>
              <a:rect l="l" t="t" r="r" b="b"/>
              <a:pathLst>
                <a:path w="1287" h="1025" extrusionOk="0">
                  <a:moveTo>
                    <a:pt x="453" y="334"/>
                  </a:moveTo>
                  <a:cubicBezTo>
                    <a:pt x="525" y="334"/>
                    <a:pt x="596" y="429"/>
                    <a:pt x="667" y="548"/>
                  </a:cubicBezTo>
                  <a:cubicBezTo>
                    <a:pt x="548" y="644"/>
                    <a:pt x="453" y="691"/>
                    <a:pt x="429" y="691"/>
                  </a:cubicBezTo>
                  <a:cubicBezTo>
                    <a:pt x="358" y="691"/>
                    <a:pt x="358" y="667"/>
                    <a:pt x="358" y="667"/>
                  </a:cubicBezTo>
                  <a:cubicBezTo>
                    <a:pt x="334" y="644"/>
                    <a:pt x="334" y="548"/>
                    <a:pt x="334" y="524"/>
                  </a:cubicBezTo>
                  <a:cubicBezTo>
                    <a:pt x="334" y="453"/>
                    <a:pt x="334" y="334"/>
                    <a:pt x="453" y="334"/>
                  </a:cubicBezTo>
                  <a:close/>
                  <a:moveTo>
                    <a:pt x="453" y="1"/>
                  </a:moveTo>
                  <a:cubicBezTo>
                    <a:pt x="334" y="1"/>
                    <a:pt x="215" y="48"/>
                    <a:pt x="167" y="120"/>
                  </a:cubicBezTo>
                  <a:cubicBezTo>
                    <a:pt x="1" y="262"/>
                    <a:pt x="1" y="453"/>
                    <a:pt x="1" y="501"/>
                  </a:cubicBezTo>
                  <a:cubicBezTo>
                    <a:pt x="1" y="572"/>
                    <a:pt x="1" y="786"/>
                    <a:pt x="120" y="905"/>
                  </a:cubicBezTo>
                  <a:cubicBezTo>
                    <a:pt x="215" y="977"/>
                    <a:pt x="310" y="1025"/>
                    <a:pt x="453" y="1025"/>
                  </a:cubicBezTo>
                  <a:cubicBezTo>
                    <a:pt x="596" y="1025"/>
                    <a:pt x="763" y="929"/>
                    <a:pt x="882" y="810"/>
                  </a:cubicBezTo>
                  <a:cubicBezTo>
                    <a:pt x="906" y="858"/>
                    <a:pt x="929" y="905"/>
                    <a:pt x="953" y="929"/>
                  </a:cubicBezTo>
                  <a:cubicBezTo>
                    <a:pt x="981" y="971"/>
                    <a:pt x="1017" y="996"/>
                    <a:pt x="1060" y="996"/>
                  </a:cubicBezTo>
                  <a:cubicBezTo>
                    <a:pt x="1092" y="996"/>
                    <a:pt x="1128" y="983"/>
                    <a:pt x="1168" y="953"/>
                  </a:cubicBezTo>
                  <a:cubicBezTo>
                    <a:pt x="1215" y="905"/>
                    <a:pt x="1263" y="810"/>
                    <a:pt x="1191" y="715"/>
                  </a:cubicBezTo>
                  <a:cubicBezTo>
                    <a:pt x="1168" y="691"/>
                    <a:pt x="1144" y="596"/>
                    <a:pt x="1072" y="548"/>
                  </a:cubicBezTo>
                  <a:cubicBezTo>
                    <a:pt x="1144" y="453"/>
                    <a:pt x="1191" y="382"/>
                    <a:pt x="1215" y="358"/>
                  </a:cubicBezTo>
                  <a:cubicBezTo>
                    <a:pt x="1287" y="262"/>
                    <a:pt x="1263" y="143"/>
                    <a:pt x="1168" y="120"/>
                  </a:cubicBezTo>
                  <a:cubicBezTo>
                    <a:pt x="1144" y="114"/>
                    <a:pt x="1121" y="111"/>
                    <a:pt x="1101" y="111"/>
                  </a:cubicBezTo>
                  <a:cubicBezTo>
                    <a:pt x="1038" y="111"/>
                    <a:pt x="989" y="137"/>
                    <a:pt x="953" y="191"/>
                  </a:cubicBezTo>
                  <a:cubicBezTo>
                    <a:pt x="929" y="215"/>
                    <a:pt x="929" y="239"/>
                    <a:pt x="906" y="262"/>
                  </a:cubicBezTo>
                  <a:cubicBezTo>
                    <a:pt x="787" y="120"/>
                    <a:pt x="644" y="1"/>
                    <a:pt x="45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3" name="Google Shape;21983;p138"/>
            <p:cNvSpPr/>
            <p:nvPr/>
          </p:nvSpPr>
          <p:spPr>
            <a:xfrm>
              <a:off x="1006306" y="3915523"/>
              <a:ext cx="357598" cy="25578"/>
            </a:xfrm>
            <a:custGeom>
              <a:avLst/>
              <a:gdLst/>
              <a:ahLst/>
              <a:cxnLst/>
              <a:rect l="l" t="t" r="r" b="b"/>
              <a:pathLst>
                <a:path w="11003" h="787" extrusionOk="0">
                  <a:moveTo>
                    <a:pt x="143" y="0"/>
                  </a:moveTo>
                  <a:cubicBezTo>
                    <a:pt x="48" y="0"/>
                    <a:pt x="0" y="72"/>
                    <a:pt x="0" y="143"/>
                  </a:cubicBezTo>
                  <a:lnTo>
                    <a:pt x="0" y="453"/>
                  </a:lnTo>
                  <a:cubicBezTo>
                    <a:pt x="0" y="620"/>
                    <a:pt x="143" y="786"/>
                    <a:pt x="310" y="786"/>
                  </a:cubicBezTo>
                  <a:lnTo>
                    <a:pt x="4477" y="786"/>
                  </a:lnTo>
                  <a:lnTo>
                    <a:pt x="5477" y="572"/>
                  </a:lnTo>
                  <a:lnTo>
                    <a:pt x="6454" y="786"/>
                  </a:lnTo>
                  <a:lnTo>
                    <a:pt x="10645" y="786"/>
                  </a:lnTo>
                  <a:cubicBezTo>
                    <a:pt x="10836" y="786"/>
                    <a:pt x="10979" y="667"/>
                    <a:pt x="11002" y="453"/>
                  </a:cubicBezTo>
                  <a:lnTo>
                    <a:pt x="11002" y="143"/>
                  </a:lnTo>
                  <a:cubicBezTo>
                    <a:pt x="11002" y="72"/>
                    <a:pt x="10955" y="0"/>
                    <a:pt x="10860" y="0"/>
                  </a:cubicBezTo>
                  <a:lnTo>
                    <a:pt x="6478" y="0"/>
                  </a:lnTo>
                  <a:lnTo>
                    <a:pt x="5501" y="215"/>
                  </a:lnTo>
                  <a:lnTo>
                    <a:pt x="4525"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4" name="Google Shape;21984;p138"/>
            <p:cNvSpPr/>
            <p:nvPr/>
          </p:nvSpPr>
          <p:spPr>
            <a:xfrm>
              <a:off x="1331371" y="3916303"/>
              <a:ext cx="31752" cy="25578"/>
            </a:xfrm>
            <a:custGeom>
              <a:avLst/>
              <a:gdLst/>
              <a:ahLst/>
              <a:cxnLst/>
              <a:rect l="l" t="t" r="r" b="b"/>
              <a:pathLst>
                <a:path w="977" h="787" extrusionOk="0">
                  <a:moveTo>
                    <a:pt x="167" y="0"/>
                  </a:moveTo>
                  <a:cubicBezTo>
                    <a:pt x="262" y="0"/>
                    <a:pt x="334" y="72"/>
                    <a:pt x="334" y="167"/>
                  </a:cubicBezTo>
                  <a:lnTo>
                    <a:pt x="334" y="453"/>
                  </a:lnTo>
                  <a:cubicBezTo>
                    <a:pt x="334" y="643"/>
                    <a:pt x="167" y="786"/>
                    <a:pt x="0" y="786"/>
                  </a:cubicBezTo>
                  <a:lnTo>
                    <a:pt x="643" y="786"/>
                  </a:lnTo>
                  <a:cubicBezTo>
                    <a:pt x="834" y="786"/>
                    <a:pt x="977" y="643"/>
                    <a:pt x="977" y="453"/>
                  </a:cubicBezTo>
                  <a:lnTo>
                    <a:pt x="977" y="167"/>
                  </a:lnTo>
                  <a:cubicBezTo>
                    <a:pt x="977" y="72"/>
                    <a:pt x="929" y="0"/>
                    <a:pt x="83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5" name="Google Shape;21985;p138"/>
            <p:cNvSpPr/>
            <p:nvPr/>
          </p:nvSpPr>
          <p:spPr>
            <a:xfrm>
              <a:off x="1153336" y="3916303"/>
              <a:ext cx="45695" cy="24797"/>
            </a:xfrm>
            <a:custGeom>
              <a:avLst/>
              <a:gdLst/>
              <a:ahLst/>
              <a:cxnLst/>
              <a:rect l="l" t="t" r="r" b="b"/>
              <a:pathLst>
                <a:path w="1406" h="763" extrusionOk="0">
                  <a:moveTo>
                    <a:pt x="1" y="0"/>
                  </a:moveTo>
                  <a:lnTo>
                    <a:pt x="1" y="762"/>
                  </a:lnTo>
                  <a:lnTo>
                    <a:pt x="1287" y="762"/>
                  </a:lnTo>
                  <a:lnTo>
                    <a:pt x="1406" y="453"/>
                  </a:lnTo>
                  <a:lnTo>
                    <a:pt x="128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6" name="Google Shape;21986;p138"/>
            <p:cNvSpPr/>
            <p:nvPr/>
          </p:nvSpPr>
          <p:spPr>
            <a:xfrm>
              <a:off x="1195131" y="3916303"/>
              <a:ext cx="20930" cy="24797"/>
            </a:xfrm>
            <a:custGeom>
              <a:avLst/>
              <a:gdLst/>
              <a:ahLst/>
              <a:cxnLst/>
              <a:rect l="l" t="t" r="r" b="b"/>
              <a:pathLst>
                <a:path w="644" h="763" extrusionOk="0">
                  <a:moveTo>
                    <a:pt x="1" y="0"/>
                  </a:moveTo>
                  <a:lnTo>
                    <a:pt x="1" y="762"/>
                  </a:lnTo>
                  <a:lnTo>
                    <a:pt x="644" y="762"/>
                  </a:lnTo>
                  <a:lnTo>
                    <a:pt x="644"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87" name="Google Shape;21987;p138"/>
          <p:cNvGrpSpPr/>
          <p:nvPr/>
        </p:nvGrpSpPr>
        <p:grpSpPr>
          <a:xfrm>
            <a:off x="1006306" y="4060336"/>
            <a:ext cx="357598" cy="227565"/>
            <a:chOff x="1006306" y="4212736"/>
            <a:chExt cx="357598" cy="227565"/>
          </a:xfrm>
        </p:grpSpPr>
        <p:sp>
          <p:nvSpPr>
            <p:cNvPr id="21988" name="Google Shape;21988;p138"/>
            <p:cNvSpPr/>
            <p:nvPr/>
          </p:nvSpPr>
          <p:spPr>
            <a:xfrm>
              <a:off x="1027951" y="4212736"/>
              <a:ext cx="311967" cy="209755"/>
            </a:xfrm>
            <a:custGeom>
              <a:avLst/>
              <a:gdLst/>
              <a:ahLst/>
              <a:cxnLst/>
              <a:rect l="l" t="t" r="r" b="b"/>
              <a:pathLst>
                <a:path w="9599" h="6454" extrusionOk="0">
                  <a:moveTo>
                    <a:pt x="430" y="0"/>
                  </a:moveTo>
                  <a:cubicBezTo>
                    <a:pt x="191" y="0"/>
                    <a:pt x="1" y="167"/>
                    <a:pt x="1" y="405"/>
                  </a:cubicBezTo>
                  <a:lnTo>
                    <a:pt x="1" y="6240"/>
                  </a:lnTo>
                  <a:lnTo>
                    <a:pt x="4811" y="6454"/>
                  </a:lnTo>
                  <a:lnTo>
                    <a:pt x="9598" y="6240"/>
                  </a:lnTo>
                  <a:lnTo>
                    <a:pt x="9598" y="405"/>
                  </a:lnTo>
                  <a:cubicBezTo>
                    <a:pt x="9598" y="167"/>
                    <a:pt x="9431" y="0"/>
                    <a:pt x="921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9" name="Google Shape;21989;p138"/>
            <p:cNvSpPr/>
            <p:nvPr/>
          </p:nvSpPr>
          <p:spPr>
            <a:xfrm>
              <a:off x="1307353" y="4212736"/>
              <a:ext cx="34873" cy="209755"/>
            </a:xfrm>
            <a:custGeom>
              <a:avLst/>
              <a:gdLst/>
              <a:ahLst/>
              <a:cxnLst/>
              <a:rect l="l" t="t" r="r" b="b"/>
              <a:pathLst>
                <a:path w="1073" h="6454" extrusionOk="0">
                  <a:moveTo>
                    <a:pt x="1" y="0"/>
                  </a:moveTo>
                  <a:cubicBezTo>
                    <a:pt x="239" y="0"/>
                    <a:pt x="406" y="167"/>
                    <a:pt x="406" y="405"/>
                  </a:cubicBezTo>
                  <a:lnTo>
                    <a:pt x="406" y="6240"/>
                  </a:lnTo>
                  <a:lnTo>
                    <a:pt x="763" y="6454"/>
                  </a:lnTo>
                  <a:lnTo>
                    <a:pt x="1073" y="6240"/>
                  </a:lnTo>
                  <a:lnTo>
                    <a:pt x="1073" y="405"/>
                  </a:lnTo>
                  <a:cubicBezTo>
                    <a:pt x="1025" y="167"/>
                    <a:pt x="858" y="0"/>
                    <a:pt x="644"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0" name="Google Shape;21990;p138"/>
            <p:cNvSpPr/>
            <p:nvPr/>
          </p:nvSpPr>
          <p:spPr>
            <a:xfrm>
              <a:off x="1051968" y="4235161"/>
              <a:ext cx="264713" cy="186582"/>
            </a:xfrm>
            <a:custGeom>
              <a:avLst/>
              <a:gdLst/>
              <a:ahLst/>
              <a:cxnLst/>
              <a:rect l="l" t="t" r="r" b="b"/>
              <a:pathLst>
                <a:path w="8145" h="5741" extrusionOk="0">
                  <a:moveTo>
                    <a:pt x="167" y="1"/>
                  </a:moveTo>
                  <a:cubicBezTo>
                    <a:pt x="72" y="1"/>
                    <a:pt x="0" y="72"/>
                    <a:pt x="0" y="167"/>
                  </a:cubicBezTo>
                  <a:lnTo>
                    <a:pt x="0" y="5526"/>
                  </a:lnTo>
                  <a:lnTo>
                    <a:pt x="4120" y="5740"/>
                  </a:lnTo>
                  <a:lnTo>
                    <a:pt x="8145" y="5526"/>
                  </a:lnTo>
                  <a:lnTo>
                    <a:pt x="8145" y="167"/>
                  </a:lnTo>
                  <a:cubicBezTo>
                    <a:pt x="8145" y="72"/>
                    <a:pt x="8049" y="1"/>
                    <a:pt x="7954"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1" name="Google Shape;21991;p138"/>
            <p:cNvSpPr/>
            <p:nvPr/>
          </p:nvSpPr>
          <p:spPr>
            <a:xfrm>
              <a:off x="1290356" y="4235941"/>
              <a:ext cx="27105" cy="186550"/>
            </a:xfrm>
            <a:custGeom>
              <a:avLst/>
              <a:gdLst/>
              <a:ahLst/>
              <a:cxnLst/>
              <a:rect l="l" t="t" r="r" b="b"/>
              <a:pathLst>
                <a:path w="834" h="5740" extrusionOk="0">
                  <a:moveTo>
                    <a:pt x="0" y="1"/>
                  </a:moveTo>
                  <a:cubicBezTo>
                    <a:pt x="95" y="1"/>
                    <a:pt x="191" y="96"/>
                    <a:pt x="191" y="167"/>
                  </a:cubicBezTo>
                  <a:lnTo>
                    <a:pt x="191" y="5526"/>
                  </a:lnTo>
                  <a:lnTo>
                    <a:pt x="429" y="5740"/>
                  </a:lnTo>
                  <a:lnTo>
                    <a:pt x="834" y="5526"/>
                  </a:lnTo>
                  <a:lnTo>
                    <a:pt x="834" y="167"/>
                  </a:lnTo>
                  <a:cubicBezTo>
                    <a:pt x="834" y="96"/>
                    <a:pt x="738" y="1"/>
                    <a:pt x="667" y="1"/>
                  </a:cubicBezTo>
                  <a:close/>
                </a:path>
              </a:pathLst>
            </a:custGeom>
            <a:solidFill>
              <a:srgbClr val="BC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2" name="Google Shape;21992;p138"/>
            <p:cNvSpPr/>
            <p:nvPr/>
          </p:nvSpPr>
          <p:spPr>
            <a:xfrm>
              <a:off x="1129351" y="4309456"/>
              <a:ext cx="110727" cy="113035"/>
            </a:xfrm>
            <a:custGeom>
              <a:avLst/>
              <a:gdLst/>
              <a:ahLst/>
              <a:cxnLst/>
              <a:rect l="l" t="t" r="r" b="b"/>
              <a:pathLst>
                <a:path w="3407" h="3478" extrusionOk="0">
                  <a:moveTo>
                    <a:pt x="1" y="1"/>
                  </a:moveTo>
                  <a:lnTo>
                    <a:pt x="1" y="3478"/>
                  </a:lnTo>
                  <a:lnTo>
                    <a:pt x="3406" y="3478"/>
                  </a:lnTo>
                  <a:lnTo>
                    <a:pt x="3406"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3" name="Google Shape;21993;p138"/>
            <p:cNvSpPr/>
            <p:nvPr/>
          </p:nvSpPr>
          <p:spPr>
            <a:xfrm>
              <a:off x="1114661" y="4271561"/>
              <a:ext cx="140108" cy="30972"/>
            </a:xfrm>
            <a:custGeom>
              <a:avLst/>
              <a:gdLst/>
              <a:ahLst/>
              <a:cxnLst/>
              <a:rect l="l" t="t" r="r" b="b"/>
              <a:pathLst>
                <a:path w="4311" h="953" extrusionOk="0">
                  <a:moveTo>
                    <a:pt x="214" y="0"/>
                  </a:moveTo>
                  <a:cubicBezTo>
                    <a:pt x="95" y="0"/>
                    <a:pt x="0" y="95"/>
                    <a:pt x="0" y="214"/>
                  </a:cubicBezTo>
                  <a:lnTo>
                    <a:pt x="0" y="953"/>
                  </a:lnTo>
                  <a:lnTo>
                    <a:pt x="4287" y="953"/>
                  </a:lnTo>
                  <a:lnTo>
                    <a:pt x="4311" y="214"/>
                  </a:lnTo>
                  <a:cubicBezTo>
                    <a:pt x="4311" y="95"/>
                    <a:pt x="4215" y="0"/>
                    <a:pt x="4096"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4" name="Google Shape;21994;p138"/>
            <p:cNvSpPr/>
            <p:nvPr/>
          </p:nvSpPr>
          <p:spPr>
            <a:xfrm>
              <a:off x="1226883" y="4272308"/>
              <a:ext cx="27885" cy="31005"/>
            </a:xfrm>
            <a:custGeom>
              <a:avLst/>
              <a:gdLst/>
              <a:ahLst/>
              <a:cxnLst/>
              <a:rect l="l" t="t" r="r" b="b"/>
              <a:pathLst>
                <a:path w="858" h="954" extrusionOk="0">
                  <a:moveTo>
                    <a:pt x="0" y="1"/>
                  </a:moveTo>
                  <a:cubicBezTo>
                    <a:pt x="119" y="1"/>
                    <a:pt x="215" y="96"/>
                    <a:pt x="215" y="215"/>
                  </a:cubicBezTo>
                  <a:lnTo>
                    <a:pt x="215" y="953"/>
                  </a:lnTo>
                  <a:lnTo>
                    <a:pt x="858" y="953"/>
                  </a:lnTo>
                  <a:lnTo>
                    <a:pt x="858" y="215"/>
                  </a:lnTo>
                  <a:cubicBezTo>
                    <a:pt x="858" y="96"/>
                    <a:pt x="762" y="1"/>
                    <a:pt x="643"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5" name="Google Shape;21995;p138"/>
            <p:cNvSpPr/>
            <p:nvPr/>
          </p:nvSpPr>
          <p:spPr>
            <a:xfrm>
              <a:off x="1195911" y="4338056"/>
              <a:ext cx="23270" cy="83688"/>
            </a:xfrm>
            <a:custGeom>
              <a:avLst/>
              <a:gdLst/>
              <a:ahLst/>
              <a:cxnLst/>
              <a:rect l="l" t="t" r="r" b="b"/>
              <a:pathLst>
                <a:path w="716" h="2575" extrusionOk="0">
                  <a:moveTo>
                    <a:pt x="323" y="0"/>
                  </a:moveTo>
                  <a:cubicBezTo>
                    <a:pt x="311" y="0"/>
                    <a:pt x="299" y="1"/>
                    <a:pt x="286" y="2"/>
                  </a:cubicBezTo>
                  <a:cubicBezTo>
                    <a:pt x="120" y="50"/>
                    <a:pt x="1" y="193"/>
                    <a:pt x="1" y="359"/>
                  </a:cubicBezTo>
                  <a:lnTo>
                    <a:pt x="1" y="2360"/>
                  </a:lnTo>
                  <a:lnTo>
                    <a:pt x="358" y="2574"/>
                  </a:lnTo>
                  <a:lnTo>
                    <a:pt x="715" y="2360"/>
                  </a:lnTo>
                  <a:lnTo>
                    <a:pt x="691" y="335"/>
                  </a:lnTo>
                  <a:cubicBezTo>
                    <a:pt x="691" y="178"/>
                    <a:pt x="522" y="0"/>
                    <a:pt x="32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6" name="Google Shape;21996;p138"/>
            <p:cNvSpPr/>
            <p:nvPr/>
          </p:nvSpPr>
          <p:spPr>
            <a:xfrm>
              <a:off x="1150248" y="4338056"/>
              <a:ext cx="23270" cy="83688"/>
            </a:xfrm>
            <a:custGeom>
              <a:avLst/>
              <a:gdLst/>
              <a:ahLst/>
              <a:cxnLst/>
              <a:rect l="l" t="t" r="r" b="b"/>
              <a:pathLst>
                <a:path w="716" h="2575" extrusionOk="0">
                  <a:moveTo>
                    <a:pt x="343" y="0"/>
                  </a:moveTo>
                  <a:cubicBezTo>
                    <a:pt x="332" y="0"/>
                    <a:pt x="321" y="1"/>
                    <a:pt x="310" y="2"/>
                  </a:cubicBezTo>
                  <a:cubicBezTo>
                    <a:pt x="120" y="50"/>
                    <a:pt x="1" y="193"/>
                    <a:pt x="1" y="359"/>
                  </a:cubicBezTo>
                  <a:lnTo>
                    <a:pt x="1" y="2360"/>
                  </a:lnTo>
                  <a:lnTo>
                    <a:pt x="358" y="2574"/>
                  </a:lnTo>
                  <a:lnTo>
                    <a:pt x="715" y="2360"/>
                  </a:lnTo>
                  <a:lnTo>
                    <a:pt x="691" y="335"/>
                  </a:lnTo>
                  <a:cubicBezTo>
                    <a:pt x="691" y="178"/>
                    <a:pt x="522" y="0"/>
                    <a:pt x="34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7" name="Google Shape;21997;p138"/>
            <p:cNvSpPr/>
            <p:nvPr/>
          </p:nvSpPr>
          <p:spPr>
            <a:xfrm>
              <a:off x="1091683" y="4295546"/>
              <a:ext cx="185542" cy="42900"/>
            </a:xfrm>
            <a:custGeom>
              <a:avLst/>
              <a:gdLst/>
              <a:ahLst/>
              <a:cxnLst/>
              <a:rect l="l" t="t" r="r" b="b"/>
              <a:pathLst>
                <a:path w="5709" h="1320" extrusionOk="0">
                  <a:moveTo>
                    <a:pt x="731" y="0"/>
                  </a:moveTo>
                  <a:cubicBezTo>
                    <a:pt x="398" y="0"/>
                    <a:pt x="136" y="215"/>
                    <a:pt x="88" y="548"/>
                  </a:cubicBezTo>
                  <a:cubicBezTo>
                    <a:pt x="0" y="964"/>
                    <a:pt x="315" y="1319"/>
                    <a:pt x="717" y="1319"/>
                  </a:cubicBezTo>
                  <a:cubicBezTo>
                    <a:pt x="753" y="1319"/>
                    <a:pt x="789" y="1316"/>
                    <a:pt x="826" y="1310"/>
                  </a:cubicBezTo>
                  <a:cubicBezTo>
                    <a:pt x="1064" y="1286"/>
                    <a:pt x="1279" y="1120"/>
                    <a:pt x="1326" y="881"/>
                  </a:cubicBezTo>
                  <a:cubicBezTo>
                    <a:pt x="1350" y="786"/>
                    <a:pt x="1350" y="667"/>
                    <a:pt x="1350" y="572"/>
                  </a:cubicBezTo>
                  <a:lnTo>
                    <a:pt x="4327" y="572"/>
                  </a:lnTo>
                  <a:lnTo>
                    <a:pt x="4327" y="667"/>
                  </a:lnTo>
                  <a:cubicBezTo>
                    <a:pt x="4327" y="1013"/>
                    <a:pt x="4621" y="1320"/>
                    <a:pt x="4979" y="1320"/>
                  </a:cubicBezTo>
                  <a:cubicBezTo>
                    <a:pt x="5015" y="1320"/>
                    <a:pt x="5052" y="1317"/>
                    <a:pt x="5089" y="1310"/>
                  </a:cubicBezTo>
                  <a:cubicBezTo>
                    <a:pt x="5351" y="1286"/>
                    <a:pt x="5589" y="1048"/>
                    <a:pt x="5613" y="786"/>
                  </a:cubicBezTo>
                  <a:cubicBezTo>
                    <a:pt x="5708" y="358"/>
                    <a:pt x="5399" y="0"/>
                    <a:pt x="499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8" name="Google Shape;21998;p138"/>
            <p:cNvSpPr/>
            <p:nvPr/>
          </p:nvSpPr>
          <p:spPr>
            <a:xfrm>
              <a:off x="1006306" y="4414723"/>
              <a:ext cx="357598" cy="25578"/>
            </a:xfrm>
            <a:custGeom>
              <a:avLst/>
              <a:gdLst/>
              <a:ahLst/>
              <a:cxnLst/>
              <a:rect l="l" t="t" r="r" b="b"/>
              <a:pathLst>
                <a:path w="11003" h="787" extrusionOk="0">
                  <a:moveTo>
                    <a:pt x="143" y="1"/>
                  </a:moveTo>
                  <a:cubicBezTo>
                    <a:pt x="48" y="1"/>
                    <a:pt x="0" y="48"/>
                    <a:pt x="0" y="144"/>
                  </a:cubicBezTo>
                  <a:lnTo>
                    <a:pt x="0" y="453"/>
                  </a:lnTo>
                  <a:cubicBezTo>
                    <a:pt x="0" y="620"/>
                    <a:pt x="143" y="787"/>
                    <a:pt x="334" y="787"/>
                  </a:cubicBezTo>
                  <a:lnTo>
                    <a:pt x="10645" y="787"/>
                  </a:lnTo>
                  <a:cubicBezTo>
                    <a:pt x="10836" y="787"/>
                    <a:pt x="10979" y="620"/>
                    <a:pt x="11002" y="453"/>
                  </a:cubicBezTo>
                  <a:lnTo>
                    <a:pt x="11002" y="144"/>
                  </a:lnTo>
                  <a:cubicBezTo>
                    <a:pt x="11002" y="48"/>
                    <a:pt x="10955" y="1"/>
                    <a:pt x="10860"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9" name="Google Shape;21999;p138"/>
            <p:cNvSpPr/>
            <p:nvPr/>
          </p:nvSpPr>
          <p:spPr>
            <a:xfrm>
              <a:off x="1331371" y="4414723"/>
              <a:ext cx="31752" cy="25578"/>
            </a:xfrm>
            <a:custGeom>
              <a:avLst/>
              <a:gdLst/>
              <a:ahLst/>
              <a:cxnLst/>
              <a:rect l="l" t="t" r="r" b="b"/>
              <a:pathLst>
                <a:path w="977" h="787" extrusionOk="0">
                  <a:moveTo>
                    <a:pt x="167" y="1"/>
                  </a:moveTo>
                  <a:cubicBezTo>
                    <a:pt x="262" y="1"/>
                    <a:pt x="334" y="72"/>
                    <a:pt x="334" y="144"/>
                  </a:cubicBezTo>
                  <a:lnTo>
                    <a:pt x="334" y="453"/>
                  </a:lnTo>
                  <a:cubicBezTo>
                    <a:pt x="334" y="620"/>
                    <a:pt x="167" y="787"/>
                    <a:pt x="0" y="787"/>
                  </a:cubicBezTo>
                  <a:lnTo>
                    <a:pt x="643" y="787"/>
                  </a:lnTo>
                  <a:cubicBezTo>
                    <a:pt x="834" y="787"/>
                    <a:pt x="977" y="620"/>
                    <a:pt x="977" y="453"/>
                  </a:cubicBezTo>
                  <a:lnTo>
                    <a:pt x="977" y="144"/>
                  </a:lnTo>
                  <a:cubicBezTo>
                    <a:pt x="977" y="72"/>
                    <a:pt x="929" y="1"/>
                    <a:pt x="83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0" name="Google Shape;22000;p138"/>
            <p:cNvSpPr/>
            <p:nvPr/>
          </p:nvSpPr>
          <p:spPr>
            <a:xfrm>
              <a:off x="1153336" y="4414723"/>
              <a:ext cx="62725" cy="24018"/>
            </a:xfrm>
            <a:custGeom>
              <a:avLst/>
              <a:gdLst/>
              <a:ahLst/>
              <a:cxnLst/>
              <a:rect l="l" t="t" r="r" b="b"/>
              <a:pathLst>
                <a:path w="1930" h="739" extrusionOk="0">
                  <a:moveTo>
                    <a:pt x="1" y="1"/>
                  </a:moveTo>
                  <a:lnTo>
                    <a:pt x="1" y="739"/>
                  </a:lnTo>
                  <a:lnTo>
                    <a:pt x="1930" y="739"/>
                  </a:lnTo>
                  <a:lnTo>
                    <a:pt x="1930" y="1"/>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1" name="Google Shape;22001;p138"/>
            <p:cNvSpPr/>
            <p:nvPr/>
          </p:nvSpPr>
          <p:spPr>
            <a:xfrm>
              <a:off x="1195131" y="4414723"/>
              <a:ext cx="20930" cy="24018"/>
            </a:xfrm>
            <a:custGeom>
              <a:avLst/>
              <a:gdLst/>
              <a:ahLst/>
              <a:cxnLst/>
              <a:rect l="l" t="t" r="r" b="b"/>
              <a:pathLst>
                <a:path w="644" h="739" extrusionOk="0">
                  <a:moveTo>
                    <a:pt x="1" y="1"/>
                  </a:moveTo>
                  <a:lnTo>
                    <a:pt x="1" y="739"/>
                  </a:lnTo>
                  <a:lnTo>
                    <a:pt x="644" y="739"/>
                  </a:lnTo>
                  <a:lnTo>
                    <a:pt x="644"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02" name="Google Shape;22002;p138"/>
          <p:cNvGrpSpPr/>
          <p:nvPr/>
        </p:nvGrpSpPr>
        <p:grpSpPr>
          <a:xfrm>
            <a:off x="1760923" y="4009246"/>
            <a:ext cx="356817" cy="329258"/>
            <a:chOff x="1760923" y="4161646"/>
            <a:chExt cx="356817" cy="329258"/>
          </a:xfrm>
        </p:grpSpPr>
        <p:sp>
          <p:nvSpPr>
            <p:cNvPr id="22003" name="Google Shape;22003;p138"/>
            <p:cNvSpPr/>
            <p:nvPr/>
          </p:nvSpPr>
          <p:spPr>
            <a:xfrm>
              <a:off x="1760923" y="4221251"/>
              <a:ext cx="356817" cy="215963"/>
            </a:xfrm>
            <a:custGeom>
              <a:avLst/>
              <a:gdLst/>
              <a:ahLst/>
              <a:cxnLst/>
              <a:rect l="l" t="t" r="r" b="b"/>
              <a:pathLst>
                <a:path w="10979" h="6645" extrusionOk="0">
                  <a:moveTo>
                    <a:pt x="5406" y="0"/>
                  </a:moveTo>
                  <a:lnTo>
                    <a:pt x="0" y="238"/>
                  </a:lnTo>
                  <a:lnTo>
                    <a:pt x="0" y="6430"/>
                  </a:lnTo>
                  <a:cubicBezTo>
                    <a:pt x="0" y="6525"/>
                    <a:pt x="143" y="6644"/>
                    <a:pt x="286" y="6644"/>
                  </a:cubicBezTo>
                  <a:lnTo>
                    <a:pt x="10693" y="6644"/>
                  </a:lnTo>
                  <a:cubicBezTo>
                    <a:pt x="10860" y="6644"/>
                    <a:pt x="10979" y="6501"/>
                    <a:pt x="10979" y="6430"/>
                  </a:cubicBezTo>
                  <a:lnTo>
                    <a:pt x="10979" y="238"/>
                  </a:lnTo>
                  <a:lnTo>
                    <a:pt x="5406"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4" name="Google Shape;22004;p138"/>
            <p:cNvSpPr/>
            <p:nvPr/>
          </p:nvSpPr>
          <p:spPr>
            <a:xfrm>
              <a:off x="1760923" y="4189498"/>
              <a:ext cx="356817" cy="40300"/>
            </a:xfrm>
            <a:custGeom>
              <a:avLst/>
              <a:gdLst/>
              <a:ahLst/>
              <a:cxnLst/>
              <a:rect l="l" t="t" r="r" b="b"/>
              <a:pathLst>
                <a:path w="10979" h="1240" extrusionOk="0">
                  <a:moveTo>
                    <a:pt x="286" y="1"/>
                  </a:moveTo>
                  <a:cubicBezTo>
                    <a:pt x="119" y="1"/>
                    <a:pt x="0" y="144"/>
                    <a:pt x="0" y="287"/>
                  </a:cubicBezTo>
                  <a:lnTo>
                    <a:pt x="0" y="1239"/>
                  </a:lnTo>
                  <a:lnTo>
                    <a:pt x="10979" y="1239"/>
                  </a:lnTo>
                  <a:lnTo>
                    <a:pt x="10979" y="287"/>
                  </a:lnTo>
                  <a:cubicBezTo>
                    <a:pt x="10979" y="120"/>
                    <a:pt x="10836" y="1"/>
                    <a:pt x="1069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5" name="Google Shape;22005;p138"/>
            <p:cNvSpPr/>
            <p:nvPr/>
          </p:nvSpPr>
          <p:spPr>
            <a:xfrm>
              <a:off x="2086768" y="4221251"/>
              <a:ext cx="30972" cy="215963"/>
            </a:xfrm>
            <a:custGeom>
              <a:avLst/>
              <a:gdLst/>
              <a:ahLst/>
              <a:cxnLst/>
              <a:rect l="l" t="t" r="r" b="b"/>
              <a:pathLst>
                <a:path w="953" h="6645" extrusionOk="0">
                  <a:moveTo>
                    <a:pt x="310" y="0"/>
                  </a:moveTo>
                  <a:lnTo>
                    <a:pt x="310" y="6430"/>
                  </a:lnTo>
                  <a:cubicBezTo>
                    <a:pt x="310" y="6525"/>
                    <a:pt x="143" y="6644"/>
                    <a:pt x="0" y="6644"/>
                  </a:cubicBezTo>
                  <a:lnTo>
                    <a:pt x="667" y="6644"/>
                  </a:lnTo>
                  <a:cubicBezTo>
                    <a:pt x="834" y="6644"/>
                    <a:pt x="953" y="6501"/>
                    <a:pt x="953" y="6430"/>
                  </a:cubicBezTo>
                  <a:lnTo>
                    <a:pt x="953" y="238"/>
                  </a:lnTo>
                  <a:lnTo>
                    <a:pt x="310" y="0"/>
                  </a:ln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6" name="Google Shape;22006;p138"/>
            <p:cNvSpPr/>
            <p:nvPr/>
          </p:nvSpPr>
          <p:spPr>
            <a:xfrm>
              <a:off x="2086768" y="4189498"/>
              <a:ext cx="30972" cy="40300"/>
            </a:xfrm>
            <a:custGeom>
              <a:avLst/>
              <a:gdLst/>
              <a:ahLst/>
              <a:cxnLst/>
              <a:rect l="l" t="t" r="r" b="b"/>
              <a:pathLst>
                <a:path w="953" h="1240" extrusionOk="0">
                  <a:moveTo>
                    <a:pt x="0" y="1"/>
                  </a:moveTo>
                  <a:cubicBezTo>
                    <a:pt x="191" y="1"/>
                    <a:pt x="310" y="144"/>
                    <a:pt x="310" y="287"/>
                  </a:cubicBezTo>
                  <a:lnTo>
                    <a:pt x="310" y="1239"/>
                  </a:lnTo>
                  <a:lnTo>
                    <a:pt x="953" y="1239"/>
                  </a:lnTo>
                  <a:lnTo>
                    <a:pt x="953" y="287"/>
                  </a:lnTo>
                  <a:cubicBezTo>
                    <a:pt x="953" y="120"/>
                    <a:pt x="810" y="1"/>
                    <a:pt x="66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7" name="Google Shape;22007;p138"/>
            <p:cNvSpPr/>
            <p:nvPr/>
          </p:nvSpPr>
          <p:spPr>
            <a:xfrm>
              <a:off x="1919588" y="4426326"/>
              <a:ext cx="38708" cy="64578"/>
            </a:xfrm>
            <a:custGeom>
              <a:avLst/>
              <a:gdLst/>
              <a:ahLst/>
              <a:cxnLst/>
              <a:rect l="l" t="t" r="r" b="b"/>
              <a:pathLst>
                <a:path w="1191" h="1987" extrusionOk="0">
                  <a:moveTo>
                    <a:pt x="0" y="1"/>
                  </a:moveTo>
                  <a:lnTo>
                    <a:pt x="0" y="1906"/>
                  </a:lnTo>
                  <a:cubicBezTo>
                    <a:pt x="0" y="1960"/>
                    <a:pt x="27" y="1986"/>
                    <a:pt x="60" y="1986"/>
                  </a:cubicBezTo>
                  <a:cubicBezTo>
                    <a:pt x="72" y="1986"/>
                    <a:pt x="84" y="1983"/>
                    <a:pt x="95" y="1978"/>
                  </a:cubicBezTo>
                  <a:lnTo>
                    <a:pt x="572" y="1739"/>
                  </a:lnTo>
                  <a:lnTo>
                    <a:pt x="619" y="1739"/>
                  </a:lnTo>
                  <a:lnTo>
                    <a:pt x="1096" y="1978"/>
                  </a:lnTo>
                  <a:cubicBezTo>
                    <a:pt x="1114" y="1983"/>
                    <a:pt x="1128" y="1986"/>
                    <a:pt x="1141" y="1986"/>
                  </a:cubicBezTo>
                  <a:cubicBezTo>
                    <a:pt x="1178" y="1986"/>
                    <a:pt x="1191" y="1960"/>
                    <a:pt x="1191" y="1906"/>
                  </a:cubicBezTo>
                  <a:lnTo>
                    <a:pt x="1191" y="1"/>
                  </a:ln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8" name="Google Shape;22008;p138"/>
            <p:cNvSpPr/>
            <p:nvPr/>
          </p:nvSpPr>
          <p:spPr>
            <a:xfrm>
              <a:off x="1890956" y="4364413"/>
              <a:ext cx="95225" cy="95225"/>
            </a:xfrm>
            <a:custGeom>
              <a:avLst/>
              <a:gdLst/>
              <a:ahLst/>
              <a:cxnLst/>
              <a:rect l="l" t="t" r="r" b="b"/>
              <a:pathLst>
                <a:path w="2930" h="2930" extrusionOk="0">
                  <a:moveTo>
                    <a:pt x="1477" y="1"/>
                  </a:moveTo>
                  <a:cubicBezTo>
                    <a:pt x="1262" y="1"/>
                    <a:pt x="1119" y="215"/>
                    <a:pt x="976" y="263"/>
                  </a:cubicBezTo>
                  <a:cubicBezTo>
                    <a:pt x="810" y="334"/>
                    <a:pt x="548" y="310"/>
                    <a:pt x="429" y="429"/>
                  </a:cubicBezTo>
                  <a:cubicBezTo>
                    <a:pt x="310" y="549"/>
                    <a:pt x="333" y="787"/>
                    <a:pt x="286" y="953"/>
                  </a:cubicBezTo>
                  <a:cubicBezTo>
                    <a:pt x="214" y="1144"/>
                    <a:pt x="0" y="1287"/>
                    <a:pt x="0" y="1453"/>
                  </a:cubicBezTo>
                  <a:cubicBezTo>
                    <a:pt x="0" y="1668"/>
                    <a:pt x="214" y="1811"/>
                    <a:pt x="286" y="1977"/>
                  </a:cubicBezTo>
                  <a:cubicBezTo>
                    <a:pt x="333" y="2120"/>
                    <a:pt x="310" y="2382"/>
                    <a:pt x="429" y="2501"/>
                  </a:cubicBezTo>
                  <a:cubicBezTo>
                    <a:pt x="548" y="2620"/>
                    <a:pt x="786" y="2597"/>
                    <a:pt x="976" y="2644"/>
                  </a:cubicBezTo>
                  <a:cubicBezTo>
                    <a:pt x="1143" y="2716"/>
                    <a:pt x="1286" y="2930"/>
                    <a:pt x="1477" y="2930"/>
                  </a:cubicBezTo>
                  <a:cubicBezTo>
                    <a:pt x="1667" y="2930"/>
                    <a:pt x="1834" y="2716"/>
                    <a:pt x="1977" y="2644"/>
                  </a:cubicBezTo>
                  <a:cubicBezTo>
                    <a:pt x="2120" y="2597"/>
                    <a:pt x="2382" y="2620"/>
                    <a:pt x="2524" y="2501"/>
                  </a:cubicBezTo>
                  <a:cubicBezTo>
                    <a:pt x="2643" y="2382"/>
                    <a:pt x="2596" y="2144"/>
                    <a:pt x="2667" y="1977"/>
                  </a:cubicBezTo>
                  <a:cubicBezTo>
                    <a:pt x="2715" y="1787"/>
                    <a:pt x="2929" y="1644"/>
                    <a:pt x="2929" y="1453"/>
                  </a:cubicBezTo>
                  <a:cubicBezTo>
                    <a:pt x="2929" y="1287"/>
                    <a:pt x="2763" y="1144"/>
                    <a:pt x="2667" y="953"/>
                  </a:cubicBezTo>
                  <a:cubicBezTo>
                    <a:pt x="2596" y="810"/>
                    <a:pt x="2643" y="549"/>
                    <a:pt x="2524" y="429"/>
                  </a:cubicBezTo>
                  <a:cubicBezTo>
                    <a:pt x="2382" y="310"/>
                    <a:pt x="2143" y="334"/>
                    <a:pt x="1977" y="263"/>
                  </a:cubicBezTo>
                  <a:cubicBezTo>
                    <a:pt x="1786" y="215"/>
                    <a:pt x="1643" y="1"/>
                    <a:pt x="1477"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9" name="Google Shape;22009;p138"/>
            <p:cNvSpPr/>
            <p:nvPr/>
          </p:nvSpPr>
          <p:spPr>
            <a:xfrm>
              <a:off x="1919588" y="4392298"/>
              <a:ext cx="38708" cy="38707"/>
            </a:xfrm>
            <a:custGeom>
              <a:avLst/>
              <a:gdLst/>
              <a:ahLst/>
              <a:cxnLst/>
              <a:rect l="l" t="t" r="r" b="b"/>
              <a:pathLst>
                <a:path w="1191" h="1191" extrusionOk="0">
                  <a:moveTo>
                    <a:pt x="596" y="0"/>
                  </a:moveTo>
                  <a:cubicBezTo>
                    <a:pt x="262" y="0"/>
                    <a:pt x="0" y="262"/>
                    <a:pt x="0" y="595"/>
                  </a:cubicBezTo>
                  <a:cubicBezTo>
                    <a:pt x="0" y="929"/>
                    <a:pt x="262" y="1191"/>
                    <a:pt x="596" y="1191"/>
                  </a:cubicBezTo>
                  <a:cubicBezTo>
                    <a:pt x="929" y="1191"/>
                    <a:pt x="1191" y="929"/>
                    <a:pt x="1191" y="595"/>
                  </a:cubicBezTo>
                  <a:cubicBezTo>
                    <a:pt x="1191" y="262"/>
                    <a:pt x="929" y="0"/>
                    <a:pt x="59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0" name="Google Shape;22010;p138"/>
            <p:cNvSpPr/>
            <p:nvPr/>
          </p:nvSpPr>
          <p:spPr>
            <a:xfrm>
              <a:off x="2024823" y="4201881"/>
              <a:ext cx="11667" cy="11635"/>
            </a:xfrm>
            <a:custGeom>
              <a:avLst/>
              <a:gdLst/>
              <a:ahLst/>
              <a:cxnLst/>
              <a:rect l="l" t="t" r="r" b="b"/>
              <a:pathLst>
                <a:path w="359" h="358" extrusionOk="0">
                  <a:moveTo>
                    <a:pt x="191" y="1"/>
                  </a:moveTo>
                  <a:cubicBezTo>
                    <a:pt x="72" y="1"/>
                    <a:pt x="1" y="72"/>
                    <a:pt x="1" y="167"/>
                  </a:cubicBezTo>
                  <a:cubicBezTo>
                    <a:pt x="1" y="287"/>
                    <a:pt x="72" y="358"/>
                    <a:pt x="191" y="358"/>
                  </a:cubicBezTo>
                  <a:cubicBezTo>
                    <a:pt x="287" y="358"/>
                    <a:pt x="358" y="287"/>
                    <a:pt x="358" y="167"/>
                  </a:cubicBezTo>
                  <a:cubicBezTo>
                    <a:pt x="358" y="72"/>
                    <a:pt x="287"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1" name="Google Shape;22011;p138"/>
            <p:cNvSpPr/>
            <p:nvPr/>
          </p:nvSpPr>
          <p:spPr>
            <a:xfrm>
              <a:off x="2048061" y="4201881"/>
              <a:ext cx="11635" cy="11635"/>
            </a:xfrm>
            <a:custGeom>
              <a:avLst/>
              <a:gdLst/>
              <a:ahLst/>
              <a:cxnLst/>
              <a:rect l="l" t="t" r="r" b="b"/>
              <a:pathLst>
                <a:path w="358" h="358" extrusionOk="0">
                  <a:moveTo>
                    <a:pt x="167" y="1"/>
                  </a:moveTo>
                  <a:cubicBezTo>
                    <a:pt x="72" y="1"/>
                    <a:pt x="0" y="72"/>
                    <a:pt x="0" y="167"/>
                  </a:cubicBezTo>
                  <a:cubicBezTo>
                    <a:pt x="0" y="287"/>
                    <a:pt x="72" y="358"/>
                    <a:pt x="167" y="358"/>
                  </a:cubicBezTo>
                  <a:cubicBezTo>
                    <a:pt x="286" y="358"/>
                    <a:pt x="358" y="287"/>
                    <a:pt x="358" y="167"/>
                  </a:cubicBezTo>
                  <a:cubicBezTo>
                    <a:pt x="358" y="72"/>
                    <a:pt x="286"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2" name="Google Shape;22012;p138"/>
            <p:cNvSpPr/>
            <p:nvPr/>
          </p:nvSpPr>
          <p:spPr>
            <a:xfrm>
              <a:off x="2070518" y="4201881"/>
              <a:ext cx="11635" cy="11635"/>
            </a:xfrm>
            <a:custGeom>
              <a:avLst/>
              <a:gdLst/>
              <a:ahLst/>
              <a:cxnLst/>
              <a:rect l="l" t="t" r="r" b="b"/>
              <a:pathLst>
                <a:path w="358" h="358" extrusionOk="0">
                  <a:moveTo>
                    <a:pt x="167" y="1"/>
                  </a:moveTo>
                  <a:cubicBezTo>
                    <a:pt x="71" y="1"/>
                    <a:pt x="0" y="72"/>
                    <a:pt x="0" y="167"/>
                  </a:cubicBezTo>
                  <a:cubicBezTo>
                    <a:pt x="0" y="287"/>
                    <a:pt x="71" y="358"/>
                    <a:pt x="167" y="358"/>
                  </a:cubicBezTo>
                  <a:cubicBezTo>
                    <a:pt x="262" y="358"/>
                    <a:pt x="357" y="287"/>
                    <a:pt x="357" y="167"/>
                  </a:cubicBezTo>
                  <a:cubicBezTo>
                    <a:pt x="357" y="72"/>
                    <a:pt x="262"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3" name="Google Shape;22013;p138"/>
            <p:cNvSpPr/>
            <p:nvPr/>
          </p:nvSpPr>
          <p:spPr>
            <a:xfrm>
              <a:off x="1760923" y="4161646"/>
              <a:ext cx="33" cy="32"/>
            </a:xfrm>
            <a:custGeom>
              <a:avLst/>
              <a:gdLst/>
              <a:ahLst/>
              <a:cxnLst/>
              <a:rect l="l" t="t" r="r" b="b"/>
              <a:pathLst>
                <a:path w="1" h="1" extrusionOk="0">
                  <a:moveTo>
                    <a:pt x="0" y="0"/>
                  </a:move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4" name="Google Shape;22014;p138"/>
            <p:cNvSpPr/>
            <p:nvPr/>
          </p:nvSpPr>
          <p:spPr>
            <a:xfrm>
              <a:off x="1883968" y="4268441"/>
              <a:ext cx="110728" cy="10107"/>
            </a:xfrm>
            <a:custGeom>
              <a:avLst/>
              <a:gdLst/>
              <a:ahLst/>
              <a:cxnLst/>
              <a:rect l="l" t="t" r="r" b="b"/>
              <a:pathLst>
                <a:path w="3407" h="311" extrusionOk="0">
                  <a:moveTo>
                    <a:pt x="144" y="1"/>
                  </a:moveTo>
                  <a:cubicBezTo>
                    <a:pt x="48" y="1"/>
                    <a:pt x="1" y="72"/>
                    <a:pt x="1" y="168"/>
                  </a:cubicBezTo>
                  <a:cubicBezTo>
                    <a:pt x="1" y="239"/>
                    <a:pt x="48" y="310"/>
                    <a:pt x="144" y="310"/>
                  </a:cubicBezTo>
                  <a:lnTo>
                    <a:pt x="3240" y="310"/>
                  </a:lnTo>
                  <a:cubicBezTo>
                    <a:pt x="3335" y="310"/>
                    <a:pt x="3406" y="215"/>
                    <a:pt x="3382" y="168"/>
                  </a:cubicBezTo>
                  <a:cubicBezTo>
                    <a:pt x="3382" y="72"/>
                    <a:pt x="3335" y="1"/>
                    <a:pt x="324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5" name="Google Shape;22015;p138"/>
            <p:cNvSpPr/>
            <p:nvPr/>
          </p:nvSpPr>
          <p:spPr>
            <a:xfrm>
              <a:off x="1883968" y="4321091"/>
              <a:ext cx="109947" cy="9295"/>
            </a:xfrm>
            <a:custGeom>
              <a:avLst/>
              <a:gdLst/>
              <a:ahLst/>
              <a:cxnLst/>
              <a:rect l="l" t="t" r="r" b="b"/>
              <a:pathLst>
                <a:path w="3383" h="286" extrusionOk="0">
                  <a:moveTo>
                    <a:pt x="144" y="0"/>
                  </a:moveTo>
                  <a:cubicBezTo>
                    <a:pt x="48" y="0"/>
                    <a:pt x="1" y="48"/>
                    <a:pt x="1" y="143"/>
                  </a:cubicBezTo>
                  <a:cubicBezTo>
                    <a:pt x="1" y="238"/>
                    <a:pt x="48" y="286"/>
                    <a:pt x="144" y="286"/>
                  </a:cubicBezTo>
                  <a:lnTo>
                    <a:pt x="3240" y="286"/>
                  </a:lnTo>
                  <a:cubicBezTo>
                    <a:pt x="3335" y="286"/>
                    <a:pt x="3382" y="238"/>
                    <a:pt x="3382" y="143"/>
                  </a:cubicBezTo>
                  <a:cubicBezTo>
                    <a:pt x="3382" y="48"/>
                    <a:pt x="3335" y="0"/>
                    <a:pt x="32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6" name="Google Shape;22016;p138"/>
            <p:cNvSpPr/>
            <p:nvPr/>
          </p:nvSpPr>
          <p:spPr>
            <a:xfrm>
              <a:off x="1838306" y="4293986"/>
              <a:ext cx="202053" cy="9328"/>
            </a:xfrm>
            <a:custGeom>
              <a:avLst/>
              <a:gdLst/>
              <a:ahLst/>
              <a:cxnLst/>
              <a:rect l="l" t="t" r="r" b="b"/>
              <a:pathLst>
                <a:path w="6217" h="287" extrusionOk="0">
                  <a:moveTo>
                    <a:pt x="144" y="1"/>
                  </a:moveTo>
                  <a:cubicBezTo>
                    <a:pt x="48" y="1"/>
                    <a:pt x="1" y="48"/>
                    <a:pt x="1" y="144"/>
                  </a:cubicBezTo>
                  <a:cubicBezTo>
                    <a:pt x="1" y="239"/>
                    <a:pt x="48" y="286"/>
                    <a:pt x="144" y="286"/>
                  </a:cubicBezTo>
                  <a:lnTo>
                    <a:pt x="6073" y="286"/>
                  </a:lnTo>
                  <a:cubicBezTo>
                    <a:pt x="6169" y="286"/>
                    <a:pt x="6216" y="215"/>
                    <a:pt x="6216" y="144"/>
                  </a:cubicBezTo>
                  <a:cubicBezTo>
                    <a:pt x="6216" y="48"/>
                    <a:pt x="6169" y="1"/>
                    <a:pt x="607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7" name="Google Shape;22017;p138"/>
            <p:cNvSpPr/>
            <p:nvPr/>
          </p:nvSpPr>
          <p:spPr>
            <a:xfrm>
              <a:off x="2017088" y="4367533"/>
              <a:ext cx="51122" cy="34840"/>
            </a:xfrm>
            <a:custGeom>
              <a:avLst/>
              <a:gdLst/>
              <a:ahLst/>
              <a:cxnLst/>
              <a:rect l="l" t="t" r="r" b="b"/>
              <a:pathLst>
                <a:path w="1573" h="1072" extrusionOk="0">
                  <a:moveTo>
                    <a:pt x="668" y="0"/>
                  </a:moveTo>
                  <a:cubicBezTo>
                    <a:pt x="477" y="24"/>
                    <a:pt x="239" y="333"/>
                    <a:pt x="72" y="595"/>
                  </a:cubicBezTo>
                  <a:cubicBezTo>
                    <a:pt x="1" y="691"/>
                    <a:pt x="25" y="762"/>
                    <a:pt x="96" y="834"/>
                  </a:cubicBezTo>
                  <a:cubicBezTo>
                    <a:pt x="132" y="852"/>
                    <a:pt x="165" y="860"/>
                    <a:pt x="196" y="860"/>
                  </a:cubicBezTo>
                  <a:cubicBezTo>
                    <a:pt x="246" y="860"/>
                    <a:pt x="290" y="839"/>
                    <a:pt x="334" y="810"/>
                  </a:cubicBezTo>
                  <a:cubicBezTo>
                    <a:pt x="429" y="643"/>
                    <a:pt x="501" y="524"/>
                    <a:pt x="596" y="453"/>
                  </a:cubicBezTo>
                  <a:lnTo>
                    <a:pt x="596" y="548"/>
                  </a:lnTo>
                  <a:cubicBezTo>
                    <a:pt x="572" y="810"/>
                    <a:pt x="549" y="953"/>
                    <a:pt x="668" y="1048"/>
                  </a:cubicBezTo>
                  <a:cubicBezTo>
                    <a:pt x="691" y="1072"/>
                    <a:pt x="715" y="1072"/>
                    <a:pt x="739" y="1072"/>
                  </a:cubicBezTo>
                  <a:cubicBezTo>
                    <a:pt x="787" y="1072"/>
                    <a:pt x="811" y="1072"/>
                    <a:pt x="834" y="1000"/>
                  </a:cubicBezTo>
                  <a:cubicBezTo>
                    <a:pt x="906" y="976"/>
                    <a:pt x="930" y="953"/>
                    <a:pt x="977" y="881"/>
                  </a:cubicBezTo>
                  <a:cubicBezTo>
                    <a:pt x="1144" y="810"/>
                    <a:pt x="1215" y="738"/>
                    <a:pt x="1263" y="738"/>
                  </a:cubicBezTo>
                  <a:lnTo>
                    <a:pt x="1287" y="762"/>
                  </a:lnTo>
                  <a:cubicBezTo>
                    <a:pt x="1305" y="816"/>
                    <a:pt x="1363" y="842"/>
                    <a:pt x="1431" y="842"/>
                  </a:cubicBezTo>
                  <a:cubicBezTo>
                    <a:pt x="1454" y="842"/>
                    <a:pt x="1477" y="840"/>
                    <a:pt x="1501" y="834"/>
                  </a:cubicBezTo>
                  <a:cubicBezTo>
                    <a:pt x="1549" y="810"/>
                    <a:pt x="1573" y="714"/>
                    <a:pt x="1549" y="619"/>
                  </a:cubicBezTo>
                  <a:cubicBezTo>
                    <a:pt x="1501" y="500"/>
                    <a:pt x="1382" y="453"/>
                    <a:pt x="1311" y="453"/>
                  </a:cubicBezTo>
                  <a:cubicBezTo>
                    <a:pt x="1284" y="444"/>
                    <a:pt x="1258" y="440"/>
                    <a:pt x="1232" y="440"/>
                  </a:cubicBezTo>
                  <a:cubicBezTo>
                    <a:pt x="1116" y="440"/>
                    <a:pt x="1003" y="518"/>
                    <a:pt x="906" y="595"/>
                  </a:cubicBezTo>
                  <a:cubicBezTo>
                    <a:pt x="930" y="333"/>
                    <a:pt x="930" y="119"/>
                    <a:pt x="811" y="24"/>
                  </a:cubicBezTo>
                  <a:cubicBezTo>
                    <a:pt x="787" y="0"/>
                    <a:pt x="715" y="0"/>
                    <a:pt x="66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8" name="Google Shape;22018;p138"/>
            <p:cNvSpPr/>
            <p:nvPr/>
          </p:nvSpPr>
          <p:spPr>
            <a:xfrm>
              <a:off x="1808893" y="4379916"/>
              <a:ext cx="42608" cy="10855"/>
            </a:xfrm>
            <a:custGeom>
              <a:avLst/>
              <a:gdLst/>
              <a:ahLst/>
              <a:cxnLst/>
              <a:rect l="l" t="t" r="r" b="b"/>
              <a:pathLst>
                <a:path w="1311" h="334" extrusionOk="0">
                  <a:moveTo>
                    <a:pt x="167" y="0"/>
                  </a:moveTo>
                  <a:cubicBezTo>
                    <a:pt x="72" y="0"/>
                    <a:pt x="1" y="95"/>
                    <a:pt x="1" y="191"/>
                  </a:cubicBezTo>
                  <a:cubicBezTo>
                    <a:pt x="48" y="262"/>
                    <a:pt x="96" y="333"/>
                    <a:pt x="191" y="333"/>
                  </a:cubicBezTo>
                  <a:lnTo>
                    <a:pt x="1144" y="333"/>
                  </a:lnTo>
                  <a:cubicBezTo>
                    <a:pt x="1239" y="333"/>
                    <a:pt x="1311" y="238"/>
                    <a:pt x="1287" y="143"/>
                  </a:cubicBezTo>
                  <a:cubicBezTo>
                    <a:pt x="1263" y="72"/>
                    <a:pt x="1191" y="0"/>
                    <a:pt x="11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19" name="Google Shape;22019;p138"/>
          <p:cNvGrpSpPr/>
          <p:nvPr/>
        </p:nvGrpSpPr>
        <p:grpSpPr>
          <a:xfrm>
            <a:off x="2541086" y="4013113"/>
            <a:ext cx="357598" cy="321230"/>
            <a:chOff x="2541086" y="4165513"/>
            <a:chExt cx="357598" cy="321230"/>
          </a:xfrm>
        </p:grpSpPr>
        <p:sp>
          <p:nvSpPr>
            <p:cNvPr id="22020" name="Google Shape;22020;p138"/>
            <p:cNvSpPr/>
            <p:nvPr/>
          </p:nvSpPr>
          <p:spPr>
            <a:xfrm>
              <a:off x="2563511" y="4258398"/>
              <a:ext cx="312715" cy="209755"/>
            </a:xfrm>
            <a:custGeom>
              <a:avLst/>
              <a:gdLst/>
              <a:ahLst/>
              <a:cxnLst/>
              <a:rect l="l" t="t" r="r" b="b"/>
              <a:pathLst>
                <a:path w="9622" h="6454" extrusionOk="0">
                  <a:moveTo>
                    <a:pt x="430" y="0"/>
                  </a:moveTo>
                  <a:cubicBezTo>
                    <a:pt x="191" y="0"/>
                    <a:pt x="1" y="167"/>
                    <a:pt x="1" y="405"/>
                  </a:cubicBezTo>
                  <a:lnTo>
                    <a:pt x="1" y="6240"/>
                  </a:lnTo>
                  <a:lnTo>
                    <a:pt x="5121" y="6454"/>
                  </a:lnTo>
                  <a:lnTo>
                    <a:pt x="9622" y="6240"/>
                  </a:lnTo>
                  <a:lnTo>
                    <a:pt x="9622" y="405"/>
                  </a:lnTo>
                  <a:cubicBezTo>
                    <a:pt x="9622" y="167"/>
                    <a:pt x="9455" y="0"/>
                    <a:pt x="921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1" name="Google Shape;22021;p138"/>
            <p:cNvSpPr/>
            <p:nvPr/>
          </p:nvSpPr>
          <p:spPr>
            <a:xfrm>
              <a:off x="2586748" y="4281603"/>
              <a:ext cx="265492" cy="186550"/>
            </a:xfrm>
            <a:custGeom>
              <a:avLst/>
              <a:gdLst/>
              <a:ahLst/>
              <a:cxnLst/>
              <a:rect l="l" t="t" r="r" b="b"/>
              <a:pathLst>
                <a:path w="8169" h="5740" extrusionOk="0">
                  <a:moveTo>
                    <a:pt x="191" y="1"/>
                  </a:moveTo>
                  <a:cubicBezTo>
                    <a:pt x="96" y="1"/>
                    <a:pt x="0" y="72"/>
                    <a:pt x="0" y="167"/>
                  </a:cubicBezTo>
                  <a:lnTo>
                    <a:pt x="0" y="5526"/>
                  </a:lnTo>
                  <a:lnTo>
                    <a:pt x="4096" y="5740"/>
                  </a:lnTo>
                  <a:lnTo>
                    <a:pt x="8169" y="5526"/>
                  </a:lnTo>
                  <a:lnTo>
                    <a:pt x="8169" y="167"/>
                  </a:lnTo>
                  <a:cubicBezTo>
                    <a:pt x="8169" y="72"/>
                    <a:pt x="8073" y="1"/>
                    <a:pt x="797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2" name="Google Shape;22022;p138"/>
            <p:cNvSpPr/>
            <p:nvPr/>
          </p:nvSpPr>
          <p:spPr>
            <a:xfrm>
              <a:off x="2842166" y="4258398"/>
              <a:ext cx="34840" cy="209755"/>
            </a:xfrm>
            <a:custGeom>
              <a:avLst/>
              <a:gdLst/>
              <a:ahLst/>
              <a:cxnLst/>
              <a:rect l="l" t="t" r="r" b="b"/>
              <a:pathLst>
                <a:path w="1072" h="6454" extrusionOk="0">
                  <a:moveTo>
                    <a:pt x="0" y="0"/>
                  </a:moveTo>
                  <a:cubicBezTo>
                    <a:pt x="238" y="0"/>
                    <a:pt x="429" y="167"/>
                    <a:pt x="429" y="405"/>
                  </a:cubicBezTo>
                  <a:lnTo>
                    <a:pt x="429" y="6240"/>
                  </a:lnTo>
                  <a:lnTo>
                    <a:pt x="786" y="6454"/>
                  </a:lnTo>
                  <a:lnTo>
                    <a:pt x="1072" y="6240"/>
                  </a:lnTo>
                  <a:lnTo>
                    <a:pt x="1072" y="405"/>
                  </a:lnTo>
                  <a:cubicBezTo>
                    <a:pt x="1048" y="167"/>
                    <a:pt x="881" y="0"/>
                    <a:pt x="667"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3" name="Google Shape;22023;p138"/>
            <p:cNvSpPr/>
            <p:nvPr/>
          </p:nvSpPr>
          <p:spPr>
            <a:xfrm>
              <a:off x="2681941" y="4365193"/>
              <a:ext cx="76667" cy="52293"/>
            </a:xfrm>
            <a:custGeom>
              <a:avLst/>
              <a:gdLst/>
              <a:ahLst/>
              <a:cxnLst/>
              <a:rect l="l" t="t" r="r" b="b"/>
              <a:pathLst>
                <a:path w="2359" h="1609" extrusionOk="0">
                  <a:moveTo>
                    <a:pt x="0" y="1"/>
                  </a:moveTo>
                  <a:lnTo>
                    <a:pt x="0" y="1287"/>
                  </a:lnTo>
                  <a:cubicBezTo>
                    <a:pt x="0" y="1310"/>
                    <a:pt x="0" y="1358"/>
                    <a:pt x="24" y="1358"/>
                  </a:cubicBezTo>
                  <a:lnTo>
                    <a:pt x="239" y="1429"/>
                  </a:lnTo>
                  <a:cubicBezTo>
                    <a:pt x="536" y="1549"/>
                    <a:pt x="858" y="1608"/>
                    <a:pt x="1179" y="1608"/>
                  </a:cubicBezTo>
                  <a:cubicBezTo>
                    <a:pt x="1501" y="1608"/>
                    <a:pt x="1822" y="1549"/>
                    <a:pt x="2120" y="1429"/>
                  </a:cubicBezTo>
                  <a:lnTo>
                    <a:pt x="2310" y="1358"/>
                  </a:lnTo>
                  <a:cubicBezTo>
                    <a:pt x="2358" y="1358"/>
                    <a:pt x="2358" y="1310"/>
                    <a:pt x="2334" y="1287"/>
                  </a:cubicBezTo>
                  <a:lnTo>
                    <a:pt x="2334"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4" name="Google Shape;22024;p138"/>
            <p:cNvSpPr/>
            <p:nvPr/>
          </p:nvSpPr>
          <p:spPr>
            <a:xfrm>
              <a:off x="2648661" y="4325348"/>
              <a:ext cx="142447" cy="66593"/>
            </a:xfrm>
            <a:custGeom>
              <a:avLst/>
              <a:gdLst/>
              <a:ahLst/>
              <a:cxnLst/>
              <a:rect l="l" t="t" r="r" b="b"/>
              <a:pathLst>
                <a:path w="4383" h="2049" extrusionOk="0">
                  <a:moveTo>
                    <a:pt x="2191" y="0"/>
                  </a:moveTo>
                  <a:cubicBezTo>
                    <a:pt x="2126" y="0"/>
                    <a:pt x="2060" y="12"/>
                    <a:pt x="2001" y="36"/>
                  </a:cubicBezTo>
                  <a:lnTo>
                    <a:pt x="96" y="917"/>
                  </a:lnTo>
                  <a:cubicBezTo>
                    <a:pt x="0" y="965"/>
                    <a:pt x="0" y="1084"/>
                    <a:pt x="96" y="1108"/>
                  </a:cubicBezTo>
                  <a:lnTo>
                    <a:pt x="2025" y="2012"/>
                  </a:lnTo>
                  <a:cubicBezTo>
                    <a:pt x="2084" y="2036"/>
                    <a:pt x="2144" y="2048"/>
                    <a:pt x="2200" y="2048"/>
                  </a:cubicBezTo>
                  <a:cubicBezTo>
                    <a:pt x="2257" y="2048"/>
                    <a:pt x="2310" y="2036"/>
                    <a:pt x="2358" y="2012"/>
                  </a:cubicBezTo>
                  <a:lnTo>
                    <a:pt x="4287" y="1108"/>
                  </a:lnTo>
                  <a:cubicBezTo>
                    <a:pt x="4382" y="1084"/>
                    <a:pt x="4382" y="941"/>
                    <a:pt x="4287" y="917"/>
                  </a:cubicBezTo>
                  <a:lnTo>
                    <a:pt x="2382" y="36"/>
                  </a:lnTo>
                  <a:cubicBezTo>
                    <a:pt x="2322" y="12"/>
                    <a:pt x="2257" y="0"/>
                    <a:pt x="2191"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5" name="Google Shape;22025;p138"/>
            <p:cNvSpPr/>
            <p:nvPr/>
          </p:nvSpPr>
          <p:spPr>
            <a:xfrm>
              <a:off x="2694323" y="4348163"/>
              <a:ext cx="96785" cy="45110"/>
            </a:xfrm>
            <a:custGeom>
              <a:avLst/>
              <a:gdLst/>
              <a:ahLst/>
              <a:cxnLst/>
              <a:rect l="l" t="t" r="r" b="b"/>
              <a:pathLst>
                <a:path w="2978" h="1388" extrusionOk="0">
                  <a:moveTo>
                    <a:pt x="2406" y="1"/>
                  </a:moveTo>
                  <a:cubicBezTo>
                    <a:pt x="2406" y="24"/>
                    <a:pt x="2382" y="24"/>
                    <a:pt x="2358" y="48"/>
                  </a:cubicBezTo>
                  <a:lnTo>
                    <a:pt x="310" y="1001"/>
                  </a:lnTo>
                  <a:cubicBezTo>
                    <a:pt x="240" y="1036"/>
                    <a:pt x="158" y="1058"/>
                    <a:pt x="81" y="1058"/>
                  </a:cubicBezTo>
                  <a:cubicBezTo>
                    <a:pt x="53" y="1058"/>
                    <a:pt x="26" y="1055"/>
                    <a:pt x="0" y="1049"/>
                  </a:cubicBezTo>
                  <a:lnTo>
                    <a:pt x="0" y="1049"/>
                  </a:lnTo>
                  <a:lnTo>
                    <a:pt x="620" y="1334"/>
                  </a:lnTo>
                  <a:cubicBezTo>
                    <a:pt x="667" y="1370"/>
                    <a:pt x="721" y="1388"/>
                    <a:pt x="777" y="1388"/>
                  </a:cubicBezTo>
                  <a:cubicBezTo>
                    <a:pt x="834" y="1388"/>
                    <a:pt x="894" y="1370"/>
                    <a:pt x="953" y="1334"/>
                  </a:cubicBezTo>
                  <a:lnTo>
                    <a:pt x="2882" y="453"/>
                  </a:lnTo>
                  <a:cubicBezTo>
                    <a:pt x="2977" y="382"/>
                    <a:pt x="2977" y="263"/>
                    <a:pt x="2882" y="215"/>
                  </a:cubicBezTo>
                  <a:lnTo>
                    <a:pt x="2406" y="1"/>
                  </a:ln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6" name="Google Shape;22026;p138"/>
            <p:cNvSpPr/>
            <p:nvPr/>
          </p:nvSpPr>
          <p:spPr>
            <a:xfrm>
              <a:off x="2558863" y="4391518"/>
              <a:ext cx="10888" cy="76635"/>
            </a:xfrm>
            <a:custGeom>
              <a:avLst/>
              <a:gdLst/>
              <a:ahLst/>
              <a:cxnLst/>
              <a:rect l="l" t="t" r="r" b="b"/>
              <a:pathLst>
                <a:path w="335" h="2358" extrusionOk="0">
                  <a:moveTo>
                    <a:pt x="144" y="0"/>
                  </a:moveTo>
                  <a:cubicBezTo>
                    <a:pt x="49" y="24"/>
                    <a:pt x="1" y="96"/>
                    <a:pt x="1" y="191"/>
                  </a:cubicBezTo>
                  <a:lnTo>
                    <a:pt x="1" y="2144"/>
                  </a:lnTo>
                  <a:cubicBezTo>
                    <a:pt x="1" y="2239"/>
                    <a:pt x="72" y="2286"/>
                    <a:pt x="144" y="2358"/>
                  </a:cubicBezTo>
                  <a:cubicBezTo>
                    <a:pt x="239" y="2358"/>
                    <a:pt x="334" y="2263"/>
                    <a:pt x="334" y="2167"/>
                  </a:cubicBezTo>
                  <a:lnTo>
                    <a:pt x="334" y="191"/>
                  </a:lnTo>
                  <a:cubicBezTo>
                    <a:pt x="334" y="72"/>
                    <a:pt x="239" y="0"/>
                    <a:pt x="14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7" name="Google Shape;22027;p138"/>
            <p:cNvSpPr/>
            <p:nvPr/>
          </p:nvSpPr>
          <p:spPr>
            <a:xfrm>
              <a:off x="2541086" y="4460386"/>
              <a:ext cx="357597" cy="24797"/>
            </a:xfrm>
            <a:custGeom>
              <a:avLst/>
              <a:gdLst/>
              <a:ahLst/>
              <a:cxnLst/>
              <a:rect l="l" t="t" r="r" b="b"/>
              <a:pathLst>
                <a:path w="11003" h="763" extrusionOk="0">
                  <a:moveTo>
                    <a:pt x="167" y="1"/>
                  </a:moveTo>
                  <a:cubicBezTo>
                    <a:pt x="72" y="1"/>
                    <a:pt x="0" y="48"/>
                    <a:pt x="0" y="144"/>
                  </a:cubicBezTo>
                  <a:lnTo>
                    <a:pt x="0" y="453"/>
                  </a:lnTo>
                  <a:cubicBezTo>
                    <a:pt x="0" y="620"/>
                    <a:pt x="167" y="763"/>
                    <a:pt x="334" y="763"/>
                  </a:cubicBezTo>
                  <a:lnTo>
                    <a:pt x="4525" y="763"/>
                  </a:lnTo>
                  <a:lnTo>
                    <a:pt x="5525" y="572"/>
                  </a:lnTo>
                  <a:lnTo>
                    <a:pt x="6502" y="763"/>
                  </a:lnTo>
                  <a:lnTo>
                    <a:pt x="10693" y="763"/>
                  </a:lnTo>
                  <a:cubicBezTo>
                    <a:pt x="10883" y="763"/>
                    <a:pt x="11003" y="644"/>
                    <a:pt x="11003" y="453"/>
                  </a:cubicBezTo>
                  <a:lnTo>
                    <a:pt x="11003" y="144"/>
                  </a:lnTo>
                  <a:cubicBezTo>
                    <a:pt x="11003" y="48"/>
                    <a:pt x="10931" y="1"/>
                    <a:pt x="10860" y="1"/>
                  </a:cubicBezTo>
                  <a:lnTo>
                    <a:pt x="6478" y="1"/>
                  </a:lnTo>
                  <a:lnTo>
                    <a:pt x="5478" y="215"/>
                  </a:lnTo>
                  <a:lnTo>
                    <a:pt x="452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8" name="Google Shape;22028;p138"/>
            <p:cNvSpPr/>
            <p:nvPr/>
          </p:nvSpPr>
          <p:spPr>
            <a:xfrm>
              <a:off x="2866931" y="4461166"/>
              <a:ext cx="31753" cy="25578"/>
            </a:xfrm>
            <a:custGeom>
              <a:avLst/>
              <a:gdLst/>
              <a:ahLst/>
              <a:cxnLst/>
              <a:rect l="l" t="t" r="r" b="b"/>
              <a:pathLst>
                <a:path w="977" h="787" extrusionOk="0">
                  <a:moveTo>
                    <a:pt x="167" y="1"/>
                  </a:moveTo>
                  <a:cubicBezTo>
                    <a:pt x="262" y="1"/>
                    <a:pt x="310" y="72"/>
                    <a:pt x="310" y="143"/>
                  </a:cubicBezTo>
                  <a:lnTo>
                    <a:pt x="310" y="453"/>
                  </a:lnTo>
                  <a:cubicBezTo>
                    <a:pt x="310" y="620"/>
                    <a:pt x="167" y="786"/>
                    <a:pt x="0" y="786"/>
                  </a:cubicBezTo>
                  <a:lnTo>
                    <a:pt x="643" y="786"/>
                  </a:lnTo>
                  <a:cubicBezTo>
                    <a:pt x="834" y="786"/>
                    <a:pt x="977" y="620"/>
                    <a:pt x="977" y="453"/>
                  </a:cubicBezTo>
                  <a:lnTo>
                    <a:pt x="977" y="143"/>
                  </a:lnTo>
                  <a:cubicBezTo>
                    <a:pt x="977" y="72"/>
                    <a:pt x="905" y="1"/>
                    <a:pt x="834"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9" name="Google Shape;22029;p138"/>
            <p:cNvSpPr/>
            <p:nvPr/>
          </p:nvSpPr>
          <p:spPr>
            <a:xfrm>
              <a:off x="2688896" y="4461166"/>
              <a:ext cx="44947" cy="24018"/>
            </a:xfrm>
            <a:custGeom>
              <a:avLst/>
              <a:gdLst/>
              <a:ahLst/>
              <a:cxnLst/>
              <a:rect l="l" t="t" r="r" b="b"/>
              <a:pathLst>
                <a:path w="1383" h="739" extrusionOk="0">
                  <a:moveTo>
                    <a:pt x="1" y="1"/>
                  </a:moveTo>
                  <a:lnTo>
                    <a:pt x="1" y="739"/>
                  </a:lnTo>
                  <a:lnTo>
                    <a:pt x="1311" y="739"/>
                  </a:lnTo>
                  <a:lnTo>
                    <a:pt x="1382" y="358"/>
                  </a:lnTo>
                  <a:lnTo>
                    <a:pt x="1263" y="1"/>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0" name="Google Shape;22030;p138"/>
            <p:cNvSpPr/>
            <p:nvPr/>
          </p:nvSpPr>
          <p:spPr>
            <a:xfrm>
              <a:off x="2729911" y="4461166"/>
              <a:ext cx="21710" cy="24018"/>
            </a:xfrm>
            <a:custGeom>
              <a:avLst/>
              <a:gdLst/>
              <a:ahLst/>
              <a:cxnLst/>
              <a:rect l="l" t="t" r="r" b="b"/>
              <a:pathLst>
                <a:path w="668" h="739" extrusionOk="0">
                  <a:moveTo>
                    <a:pt x="1" y="1"/>
                  </a:moveTo>
                  <a:lnTo>
                    <a:pt x="1" y="739"/>
                  </a:lnTo>
                  <a:lnTo>
                    <a:pt x="668" y="739"/>
                  </a:lnTo>
                  <a:lnTo>
                    <a:pt x="668" y="1"/>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1" name="Google Shape;22031;p138"/>
            <p:cNvSpPr/>
            <p:nvPr/>
          </p:nvSpPr>
          <p:spPr>
            <a:xfrm>
              <a:off x="2541866" y="4335781"/>
              <a:ext cx="78195" cy="149403"/>
            </a:xfrm>
            <a:custGeom>
              <a:avLst/>
              <a:gdLst/>
              <a:ahLst/>
              <a:cxnLst/>
              <a:rect l="l" t="t" r="r" b="b"/>
              <a:pathLst>
                <a:path w="2406" h="4597" extrusionOk="0">
                  <a:moveTo>
                    <a:pt x="143" y="1"/>
                  </a:moveTo>
                  <a:cubicBezTo>
                    <a:pt x="48" y="1"/>
                    <a:pt x="0" y="48"/>
                    <a:pt x="0" y="144"/>
                  </a:cubicBezTo>
                  <a:lnTo>
                    <a:pt x="0" y="787"/>
                  </a:lnTo>
                  <a:lnTo>
                    <a:pt x="0" y="1334"/>
                  </a:lnTo>
                  <a:lnTo>
                    <a:pt x="0" y="4454"/>
                  </a:lnTo>
                  <a:cubicBezTo>
                    <a:pt x="0" y="4549"/>
                    <a:pt x="48" y="4597"/>
                    <a:pt x="143" y="4597"/>
                  </a:cubicBezTo>
                  <a:lnTo>
                    <a:pt x="2262" y="4597"/>
                  </a:lnTo>
                  <a:cubicBezTo>
                    <a:pt x="2334" y="4597"/>
                    <a:pt x="2405" y="4549"/>
                    <a:pt x="2405" y="4454"/>
                  </a:cubicBezTo>
                  <a:lnTo>
                    <a:pt x="2405" y="144"/>
                  </a:lnTo>
                  <a:cubicBezTo>
                    <a:pt x="2405" y="48"/>
                    <a:pt x="2334" y="1"/>
                    <a:pt x="2262" y="1"/>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2" name="Google Shape;22032;p138"/>
            <p:cNvSpPr/>
            <p:nvPr/>
          </p:nvSpPr>
          <p:spPr>
            <a:xfrm>
              <a:off x="2593703" y="4335781"/>
              <a:ext cx="26358" cy="149403"/>
            </a:xfrm>
            <a:custGeom>
              <a:avLst/>
              <a:gdLst/>
              <a:ahLst/>
              <a:cxnLst/>
              <a:rect l="l" t="t" r="r" b="b"/>
              <a:pathLst>
                <a:path w="811" h="4597" extrusionOk="0">
                  <a:moveTo>
                    <a:pt x="1" y="1"/>
                  </a:moveTo>
                  <a:cubicBezTo>
                    <a:pt x="96" y="1"/>
                    <a:pt x="144" y="48"/>
                    <a:pt x="144" y="144"/>
                  </a:cubicBezTo>
                  <a:lnTo>
                    <a:pt x="144" y="4454"/>
                  </a:lnTo>
                  <a:cubicBezTo>
                    <a:pt x="144" y="4549"/>
                    <a:pt x="96" y="4597"/>
                    <a:pt x="1" y="4597"/>
                  </a:cubicBezTo>
                  <a:lnTo>
                    <a:pt x="667" y="4597"/>
                  </a:lnTo>
                  <a:cubicBezTo>
                    <a:pt x="739" y="4597"/>
                    <a:pt x="810" y="4549"/>
                    <a:pt x="810" y="4454"/>
                  </a:cubicBezTo>
                  <a:lnTo>
                    <a:pt x="810" y="144"/>
                  </a:lnTo>
                  <a:cubicBezTo>
                    <a:pt x="810" y="72"/>
                    <a:pt x="739" y="1"/>
                    <a:pt x="667" y="1"/>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3" name="Google Shape;22033;p138"/>
            <p:cNvSpPr/>
            <p:nvPr/>
          </p:nvSpPr>
          <p:spPr>
            <a:xfrm>
              <a:off x="2574366" y="4461166"/>
              <a:ext cx="11635" cy="11635"/>
            </a:xfrm>
            <a:custGeom>
              <a:avLst/>
              <a:gdLst/>
              <a:ahLst/>
              <a:cxnLst/>
              <a:rect l="l" t="t" r="r" b="b"/>
              <a:pathLst>
                <a:path w="358" h="358" extrusionOk="0">
                  <a:moveTo>
                    <a:pt x="191" y="1"/>
                  </a:moveTo>
                  <a:cubicBezTo>
                    <a:pt x="72" y="1"/>
                    <a:pt x="0" y="72"/>
                    <a:pt x="0" y="191"/>
                  </a:cubicBezTo>
                  <a:cubicBezTo>
                    <a:pt x="0" y="286"/>
                    <a:pt x="72" y="358"/>
                    <a:pt x="191" y="358"/>
                  </a:cubicBezTo>
                  <a:cubicBezTo>
                    <a:pt x="286" y="358"/>
                    <a:pt x="357" y="286"/>
                    <a:pt x="357" y="191"/>
                  </a:cubicBezTo>
                  <a:cubicBezTo>
                    <a:pt x="357" y="72"/>
                    <a:pt x="286" y="1"/>
                    <a:pt x="191" y="1"/>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4" name="Google Shape;22034;p138"/>
            <p:cNvSpPr/>
            <p:nvPr/>
          </p:nvSpPr>
          <p:spPr>
            <a:xfrm>
              <a:off x="2698971" y="4213483"/>
              <a:ext cx="42608" cy="17843"/>
            </a:xfrm>
            <a:custGeom>
              <a:avLst/>
              <a:gdLst/>
              <a:ahLst/>
              <a:cxnLst/>
              <a:rect l="l" t="t" r="r" b="b"/>
              <a:pathLst>
                <a:path w="1311" h="549" extrusionOk="0">
                  <a:moveTo>
                    <a:pt x="667" y="1"/>
                  </a:moveTo>
                  <a:cubicBezTo>
                    <a:pt x="429" y="1"/>
                    <a:pt x="215" y="96"/>
                    <a:pt x="72" y="239"/>
                  </a:cubicBezTo>
                  <a:cubicBezTo>
                    <a:pt x="0" y="311"/>
                    <a:pt x="0" y="430"/>
                    <a:pt x="72" y="477"/>
                  </a:cubicBezTo>
                  <a:cubicBezTo>
                    <a:pt x="96" y="513"/>
                    <a:pt x="137" y="531"/>
                    <a:pt x="182" y="531"/>
                  </a:cubicBezTo>
                  <a:cubicBezTo>
                    <a:pt x="227" y="531"/>
                    <a:pt x="274" y="513"/>
                    <a:pt x="310" y="477"/>
                  </a:cubicBezTo>
                  <a:cubicBezTo>
                    <a:pt x="405" y="382"/>
                    <a:pt x="524" y="334"/>
                    <a:pt x="667" y="334"/>
                  </a:cubicBezTo>
                  <a:cubicBezTo>
                    <a:pt x="786" y="334"/>
                    <a:pt x="929" y="382"/>
                    <a:pt x="1024" y="477"/>
                  </a:cubicBezTo>
                  <a:cubicBezTo>
                    <a:pt x="1048" y="501"/>
                    <a:pt x="1096" y="549"/>
                    <a:pt x="1143" y="549"/>
                  </a:cubicBezTo>
                  <a:cubicBezTo>
                    <a:pt x="1167" y="549"/>
                    <a:pt x="1239" y="549"/>
                    <a:pt x="1263" y="477"/>
                  </a:cubicBezTo>
                  <a:cubicBezTo>
                    <a:pt x="1310" y="430"/>
                    <a:pt x="1310" y="311"/>
                    <a:pt x="1263" y="239"/>
                  </a:cubicBezTo>
                  <a:cubicBezTo>
                    <a:pt x="1120" y="96"/>
                    <a:pt x="905" y="1"/>
                    <a:pt x="66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5" name="Google Shape;22035;p138"/>
            <p:cNvSpPr/>
            <p:nvPr/>
          </p:nvSpPr>
          <p:spPr>
            <a:xfrm>
              <a:off x="2681941" y="4190278"/>
              <a:ext cx="75108" cy="24018"/>
            </a:xfrm>
            <a:custGeom>
              <a:avLst/>
              <a:gdLst/>
              <a:ahLst/>
              <a:cxnLst/>
              <a:rect l="l" t="t" r="r" b="b"/>
              <a:pathLst>
                <a:path w="2311" h="739" extrusionOk="0">
                  <a:moveTo>
                    <a:pt x="1167" y="1"/>
                  </a:moveTo>
                  <a:cubicBezTo>
                    <a:pt x="739" y="1"/>
                    <a:pt x="358" y="143"/>
                    <a:pt x="48" y="453"/>
                  </a:cubicBezTo>
                  <a:cubicBezTo>
                    <a:pt x="0" y="501"/>
                    <a:pt x="0" y="620"/>
                    <a:pt x="48" y="691"/>
                  </a:cubicBezTo>
                  <a:cubicBezTo>
                    <a:pt x="72" y="715"/>
                    <a:pt x="143" y="739"/>
                    <a:pt x="167" y="739"/>
                  </a:cubicBezTo>
                  <a:cubicBezTo>
                    <a:pt x="239" y="739"/>
                    <a:pt x="262" y="715"/>
                    <a:pt x="286" y="691"/>
                  </a:cubicBezTo>
                  <a:cubicBezTo>
                    <a:pt x="501" y="453"/>
                    <a:pt x="834" y="334"/>
                    <a:pt x="1167" y="334"/>
                  </a:cubicBezTo>
                  <a:cubicBezTo>
                    <a:pt x="1477" y="334"/>
                    <a:pt x="1787" y="453"/>
                    <a:pt x="2025" y="691"/>
                  </a:cubicBezTo>
                  <a:cubicBezTo>
                    <a:pt x="2049" y="715"/>
                    <a:pt x="2090" y="727"/>
                    <a:pt x="2135" y="727"/>
                  </a:cubicBezTo>
                  <a:cubicBezTo>
                    <a:pt x="2179" y="727"/>
                    <a:pt x="2227" y="715"/>
                    <a:pt x="2263" y="691"/>
                  </a:cubicBezTo>
                  <a:cubicBezTo>
                    <a:pt x="2310" y="620"/>
                    <a:pt x="2310" y="501"/>
                    <a:pt x="2263" y="453"/>
                  </a:cubicBezTo>
                  <a:cubicBezTo>
                    <a:pt x="1953" y="143"/>
                    <a:pt x="1572" y="1"/>
                    <a:pt x="1167"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6" name="Google Shape;22036;p138"/>
            <p:cNvSpPr/>
            <p:nvPr/>
          </p:nvSpPr>
          <p:spPr>
            <a:xfrm>
              <a:off x="2665691" y="4165513"/>
              <a:ext cx="109947" cy="31753"/>
            </a:xfrm>
            <a:custGeom>
              <a:avLst/>
              <a:gdLst/>
              <a:ahLst/>
              <a:cxnLst/>
              <a:rect l="l" t="t" r="r" b="b"/>
              <a:pathLst>
                <a:path w="3383" h="977" extrusionOk="0">
                  <a:moveTo>
                    <a:pt x="1691" y="0"/>
                  </a:moveTo>
                  <a:cubicBezTo>
                    <a:pt x="1072" y="0"/>
                    <a:pt x="500" y="239"/>
                    <a:pt x="48" y="667"/>
                  </a:cubicBezTo>
                  <a:cubicBezTo>
                    <a:pt x="0" y="739"/>
                    <a:pt x="0" y="858"/>
                    <a:pt x="48" y="905"/>
                  </a:cubicBezTo>
                  <a:cubicBezTo>
                    <a:pt x="84" y="941"/>
                    <a:pt x="131" y="959"/>
                    <a:pt x="176" y="959"/>
                  </a:cubicBezTo>
                  <a:cubicBezTo>
                    <a:pt x="221" y="959"/>
                    <a:pt x="262" y="941"/>
                    <a:pt x="286" y="905"/>
                  </a:cubicBezTo>
                  <a:cubicBezTo>
                    <a:pt x="643" y="524"/>
                    <a:pt x="1143" y="310"/>
                    <a:pt x="1691" y="310"/>
                  </a:cubicBezTo>
                  <a:cubicBezTo>
                    <a:pt x="2215" y="310"/>
                    <a:pt x="2691" y="524"/>
                    <a:pt x="3096" y="905"/>
                  </a:cubicBezTo>
                  <a:cubicBezTo>
                    <a:pt x="3120" y="953"/>
                    <a:pt x="3168" y="977"/>
                    <a:pt x="3215" y="977"/>
                  </a:cubicBezTo>
                  <a:cubicBezTo>
                    <a:pt x="3239" y="977"/>
                    <a:pt x="3287" y="977"/>
                    <a:pt x="3334" y="905"/>
                  </a:cubicBezTo>
                  <a:cubicBezTo>
                    <a:pt x="3382" y="858"/>
                    <a:pt x="3382" y="739"/>
                    <a:pt x="3334" y="667"/>
                  </a:cubicBezTo>
                  <a:cubicBezTo>
                    <a:pt x="2882" y="239"/>
                    <a:pt x="2310" y="0"/>
                    <a:pt x="1691"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7" name="Google Shape;22037;p138"/>
          <p:cNvGrpSpPr/>
          <p:nvPr/>
        </p:nvGrpSpPr>
        <p:grpSpPr>
          <a:xfrm>
            <a:off x="3270938" y="4022408"/>
            <a:ext cx="357597" cy="302640"/>
            <a:chOff x="3270938" y="4174808"/>
            <a:chExt cx="357597" cy="302640"/>
          </a:xfrm>
        </p:grpSpPr>
        <p:sp>
          <p:nvSpPr>
            <p:cNvPr id="22038" name="Google Shape;22038;p138"/>
            <p:cNvSpPr/>
            <p:nvPr/>
          </p:nvSpPr>
          <p:spPr>
            <a:xfrm>
              <a:off x="3270938" y="4174808"/>
              <a:ext cx="127725" cy="31753"/>
            </a:xfrm>
            <a:custGeom>
              <a:avLst/>
              <a:gdLst/>
              <a:ahLst/>
              <a:cxnLst/>
              <a:rect l="l" t="t" r="r" b="b"/>
              <a:pathLst>
                <a:path w="3930" h="977" extrusionOk="0">
                  <a:moveTo>
                    <a:pt x="381" y="0"/>
                  </a:moveTo>
                  <a:cubicBezTo>
                    <a:pt x="191" y="0"/>
                    <a:pt x="0" y="191"/>
                    <a:pt x="0" y="381"/>
                  </a:cubicBezTo>
                  <a:lnTo>
                    <a:pt x="0" y="977"/>
                  </a:lnTo>
                  <a:lnTo>
                    <a:pt x="3930" y="977"/>
                  </a:lnTo>
                  <a:lnTo>
                    <a:pt x="3930" y="381"/>
                  </a:lnTo>
                  <a:cubicBezTo>
                    <a:pt x="3930" y="143"/>
                    <a:pt x="3763" y="0"/>
                    <a:pt x="354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9" name="Google Shape;22039;p138"/>
            <p:cNvSpPr/>
            <p:nvPr/>
          </p:nvSpPr>
          <p:spPr>
            <a:xfrm>
              <a:off x="3364571" y="4174808"/>
              <a:ext cx="34093" cy="31753"/>
            </a:xfrm>
            <a:custGeom>
              <a:avLst/>
              <a:gdLst/>
              <a:ahLst/>
              <a:cxnLst/>
              <a:rect l="l" t="t" r="r" b="b"/>
              <a:pathLst>
                <a:path w="1049" h="977" extrusionOk="0">
                  <a:moveTo>
                    <a:pt x="1" y="0"/>
                  </a:moveTo>
                  <a:cubicBezTo>
                    <a:pt x="215" y="0"/>
                    <a:pt x="406" y="191"/>
                    <a:pt x="406" y="381"/>
                  </a:cubicBezTo>
                  <a:lnTo>
                    <a:pt x="406" y="977"/>
                  </a:lnTo>
                  <a:lnTo>
                    <a:pt x="1049" y="977"/>
                  </a:lnTo>
                  <a:lnTo>
                    <a:pt x="1049" y="381"/>
                  </a:lnTo>
                  <a:cubicBezTo>
                    <a:pt x="1049" y="143"/>
                    <a:pt x="882" y="0"/>
                    <a:pt x="668"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0" name="Google Shape;22040;p138"/>
            <p:cNvSpPr/>
            <p:nvPr/>
          </p:nvSpPr>
          <p:spPr>
            <a:xfrm>
              <a:off x="3270938" y="4205748"/>
              <a:ext cx="357597" cy="271700"/>
            </a:xfrm>
            <a:custGeom>
              <a:avLst/>
              <a:gdLst/>
              <a:ahLst/>
              <a:cxnLst/>
              <a:rect l="l" t="t" r="r" b="b"/>
              <a:pathLst>
                <a:path w="11003" h="8360" extrusionOk="0">
                  <a:moveTo>
                    <a:pt x="0" y="1"/>
                  </a:moveTo>
                  <a:lnTo>
                    <a:pt x="0" y="8193"/>
                  </a:lnTo>
                  <a:cubicBezTo>
                    <a:pt x="0" y="8288"/>
                    <a:pt x="96" y="8360"/>
                    <a:pt x="191" y="8360"/>
                  </a:cubicBezTo>
                  <a:lnTo>
                    <a:pt x="10836" y="8360"/>
                  </a:lnTo>
                  <a:cubicBezTo>
                    <a:pt x="10931" y="8360"/>
                    <a:pt x="10979" y="8288"/>
                    <a:pt x="11003" y="8193"/>
                  </a:cubicBezTo>
                  <a:lnTo>
                    <a:pt x="11003" y="191"/>
                  </a:lnTo>
                  <a:cubicBezTo>
                    <a:pt x="11003" y="96"/>
                    <a:pt x="10931" y="1"/>
                    <a:pt x="10836"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1" name="Google Shape;22041;p138"/>
            <p:cNvSpPr/>
            <p:nvPr/>
          </p:nvSpPr>
          <p:spPr>
            <a:xfrm>
              <a:off x="3305746" y="4282383"/>
              <a:ext cx="286422" cy="132372"/>
            </a:xfrm>
            <a:custGeom>
              <a:avLst/>
              <a:gdLst/>
              <a:ahLst/>
              <a:cxnLst/>
              <a:rect l="l" t="t" r="r" b="b"/>
              <a:pathLst>
                <a:path w="8813" h="4073" extrusionOk="0">
                  <a:moveTo>
                    <a:pt x="191" y="0"/>
                  </a:moveTo>
                  <a:cubicBezTo>
                    <a:pt x="96" y="0"/>
                    <a:pt x="1" y="96"/>
                    <a:pt x="1" y="167"/>
                  </a:cubicBezTo>
                  <a:lnTo>
                    <a:pt x="1" y="3930"/>
                  </a:lnTo>
                  <a:lnTo>
                    <a:pt x="4359" y="4073"/>
                  </a:lnTo>
                  <a:lnTo>
                    <a:pt x="8812" y="3930"/>
                  </a:lnTo>
                  <a:lnTo>
                    <a:pt x="8812" y="167"/>
                  </a:lnTo>
                  <a:cubicBezTo>
                    <a:pt x="8812" y="96"/>
                    <a:pt x="8717" y="0"/>
                    <a:pt x="8646"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2" name="Google Shape;22042;p138"/>
            <p:cNvSpPr/>
            <p:nvPr/>
          </p:nvSpPr>
          <p:spPr>
            <a:xfrm>
              <a:off x="3600651" y="4205748"/>
              <a:ext cx="27105" cy="271700"/>
            </a:xfrm>
            <a:custGeom>
              <a:avLst/>
              <a:gdLst/>
              <a:ahLst/>
              <a:cxnLst/>
              <a:rect l="l" t="t" r="r" b="b"/>
              <a:pathLst>
                <a:path w="834" h="8360" extrusionOk="0">
                  <a:moveTo>
                    <a:pt x="0" y="1"/>
                  </a:moveTo>
                  <a:cubicBezTo>
                    <a:pt x="96" y="1"/>
                    <a:pt x="191" y="96"/>
                    <a:pt x="191" y="191"/>
                  </a:cubicBezTo>
                  <a:lnTo>
                    <a:pt x="191" y="8193"/>
                  </a:lnTo>
                  <a:cubicBezTo>
                    <a:pt x="191" y="8288"/>
                    <a:pt x="96" y="8360"/>
                    <a:pt x="0" y="8360"/>
                  </a:cubicBezTo>
                  <a:lnTo>
                    <a:pt x="667" y="8360"/>
                  </a:lnTo>
                  <a:cubicBezTo>
                    <a:pt x="762" y="8360"/>
                    <a:pt x="834" y="8288"/>
                    <a:pt x="834" y="8193"/>
                  </a:cubicBezTo>
                  <a:lnTo>
                    <a:pt x="834" y="191"/>
                  </a:lnTo>
                  <a:cubicBezTo>
                    <a:pt x="834" y="96"/>
                    <a:pt x="762" y="1"/>
                    <a:pt x="66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3" name="Google Shape;22043;p138"/>
            <p:cNvSpPr/>
            <p:nvPr/>
          </p:nvSpPr>
          <p:spPr>
            <a:xfrm>
              <a:off x="3564251" y="4282383"/>
              <a:ext cx="27138" cy="129285"/>
            </a:xfrm>
            <a:custGeom>
              <a:avLst/>
              <a:gdLst/>
              <a:ahLst/>
              <a:cxnLst/>
              <a:rect l="l" t="t" r="r" b="b"/>
              <a:pathLst>
                <a:path w="835" h="3978" extrusionOk="0">
                  <a:moveTo>
                    <a:pt x="1" y="0"/>
                  </a:moveTo>
                  <a:cubicBezTo>
                    <a:pt x="120" y="0"/>
                    <a:pt x="168" y="48"/>
                    <a:pt x="168" y="143"/>
                  </a:cubicBezTo>
                  <a:lnTo>
                    <a:pt x="168" y="3977"/>
                  </a:lnTo>
                  <a:lnTo>
                    <a:pt x="834" y="3930"/>
                  </a:lnTo>
                  <a:lnTo>
                    <a:pt x="834" y="167"/>
                  </a:lnTo>
                  <a:cubicBezTo>
                    <a:pt x="834" y="96"/>
                    <a:pt x="739" y="0"/>
                    <a:pt x="64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4" name="Google Shape;22044;p138"/>
            <p:cNvSpPr/>
            <p:nvPr/>
          </p:nvSpPr>
          <p:spPr>
            <a:xfrm>
              <a:off x="3270938" y="4205748"/>
              <a:ext cx="356818" cy="44947"/>
            </a:xfrm>
            <a:custGeom>
              <a:avLst/>
              <a:gdLst/>
              <a:ahLst/>
              <a:cxnLst/>
              <a:rect l="l" t="t" r="r" b="b"/>
              <a:pathLst>
                <a:path w="10979" h="1383" extrusionOk="0">
                  <a:moveTo>
                    <a:pt x="0" y="1"/>
                  </a:moveTo>
                  <a:lnTo>
                    <a:pt x="0" y="1334"/>
                  </a:lnTo>
                  <a:lnTo>
                    <a:pt x="10979" y="1382"/>
                  </a:lnTo>
                  <a:lnTo>
                    <a:pt x="10979" y="191"/>
                  </a:lnTo>
                  <a:cubicBezTo>
                    <a:pt x="10979" y="96"/>
                    <a:pt x="10907" y="1"/>
                    <a:pt x="10812"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5" name="Google Shape;22045;p138"/>
            <p:cNvSpPr/>
            <p:nvPr/>
          </p:nvSpPr>
          <p:spPr>
            <a:xfrm>
              <a:off x="3306526" y="4414723"/>
              <a:ext cx="286422" cy="27918"/>
            </a:xfrm>
            <a:custGeom>
              <a:avLst/>
              <a:gdLst/>
              <a:ahLst/>
              <a:cxnLst/>
              <a:rect l="l" t="t" r="r" b="b"/>
              <a:pathLst>
                <a:path w="8813" h="859" extrusionOk="0">
                  <a:moveTo>
                    <a:pt x="3978" y="1"/>
                  </a:moveTo>
                  <a:lnTo>
                    <a:pt x="1" y="144"/>
                  </a:lnTo>
                  <a:lnTo>
                    <a:pt x="1" y="691"/>
                  </a:lnTo>
                  <a:cubicBezTo>
                    <a:pt x="1" y="787"/>
                    <a:pt x="96" y="858"/>
                    <a:pt x="191" y="858"/>
                  </a:cubicBezTo>
                  <a:lnTo>
                    <a:pt x="8645" y="858"/>
                  </a:lnTo>
                  <a:cubicBezTo>
                    <a:pt x="8741" y="858"/>
                    <a:pt x="8812" y="787"/>
                    <a:pt x="8812" y="691"/>
                  </a:cubicBezTo>
                  <a:lnTo>
                    <a:pt x="8812" y="144"/>
                  </a:lnTo>
                  <a:lnTo>
                    <a:pt x="3978" y="1"/>
                  </a:ln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6" name="Google Shape;22046;p138"/>
            <p:cNvSpPr/>
            <p:nvPr/>
          </p:nvSpPr>
          <p:spPr>
            <a:xfrm>
              <a:off x="3600651" y="4205748"/>
              <a:ext cx="27105" cy="44947"/>
            </a:xfrm>
            <a:custGeom>
              <a:avLst/>
              <a:gdLst/>
              <a:ahLst/>
              <a:cxnLst/>
              <a:rect l="l" t="t" r="r" b="b"/>
              <a:pathLst>
                <a:path w="834" h="1383" extrusionOk="0">
                  <a:moveTo>
                    <a:pt x="0" y="1"/>
                  </a:moveTo>
                  <a:cubicBezTo>
                    <a:pt x="96" y="1"/>
                    <a:pt x="191" y="96"/>
                    <a:pt x="191" y="191"/>
                  </a:cubicBezTo>
                  <a:lnTo>
                    <a:pt x="191" y="1382"/>
                  </a:lnTo>
                  <a:lnTo>
                    <a:pt x="834" y="1382"/>
                  </a:lnTo>
                  <a:lnTo>
                    <a:pt x="834" y="191"/>
                  </a:lnTo>
                  <a:cubicBezTo>
                    <a:pt x="834" y="96"/>
                    <a:pt x="762" y="1"/>
                    <a:pt x="66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7" name="Google Shape;22047;p138"/>
            <p:cNvSpPr/>
            <p:nvPr/>
          </p:nvSpPr>
          <p:spPr>
            <a:xfrm>
              <a:off x="3564251" y="4414723"/>
              <a:ext cx="27138" cy="27918"/>
            </a:xfrm>
            <a:custGeom>
              <a:avLst/>
              <a:gdLst/>
              <a:ahLst/>
              <a:cxnLst/>
              <a:rect l="l" t="t" r="r" b="b"/>
              <a:pathLst>
                <a:path w="835" h="859" extrusionOk="0">
                  <a:moveTo>
                    <a:pt x="168" y="1"/>
                  </a:moveTo>
                  <a:lnTo>
                    <a:pt x="168" y="691"/>
                  </a:lnTo>
                  <a:cubicBezTo>
                    <a:pt x="168" y="787"/>
                    <a:pt x="96" y="858"/>
                    <a:pt x="1" y="858"/>
                  </a:cubicBezTo>
                  <a:lnTo>
                    <a:pt x="644" y="858"/>
                  </a:lnTo>
                  <a:cubicBezTo>
                    <a:pt x="739" y="858"/>
                    <a:pt x="834" y="787"/>
                    <a:pt x="834" y="691"/>
                  </a:cubicBezTo>
                  <a:lnTo>
                    <a:pt x="834" y="144"/>
                  </a:lnTo>
                  <a:lnTo>
                    <a:pt x="168" y="1"/>
                  </a:ln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8" name="Google Shape;22048;p138"/>
            <p:cNvSpPr/>
            <p:nvPr/>
          </p:nvSpPr>
          <p:spPr>
            <a:xfrm>
              <a:off x="3421088" y="4319693"/>
              <a:ext cx="57297" cy="61978"/>
            </a:xfrm>
            <a:custGeom>
              <a:avLst/>
              <a:gdLst/>
              <a:ahLst/>
              <a:cxnLst/>
              <a:rect l="l" t="t" r="r" b="b"/>
              <a:pathLst>
                <a:path w="1763" h="1907" extrusionOk="0">
                  <a:moveTo>
                    <a:pt x="104" y="0"/>
                  </a:moveTo>
                  <a:cubicBezTo>
                    <a:pt x="50" y="0"/>
                    <a:pt x="0" y="39"/>
                    <a:pt x="0" y="91"/>
                  </a:cubicBezTo>
                  <a:lnTo>
                    <a:pt x="0" y="1805"/>
                  </a:lnTo>
                  <a:cubicBezTo>
                    <a:pt x="0" y="1856"/>
                    <a:pt x="48" y="1906"/>
                    <a:pt x="101" y="1906"/>
                  </a:cubicBezTo>
                  <a:cubicBezTo>
                    <a:pt x="123" y="1906"/>
                    <a:pt x="146" y="1898"/>
                    <a:pt x="167" y="1877"/>
                  </a:cubicBezTo>
                  <a:lnTo>
                    <a:pt x="1667" y="1020"/>
                  </a:lnTo>
                  <a:cubicBezTo>
                    <a:pt x="1763" y="1020"/>
                    <a:pt x="1763" y="900"/>
                    <a:pt x="1667" y="877"/>
                  </a:cubicBezTo>
                  <a:lnTo>
                    <a:pt x="167" y="19"/>
                  </a:lnTo>
                  <a:cubicBezTo>
                    <a:pt x="147" y="6"/>
                    <a:pt x="125" y="0"/>
                    <a:pt x="10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9" name="Google Shape;22049;p138"/>
            <p:cNvSpPr/>
            <p:nvPr/>
          </p:nvSpPr>
          <p:spPr>
            <a:xfrm>
              <a:off x="3545693" y="4221998"/>
              <a:ext cx="11635" cy="11668"/>
            </a:xfrm>
            <a:custGeom>
              <a:avLst/>
              <a:gdLst/>
              <a:ahLst/>
              <a:cxnLst/>
              <a:rect l="l" t="t" r="r" b="b"/>
              <a:pathLst>
                <a:path w="358" h="359" extrusionOk="0">
                  <a:moveTo>
                    <a:pt x="191" y="1"/>
                  </a:moveTo>
                  <a:cubicBezTo>
                    <a:pt x="72" y="1"/>
                    <a:pt x="0" y="96"/>
                    <a:pt x="0" y="191"/>
                  </a:cubicBezTo>
                  <a:cubicBezTo>
                    <a:pt x="0" y="287"/>
                    <a:pt x="72" y="358"/>
                    <a:pt x="191" y="358"/>
                  </a:cubicBezTo>
                  <a:cubicBezTo>
                    <a:pt x="286" y="358"/>
                    <a:pt x="358" y="287"/>
                    <a:pt x="358" y="191"/>
                  </a:cubicBezTo>
                  <a:cubicBezTo>
                    <a:pt x="358" y="96"/>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0" name="Google Shape;22050;p138"/>
            <p:cNvSpPr/>
            <p:nvPr/>
          </p:nvSpPr>
          <p:spPr>
            <a:xfrm>
              <a:off x="3568151" y="4221998"/>
              <a:ext cx="11635" cy="11668"/>
            </a:xfrm>
            <a:custGeom>
              <a:avLst/>
              <a:gdLst/>
              <a:ahLst/>
              <a:cxnLst/>
              <a:rect l="l" t="t" r="r" b="b"/>
              <a:pathLst>
                <a:path w="358" h="359" extrusionOk="0">
                  <a:moveTo>
                    <a:pt x="167" y="1"/>
                  </a:moveTo>
                  <a:cubicBezTo>
                    <a:pt x="71" y="1"/>
                    <a:pt x="0" y="96"/>
                    <a:pt x="0" y="191"/>
                  </a:cubicBezTo>
                  <a:cubicBezTo>
                    <a:pt x="0" y="287"/>
                    <a:pt x="71" y="358"/>
                    <a:pt x="167" y="358"/>
                  </a:cubicBezTo>
                  <a:cubicBezTo>
                    <a:pt x="262" y="358"/>
                    <a:pt x="357" y="287"/>
                    <a:pt x="357" y="191"/>
                  </a:cubicBezTo>
                  <a:cubicBezTo>
                    <a:pt x="357" y="96"/>
                    <a:pt x="262"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1" name="Google Shape;22051;p138"/>
            <p:cNvSpPr/>
            <p:nvPr/>
          </p:nvSpPr>
          <p:spPr>
            <a:xfrm>
              <a:off x="3590576" y="4221998"/>
              <a:ext cx="11635" cy="11668"/>
            </a:xfrm>
            <a:custGeom>
              <a:avLst/>
              <a:gdLst/>
              <a:ahLst/>
              <a:cxnLst/>
              <a:rect l="l" t="t" r="r" b="b"/>
              <a:pathLst>
                <a:path w="358" h="359" extrusionOk="0">
                  <a:moveTo>
                    <a:pt x="167" y="1"/>
                  </a:moveTo>
                  <a:cubicBezTo>
                    <a:pt x="72" y="1"/>
                    <a:pt x="1" y="96"/>
                    <a:pt x="1" y="191"/>
                  </a:cubicBezTo>
                  <a:cubicBezTo>
                    <a:pt x="1" y="287"/>
                    <a:pt x="72" y="358"/>
                    <a:pt x="167" y="358"/>
                  </a:cubicBezTo>
                  <a:cubicBezTo>
                    <a:pt x="263" y="358"/>
                    <a:pt x="358" y="287"/>
                    <a:pt x="358" y="191"/>
                  </a:cubicBezTo>
                  <a:cubicBezTo>
                    <a:pt x="358" y="96"/>
                    <a:pt x="263"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2" name="Google Shape;22052;p138"/>
            <p:cNvSpPr/>
            <p:nvPr/>
          </p:nvSpPr>
          <p:spPr>
            <a:xfrm>
              <a:off x="3306526" y="4410076"/>
              <a:ext cx="285643" cy="9328"/>
            </a:xfrm>
            <a:custGeom>
              <a:avLst/>
              <a:gdLst/>
              <a:ahLst/>
              <a:cxnLst/>
              <a:rect l="l" t="t" r="r" b="b"/>
              <a:pathLst>
                <a:path w="8789" h="287" extrusionOk="0">
                  <a:moveTo>
                    <a:pt x="1" y="1"/>
                  </a:moveTo>
                  <a:lnTo>
                    <a:pt x="1" y="287"/>
                  </a:lnTo>
                  <a:lnTo>
                    <a:pt x="8788" y="287"/>
                  </a:lnTo>
                  <a:lnTo>
                    <a:pt x="8788" y="1"/>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3" name="Google Shape;22053;p138"/>
            <p:cNvSpPr/>
            <p:nvPr/>
          </p:nvSpPr>
          <p:spPr>
            <a:xfrm>
              <a:off x="3571238" y="4410076"/>
              <a:ext cx="20930" cy="9328"/>
            </a:xfrm>
            <a:custGeom>
              <a:avLst/>
              <a:gdLst/>
              <a:ahLst/>
              <a:cxnLst/>
              <a:rect l="l" t="t" r="r" b="b"/>
              <a:pathLst>
                <a:path w="644" h="287" extrusionOk="0">
                  <a:moveTo>
                    <a:pt x="0" y="1"/>
                  </a:moveTo>
                  <a:lnTo>
                    <a:pt x="0" y="287"/>
                  </a:lnTo>
                  <a:lnTo>
                    <a:pt x="643" y="287"/>
                  </a:lnTo>
                  <a:lnTo>
                    <a:pt x="643" y="1"/>
                  </a:ln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4" name="Google Shape;22054;p138"/>
            <p:cNvSpPr/>
            <p:nvPr/>
          </p:nvSpPr>
          <p:spPr>
            <a:xfrm>
              <a:off x="3339806" y="4403901"/>
              <a:ext cx="7768" cy="20670"/>
            </a:xfrm>
            <a:custGeom>
              <a:avLst/>
              <a:gdLst/>
              <a:ahLst/>
              <a:cxnLst/>
              <a:rect l="l" t="t" r="r" b="b"/>
              <a:pathLst>
                <a:path w="239" h="636" extrusionOk="0">
                  <a:moveTo>
                    <a:pt x="120" y="0"/>
                  </a:moveTo>
                  <a:cubicBezTo>
                    <a:pt x="48" y="48"/>
                    <a:pt x="1" y="96"/>
                    <a:pt x="1" y="167"/>
                  </a:cubicBezTo>
                  <a:lnTo>
                    <a:pt x="1" y="548"/>
                  </a:lnTo>
                  <a:cubicBezTo>
                    <a:pt x="1" y="585"/>
                    <a:pt x="15" y="635"/>
                    <a:pt x="54" y="635"/>
                  </a:cubicBezTo>
                  <a:cubicBezTo>
                    <a:pt x="65" y="635"/>
                    <a:pt x="79" y="631"/>
                    <a:pt x="96" y="619"/>
                  </a:cubicBezTo>
                  <a:cubicBezTo>
                    <a:pt x="112" y="630"/>
                    <a:pt x="128" y="635"/>
                    <a:pt x="144" y="635"/>
                  </a:cubicBezTo>
                  <a:cubicBezTo>
                    <a:pt x="196" y="635"/>
                    <a:pt x="239" y="580"/>
                    <a:pt x="239" y="524"/>
                  </a:cubicBezTo>
                  <a:lnTo>
                    <a:pt x="239" y="119"/>
                  </a:lnTo>
                  <a:cubicBezTo>
                    <a:pt x="239" y="72"/>
                    <a:pt x="167" y="0"/>
                    <a:pt x="120" y="0"/>
                  </a:cubicBezTo>
                  <a:close/>
                </a:path>
              </a:pathLst>
            </a:custGeom>
            <a:solidFill>
              <a:srgbClr val="8291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55" name="Google Shape;22055;p138"/>
          <p:cNvGrpSpPr/>
          <p:nvPr/>
        </p:nvGrpSpPr>
        <p:grpSpPr>
          <a:xfrm>
            <a:off x="4026336" y="4032451"/>
            <a:ext cx="358378" cy="283303"/>
            <a:chOff x="4026336" y="4184851"/>
            <a:chExt cx="358378" cy="283303"/>
          </a:xfrm>
        </p:grpSpPr>
        <p:sp>
          <p:nvSpPr>
            <p:cNvPr id="22056" name="Google Shape;22056;p138"/>
            <p:cNvSpPr/>
            <p:nvPr/>
          </p:nvSpPr>
          <p:spPr>
            <a:xfrm>
              <a:off x="4026336" y="4215823"/>
              <a:ext cx="358378" cy="252330"/>
            </a:xfrm>
            <a:custGeom>
              <a:avLst/>
              <a:gdLst/>
              <a:ahLst/>
              <a:cxnLst/>
              <a:rect l="l" t="t" r="r" b="b"/>
              <a:pathLst>
                <a:path w="11027" h="7764" extrusionOk="0">
                  <a:moveTo>
                    <a:pt x="5478" y="0"/>
                  </a:moveTo>
                  <a:lnTo>
                    <a:pt x="0" y="381"/>
                  </a:lnTo>
                  <a:lnTo>
                    <a:pt x="0" y="7573"/>
                  </a:lnTo>
                  <a:cubicBezTo>
                    <a:pt x="0" y="7669"/>
                    <a:pt x="95" y="7764"/>
                    <a:pt x="191" y="7764"/>
                  </a:cubicBezTo>
                  <a:lnTo>
                    <a:pt x="10836" y="7764"/>
                  </a:lnTo>
                  <a:cubicBezTo>
                    <a:pt x="10931" y="7764"/>
                    <a:pt x="11026" y="7669"/>
                    <a:pt x="11026" y="7573"/>
                  </a:cubicBezTo>
                  <a:lnTo>
                    <a:pt x="11026" y="381"/>
                  </a:lnTo>
                  <a:lnTo>
                    <a:pt x="5478"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7" name="Google Shape;22057;p138"/>
            <p:cNvSpPr/>
            <p:nvPr/>
          </p:nvSpPr>
          <p:spPr>
            <a:xfrm>
              <a:off x="4027863" y="4184851"/>
              <a:ext cx="356850" cy="43388"/>
            </a:xfrm>
            <a:custGeom>
              <a:avLst/>
              <a:gdLst/>
              <a:ahLst/>
              <a:cxnLst/>
              <a:rect l="l" t="t" r="r" b="b"/>
              <a:pathLst>
                <a:path w="10980" h="1335" extrusionOk="0">
                  <a:moveTo>
                    <a:pt x="430" y="1"/>
                  </a:moveTo>
                  <a:cubicBezTo>
                    <a:pt x="191" y="1"/>
                    <a:pt x="1" y="191"/>
                    <a:pt x="1" y="430"/>
                  </a:cubicBezTo>
                  <a:lnTo>
                    <a:pt x="1" y="1334"/>
                  </a:lnTo>
                  <a:lnTo>
                    <a:pt x="10979" y="1334"/>
                  </a:lnTo>
                  <a:lnTo>
                    <a:pt x="10979" y="430"/>
                  </a:lnTo>
                  <a:cubicBezTo>
                    <a:pt x="10979" y="191"/>
                    <a:pt x="10765" y="1"/>
                    <a:pt x="1052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8" name="Google Shape;22058;p138"/>
            <p:cNvSpPr/>
            <p:nvPr/>
          </p:nvSpPr>
          <p:spPr>
            <a:xfrm>
              <a:off x="4356828" y="4215823"/>
              <a:ext cx="27105" cy="252330"/>
            </a:xfrm>
            <a:custGeom>
              <a:avLst/>
              <a:gdLst/>
              <a:ahLst/>
              <a:cxnLst/>
              <a:rect l="l" t="t" r="r" b="b"/>
              <a:pathLst>
                <a:path w="834" h="7764" extrusionOk="0">
                  <a:moveTo>
                    <a:pt x="167" y="0"/>
                  </a:moveTo>
                  <a:lnTo>
                    <a:pt x="167" y="7573"/>
                  </a:lnTo>
                  <a:cubicBezTo>
                    <a:pt x="167" y="7669"/>
                    <a:pt x="71" y="7764"/>
                    <a:pt x="0" y="7764"/>
                  </a:cubicBezTo>
                  <a:lnTo>
                    <a:pt x="643" y="7764"/>
                  </a:lnTo>
                  <a:cubicBezTo>
                    <a:pt x="738" y="7764"/>
                    <a:pt x="834" y="7669"/>
                    <a:pt x="834" y="7573"/>
                  </a:cubicBezTo>
                  <a:lnTo>
                    <a:pt x="834" y="381"/>
                  </a:lnTo>
                  <a:lnTo>
                    <a:pt x="167" y="0"/>
                  </a:ln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9" name="Google Shape;22059;p138"/>
            <p:cNvSpPr/>
            <p:nvPr/>
          </p:nvSpPr>
          <p:spPr>
            <a:xfrm>
              <a:off x="4349061" y="4184851"/>
              <a:ext cx="35653" cy="43388"/>
            </a:xfrm>
            <a:custGeom>
              <a:avLst/>
              <a:gdLst/>
              <a:ahLst/>
              <a:cxnLst/>
              <a:rect l="l" t="t" r="r" b="b"/>
              <a:pathLst>
                <a:path w="1097" h="1335" extrusionOk="0">
                  <a:moveTo>
                    <a:pt x="1" y="1"/>
                  </a:moveTo>
                  <a:cubicBezTo>
                    <a:pt x="239" y="1"/>
                    <a:pt x="430" y="191"/>
                    <a:pt x="430" y="430"/>
                  </a:cubicBezTo>
                  <a:lnTo>
                    <a:pt x="430" y="1334"/>
                  </a:lnTo>
                  <a:lnTo>
                    <a:pt x="1096" y="1334"/>
                  </a:lnTo>
                  <a:lnTo>
                    <a:pt x="1096" y="430"/>
                  </a:lnTo>
                  <a:cubicBezTo>
                    <a:pt x="1096" y="191"/>
                    <a:pt x="882" y="1"/>
                    <a:pt x="64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0" name="Google Shape;22060;p138"/>
            <p:cNvSpPr/>
            <p:nvPr/>
          </p:nvSpPr>
          <p:spPr>
            <a:xfrm>
              <a:off x="4300311" y="4200353"/>
              <a:ext cx="11635" cy="11635"/>
            </a:xfrm>
            <a:custGeom>
              <a:avLst/>
              <a:gdLst/>
              <a:ahLst/>
              <a:cxnLst/>
              <a:rect l="l" t="t" r="r" b="b"/>
              <a:pathLst>
                <a:path w="358" h="358" extrusionOk="0">
                  <a:moveTo>
                    <a:pt x="191" y="0"/>
                  </a:moveTo>
                  <a:cubicBezTo>
                    <a:pt x="72" y="0"/>
                    <a:pt x="1" y="72"/>
                    <a:pt x="1" y="167"/>
                  </a:cubicBezTo>
                  <a:cubicBezTo>
                    <a:pt x="1" y="262"/>
                    <a:pt x="72" y="357"/>
                    <a:pt x="191" y="357"/>
                  </a:cubicBezTo>
                  <a:cubicBezTo>
                    <a:pt x="286" y="357"/>
                    <a:pt x="358" y="262"/>
                    <a:pt x="358" y="167"/>
                  </a:cubicBezTo>
                  <a:cubicBezTo>
                    <a:pt x="358" y="72"/>
                    <a:pt x="286" y="0"/>
                    <a:pt x="19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1" name="Google Shape;22061;p138"/>
            <p:cNvSpPr/>
            <p:nvPr/>
          </p:nvSpPr>
          <p:spPr>
            <a:xfrm>
              <a:off x="4322768" y="4200353"/>
              <a:ext cx="11635" cy="11635"/>
            </a:xfrm>
            <a:custGeom>
              <a:avLst/>
              <a:gdLst/>
              <a:ahLst/>
              <a:cxnLst/>
              <a:rect l="l" t="t" r="r" b="b"/>
              <a:pathLst>
                <a:path w="358" h="358" extrusionOk="0">
                  <a:moveTo>
                    <a:pt x="167" y="0"/>
                  </a:moveTo>
                  <a:cubicBezTo>
                    <a:pt x="72" y="0"/>
                    <a:pt x="0" y="72"/>
                    <a:pt x="0" y="167"/>
                  </a:cubicBezTo>
                  <a:cubicBezTo>
                    <a:pt x="0" y="262"/>
                    <a:pt x="72" y="357"/>
                    <a:pt x="167" y="357"/>
                  </a:cubicBezTo>
                  <a:cubicBezTo>
                    <a:pt x="262" y="357"/>
                    <a:pt x="357" y="262"/>
                    <a:pt x="357" y="167"/>
                  </a:cubicBezTo>
                  <a:cubicBezTo>
                    <a:pt x="357" y="72"/>
                    <a:pt x="262"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2" name="Google Shape;22062;p138"/>
            <p:cNvSpPr/>
            <p:nvPr/>
          </p:nvSpPr>
          <p:spPr>
            <a:xfrm>
              <a:off x="4345193" y="4200353"/>
              <a:ext cx="11635" cy="11635"/>
            </a:xfrm>
            <a:custGeom>
              <a:avLst/>
              <a:gdLst/>
              <a:ahLst/>
              <a:cxnLst/>
              <a:rect l="l" t="t" r="r" b="b"/>
              <a:pathLst>
                <a:path w="358" h="358" extrusionOk="0">
                  <a:moveTo>
                    <a:pt x="167" y="0"/>
                  </a:moveTo>
                  <a:cubicBezTo>
                    <a:pt x="72" y="0"/>
                    <a:pt x="1" y="72"/>
                    <a:pt x="1" y="167"/>
                  </a:cubicBezTo>
                  <a:cubicBezTo>
                    <a:pt x="1" y="262"/>
                    <a:pt x="72" y="357"/>
                    <a:pt x="167" y="357"/>
                  </a:cubicBezTo>
                  <a:cubicBezTo>
                    <a:pt x="263" y="357"/>
                    <a:pt x="358" y="262"/>
                    <a:pt x="358" y="167"/>
                  </a:cubicBezTo>
                  <a:cubicBezTo>
                    <a:pt x="358" y="72"/>
                    <a:pt x="263"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3" name="Google Shape;22063;p138"/>
            <p:cNvSpPr/>
            <p:nvPr/>
          </p:nvSpPr>
          <p:spPr>
            <a:xfrm>
              <a:off x="4055748" y="4256058"/>
              <a:ext cx="295685" cy="181155"/>
            </a:xfrm>
            <a:custGeom>
              <a:avLst/>
              <a:gdLst/>
              <a:ahLst/>
              <a:cxnLst/>
              <a:rect l="l" t="t" r="r" b="b"/>
              <a:pathLst>
                <a:path w="9098" h="5574" extrusionOk="0">
                  <a:moveTo>
                    <a:pt x="191" y="1"/>
                  </a:moveTo>
                  <a:cubicBezTo>
                    <a:pt x="95" y="1"/>
                    <a:pt x="0" y="96"/>
                    <a:pt x="0" y="215"/>
                  </a:cubicBezTo>
                  <a:lnTo>
                    <a:pt x="0" y="5359"/>
                  </a:lnTo>
                  <a:cubicBezTo>
                    <a:pt x="0" y="5478"/>
                    <a:pt x="95" y="5573"/>
                    <a:pt x="191" y="5573"/>
                  </a:cubicBezTo>
                  <a:lnTo>
                    <a:pt x="5144" y="5573"/>
                  </a:lnTo>
                  <a:lnTo>
                    <a:pt x="6144" y="5359"/>
                  </a:lnTo>
                  <a:lnTo>
                    <a:pt x="7240" y="5573"/>
                  </a:lnTo>
                  <a:lnTo>
                    <a:pt x="8907" y="5573"/>
                  </a:lnTo>
                  <a:cubicBezTo>
                    <a:pt x="9026" y="5573"/>
                    <a:pt x="9097" y="5478"/>
                    <a:pt x="9097" y="5359"/>
                  </a:cubicBezTo>
                  <a:lnTo>
                    <a:pt x="9097" y="215"/>
                  </a:lnTo>
                  <a:cubicBezTo>
                    <a:pt x="9097" y="96"/>
                    <a:pt x="9026" y="1"/>
                    <a:pt x="890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4" name="Google Shape;22064;p138"/>
            <p:cNvSpPr/>
            <p:nvPr/>
          </p:nvSpPr>
          <p:spPr>
            <a:xfrm>
              <a:off x="4323516" y="4256058"/>
              <a:ext cx="27918" cy="181155"/>
            </a:xfrm>
            <a:custGeom>
              <a:avLst/>
              <a:gdLst/>
              <a:ahLst/>
              <a:cxnLst/>
              <a:rect l="l" t="t" r="r" b="b"/>
              <a:pathLst>
                <a:path w="859" h="5574" extrusionOk="0">
                  <a:moveTo>
                    <a:pt x="1" y="1"/>
                  </a:moveTo>
                  <a:cubicBezTo>
                    <a:pt x="120" y="1"/>
                    <a:pt x="215" y="96"/>
                    <a:pt x="215" y="215"/>
                  </a:cubicBezTo>
                  <a:lnTo>
                    <a:pt x="215" y="5359"/>
                  </a:lnTo>
                  <a:cubicBezTo>
                    <a:pt x="215" y="5478"/>
                    <a:pt x="120" y="5573"/>
                    <a:pt x="1" y="5573"/>
                  </a:cubicBezTo>
                  <a:lnTo>
                    <a:pt x="668" y="5573"/>
                  </a:lnTo>
                  <a:cubicBezTo>
                    <a:pt x="787" y="5573"/>
                    <a:pt x="858" y="5478"/>
                    <a:pt x="858" y="5359"/>
                  </a:cubicBezTo>
                  <a:lnTo>
                    <a:pt x="858" y="215"/>
                  </a:lnTo>
                  <a:cubicBezTo>
                    <a:pt x="858" y="96"/>
                    <a:pt x="787" y="1"/>
                    <a:pt x="66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5" name="Google Shape;22065;p138"/>
            <p:cNvSpPr/>
            <p:nvPr/>
          </p:nvSpPr>
          <p:spPr>
            <a:xfrm>
              <a:off x="4222928" y="4411636"/>
              <a:ext cx="67340" cy="25578"/>
            </a:xfrm>
            <a:custGeom>
              <a:avLst/>
              <a:gdLst/>
              <a:ahLst/>
              <a:cxnLst/>
              <a:rect l="l" t="t" r="r" b="b"/>
              <a:pathLst>
                <a:path w="2072" h="787" extrusionOk="0">
                  <a:moveTo>
                    <a:pt x="119" y="0"/>
                  </a:moveTo>
                  <a:cubicBezTo>
                    <a:pt x="72" y="0"/>
                    <a:pt x="0" y="72"/>
                    <a:pt x="0" y="120"/>
                  </a:cubicBezTo>
                  <a:lnTo>
                    <a:pt x="0" y="786"/>
                  </a:lnTo>
                  <a:lnTo>
                    <a:pt x="2072" y="786"/>
                  </a:lnTo>
                  <a:lnTo>
                    <a:pt x="2072" y="120"/>
                  </a:lnTo>
                  <a:cubicBezTo>
                    <a:pt x="2072" y="72"/>
                    <a:pt x="2024" y="0"/>
                    <a:pt x="195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6" name="Google Shape;22066;p138"/>
            <p:cNvSpPr/>
            <p:nvPr/>
          </p:nvSpPr>
          <p:spPr>
            <a:xfrm>
              <a:off x="4267811" y="4411636"/>
              <a:ext cx="24797" cy="25578"/>
            </a:xfrm>
            <a:custGeom>
              <a:avLst/>
              <a:gdLst/>
              <a:ahLst/>
              <a:cxnLst/>
              <a:rect l="l" t="t" r="r" b="b"/>
              <a:pathLst>
                <a:path w="763" h="787" extrusionOk="0">
                  <a:moveTo>
                    <a:pt x="0" y="0"/>
                  </a:moveTo>
                  <a:cubicBezTo>
                    <a:pt x="48" y="0"/>
                    <a:pt x="119" y="72"/>
                    <a:pt x="119" y="120"/>
                  </a:cubicBezTo>
                  <a:lnTo>
                    <a:pt x="119" y="786"/>
                  </a:lnTo>
                  <a:lnTo>
                    <a:pt x="762" y="786"/>
                  </a:lnTo>
                  <a:lnTo>
                    <a:pt x="762" y="120"/>
                  </a:lnTo>
                  <a:cubicBezTo>
                    <a:pt x="762" y="72"/>
                    <a:pt x="715" y="0"/>
                    <a:pt x="643"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7" name="Google Shape;22067;p138"/>
            <p:cNvSpPr/>
            <p:nvPr/>
          </p:nvSpPr>
          <p:spPr>
            <a:xfrm>
              <a:off x="4107586" y="4313356"/>
              <a:ext cx="111507" cy="63472"/>
            </a:xfrm>
            <a:custGeom>
              <a:avLst/>
              <a:gdLst/>
              <a:ahLst/>
              <a:cxnLst/>
              <a:rect l="l" t="t" r="r" b="b"/>
              <a:pathLst>
                <a:path w="3431" h="1953" extrusionOk="0">
                  <a:moveTo>
                    <a:pt x="1501" y="0"/>
                  </a:moveTo>
                  <a:cubicBezTo>
                    <a:pt x="1382" y="0"/>
                    <a:pt x="1287" y="48"/>
                    <a:pt x="1263" y="167"/>
                  </a:cubicBezTo>
                  <a:lnTo>
                    <a:pt x="930" y="1524"/>
                  </a:lnTo>
                  <a:lnTo>
                    <a:pt x="668" y="1048"/>
                  </a:lnTo>
                  <a:cubicBezTo>
                    <a:pt x="644" y="976"/>
                    <a:pt x="572" y="953"/>
                    <a:pt x="525" y="929"/>
                  </a:cubicBezTo>
                  <a:cubicBezTo>
                    <a:pt x="503" y="914"/>
                    <a:pt x="483" y="908"/>
                    <a:pt x="464" y="908"/>
                  </a:cubicBezTo>
                  <a:cubicBezTo>
                    <a:pt x="421" y="908"/>
                    <a:pt x="383" y="936"/>
                    <a:pt x="334" y="953"/>
                  </a:cubicBezTo>
                  <a:lnTo>
                    <a:pt x="96" y="1072"/>
                  </a:lnTo>
                  <a:cubicBezTo>
                    <a:pt x="1" y="1119"/>
                    <a:pt x="1" y="1215"/>
                    <a:pt x="48" y="1286"/>
                  </a:cubicBezTo>
                  <a:cubicBezTo>
                    <a:pt x="79" y="1331"/>
                    <a:pt x="128" y="1348"/>
                    <a:pt x="184" y="1348"/>
                  </a:cubicBezTo>
                  <a:cubicBezTo>
                    <a:pt x="217" y="1348"/>
                    <a:pt x="252" y="1342"/>
                    <a:pt x="287" y="1334"/>
                  </a:cubicBezTo>
                  <a:lnTo>
                    <a:pt x="429" y="1238"/>
                  </a:lnTo>
                  <a:lnTo>
                    <a:pt x="763" y="1834"/>
                  </a:lnTo>
                  <a:cubicBezTo>
                    <a:pt x="787" y="1929"/>
                    <a:pt x="882" y="1953"/>
                    <a:pt x="953" y="1953"/>
                  </a:cubicBezTo>
                  <a:lnTo>
                    <a:pt x="1001" y="1953"/>
                  </a:lnTo>
                  <a:cubicBezTo>
                    <a:pt x="1072" y="1953"/>
                    <a:pt x="1168" y="1881"/>
                    <a:pt x="1191" y="1786"/>
                  </a:cubicBezTo>
                  <a:lnTo>
                    <a:pt x="1596" y="286"/>
                  </a:lnTo>
                  <a:lnTo>
                    <a:pt x="3263" y="286"/>
                  </a:lnTo>
                  <a:cubicBezTo>
                    <a:pt x="3335" y="286"/>
                    <a:pt x="3430" y="238"/>
                    <a:pt x="3430" y="143"/>
                  </a:cubicBezTo>
                  <a:cubicBezTo>
                    <a:pt x="3430" y="48"/>
                    <a:pt x="3335" y="0"/>
                    <a:pt x="3263" y="0"/>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8" name="Google Shape;22068;p138"/>
            <p:cNvSpPr/>
            <p:nvPr/>
          </p:nvSpPr>
          <p:spPr>
            <a:xfrm>
              <a:off x="4221368" y="4338121"/>
              <a:ext cx="27885" cy="10855"/>
            </a:xfrm>
            <a:custGeom>
              <a:avLst/>
              <a:gdLst/>
              <a:ahLst/>
              <a:cxnLst/>
              <a:rect l="l" t="t" r="r" b="b"/>
              <a:pathLst>
                <a:path w="858" h="334" extrusionOk="0">
                  <a:moveTo>
                    <a:pt x="167" y="0"/>
                  </a:moveTo>
                  <a:cubicBezTo>
                    <a:pt x="72" y="0"/>
                    <a:pt x="0" y="72"/>
                    <a:pt x="0" y="167"/>
                  </a:cubicBezTo>
                  <a:cubicBezTo>
                    <a:pt x="0" y="238"/>
                    <a:pt x="48" y="333"/>
                    <a:pt x="143" y="333"/>
                  </a:cubicBezTo>
                  <a:lnTo>
                    <a:pt x="667" y="333"/>
                  </a:lnTo>
                  <a:cubicBezTo>
                    <a:pt x="763" y="333"/>
                    <a:pt x="858" y="286"/>
                    <a:pt x="858" y="191"/>
                  </a:cubicBezTo>
                  <a:cubicBezTo>
                    <a:pt x="858" y="95"/>
                    <a:pt x="786" y="0"/>
                    <a:pt x="715" y="0"/>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9" name="Google Shape;22069;p138"/>
            <p:cNvSpPr/>
            <p:nvPr/>
          </p:nvSpPr>
          <p:spPr>
            <a:xfrm>
              <a:off x="4221368" y="4356678"/>
              <a:ext cx="27885" cy="10888"/>
            </a:xfrm>
            <a:custGeom>
              <a:avLst/>
              <a:gdLst/>
              <a:ahLst/>
              <a:cxnLst/>
              <a:rect l="l" t="t" r="r" b="b"/>
              <a:pathLst>
                <a:path w="858" h="335" extrusionOk="0">
                  <a:moveTo>
                    <a:pt x="167" y="1"/>
                  </a:moveTo>
                  <a:cubicBezTo>
                    <a:pt x="72" y="1"/>
                    <a:pt x="0" y="72"/>
                    <a:pt x="0" y="144"/>
                  </a:cubicBezTo>
                  <a:cubicBezTo>
                    <a:pt x="0" y="239"/>
                    <a:pt x="48" y="334"/>
                    <a:pt x="143" y="334"/>
                  </a:cubicBezTo>
                  <a:lnTo>
                    <a:pt x="667" y="334"/>
                  </a:lnTo>
                  <a:cubicBezTo>
                    <a:pt x="763" y="334"/>
                    <a:pt x="858" y="263"/>
                    <a:pt x="858" y="191"/>
                  </a:cubicBezTo>
                  <a:cubicBezTo>
                    <a:pt x="858" y="96"/>
                    <a:pt x="786" y="1"/>
                    <a:pt x="715" y="1"/>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0" name="Google Shape;22070;p138"/>
            <p:cNvSpPr/>
            <p:nvPr/>
          </p:nvSpPr>
          <p:spPr>
            <a:xfrm>
              <a:off x="4167191" y="4338673"/>
              <a:ext cx="35620" cy="34288"/>
            </a:xfrm>
            <a:custGeom>
              <a:avLst/>
              <a:gdLst/>
              <a:ahLst/>
              <a:cxnLst/>
              <a:rect l="l" t="t" r="r" b="b"/>
              <a:pathLst>
                <a:path w="1096" h="1055" extrusionOk="0">
                  <a:moveTo>
                    <a:pt x="167" y="1"/>
                  </a:moveTo>
                  <a:cubicBezTo>
                    <a:pt x="120" y="1"/>
                    <a:pt x="72" y="19"/>
                    <a:pt x="48" y="55"/>
                  </a:cubicBezTo>
                  <a:cubicBezTo>
                    <a:pt x="0" y="102"/>
                    <a:pt x="0" y="221"/>
                    <a:pt x="48" y="293"/>
                  </a:cubicBezTo>
                  <a:lnTo>
                    <a:pt x="286" y="531"/>
                  </a:lnTo>
                  <a:lnTo>
                    <a:pt x="48" y="769"/>
                  </a:lnTo>
                  <a:cubicBezTo>
                    <a:pt x="0" y="817"/>
                    <a:pt x="0" y="936"/>
                    <a:pt x="48" y="1007"/>
                  </a:cubicBezTo>
                  <a:cubicBezTo>
                    <a:pt x="72" y="1031"/>
                    <a:pt x="143" y="1055"/>
                    <a:pt x="167" y="1055"/>
                  </a:cubicBezTo>
                  <a:cubicBezTo>
                    <a:pt x="191" y="1055"/>
                    <a:pt x="262" y="1031"/>
                    <a:pt x="286" y="1007"/>
                  </a:cubicBezTo>
                  <a:lnTo>
                    <a:pt x="524" y="769"/>
                  </a:lnTo>
                  <a:lnTo>
                    <a:pt x="763" y="1007"/>
                  </a:lnTo>
                  <a:cubicBezTo>
                    <a:pt x="786" y="1031"/>
                    <a:pt x="858" y="1055"/>
                    <a:pt x="882" y="1055"/>
                  </a:cubicBezTo>
                  <a:cubicBezTo>
                    <a:pt x="905" y="1055"/>
                    <a:pt x="977" y="1031"/>
                    <a:pt x="1001" y="1007"/>
                  </a:cubicBezTo>
                  <a:cubicBezTo>
                    <a:pt x="1048" y="936"/>
                    <a:pt x="1048" y="817"/>
                    <a:pt x="1001" y="769"/>
                  </a:cubicBezTo>
                  <a:lnTo>
                    <a:pt x="763" y="531"/>
                  </a:lnTo>
                  <a:lnTo>
                    <a:pt x="1001" y="293"/>
                  </a:lnTo>
                  <a:cubicBezTo>
                    <a:pt x="1096" y="221"/>
                    <a:pt x="1096" y="102"/>
                    <a:pt x="1001" y="55"/>
                  </a:cubicBezTo>
                  <a:cubicBezTo>
                    <a:pt x="977" y="19"/>
                    <a:pt x="935" y="1"/>
                    <a:pt x="891" y="1"/>
                  </a:cubicBezTo>
                  <a:cubicBezTo>
                    <a:pt x="846" y="1"/>
                    <a:pt x="798" y="19"/>
                    <a:pt x="763" y="55"/>
                  </a:cubicBezTo>
                  <a:lnTo>
                    <a:pt x="524" y="293"/>
                  </a:lnTo>
                  <a:lnTo>
                    <a:pt x="286" y="55"/>
                  </a:lnTo>
                  <a:cubicBezTo>
                    <a:pt x="262" y="19"/>
                    <a:pt x="215" y="1"/>
                    <a:pt x="167" y="1"/>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1" name="Google Shape;22071;p138"/>
            <p:cNvSpPr/>
            <p:nvPr/>
          </p:nvSpPr>
          <p:spPr>
            <a:xfrm>
              <a:off x="4264723" y="4338673"/>
              <a:ext cx="34840" cy="34288"/>
            </a:xfrm>
            <a:custGeom>
              <a:avLst/>
              <a:gdLst/>
              <a:ahLst/>
              <a:cxnLst/>
              <a:rect l="l" t="t" r="r" b="b"/>
              <a:pathLst>
                <a:path w="1072" h="1055" extrusionOk="0">
                  <a:moveTo>
                    <a:pt x="176" y="1"/>
                  </a:moveTo>
                  <a:cubicBezTo>
                    <a:pt x="131" y="1"/>
                    <a:pt x="83" y="19"/>
                    <a:pt x="48" y="55"/>
                  </a:cubicBezTo>
                  <a:cubicBezTo>
                    <a:pt x="0" y="102"/>
                    <a:pt x="0" y="221"/>
                    <a:pt x="48" y="293"/>
                  </a:cubicBezTo>
                  <a:lnTo>
                    <a:pt x="286" y="531"/>
                  </a:lnTo>
                  <a:lnTo>
                    <a:pt x="48" y="769"/>
                  </a:lnTo>
                  <a:cubicBezTo>
                    <a:pt x="0" y="817"/>
                    <a:pt x="0" y="936"/>
                    <a:pt x="48" y="1007"/>
                  </a:cubicBezTo>
                  <a:cubicBezTo>
                    <a:pt x="95" y="1031"/>
                    <a:pt x="143" y="1055"/>
                    <a:pt x="167" y="1055"/>
                  </a:cubicBezTo>
                  <a:cubicBezTo>
                    <a:pt x="191" y="1055"/>
                    <a:pt x="262" y="1031"/>
                    <a:pt x="286" y="1007"/>
                  </a:cubicBezTo>
                  <a:lnTo>
                    <a:pt x="524" y="769"/>
                  </a:lnTo>
                  <a:lnTo>
                    <a:pt x="762" y="1007"/>
                  </a:lnTo>
                  <a:cubicBezTo>
                    <a:pt x="810" y="1031"/>
                    <a:pt x="857" y="1055"/>
                    <a:pt x="881" y="1055"/>
                  </a:cubicBezTo>
                  <a:cubicBezTo>
                    <a:pt x="905" y="1055"/>
                    <a:pt x="976" y="1031"/>
                    <a:pt x="1000" y="1007"/>
                  </a:cubicBezTo>
                  <a:cubicBezTo>
                    <a:pt x="1072" y="936"/>
                    <a:pt x="1072" y="817"/>
                    <a:pt x="1000" y="769"/>
                  </a:cubicBezTo>
                  <a:lnTo>
                    <a:pt x="762" y="531"/>
                  </a:lnTo>
                  <a:lnTo>
                    <a:pt x="1000" y="293"/>
                  </a:lnTo>
                  <a:cubicBezTo>
                    <a:pt x="1072" y="221"/>
                    <a:pt x="1072" y="102"/>
                    <a:pt x="1000" y="55"/>
                  </a:cubicBezTo>
                  <a:cubicBezTo>
                    <a:pt x="976" y="19"/>
                    <a:pt x="935" y="1"/>
                    <a:pt x="890" y="1"/>
                  </a:cubicBezTo>
                  <a:cubicBezTo>
                    <a:pt x="846" y="1"/>
                    <a:pt x="798" y="19"/>
                    <a:pt x="762" y="55"/>
                  </a:cubicBezTo>
                  <a:lnTo>
                    <a:pt x="524" y="293"/>
                  </a:lnTo>
                  <a:lnTo>
                    <a:pt x="286" y="55"/>
                  </a:lnTo>
                  <a:cubicBezTo>
                    <a:pt x="262" y="19"/>
                    <a:pt x="220" y="1"/>
                    <a:pt x="176" y="1"/>
                  </a:cubicBez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2" name="Google Shape;22072;p138"/>
          <p:cNvGrpSpPr/>
          <p:nvPr/>
        </p:nvGrpSpPr>
        <p:grpSpPr>
          <a:xfrm>
            <a:off x="4767011" y="4026276"/>
            <a:ext cx="358378" cy="294905"/>
            <a:chOff x="4767011" y="4178676"/>
            <a:chExt cx="358378" cy="294905"/>
          </a:xfrm>
        </p:grpSpPr>
        <p:sp>
          <p:nvSpPr>
            <p:cNvPr id="22073" name="Google Shape;22073;p138"/>
            <p:cNvSpPr/>
            <p:nvPr/>
          </p:nvSpPr>
          <p:spPr>
            <a:xfrm>
              <a:off x="4900131" y="4410076"/>
              <a:ext cx="92138" cy="58857"/>
            </a:xfrm>
            <a:custGeom>
              <a:avLst/>
              <a:gdLst/>
              <a:ahLst/>
              <a:cxnLst/>
              <a:rect l="l" t="t" r="r" b="b"/>
              <a:pathLst>
                <a:path w="2835" h="1811" extrusionOk="0">
                  <a:moveTo>
                    <a:pt x="1406" y="1"/>
                  </a:moveTo>
                  <a:lnTo>
                    <a:pt x="215" y="215"/>
                  </a:lnTo>
                  <a:lnTo>
                    <a:pt x="1" y="1811"/>
                  </a:lnTo>
                  <a:lnTo>
                    <a:pt x="2835" y="1811"/>
                  </a:lnTo>
                  <a:lnTo>
                    <a:pt x="2597" y="215"/>
                  </a:lnTo>
                  <a:lnTo>
                    <a:pt x="140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4" name="Google Shape;22074;p138"/>
            <p:cNvSpPr/>
            <p:nvPr/>
          </p:nvSpPr>
          <p:spPr>
            <a:xfrm>
              <a:off x="4964383" y="4410076"/>
              <a:ext cx="27885" cy="58857"/>
            </a:xfrm>
            <a:custGeom>
              <a:avLst/>
              <a:gdLst/>
              <a:ahLst/>
              <a:cxnLst/>
              <a:rect l="l" t="t" r="r" b="b"/>
              <a:pathLst>
                <a:path w="858" h="1811" extrusionOk="0">
                  <a:moveTo>
                    <a:pt x="405" y="1"/>
                  </a:moveTo>
                  <a:lnTo>
                    <a:pt x="0" y="215"/>
                  </a:lnTo>
                  <a:lnTo>
                    <a:pt x="191" y="1811"/>
                  </a:lnTo>
                  <a:lnTo>
                    <a:pt x="858" y="1811"/>
                  </a:lnTo>
                  <a:lnTo>
                    <a:pt x="643" y="215"/>
                  </a:lnTo>
                  <a:lnTo>
                    <a:pt x="405" y="1"/>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5" name="Google Shape;22075;p138"/>
            <p:cNvSpPr/>
            <p:nvPr/>
          </p:nvSpPr>
          <p:spPr>
            <a:xfrm>
              <a:off x="4872278" y="4462726"/>
              <a:ext cx="147875" cy="10855"/>
            </a:xfrm>
            <a:custGeom>
              <a:avLst/>
              <a:gdLst/>
              <a:ahLst/>
              <a:cxnLst/>
              <a:rect l="l" t="t" r="r" b="b"/>
              <a:pathLst>
                <a:path w="4550" h="334" extrusionOk="0">
                  <a:moveTo>
                    <a:pt x="167" y="0"/>
                  </a:moveTo>
                  <a:cubicBezTo>
                    <a:pt x="48" y="0"/>
                    <a:pt x="0" y="95"/>
                    <a:pt x="0" y="191"/>
                  </a:cubicBezTo>
                  <a:cubicBezTo>
                    <a:pt x="24" y="286"/>
                    <a:pt x="96" y="334"/>
                    <a:pt x="167" y="334"/>
                  </a:cubicBezTo>
                  <a:lnTo>
                    <a:pt x="4382" y="334"/>
                  </a:lnTo>
                  <a:cubicBezTo>
                    <a:pt x="4454" y="334"/>
                    <a:pt x="4549" y="262"/>
                    <a:pt x="4549" y="167"/>
                  </a:cubicBezTo>
                  <a:cubicBezTo>
                    <a:pt x="4525" y="72"/>
                    <a:pt x="4454" y="0"/>
                    <a:pt x="4382" y="0"/>
                  </a:cubicBez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6" name="Google Shape;22076;p138"/>
            <p:cNvSpPr/>
            <p:nvPr/>
          </p:nvSpPr>
          <p:spPr>
            <a:xfrm>
              <a:off x="4767011" y="4178676"/>
              <a:ext cx="357597" cy="207447"/>
            </a:xfrm>
            <a:custGeom>
              <a:avLst/>
              <a:gdLst/>
              <a:ahLst/>
              <a:cxnLst/>
              <a:rect l="l" t="t" r="r" b="b"/>
              <a:pathLst>
                <a:path w="11003" h="6383" extrusionOk="0">
                  <a:moveTo>
                    <a:pt x="429" y="0"/>
                  </a:moveTo>
                  <a:cubicBezTo>
                    <a:pt x="191" y="0"/>
                    <a:pt x="1" y="215"/>
                    <a:pt x="1" y="453"/>
                  </a:cubicBezTo>
                  <a:lnTo>
                    <a:pt x="1" y="6144"/>
                  </a:lnTo>
                  <a:lnTo>
                    <a:pt x="5549" y="6383"/>
                  </a:lnTo>
                  <a:lnTo>
                    <a:pt x="11003" y="6144"/>
                  </a:lnTo>
                  <a:lnTo>
                    <a:pt x="11003" y="453"/>
                  </a:lnTo>
                  <a:cubicBezTo>
                    <a:pt x="11003" y="215"/>
                    <a:pt x="10789" y="0"/>
                    <a:pt x="1055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7" name="Google Shape;22077;p138"/>
            <p:cNvSpPr/>
            <p:nvPr/>
          </p:nvSpPr>
          <p:spPr>
            <a:xfrm>
              <a:off x="5088988" y="4178676"/>
              <a:ext cx="35620" cy="207447"/>
            </a:xfrm>
            <a:custGeom>
              <a:avLst/>
              <a:gdLst/>
              <a:ahLst/>
              <a:cxnLst/>
              <a:rect l="l" t="t" r="r" b="b"/>
              <a:pathLst>
                <a:path w="1096" h="6383" extrusionOk="0">
                  <a:moveTo>
                    <a:pt x="1" y="0"/>
                  </a:moveTo>
                  <a:cubicBezTo>
                    <a:pt x="239" y="0"/>
                    <a:pt x="453" y="191"/>
                    <a:pt x="453" y="429"/>
                  </a:cubicBezTo>
                  <a:lnTo>
                    <a:pt x="453" y="6383"/>
                  </a:lnTo>
                  <a:lnTo>
                    <a:pt x="1096" y="6144"/>
                  </a:lnTo>
                  <a:lnTo>
                    <a:pt x="1096" y="453"/>
                  </a:lnTo>
                  <a:cubicBezTo>
                    <a:pt x="1096" y="215"/>
                    <a:pt x="882" y="0"/>
                    <a:pt x="644"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8" name="Google Shape;22078;p138"/>
            <p:cNvSpPr/>
            <p:nvPr/>
          </p:nvSpPr>
          <p:spPr>
            <a:xfrm>
              <a:off x="4767791" y="4378356"/>
              <a:ext cx="357597" cy="38740"/>
            </a:xfrm>
            <a:custGeom>
              <a:avLst/>
              <a:gdLst/>
              <a:ahLst/>
              <a:cxnLst/>
              <a:rect l="l" t="t" r="r" b="b"/>
              <a:pathLst>
                <a:path w="11003" h="1192" extrusionOk="0">
                  <a:moveTo>
                    <a:pt x="1" y="0"/>
                  </a:moveTo>
                  <a:lnTo>
                    <a:pt x="1" y="739"/>
                  </a:lnTo>
                  <a:cubicBezTo>
                    <a:pt x="1" y="977"/>
                    <a:pt x="215" y="1191"/>
                    <a:pt x="453" y="1191"/>
                  </a:cubicBezTo>
                  <a:lnTo>
                    <a:pt x="10574" y="1191"/>
                  </a:lnTo>
                  <a:cubicBezTo>
                    <a:pt x="10812" y="1191"/>
                    <a:pt x="11003" y="977"/>
                    <a:pt x="11003" y="739"/>
                  </a:cubicBezTo>
                  <a:lnTo>
                    <a:pt x="11003"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9" name="Google Shape;22079;p138"/>
            <p:cNvSpPr/>
            <p:nvPr/>
          </p:nvSpPr>
          <p:spPr>
            <a:xfrm>
              <a:off x="5088988" y="4378356"/>
              <a:ext cx="35620" cy="38740"/>
            </a:xfrm>
            <a:custGeom>
              <a:avLst/>
              <a:gdLst/>
              <a:ahLst/>
              <a:cxnLst/>
              <a:rect l="l" t="t" r="r" b="b"/>
              <a:pathLst>
                <a:path w="1096" h="1192" extrusionOk="0">
                  <a:moveTo>
                    <a:pt x="453" y="0"/>
                  </a:moveTo>
                  <a:lnTo>
                    <a:pt x="453" y="739"/>
                  </a:lnTo>
                  <a:cubicBezTo>
                    <a:pt x="453" y="977"/>
                    <a:pt x="239" y="1191"/>
                    <a:pt x="1" y="1191"/>
                  </a:cubicBezTo>
                  <a:lnTo>
                    <a:pt x="644" y="1191"/>
                  </a:lnTo>
                  <a:cubicBezTo>
                    <a:pt x="882" y="1191"/>
                    <a:pt x="1096" y="977"/>
                    <a:pt x="1096" y="739"/>
                  </a:cubicBezTo>
                  <a:lnTo>
                    <a:pt x="1096" y="0"/>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0" name="Google Shape;22080;p138"/>
            <p:cNvSpPr/>
            <p:nvPr/>
          </p:nvSpPr>
          <p:spPr>
            <a:xfrm>
              <a:off x="4802631" y="4218131"/>
              <a:ext cx="121550" cy="121550"/>
            </a:xfrm>
            <a:custGeom>
              <a:avLst/>
              <a:gdLst/>
              <a:ahLst/>
              <a:cxnLst/>
              <a:rect l="l" t="t" r="r" b="b"/>
              <a:pathLst>
                <a:path w="3740" h="3740" extrusionOk="0">
                  <a:moveTo>
                    <a:pt x="143" y="1"/>
                  </a:moveTo>
                  <a:cubicBezTo>
                    <a:pt x="48" y="1"/>
                    <a:pt x="0" y="72"/>
                    <a:pt x="0" y="168"/>
                  </a:cubicBezTo>
                  <a:lnTo>
                    <a:pt x="0" y="3573"/>
                  </a:lnTo>
                  <a:cubicBezTo>
                    <a:pt x="0" y="3668"/>
                    <a:pt x="48" y="3740"/>
                    <a:pt x="143" y="3740"/>
                  </a:cubicBezTo>
                  <a:lnTo>
                    <a:pt x="619" y="3740"/>
                  </a:lnTo>
                  <a:lnTo>
                    <a:pt x="1882" y="3525"/>
                  </a:lnTo>
                  <a:lnTo>
                    <a:pt x="3120" y="3740"/>
                  </a:lnTo>
                  <a:lnTo>
                    <a:pt x="3596" y="3740"/>
                  </a:lnTo>
                  <a:cubicBezTo>
                    <a:pt x="3691" y="3740"/>
                    <a:pt x="3739" y="3668"/>
                    <a:pt x="3739" y="3621"/>
                  </a:cubicBezTo>
                  <a:lnTo>
                    <a:pt x="3739" y="168"/>
                  </a:lnTo>
                  <a:cubicBezTo>
                    <a:pt x="3739" y="72"/>
                    <a:pt x="3691" y="1"/>
                    <a:pt x="3596" y="1"/>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1" name="Google Shape;22081;p138"/>
            <p:cNvSpPr/>
            <p:nvPr/>
          </p:nvSpPr>
          <p:spPr>
            <a:xfrm>
              <a:off x="4902471" y="4218131"/>
              <a:ext cx="21710" cy="122330"/>
            </a:xfrm>
            <a:custGeom>
              <a:avLst/>
              <a:gdLst/>
              <a:ahLst/>
              <a:cxnLst/>
              <a:rect l="l" t="t" r="r" b="b"/>
              <a:pathLst>
                <a:path w="668" h="3764" extrusionOk="0">
                  <a:moveTo>
                    <a:pt x="0" y="1"/>
                  </a:moveTo>
                  <a:cubicBezTo>
                    <a:pt x="72" y="1"/>
                    <a:pt x="143" y="72"/>
                    <a:pt x="143" y="168"/>
                  </a:cubicBezTo>
                  <a:lnTo>
                    <a:pt x="143" y="3621"/>
                  </a:lnTo>
                  <a:cubicBezTo>
                    <a:pt x="143" y="3668"/>
                    <a:pt x="119" y="3740"/>
                    <a:pt x="48" y="3764"/>
                  </a:cubicBezTo>
                  <a:lnTo>
                    <a:pt x="524" y="3764"/>
                  </a:lnTo>
                  <a:cubicBezTo>
                    <a:pt x="619" y="3764"/>
                    <a:pt x="667" y="3692"/>
                    <a:pt x="667" y="3621"/>
                  </a:cubicBezTo>
                  <a:lnTo>
                    <a:pt x="667" y="168"/>
                  </a:lnTo>
                  <a:cubicBezTo>
                    <a:pt x="667" y="72"/>
                    <a:pt x="619" y="1"/>
                    <a:pt x="524"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2" name="Google Shape;22082;p138"/>
            <p:cNvSpPr/>
            <p:nvPr/>
          </p:nvSpPr>
          <p:spPr>
            <a:xfrm>
              <a:off x="4986061" y="4214263"/>
              <a:ext cx="103740" cy="23270"/>
            </a:xfrm>
            <a:custGeom>
              <a:avLst/>
              <a:gdLst/>
              <a:ahLst/>
              <a:cxnLst/>
              <a:rect l="l" t="t" r="r" b="b"/>
              <a:pathLst>
                <a:path w="3192" h="716" extrusionOk="0">
                  <a:moveTo>
                    <a:pt x="119" y="1"/>
                  </a:moveTo>
                  <a:cubicBezTo>
                    <a:pt x="72" y="1"/>
                    <a:pt x="0" y="72"/>
                    <a:pt x="0" y="120"/>
                  </a:cubicBezTo>
                  <a:lnTo>
                    <a:pt x="0" y="596"/>
                  </a:lnTo>
                  <a:cubicBezTo>
                    <a:pt x="0" y="668"/>
                    <a:pt x="72" y="715"/>
                    <a:pt x="119" y="715"/>
                  </a:cubicBezTo>
                  <a:lnTo>
                    <a:pt x="3072" y="715"/>
                  </a:lnTo>
                  <a:cubicBezTo>
                    <a:pt x="3120" y="715"/>
                    <a:pt x="3191" y="668"/>
                    <a:pt x="3191" y="596"/>
                  </a:cubicBezTo>
                  <a:lnTo>
                    <a:pt x="3191" y="120"/>
                  </a:lnTo>
                  <a:cubicBezTo>
                    <a:pt x="3191" y="72"/>
                    <a:pt x="3144" y="1"/>
                    <a:pt x="3072" y="1"/>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3" name="Google Shape;22083;p138"/>
            <p:cNvSpPr/>
            <p:nvPr/>
          </p:nvSpPr>
          <p:spPr>
            <a:xfrm>
              <a:off x="4986061" y="4266133"/>
              <a:ext cx="103740" cy="23238"/>
            </a:xfrm>
            <a:custGeom>
              <a:avLst/>
              <a:gdLst/>
              <a:ahLst/>
              <a:cxnLst/>
              <a:rect l="l" t="t" r="r" b="b"/>
              <a:pathLst>
                <a:path w="3192" h="715" extrusionOk="0">
                  <a:moveTo>
                    <a:pt x="119" y="0"/>
                  </a:moveTo>
                  <a:cubicBezTo>
                    <a:pt x="72" y="0"/>
                    <a:pt x="0" y="48"/>
                    <a:pt x="0" y="119"/>
                  </a:cubicBezTo>
                  <a:lnTo>
                    <a:pt x="0" y="596"/>
                  </a:lnTo>
                  <a:cubicBezTo>
                    <a:pt x="0" y="643"/>
                    <a:pt x="72" y="715"/>
                    <a:pt x="119" y="715"/>
                  </a:cubicBezTo>
                  <a:lnTo>
                    <a:pt x="3072" y="715"/>
                  </a:lnTo>
                  <a:cubicBezTo>
                    <a:pt x="3120" y="715"/>
                    <a:pt x="3191" y="667"/>
                    <a:pt x="3191" y="596"/>
                  </a:cubicBezTo>
                  <a:lnTo>
                    <a:pt x="3191" y="119"/>
                  </a:lnTo>
                  <a:cubicBezTo>
                    <a:pt x="3191" y="48"/>
                    <a:pt x="3144" y="0"/>
                    <a:pt x="3072" y="0"/>
                  </a:cubicBezTo>
                  <a:close/>
                </a:path>
              </a:pathLst>
            </a:custGeom>
            <a:solidFill>
              <a:srgbClr val="F9FB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4" name="Google Shape;22084;p138"/>
            <p:cNvSpPr/>
            <p:nvPr/>
          </p:nvSpPr>
          <p:spPr>
            <a:xfrm>
              <a:off x="4986061" y="4317223"/>
              <a:ext cx="103740" cy="23238"/>
            </a:xfrm>
            <a:custGeom>
              <a:avLst/>
              <a:gdLst/>
              <a:ahLst/>
              <a:cxnLst/>
              <a:rect l="l" t="t" r="r" b="b"/>
              <a:pathLst>
                <a:path w="3192" h="715" extrusionOk="0">
                  <a:moveTo>
                    <a:pt x="119" y="0"/>
                  </a:moveTo>
                  <a:cubicBezTo>
                    <a:pt x="72" y="0"/>
                    <a:pt x="0" y="48"/>
                    <a:pt x="0" y="119"/>
                  </a:cubicBezTo>
                  <a:lnTo>
                    <a:pt x="0" y="595"/>
                  </a:lnTo>
                  <a:cubicBezTo>
                    <a:pt x="0" y="643"/>
                    <a:pt x="72" y="715"/>
                    <a:pt x="119" y="715"/>
                  </a:cubicBezTo>
                  <a:lnTo>
                    <a:pt x="3072" y="715"/>
                  </a:lnTo>
                  <a:cubicBezTo>
                    <a:pt x="3120" y="715"/>
                    <a:pt x="3191" y="643"/>
                    <a:pt x="3191" y="595"/>
                  </a:cubicBezTo>
                  <a:lnTo>
                    <a:pt x="3191" y="119"/>
                  </a:lnTo>
                  <a:cubicBezTo>
                    <a:pt x="3191" y="48"/>
                    <a:pt x="3144" y="0"/>
                    <a:pt x="3072"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5" name="Google Shape;22085;p138"/>
            <p:cNvSpPr/>
            <p:nvPr/>
          </p:nvSpPr>
          <p:spPr>
            <a:xfrm>
              <a:off x="5065003" y="4214263"/>
              <a:ext cx="24797" cy="23270"/>
            </a:xfrm>
            <a:custGeom>
              <a:avLst/>
              <a:gdLst/>
              <a:ahLst/>
              <a:cxnLst/>
              <a:rect l="l" t="t" r="r" b="b"/>
              <a:pathLst>
                <a:path w="763" h="716" extrusionOk="0">
                  <a:moveTo>
                    <a:pt x="0" y="1"/>
                  </a:moveTo>
                  <a:cubicBezTo>
                    <a:pt x="48" y="1"/>
                    <a:pt x="96" y="72"/>
                    <a:pt x="96" y="120"/>
                  </a:cubicBezTo>
                  <a:lnTo>
                    <a:pt x="96" y="596"/>
                  </a:lnTo>
                  <a:cubicBezTo>
                    <a:pt x="96" y="668"/>
                    <a:pt x="48" y="715"/>
                    <a:pt x="0" y="715"/>
                  </a:cubicBezTo>
                  <a:lnTo>
                    <a:pt x="643" y="715"/>
                  </a:lnTo>
                  <a:cubicBezTo>
                    <a:pt x="715" y="715"/>
                    <a:pt x="762" y="668"/>
                    <a:pt x="762" y="596"/>
                  </a:cubicBezTo>
                  <a:lnTo>
                    <a:pt x="762" y="120"/>
                  </a:lnTo>
                  <a:cubicBezTo>
                    <a:pt x="762" y="72"/>
                    <a:pt x="691" y="1"/>
                    <a:pt x="643" y="1"/>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6" name="Google Shape;22086;p138"/>
            <p:cNvSpPr/>
            <p:nvPr/>
          </p:nvSpPr>
          <p:spPr>
            <a:xfrm>
              <a:off x="5065003" y="4266133"/>
              <a:ext cx="24797" cy="23238"/>
            </a:xfrm>
            <a:custGeom>
              <a:avLst/>
              <a:gdLst/>
              <a:ahLst/>
              <a:cxnLst/>
              <a:rect l="l" t="t" r="r" b="b"/>
              <a:pathLst>
                <a:path w="763" h="715" extrusionOk="0">
                  <a:moveTo>
                    <a:pt x="0" y="0"/>
                  </a:moveTo>
                  <a:cubicBezTo>
                    <a:pt x="48" y="0"/>
                    <a:pt x="96" y="48"/>
                    <a:pt x="96" y="119"/>
                  </a:cubicBezTo>
                  <a:lnTo>
                    <a:pt x="96" y="596"/>
                  </a:lnTo>
                  <a:cubicBezTo>
                    <a:pt x="96" y="643"/>
                    <a:pt x="48" y="715"/>
                    <a:pt x="0" y="715"/>
                  </a:cubicBezTo>
                  <a:lnTo>
                    <a:pt x="643" y="715"/>
                  </a:lnTo>
                  <a:cubicBezTo>
                    <a:pt x="715" y="715"/>
                    <a:pt x="762" y="643"/>
                    <a:pt x="762" y="596"/>
                  </a:cubicBezTo>
                  <a:lnTo>
                    <a:pt x="762" y="119"/>
                  </a:lnTo>
                  <a:cubicBezTo>
                    <a:pt x="762" y="48"/>
                    <a:pt x="691" y="0"/>
                    <a:pt x="643"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7" name="Google Shape;22087;p138"/>
            <p:cNvSpPr/>
            <p:nvPr/>
          </p:nvSpPr>
          <p:spPr>
            <a:xfrm>
              <a:off x="5065003" y="4317223"/>
              <a:ext cx="24797" cy="23238"/>
            </a:xfrm>
            <a:custGeom>
              <a:avLst/>
              <a:gdLst/>
              <a:ahLst/>
              <a:cxnLst/>
              <a:rect l="l" t="t" r="r" b="b"/>
              <a:pathLst>
                <a:path w="763" h="715" extrusionOk="0">
                  <a:moveTo>
                    <a:pt x="0" y="0"/>
                  </a:moveTo>
                  <a:cubicBezTo>
                    <a:pt x="48" y="0"/>
                    <a:pt x="96" y="48"/>
                    <a:pt x="96" y="119"/>
                  </a:cubicBezTo>
                  <a:lnTo>
                    <a:pt x="96" y="595"/>
                  </a:lnTo>
                  <a:cubicBezTo>
                    <a:pt x="96" y="643"/>
                    <a:pt x="48" y="715"/>
                    <a:pt x="0" y="715"/>
                  </a:cubicBezTo>
                  <a:lnTo>
                    <a:pt x="643" y="715"/>
                  </a:lnTo>
                  <a:cubicBezTo>
                    <a:pt x="715" y="715"/>
                    <a:pt x="762" y="643"/>
                    <a:pt x="762" y="595"/>
                  </a:cubicBezTo>
                  <a:lnTo>
                    <a:pt x="762" y="119"/>
                  </a:lnTo>
                  <a:cubicBezTo>
                    <a:pt x="762" y="48"/>
                    <a:pt x="691" y="0"/>
                    <a:pt x="643"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8" name="Google Shape;22088;p138"/>
            <p:cNvSpPr/>
            <p:nvPr/>
          </p:nvSpPr>
          <p:spPr>
            <a:xfrm>
              <a:off x="4945793" y="4205001"/>
              <a:ext cx="10888" cy="147843"/>
            </a:xfrm>
            <a:custGeom>
              <a:avLst/>
              <a:gdLst/>
              <a:ahLst/>
              <a:cxnLst/>
              <a:rect l="l" t="t" r="r" b="b"/>
              <a:pathLst>
                <a:path w="335" h="4549" extrusionOk="0">
                  <a:moveTo>
                    <a:pt x="144" y="0"/>
                  </a:moveTo>
                  <a:cubicBezTo>
                    <a:pt x="48" y="24"/>
                    <a:pt x="1" y="71"/>
                    <a:pt x="1" y="167"/>
                  </a:cubicBezTo>
                  <a:lnTo>
                    <a:pt x="1" y="4358"/>
                  </a:lnTo>
                  <a:cubicBezTo>
                    <a:pt x="1" y="4501"/>
                    <a:pt x="48" y="4549"/>
                    <a:pt x="144" y="4549"/>
                  </a:cubicBezTo>
                  <a:cubicBezTo>
                    <a:pt x="239" y="4549"/>
                    <a:pt x="334" y="4453"/>
                    <a:pt x="334" y="4358"/>
                  </a:cubicBezTo>
                  <a:lnTo>
                    <a:pt x="334" y="167"/>
                  </a:lnTo>
                  <a:cubicBezTo>
                    <a:pt x="334" y="48"/>
                    <a:pt x="239" y="0"/>
                    <a:pt x="14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9" name="Google Shape;22089;p138"/>
            <p:cNvSpPr/>
            <p:nvPr/>
          </p:nvSpPr>
          <p:spPr>
            <a:xfrm>
              <a:off x="4845173" y="4239028"/>
              <a:ext cx="36432" cy="48035"/>
            </a:xfrm>
            <a:custGeom>
              <a:avLst/>
              <a:gdLst/>
              <a:ahLst/>
              <a:cxnLst/>
              <a:rect l="l" t="t" r="r" b="b"/>
              <a:pathLst>
                <a:path w="1121" h="1478" extrusionOk="0">
                  <a:moveTo>
                    <a:pt x="573" y="1"/>
                  </a:moveTo>
                  <a:cubicBezTo>
                    <a:pt x="239" y="1"/>
                    <a:pt x="1" y="310"/>
                    <a:pt x="1" y="739"/>
                  </a:cubicBezTo>
                  <a:cubicBezTo>
                    <a:pt x="1" y="1144"/>
                    <a:pt x="239" y="1477"/>
                    <a:pt x="573" y="1477"/>
                  </a:cubicBezTo>
                  <a:cubicBezTo>
                    <a:pt x="882" y="1477"/>
                    <a:pt x="1120" y="1144"/>
                    <a:pt x="1120" y="739"/>
                  </a:cubicBezTo>
                  <a:cubicBezTo>
                    <a:pt x="1120" y="310"/>
                    <a:pt x="882" y="1"/>
                    <a:pt x="57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0" name="Google Shape;22090;p138"/>
            <p:cNvSpPr/>
            <p:nvPr/>
          </p:nvSpPr>
          <p:spPr>
            <a:xfrm>
              <a:off x="4823528" y="4307148"/>
              <a:ext cx="81282" cy="32532"/>
            </a:xfrm>
            <a:custGeom>
              <a:avLst/>
              <a:gdLst/>
              <a:ahLst/>
              <a:cxnLst/>
              <a:rect l="l" t="t" r="r" b="b"/>
              <a:pathLst>
                <a:path w="2501" h="1001" extrusionOk="0">
                  <a:moveTo>
                    <a:pt x="1262" y="1"/>
                  </a:moveTo>
                  <a:cubicBezTo>
                    <a:pt x="643" y="1"/>
                    <a:pt x="119" y="429"/>
                    <a:pt x="0" y="1001"/>
                  </a:cubicBezTo>
                  <a:lnTo>
                    <a:pt x="2501" y="1001"/>
                  </a:lnTo>
                  <a:cubicBezTo>
                    <a:pt x="2382" y="429"/>
                    <a:pt x="1881" y="1"/>
                    <a:pt x="1262"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91" name="Google Shape;22091;p138"/>
          <p:cNvGrpSpPr/>
          <p:nvPr/>
        </p:nvGrpSpPr>
        <p:grpSpPr>
          <a:xfrm>
            <a:off x="5525496" y="4016981"/>
            <a:ext cx="357630" cy="313495"/>
            <a:chOff x="5525496" y="4169381"/>
            <a:chExt cx="357630" cy="313495"/>
          </a:xfrm>
        </p:grpSpPr>
        <p:sp>
          <p:nvSpPr>
            <p:cNvPr id="22092" name="Google Shape;22092;p138"/>
            <p:cNvSpPr/>
            <p:nvPr/>
          </p:nvSpPr>
          <p:spPr>
            <a:xfrm>
              <a:off x="5666383" y="4411636"/>
              <a:ext cx="74328" cy="56518"/>
            </a:xfrm>
            <a:custGeom>
              <a:avLst/>
              <a:gdLst/>
              <a:ahLst/>
              <a:cxnLst/>
              <a:rect l="l" t="t" r="r" b="b"/>
              <a:pathLst>
                <a:path w="2287" h="1739" extrusionOk="0">
                  <a:moveTo>
                    <a:pt x="1143" y="0"/>
                  </a:moveTo>
                  <a:lnTo>
                    <a:pt x="191" y="215"/>
                  </a:lnTo>
                  <a:lnTo>
                    <a:pt x="0" y="1525"/>
                  </a:lnTo>
                  <a:lnTo>
                    <a:pt x="1310" y="1739"/>
                  </a:lnTo>
                  <a:lnTo>
                    <a:pt x="2286" y="1525"/>
                  </a:lnTo>
                  <a:lnTo>
                    <a:pt x="2096" y="215"/>
                  </a:lnTo>
                  <a:lnTo>
                    <a:pt x="11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3" name="Google Shape;22093;p138"/>
            <p:cNvSpPr/>
            <p:nvPr/>
          </p:nvSpPr>
          <p:spPr>
            <a:xfrm>
              <a:off x="5717441" y="4413196"/>
              <a:ext cx="23270" cy="55738"/>
            </a:xfrm>
            <a:custGeom>
              <a:avLst/>
              <a:gdLst/>
              <a:ahLst/>
              <a:cxnLst/>
              <a:rect l="l" t="t" r="r" b="b"/>
              <a:pathLst>
                <a:path w="716" h="1715" extrusionOk="0">
                  <a:moveTo>
                    <a:pt x="287" y="0"/>
                  </a:moveTo>
                  <a:lnTo>
                    <a:pt x="1" y="191"/>
                  </a:lnTo>
                  <a:lnTo>
                    <a:pt x="191" y="1500"/>
                  </a:lnTo>
                  <a:lnTo>
                    <a:pt x="549" y="1715"/>
                  </a:lnTo>
                  <a:lnTo>
                    <a:pt x="715" y="1500"/>
                  </a:lnTo>
                  <a:lnTo>
                    <a:pt x="549" y="191"/>
                  </a:lnTo>
                  <a:lnTo>
                    <a:pt x="287" y="0"/>
                  </a:ln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4" name="Google Shape;22094;p138"/>
            <p:cNvSpPr/>
            <p:nvPr/>
          </p:nvSpPr>
          <p:spPr>
            <a:xfrm>
              <a:off x="5677206" y="4205001"/>
              <a:ext cx="54210" cy="39488"/>
            </a:xfrm>
            <a:custGeom>
              <a:avLst/>
              <a:gdLst/>
              <a:ahLst/>
              <a:cxnLst/>
              <a:rect l="l" t="t" r="r" b="b"/>
              <a:pathLst>
                <a:path w="1668" h="1215" extrusionOk="0">
                  <a:moveTo>
                    <a:pt x="215" y="0"/>
                  </a:moveTo>
                  <a:lnTo>
                    <a:pt x="1" y="1000"/>
                  </a:lnTo>
                  <a:lnTo>
                    <a:pt x="834" y="1215"/>
                  </a:lnTo>
                  <a:lnTo>
                    <a:pt x="1668" y="1000"/>
                  </a:lnTo>
                  <a:lnTo>
                    <a:pt x="1453"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5" name="Google Shape;22095;p138"/>
            <p:cNvSpPr/>
            <p:nvPr/>
          </p:nvSpPr>
          <p:spPr>
            <a:xfrm>
              <a:off x="5678766" y="4169381"/>
              <a:ext cx="50343" cy="49563"/>
            </a:xfrm>
            <a:custGeom>
              <a:avLst/>
              <a:gdLst/>
              <a:ahLst/>
              <a:cxnLst/>
              <a:rect l="l" t="t" r="r" b="b"/>
              <a:pathLst>
                <a:path w="1549" h="1525" extrusionOk="0">
                  <a:moveTo>
                    <a:pt x="786" y="1"/>
                  </a:moveTo>
                  <a:cubicBezTo>
                    <a:pt x="357" y="1"/>
                    <a:pt x="0" y="334"/>
                    <a:pt x="0" y="763"/>
                  </a:cubicBezTo>
                  <a:cubicBezTo>
                    <a:pt x="0" y="1191"/>
                    <a:pt x="357" y="1525"/>
                    <a:pt x="786" y="1525"/>
                  </a:cubicBezTo>
                  <a:cubicBezTo>
                    <a:pt x="1215" y="1525"/>
                    <a:pt x="1548" y="1191"/>
                    <a:pt x="1548" y="763"/>
                  </a:cubicBezTo>
                  <a:cubicBezTo>
                    <a:pt x="1548" y="334"/>
                    <a:pt x="1215" y="1"/>
                    <a:pt x="786"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6" name="Google Shape;22096;p138"/>
            <p:cNvSpPr/>
            <p:nvPr/>
          </p:nvSpPr>
          <p:spPr>
            <a:xfrm>
              <a:off x="5693456" y="4169381"/>
              <a:ext cx="35653" cy="49563"/>
            </a:xfrm>
            <a:custGeom>
              <a:avLst/>
              <a:gdLst/>
              <a:ahLst/>
              <a:cxnLst/>
              <a:rect l="l" t="t" r="r" b="b"/>
              <a:pathLst>
                <a:path w="1097" h="1525" extrusionOk="0">
                  <a:moveTo>
                    <a:pt x="334" y="1"/>
                  </a:moveTo>
                  <a:cubicBezTo>
                    <a:pt x="215" y="1"/>
                    <a:pt x="96" y="24"/>
                    <a:pt x="1" y="48"/>
                  </a:cubicBezTo>
                  <a:cubicBezTo>
                    <a:pt x="263" y="167"/>
                    <a:pt x="453" y="429"/>
                    <a:pt x="453" y="763"/>
                  </a:cubicBezTo>
                  <a:cubicBezTo>
                    <a:pt x="453" y="1096"/>
                    <a:pt x="263" y="1358"/>
                    <a:pt x="1" y="1477"/>
                  </a:cubicBezTo>
                  <a:cubicBezTo>
                    <a:pt x="96" y="1525"/>
                    <a:pt x="215" y="1525"/>
                    <a:pt x="334" y="1525"/>
                  </a:cubicBezTo>
                  <a:cubicBezTo>
                    <a:pt x="787" y="1525"/>
                    <a:pt x="1096" y="1167"/>
                    <a:pt x="1096" y="763"/>
                  </a:cubicBezTo>
                  <a:cubicBezTo>
                    <a:pt x="1096" y="334"/>
                    <a:pt x="739" y="1"/>
                    <a:pt x="33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7" name="Google Shape;22097;p138"/>
            <p:cNvSpPr/>
            <p:nvPr/>
          </p:nvSpPr>
          <p:spPr>
            <a:xfrm>
              <a:off x="5698103" y="4187971"/>
              <a:ext cx="11635" cy="12415"/>
            </a:xfrm>
            <a:custGeom>
              <a:avLst/>
              <a:gdLst/>
              <a:ahLst/>
              <a:cxnLst/>
              <a:rect l="l" t="t" r="r" b="b"/>
              <a:pathLst>
                <a:path w="358" h="382" extrusionOk="0">
                  <a:moveTo>
                    <a:pt x="191" y="0"/>
                  </a:moveTo>
                  <a:cubicBezTo>
                    <a:pt x="96" y="0"/>
                    <a:pt x="1" y="95"/>
                    <a:pt x="1" y="191"/>
                  </a:cubicBezTo>
                  <a:cubicBezTo>
                    <a:pt x="1" y="286"/>
                    <a:pt x="96" y="381"/>
                    <a:pt x="191" y="381"/>
                  </a:cubicBezTo>
                  <a:cubicBezTo>
                    <a:pt x="286" y="381"/>
                    <a:pt x="358" y="286"/>
                    <a:pt x="358" y="191"/>
                  </a:cubicBezTo>
                  <a:cubicBezTo>
                    <a:pt x="358" y="95"/>
                    <a:pt x="286" y="0"/>
                    <a:pt x="191" y="0"/>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8" name="Google Shape;22098;p138"/>
            <p:cNvSpPr/>
            <p:nvPr/>
          </p:nvSpPr>
          <p:spPr>
            <a:xfrm>
              <a:off x="5525496" y="4461166"/>
              <a:ext cx="357630" cy="21710"/>
            </a:xfrm>
            <a:custGeom>
              <a:avLst/>
              <a:gdLst/>
              <a:ahLst/>
              <a:cxnLst/>
              <a:rect l="l" t="t" r="r" b="b"/>
              <a:pathLst>
                <a:path w="11004" h="668" extrusionOk="0">
                  <a:moveTo>
                    <a:pt x="120" y="1"/>
                  </a:moveTo>
                  <a:cubicBezTo>
                    <a:pt x="49" y="1"/>
                    <a:pt x="1" y="72"/>
                    <a:pt x="1" y="120"/>
                  </a:cubicBezTo>
                  <a:lnTo>
                    <a:pt x="1" y="548"/>
                  </a:lnTo>
                  <a:cubicBezTo>
                    <a:pt x="1" y="596"/>
                    <a:pt x="49" y="667"/>
                    <a:pt x="120" y="667"/>
                  </a:cubicBezTo>
                  <a:lnTo>
                    <a:pt x="10860" y="667"/>
                  </a:lnTo>
                  <a:cubicBezTo>
                    <a:pt x="10932" y="667"/>
                    <a:pt x="11003" y="596"/>
                    <a:pt x="10979" y="548"/>
                  </a:cubicBezTo>
                  <a:lnTo>
                    <a:pt x="10979" y="120"/>
                  </a:lnTo>
                  <a:cubicBezTo>
                    <a:pt x="10979" y="72"/>
                    <a:pt x="10908" y="1"/>
                    <a:pt x="10860" y="1"/>
                  </a:cubicBezTo>
                  <a:close/>
                </a:path>
              </a:pathLst>
            </a:custGeom>
            <a:solidFill>
              <a:srgbClr val="A6B4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9" name="Google Shape;22099;p138"/>
            <p:cNvSpPr/>
            <p:nvPr/>
          </p:nvSpPr>
          <p:spPr>
            <a:xfrm>
              <a:off x="5858328" y="4461166"/>
              <a:ext cx="24797" cy="20930"/>
            </a:xfrm>
            <a:custGeom>
              <a:avLst/>
              <a:gdLst/>
              <a:ahLst/>
              <a:cxnLst/>
              <a:rect l="l" t="t" r="r" b="b"/>
              <a:pathLst>
                <a:path w="763" h="644" extrusionOk="0">
                  <a:moveTo>
                    <a:pt x="0" y="1"/>
                  </a:moveTo>
                  <a:cubicBezTo>
                    <a:pt x="48" y="1"/>
                    <a:pt x="95" y="72"/>
                    <a:pt x="95" y="120"/>
                  </a:cubicBezTo>
                  <a:lnTo>
                    <a:pt x="95" y="548"/>
                  </a:lnTo>
                  <a:cubicBezTo>
                    <a:pt x="95" y="596"/>
                    <a:pt x="48" y="644"/>
                    <a:pt x="0" y="644"/>
                  </a:cubicBezTo>
                  <a:lnTo>
                    <a:pt x="643" y="644"/>
                  </a:lnTo>
                  <a:cubicBezTo>
                    <a:pt x="715" y="644"/>
                    <a:pt x="762" y="596"/>
                    <a:pt x="762" y="548"/>
                  </a:cubicBezTo>
                  <a:lnTo>
                    <a:pt x="762" y="120"/>
                  </a:lnTo>
                  <a:cubicBezTo>
                    <a:pt x="762" y="72"/>
                    <a:pt x="691" y="1"/>
                    <a:pt x="643"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0" name="Google Shape;22100;p138"/>
            <p:cNvSpPr/>
            <p:nvPr/>
          </p:nvSpPr>
          <p:spPr>
            <a:xfrm>
              <a:off x="5558776" y="4237501"/>
              <a:ext cx="289510" cy="158697"/>
            </a:xfrm>
            <a:custGeom>
              <a:avLst/>
              <a:gdLst/>
              <a:ahLst/>
              <a:cxnLst/>
              <a:rect l="l" t="t" r="r" b="b"/>
              <a:pathLst>
                <a:path w="8908" h="4883" extrusionOk="0">
                  <a:moveTo>
                    <a:pt x="453" y="0"/>
                  </a:moveTo>
                  <a:cubicBezTo>
                    <a:pt x="215" y="0"/>
                    <a:pt x="1" y="215"/>
                    <a:pt x="1" y="453"/>
                  </a:cubicBezTo>
                  <a:lnTo>
                    <a:pt x="1" y="4620"/>
                  </a:lnTo>
                  <a:lnTo>
                    <a:pt x="4478" y="4882"/>
                  </a:lnTo>
                  <a:lnTo>
                    <a:pt x="8908" y="4620"/>
                  </a:lnTo>
                  <a:lnTo>
                    <a:pt x="8908" y="453"/>
                  </a:lnTo>
                  <a:cubicBezTo>
                    <a:pt x="8908" y="215"/>
                    <a:pt x="8693" y="0"/>
                    <a:pt x="8455"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1" name="Google Shape;22101;p138"/>
            <p:cNvSpPr/>
            <p:nvPr/>
          </p:nvSpPr>
          <p:spPr>
            <a:xfrm>
              <a:off x="5819621" y="4237501"/>
              <a:ext cx="28665" cy="158697"/>
            </a:xfrm>
            <a:custGeom>
              <a:avLst/>
              <a:gdLst/>
              <a:ahLst/>
              <a:cxnLst/>
              <a:rect l="l" t="t" r="r" b="b"/>
              <a:pathLst>
                <a:path w="882" h="4883" extrusionOk="0">
                  <a:moveTo>
                    <a:pt x="0" y="0"/>
                  </a:moveTo>
                  <a:cubicBezTo>
                    <a:pt x="191" y="0"/>
                    <a:pt x="358" y="167"/>
                    <a:pt x="358" y="357"/>
                  </a:cubicBezTo>
                  <a:lnTo>
                    <a:pt x="358" y="4882"/>
                  </a:lnTo>
                  <a:lnTo>
                    <a:pt x="882" y="4620"/>
                  </a:lnTo>
                  <a:lnTo>
                    <a:pt x="882" y="357"/>
                  </a:lnTo>
                  <a:cubicBezTo>
                    <a:pt x="882" y="167"/>
                    <a:pt x="739" y="0"/>
                    <a:pt x="524"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2" name="Google Shape;22102;p138"/>
            <p:cNvSpPr/>
            <p:nvPr/>
          </p:nvSpPr>
          <p:spPr>
            <a:xfrm>
              <a:off x="5587441" y="4266913"/>
              <a:ext cx="95225" cy="93665"/>
            </a:xfrm>
            <a:custGeom>
              <a:avLst/>
              <a:gdLst/>
              <a:ahLst/>
              <a:cxnLst/>
              <a:rect l="l" t="t" r="r" b="b"/>
              <a:pathLst>
                <a:path w="2930" h="2882" extrusionOk="0">
                  <a:moveTo>
                    <a:pt x="143" y="0"/>
                  </a:moveTo>
                  <a:cubicBezTo>
                    <a:pt x="48" y="0"/>
                    <a:pt x="0" y="48"/>
                    <a:pt x="0" y="143"/>
                  </a:cubicBezTo>
                  <a:lnTo>
                    <a:pt x="0" y="2739"/>
                  </a:lnTo>
                  <a:cubicBezTo>
                    <a:pt x="0" y="2834"/>
                    <a:pt x="48" y="2882"/>
                    <a:pt x="143" y="2882"/>
                  </a:cubicBezTo>
                  <a:lnTo>
                    <a:pt x="667" y="2882"/>
                  </a:lnTo>
                  <a:lnTo>
                    <a:pt x="1500" y="2667"/>
                  </a:lnTo>
                  <a:lnTo>
                    <a:pt x="2262" y="2882"/>
                  </a:lnTo>
                  <a:lnTo>
                    <a:pt x="2786" y="2882"/>
                  </a:lnTo>
                  <a:cubicBezTo>
                    <a:pt x="2882" y="2882"/>
                    <a:pt x="2929" y="2834"/>
                    <a:pt x="2882" y="2739"/>
                  </a:cubicBezTo>
                  <a:lnTo>
                    <a:pt x="2882" y="143"/>
                  </a:lnTo>
                  <a:cubicBezTo>
                    <a:pt x="2882" y="48"/>
                    <a:pt x="2810" y="0"/>
                    <a:pt x="273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3" name="Google Shape;22103;p138"/>
            <p:cNvSpPr/>
            <p:nvPr/>
          </p:nvSpPr>
          <p:spPr>
            <a:xfrm>
              <a:off x="5624588" y="4287031"/>
              <a:ext cx="23238" cy="30972"/>
            </a:xfrm>
            <a:custGeom>
              <a:avLst/>
              <a:gdLst/>
              <a:ahLst/>
              <a:cxnLst/>
              <a:rect l="l" t="t" r="r" b="b"/>
              <a:pathLst>
                <a:path w="715" h="953" extrusionOk="0">
                  <a:moveTo>
                    <a:pt x="357" y="0"/>
                  </a:moveTo>
                  <a:cubicBezTo>
                    <a:pt x="167" y="0"/>
                    <a:pt x="0" y="215"/>
                    <a:pt x="0" y="477"/>
                  </a:cubicBezTo>
                  <a:cubicBezTo>
                    <a:pt x="0" y="739"/>
                    <a:pt x="167" y="953"/>
                    <a:pt x="357" y="953"/>
                  </a:cubicBezTo>
                  <a:cubicBezTo>
                    <a:pt x="572" y="953"/>
                    <a:pt x="715" y="739"/>
                    <a:pt x="715" y="477"/>
                  </a:cubicBezTo>
                  <a:cubicBezTo>
                    <a:pt x="715" y="215"/>
                    <a:pt x="572" y="0"/>
                    <a:pt x="35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4" name="Google Shape;22104;p138"/>
            <p:cNvSpPr/>
            <p:nvPr/>
          </p:nvSpPr>
          <p:spPr>
            <a:xfrm>
              <a:off x="5610646" y="4337341"/>
              <a:ext cx="51122" cy="23238"/>
            </a:xfrm>
            <a:custGeom>
              <a:avLst/>
              <a:gdLst/>
              <a:ahLst/>
              <a:cxnLst/>
              <a:rect l="l" t="t" r="r" b="b"/>
              <a:pathLst>
                <a:path w="1573" h="715" extrusionOk="0">
                  <a:moveTo>
                    <a:pt x="596" y="0"/>
                  </a:moveTo>
                  <a:cubicBezTo>
                    <a:pt x="262" y="0"/>
                    <a:pt x="0" y="262"/>
                    <a:pt x="0" y="596"/>
                  </a:cubicBezTo>
                  <a:lnTo>
                    <a:pt x="0" y="715"/>
                  </a:lnTo>
                  <a:lnTo>
                    <a:pt x="1572" y="715"/>
                  </a:lnTo>
                  <a:lnTo>
                    <a:pt x="1572" y="596"/>
                  </a:lnTo>
                  <a:cubicBezTo>
                    <a:pt x="1572" y="262"/>
                    <a:pt x="1310" y="0"/>
                    <a:pt x="97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5" name="Google Shape;22105;p138"/>
            <p:cNvSpPr/>
            <p:nvPr/>
          </p:nvSpPr>
          <p:spPr>
            <a:xfrm>
              <a:off x="5660956" y="4266913"/>
              <a:ext cx="21710" cy="93665"/>
            </a:xfrm>
            <a:custGeom>
              <a:avLst/>
              <a:gdLst/>
              <a:ahLst/>
              <a:cxnLst/>
              <a:rect l="l" t="t" r="r" b="b"/>
              <a:pathLst>
                <a:path w="668" h="2882" extrusionOk="0">
                  <a:moveTo>
                    <a:pt x="0" y="0"/>
                  </a:moveTo>
                  <a:cubicBezTo>
                    <a:pt x="72" y="0"/>
                    <a:pt x="143" y="48"/>
                    <a:pt x="143" y="143"/>
                  </a:cubicBezTo>
                  <a:lnTo>
                    <a:pt x="143" y="2739"/>
                  </a:lnTo>
                  <a:cubicBezTo>
                    <a:pt x="143" y="2834"/>
                    <a:pt x="72" y="2882"/>
                    <a:pt x="0" y="2882"/>
                  </a:cubicBezTo>
                  <a:lnTo>
                    <a:pt x="524" y="2882"/>
                  </a:lnTo>
                  <a:cubicBezTo>
                    <a:pt x="620" y="2882"/>
                    <a:pt x="667" y="2834"/>
                    <a:pt x="667" y="2739"/>
                  </a:cubicBezTo>
                  <a:lnTo>
                    <a:pt x="667" y="143"/>
                  </a:lnTo>
                  <a:cubicBezTo>
                    <a:pt x="667" y="48"/>
                    <a:pt x="620" y="0"/>
                    <a:pt x="524" y="0"/>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6" name="Google Shape;22106;p138"/>
            <p:cNvSpPr/>
            <p:nvPr/>
          </p:nvSpPr>
          <p:spPr>
            <a:xfrm>
              <a:off x="5720561" y="4266913"/>
              <a:ext cx="96005" cy="93665"/>
            </a:xfrm>
            <a:custGeom>
              <a:avLst/>
              <a:gdLst/>
              <a:ahLst/>
              <a:cxnLst/>
              <a:rect l="l" t="t" r="r" b="b"/>
              <a:pathLst>
                <a:path w="2954" h="2882" extrusionOk="0">
                  <a:moveTo>
                    <a:pt x="143" y="0"/>
                  </a:moveTo>
                  <a:cubicBezTo>
                    <a:pt x="72" y="0"/>
                    <a:pt x="0" y="48"/>
                    <a:pt x="0" y="143"/>
                  </a:cubicBezTo>
                  <a:lnTo>
                    <a:pt x="0" y="2739"/>
                  </a:lnTo>
                  <a:cubicBezTo>
                    <a:pt x="0" y="2834"/>
                    <a:pt x="72" y="2882"/>
                    <a:pt x="143" y="2882"/>
                  </a:cubicBezTo>
                  <a:lnTo>
                    <a:pt x="691" y="2882"/>
                  </a:lnTo>
                  <a:lnTo>
                    <a:pt x="1524" y="2667"/>
                  </a:lnTo>
                  <a:lnTo>
                    <a:pt x="2263" y="2882"/>
                  </a:lnTo>
                  <a:lnTo>
                    <a:pt x="2810" y="2882"/>
                  </a:lnTo>
                  <a:cubicBezTo>
                    <a:pt x="2882" y="2882"/>
                    <a:pt x="2953" y="2834"/>
                    <a:pt x="2882" y="2739"/>
                  </a:cubicBezTo>
                  <a:lnTo>
                    <a:pt x="2882" y="143"/>
                  </a:lnTo>
                  <a:cubicBezTo>
                    <a:pt x="2882" y="48"/>
                    <a:pt x="2834" y="0"/>
                    <a:pt x="2739" y="0"/>
                  </a:cubicBezTo>
                  <a:close/>
                </a:path>
              </a:pathLst>
            </a:custGeom>
            <a:solidFill>
              <a:srgbClr val="DF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7" name="Google Shape;22107;p138"/>
            <p:cNvSpPr/>
            <p:nvPr/>
          </p:nvSpPr>
          <p:spPr>
            <a:xfrm>
              <a:off x="5757708" y="4287031"/>
              <a:ext cx="23238" cy="30972"/>
            </a:xfrm>
            <a:custGeom>
              <a:avLst/>
              <a:gdLst/>
              <a:ahLst/>
              <a:cxnLst/>
              <a:rect l="l" t="t" r="r" b="b"/>
              <a:pathLst>
                <a:path w="715" h="953" extrusionOk="0">
                  <a:moveTo>
                    <a:pt x="357" y="0"/>
                  </a:moveTo>
                  <a:cubicBezTo>
                    <a:pt x="143" y="0"/>
                    <a:pt x="0" y="215"/>
                    <a:pt x="0" y="477"/>
                  </a:cubicBezTo>
                  <a:cubicBezTo>
                    <a:pt x="0" y="739"/>
                    <a:pt x="143" y="953"/>
                    <a:pt x="357" y="953"/>
                  </a:cubicBezTo>
                  <a:cubicBezTo>
                    <a:pt x="548" y="953"/>
                    <a:pt x="715" y="739"/>
                    <a:pt x="715" y="477"/>
                  </a:cubicBezTo>
                  <a:cubicBezTo>
                    <a:pt x="715" y="215"/>
                    <a:pt x="548" y="0"/>
                    <a:pt x="35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8" name="Google Shape;22108;p138"/>
            <p:cNvSpPr/>
            <p:nvPr/>
          </p:nvSpPr>
          <p:spPr>
            <a:xfrm>
              <a:off x="5743766" y="4337341"/>
              <a:ext cx="51122" cy="23238"/>
            </a:xfrm>
            <a:custGeom>
              <a:avLst/>
              <a:gdLst/>
              <a:ahLst/>
              <a:cxnLst/>
              <a:rect l="l" t="t" r="r" b="b"/>
              <a:pathLst>
                <a:path w="1573" h="715" extrusionOk="0">
                  <a:moveTo>
                    <a:pt x="596" y="0"/>
                  </a:moveTo>
                  <a:cubicBezTo>
                    <a:pt x="263" y="0"/>
                    <a:pt x="1" y="262"/>
                    <a:pt x="1" y="596"/>
                  </a:cubicBezTo>
                  <a:lnTo>
                    <a:pt x="1" y="715"/>
                  </a:lnTo>
                  <a:lnTo>
                    <a:pt x="1572" y="715"/>
                  </a:lnTo>
                  <a:lnTo>
                    <a:pt x="1572" y="596"/>
                  </a:lnTo>
                  <a:cubicBezTo>
                    <a:pt x="1572" y="262"/>
                    <a:pt x="1310" y="0"/>
                    <a:pt x="977"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9" name="Google Shape;22109;p138"/>
            <p:cNvSpPr/>
            <p:nvPr/>
          </p:nvSpPr>
          <p:spPr>
            <a:xfrm>
              <a:off x="5794076" y="4266913"/>
              <a:ext cx="22490" cy="93665"/>
            </a:xfrm>
            <a:custGeom>
              <a:avLst/>
              <a:gdLst/>
              <a:ahLst/>
              <a:cxnLst/>
              <a:rect l="l" t="t" r="r" b="b"/>
              <a:pathLst>
                <a:path w="692" h="2882" extrusionOk="0">
                  <a:moveTo>
                    <a:pt x="1" y="0"/>
                  </a:moveTo>
                  <a:cubicBezTo>
                    <a:pt x="96" y="0"/>
                    <a:pt x="143" y="48"/>
                    <a:pt x="143" y="143"/>
                  </a:cubicBezTo>
                  <a:lnTo>
                    <a:pt x="143" y="2739"/>
                  </a:lnTo>
                  <a:cubicBezTo>
                    <a:pt x="143" y="2834"/>
                    <a:pt x="96" y="2882"/>
                    <a:pt x="1" y="2882"/>
                  </a:cubicBezTo>
                  <a:lnTo>
                    <a:pt x="548" y="2882"/>
                  </a:lnTo>
                  <a:cubicBezTo>
                    <a:pt x="620" y="2882"/>
                    <a:pt x="691" y="2834"/>
                    <a:pt x="691" y="2739"/>
                  </a:cubicBezTo>
                  <a:lnTo>
                    <a:pt x="691" y="143"/>
                  </a:lnTo>
                  <a:cubicBezTo>
                    <a:pt x="691" y="48"/>
                    <a:pt x="620" y="0"/>
                    <a:pt x="548" y="0"/>
                  </a:cubicBezTo>
                  <a:close/>
                </a:path>
              </a:pathLst>
            </a:custGeom>
            <a:solidFill>
              <a:srgbClr val="D5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0" name="Google Shape;22110;p138"/>
            <p:cNvSpPr/>
            <p:nvPr/>
          </p:nvSpPr>
          <p:spPr>
            <a:xfrm>
              <a:off x="5560336" y="4387651"/>
              <a:ext cx="288730" cy="31753"/>
            </a:xfrm>
            <a:custGeom>
              <a:avLst/>
              <a:gdLst/>
              <a:ahLst/>
              <a:cxnLst/>
              <a:rect l="l" t="t" r="r" b="b"/>
              <a:pathLst>
                <a:path w="8884" h="977" extrusionOk="0">
                  <a:moveTo>
                    <a:pt x="1" y="0"/>
                  </a:moveTo>
                  <a:lnTo>
                    <a:pt x="1" y="619"/>
                  </a:lnTo>
                  <a:cubicBezTo>
                    <a:pt x="1" y="834"/>
                    <a:pt x="143" y="977"/>
                    <a:pt x="358" y="977"/>
                  </a:cubicBezTo>
                  <a:lnTo>
                    <a:pt x="8526" y="977"/>
                  </a:lnTo>
                  <a:cubicBezTo>
                    <a:pt x="8740" y="977"/>
                    <a:pt x="8883" y="834"/>
                    <a:pt x="8883" y="619"/>
                  </a:cubicBezTo>
                  <a:lnTo>
                    <a:pt x="8883"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1" name="Google Shape;22111;p138"/>
            <p:cNvSpPr/>
            <p:nvPr/>
          </p:nvSpPr>
          <p:spPr>
            <a:xfrm>
              <a:off x="5819621" y="4387651"/>
              <a:ext cx="28665" cy="30972"/>
            </a:xfrm>
            <a:custGeom>
              <a:avLst/>
              <a:gdLst/>
              <a:ahLst/>
              <a:cxnLst/>
              <a:rect l="l" t="t" r="r" b="b"/>
              <a:pathLst>
                <a:path w="882" h="953" extrusionOk="0">
                  <a:moveTo>
                    <a:pt x="358" y="0"/>
                  </a:moveTo>
                  <a:lnTo>
                    <a:pt x="358" y="596"/>
                  </a:lnTo>
                  <a:cubicBezTo>
                    <a:pt x="358" y="810"/>
                    <a:pt x="191" y="953"/>
                    <a:pt x="0" y="953"/>
                  </a:cubicBezTo>
                  <a:lnTo>
                    <a:pt x="524" y="953"/>
                  </a:lnTo>
                  <a:cubicBezTo>
                    <a:pt x="739" y="953"/>
                    <a:pt x="882" y="810"/>
                    <a:pt x="882" y="596"/>
                  </a:cubicBezTo>
                  <a:lnTo>
                    <a:pt x="882" y="0"/>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12" name="Google Shape;22112;p138"/>
          <p:cNvGrpSpPr/>
          <p:nvPr/>
        </p:nvGrpSpPr>
        <p:grpSpPr>
          <a:xfrm>
            <a:off x="6279366" y="4037098"/>
            <a:ext cx="358378" cy="272480"/>
            <a:chOff x="6279366" y="4189498"/>
            <a:chExt cx="358378" cy="272480"/>
          </a:xfrm>
        </p:grpSpPr>
        <p:sp>
          <p:nvSpPr>
            <p:cNvPr id="22113" name="Google Shape;22113;p138"/>
            <p:cNvSpPr/>
            <p:nvPr/>
          </p:nvSpPr>
          <p:spPr>
            <a:xfrm>
              <a:off x="6280146" y="4229766"/>
              <a:ext cx="357598" cy="232213"/>
            </a:xfrm>
            <a:custGeom>
              <a:avLst/>
              <a:gdLst/>
              <a:ahLst/>
              <a:cxnLst/>
              <a:rect l="l" t="t" r="r" b="b"/>
              <a:pathLst>
                <a:path w="11003" h="7145" extrusionOk="0">
                  <a:moveTo>
                    <a:pt x="5668" y="0"/>
                  </a:moveTo>
                  <a:lnTo>
                    <a:pt x="0" y="119"/>
                  </a:lnTo>
                  <a:lnTo>
                    <a:pt x="0" y="6978"/>
                  </a:lnTo>
                  <a:cubicBezTo>
                    <a:pt x="0" y="7073"/>
                    <a:pt x="71" y="7144"/>
                    <a:pt x="167" y="7144"/>
                  </a:cubicBezTo>
                  <a:lnTo>
                    <a:pt x="10836" y="7144"/>
                  </a:lnTo>
                  <a:cubicBezTo>
                    <a:pt x="10907" y="7144"/>
                    <a:pt x="11002" y="7073"/>
                    <a:pt x="11002" y="6978"/>
                  </a:cubicBezTo>
                  <a:lnTo>
                    <a:pt x="11002" y="119"/>
                  </a:lnTo>
                  <a:lnTo>
                    <a:pt x="5668"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4" name="Google Shape;22114;p138"/>
            <p:cNvSpPr/>
            <p:nvPr/>
          </p:nvSpPr>
          <p:spPr>
            <a:xfrm>
              <a:off x="6609826" y="4229766"/>
              <a:ext cx="27138" cy="232213"/>
            </a:xfrm>
            <a:custGeom>
              <a:avLst/>
              <a:gdLst/>
              <a:ahLst/>
              <a:cxnLst/>
              <a:rect l="l" t="t" r="r" b="b"/>
              <a:pathLst>
                <a:path w="835" h="7145" extrusionOk="0">
                  <a:moveTo>
                    <a:pt x="168" y="0"/>
                  </a:moveTo>
                  <a:lnTo>
                    <a:pt x="168" y="6978"/>
                  </a:lnTo>
                  <a:cubicBezTo>
                    <a:pt x="168" y="7073"/>
                    <a:pt x="96" y="7144"/>
                    <a:pt x="1" y="7144"/>
                  </a:cubicBezTo>
                  <a:lnTo>
                    <a:pt x="644" y="7144"/>
                  </a:lnTo>
                  <a:cubicBezTo>
                    <a:pt x="739" y="7144"/>
                    <a:pt x="834" y="7073"/>
                    <a:pt x="834" y="6978"/>
                  </a:cubicBezTo>
                  <a:lnTo>
                    <a:pt x="834" y="119"/>
                  </a:lnTo>
                  <a:lnTo>
                    <a:pt x="168"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5" name="Google Shape;22115;p138"/>
            <p:cNvSpPr/>
            <p:nvPr/>
          </p:nvSpPr>
          <p:spPr>
            <a:xfrm>
              <a:off x="6279366" y="4190278"/>
              <a:ext cx="202020" cy="271700"/>
            </a:xfrm>
            <a:custGeom>
              <a:avLst/>
              <a:gdLst/>
              <a:ahLst/>
              <a:cxnLst/>
              <a:rect l="l" t="t" r="r" b="b"/>
              <a:pathLst>
                <a:path w="6216" h="8360" extrusionOk="0">
                  <a:moveTo>
                    <a:pt x="191" y="1"/>
                  </a:moveTo>
                  <a:cubicBezTo>
                    <a:pt x="95" y="1"/>
                    <a:pt x="0" y="96"/>
                    <a:pt x="0" y="191"/>
                  </a:cubicBezTo>
                  <a:lnTo>
                    <a:pt x="0" y="8193"/>
                  </a:lnTo>
                  <a:cubicBezTo>
                    <a:pt x="0" y="8288"/>
                    <a:pt x="95" y="8359"/>
                    <a:pt x="191" y="8359"/>
                  </a:cubicBezTo>
                  <a:lnTo>
                    <a:pt x="6216" y="8359"/>
                  </a:lnTo>
                  <a:lnTo>
                    <a:pt x="6216" y="1"/>
                  </a:lnTo>
                  <a:close/>
                </a:path>
              </a:pathLst>
            </a:custGeom>
            <a:solidFill>
              <a:srgbClr val="F0F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6" name="Google Shape;22116;p138"/>
            <p:cNvSpPr/>
            <p:nvPr/>
          </p:nvSpPr>
          <p:spPr>
            <a:xfrm>
              <a:off x="6280146" y="4189498"/>
              <a:ext cx="357598" cy="44168"/>
            </a:xfrm>
            <a:custGeom>
              <a:avLst/>
              <a:gdLst/>
              <a:ahLst/>
              <a:cxnLst/>
              <a:rect l="l" t="t" r="r" b="b"/>
              <a:pathLst>
                <a:path w="11003" h="1359" extrusionOk="0">
                  <a:moveTo>
                    <a:pt x="167" y="1"/>
                  </a:moveTo>
                  <a:cubicBezTo>
                    <a:pt x="71" y="1"/>
                    <a:pt x="0" y="96"/>
                    <a:pt x="0" y="167"/>
                  </a:cubicBezTo>
                  <a:lnTo>
                    <a:pt x="0" y="1358"/>
                  </a:lnTo>
                  <a:lnTo>
                    <a:pt x="11002" y="1358"/>
                  </a:lnTo>
                  <a:lnTo>
                    <a:pt x="11002" y="167"/>
                  </a:lnTo>
                  <a:cubicBezTo>
                    <a:pt x="11002" y="96"/>
                    <a:pt x="10907" y="1"/>
                    <a:pt x="1083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7" name="Google Shape;22117;p138"/>
            <p:cNvSpPr/>
            <p:nvPr/>
          </p:nvSpPr>
          <p:spPr>
            <a:xfrm>
              <a:off x="6610606" y="4190278"/>
              <a:ext cx="27138" cy="44915"/>
            </a:xfrm>
            <a:custGeom>
              <a:avLst/>
              <a:gdLst/>
              <a:ahLst/>
              <a:cxnLst/>
              <a:rect l="l" t="t" r="r" b="b"/>
              <a:pathLst>
                <a:path w="835" h="1382" extrusionOk="0">
                  <a:moveTo>
                    <a:pt x="1" y="1"/>
                  </a:moveTo>
                  <a:cubicBezTo>
                    <a:pt x="96" y="1"/>
                    <a:pt x="191" y="96"/>
                    <a:pt x="191" y="191"/>
                  </a:cubicBezTo>
                  <a:lnTo>
                    <a:pt x="191" y="1382"/>
                  </a:lnTo>
                  <a:lnTo>
                    <a:pt x="834" y="1382"/>
                  </a:lnTo>
                  <a:lnTo>
                    <a:pt x="834" y="191"/>
                  </a:lnTo>
                  <a:cubicBezTo>
                    <a:pt x="834" y="96"/>
                    <a:pt x="739" y="1"/>
                    <a:pt x="66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8" name="Google Shape;22118;p138"/>
            <p:cNvSpPr/>
            <p:nvPr/>
          </p:nvSpPr>
          <p:spPr>
            <a:xfrm>
              <a:off x="6554121" y="4205748"/>
              <a:ext cx="12415" cy="11668"/>
            </a:xfrm>
            <a:custGeom>
              <a:avLst/>
              <a:gdLst/>
              <a:ahLst/>
              <a:cxnLst/>
              <a:rect l="l" t="t" r="r" b="b"/>
              <a:pathLst>
                <a:path w="382" h="359" extrusionOk="0">
                  <a:moveTo>
                    <a:pt x="191" y="1"/>
                  </a:moveTo>
                  <a:cubicBezTo>
                    <a:pt x="96" y="1"/>
                    <a:pt x="0" y="72"/>
                    <a:pt x="0" y="168"/>
                  </a:cubicBezTo>
                  <a:cubicBezTo>
                    <a:pt x="0" y="287"/>
                    <a:pt x="96" y="358"/>
                    <a:pt x="191" y="358"/>
                  </a:cubicBezTo>
                  <a:cubicBezTo>
                    <a:pt x="286" y="358"/>
                    <a:pt x="381" y="287"/>
                    <a:pt x="381" y="168"/>
                  </a:cubicBezTo>
                  <a:cubicBezTo>
                    <a:pt x="381" y="72"/>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9" name="Google Shape;22119;p138"/>
            <p:cNvSpPr/>
            <p:nvPr/>
          </p:nvSpPr>
          <p:spPr>
            <a:xfrm>
              <a:off x="6578106" y="4205748"/>
              <a:ext cx="11635" cy="11668"/>
            </a:xfrm>
            <a:custGeom>
              <a:avLst/>
              <a:gdLst/>
              <a:ahLst/>
              <a:cxnLst/>
              <a:rect l="l" t="t" r="r" b="b"/>
              <a:pathLst>
                <a:path w="358" h="359" extrusionOk="0">
                  <a:moveTo>
                    <a:pt x="167" y="1"/>
                  </a:moveTo>
                  <a:cubicBezTo>
                    <a:pt x="72" y="1"/>
                    <a:pt x="1" y="72"/>
                    <a:pt x="1" y="168"/>
                  </a:cubicBezTo>
                  <a:cubicBezTo>
                    <a:pt x="1" y="287"/>
                    <a:pt x="72" y="358"/>
                    <a:pt x="167" y="358"/>
                  </a:cubicBezTo>
                  <a:cubicBezTo>
                    <a:pt x="263" y="358"/>
                    <a:pt x="358" y="287"/>
                    <a:pt x="358" y="168"/>
                  </a:cubicBezTo>
                  <a:cubicBezTo>
                    <a:pt x="358" y="72"/>
                    <a:pt x="263" y="1"/>
                    <a:pt x="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0" name="Google Shape;22120;p138"/>
            <p:cNvSpPr/>
            <p:nvPr/>
          </p:nvSpPr>
          <p:spPr>
            <a:xfrm>
              <a:off x="6599783" y="4205748"/>
              <a:ext cx="11635" cy="11668"/>
            </a:xfrm>
            <a:custGeom>
              <a:avLst/>
              <a:gdLst/>
              <a:ahLst/>
              <a:cxnLst/>
              <a:rect l="l" t="t" r="r" b="b"/>
              <a:pathLst>
                <a:path w="358" h="359" extrusionOk="0">
                  <a:moveTo>
                    <a:pt x="191" y="1"/>
                  </a:moveTo>
                  <a:cubicBezTo>
                    <a:pt x="96" y="1"/>
                    <a:pt x="0" y="72"/>
                    <a:pt x="0" y="168"/>
                  </a:cubicBezTo>
                  <a:cubicBezTo>
                    <a:pt x="0" y="287"/>
                    <a:pt x="96" y="358"/>
                    <a:pt x="191" y="358"/>
                  </a:cubicBezTo>
                  <a:cubicBezTo>
                    <a:pt x="286" y="358"/>
                    <a:pt x="358" y="287"/>
                    <a:pt x="358" y="168"/>
                  </a:cubicBezTo>
                  <a:cubicBezTo>
                    <a:pt x="358" y="72"/>
                    <a:pt x="286" y="1"/>
                    <a:pt x="19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1" name="Google Shape;22121;p138"/>
            <p:cNvSpPr/>
            <p:nvPr/>
          </p:nvSpPr>
          <p:spPr>
            <a:xfrm>
              <a:off x="6321161" y="4311016"/>
              <a:ext cx="21678" cy="21710"/>
            </a:xfrm>
            <a:custGeom>
              <a:avLst/>
              <a:gdLst/>
              <a:ahLst/>
              <a:cxnLst/>
              <a:rect l="l" t="t" r="r" b="b"/>
              <a:pathLst>
                <a:path w="667" h="668" extrusionOk="0">
                  <a:moveTo>
                    <a:pt x="334" y="1"/>
                  </a:moveTo>
                  <a:cubicBezTo>
                    <a:pt x="143" y="1"/>
                    <a:pt x="0" y="143"/>
                    <a:pt x="0" y="334"/>
                  </a:cubicBezTo>
                  <a:cubicBezTo>
                    <a:pt x="0" y="525"/>
                    <a:pt x="143" y="667"/>
                    <a:pt x="334" y="667"/>
                  </a:cubicBezTo>
                  <a:cubicBezTo>
                    <a:pt x="524" y="667"/>
                    <a:pt x="667" y="525"/>
                    <a:pt x="667" y="334"/>
                  </a:cubicBezTo>
                  <a:cubicBezTo>
                    <a:pt x="667" y="143"/>
                    <a:pt x="524"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2" name="Google Shape;22122;p138"/>
            <p:cNvSpPr/>
            <p:nvPr/>
          </p:nvSpPr>
          <p:spPr>
            <a:xfrm>
              <a:off x="6370691" y="4311016"/>
              <a:ext cx="21710" cy="21710"/>
            </a:xfrm>
            <a:custGeom>
              <a:avLst/>
              <a:gdLst/>
              <a:ahLst/>
              <a:cxnLst/>
              <a:rect l="l" t="t" r="r" b="b"/>
              <a:pathLst>
                <a:path w="668" h="668" extrusionOk="0">
                  <a:moveTo>
                    <a:pt x="334" y="1"/>
                  </a:moveTo>
                  <a:cubicBezTo>
                    <a:pt x="143" y="1"/>
                    <a:pt x="0" y="143"/>
                    <a:pt x="0" y="334"/>
                  </a:cubicBezTo>
                  <a:cubicBezTo>
                    <a:pt x="0" y="525"/>
                    <a:pt x="143" y="667"/>
                    <a:pt x="334" y="667"/>
                  </a:cubicBezTo>
                  <a:cubicBezTo>
                    <a:pt x="500" y="667"/>
                    <a:pt x="667" y="525"/>
                    <a:pt x="667" y="334"/>
                  </a:cubicBezTo>
                  <a:cubicBezTo>
                    <a:pt x="667" y="143"/>
                    <a:pt x="500"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3" name="Google Shape;22123;p138"/>
            <p:cNvSpPr/>
            <p:nvPr/>
          </p:nvSpPr>
          <p:spPr>
            <a:xfrm>
              <a:off x="6421001" y="4311016"/>
              <a:ext cx="21710" cy="21710"/>
            </a:xfrm>
            <a:custGeom>
              <a:avLst/>
              <a:gdLst/>
              <a:ahLst/>
              <a:cxnLst/>
              <a:rect l="l" t="t" r="r" b="b"/>
              <a:pathLst>
                <a:path w="668" h="668" extrusionOk="0">
                  <a:moveTo>
                    <a:pt x="334" y="1"/>
                  </a:moveTo>
                  <a:cubicBezTo>
                    <a:pt x="143" y="1"/>
                    <a:pt x="0" y="143"/>
                    <a:pt x="0" y="334"/>
                  </a:cubicBezTo>
                  <a:cubicBezTo>
                    <a:pt x="0" y="525"/>
                    <a:pt x="143" y="667"/>
                    <a:pt x="334" y="667"/>
                  </a:cubicBezTo>
                  <a:cubicBezTo>
                    <a:pt x="500" y="667"/>
                    <a:pt x="667" y="525"/>
                    <a:pt x="667" y="334"/>
                  </a:cubicBezTo>
                  <a:cubicBezTo>
                    <a:pt x="667" y="143"/>
                    <a:pt x="500"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4" name="Google Shape;22124;p138"/>
            <p:cNvSpPr/>
            <p:nvPr/>
          </p:nvSpPr>
          <p:spPr>
            <a:xfrm>
              <a:off x="6321161" y="4406208"/>
              <a:ext cx="21678" cy="20930"/>
            </a:xfrm>
            <a:custGeom>
              <a:avLst/>
              <a:gdLst/>
              <a:ahLst/>
              <a:cxnLst/>
              <a:rect l="l" t="t" r="r" b="b"/>
              <a:pathLst>
                <a:path w="667" h="644" extrusionOk="0">
                  <a:moveTo>
                    <a:pt x="334" y="1"/>
                  </a:moveTo>
                  <a:cubicBezTo>
                    <a:pt x="143" y="1"/>
                    <a:pt x="0" y="144"/>
                    <a:pt x="0" y="334"/>
                  </a:cubicBezTo>
                  <a:cubicBezTo>
                    <a:pt x="0" y="501"/>
                    <a:pt x="143" y="644"/>
                    <a:pt x="334" y="644"/>
                  </a:cubicBezTo>
                  <a:cubicBezTo>
                    <a:pt x="524" y="644"/>
                    <a:pt x="667" y="501"/>
                    <a:pt x="667" y="334"/>
                  </a:cubicBezTo>
                  <a:cubicBezTo>
                    <a:pt x="667" y="144"/>
                    <a:pt x="524"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5" name="Google Shape;22125;p138"/>
            <p:cNvSpPr/>
            <p:nvPr/>
          </p:nvSpPr>
          <p:spPr>
            <a:xfrm>
              <a:off x="6370691" y="4406208"/>
              <a:ext cx="21710" cy="20930"/>
            </a:xfrm>
            <a:custGeom>
              <a:avLst/>
              <a:gdLst/>
              <a:ahLst/>
              <a:cxnLst/>
              <a:rect l="l" t="t" r="r" b="b"/>
              <a:pathLst>
                <a:path w="668" h="644" extrusionOk="0">
                  <a:moveTo>
                    <a:pt x="334" y="1"/>
                  </a:moveTo>
                  <a:cubicBezTo>
                    <a:pt x="143" y="1"/>
                    <a:pt x="0" y="144"/>
                    <a:pt x="0" y="334"/>
                  </a:cubicBezTo>
                  <a:cubicBezTo>
                    <a:pt x="0" y="501"/>
                    <a:pt x="143" y="644"/>
                    <a:pt x="334" y="644"/>
                  </a:cubicBezTo>
                  <a:cubicBezTo>
                    <a:pt x="500" y="644"/>
                    <a:pt x="667" y="501"/>
                    <a:pt x="667" y="334"/>
                  </a:cubicBezTo>
                  <a:cubicBezTo>
                    <a:pt x="667" y="144"/>
                    <a:pt x="500"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6" name="Google Shape;22126;p138"/>
            <p:cNvSpPr/>
            <p:nvPr/>
          </p:nvSpPr>
          <p:spPr>
            <a:xfrm>
              <a:off x="6421001" y="4406208"/>
              <a:ext cx="21710" cy="20930"/>
            </a:xfrm>
            <a:custGeom>
              <a:avLst/>
              <a:gdLst/>
              <a:ahLst/>
              <a:cxnLst/>
              <a:rect l="l" t="t" r="r" b="b"/>
              <a:pathLst>
                <a:path w="668" h="644" extrusionOk="0">
                  <a:moveTo>
                    <a:pt x="334" y="1"/>
                  </a:moveTo>
                  <a:cubicBezTo>
                    <a:pt x="143" y="1"/>
                    <a:pt x="0" y="144"/>
                    <a:pt x="0" y="334"/>
                  </a:cubicBezTo>
                  <a:cubicBezTo>
                    <a:pt x="0" y="501"/>
                    <a:pt x="143" y="644"/>
                    <a:pt x="334" y="644"/>
                  </a:cubicBezTo>
                  <a:cubicBezTo>
                    <a:pt x="500" y="644"/>
                    <a:pt x="667" y="501"/>
                    <a:pt x="667" y="334"/>
                  </a:cubicBezTo>
                  <a:cubicBezTo>
                    <a:pt x="667" y="144"/>
                    <a:pt x="500" y="1"/>
                    <a:pt x="3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7" name="Google Shape;22127;p138"/>
            <p:cNvSpPr/>
            <p:nvPr/>
          </p:nvSpPr>
          <p:spPr>
            <a:xfrm>
              <a:off x="6516193" y="4261811"/>
              <a:ext cx="89050" cy="173713"/>
            </a:xfrm>
            <a:custGeom>
              <a:avLst/>
              <a:gdLst/>
              <a:ahLst/>
              <a:cxnLst/>
              <a:rect l="l" t="t" r="r" b="b"/>
              <a:pathLst>
                <a:path w="2740" h="5345" extrusionOk="0">
                  <a:moveTo>
                    <a:pt x="2309" y="0"/>
                  </a:moveTo>
                  <a:cubicBezTo>
                    <a:pt x="2178" y="0"/>
                    <a:pt x="2046" y="84"/>
                    <a:pt x="1977" y="205"/>
                  </a:cubicBezTo>
                  <a:lnTo>
                    <a:pt x="48" y="4682"/>
                  </a:lnTo>
                  <a:cubicBezTo>
                    <a:pt x="0" y="4801"/>
                    <a:pt x="0" y="4920"/>
                    <a:pt x="24" y="5039"/>
                  </a:cubicBezTo>
                  <a:lnTo>
                    <a:pt x="72" y="5277"/>
                  </a:lnTo>
                  <a:cubicBezTo>
                    <a:pt x="72" y="5311"/>
                    <a:pt x="119" y="5345"/>
                    <a:pt x="173" y="5345"/>
                  </a:cubicBezTo>
                  <a:cubicBezTo>
                    <a:pt x="195" y="5345"/>
                    <a:pt x="218" y="5339"/>
                    <a:pt x="239" y="5325"/>
                  </a:cubicBezTo>
                  <a:lnTo>
                    <a:pt x="477" y="5206"/>
                  </a:lnTo>
                  <a:cubicBezTo>
                    <a:pt x="596" y="5158"/>
                    <a:pt x="667" y="5063"/>
                    <a:pt x="715" y="4968"/>
                  </a:cubicBezTo>
                  <a:lnTo>
                    <a:pt x="2644" y="514"/>
                  </a:lnTo>
                  <a:cubicBezTo>
                    <a:pt x="2739" y="324"/>
                    <a:pt x="2644" y="110"/>
                    <a:pt x="2453" y="38"/>
                  </a:cubicBezTo>
                  <a:cubicBezTo>
                    <a:pt x="2408" y="12"/>
                    <a:pt x="2359" y="0"/>
                    <a:pt x="230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8" name="Google Shape;22128;p138"/>
            <p:cNvSpPr/>
            <p:nvPr/>
          </p:nvSpPr>
          <p:spPr>
            <a:xfrm>
              <a:off x="6315733" y="4263046"/>
              <a:ext cx="11635" cy="11635"/>
            </a:xfrm>
            <a:custGeom>
              <a:avLst/>
              <a:gdLst/>
              <a:ahLst/>
              <a:cxnLst/>
              <a:rect l="l" t="t" r="r" b="b"/>
              <a:pathLst>
                <a:path w="358" h="358" extrusionOk="0">
                  <a:moveTo>
                    <a:pt x="167" y="0"/>
                  </a:moveTo>
                  <a:cubicBezTo>
                    <a:pt x="72" y="0"/>
                    <a:pt x="0" y="72"/>
                    <a:pt x="0" y="167"/>
                  </a:cubicBezTo>
                  <a:cubicBezTo>
                    <a:pt x="0" y="262"/>
                    <a:pt x="72" y="357"/>
                    <a:pt x="167" y="357"/>
                  </a:cubicBezTo>
                  <a:cubicBezTo>
                    <a:pt x="262" y="357"/>
                    <a:pt x="358" y="262"/>
                    <a:pt x="358" y="167"/>
                  </a:cubicBezTo>
                  <a:cubicBezTo>
                    <a:pt x="358" y="72"/>
                    <a:pt x="262"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9" name="Google Shape;22129;p138"/>
            <p:cNvSpPr/>
            <p:nvPr/>
          </p:nvSpPr>
          <p:spPr>
            <a:xfrm>
              <a:off x="6314173" y="4286251"/>
              <a:ext cx="76668" cy="10855"/>
            </a:xfrm>
            <a:custGeom>
              <a:avLst/>
              <a:gdLst/>
              <a:ahLst/>
              <a:cxnLst/>
              <a:rect l="l" t="t" r="r" b="b"/>
              <a:pathLst>
                <a:path w="2359" h="334" extrusionOk="0">
                  <a:moveTo>
                    <a:pt x="191" y="1"/>
                  </a:moveTo>
                  <a:cubicBezTo>
                    <a:pt x="72" y="1"/>
                    <a:pt x="1" y="96"/>
                    <a:pt x="1" y="167"/>
                  </a:cubicBezTo>
                  <a:cubicBezTo>
                    <a:pt x="48" y="262"/>
                    <a:pt x="96" y="334"/>
                    <a:pt x="191" y="334"/>
                  </a:cubicBezTo>
                  <a:lnTo>
                    <a:pt x="2192" y="334"/>
                  </a:lnTo>
                  <a:cubicBezTo>
                    <a:pt x="2311" y="334"/>
                    <a:pt x="2358" y="239"/>
                    <a:pt x="2358" y="143"/>
                  </a:cubicBezTo>
                  <a:cubicBezTo>
                    <a:pt x="2335" y="48"/>
                    <a:pt x="2287" y="1"/>
                    <a:pt x="2192"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0" name="Google Shape;22130;p138"/>
            <p:cNvSpPr/>
            <p:nvPr/>
          </p:nvSpPr>
          <p:spPr>
            <a:xfrm>
              <a:off x="6335071" y="4263046"/>
              <a:ext cx="113035" cy="10855"/>
            </a:xfrm>
            <a:custGeom>
              <a:avLst/>
              <a:gdLst/>
              <a:ahLst/>
              <a:cxnLst/>
              <a:rect l="l" t="t" r="r" b="b"/>
              <a:pathLst>
                <a:path w="3478" h="334" extrusionOk="0">
                  <a:moveTo>
                    <a:pt x="168" y="0"/>
                  </a:moveTo>
                  <a:cubicBezTo>
                    <a:pt x="48" y="0"/>
                    <a:pt x="1" y="95"/>
                    <a:pt x="1" y="167"/>
                  </a:cubicBezTo>
                  <a:cubicBezTo>
                    <a:pt x="25" y="262"/>
                    <a:pt x="96" y="334"/>
                    <a:pt x="168" y="334"/>
                  </a:cubicBezTo>
                  <a:lnTo>
                    <a:pt x="3311" y="334"/>
                  </a:lnTo>
                  <a:cubicBezTo>
                    <a:pt x="3382" y="334"/>
                    <a:pt x="3478" y="262"/>
                    <a:pt x="3478" y="143"/>
                  </a:cubicBezTo>
                  <a:cubicBezTo>
                    <a:pt x="3454" y="48"/>
                    <a:pt x="3382" y="0"/>
                    <a:pt x="331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1" name="Google Shape;22131;p138"/>
            <p:cNvSpPr/>
            <p:nvPr/>
          </p:nvSpPr>
          <p:spPr>
            <a:xfrm>
              <a:off x="6315733" y="4357458"/>
              <a:ext cx="11635" cy="11635"/>
            </a:xfrm>
            <a:custGeom>
              <a:avLst/>
              <a:gdLst/>
              <a:ahLst/>
              <a:cxnLst/>
              <a:rect l="l" t="t" r="r" b="b"/>
              <a:pathLst>
                <a:path w="358" h="358" extrusionOk="0">
                  <a:moveTo>
                    <a:pt x="167" y="0"/>
                  </a:moveTo>
                  <a:cubicBezTo>
                    <a:pt x="72" y="0"/>
                    <a:pt x="0" y="96"/>
                    <a:pt x="0" y="191"/>
                  </a:cubicBezTo>
                  <a:cubicBezTo>
                    <a:pt x="0" y="286"/>
                    <a:pt x="72" y="358"/>
                    <a:pt x="167" y="358"/>
                  </a:cubicBezTo>
                  <a:cubicBezTo>
                    <a:pt x="262" y="358"/>
                    <a:pt x="358" y="286"/>
                    <a:pt x="358" y="191"/>
                  </a:cubicBezTo>
                  <a:cubicBezTo>
                    <a:pt x="358" y="96"/>
                    <a:pt x="262" y="0"/>
                    <a:pt x="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2" name="Google Shape;22132;p138"/>
            <p:cNvSpPr/>
            <p:nvPr/>
          </p:nvSpPr>
          <p:spPr>
            <a:xfrm>
              <a:off x="6314173" y="4380663"/>
              <a:ext cx="76668" cy="10888"/>
            </a:xfrm>
            <a:custGeom>
              <a:avLst/>
              <a:gdLst/>
              <a:ahLst/>
              <a:cxnLst/>
              <a:rect l="l" t="t" r="r" b="b"/>
              <a:pathLst>
                <a:path w="2359" h="335" extrusionOk="0">
                  <a:moveTo>
                    <a:pt x="191" y="1"/>
                  </a:moveTo>
                  <a:cubicBezTo>
                    <a:pt x="72" y="1"/>
                    <a:pt x="1" y="96"/>
                    <a:pt x="1" y="191"/>
                  </a:cubicBezTo>
                  <a:cubicBezTo>
                    <a:pt x="48" y="287"/>
                    <a:pt x="96" y="334"/>
                    <a:pt x="191" y="334"/>
                  </a:cubicBezTo>
                  <a:lnTo>
                    <a:pt x="2192" y="334"/>
                  </a:lnTo>
                  <a:cubicBezTo>
                    <a:pt x="2311" y="334"/>
                    <a:pt x="2358" y="287"/>
                    <a:pt x="2358" y="144"/>
                  </a:cubicBezTo>
                  <a:cubicBezTo>
                    <a:pt x="2335" y="72"/>
                    <a:pt x="2287" y="1"/>
                    <a:pt x="2192"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3" name="Google Shape;22133;p138"/>
            <p:cNvSpPr/>
            <p:nvPr/>
          </p:nvSpPr>
          <p:spPr>
            <a:xfrm>
              <a:off x="6335071" y="4359018"/>
              <a:ext cx="113035" cy="10075"/>
            </a:xfrm>
            <a:custGeom>
              <a:avLst/>
              <a:gdLst/>
              <a:ahLst/>
              <a:cxnLst/>
              <a:rect l="l" t="t" r="r" b="b"/>
              <a:pathLst>
                <a:path w="3478" h="310" extrusionOk="0">
                  <a:moveTo>
                    <a:pt x="168" y="0"/>
                  </a:moveTo>
                  <a:cubicBezTo>
                    <a:pt x="48" y="0"/>
                    <a:pt x="1" y="72"/>
                    <a:pt x="1" y="167"/>
                  </a:cubicBezTo>
                  <a:cubicBezTo>
                    <a:pt x="25" y="262"/>
                    <a:pt x="96" y="310"/>
                    <a:pt x="168" y="310"/>
                  </a:cubicBezTo>
                  <a:lnTo>
                    <a:pt x="3311" y="310"/>
                  </a:lnTo>
                  <a:cubicBezTo>
                    <a:pt x="3382" y="310"/>
                    <a:pt x="3478" y="238"/>
                    <a:pt x="3478" y="143"/>
                  </a:cubicBezTo>
                  <a:cubicBezTo>
                    <a:pt x="3454" y="48"/>
                    <a:pt x="3382" y="0"/>
                    <a:pt x="331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4" name="Google Shape;22134;p138"/>
            <p:cNvSpPr/>
            <p:nvPr/>
          </p:nvSpPr>
          <p:spPr>
            <a:xfrm>
              <a:off x="6566503" y="4293206"/>
              <a:ext cx="25577" cy="19403"/>
            </a:xfrm>
            <a:custGeom>
              <a:avLst/>
              <a:gdLst/>
              <a:ahLst/>
              <a:cxnLst/>
              <a:rect l="l" t="t" r="r" b="b"/>
              <a:pathLst>
                <a:path w="787" h="597" extrusionOk="0">
                  <a:moveTo>
                    <a:pt x="119" y="1"/>
                  </a:moveTo>
                  <a:lnTo>
                    <a:pt x="0" y="287"/>
                  </a:lnTo>
                  <a:lnTo>
                    <a:pt x="667" y="596"/>
                  </a:lnTo>
                  <a:lnTo>
                    <a:pt x="786" y="287"/>
                  </a:lnTo>
                  <a:lnTo>
                    <a:pt x="119"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5" name="Google Shape;22135;p138"/>
            <p:cNvSpPr/>
            <p:nvPr/>
          </p:nvSpPr>
          <p:spPr>
            <a:xfrm>
              <a:off x="6555648" y="4314103"/>
              <a:ext cx="26357" cy="19403"/>
            </a:xfrm>
            <a:custGeom>
              <a:avLst/>
              <a:gdLst/>
              <a:ahLst/>
              <a:cxnLst/>
              <a:rect l="l" t="t" r="r" b="b"/>
              <a:pathLst>
                <a:path w="811" h="597" extrusionOk="0">
                  <a:moveTo>
                    <a:pt x="120" y="1"/>
                  </a:moveTo>
                  <a:lnTo>
                    <a:pt x="1" y="310"/>
                  </a:lnTo>
                  <a:lnTo>
                    <a:pt x="692" y="596"/>
                  </a:lnTo>
                  <a:lnTo>
                    <a:pt x="811" y="310"/>
                  </a:lnTo>
                  <a:lnTo>
                    <a:pt x="120"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36" name="Google Shape;22136;p138"/>
          <p:cNvGrpSpPr/>
          <p:nvPr/>
        </p:nvGrpSpPr>
        <p:grpSpPr>
          <a:xfrm>
            <a:off x="7029336" y="4037098"/>
            <a:ext cx="358377" cy="274040"/>
            <a:chOff x="7029336" y="4189498"/>
            <a:chExt cx="358377" cy="274040"/>
          </a:xfrm>
        </p:grpSpPr>
        <p:sp>
          <p:nvSpPr>
            <p:cNvPr id="22137" name="Google Shape;22137;p138"/>
            <p:cNvSpPr/>
            <p:nvPr/>
          </p:nvSpPr>
          <p:spPr>
            <a:xfrm>
              <a:off x="7052541" y="4235941"/>
              <a:ext cx="312715" cy="209788"/>
            </a:xfrm>
            <a:custGeom>
              <a:avLst/>
              <a:gdLst/>
              <a:ahLst/>
              <a:cxnLst/>
              <a:rect l="l" t="t" r="r" b="b"/>
              <a:pathLst>
                <a:path w="9622" h="6455" extrusionOk="0">
                  <a:moveTo>
                    <a:pt x="549" y="1"/>
                  </a:moveTo>
                  <a:cubicBezTo>
                    <a:pt x="239" y="1"/>
                    <a:pt x="1" y="239"/>
                    <a:pt x="1" y="525"/>
                  </a:cubicBezTo>
                  <a:lnTo>
                    <a:pt x="1" y="6240"/>
                  </a:lnTo>
                  <a:lnTo>
                    <a:pt x="4811" y="6454"/>
                  </a:lnTo>
                  <a:lnTo>
                    <a:pt x="9598" y="6240"/>
                  </a:lnTo>
                  <a:lnTo>
                    <a:pt x="9598" y="525"/>
                  </a:lnTo>
                  <a:cubicBezTo>
                    <a:pt x="9622" y="239"/>
                    <a:pt x="9384" y="1"/>
                    <a:pt x="9098"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8" name="Google Shape;22138;p138"/>
            <p:cNvSpPr/>
            <p:nvPr/>
          </p:nvSpPr>
          <p:spPr>
            <a:xfrm>
              <a:off x="7330416" y="4235941"/>
              <a:ext cx="34840" cy="209788"/>
            </a:xfrm>
            <a:custGeom>
              <a:avLst/>
              <a:gdLst/>
              <a:ahLst/>
              <a:cxnLst/>
              <a:rect l="l" t="t" r="r" b="b"/>
              <a:pathLst>
                <a:path w="1072" h="6455" extrusionOk="0">
                  <a:moveTo>
                    <a:pt x="0" y="1"/>
                  </a:moveTo>
                  <a:cubicBezTo>
                    <a:pt x="238" y="1"/>
                    <a:pt x="429" y="167"/>
                    <a:pt x="429" y="405"/>
                  </a:cubicBezTo>
                  <a:lnTo>
                    <a:pt x="429" y="6240"/>
                  </a:lnTo>
                  <a:lnTo>
                    <a:pt x="786" y="6454"/>
                  </a:lnTo>
                  <a:lnTo>
                    <a:pt x="1072" y="6240"/>
                  </a:lnTo>
                  <a:lnTo>
                    <a:pt x="1072" y="525"/>
                  </a:lnTo>
                  <a:cubicBezTo>
                    <a:pt x="1072" y="239"/>
                    <a:pt x="834" y="1"/>
                    <a:pt x="548" y="1"/>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9" name="Google Shape;22139;p138"/>
            <p:cNvSpPr/>
            <p:nvPr/>
          </p:nvSpPr>
          <p:spPr>
            <a:xfrm>
              <a:off x="7075778" y="4259178"/>
              <a:ext cx="265493" cy="186550"/>
            </a:xfrm>
            <a:custGeom>
              <a:avLst/>
              <a:gdLst/>
              <a:ahLst/>
              <a:cxnLst/>
              <a:rect l="l" t="t" r="r" b="b"/>
              <a:pathLst>
                <a:path w="8169" h="5740" extrusionOk="0">
                  <a:moveTo>
                    <a:pt x="191" y="0"/>
                  </a:moveTo>
                  <a:cubicBezTo>
                    <a:pt x="96" y="0"/>
                    <a:pt x="0" y="95"/>
                    <a:pt x="0" y="167"/>
                  </a:cubicBezTo>
                  <a:lnTo>
                    <a:pt x="0" y="5525"/>
                  </a:lnTo>
                  <a:lnTo>
                    <a:pt x="4096" y="5739"/>
                  </a:lnTo>
                  <a:lnTo>
                    <a:pt x="8169" y="5525"/>
                  </a:lnTo>
                  <a:lnTo>
                    <a:pt x="8169" y="167"/>
                  </a:lnTo>
                  <a:cubicBezTo>
                    <a:pt x="8169" y="95"/>
                    <a:pt x="8073" y="0"/>
                    <a:pt x="7978" y="0"/>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0" name="Google Shape;22140;p138"/>
            <p:cNvSpPr/>
            <p:nvPr/>
          </p:nvSpPr>
          <p:spPr>
            <a:xfrm>
              <a:off x="7140778" y="4382223"/>
              <a:ext cx="131625" cy="21710"/>
            </a:xfrm>
            <a:custGeom>
              <a:avLst/>
              <a:gdLst/>
              <a:ahLst/>
              <a:cxnLst/>
              <a:rect l="l" t="t" r="r" b="b"/>
              <a:pathLst>
                <a:path w="4050" h="668" extrusionOk="0">
                  <a:moveTo>
                    <a:pt x="334" y="1"/>
                  </a:moveTo>
                  <a:cubicBezTo>
                    <a:pt x="144" y="1"/>
                    <a:pt x="1" y="167"/>
                    <a:pt x="1" y="358"/>
                  </a:cubicBezTo>
                  <a:cubicBezTo>
                    <a:pt x="25" y="524"/>
                    <a:pt x="167" y="667"/>
                    <a:pt x="358" y="667"/>
                  </a:cubicBezTo>
                  <a:lnTo>
                    <a:pt x="3692" y="667"/>
                  </a:lnTo>
                  <a:cubicBezTo>
                    <a:pt x="3906" y="667"/>
                    <a:pt x="4049" y="501"/>
                    <a:pt x="4025" y="310"/>
                  </a:cubicBezTo>
                  <a:cubicBezTo>
                    <a:pt x="4002" y="143"/>
                    <a:pt x="3835" y="1"/>
                    <a:pt x="3668" y="1"/>
                  </a:cubicBezTo>
                  <a:close/>
                </a:path>
              </a:pathLst>
            </a:custGeom>
            <a:solidFill>
              <a:srgbClr val="C4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1" name="Google Shape;22141;p138"/>
            <p:cNvSpPr/>
            <p:nvPr/>
          </p:nvSpPr>
          <p:spPr>
            <a:xfrm>
              <a:off x="7123748" y="4189498"/>
              <a:ext cx="162565" cy="154050"/>
            </a:xfrm>
            <a:custGeom>
              <a:avLst/>
              <a:gdLst/>
              <a:ahLst/>
              <a:cxnLst/>
              <a:rect l="l" t="t" r="r" b="b"/>
              <a:pathLst>
                <a:path w="5002" h="4740" extrusionOk="0">
                  <a:moveTo>
                    <a:pt x="167" y="1"/>
                  </a:moveTo>
                  <a:cubicBezTo>
                    <a:pt x="72" y="1"/>
                    <a:pt x="1" y="96"/>
                    <a:pt x="1" y="167"/>
                  </a:cubicBezTo>
                  <a:lnTo>
                    <a:pt x="1" y="2311"/>
                  </a:lnTo>
                  <a:cubicBezTo>
                    <a:pt x="1" y="3120"/>
                    <a:pt x="644" y="3740"/>
                    <a:pt x="1406" y="3740"/>
                  </a:cubicBezTo>
                  <a:cubicBezTo>
                    <a:pt x="1477" y="3740"/>
                    <a:pt x="1501" y="3787"/>
                    <a:pt x="1573" y="3811"/>
                  </a:cubicBezTo>
                  <a:lnTo>
                    <a:pt x="2239" y="4668"/>
                  </a:lnTo>
                  <a:cubicBezTo>
                    <a:pt x="2275" y="4716"/>
                    <a:pt x="2329" y="4740"/>
                    <a:pt x="2382" y="4740"/>
                  </a:cubicBezTo>
                  <a:cubicBezTo>
                    <a:pt x="2436" y="4740"/>
                    <a:pt x="2489" y="4716"/>
                    <a:pt x="2525" y="4668"/>
                  </a:cubicBezTo>
                  <a:lnTo>
                    <a:pt x="3263" y="3740"/>
                  </a:lnTo>
                  <a:lnTo>
                    <a:pt x="4811" y="3740"/>
                  </a:lnTo>
                  <a:cubicBezTo>
                    <a:pt x="4907" y="3740"/>
                    <a:pt x="4978" y="3644"/>
                    <a:pt x="4978" y="3573"/>
                  </a:cubicBezTo>
                  <a:lnTo>
                    <a:pt x="4978" y="1525"/>
                  </a:lnTo>
                  <a:cubicBezTo>
                    <a:pt x="5002" y="691"/>
                    <a:pt x="4311" y="1"/>
                    <a:pt x="347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2" name="Google Shape;22142;p138"/>
            <p:cNvSpPr/>
            <p:nvPr/>
          </p:nvSpPr>
          <p:spPr>
            <a:xfrm>
              <a:off x="7232883" y="4189498"/>
              <a:ext cx="53430" cy="123110"/>
            </a:xfrm>
            <a:custGeom>
              <a:avLst/>
              <a:gdLst/>
              <a:ahLst/>
              <a:cxnLst/>
              <a:rect l="l" t="t" r="r" b="b"/>
              <a:pathLst>
                <a:path w="1644" h="3788" extrusionOk="0">
                  <a:moveTo>
                    <a:pt x="144" y="1"/>
                  </a:moveTo>
                  <a:lnTo>
                    <a:pt x="144" y="1"/>
                  </a:lnTo>
                  <a:cubicBezTo>
                    <a:pt x="620" y="263"/>
                    <a:pt x="977" y="810"/>
                    <a:pt x="977" y="1453"/>
                  </a:cubicBezTo>
                  <a:lnTo>
                    <a:pt x="977" y="2263"/>
                  </a:lnTo>
                  <a:cubicBezTo>
                    <a:pt x="977" y="2954"/>
                    <a:pt x="572" y="3549"/>
                    <a:pt x="1" y="3787"/>
                  </a:cubicBezTo>
                  <a:lnTo>
                    <a:pt x="120" y="3787"/>
                  </a:lnTo>
                  <a:cubicBezTo>
                    <a:pt x="953" y="3787"/>
                    <a:pt x="1644" y="3097"/>
                    <a:pt x="1644" y="2263"/>
                  </a:cubicBezTo>
                  <a:lnTo>
                    <a:pt x="1644" y="1525"/>
                  </a:lnTo>
                  <a:cubicBezTo>
                    <a:pt x="1644" y="691"/>
                    <a:pt x="977" y="25"/>
                    <a:pt x="144"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3" name="Google Shape;22143;p138"/>
            <p:cNvSpPr/>
            <p:nvPr/>
          </p:nvSpPr>
          <p:spPr>
            <a:xfrm>
              <a:off x="7314913" y="4259178"/>
              <a:ext cx="27138" cy="186550"/>
            </a:xfrm>
            <a:custGeom>
              <a:avLst/>
              <a:gdLst/>
              <a:ahLst/>
              <a:cxnLst/>
              <a:rect l="l" t="t" r="r" b="b"/>
              <a:pathLst>
                <a:path w="835" h="5740" extrusionOk="0">
                  <a:moveTo>
                    <a:pt x="1" y="0"/>
                  </a:moveTo>
                  <a:cubicBezTo>
                    <a:pt x="96" y="0"/>
                    <a:pt x="191" y="95"/>
                    <a:pt x="191" y="167"/>
                  </a:cubicBezTo>
                  <a:lnTo>
                    <a:pt x="191" y="5525"/>
                  </a:lnTo>
                  <a:lnTo>
                    <a:pt x="477" y="5739"/>
                  </a:lnTo>
                  <a:lnTo>
                    <a:pt x="834" y="5525"/>
                  </a:lnTo>
                  <a:lnTo>
                    <a:pt x="834" y="167"/>
                  </a:lnTo>
                  <a:cubicBezTo>
                    <a:pt x="834" y="48"/>
                    <a:pt x="739" y="0"/>
                    <a:pt x="668" y="0"/>
                  </a:cubicBez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4" name="Google Shape;22144;p138"/>
            <p:cNvSpPr/>
            <p:nvPr/>
          </p:nvSpPr>
          <p:spPr>
            <a:xfrm>
              <a:off x="7239838" y="4382223"/>
              <a:ext cx="32565" cy="20995"/>
            </a:xfrm>
            <a:custGeom>
              <a:avLst/>
              <a:gdLst/>
              <a:ahLst/>
              <a:cxnLst/>
              <a:rect l="l" t="t" r="r" b="b"/>
              <a:pathLst>
                <a:path w="1002" h="646" extrusionOk="0">
                  <a:moveTo>
                    <a:pt x="1" y="1"/>
                  </a:moveTo>
                  <a:cubicBezTo>
                    <a:pt x="168" y="1"/>
                    <a:pt x="311" y="143"/>
                    <a:pt x="311" y="310"/>
                  </a:cubicBezTo>
                  <a:cubicBezTo>
                    <a:pt x="311" y="501"/>
                    <a:pt x="168" y="644"/>
                    <a:pt x="1" y="644"/>
                  </a:cubicBezTo>
                  <a:lnTo>
                    <a:pt x="644" y="644"/>
                  </a:lnTo>
                  <a:cubicBezTo>
                    <a:pt x="658" y="645"/>
                    <a:pt x="671" y="646"/>
                    <a:pt x="684" y="646"/>
                  </a:cubicBezTo>
                  <a:cubicBezTo>
                    <a:pt x="876" y="646"/>
                    <a:pt x="1001" y="488"/>
                    <a:pt x="1001" y="310"/>
                  </a:cubicBezTo>
                  <a:cubicBezTo>
                    <a:pt x="1001" y="143"/>
                    <a:pt x="858" y="1"/>
                    <a:pt x="644"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5" name="Google Shape;22145;p138"/>
            <p:cNvSpPr/>
            <p:nvPr/>
          </p:nvSpPr>
          <p:spPr>
            <a:xfrm>
              <a:off x="7163236" y="4223558"/>
              <a:ext cx="82843" cy="10107"/>
            </a:xfrm>
            <a:custGeom>
              <a:avLst/>
              <a:gdLst/>
              <a:ahLst/>
              <a:cxnLst/>
              <a:rect l="l" t="t" r="r" b="b"/>
              <a:pathLst>
                <a:path w="2549" h="311" extrusionOk="0">
                  <a:moveTo>
                    <a:pt x="167" y="1"/>
                  </a:moveTo>
                  <a:cubicBezTo>
                    <a:pt x="48" y="1"/>
                    <a:pt x="0" y="72"/>
                    <a:pt x="0" y="167"/>
                  </a:cubicBezTo>
                  <a:cubicBezTo>
                    <a:pt x="24" y="263"/>
                    <a:pt x="96" y="310"/>
                    <a:pt x="167" y="310"/>
                  </a:cubicBezTo>
                  <a:lnTo>
                    <a:pt x="2382" y="310"/>
                  </a:lnTo>
                  <a:cubicBezTo>
                    <a:pt x="2501" y="310"/>
                    <a:pt x="2548" y="239"/>
                    <a:pt x="2548" y="143"/>
                  </a:cubicBezTo>
                  <a:cubicBezTo>
                    <a:pt x="2525" y="48"/>
                    <a:pt x="2453" y="1"/>
                    <a:pt x="2382"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6" name="Google Shape;22146;p138"/>
            <p:cNvSpPr/>
            <p:nvPr/>
          </p:nvSpPr>
          <p:spPr>
            <a:xfrm>
              <a:off x="7163236" y="4246796"/>
              <a:ext cx="82843" cy="10075"/>
            </a:xfrm>
            <a:custGeom>
              <a:avLst/>
              <a:gdLst/>
              <a:ahLst/>
              <a:cxnLst/>
              <a:rect l="l" t="t" r="r" b="b"/>
              <a:pathLst>
                <a:path w="2549" h="310" extrusionOk="0">
                  <a:moveTo>
                    <a:pt x="167" y="0"/>
                  </a:moveTo>
                  <a:cubicBezTo>
                    <a:pt x="48" y="0"/>
                    <a:pt x="0" y="71"/>
                    <a:pt x="0" y="167"/>
                  </a:cubicBezTo>
                  <a:cubicBezTo>
                    <a:pt x="24" y="262"/>
                    <a:pt x="96" y="310"/>
                    <a:pt x="167" y="310"/>
                  </a:cubicBezTo>
                  <a:lnTo>
                    <a:pt x="2382" y="310"/>
                  </a:lnTo>
                  <a:cubicBezTo>
                    <a:pt x="2501" y="310"/>
                    <a:pt x="2548" y="238"/>
                    <a:pt x="2548" y="143"/>
                  </a:cubicBezTo>
                  <a:cubicBezTo>
                    <a:pt x="2525" y="48"/>
                    <a:pt x="2453" y="0"/>
                    <a:pt x="238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7" name="Google Shape;22147;p138"/>
            <p:cNvSpPr/>
            <p:nvPr/>
          </p:nvSpPr>
          <p:spPr>
            <a:xfrm>
              <a:off x="7163236" y="4269221"/>
              <a:ext cx="82843" cy="10888"/>
            </a:xfrm>
            <a:custGeom>
              <a:avLst/>
              <a:gdLst/>
              <a:ahLst/>
              <a:cxnLst/>
              <a:rect l="l" t="t" r="r" b="b"/>
              <a:pathLst>
                <a:path w="2549" h="335" extrusionOk="0">
                  <a:moveTo>
                    <a:pt x="167" y="1"/>
                  </a:moveTo>
                  <a:cubicBezTo>
                    <a:pt x="48" y="1"/>
                    <a:pt x="0" y="96"/>
                    <a:pt x="0" y="191"/>
                  </a:cubicBezTo>
                  <a:cubicBezTo>
                    <a:pt x="24" y="286"/>
                    <a:pt x="96" y="334"/>
                    <a:pt x="167" y="334"/>
                  </a:cubicBezTo>
                  <a:lnTo>
                    <a:pt x="2382" y="334"/>
                  </a:lnTo>
                  <a:cubicBezTo>
                    <a:pt x="2501" y="334"/>
                    <a:pt x="2548" y="263"/>
                    <a:pt x="2548" y="167"/>
                  </a:cubicBezTo>
                  <a:cubicBezTo>
                    <a:pt x="2525" y="72"/>
                    <a:pt x="2453" y="1"/>
                    <a:pt x="2382"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8" name="Google Shape;22148;p138"/>
            <p:cNvSpPr/>
            <p:nvPr/>
          </p:nvSpPr>
          <p:spPr>
            <a:xfrm>
              <a:off x="7237531" y="4437181"/>
              <a:ext cx="150182" cy="24797"/>
            </a:xfrm>
            <a:custGeom>
              <a:avLst/>
              <a:gdLst/>
              <a:ahLst/>
              <a:cxnLst/>
              <a:rect l="l" t="t" r="r" b="b"/>
              <a:pathLst>
                <a:path w="4621" h="763" extrusionOk="0">
                  <a:moveTo>
                    <a:pt x="4478" y="0"/>
                  </a:moveTo>
                  <a:lnTo>
                    <a:pt x="4478" y="24"/>
                  </a:lnTo>
                  <a:lnTo>
                    <a:pt x="72" y="24"/>
                  </a:lnTo>
                  <a:lnTo>
                    <a:pt x="1" y="405"/>
                  </a:lnTo>
                  <a:lnTo>
                    <a:pt x="72" y="762"/>
                  </a:lnTo>
                  <a:lnTo>
                    <a:pt x="4478" y="762"/>
                  </a:lnTo>
                  <a:cubicBezTo>
                    <a:pt x="4549" y="762"/>
                    <a:pt x="4621" y="715"/>
                    <a:pt x="4621" y="620"/>
                  </a:cubicBezTo>
                  <a:lnTo>
                    <a:pt x="4621" y="48"/>
                  </a:lnTo>
                  <a:cubicBezTo>
                    <a:pt x="4621" y="24"/>
                    <a:pt x="4597" y="0"/>
                    <a:pt x="454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9" name="Google Shape;22149;p138"/>
            <p:cNvSpPr/>
            <p:nvPr/>
          </p:nvSpPr>
          <p:spPr>
            <a:xfrm>
              <a:off x="7029336" y="4437961"/>
              <a:ext cx="150963" cy="25578"/>
            </a:xfrm>
            <a:custGeom>
              <a:avLst/>
              <a:gdLst/>
              <a:ahLst/>
              <a:cxnLst/>
              <a:rect l="l" t="t" r="r" b="b"/>
              <a:pathLst>
                <a:path w="4645" h="787" extrusionOk="0">
                  <a:moveTo>
                    <a:pt x="167" y="0"/>
                  </a:moveTo>
                  <a:cubicBezTo>
                    <a:pt x="72" y="0"/>
                    <a:pt x="0" y="72"/>
                    <a:pt x="0" y="143"/>
                  </a:cubicBezTo>
                  <a:lnTo>
                    <a:pt x="0" y="453"/>
                  </a:lnTo>
                  <a:cubicBezTo>
                    <a:pt x="0" y="619"/>
                    <a:pt x="167" y="786"/>
                    <a:pt x="334" y="786"/>
                  </a:cubicBezTo>
                  <a:lnTo>
                    <a:pt x="4525" y="786"/>
                  </a:lnTo>
                  <a:lnTo>
                    <a:pt x="4644" y="381"/>
                  </a:lnTo>
                  <a:lnTo>
                    <a:pt x="4573"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0" name="Google Shape;22150;p138"/>
            <p:cNvSpPr/>
            <p:nvPr/>
          </p:nvSpPr>
          <p:spPr>
            <a:xfrm>
              <a:off x="7355961" y="4437961"/>
              <a:ext cx="31752" cy="25578"/>
            </a:xfrm>
            <a:custGeom>
              <a:avLst/>
              <a:gdLst/>
              <a:ahLst/>
              <a:cxnLst/>
              <a:rect l="l" t="t" r="r" b="b"/>
              <a:pathLst>
                <a:path w="977" h="787" extrusionOk="0">
                  <a:moveTo>
                    <a:pt x="167" y="0"/>
                  </a:moveTo>
                  <a:cubicBezTo>
                    <a:pt x="262" y="0"/>
                    <a:pt x="310" y="72"/>
                    <a:pt x="310" y="143"/>
                  </a:cubicBezTo>
                  <a:lnTo>
                    <a:pt x="310" y="453"/>
                  </a:lnTo>
                  <a:cubicBezTo>
                    <a:pt x="310" y="619"/>
                    <a:pt x="167" y="786"/>
                    <a:pt x="0" y="786"/>
                  </a:cubicBezTo>
                  <a:lnTo>
                    <a:pt x="643" y="786"/>
                  </a:lnTo>
                  <a:cubicBezTo>
                    <a:pt x="834" y="786"/>
                    <a:pt x="977" y="619"/>
                    <a:pt x="977" y="453"/>
                  </a:cubicBezTo>
                  <a:lnTo>
                    <a:pt x="977" y="143"/>
                  </a:lnTo>
                  <a:cubicBezTo>
                    <a:pt x="977" y="72"/>
                    <a:pt x="905" y="0"/>
                    <a:pt x="834" y="0"/>
                  </a:cubicBezTo>
                  <a:close/>
                </a:path>
              </a:pathLst>
            </a:custGeom>
            <a:solidFill>
              <a:srgbClr val="A0A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1" name="Google Shape;22151;p138"/>
            <p:cNvSpPr/>
            <p:nvPr/>
          </p:nvSpPr>
          <p:spPr>
            <a:xfrm>
              <a:off x="7177926" y="4437961"/>
              <a:ext cx="62725" cy="24018"/>
            </a:xfrm>
            <a:custGeom>
              <a:avLst/>
              <a:gdLst/>
              <a:ahLst/>
              <a:cxnLst/>
              <a:rect l="l" t="t" r="r" b="b"/>
              <a:pathLst>
                <a:path w="1930" h="739" extrusionOk="0">
                  <a:moveTo>
                    <a:pt x="1" y="0"/>
                  </a:moveTo>
                  <a:lnTo>
                    <a:pt x="1" y="738"/>
                  </a:lnTo>
                  <a:lnTo>
                    <a:pt x="1930" y="738"/>
                  </a:lnTo>
                  <a:lnTo>
                    <a:pt x="19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2" name="Google Shape;22152;p138"/>
            <p:cNvSpPr/>
            <p:nvPr/>
          </p:nvSpPr>
          <p:spPr>
            <a:xfrm>
              <a:off x="7218941" y="4437961"/>
              <a:ext cx="21710" cy="24018"/>
            </a:xfrm>
            <a:custGeom>
              <a:avLst/>
              <a:gdLst/>
              <a:ahLst/>
              <a:cxnLst/>
              <a:rect l="l" t="t" r="r" b="b"/>
              <a:pathLst>
                <a:path w="668" h="739" extrusionOk="0">
                  <a:moveTo>
                    <a:pt x="1" y="0"/>
                  </a:moveTo>
                  <a:lnTo>
                    <a:pt x="1" y="738"/>
                  </a:lnTo>
                  <a:lnTo>
                    <a:pt x="668" y="738"/>
                  </a:lnTo>
                  <a:lnTo>
                    <a:pt x="668"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53" name="Google Shape;22153;p138"/>
          <p:cNvGrpSpPr/>
          <p:nvPr/>
        </p:nvGrpSpPr>
        <p:grpSpPr>
          <a:xfrm>
            <a:off x="7818793" y="3995303"/>
            <a:ext cx="280215" cy="357597"/>
            <a:chOff x="7818793" y="4147703"/>
            <a:chExt cx="280215" cy="357597"/>
          </a:xfrm>
        </p:grpSpPr>
        <p:sp>
          <p:nvSpPr>
            <p:cNvPr id="22154" name="Google Shape;22154;p138"/>
            <p:cNvSpPr/>
            <p:nvPr/>
          </p:nvSpPr>
          <p:spPr>
            <a:xfrm>
              <a:off x="7864456" y="4421711"/>
              <a:ext cx="10855" cy="56225"/>
            </a:xfrm>
            <a:custGeom>
              <a:avLst/>
              <a:gdLst/>
              <a:ahLst/>
              <a:cxnLst/>
              <a:rect l="l" t="t" r="r" b="b"/>
              <a:pathLst>
                <a:path w="334" h="1730" extrusionOk="0">
                  <a:moveTo>
                    <a:pt x="143" y="0"/>
                  </a:moveTo>
                  <a:cubicBezTo>
                    <a:pt x="72" y="24"/>
                    <a:pt x="0" y="71"/>
                    <a:pt x="0" y="167"/>
                  </a:cubicBezTo>
                  <a:lnTo>
                    <a:pt x="0" y="1596"/>
                  </a:lnTo>
                  <a:cubicBezTo>
                    <a:pt x="0" y="1670"/>
                    <a:pt x="44" y="1730"/>
                    <a:pt x="97" y="1730"/>
                  </a:cubicBezTo>
                  <a:cubicBezTo>
                    <a:pt x="112" y="1730"/>
                    <a:pt x="127" y="1725"/>
                    <a:pt x="143" y="1715"/>
                  </a:cubicBezTo>
                  <a:cubicBezTo>
                    <a:pt x="161" y="1723"/>
                    <a:pt x="178" y="1727"/>
                    <a:pt x="195" y="1727"/>
                  </a:cubicBezTo>
                  <a:cubicBezTo>
                    <a:pt x="270" y="1727"/>
                    <a:pt x="334" y="1650"/>
                    <a:pt x="334" y="1572"/>
                  </a:cubicBezTo>
                  <a:lnTo>
                    <a:pt x="334" y="143"/>
                  </a:lnTo>
                  <a:cubicBezTo>
                    <a:pt x="334" y="48"/>
                    <a:pt x="238" y="0"/>
                    <a:pt x="143" y="0"/>
                  </a:cubicBez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5" name="Google Shape;22155;p138"/>
            <p:cNvSpPr/>
            <p:nvPr/>
          </p:nvSpPr>
          <p:spPr>
            <a:xfrm>
              <a:off x="7818793" y="4147703"/>
              <a:ext cx="278655" cy="278655"/>
            </a:xfrm>
            <a:custGeom>
              <a:avLst/>
              <a:gdLst/>
              <a:ahLst/>
              <a:cxnLst/>
              <a:rect l="l" t="t" r="r" b="b"/>
              <a:pathLst>
                <a:path w="8574" h="8574" extrusionOk="0">
                  <a:moveTo>
                    <a:pt x="4287" y="1"/>
                  </a:moveTo>
                  <a:cubicBezTo>
                    <a:pt x="1929" y="1"/>
                    <a:pt x="0" y="1930"/>
                    <a:pt x="0" y="4287"/>
                  </a:cubicBezTo>
                  <a:cubicBezTo>
                    <a:pt x="0" y="6645"/>
                    <a:pt x="1929" y="8574"/>
                    <a:pt x="4287" y="8574"/>
                  </a:cubicBezTo>
                  <a:cubicBezTo>
                    <a:pt x="6668" y="8574"/>
                    <a:pt x="8573" y="6645"/>
                    <a:pt x="8573" y="4287"/>
                  </a:cubicBezTo>
                  <a:cubicBezTo>
                    <a:pt x="8573" y="1930"/>
                    <a:pt x="6668" y="1"/>
                    <a:pt x="4287" y="1"/>
                  </a:cubicBezTo>
                  <a:close/>
                </a:path>
              </a:pathLst>
            </a:custGeom>
            <a:solidFill>
              <a:srgbClr val="B8C3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6" name="Google Shape;22156;p138"/>
            <p:cNvSpPr/>
            <p:nvPr/>
          </p:nvSpPr>
          <p:spPr>
            <a:xfrm>
              <a:off x="7948046" y="4147703"/>
              <a:ext cx="150963" cy="278655"/>
            </a:xfrm>
            <a:custGeom>
              <a:avLst/>
              <a:gdLst/>
              <a:ahLst/>
              <a:cxnLst/>
              <a:rect l="l" t="t" r="r" b="b"/>
              <a:pathLst>
                <a:path w="4645" h="8574" extrusionOk="0">
                  <a:moveTo>
                    <a:pt x="0" y="1"/>
                  </a:moveTo>
                  <a:cubicBezTo>
                    <a:pt x="2215" y="191"/>
                    <a:pt x="3953" y="2025"/>
                    <a:pt x="3953" y="4287"/>
                  </a:cubicBezTo>
                  <a:cubicBezTo>
                    <a:pt x="3953" y="6550"/>
                    <a:pt x="2191" y="8407"/>
                    <a:pt x="0" y="8574"/>
                  </a:cubicBezTo>
                  <a:lnTo>
                    <a:pt x="310" y="8574"/>
                  </a:lnTo>
                  <a:cubicBezTo>
                    <a:pt x="2691" y="8574"/>
                    <a:pt x="4596" y="6645"/>
                    <a:pt x="4596" y="4287"/>
                  </a:cubicBezTo>
                  <a:cubicBezTo>
                    <a:pt x="4644" y="1906"/>
                    <a:pt x="2691" y="1"/>
                    <a:pt x="31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7" name="Google Shape;22157;p138"/>
            <p:cNvSpPr/>
            <p:nvPr/>
          </p:nvSpPr>
          <p:spPr>
            <a:xfrm>
              <a:off x="7894648" y="4147703"/>
              <a:ext cx="127725" cy="278655"/>
            </a:xfrm>
            <a:custGeom>
              <a:avLst/>
              <a:gdLst/>
              <a:ahLst/>
              <a:cxnLst/>
              <a:rect l="l" t="t" r="r" b="b"/>
              <a:pathLst>
                <a:path w="3930" h="8574" extrusionOk="0">
                  <a:moveTo>
                    <a:pt x="1953" y="1"/>
                  </a:moveTo>
                  <a:cubicBezTo>
                    <a:pt x="881" y="1"/>
                    <a:pt x="0" y="1930"/>
                    <a:pt x="0" y="4287"/>
                  </a:cubicBezTo>
                  <a:cubicBezTo>
                    <a:pt x="0" y="6645"/>
                    <a:pt x="881" y="8574"/>
                    <a:pt x="1953" y="8574"/>
                  </a:cubicBezTo>
                  <a:cubicBezTo>
                    <a:pt x="3048" y="8574"/>
                    <a:pt x="3929" y="6645"/>
                    <a:pt x="3929" y="4287"/>
                  </a:cubicBezTo>
                  <a:cubicBezTo>
                    <a:pt x="3929" y="1930"/>
                    <a:pt x="3048" y="1"/>
                    <a:pt x="1953" y="1"/>
                  </a:cubicBezTo>
                  <a:close/>
                </a:path>
              </a:pathLst>
            </a:custGeom>
            <a:solidFill>
              <a:srgbClr val="E1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8" name="Google Shape;22158;p138"/>
            <p:cNvSpPr/>
            <p:nvPr/>
          </p:nvSpPr>
          <p:spPr>
            <a:xfrm>
              <a:off x="7948046" y="4147703"/>
              <a:ext cx="74327" cy="278655"/>
            </a:xfrm>
            <a:custGeom>
              <a:avLst/>
              <a:gdLst/>
              <a:ahLst/>
              <a:cxnLst/>
              <a:rect l="l" t="t" r="r" b="b"/>
              <a:pathLst>
                <a:path w="2287" h="8574" extrusionOk="0">
                  <a:moveTo>
                    <a:pt x="310" y="1"/>
                  </a:moveTo>
                  <a:cubicBezTo>
                    <a:pt x="191" y="1"/>
                    <a:pt x="72" y="25"/>
                    <a:pt x="0" y="72"/>
                  </a:cubicBezTo>
                  <a:cubicBezTo>
                    <a:pt x="905" y="429"/>
                    <a:pt x="1620" y="2168"/>
                    <a:pt x="1620" y="4287"/>
                  </a:cubicBezTo>
                  <a:cubicBezTo>
                    <a:pt x="1620" y="6407"/>
                    <a:pt x="905" y="8193"/>
                    <a:pt x="0" y="8502"/>
                  </a:cubicBezTo>
                  <a:cubicBezTo>
                    <a:pt x="119" y="8550"/>
                    <a:pt x="191" y="8574"/>
                    <a:pt x="310" y="8574"/>
                  </a:cubicBezTo>
                  <a:cubicBezTo>
                    <a:pt x="1381" y="8574"/>
                    <a:pt x="2286" y="6645"/>
                    <a:pt x="2286" y="4287"/>
                  </a:cubicBezTo>
                  <a:cubicBezTo>
                    <a:pt x="2286" y="1930"/>
                    <a:pt x="1429" y="1"/>
                    <a:pt x="310" y="1"/>
                  </a:cubicBezTo>
                  <a:close/>
                </a:path>
              </a:pathLst>
            </a:custGeom>
            <a:solidFill>
              <a:srgbClr val="D6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9" name="Google Shape;22159;p138"/>
            <p:cNvSpPr/>
            <p:nvPr/>
          </p:nvSpPr>
          <p:spPr>
            <a:xfrm>
              <a:off x="7857468" y="4469681"/>
              <a:ext cx="23270" cy="23238"/>
            </a:xfrm>
            <a:custGeom>
              <a:avLst/>
              <a:gdLst/>
              <a:ahLst/>
              <a:cxnLst/>
              <a:rect l="l" t="t" r="r" b="b"/>
              <a:pathLst>
                <a:path w="716" h="715" extrusionOk="0">
                  <a:moveTo>
                    <a:pt x="358" y="1"/>
                  </a:moveTo>
                  <a:cubicBezTo>
                    <a:pt x="144" y="1"/>
                    <a:pt x="1" y="191"/>
                    <a:pt x="1" y="358"/>
                  </a:cubicBezTo>
                  <a:cubicBezTo>
                    <a:pt x="1" y="572"/>
                    <a:pt x="191" y="715"/>
                    <a:pt x="358" y="715"/>
                  </a:cubicBezTo>
                  <a:cubicBezTo>
                    <a:pt x="572" y="715"/>
                    <a:pt x="715" y="572"/>
                    <a:pt x="715" y="358"/>
                  </a:cubicBezTo>
                  <a:cubicBezTo>
                    <a:pt x="715" y="167"/>
                    <a:pt x="549" y="1"/>
                    <a:pt x="35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0" name="Google Shape;22160;p138"/>
            <p:cNvSpPr/>
            <p:nvPr/>
          </p:nvSpPr>
          <p:spPr>
            <a:xfrm>
              <a:off x="7896176" y="4430973"/>
              <a:ext cx="125418" cy="73580"/>
            </a:xfrm>
            <a:custGeom>
              <a:avLst/>
              <a:gdLst/>
              <a:ahLst/>
              <a:cxnLst/>
              <a:rect l="l" t="t" r="r" b="b"/>
              <a:pathLst>
                <a:path w="3859" h="2264" extrusionOk="0">
                  <a:moveTo>
                    <a:pt x="1" y="1"/>
                  </a:moveTo>
                  <a:lnTo>
                    <a:pt x="1" y="1739"/>
                  </a:lnTo>
                  <a:cubicBezTo>
                    <a:pt x="1" y="1763"/>
                    <a:pt x="48" y="1787"/>
                    <a:pt x="72" y="1835"/>
                  </a:cubicBezTo>
                  <a:lnTo>
                    <a:pt x="405" y="1977"/>
                  </a:lnTo>
                  <a:cubicBezTo>
                    <a:pt x="894" y="2168"/>
                    <a:pt x="1412" y="2263"/>
                    <a:pt x="1930" y="2263"/>
                  </a:cubicBezTo>
                  <a:cubicBezTo>
                    <a:pt x="2448" y="2263"/>
                    <a:pt x="2966" y="2168"/>
                    <a:pt x="3454" y="1977"/>
                  </a:cubicBezTo>
                  <a:lnTo>
                    <a:pt x="3787" y="1835"/>
                  </a:lnTo>
                  <a:cubicBezTo>
                    <a:pt x="3811" y="1835"/>
                    <a:pt x="3859" y="1763"/>
                    <a:pt x="3859" y="1739"/>
                  </a:cubicBezTo>
                  <a:lnTo>
                    <a:pt x="3859" y="1"/>
                  </a:lnTo>
                  <a:close/>
                </a:path>
              </a:pathLst>
            </a:custGeom>
            <a:solidFill>
              <a:srgbClr val="9CA7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1" name="Google Shape;22161;p138"/>
            <p:cNvSpPr/>
            <p:nvPr/>
          </p:nvSpPr>
          <p:spPr>
            <a:xfrm>
              <a:off x="7948046" y="4430973"/>
              <a:ext cx="73548" cy="74328"/>
            </a:xfrm>
            <a:custGeom>
              <a:avLst/>
              <a:gdLst/>
              <a:ahLst/>
              <a:cxnLst/>
              <a:rect l="l" t="t" r="r" b="b"/>
              <a:pathLst>
                <a:path w="2263" h="2287" extrusionOk="0">
                  <a:moveTo>
                    <a:pt x="1572" y="1"/>
                  </a:moveTo>
                  <a:lnTo>
                    <a:pt x="1572" y="1382"/>
                  </a:lnTo>
                  <a:cubicBezTo>
                    <a:pt x="1572" y="1644"/>
                    <a:pt x="1429" y="1858"/>
                    <a:pt x="1191" y="1977"/>
                  </a:cubicBezTo>
                  <a:cubicBezTo>
                    <a:pt x="786" y="2120"/>
                    <a:pt x="381" y="2216"/>
                    <a:pt x="0" y="2263"/>
                  </a:cubicBezTo>
                  <a:cubicBezTo>
                    <a:pt x="133" y="2278"/>
                    <a:pt x="267" y="2286"/>
                    <a:pt x="401" y="2286"/>
                  </a:cubicBezTo>
                  <a:cubicBezTo>
                    <a:pt x="893" y="2286"/>
                    <a:pt x="1390" y="2183"/>
                    <a:pt x="1858" y="1977"/>
                  </a:cubicBezTo>
                  <a:lnTo>
                    <a:pt x="2191" y="1835"/>
                  </a:lnTo>
                  <a:cubicBezTo>
                    <a:pt x="2215" y="1787"/>
                    <a:pt x="2263" y="1763"/>
                    <a:pt x="2263" y="1739"/>
                  </a:cubicBezTo>
                  <a:lnTo>
                    <a:pt x="2263" y="1"/>
                  </a:lnTo>
                  <a:close/>
                </a:path>
              </a:pathLst>
            </a:custGeom>
            <a:solidFill>
              <a:srgbClr val="8B98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2" name="Google Shape;22162;p138"/>
            <p:cNvSpPr/>
            <p:nvPr/>
          </p:nvSpPr>
          <p:spPr>
            <a:xfrm>
              <a:off x="7855161" y="4376796"/>
              <a:ext cx="206668" cy="96395"/>
            </a:xfrm>
            <a:custGeom>
              <a:avLst/>
              <a:gdLst/>
              <a:ahLst/>
              <a:cxnLst/>
              <a:rect l="l" t="t" r="r" b="b"/>
              <a:pathLst>
                <a:path w="6359" h="2966" extrusionOk="0">
                  <a:moveTo>
                    <a:pt x="3189" y="1"/>
                  </a:moveTo>
                  <a:cubicBezTo>
                    <a:pt x="3096" y="1"/>
                    <a:pt x="3001" y="25"/>
                    <a:pt x="2906" y="72"/>
                  </a:cubicBezTo>
                  <a:lnTo>
                    <a:pt x="120" y="1311"/>
                  </a:lnTo>
                  <a:cubicBezTo>
                    <a:pt x="0" y="1382"/>
                    <a:pt x="0" y="1549"/>
                    <a:pt x="120" y="1620"/>
                  </a:cubicBezTo>
                  <a:lnTo>
                    <a:pt x="2930" y="2930"/>
                  </a:lnTo>
                  <a:cubicBezTo>
                    <a:pt x="3013" y="2954"/>
                    <a:pt x="3096" y="2966"/>
                    <a:pt x="3177" y="2966"/>
                  </a:cubicBezTo>
                  <a:cubicBezTo>
                    <a:pt x="3257" y="2966"/>
                    <a:pt x="3335" y="2954"/>
                    <a:pt x="3406" y="2930"/>
                  </a:cubicBezTo>
                  <a:lnTo>
                    <a:pt x="6240" y="1620"/>
                  </a:lnTo>
                  <a:cubicBezTo>
                    <a:pt x="6359" y="1549"/>
                    <a:pt x="6359" y="1382"/>
                    <a:pt x="6240" y="1311"/>
                  </a:cubicBezTo>
                  <a:lnTo>
                    <a:pt x="3454" y="72"/>
                  </a:lnTo>
                  <a:cubicBezTo>
                    <a:pt x="3370" y="25"/>
                    <a:pt x="3281" y="1"/>
                    <a:pt x="3189" y="1"/>
                  </a:cubicBezTo>
                  <a:close/>
                </a:path>
              </a:pathLst>
            </a:custGeom>
            <a:solidFill>
              <a:srgbClr val="BD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3" name="Google Shape;22163;p138"/>
            <p:cNvSpPr/>
            <p:nvPr/>
          </p:nvSpPr>
          <p:spPr>
            <a:xfrm>
              <a:off x="7933323" y="4413196"/>
              <a:ext cx="129285" cy="60775"/>
            </a:xfrm>
            <a:custGeom>
              <a:avLst/>
              <a:gdLst/>
              <a:ahLst/>
              <a:cxnLst/>
              <a:rect l="l" t="t" r="r" b="b"/>
              <a:pathLst>
                <a:path w="3978" h="1870" extrusionOk="0">
                  <a:moveTo>
                    <a:pt x="1" y="1572"/>
                  </a:moveTo>
                  <a:cubicBezTo>
                    <a:pt x="5" y="1574"/>
                    <a:pt x="9" y="1576"/>
                    <a:pt x="13" y="1578"/>
                  </a:cubicBezTo>
                  <a:lnTo>
                    <a:pt x="13" y="1578"/>
                  </a:lnTo>
                  <a:lnTo>
                    <a:pt x="1" y="1572"/>
                  </a:lnTo>
                  <a:close/>
                  <a:moveTo>
                    <a:pt x="3359" y="0"/>
                  </a:moveTo>
                  <a:lnTo>
                    <a:pt x="3359" y="0"/>
                  </a:lnTo>
                  <a:cubicBezTo>
                    <a:pt x="3430" y="72"/>
                    <a:pt x="3430" y="191"/>
                    <a:pt x="3287" y="262"/>
                  </a:cubicBezTo>
                  <a:lnTo>
                    <a:pt x="477" y="1572"/>
                  </a:lnTo>
                  <a:cubicBezTo>
                    <a:pt x="386" y="1598"/>
                    <a:pt x="294" y="1617"/>
                    <a:pt x="207" y="1617"/>
                  </a:cubicBezTo>
                  <a:cubicBezTo>
                    <a:pt x="139" y="1617"/>
                    <a:pt x="74" y="1606"/>
                    <a:pt x="13" y="1578"/>
                  </a:cubicBezTo>
                  <a:lnTo>
                    <a:pt x="13" y="1578"/>
                  </a:lnTo>
                  <a:lnTo>
                    <a:pt x="548" y="1834"/>
                  </a:lnTo>
                  <a:cubicBezTo>
                    <a:pt x="632" y="1858"/>
                    <a:pt x="715" y="1870"/>
                    <a:pt x="796" y="1870"/>
                  </a:cubicBezTo>
                  <a:cubicBezTo>
                    <a:pt x="876" y="1870"/>
                    <a:pt x="953" y="1858"/>
                    <a:pt x="1025" y="1834"/>
                  </a:cubicBezTo>
                  <a:lnTo>
                    <a:pt x="3859" y="524"/>
                  </a:lnTo>
                  <a:cubicBezTo>
                    <a:pt x="3954" y="476"/>
                    <a:pt x="3978" y="286"/>
                    <a:pt x="3859" y="238"/>
                  </a:cubicBezTo>
                  <a:lnTo>
                    <a:pt x="3359" y="0"/>
                  </a:lnTo>
                  <a:close/>
                </a:path>
              </a:pathLst>
            </a:custGeom>
            <a:solidFill>
              <a:srgbClr val="AF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164" name="Google Shape;22164;p138"/>
          <p:cNvSpPr txBox="1"/>
          <p:nvPr/>
        </p:nvSpPr>
        <p:spPr>
          <a:xfrm>
            <a:off x="1048350" y="11586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rgbClr val="FFFFFF"/>
                </a:solidFill>
              </a:rPr>
              <a:t>Online Learning</a:t>
            </a:r>
            <a:endParaRPr sz="1600">
              <a:solidFill>
                <a:srgbClr val="FFFFFF"/>
              </a:solidFill>
            </a:endParaRPr>
          </a:p>
        </p:txBody>
      </p:sp>
      <p:sp>
        <p:nvSpPr>
          <p:cNvPr id="22165" name="Google Shape;22165;p138"/>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Premium Icons</a:t>
            </a:r>
            <a:endParaRPr sz="2400">
              <a:solidFill>
                <a:srgbClr val="FFFFFF"/>
              </a:solidFil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2169"/>
        <p:cNvGrpSpPr/>
        <p:nvPr/>
      </p:nvGrpSpPr>
      <p:grpSpPr>
        <a:xfrm>
          <a:off x="0" y="0"/>
          <a:ext cx="0" cy="0"/>
          <a:chOff x="0" y="0"/>
          <a:chExt cx="0" cy="0"/>
        </a:xfrm>
      </p:grpSpPr>
      <p:grpSp>
        <p:nvGrpSpPr>
          <p:cNvPr id="22170" name="Google Shape;22170;p139"/>
          <p:cNvGrpSpPr/>
          <p:nvPr/>
        </p:nvGrpSpPr>
        <p:grpSpPr>
          <a:xfrm>
            <a:off x="1030966" y="1769664"/>
            <a:ext cx="298300" cy="343810"/>
            <a:chOff x="1030966" y="1922064"/>
            <a:chExt cx="298300" cy="343810"/>
          </a:xfrm>
        </p:grpSpPr>
        <p:sp>
          <p:nvSpPr>
            <p:cNvPr id="22171" name="Google Shape;22171;p139"/>
            <p:cNvSpPr/>
            <p:nvPr/>
          </p:nvSpPr>
          <p:spPr>
            <a:xfrm>
              <a:off x="1219998" y="2015621"/>
              <a:ext cx="109268" cy="191374"/>
            </a:xfrm>
            <a:custGeom>
              <a:avLst/>
              <a:gdLst/>
              <a:ahLst/>
              <a:cxnLst/>
              <a:rect l="l" t="t" r="r" b="b"/>
              <a:pathLst>
                <a:path w="3359" h="5883" extrusionOk="0">
                  <a:moveTo>
                    <a:pt x="1596" y="0"/>
                  </a:moveTo>
                  <a:lnTo>
                    <a:pt x="286" y="1310"/>
                  </a:lnTo>
                  <a:cubicBezTo>
                    <a:pt x="1429" y="2262"/>
                    <a:pt x="1334" y="4049"/>
                    <a:pt x="24" y="4834"/>
                  </a:cubicBezTo>
                  <a:lnTo>
                    <a:pt x="0" y="4858"/>
                  </a:lnTo>
                  <a:cubicBezTo>
                    <a:pt x="477" y="5073"/>
                    <a:pt x="858" y="5430"/>
                    <a:pt x="1096" y="5882"/>
                  </a:cubicBezTo>
                  <a:lnTo>
                    <a:pt x="1715" y="5882"/>
                  </a:lnTo>
                  <a:cubicBezTo>
                    <a:pt x="3358" y="4263"/>
                    <a:pt x="3311" y="1596"/>
                    <a:pt x="1596"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2" name="Google Shape;22172;p139"/>
            <p:cNvSpPr/>
            <p:nvPr/>
          </p:nvSpPr>
          <p:spPr>
            <a:xfrm>
              <a:off x="1055006" y="2139560"/>
              <a:ext cx="92971" cy="68215"/>
            </a:xfrm>
            <a:custGeom>
              <a:avLst/>
              <a:gdLst/>
              <a:ahLst/>
              <a:cxnLst/>
              <a:rect l="l" t="t" r="r" b="b"/>
              <a:pathLst>
                <a:path w="2858" h="2097" extrusionOk="0">
                  <a:moveTo>
                    <a:pt x="0" y="0"/>
                  </a:moveTo>
                  <a:cubicBezTo>
                    <a:pt x="191" y="810"/>
                    <a:pt x="572" y="1525"/>
                    <a:pt x="1143" y="2096"/>
                  </a:cubicBezTo>
                  <a:lnTo>
                    <a:pt x="1762" y="2096"/>
                  </a:lnTo>
                  <a:cubicBezTo>
                    <a:pt x="2000" y="1644"/>
                    <a:pt x="2381" y="1286"/>
                    <a:pt x="2858" y="1072"/>
                  </a:cubicBezTo>
                  <a:cubicBezTo>
                    <a:pt x="2453" y="810"/>
                    <a:pt x="2143" y="453"/>
                    <a:pt x="1977"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3" name="Google Shape;22173;p139"/>
            <p:cNvSpPr/>
            <p:nvPr/>
          </p:nvSpPr>
          <p:spPr>
            <a:xfrm>
              <a:off x="1109233" y="2163860"/>
              <a:ext cx="149540" cy="43915"/>
            </a:xfrm>
            <a:custGeom>
              <a:avLst/>
              <a:gdLst/>
              <a:ahLst/>
              <a:cxnLst/>
              <a:rect l="l" t="t" r="r" b="b"/>
              <a:pathLst>
                <a:path w="4597" h="1350" extrusionOk="0">
                  <a:moveTo>
                    <a:pt x="2280" y="1"/>
                  </a:moveTo>
                  <a:cubicBezTo>
                    <a:pt x="1345" y="1"/>
                    <a:pt x="415" y="447"/>
                    <a:pt x="0" y="1349"/>
                  </a:cubicBezTo>
                  <a:lnTo>
                    <a:pt x="4596" y="1349"/>
                  </a:lnTo>
                  <a:cubicBezTo>
                    <a:pt x="4166" y="453"/>
                    <a:pt x="3221" y="1"/>
                    <a:pt x="2280"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4" name="Google Shape;22174;p139"/>
            <p:cNvSpPr/>
            <p:nvPr/>
          </p:nvSpPr>
          <p:spPr>
            <a:xfrm>
              <a:off x="1183597" y="2164348"/>
              <a:ext cx="75177" cy="43428"/>
            </a:xfrm>
            <a:custGeom>
              <a:avLst/>
              <a:gdLst/>
              <a:ahLst/>
              <a:cxnLst/>
              <a:rect l="l" t="t" r="r" b="b"/>
              <a:pathLst>
                <a:path w="2311" h="1335" extrusionOk="0">
                  <a:moveTo>
                    <a:pt x="0" y="0"/>
                  </a:moveTo>
                  <a:lnTo>
                    <a:pt x="0" y="1334"/>
                  </a:lnTo>
                  <a:lnTo>
                    <a:pt x="2310" y="1334"/>
                  </a:lnTo>
                  <a:cubicBezTo>
                    <a:pt x="1953" y="548"/>
                    <a:pt x="1072" y="0"/>
                    <a:pt x="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5" name="Google Shape;22175;p139"/>
            <p:cNvSpPr/>
            <p:nvPr/>
          </p:nvSpPr>
          <p:spPr>
            <a:xfrm>
              <a:off x="1030966" y="2123295"/>
              <a:ext cx="108488" cy="20169"/>
            </a:xfrm>
            <a:custGeom>
              <a:avLst/>
              <a:gdLst/>
              <a:ahLst/>
              <a:cxnLst/>
              <a:rect l="l" t="t" r="r" b="b"/>
              <a:pathLst>
                <a:path w="3335" h="620" extrusionOk="0">
                  <a:moveTo>
                    <a:pt x="334" y="0"/>
                  </a:moveTo>
                  <a:cubicBezTo>
                    <a:pt x="144" y="0"/>
                    <a:pt x="1" y="143"/>
                    <a:pt x="25" y="357"/>
                  </a:cubicBezTo>
                  <a:cubicBezTo>
                    <a:pt x="48" y="500"/>
                    <a:pt x="191" y="619"/>
                    <a:pt x="358" y="619"/>
                  </a:cubicBezTo>
                  <a:lnTo>
                    <a:pt x="3001" y="619"/>
                  </a:lnTo>
                  <a:cubicBezTo>
                    <a:pt x="3192" y="619"/>
                    <a:pt x="3335" y="453"/>
                    <a:pt x="3311" y="262"/>
                  </a:cubicBezTo>
                  <a:cubicBezTo>
                    <a:pt x="3263" y="119"/>
                    <a:pt x="3120" y="0"/>
                    <a:pt x="2978"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6" name="Google Shape;22176;p139"/>
            <p:cNvSpPr/>
            <p:nvPr/>
          </p:nvSpPr>
          <p:spPr>
            <a:xfrm>
              <a:off x="1229301" y="1922064"/>
              <a:ext cx="70525" cy="68801"/>
            </a:xfrm>
            <a:custGeom>
              <a:avLst/>
              <a:gdLst/>
              <a:ahLst/>
              <a:cxnLst/>
              <a:rect l="l" t="t" r="r" b="b"/>
              <a:pathLst>
                <a:path w="2168" h="2115" extrusionOk="0">
                  <a:moveTo>
                    <a:pt x="965" y="1"/>
                  </a:moveTo>
                  <a:cubicBezTo>
                    <a:pt x="881" y="1"/>
                    <a:pt x="798" y="30"/>
                    <a:pt x="739" y="90"/>
                  </a:cubicBezTo>
                  <a:lnTo>
                    <a:pt x="0" y="804"/>
                  </a:lnTo>
                  <a:lnTo>
                    <a:pt x="1310" y="2114"/>
                  </a:lnTo>
                  <a:lnTo>
                    <a:pt x="2048" y="1376"/>
                  </a:lnTo>
                  <a:cubicBezTo>
                    <a:pt x="2167" y="1281"/>
                    <a:pt x="2167" y="1066"/>
                    <a:pt x="2048" y="947"/>
                  </a:cubicBezTo>
                  <a:lnTo>
                    <a:pt x="1191" y="90"/>
                  </a:lnTo>
                  <a:cubicBezTo>
                    <a:pt x="1131" y="30"/>
                    <a:pt x="1048" y="1"/>
                    <a:pt x="965"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7" name="Google Shape;22177;p139"/>
            <p:cNvSpPr/>
            <p:nvPr/>
          </p:nvSpPr>
          <p:spPr>
            <a:xfrm>
              <a:off x="1250999" y="1938134"/>
              <a:ext cx="48828" cy="53479"/>
            </a:xfrm>
            <a:custGeom>
              <a:avLst/>
              <a:gdLst/>
              <a:ahLst/>
              <a:cxnLst/>
              <a:rect l="l" t="t" r="r" b="b"/>
              <a:pathLst>
                <a:path w="1501" h="1644" extrusionOk="0">
                  <a:moveTo>
                    <a:pt x="953" y="1"/>
                  </a:moveTo>
                  <a:lnTo>
                    <a:pt x="0" y="953"/>
                  </a:lnTo>
                  <a:lnTo>
                    <a:pt x="667" y="1644"/>
                  </a:lnTo>
                  <a:lnTo>
                    <a:pt x="1429" y="906"/>
                  </a:lnTo>
                  <a:cubicBezTo>
                    <a:pt x="1500" y="787"/>
                    <a:pt x="1500" y="572"/>
                    <a:pt x="1381" y="453"/>
                  </a:cubicBezTo>
                  <a:lnTo>
                    <a:pt x="953"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8" name="Google Shape;22178;p139"/>
            <p:cNvSpPr/>
            <p:nvPr/>
          </p:nvSpPr>
          <p:spPr>
            <a:xfrm>
              <a:off x="1107672" y="2042718"/>
              <a:ext cx="70525" cy="70330"/>
            </a:xfrm>
            <a:custGeom>
              <a:avLst/>
              <a:gdLst/>
              <a:ahLst/>
              <a:cxnLst/>
              <a:rect l="l" t="t" r="r" b="b"/>
              <a:pathLst>
                <a:path w="2168" h="2162" extrusionOk="0">
                  <a:moveTo>
                    <a:pt x="858" y="1"/>
                  </a:moveTo>
                  <a:lnTo>
                    <a:pt x="119" y="763"/>
                  </a:lnTo>
                  <a:cubicBezTo>
                    <a:pt x="0" y="882"/>
                    <a:pt x="0" y="1072"/>
                    <a:pt x="119" y="1191"/>
                  </a:cubicBezTo>
                  <a:lnTo>
                    <a:pt x="977" y="2072"/>
                  </a:lnTo>
                  <a:cubicBezTo>
                    <a:pt x="1036" y="2132"/>
                    <a:pt x="1120" y="2162"/>
                    <a:pt x="1203" y="2162"/>
                  </a:cubicBezTo>
                  <a:cubicBezTo>
                    <a:pt x="1286" y="2162"/>
                    <a:pt x="1370" y="2132"/>
                    <a:pt x="1429" y="2072"/>
                  </a:cubicBezTo>
                  <a:lnTo>
                    <a:pt x="2168" y="1310"/>
                  </a:lnTo>
                  <a:lnTo>
                    <a:pt x="858"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9" name="Google Shape;22179;p139"/>
            <p:cNvSpPr/>
            <p:nvPr/>
          </p:nvSpPr>
          <p:spPr>
            <a:xfrm>
              <a:off x="1124717" y="2064416"/>
              <a:ext cx="53479" cy="48632"/>
            </a:xfrm>
            <a:custGeom>
              <a:avLst/>
              <a:gdLst/>
              <a:ahLst/>
              <a:cxnLst/>
              <a:rect l="l" t="t" r="r" b="b"/>
              <a:pathLst>
                <a:path w="1644" h="1495" extrusionOk="0">
                  <a:moveTo>
                    <a:pt x="953" y="0"/>
                  </a:moveTo>
                  <a:lnTo>
                    <a:pt x="0" y="953"/>
                  </a:lnTo>
                  <a:lnTo>
                    <a:pt x="453" y="1405"/>
                  </a:lnTo>
                  <a:cubicBezTo>
                    <a:pt x="512" y="1465"/>
                    <a:pt x="596" y="1495"/>
                    <a:pt x="679" y="1495"/>
                  </a:cubicBezTo>
                  <a:cubicBezTo>
                    <a:pt x="762" y="1495"/>
                    <a:pt x="846" y="1465"/>
                    <a:pt x="905" y="1405"/>
                  </a:cubicBezTo>
                  <a:lnTo>
                    <a:pt x="1644" y="643"/>
                  </a:lnTo>
                  <a:lnTo>
                    <a:pt x="953"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0" name="Google Shape;22180;p139"/>
            <p:cNvSpPr/>
            <p:nvPr/>
          </p:nvSpPr>
          <p:spPr>
            <a:xfrm>
              <a:off x="1053444" y="2204620"/>
              <a:ext cx="261086" cy="61254"/>
            </a:xfrm>
            <a:custGeom>
              <a:avLst/>
              <a:gdLst/>
              <a:ahLst/>
              <a:cxnLst/>
              <a:rect l="l" t="t" r="r" b="b"/>
              <a:pathLst>
                <a:path w="8026" h="1883" extrusionOk="0">
                  <a:moveTo>
                    <a:pt x="286" y="1"/>
                  </a:moveTo>
                  <a:cubicBezTo>
                    <a:pt x="143" y="1"/>
                    <a:pt x="0" y="120"/>
                    <a:pt x="0" y="310"/>
                  </a:cubicBezTo>
                  <a:lnTo>
                    <a:pt x="0" y="1573"/>
                  </a:lnTo>
                  <a:cubicBezTo>
                    <a:pt x="0" y="1739"/>
                    <a:pt x="119" y="1882"/>
                    <a:pt x="286" y="1882"/>
                  </a:cubicBezTo>
                  <a:lnTo>
                    <a:pt x="7740" y="1882"/>
                  </a:lnTo>
                  <a:cubicBezTo>
                    <a:pt x="7883" y="1882"/>
                    <a:pt x="8026" y="1739"/>
                    <a:pt x="8026" y="1573"/>
                  </a:cubicBezTo>
                  <a:lnTo>
                    <a:pt x="8026" y="310"/>
                  </a:lnTo>
                  <a:cubicBezTo>
                    <a:pt x="8026" y="144"/>
                    <a:pt x="7907" y="1"/>
                    <a:pt x="7740"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1" name="Google Shape;22181;p139"/>
            <p:cNvSpPr/>
            <p:nvPr/>
          </p:nvSpPr>
          <p:spPr>
            <a:xfrm>
              <a:off x="1183597" y="2203839"/>
              <a:ext cx="130933" cy="62035"/>
            </a:xfrm>
            <a:custGeom>
              <a:avLst/>
              <a:gdLst/>
              <a:ahLst/>
              <a:cxnLst/>
              <a:rect l="l" t="t" r="r" b="b"/>
              <a:pathLst>
                <a:path w="4025" h="1907" extrusionOk="0">
                  <a:moveTo>
                    <a:pt x="0" y="1"/>
                  </a:moveTo>
                  <a:lnTo>
                    <a:pt x="0" y="1906"/>
                  </a:lnTo>
                  <a:lnTo>
                    <a:pt x="3739" y="1906"/>
                  </a:lnTo>
                  <a:cubicBezTo>
                    <a:pt x="3906" y="1906"/>
                    <a:pt x="4025" y="1763"/>
                    <a:pt x="4025" y="1597"/>
                  </a:cubicBezTo>
                  <a:lnTo>
                    <a:pt x="4025" y="334"/>
                  </a:lnTo>
                  <a:cubicBezTo>
                    <a:pt x="4025" y="144"/>
                    <a:pt x="3882" y="1"/>
                    <a:pt x="373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2" name="Google Shape;22182;p139"/>
            <p:cNvSpPr/>
            <p:nvPr/>
          </p:nvSpPr>
          <p:spPr>
            <a:xfrm>
              <a:off x="1121627" y="1935239"/>
              <a:ext cx="165025" cy="163105"/>
            </a:xfrm>
            <a:custGeom>
              <a:avLst/>
              <a:gdLst/>
              <a:ahLst/>
              <a:cxnLst/>
              <a:rect l="l" t="t" r="r" b="b"/>
              <a:pathLst>
                <a:path w="5073" h="5014" extrusionOk="0">
                  <a:moveTo>
                    <a:pt x="2965" y="0"/>
                  </a:moveTo>
                  <a:cubicBezTo>
                    <a:pt x="2882" y="0"/>
                    <a:pt x="2798" y="30"/>
                    <a:pt x="2739" y="90"/>
                  </a:cubicBezTo>
                  <a:lnTo>
                    <a:pt x="119" y="2709"/>
                  </a:lnTo>
                  <a:cubicBezTo>
                    <a:pt x="0" y="2828"/>
                    <a:pt x="0" y="3043"/>
                    <a:pt x="119" y="3162"/>
                  </a:cubicBezTo>
                  <a:lnTo>
                    <a:pt x="1881" y="4924"/>
                  </a:lnTo>
                  <a:cubicBezTo>
                    <a:pt x="1941" y="4984"/>
                    <a:pt x="2012" y="5013"/>
                    <a:pt x="2090" y="5013"/>
                  </a:cubicBezTo>
                  <a:cubicBezTo>
                    <a:pt x="2167" y="5013"/>
                    <a:pt x="2251" y="4984"/>
                    <a:pt x="2334" y="4924"/>
                  </a:cubicBezTo>
                  <a:lnTo>
                    <a:pt x="4953" y="2304"/>
                  </a:lnTo>
                  <a:cubicBezTo>
                    <a:pt x="5073" y="2185"/>
                    <a:pt x="5073" y="1971"/>
                    <a:pt x="4953" y="1852"/>
                  </a:cubicBezTo>
                  <a:lnTo>
                    <a:pt x="3191" y="90"/>
                  </a:lnTo>
                  <a:cubicBezTo>
                    <a:pt x="3132" y="30"/>
                    <a:pt x="3048" y="0"/>
                    <a:pt x="2965"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3" name="Google Shape;22183;p139"/>
            <p:cNvSpPr/>
            <p:nvPr/>
          </p:nvSpPr>
          <p:spPr>
            <a:xfrm>
              <a:off x="1154157" y="1966793"/>
              <a:ext cx="132495" cy="131551"/>
            </a:xfrm>
            <a:custGeom>
              <a:avLst/>
              <a:gdLst/>
              <a:ahLst/>
              <a:cxnLst/>
              <a:rect l="l" t="t" r="r" b="b"/>
              <a:pathLst>
                <a:path w="4073" h="4044" extrusionOk="0">
                  <a:moveTo>
                    <a:pt x="3049" y="1"/>
                  </a:moveTo>
                  <a:lnTo>
                    <a:pt x="0" y="3049"/>
                  </a:lnTo>
                  <a:lnTo>
                    <a:pt x="881" y="3954"/>
                  </a:lnTo>
                  <a:cubicBezTo>
                    <a:pt x="941" y="4014"/>
                    <a:pt x="1024" y="4043"/>
                    <a:pt x="1108" y="4043"/>
                  </a:cubicBezTo>
                  <a:cubicBezTo>
                    <a:pt x="1191" y="4043"/>
                    <a:pt x="1274" y="4014"/>
                    <a:pt x="1334" y="3954"/>
                  </a:cubicBezTo>
                  <a:lnTo>
                    <a:pt x="3953" y="1334"/>
                  </a:lnTo>
                  <a:cubicBezTo>
                    <a:pt x="4073" y="1215"/>
                    <a:pt x="4073" y="1001"/>
                    <a:pt x="3953" y="882"/>
                  </a:cubicBezTo>
                  <a:lnTo>
                    <a:pt x="3049"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84" name="Google Shape;22184;p139"/>
          <p:cNvGrpSpPr/>
          <p:nvPr/>
        </p:nvGrpSpPr>
        <p:grpSpPr>
          <a:xfrm>
            <a:off x="1833546" y="1768688"/>
            <a:ext cx="193716" cy="345534"/>
            <a:chOff x="1833546" y="1921088"/>
            <a:chExt cx="193716" cy="345534"/>
          </a:xfrm>
        </p:grpSpPr>
        <p:sp>
          <p:nvSpPr>
            <p:cNvPr id="22185" name="Google Shape;22185;p139"/>
            <p:cNvSpPr/>
            <p:nvPr/>
          </p:nvSpPr>
          <p:spPr>
            <a:xfrm>
              <a:off x="1833546" y="1921088"/>
              <a:ext cx="162715" cy="344785"/>
            </a:xfrm>
            <a:custGeom>
              <a:avLst/>
              <a:gdLst/>
              <a:ahLst/>
              <a:cxnLst/>
              <a:rect l="l" t="t" r="r" b="b"/>
              <a:pathLst>
                <a:path w="5002" h="10599" extrusionOk="0">
                  <a:moveTo>
                    <a:pt x="2501" y="1"/>
                  </a:moveTo>
                  <a:cubicBezTo>
                    <a:pt x="1644" y="1"/>
                    <a:pt x="953" y="691"/>
                    <a:pt x="953" y="1549"/>
                  </a:cubicBezTo>
                  <a:lnTo>
                    <a:pt x="953" y="6169"/>
                  </a:lnTo>
                  <a:cubicBezTo>
                    <a:pt x="358" y="6669"/>
                    <a:pt x="1" y="7407"/>
                    <a:pt x="24" y="8193"/>
                  </a:cubicBezTo>
                  <a:cubicBezTo>
                    <a:pt x="72" y="9526"/>
                    <a:pt x="1167" y="10574"/>
                    <a:pt x="2477" y="10598"/>
                  </a:cubicBezTo>
                  <a:cubicBezTo>
                    <a:pt x="2492" y="10598"/>
                    <a:pt x="2507" y="10599"/>
                    <a:pt x="2522" y="10599"/>
                  </a:cubicBezTo>
                  <a:cubicBezTo>
                    <a:pt x="3906" y="10599"/>
                    <a:pt x="5001" y="9511"/>
                    <a:pt x="4978" y="8098"/>
                  </a:cubicBezTo>
                  <a:cubicBezTo>
                    <a:pt x="4978" y="7359"/>
                    <a:pt x="4644" y="6645"/>
                    <a:pt x="4049" y="6169"/>
                  </a:cubicBezTo>
                  <a:lnTo>
                    <a:pt x="4049" y="1549"/>
                  </a:lnTo>
                  <a:cubicBezTo>
                    <a:pt x="4049" y="691"/>
                    <a:pt x="3358" y="1"/>
                    <a:pt x="250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6" name="Google Shape;22186;p139"/>
            <p:cNvSpPr/>
            <p:nvPr/>
          </p:nvSpPr>
          <p:spPr>
            <a:xfrm>
              <a:off x="1915652" y="1921869"/>
              <a:ext cx="80609" cy="344753"/>
            </a:xfrm>
            <a:custGeom>
              <a:avLst/>
              <a:gdLst/>
              <a:ahLst/>
              <a:cxnLst/>
              <a:rect l="l" t="t" r="r" b="b"/>
              <a:pathLst>
                <a:path w="2478" h="10598" extrusionOk="0">
                  <a:moveTo>
                    <a:pt x="1" y="1"/>
                  </a:moveTo>
                  <a:lnTo>
                    <a:pt x="1" y="10598"/>
                  </a:lnTo>
                  <a:cubicBezTo>
                    <a:pt x="1382" y="10598"/>
                    <a:pt x="2478" y="9502"/>
                    <a:pt x="2478" y="8121"/>
                  </a:cubicBezTo>
                  <a:cubicBezTo>
                    <a:pt x="2478" y="7359"/>
                    <a:pt x="2120" y="6645"/>
                    <a:pt x="1549" y="6168"/>
                  </a:cubicBezTo>
                  <a:lnTo>
                    <a:pt x="1549" y="1548"/>
                  </a:lnTo>
                  <a:cubicBezTo>
                    <a:pt x="1549" y="691"/>
                    <a:pt x="882"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7" name="Google Shape;22187;p139"/>
            <p:cNvSpPr/>
            <p:nvPr/>
          </p:nvSpPr>
          <p:spPr>
            <a:xfrm>
              <a:off x="1879251" y="1961393"/>
              <a:ext cx="73615" cy="261086"/>
            </a:xfrm>
            <a:custGeom>
              <a:avLst/>
              <a:gdLst/>
              <a:ahLst/>
              <a:cxnLst/>
              <a:rect l="l" t="t" r="r" b="b"/>
              <a:pathLst>
                <a:path w="2263" h="8026" extrusionOk="0">
                  <a:moveTo>
                    <a:pt x="1120" y="0"/>
                  </a:moveTo>
                  <a:cubicBezTo>
                    <a:pt x="977" y="0"/>
                    <a:pt x="834" y="167"/>
                    <a:pt x="834" y="310"/>
                  </a:cubicBezTo>
                  <a:lnTo>
                    <a:pt x="834" y="5787"/>
                  </a:lnTo>
                  <a:cubicBezTo>
                    <a:pt x="358" y="5930"/>
                    <a:pt x="1" y="6359"/>
                    <a:pt x="1" y="6882"/>
                  </a:cubicBezTo>
                  <a:cubicBezTo>
                    <a:pt x="1" y="7502"/>
                    <a:pt x="501" y="8026"/>
                    <a:pt x="1120" y="8026"/>
                  </a:cubicBezTo>
                  <a:cubicBezTo>
                    <a:pt x="1763" y="8026"/>
                    <a:pt x="2263" y="7502"/>
                    <a:pt x="2263" y="6882"/>
                  </a:cubicBezTo>
                  <a:cubicBezTo>
                    <a:pt x="2263" y="6382"/>
                    <a:pt x="1906" y="5930"/>
                    <a:pt x="1429" y="5787"/>
                  </a:cubicBezTo>
                  <a:lnTo>
                    <a:pt x="1429" y="310"/>
                  </a:lnTo>
                  <a:cubicBezTo>
                    <a:pt x="1429" y="119"/>
                    <a:pt x="1287" y="0"/>
                    <a:pt x="1120"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8" name="Google Shape;22188;p139"/>
            <p:cNvSpPr/>
            <p:nvPr/>
          </p:nvSpPr>
          <p:spPr>
            <a:xfrm>
              <a:off x="1915652" y="1961393"/>
              <a:ext cx="37214" cy="261086"/>
            </a:xfrm>
            <a:custGeom>
              <a:avLst/>
              <a:gdLst/>
              <a:ahLst/>
              <a:cxnLst/>
              <a:rect l="l" t="t" r="r" b="b"/>
              <a:pathLst>
                <a:path w="1144" h="8026" extrusionOk="0">
                  <a:moveTo>
                    <a:pt x="1" y="0"/>
                  </a:moveTo>
                  <a:lnTo>
                    <a:pt x="1" y="8026"/>
                  </a:lnTo>
                  <a:cubicBezTo>
                    <a:pt x="644" y="8026"/>
                    <a:pt x="1144" y="7502"/>
                    <a:pt x="1144" y="6882"/>
                  </a:cubicBezTo>
                  <a:cubicBezTo>
                    <a:pt x="1144" y="6382"/>
                    <a:pt x="787" y="5930"/>
                    <a:pt x="310" y="5787"/>
                  </a:cubicBezTo>
                  <a:lnTo>
                    <a:pt x="310" y="310"/>
                  </a:lnTo>
                  <a:cubicBezTo>
                    <a:pt x="310" y="167"/>
                    <a:pt x="191" y="0"/>
                    <a:pt x="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9" name="Google Shape;22189;p139"/>
            <p:cNvSpPr/>
            <p:nvPr/>
          </p:nvSpPr>
          <p:spPr>
            <a:xfrm>
              <a:off x="1984615" y="1983839"/>
              <a:ext cx="42647" cy="20169"/>
            </a:xfrm>
            <a:custGeom>
              <a:avLst/>
              <a:gdLst/>
              <a:ahLst/>
              <a:cxnLst/>
              <a:rect l="l" t="t" r="r" b="b"/>
              <a:pathLst>
                <a:path w="1311" h="620" extrusionOk="0">
                  <a:moveTo>
                    <a:pt x="334" y="1"/>
                  </a:moveTo>
                  <a:cubicBezTo>
                    <a:pt x="143" y="1"/>
                    <a:pt x="0" y="191"/>
                    <a:pt x="24" y="358"/>
                  </a:cubicBezTo>
                  <a:cubicBezTo>
                    <a:pt x="72" y="501"/>
                    <a:pt x="215" y="620"/>
                    <a:pt x="358" y="620"/>
                  </a:cubicBezTo>
                  <a:lnTo>
                    <a:pt x="977" y="620"/>
                  </a:lnTo>
                  <a:cubicBezTo>
                    <a:pt x="1167" y="620"/>
                    <a:pt x="1310" y="453"/>
                    <a:pt x="1286" y="263"/>
                  </a:cubicBezTo>
                  <a:cubicBezTo>
                    <a:pt x="1263" y="120"/>
                    <a:pt x="1096" y="1"/>
                    <a:pt x="95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0" name="Google Shape;22190;p139"/>
            <p:cNvSpPr/>
            <p:nvPr/>
          </p:nvSpPr>
          <p:spPr>
            <a:xfrm>
              <a:off x="1984615" y="2023363"/>
              <a:ext cx="42647" cy="20949"/>
            </a:xfrm>
            <a:custGeom>
              <a:avLst/>
              <a:gdLst/>
              <a:ahLst/>
              <a:cxnLst/>
              <a:rect l="l" t="t" r="r" b="b"/>
              <a:pathLst>
                <a:path w="1311" h="644" extrusionOk="0">
                  <a:moveTo>
                    <a:pt x="334" y="0"/>
                  </a:moveTo>
                  <a:cubicBezTo>
                    <a:pt x="143" y="0"/>
                    <a:pt x="0" y="191"/>
                    <a:pt x="24" y="357"/>
                  </a:cubicBezTo>
                  <a:cubicBezTo>
                    <a:pt x="72" y="524"/>
                    <a:pt x="215" y="643"/>
                    <a:pt x="358" y="643"/>
                  </a:cubicBezTo>
                  <a:lnTo>
                    <a:pt x="977" y="643"/>
                  </a:lnTo>
                  <a:cubicBezTo>
                    <a:pt x="1167" y="643"/>
                    <a:pt x="1310" y="477"/>
                    <a:pt x="1286" y="286"/>
                  </a:cubicBezTo>
                  <a:cubicBezTo>
                    <a:pt x="1263" y="119"/>
                    <a:pt x="1096" y="0"/>
                    <a:pt x="953"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1" name="Google Shape;22191;p139"/>
            <p:cNvSpPr/>
            <p:nvPr/>
          </p:nvSpPr>
          <p:spPr>
            <a:xfrm>
              <a:off x="1984615" y="2064416"/>
              <a:ext cx="42647" cy="20169"/>
            </a:xfrm>
            <a:custGeom>
              <a:avLst/>
              <a:gdLst/>
              <a:ahLst/>
              <a:cxnLst/>
              <a:rect l="l" t="t" r="r" b="b"/>
              <a:pathLst>
                <a:path w="1311" h="620" extrusionOk="0">
                  <a:moveTo>
                    <a:pt x="334" y="0"/>
                  </a:moveTo>
                  <a:cubicBezTo>
                    <a:pt x="143" y="0"/>
                    <a:pt x="0" y="167"/>
                    <a:pt x="24" y="358"/>
                  </a:cubicBezTo>
                  <a:cubicBezTo>
                    <a:pt x="72" y="500"/>
                    <a:pt x="215" y="620"/>
                    <a:pt x="358" y="620"/>
                  </a:cubicBezTo>
                  <a:lnTo>
                    <a:pt x="977" y="620"/>
                  </a:lnTo>
                  <a:cubicBezTo>
                    <a:pt x="1167" y="620"/>
                    <a:pt x="1310" y="477"/>
                    <a:pt x="1286" y="262"/>
                  </a:cubicBezTo>
                  <a:cubicBezTo>
                    <a:pt x="1263" y="119"/>
                    <a:pt x="1096" y="0"/>
                    <a:pt x="953"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2" name="Google Shape;22192;p139"/>
          <p:cNvGrpSpPr/>
          <p:nvPr/>
        </p:nvGrpSpPr>
        <p:grpSpPr>
          <a:xfrm>
            <a:off x="2551678" y="1768688"/>
            <a:ext cx="264209" cy="344785"/>
            <a:chOff x="2551678" y="1921088"/>
            <a:chExt cx="264209" cy="344785"/>
          </a:xfrm>
        </p:grpSpPr>
        <p:sp>
          <p:nvSpPr>
            <p:cNvPr id="22193" name="Google Shape;22193;p139"/>
            <p:cNvSpPr/>
            <p:nvPr/>
          </p:nvSpPr>
          <p:spPr>
            <a:xfrm>
              <a:off x="2609777" y="2226317"/>
              <a:ext cx="146450" cy="20169"/>
            </a:xfrm>
            <a:custGeom>
              <a:avLst/>
              <a:gdLst/>
              <a:ahLst/>
              <a:cxnLst/>
              <a:rect l="l" t="t" r="r" b="b"/>
              <a:pathLst>
                <a:path w="4502" h="620" extrusionOk="0">
                  <a:moveTo>
                    <a:pt x="215" y="1"/>
                  </a:moveTo>
                  <a:cubicBezTo>
                    <a:pt x="96" y="191"/>
                    <a:pt x="48" y="405"/>
                    <a:pt x="1" y="620"/>
                  </a:cubicBezTo>
                  <a:lnTo>
                    <a:pt x="4502" y="620"/>
                  </a:lnTo>
                  <a:cubicBezTo>
                    <a:pt x="4478" y="405"/>
                    <a:pt x="4406" y="191"/>
                    <a:pt x="4311"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4" name="Google Shape;22194;p139"/>
            <p:cNvSpPr/>
            <p:nvPr/>
          </p:nvSpPr>
          <p:spPr>
            <a:xfrm>
              <a:off x="2684921" y="2226317"/>
              <a:ext cx="72867" cy="20169"/>
            </a:xfrm>
            <a:custGeom>
              <a:avLst/>
              <a:gdLst/>
              <a:ahLst/>
              <a:cxnLst/>
              <a:rect l="l" t="t" r="r" b="b"/>
              <a:pathLst>
                <a:path w="2240" h="620" extrusionOk="0">
                  <a:moveTo>
                    <a:pt x="1" y="1"/>
                  </a:moveTo>
                  <a:lnTo>
                    <a:pt x="1" y="620"/>
                  </a:lnTo>
                  <a:lnTo>
                    <a:pt x="2239" y="620"/>
                  </a:lnTo>
                  <a:lnTo>
                    <a:pt x="2049"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5" name="Google Shape;22195;p139"/>
            <p:cNvSpPr/>
            <p:nvPr/>
          </p:nvSpPr>
          <p:spPr>
            <a:xfrm>
              <a:off x="2634565" y="2174432"/>
              <a:ext cx="98436" cy="20949"/>
            </a:xfrm>
            <a:custGeom>
              <a:avLst/>
              <a:gdLst/>
              <a:ahLst/>
              <a:cxnLst/>
              <a:rect l="l" t="t" r="r" b="b"/>
              <a:pathLst>
                <a:path w="3026" h="644" extrusionOk="0">
                  <a:moveTo>
                    <a:pt x="453" y="0"/>
                  </a:moveTo>
                  <a:lnTo>
                    <a:pt x="1" y="643"/>
                  </a:lnTo>
                  <a:lnTo>
                    <a:pt x="3025" y="643"/>
                  </a:lnTo>
                  <a:cubicBezTo>
                    <a:pt x="2882" y="453"/>
                    <a:pt x="2739" y="238"/>
                    <a:pt x="2549"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6" name="Google Shape;22196;p139"/>
            <p:cNvSpPr/>
            <p:nvPr/>
          </p:nvSpPr>
          <p:spPr>
            <a:xfrm>
              <a:off x="2684140" y="2174432"/>
              <a:ext cx="48860" cy="20949"/>
            </a:xfrm>
            <a:custGeom>
              <a:avLst/>
              <a:gdLst/>
              <a:ahLst/>
              <a:cxnLst/>
              <a:rect l="l" t="t" r="r" b="b"/>
              <a:pathLst>
                <a:path w="1502" h="644" extrusionOk="0">
                  <a:moveTo>
                    <a:pt x="1" y="0"/>
                  </a:moveTo>
                  <a:lnTo>
                    <a:pt x="1" y="643"/>
                  </a:lnTo>
                  <a:lnTo>
                    <a:pt x="1501" y="643"/>
                  </a:lnTo>
                  <a:cubicBezTo>
                    <a:pt x="1382" y="453"/>
                    <a:pt x="1215" y="238"/>
                    <a:pt x="1073"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7" name="Google Shape;22197;p139"/>
            <p:cNvSpPr/>
            <p:nvPr/>
          </p:nvSpPr>
          <p:spPr>
            <a:xfrm>
              <a:off x="2610558" y="1942005"/>
              <a:ext cx="145669" cy="20949"/>
            </a:xfrm>
            <a:custGeom>
              <a:avLst/>
              <a:gdLst/>
              <a:ahLst/>
              <a:cxnLst/>
              <a:rect l="l" t="t" r="r" b="b"/>
              <a:pathLst>
                <a:path w="4478" h="644" extrusionOk="0">
                  <a:moveTo>
                    <a:pt x="0" y="1"/>
                  </a:moveTo>
                  <a:cubicBezTo>
                    <a:pt x="48" y="215"/>
                    <a:pt x="120" y="429"/>
                    <a:pt x="191" y="644"/>
                  </a:cubicBezTo>
                  <a:lnTo>
                    <a:pt x="4287" y="644"/>
                  </a:lnTo>
                  <a:cubicBezTo>
                    <a:pt x="4382" y="429"/>
                    <a:pt x="4454" y="215"/>
                    <a:pt x="4478"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8" name="Google Shape;22198;p139"/>
            <p:cNvSpPr/>
            <p:nvPr/>
          </p:nvSpPr>
          <p:spPr>
            <a:xfrm>
              <a:off x="2684140" y="1942005"/>
              <a:ext cx="73648" cy="20949"/>
            </a:xfrm>
            <a:custGeom>
              <a:avLst/>
              <a:gdLst/>
              <a:ahLst/>
              <a:cxnLst/>
              <a:rect l="l" t="t" r="r" b="b"/>
              <a:pathLst>
                <a:path w="2264" h="644" extrusionOk="0">
                  <a:moveTo>
                    <a:pt x="1" y="1"/>
                  </a:moveTo>
                  <a:lnTo>
                    <a:pt x="1" y="644"/>
                  </a:lnTo>
                  <a:lnTo>
                    <a:pt x="2049" y="644"/>
                  </a:lnTo>
                  <a:cubicBezTo>
                    <a:pt x="2168" y="429"/>
                    <a:pt x="2216" y="215"/>
                    <a:pt x="226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9" name="Google Shape;22199;p139"/>
            <p:cNvSpPr/>
            <p:nvPr/>
          </p:nvSpPr>
          <p:spPr>
            <a:xfrm>
              <a:off x="2635345" y="1992362"/>
              <a:ext cx="97655" cy="20949"/>
            </a:xfrm>
            <a:custGeom>
              <a:avLst/>
              <a:gdLst/>
              <a:ahLst/>
              <a:cxnLst/>
              <a:rect l="l" t="t" r="r" b="b"/>
              <a:pathLst>
                <a:path w="3002" h="644" extrusionOk="0">
                  <a:moveTo>
                    <a:pt x="1" y="1"/>
                  </a:moveTo>
                  <a:cubicBezTo>
                    <a:pt x="120" y="215"/>
                    <a:pt x="310" y="429"/>
                    <a:pt x="453" y="644"/>
                  </a:cubicBezTo>
                  <a:lnTo>
                    <a:pt x="2573" y="644"/>
                  </a:lnTo>
                  <a:lnTo>
                    <a:pt x="3001" y="1"/>
                  </a:ln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0" name="Google Shape;22200;p139"/>
            <p:cNvSpPr/>
            <p:nvPr/>
          </p:nvSpPr>
          <p:spPr>
            <a:xfrm>
              <a:off x="2684140" y="1992362"/>
              <a:ext cx="48860" cy="20949"/>
            </a:xfrm>
            <a:custGeom>
              <a:avLst/>
              <a:gdLst/>
              <a:ahLst/>
              <a:cxnLst/>
              <a:rect l="l" t="t" r="r" b="b"/>
              <a:pathLst>
                <a:path w="1502" h="644" extrusionOk="0">
                  <a:moveTo>
                    <a:pt x="1" y="1"/>
                  </a:moveTo>
                  <a:lnTo>
                    <a:pt x="1" y="644"/>
                  </a:lnTo>
                  <a:lnTo>
                    <a:pt x="1073" y="644"/>
                  </a:lnTo>
                  <a:lnTo>
                    <a:pt x="1501"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1" name="Google Shape;22201;p139"/>
            <p:cNvSpPr/>
            <p:nvPr/>
          </p:nvSpPr>
          <p:spPr>
            <a:xfrm>
              <a:off x="2551678" y="1921869"/>
              <a:ext cx="264209" cy="344005"/>
            </a:xfrm>
            <a:custGeom>
              <a:avLst/>
              <a:gdLst/>
              <a:ahLst/>
              <a:cxnLst/>
              <a:rect l="l" t="t" r="r" b="b"/>
              <a:pathLst>
                <a:path w="8122" h="10575" extrusionOk="0">
                  <a:moveTo>
                    <a:pt x="310" y="1"/>
                  </a:moveTo>
                  <a:cubicBezTo>
                    <a:pt x="167" y="1"/>
                    <a:pt x="1" y="120"/>
                    <a:pt x="1" y="310"/>
                  </a:cubicBezTo>
                  <a:cubicBezTo>
                    <a:pt x="1" y="2358"/>
                    <a:pt x="1930" y="4311"/>
                    <a:pt x="3811" y="6430"/>
                  </a:cubicBezTo>
                  <a:cubicBezTo>
                    <a:pt x="4978" y="7740"/>
                    <a:pt x="6240" y="9193"/>
                    <a:pt x="6240" y="10265"/>
                  </a:cubicBezTo>
                  <a:cubicBezTo>
                    <a:pt x="6240" y="10431"/>
                    <a:pt x="6359" y="10574"/>
                    <a:pt x="6526" y="10574"/>
                  </a:cubicBezTo>
                  <a:lnTo>
                    <a:pt x="7788" y="10574"/>
                  </a:lnTo>
                  <a:cubicBezTo>
                    <a:pt x="7955" y="10574"/>
                    <a:pt x="8121" y="10455"/>
                    <a:pt x="8050" y="10265"/>
                  </a:cubicBezTo>
                  <a:cubicBezTo>
                    <a:pt x="8050" y="9360"/>
                    <a:pt x="7693" y="8407"/>
                    <a:pt x="6907" y="7288"/>
                  </a:cubicBezTo>
                  <a:cubicBezTo>
                    <a:pt x="5216" y="4859"/>
                    <a:pt x="1858" y="2144"/>
                    <a:pt x="1858" y="310"/>
                  </a:cubicBezTo>
                  <a:cubicBezTo>
                    <a:pt x="1858" y="143"/>
                    <a:pt x="1739" y="1"/>
                    <a:pt x="154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2" name="Google Shape;22202;p139"/>
            <p:cNvSpPr/>
            <p:nvPr/>
          </p:nvSpPr>
          <p:spPr>
            <a:xfrm>
              <a:off x="2684140" y="2048931"/>
              <a:ext cx="131747" cy="216943"/>
            </a:xfrm>
            <a:custGeom>
              <a:avLst/>
              <a:gdLst/>
              <a:ahLst/>
              <a:cxnLst/>
              <a:rect l="l" t="t" r="r" b="b"/>
              <a:pathLst>
                <a:path w="4050" h="6669" extrusionOk="0">
                  <a:moveTo>
                    <a:pt x="1" y="0"/>
                  </a:moveTo>
                  <a:lnTo>
                    <a:pt x="1" y="2786"/>
                  </a:lnTo>
                  <a:cubicBezTo>
                    <a:pt x="1096" y="4025"/>
                    <a:pt x="2168" y="5382"/>
                    <a:pt x="2168" y="6359"/>
                  </a:cubicBezTo>
                  <a:cubicBezTo>
                    <a:pt x="2168" y="6549"/>
                    <a:pt x="2311" y="6668"/>
                    <a:pt x="2454" y="6668"/>
                  </a:cubicBezTo>
                  <a:lnTo>
                    <a:pt x="3716" y="6668"/>
                  </a:lnTo>
                  <a:cubicBezTo>
                    <a:pt x="3883" y="6668"/>
                    <a:pt x="4002" y="6525"/>
                    <a:pt x="4002" y="6359"/>
                  </a:cubicBezTo>
                  <a:cubicBezTo>
                    <a:pt x="4049" y="4191"/>
                    <a:pt x="1906" y="2143"/>
                    <a:pt x="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3" name="Google Shape;22203;p139"/>
            <p:cNvSpPr/>
            <p:nvPr/>
          </p:nvSpPr>
          <p:spPr>
            <a:xfrm>
              <a:off x="2553240" y="1921088"/>
              <a:ext cx="261086" cy="344785"/>
            </a:xfrm>
            <a:custGeom>
              <a:avLst/>
              <a:gdLst/>
              <a:ahLst/>
              <a:cxnLst/>
              <a:rect l="l" t="t" r="r" b="b"/>
              <a:pathLst>
                <a:path w="8026" h="10599" extrusionOk="0">
                  <a:moveTo>
                    <a:pt x="6478" y="1"/>
                  </a:moveTo>
                  <a:cubicBezTo>
                    <a:pt x="6335" y="1"/>
                    <a:pt x="6192" y="144"/>
                    <a:pt x="6192" y="334"/>
                  </a:cubicBezTo>
                  <a:cubicBezTo>
                    <a:pt x="6216" y="2144"/>
                    <a:pt x="2834" y="4883"/>
                    <a:pt x="1120" y="7312"/>
                  </a:cubicBezTo>
                  <a:cubicBezTo>
                    <a:pt x="357" y="8455"/>
                    <a:pt x="0" y="9407"/>
                    <a:pt x="0" y="10289"/>
                  </a:cubicBezTo>
                  <a:cubicBezTo>
                    <a:pt x="0" y="10455"/>
                    <a:pt x="119" y="10598"/>
                    <a:pt x="286" y="10598"/>
                  </a:cubicBezTo>
                  <a:lnTo>
                    <a:pt x="286" y="10574"/>
                  </a:lnTo>
                  <a:lnTo>
                    <a:pt x="1501" y="10574"/>
                  </a:lnTo>
                  <a:cubicBezTo>
                    <a:pt x="1691" y="10574"/>
                    <a:pt x="1834" y="10455"/>
                    <a:pt x="1834" y="10265"/>
                  </a:cubicBezTo>
                  <a:cubicBezTo>
                    <a:pt x="1834" y="8431"/>
                    <a:pt x="5216" y="5716"/>
                    <a:pt x="6906" y="3263"/>
                  </a:cubicBezTo>
                  <a:cubicBezTo>
                    <a:pt x="7668" y="2168"/>
                    <a:pt x="8026" y="1215"/>
                    <a:pt x="8026" y="287"/>
                  </a:cubicBezTo>
                  <a:cubicBezTo>
                    <a:pt x="8026" y="144"/>
                    <a:pt x="7907" y="1"/>
                    <a:pt x="7740"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4" name="Google Shape;22204;p139"/>
            <p:cNvSpPr/>
            <p:nvPr/>
          </p:nvSpPr>
          <p:spPr>
            <a:xfrm>
              <a:off x="2684140" y="1921088"/>
              <a:ext cx="131747" cy="218504"/>
            </a:xfrm>
            <a:custGeom>
              <a:avLst/>
              <a:gdLst/>
              <a:ahLst/>
              <a:cxnLst/>
              <a:rect l="l" t="t" r="r" b="b"/>
              <a:pathLst>
                <a:path w="4050" h="6717" extrusionOk="0">
                  <a:moveTo>
                    <a:pt x="2454" y="1"/>
                  </a:moveTo>
                  <a:cubicBezTo>
                    <a:pt x="2287" y="1"/>
                    <a:pt x="2120" y="144"/>
                    <a:pt x="2168" y="334"/>
                  </a:cubicBezTo>
                  <a:cubicBezTo>
                    <a:pt x="2168" y="453"/>
                    <a:pt x="2168" y="525"/>
                    <a:pt x="2120" y="644"/>
                  </a:cubicBezTo>
                  <a:cubicBezTo>
                    <a:pt x="1930" y="1715"/>
                    <a:pt x="739" y="3097"/>
                    <a:pt x="1" y="3930"/>
                  </a:cubicBezTo>
                  <a:lnTo>
                    <a:pt x="1" y="6716"/>
                  </a:lnTo>
                  <a:cubicBezTo>
                    <a:pt x="1930" y="4549"/>
                    <a:pt x="4049" y="2501"/>
                    <a:pt x="4049" y="334"/>
                  </a:cubicBezTo>
                  <a:cubicBezTo>
                    <a:pt x="4049" y="144"/>
                    <a:pt x="3883" y="1"/>
                    <a:pt x="371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05" name="Google Shape;22205;p139"/>
          <p:cNvGrpSpPr/>
          <p:nvPr/>
        </p:nvGrpSpPr>
        <p:grpSpPr>
          <a:xfrm>
            <a:off x="3293818" y="1768688"/>
            <a:ext cx="282035" cy="345534"/>
            <a:chOff x="3293818" y="1921088"/>
            <a:chExt cx="282035" cy="345534"/>
          </a:xfrm>
        </p:grpSpPr>
        <p:sp>
          <p:nvSpPr>
            <p:cNvPr id="22206" name="Google Shape;22206;p139"/>
            <p:cNvSpPr/>
            <p:nvPr/>
          </p:nvSpPr>
          <p:spPr>
            <a:xfrm>
              <a:off x="3293818" y="1938134"/>
              <a:ext cx="282035" cy="328488"/>
            </a:xfrm>
            <a:custGeom>
              <a:avLst/>
              <a:gdLst/>
              <a:ahLst/>
              <a:cxnLst/>
              <a:rect l="l" t="t" r="r" b="b"/>
              <a:pathLst>
                <a:path w="8670" h="10098" extrusionOk="0">
                  <a:moveTo>
                    <a:pt x="2763" y="1"/>
                  </a:moveTo>
                  <a:lnTo>
                    <a:pt x="2763" y="4121"/>
                  </a:lnTo>
                  <a:lnTo>
                    <a:pt x="430" y="8407"/>
                  </a:lnTo>
                  <a:cubicBezTo>
                    <a:pt x="1" y="9145"/>
                    <a:pt x="549" y="10098"/>
                    <a:pt x="1430" y="10098"/>
                  </a:cubicBezTo>
                  <a:lnTo>
                    <a:pt x="7264" y="10098"/>
                  </a:lnTo>
                  <a:cubicBezTo>
                    <a:pt x="8122" y="10074"/>
                    <a:pt x="8669" y="9145"/>
                    <a:pt x="8241" y="8407"/>
                  </a:cubicBezTo>
                  <a:lnTo>
                    <a:pt x="5859" y="4121"/>
                  </a:lnTo>
                  <a:lnTo>
                    <a:pt x="5859"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7" name="Google Shape;22207;p139"/>
            <p:cNvSpPr/>
            <p:nvPr/>
          </p:nvSpPr>
          <p:spPr>
            <a:xfrm>
              <a:off x="3434055" y="1938134"/>
              <a:ext cx="141798" cy="328488"/>
            </a:xfrm>
            <a:custGeom>
              <a:avLst/>
              <a:gdLst/>
              <a:ahLst/>
              <a:cxnLst/>
              <a:rect l="l" t="t" r="r" b="b"/>
              <a:pathLst>
                <a:path w="4359" h="10098" extrusionOk="0">
                  <a:moveTo>
                    <a:pt x="0" y="1"/>
                  </a:moveTo>
                  <a:lnTo>
                    <a:pt x="0" y="10098"/>
                  </a:lnTo>
                  <a:lnTo>
                    <a:pt x="2929" y="10098"/>
                  </a:lnTo>
                  <a:cubicBezTo>
                    <a:pt x="3787" y="10074"/>
                    <a:pt x="4358" y="9145"/>
                    <a:pt x="3906" y="8407"/>
                  </a:cubicBezTo>
                  <a:lnTo>
                    <a:pt x="1524" y="4121"/>
                  </a:lnTo>
                  <a:lnTo>
                    <a:pt x="1524"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8" name="Google Shape;22208;p139"/>
            <p:cNvSpPr/>
            <p:nvPr/>
          </p:nvSpPr>
          <p:spPr>
            <a:xfrm>
              <a:off x="3442577" y="2044280"/>
              <a:ext cx="41866" cy="20169"/>
            </a:xfrm>
            <a:custGeom>
              <a:avLst/>
              <a:gdLst/>
              <a:ahLst/>
              <a:cxnLst/>
              <a:rect l="l" t="t" r="r" b="b"/>
              <a:pathLst>
                <a:path w="1287" h="620" extrusionOk="0">
                  <a:moveTo>
                    <a:pt x="334" y="0"/>
                  </a:moveTo>
                  <a:cubicBezTo>
                    <a:pt x="167" y="0"/>
                    <a:pt x="0" y="167"/>
                    <a:pt x="48" y="334"/>
                  </a:cubicBezTo>
                  <a:cubicBezTo>
                    <a:pt x="72" y="500"/>
                    <a:pt x="215" y="619"/>
                    <a:pt x="357" y="619"/>
                  </a:cubicBezTo>
                  <a:lnTo>
                    <a:pt x="1286" y="619"/>
                  </a:lnTo>
                  <a:lnTo>
                    <a:pt x="128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9" name="Google Shape;22209;p139"/>
            <p:cNvSpPr/>
            <p:nvPr/>
          </p:nvSpPr>
          <p:spPr>
            <a:xfrm>
              <a:off x="3422441" y="2003227"/>
              <a:ext cx="62002" cy="20169"/>
            </a:xfrm>
            <a:custGeom>
              <a:avLst/>
              <a:gdLst/>
              <a:ahLst/>
              <a:cxnLst/>
              <a:rect l="l" t="t" r="r" b="b"/>
              <a:pathLst>
                <a:path w="1906" h="620" extrusionOk="0">
                  <a:moveTo>
                    <a:pt x="333" y="0"/>
                  </a:moveTo>
                  <a:cubicBezTo>
                    <a:pt x="143" y="0"/>
                    <a:pt x="0" y="191"/>
                    <a:pt x="48" y="357"/>
                  </a:cubicBezTo>
                  <a:cubicBezTo>
                    <a:pt x="72" y="500"/>
                    <a:pt x="214" y="619"/>
                    <a:pt x="357" y="619"/>
                  </a:cubicBezTo>
                  <a:lnTo>
                    <a:pt x="1905" y="619"/>
                  </a:lnTo>
                  <a:lnTo>
                    <a:pt x="1905" y="0"/>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0" name="Google Shape;22210;p139"/>
            <p:cNvSpPr/>
            <p:nvPr/>
          </p:nvSpPr>
          <p:spPr>
            <a:xfrm>
              <a:off x="3434055" y="2003227"/>
              <a:ext cx="49608" cy="20169"/>
            </a:xfrm>
            <a:custGeom>
              <a:avLst/>
              <a:gdLst/>
              <a:ahLst/>
              <a:cxnLst/>
              <a:rect l="l" t="t" r="r" b="b"/>
              <a:pathLst>
                <a:path w="1525" h="620" extrusionOk="0">
                  <a:moveTo>
                    <a:pt x="0" y="0"/>
                  </a:moveTo>
                  <a:lnTo>
                    <a:pt x="0" y="619"/>
                  </a:lnTo>
                  <a:lnTo>
                    <a:pt x="1524" y="619"/>
                  </a:lnTo>
                  <a:lnTo>
                    <a:pt x="152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1" name="Google Shape;22211;p139"/>
            <p:cNvSpPr/>
            <p:nvPr/>
          </p:nvSpPr>
          <p:spPr>
            <a:xfrm>
              <a:off x="3442577" y="1963703"/>
              <a:ext cx="41866" cy="20169"/>
            </a:xfrm>
            <a:custGeom>
              <a:avLst/>
              <a:gdLst/>
              <a:ahLst/>
              <a:cxnLst/>
              <a:rect l="l" t="t" r="r" b="b"/>
              <a:pathLst>
                <a:path w="1287" h="620" extrusionOk="0">
                  <a:moveTo>
                    <a:pt x="334" y="1"/>
                  </a:moveTo>
                  <a:cubicBezTo>
                    <a:pt x="167" y="1"/>
                    <a:pt x="0" y="167"/>
                    <a:pt x="48" y="358"/>
                  </a:cubicBezTo>
                  <a:cubicBezTo>
                    <a:pt x="72" y="501"/>
                    <a:pt x="215" y="620"/>
                    <a:pt x="357" y="620"/>
                  </a:cubicBezTo>
                  <a:lnTo>
                    <a:pt x="1286" y="620"/>
                  </a:lnTo>
                  <a:lnTo>
                    <a:pt x="128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2" name="Google Shape;22212;p139"/>
            <p:cNvSpPr/>
            <p:nvPr/>
          </p:nvSpPr>
          <p:spPr>
            <a:xfrm>
              <a:off x="3361220" y="1921088"/>
              <a:ext cx="144140" cy="20169"/>
            </a:xfrm>
            <a:custGeom>
              <a:avLst/>
              <a:gdLst/>
              <a:ahLst/>
              <a:cxnLst/>
              <a:rect l="l" t="t" r="r" b="b"/>
              <a:pathLst>
                <a:path w="4431" h="620" extrusionOk="0">
                  <a:moveTo>
                    <a:pt x="334" y="1"/>
                  </a:moveTo>
                  <a:cubicBezTo>
                    <a:pt x="167" y="1"/>
                    <a:pt x="1" y="167"/>
                    <a:pt x="48" y="358"/>
                  </a:cubicBezTo>
                  <a:cubicBezTo>
                    <a:pt x="72" y="501"/>
                    <a:pt x="215" y="620"/>
                    <a:pt x="382" y="620"/>
                  </a:cubicBezTo>
                  <a:lnTo>
                    <a:pt x="4097" y="620"/>
                  </a:lnTo>
                  <a:cubicBezTo>
                    <a:pt x="4311" y="620"/>
                    <a:pt x="4430" y="477"/>
                    <a:pt x="4383" y="263"/>
                  </a:cubicBezTo>
                  <a:cubicBezTo>
                    <a:pt x="4359" y="120"/>
                    <a:pt x="4216" y="1"/>
                    <a:pt x="4049"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3" name="Google Shape;22213;p139"/>
            <p:cNvSpPr/>
            <p:nvPr/>
          </p:nvSpPr>
          <p:spPr>
            <a:xfrm>
              <a:off x="3434055" y="1921088"/>
              <a:ext cx="71306" cy="20169"/>
            </a:xfrm>
            <a:custGeom>
              <a:avLst/>
              <a:gdLst/>
              <a:ahLst/>
              <a:cxnLst/>
              <a:rect l="l" t="t" r="r" b="b"/>
              <a:pathLst>
                <a:path w="2192" h="620" extrusionOk="0">
                  <a:moveTo>
                    <a:pt x="0" y="1"/>
                  </a:moveTo>
                  <a:lnTo>
                    <a:pt x="0" y="620"/>
                  </a:lnTo>
                  <a:lnTo>
                    <a:pt x="1858" y="620"/>
                  </a:lnTo>
                  <a:cubicBezTo>
                    <a:pt x="2001" y="620"/>
                    <a:pt x="2144" y="501"/>
                    <a:pt x="2144" y="358"/>
                  </a:cubicBezTo>
                  <a:cubicBezTo>
                    <a:pt x="2191" y="144"/>
                    <a:pt x="2025" y="1"/>
                    <a:pt x="1858"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14" name="Google Shape;22214;p139"/>
          <p:cNvGrpSpPr/>
          <p:nvPr/>
        </p:nvGrpSpPr>
        <p:grpSpPr>
          <a:xfrm>
            <a:off x="4025125" y="1769664"/>
            <a:ext cx="316875" cy="344558"/>
            <a:chOff x="4025125" y="1922064"/>
            <a:chExt cx="316875" cy="344558"/>
          </a:xfrm>
        </p:grpSpPr>
        <p:sp>
          <p:nvSpPr>
            <p:cNvPr id="22215" name="Google Shape;22215;p139"/>
            <p:cNvSpPr/>
            <p:nvPr/>
          </p:nvSpPr>
          <p:spPr>
            <a:xfrm>
              <a:off x="4025125" y="2081461"/>
              <a:ext cx="199149" cy="184413"/>
            </a:xfrm>
            <a:custGeom>
              <a:avLst/>
              <a:gdLst/>
              <a:ahLst/>
              <a:cxnLst/>
              <a:rect l="l" t="t" r="r" b="b"/>
              <a:pathLst>
                <a:path w="6122" h="5669" extrusionOk="0">
                  <a:moveTo>
                    <a:pt x="1525" y="0"/>
                  </a:moveTo>
                  <a:lnTo>
                    <a:pt x="1525" y="1882"/>
                  </a:lnTo>
                  <a:lnTo>
                    <a:pt x="453" y="3858"/>
                  </a:lnTo>
                  <a:cubicBezTo>
                    <a:pt x="1" y="4692"/>
                    <a:pt x="596" y="5668"/>
                    <a:pt x="1549" y="5668"/>
                  </a:cubicBezTo>
                  <a:lnTo>
                    <a:pt x="4621" y="5668"/>
                  </a:lnTo>
                  <a:cubicBezTo>
                    <a:pt x="5526" y="5668"/>
                    <a:pt x="6121" y="4644"/>
                    <a:pt x="5692" y="3858"/>
                  </a:cubicBezTo>
                  <a:lnTo>
                    <a:pt x="4621" y="1882"/>
                  </a:lnTo>
                  <a:lnTo>
                    <a:pt x="4621"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6" name="Google Shape;22216;p139"/>
            <p:cNvSpPr/>
            <p:nvPr/>
          </p:nvSpPr>
          <p:spPr>
            <a:xfrm>
              <a:off x="4125057" y="2081461"/>
              <a:ext cx="99217" cy="185161"/>
            </a:xfrm>
            <a:custGeom>
              <a:avLst/>
              <a:gdLst/>
              <a:ahLst/>
              <a:cxnLst/>
              <a:rect l="l" t="t" r="r" b="b"/>
              <a:pathLst>
                <a:path w="3050" h="5692" extrusionOk="0">
                  <a:moveTo>
                    <a:pt x="1" y="0"/>
                  </a:moveTo>
                  <a:lnTo>
                    <a:pt x="1" y="5692"/>
                  </a:lnTo>
                  <a:lnTo>
                    <a:pt x="1549" y="5692"/>
                  </a:lnTo>
                  <a:cubicBezTo>
                    <a:pt x="2454" y="5668"/>
                    <a:pt x="3049" y="4644"/>
                    <a:pt x="2620" y="3858"/>
                  </a:cubicBezTo>
                  <a:cubicBezTo>
                    <a:pt x="1954" y="2668"/>
                    <a:pt x="2144" y="2953"/>
                    <a:pt x="1549" y="1882"/>
                  </a:cubicBezTo>
                  <a:lnTo>
                    <a:pt x="1549"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7" name="Google Shape;22217;p139"/>
            <p:cNvSpPr/>
            <p:nvPr/>
          </p:nvSpPr>
          <p:spPr>
            <a:xfrm>
              <a:off x="4059997" y="2064416"/>
              <a:ext cx="129404" cy="20169"/>
            </a:xfrm>
            <a:custGeom>
              <a:avLst/>
              <a:gdLst/>
              <a:ahLst/>
              <a:cxnLst/>
              <a:rect l="l" t="t" r="r" b="b"/>
              <a:pathLst>
                <a:path w="3978" h="620" extrusionOk="0">
                  <a:moveTo>
                    <a:pt x="334" y="0"/>
                  </a:moveTo>
                  <a:cubicBezTo>
                    <a:pt x="143" y="0"/>
                    <a:pt x="0" y="143"/>
                    <a:pt x="24" y="358"/>
                  </a:cubicBezTo>
                  <a:cubicBezTo>
                    <a:pt x="48" y="500"/>
                    <a:pt x="215" y="620"/>
                    <a:pt x="358" y="620"/>
                  </a:cubicBezTo>
                  <a:lnTo>
                    <a:pt x="3668" y="620"/>
                  </a:lnTo>
                  <a:cubicBezTo>
                    <a:pt x="3835" y="620"/>
                    <a:pt x="3977" y="453"/>
                    <a:pt x="3954" y="262"/>
                  </a:cubicBezTo>
                  <a:cubicBezTo>
                    <a:pt x="3930" y="119"/>
                    <a:pt x="3787" y="0"/>
                    <a:pt x="3620"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8" name="Google Shape;22218;p139"/>
            <p:cNvSpPr/>
            <p:nvPr/>
          </p:nvSpPr>
          <p:spPr>
            <a:xfrm>
              <a:off x="4125057" y="2064416"/>
              <a:ext cx="64344" cy="20169"/>
            </a:xfrm>
            <a:custGeom>
              <a:avLst/>
              <a:gdLst/>
              <a:ahLst/>
              <a:cxnLst/>
              <a:rect l="l" t="t" r="r" b="b"/>
              <a:pathLst>
                <a:path w="1978" h="620" extrusionOk="0">
                  <a:moveTo>
                    <a:pt x="1" y="0"/>
                  </a:moveTo>
                  <a:lnTo>
                    <a:pt x="1" y="620"/>
                  </a:lnTo>
                  <a:lnTo>
                    <a:pt x="1620" y="620"/>
                  </a:lnTo>
                  <a:cubicBezTo>
                    <a:pt x="1811" y="620"/>
                    <a:pt x="1930" y="524"/>
                    <a:pt x="1954" y="358"/>
                  </a:cubicBezTo>
                  <a:cubicBezTo>
                    <a:pt x="1977" y="167"/>
                    <a:pt x="1835" y="0"/>
                    <a:pt x="1668"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9" name="Google Shape;22219;p139"/>
            <p:cNvSpPr/>
            <p:nvPr/>
          </p:nvSpPr>
          <p:spPr>
            <a:xfrm>
              <a:off x="4156058" y="1936605"/>
              <a:ext cx="185941" cy="181095"/>
            </a:xfrm>
            <a:custGeom>
              <a:avLst/>
              <a:gdLst/>
              <a:ahLst/>
              <a:cxnLst/>
              <a:rect l="l" t="t" r="r" b="b"/>
              <a:pathLst>
                <a:path w="5716" h="5567" extrusionOk="0">
                  <a:moveTo>
                    <a:pt x="2191" y="0"/>
                  </a:moveTo>
                  <a:lnTo>
                    <a:pt x="0" y="2191"/>
                  </a:lnTo>
                  <a:lnTo>
                    <a:pt x="2906" y="5120"/>
                  </a:lnTo>
                  <a:cubicBezTo>
                    <a:pt x="3203" y="5418"/>
                    <a:pt x="3596" y="5567"/>
                    <a:pt x="3995" y="5567"/>
                  </a:cubicBezTo>
                  <a:cubicBezTo>
                    <a:pt x="4394" y="5567"/>
                    <a:pt x="4799" y="5418"/>
                    <a:pt x="5121" y="5120"/>
                  </a:cubicBezTo>
                  <a:cubicBezTo>
                    <a:pt x="5716" y="4501"/>
                    <a:pt x="5716" y="3501"/>
                    <a:pt x="5121" y="2905"/>
                  </a:cubicBezTo>
                  <a:lnTo>
                    <a:pt x="2191"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0" name="Google Shape;22220;p139"/>
            <p:cNvSpPr/>
            <p:nvPr/>
          </p:nvSpPr>
          <p:spPr>
            <a:xfrm>
              <a:off x="4191678" y="1936605"/>
              <a:ext cx="150321" cy="166586"/>
            </a:xfrm>
            <a:custGeom>
              <a:avLst/>
              <a:gdLst/>
              <a:ahLst/>
              <a:cxnLst/>
              <a:rect l="l" t="t" r="r" b="b"/>
              <a:pathLst>
                <a:path w="4621" h="5121" extrusionOk="0">
                  <a:moveTo>
                    <a:pt x="1096" y="0"/>
                  </a:moveTo>
                  <a:lnTo>
                    <a:pt x="1" y="1095"/>
                  </a:lnTo>
                  <a:lnTo>
                    <a:pt x="4026" y="5120"/>
                  </a:lnTo>
                  <a:cubicBezTo>
                    <a:pt x="4621" y="4501"/>
                    <a:pt x="4621" y="3501"/>
                    <a:pt x="4026" y="2905"/>
                  </a:cubicBezTo>
                  <a:lnTo>
                    <a:pt x="1096"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1" name="Google Shape;22221;p139"/>
            <p:cNvSpPr/>
            <p:nvPr/>
          </p:nvSpPr>
          <p:spPr>
            <a:xfrm>
              <a:off x="4140574" y="1922064"/>
              <a:ext cx="92971" cy="91051"/>
            </a:xfrm>
            <a:custGeom>
              <a:avLst/>
              <a:gdLst/>
              <a:ahLst/>
              <a:cxnLst/>
              <a:rect l="l" t="t" r="r" b="b"/>
              <a:pathLst>
                <a:path w="2858" h="2799" extrusionOk="0">
                  <a:moveTo>
                    <a:pt x="2513" y="1"/>
                  </a:moveTo>
                  <a:cubicBezTo>
                    <a:pt x="2429" y="1"/>
                    <a:pt x="2346" y="30"/>
                    <a:pt x="2286" y="90"/>
                  </a:cubicBezTo>
                  <a:lnTo>
                    <a:pt x="119" y="2257"/>
                  </a:lnTo>
                  <a:cubicBezTo>
                    <a:pt x="0" y="2376"/>
                    <a:pt x="0" y="2590"/>
                    <a:pt x="119" y="2709"/>
                  </a:cubicBezTo>
                  <a:cubicBezTo>
                    <a:pt x="179" y="2769"/>
                    <a:pt x="256" y="2799"/>
                    <a:pt x="334" y="2799"/>
                  </a:cubicBezTo>
                  <a:cubicBezTo>
                    <a:pt x="411" y="2799"/>
                    <a:pt x="488" y="2769"/>
                    <a:pt x="548" y="2709"/>
                  </a:cubicBezTo>
                  <a:lnTo>
                    <a:pt x="2739" y="518"/>
                  </a:lnTo>
                  <a:cubicBezTo>
                    <a:pt x="2858" y="399"/>
                    <a:pt x="2858" y="209"/>
                    <a:pt x="2739" y="90"/>
                  </a:cubicBezTo>
                  <a:cubicBezTo>
                    <a:pt x="2679" y="30"/>
                    <a:pt x="2596" y="1"/>
                    <a:pt x="2513"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2" name="Google Shape;22222;p139"/>
            <p:cNvSpPr/>
            <p:nvPr/>
          </p:nvSpPr>
          <p:spPr>
            <a:xfrm>
              <a:off x="4180065" y="1922064"/>
              <a:ext cx="53479" cy="52503"/>
            </a:xfrm>
            <a:custGeom>
              <a:avLst/>
              <a:gdLst/>
              <a:ahLst/>
              <a:cxnLst/>
              <a:rect l="l" t="t" r="r" b="b"/>
              <a:pathLst>
                <a:path w="1644" h="1614" extrusionOk="0">
                  <a:moveTo>
                    <a:pt x="1299" y="1"/>
                  </a:moveTo>
                  <a:cubicBezTo>
                    <a:pt x="1215" y="1"/>
                    <a:pt x="1132" y="30"/>
                    <a:pt x="1072" y="90"/>
                  </a:cubicBezTo>
                  <a:lnTo>
                    <a:pt x="1" y="1161"/>
                  </a:lnTo>
                  <a:lnTo>
                    <a:pt x="453" y="1614"/>
                  </a:lnTo>
                  <a:lnTo>
                    <a:pt x="1525" y="542"/>
                  </a:lnTo>
                  <a:cubicBezTo>
                    <a:pt x="1644" y="423"/>
                    <a:pt x="1644" y="209"/>
                    <a:pt x="1525" y="90"/>
                  </a:cubicBezTo>
                  <a:cubicBezTo>
                    <a:pt x="1465" y="30"/>
                    <a:pt x="1382" y="1"/>
                    <a:pt x="1299"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3" name="Google Shape;22223;p139"/>
            <p:cNvSpPr/>
            <p:nvPr/>
          </p:nvSpPr>
          <p:spPr>
            <a:xfrm>
              <a:off x="4025125" y="2174432"/>
              <a:ext cx="200678" cy="91442"/>
            </a:xfrm>
            <a:custGeom>
              <a:avLst/>
              <a:gdLst/>
              <a:ahLst/>
              <a:cxnLst/>
              <a:rect l="l" t="t" r="r" b="b"/>
              <a:pathLst>
                <a:path w="6169" h="2811" extrusionOk="0">
                  <a:moveTo>
                    <a:pt x="977" y="0"/>
                  </a:moveTo>
                  <a:lnTo>
                    <a:pt x="453" y="953"/>
                  </a:lnTo>
                  <a:cubicBezTo>
                    <a:pt x="1" y="1786"/>
                    <a:pt x="596" y="2810"/>
                    <a:pt x="1549" y="2810"/>
                  </a:cubicBezTo>
                  <a:lnTo>
                    <a:pt x="4621" y="2810"/>
                  </a:lnTo>
                  <a:cubicBezTo>
                    <a:pt x="5573" y="2810"/>
                    <a:pt x="6169" y="1786"/>
                    <a:pt x="5716" y="953"/>
                  </a:cubicBezTo>
                  <a:lnTo>
                    <a:pt x="5168"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4" name="Google Shape;22224;p139"/>
            <p:cNvSpPr/>
            <p:nvPr/>
          </p:nvSpPr>
          <p:spPr>
            <a:xfrm>
              <a:off x="4125057" y="2174432"/>
              <a:ext cx="99217" cy="91442"/>
            </a:xfrm>
            <a:custGeom>
              <a:avLst/>
              <a:gdLst/>
              <a:ahLst/>
              <a:cxnLst/>
              <a:rect l="l" t="t" r="r" b="b"/>
              <a:pathLst>
                <a:path w="3050" h="2811" extrusionOk="0">
                  <a:moveTo>
                    <a:pt x="1" y="0"/>
                  </a:moveTo>
                  <a:lnTo>
                    <a:pt x="1" y="2810"/>
                  </a:lnTo>
                  <a:lnTo>
                    <a:pt x="1549" y="2810"/>
                  </a:lnTo>
                  <a:cubicBezTo>
                    <a:pt x="2454" y="2810"/>
                    <a:pt x="3049" y="1786"/>
                    <a:pt x="2644" y="953"/>
                  </a:cubicBezTo>
                  <a:lnTo>
                    <a:pt x="20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5" name="Google Shape;22225;p139"/>
            <p:cNvSpPr/>
            <p:nvPr/>
          </p:nvSpPr>
          <p:spPr>
            <a:xfrm>
              <a:off x="4161490" y="2013278"/>
              <a:ext cx="180509" cy="103641"/>
            </a:xfrm>
            <a:custGeom>
              <a:avLst/>
              <a:gdLst/>
              <a:ahLst/>
              <a:cxnLst/>
              <a:rect l="l" t="t" r="r" b="b"/>
              <a:pathLst>
                <a:path w="5549" h="3186" extrusionOk="0">
                  <a:moveTo>
                    <a:pt x="0" y="1"/>
                  </a:moveTo>
                  <a:lnTo>
                    <a:pt x="2739" y="2739"/>
                  </a:lnTo>
                  <a:cubicBezTo>
                    <a:pt x="3036" y="3037"/>
                    <a:pt x="3429" y="3186"/>
                    <a:pt x="3828" y="3186"/>
                  </a:cubicBezTo>
                  <a:cubicBezTo>
                    <a:pt x="4227" y="3186"/>
                    <a:pt x="4632" y="3037"/>
                    <a:pt x="4954" y="2739"/>
                  </a:cubicBezTo>
                  <a:cubicBezTo>
                    <a:pt x="5549" y="2144"/>
                    <a:pt x="5549" y="1144"/>
                    <a:pt x="4954" y="548"/>
                  </a:cubicBezTo>
                  <a:lnTo>
                    <a:pt x="4382"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6" name="Google Shape;22226;p139"/>
            <p:cNvSpPr/>
            <p:nvPr/>
          </p:nvSpPr>
          <p:spPr>
            <a:xfrm>
              <a:off x="4233512" y="2014059"/>
              <a:ext cx="108488" cy="89132"/>
            </a:xfrm>
            <a:custGeom>
              <a:avLst/>
              <a:gdLst/>
              <a:ahLst/>
              <a:cxnLst/>
              <a:rect l="l" t="t" r="r" b="b"/>
              <a:pathLst>
                <a:path w="3335" h="2740" extrusionOk="0">
                  <a:moveTo>
                    <a:pt x="1" y="0"/>
                  </a:moveTo>
                  <a:lnTo>
                    <a:pt x="2740" y="2739"/>
                  </a:lnTo>
                  <a:cubicBezTo>
                    <a:pt x="3335" y="2120"/>
                    <a:pt x="3335" y="1120"/>
                    <a:pt x="2763" y="572"/>
                  </a:cubicBezTo>
                  <a:lnTo>
                    <a:pt x="219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7" name="Google Shape;22227;p139"/>
            <p:cNvSpPr/>
            <p:nvPr/>
          </p:nvSpPr>
          <p:spPr>
            <a:xfrm>
              <a:off x="4115786" y="2024631"/>
              <a:ext cx="19388" cy="19681"/>
            </a:xfrm>
            <a:custGeom>
              <a:avLst/>
              <a:gdLst/>
              <a:ahLst/>
              <a:cxnLst/>
              <a:rect l="l" t="t" r="r" b="b"/>
              <a:pathLst>
                <a:path w="596" h="605" extrusionOk="0">
                  <a:moveTo>
                    <a:pt x="360" y="1"/>
                  </a:moveTo>
                  <a:cubicBezTo>
                    <a:pt x="343" y="1"/>
                    <a:pt x="326" y="3"/>
                    <a:pt x="310" y="9"/>
                  </a:cubicBezTo>
                  <a:cubicBezTo>
                    <a:pt x="167" y="9"/>
                    <a:pt x="0" y="152"/>
                    <a:pt x="0" y="295"/>
                  </a:cubicBezTo>
                  <a:cubicBezTo>
                    <a:pt x="0" y="438"/>
                    <a:pt x="119" y="604"/>
                    <a:pt x="310" y="604"/>
                  </a:cubicBezTo>
                  <a:cubicBezTo>
                    <a:pt x="453" y="604"/>
                    <a:pt x="595" y="485"/>
                    <a:pt x="595" y="295"/>
                  </a:cubicBezTo>
                  <a:cubicBezTo>
                    <a:pt x="595" y="148"/>
                    <a:pt x="484" y="1"/>
                    <a:pt x="36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8" name="Google Shape;22228;p139"/>
            <p:cNvSpPr/>
            <p:nvPr/>
          </p:nvSpPr>
          <p:spPr>
            <a:xfrm>
              <a:off x="4125057" y="2023363"/>
              <a:ext cx="10117" cy="21014"/>
            </a:xfrm>
            <a:custGeom>
              <a:avLst/>
              <a:gdLst/>
              <a:ahLst/>
              <a:cxnLst/>
              <a:rect l="l" t="t" r="r" b="b"/>
              <a:pathLst>
                <a:path w="311" h="646" extrusionOk="0">
                  <a:moveTo>
                    <a:pt x="1" y="0"/>
                  </a:moveTo>
                  <a:lnTo>
                    <a:pt x="1" y="643"/>
                  </a:lnTo>
                  <a:cubicBezTo>
                    <a:pt x="13" y="645"/>
                    <a:pt x="25" y="646"/>
                    <a:pt x="37" y="646"/>
                  </a:cubicBezTo>
                  <a:cubicBezTo>
                    <a:pt x="188" y="646"/>
                    <a:pt x="310" y="510"/>
                    <a:pt x="310" y="334"/>
                  </a:cubicBezTo>
                  <a:cubicBezTo>
                    <a:pt x="310" y="167"/>
                    <a:pt x="144"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9" name="Google Shape;22229;p139"/>
            <p:cNvSpPr/>
            <p:nvPr/>
          </p:nvSpPr>
          <p:spPr>
            <a:xfrm>
              <a:off x="4095617" y="1983839"/>
              <a:ext cx="19420" cy="19420"/>
            </a:xfrm>
            <a:custGeom>
              <a:avLst/>
              <a:gdLst/>
              <a:ahLst/>
              <a:cxnLst/>
              <a:rect l="l" t="t" r="r" b="b"/>
              <a:pathLst>
                <a:path w="597" h="597" extrusionOk="0">
                  <a:moveTo>
                    <a:pt x="310" y="1"/>
                  </a:moveTo>
                  <a:cubicBezTo>
                    <a:pt x="144" y="1"/>
                    <a:pt x="1" y="120"/>
                    <a:pt x="1" y="310"/>
                  </a:cubicBezTo>
                  <a:cubicBezTo>
                    <a:pt x="1" y="453"/>
                    <a:pt x="120" y="596"/>
                    <a:pt x="310" y="596"/>
                  </a:cubicBezTo>
                  <a:cubicBezTo>
                    <a:pt x="453" y="596"/>
                    <a:pt x="596" y="477"/>
                    <a:pt x="596" y="310"/>
                  </a:cubicBezTo>
                  <a:cubicBezTo>
                    <a:pt x="596" y="120"/>
                    <a:pt x="453" y="1"/>
                    <a:pt x="310"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0" name="Google Shape;22230;p139"/>
            <p:cNvSpPr/>
            <p:nvPr/>
          </p:nvSpPr>
          <p:spPr>
            <a:xfrm>
              <a:off x="4104140" y="1983774"/>
              <a:ext cx="10898" cy="19551"/>
            </a:xfrm>
            <a:custGeom>
              <a:avLst/>
              <a:gdLst/>
              <a:ahLst/>
              <a:cxnLst/>
              <a:rect l="l" t="t" r="r" b="b"/>
              <a:pathLst>
                <a:path w="335" h="601" extrusionOk="0">
                  <a:moveTo>
                    <a:pt x="42" y="0"/>
                  </a:moveTo>
                  <a:cubicBezTo>
                    <a:pt x="29" y="0"/>
                    <a:pt x="15" y="1"/>
                    <a:pt x="1" y="3"/>
                  </a:cubicBezTo>
                  <a:lnTo>
                    <a:pt x="1" y="598"/>
                  </a:lnTo>
                  <a:cubicBezTo>
                    <a:pt x="15" y="600"/>
                    <a:pt x="29" y="601"/>
                    <a:pt x="42" y="601"/>
                  </a:cubicBezTo>
                  <a:cubicBezTo>
                    <a:pt x="212" y="601"/>
                    <a:pt x="334" y="467"/>
                    <a:pt x="334" y="312"/>
                  </a:cubicBezTo>
                  <a:cubicBezTo>
                    <a:pt x="334" y="136"/>
                    <a:pt x="212" y="0"/>
                    <a:pt x="4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31" name="Google Shape;22231;p139"/>
          <p:cNvGrpSpPr/>
          <p:nvPr/>
        </p:nvGrpSpPr>
        <p:grpSpPr>
          <a:xfrm>
            <a:off x="4755249" y="1810522"/>
            <a:ext cx="356020" cy="263830"/>
            <a:chOff x="4755249" y="1962922"/>
            <a:chExt cx="356020" cy="263830"/>
          </a:xfrm>
        </p:grpSpPr>
        <p:sp>
          <p:nvSpPr>
            <p:cNvPr id="22232" name="Google Shape;22232;p139"/>
            <p:cNvSpPr/>
            <p:nvPr/>
          </p:nvSpPr>
          <p:spPr>
            <a:xfrm>
              <a:off x="4959419" y="1963703"/>
              <a:ext cx="120101" cy="19388"/>
            </a:xfrm>
            <a:custGeom>
              <a:avLst/>
              <a:gdLst/>
              <a:ahLst/>
              <a:cxnLst/>
              <a:rect l="l" t="t" r="r" b="b"/>
              <a:pathLst>
                <a:path w="3692" h="596" extrusionOk="0">
                  <a:moveTo>
                    <a:pt x="310" y="1"/>
                  </a:moveTo>
                  <a:cubicBezTo>
                    <a:pt x="143" y="1"/>
                    <a:pt x="0" y="143"/>
                    <a:pt x="0" y="286"/>
                  </a:cubicBezTo>
                  <a:cubicBezTo>
                    <a:pt x="0" y="453"/>
                    <a:pt x="119" y="596"/>
                    <a:pt x="310" y="596"/>
                  </a:cubicBezTo>
                  <a:lnTo>
                    <a:pt x="3405" y="596"/>
                  </a:lnTo>
                  <a:cubicBezTo>
                    <a:pt x="3572" y="596"/>
                    <a:pt x="3691" y="453"/>
                    <a:pt x="3691" y="286"/>
                  </a:cubicBezTo>
                  <a:cubicBezTo>
                    <a:pt x="3691" y="143"/>
                    <a:pt x="3572" y="1"/>
                    <a:pt x="3405"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3" name="Google Shape;22233;p139"/>
            <p:cNvSpPr/>
            <p:nvPr/>
          </p:nvSpPr>
          <p:spPr>
            <a:xfrm>
              <a:off x="5019827" y="1962922"/>
              <a:ext cx="60473" cy="20169"/>
            </a:xfrm>
            <a:custGeom>
              <a:avLst/>
              <a:gdLst/>
              <a:ahLst/>
              <a:cxnLst/>
              <a:rect l="l" t="t" r="r" b="b"/>
              <a:pathLst>
                <a:path w="1859" h="620" extrusionOk="0">
                  <a:moveTo>
                    <a:pt x="1" y="1"/>
                  </a:moveTo>
                  <a:lnTo>
                    <a:pt x="1" y="620"/>
                  </a:lnTo>
                  <a:lnTo>
                    <a:pt x="1548" y="620"/>
                  </a:lnTo>
                  <a:cubicBezTo>
                    <a:pt x="1691" y="620"/>
                    <a:pt x="1834" y="501"/>
                    <a:pt x="1834" y="358"/>
                  </a:cubicBezTo>
                  <a:cubicBezTo>
                    <a:pt x="1858" y="144"/>
                    <a:pt x="1715" y="1"/>
                    <a:pt x="1548"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4" name="Google Shape;22234;p139"/>
            <p:cNvSpPr/>
            <p:nvPr/>
          </p:nvSpPr>
          <p:spPr>
            <a:xfrm>
              <a:off x="4936160" y="1979187"/>
              <a:ext cx="175109" cy="245829"/>
            </a:xfrm>
            <a:custGeom>
              <a:avLst/>
              <a:gdLst/>
              <a:ahLst/>
              <a:cxnLst/>
              <a:rect l="l" t="t" r="r" b="b"/>
              <a:pathLst>
                <a:path w="5383" h="7557" extrusionOk="0">
                  <a:moveTo>
                    <a:pt x="1025" y="1"/>
                  </a:moveTo>
                  <a:lnTo>
                    <a:pt x="1025" y="2430"/>
                  </a:lnTo>
                  <a:cubicBezTo>
                    <a:pt x="572" y="2739"/>
                    <a:pt x="215" y="3144"/>
                    <a:pt x="1" y="3692"/>
                  </a:cubicBezTo>
                  <a:lnTo>
                    <a:pt x="1334" y="5883"/>
                  </a:lnTo>
                  <a:cubicBezTo>
                    <a:pt x="1620" y="6312"/>
                    <a:pt x="1525" y="6836"/>
                    <a:pt x="1167" y="7169"/>
                  </a:cubicBezTo>
                  <a:cubicBezTo>
                    <a:pt x="1631" y="7436"/>
                    <a:pt x="2119" y="7557"/>
                    <a:pt x="2592" y="7557"/>
                  </a:cubicBezTo>
                  <a:cubicBezTo>
                    <a:pt x="4060" y="7557"/>
                    <a:pt x="5383" y="6385"/>
                    <a:pt x="5383" y="4764"/>
                  </a:cubicBezTo>
                  <a:cubicBezTo>
                    <a:pt x="5359" y="3835"/>
                    <a:pt x="4883" y="2954"/>
                    <a:pt x="4120" y="2430"/>
                  </a:cubicBezTo>
                  <a:lnTo>
                    <a:pt x="4120"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5" name="Google Shape;22235;p139"/>
            <p:cNvSpPr/>
            <p:nvPr/>
          </p:nvSpPr>
          <p:spPr>
            <a:xfrm>
              <a:off x="5019827" y="1979187"/>
              <a:ext cx="90661" cy="245601"/>
            </a:xfrm>
            <a:custGeom>
              <a:avLst/>
              <a:gdLst/>
              <a:ahLst/>
              <a:cxnLst/>
              <a:rect l="l" t="t" r="r" b="b"/>
              <a:pathLst>
                <a:path w="2787" h="7550" extrusionOk="0">
                  <a:moveTo>
                    <a:pt x="1" y="1"/>
                  </a:moveTo>
                  <a:lnTo>
                    <a:pt x="1" y="7550"/>
                  </a:lnTo>
                  <a:cubicBezTo>
                    <a:pt x="1453" y="7550"/>
                    <a:pt x="2787" y="6359"/>
                    <a:pt x="2787" y="4764"/>
                  </a:cubicBezTo>
                  <a:cubicBezTo>
                    <a:pt x="2787" y="3835"/>
                    <a:pt x="2311" y="2954"/>
                    <a:pt x="1548" y="2430"/>
                  </a:cubicBezTo>
                  <a:lnTo>
                    <a:pt x="1548"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6" name="Google Shape;22236;p139"/>
            <p:cNvSpPr/>
            <p:nvPr/>
          </p:nvSpPr>
          <p:spPr>
            <a:xfrm>
              <a:off x="4969471" y="2154264"/>
              <a:ext cx="137927" cy="70850"/>
            </a:xfrm>
            <a:custGeom>
              <a:avLst/>
              <a:gdLst/>
              <a:ahLst/>
              <a:cxnLst/>
              <a:rect l="l" t="t" r="r" b="b"/>
              <a:pathLst>
                <a:path w="4240" h="2178" extrusionOk="0">
                  <a:moveTo>
                    <a:pt x="1" y="1"/>
                  </a:moveTo>
                  <a:lnTo>
                    <a:pt x="286" y="501"/>
                  </a:lnTo>
                  <a:cubicBezTo>
                    <a:pt x="548" y="953"/>
                    <a:pt x="429" y="1454"/>
                    <a:pt x="120" y="1787"/>
                  </a:cubicBezTo>
                  <a:cubicBezTo>
                    <a:pt x="576" y="2054"/>
                    <a:pt x="1062" y="2177"/>
                    <a:pt x="1534" y="2177"/>
                  </a:cubicBezTo>
                  <a:cubicBezTo>
                    <a:pt x="2785" y="2177"/>
                    <a:pt x="3946" y="1315"/>
                    <a:pt x="424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7" name="Google Shape;22237;p139"/>
            <p:cNvSpPr/>
            <p:nvPr/>
          </p:nvSpPr>
          <p:spPr>
            <a:xfrm>
              <a:off x="5018266" y="2154263"/>
              <a:ext cx="89132" cy="70525"/>
            </a:xfrm>
            <a:custGeom>
              <a:avLst/>
              <a:gdLst/>
              <a:ahLst/>
              <a:cxnLst/>
              <a:rect l="l" t="t" r="r" b="b"/>
              <a:pathLst>
                <a:path w="2740" h="2168" extrusionOk="0">
                  <a:moveTo>
                    <a:pt x="1" y="1"/>
                  </a:moveTo>
                  <a:lnTo>
                    <a:pt x="1" y="2168"/>
                  </a:lnTo>
                  <a:cubicBezTo>
                    <a:pt x="1287" y="2168"/>
                    <a:pt x="2454" y="1311"/>
                    <a:pt x="2740"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8" name="Google Shape;22238;p139"/>
            <p:cNvSpPr/>
            <p:nvPr/>
          </p:nvSpPr>
          <p:spPr>
            <a:xfrm>
              <a:off x="4756432" y="1979968"/>
              <a:ext cx="240202" cy="244821"/>
            </a:xfrm>
            <a:custGeom>
              <a:avLst/>
              <a:gdLst/>
              <a:ahLst/>
              <a:cxnLst/>
              <a:rect l="l" t="t" r="r" b="b"/>
              <a:pathLst>
                <a:path w="7384" h="7526" extrusionOk="0">
                  <a:moveTo>
                    <a:pt x="2144" y="1"/>
                  </a:moveTo>
                  <a:lnTo>
                    <a:pt x="2144" y="3001"/>
                  </a:lnTo>
                  <a:lnTo>
                    <a:pt x="429" y="5811"/>
                  </a:lnTo>
                  <a:cubicBezTo>
                    <a:pt x="1" y="6550"/>
                    <a:pt x="525" y="7526"/>
                    <a:pt x="1429" y="7526"/>
                  </a:cubicBezTo>
                  <a:lnTo>
                    <a:pt x="5954" y="7526"/>
                  </a:lnTo>
                  <a:cubicBezTo>
                    <a:pt x="6812" y="7526"/>
                    <a:pt x="7383" y="6573"/>
                    <a:pt x="6931" y="5811"/>
                  </a:cubicBezTo>
                  <a:lnTo>
                    <a:pt x="5216" y="3001"/>
                  </a:lnTo>
                  <a:lnTo>
                    <a:pt x="5216"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9" name="Google Shape;22239;p139"/>
            <p:cNvSpPr/>
            <p:nvPr/>
          </p:nvSpPr>
          <p:spPr>
            <a:xfrm>
              <a:off x="4876500" y="1979968"/>
              <a:ext cx="118572" cy="246382"/>
            </a:xfrm>
            <a:custGeom>
              <a:avLst/>
              <a:gdLst/>
              <a:ahLst/>
              <a:cxnLst/>
              <a:rect l="l" t="t" r="r" b="b"/>
              <a:pathLst>
                <a:path w="3645" h="7574" extrusionOk="0">
                  <a:moveTo>
                    <a:pt x="1" y="1"/>
                  </a:moveTo>
                  <a:lnTo>
                    <a:pt x="1" y="7574"/>
                  </a:lnTo>
                  <a:lnTo>
                    <a:pt x="2239" y="7574"/>
                  </a:lnTo>
                  <a:cubicBezTo>
                    <a:pt x="3121" y="7526"/>
                    <a:pt x="3644" y="6573"/>
                    <a:pt x="3216" y="5811"/>
                  </a:cubicBezTo>
                  <a:lnTo>
                    <a:pt x="1525" y="3001"/>
                  </a:lnTo>
                  <a:lnTo>
                    <a:pt x="1525"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0" name="Google Shape;22240;p139"/>
            <p:cNvSpPr/>
            <p:nvPr/>
          </p:nvSpPr>
          <p:spPr>
            <a:xfrm>
              <a:off x="4816092" y="1963703"/>
              <a:ext cx="120101" cy="19388"/>
            </a:xfrm>
            <a:custGeom>
              <a:avLst/>
              <a:gdLst/>
              <a:ahLst/>
              <a:cxnLst/>
              <a:rect l="l" t="t" r="r" b="b"/>
              <a:pathLst>
                <a:path w="3692" h="596" extrusionOk="0">
                  <a:moveTo>
                    <a:pt x="310" y="1"/>
                  </a:moveTo>
                  <a:cubicBezTo>
                    <a:pt x="143" y="1"/>
                    <a:pt x="0" y="143"/>
                    <a:pt x="0" y="286"/>
                  </a:cubicBezTo>
                  <a:cubicBezTo>
                    <a:pt x="0" y="453"/>
                    <a:pt x="119" y="596"/>
                    <a:pt x="310" y="596"/>
                  </a:cubicBezTo>
                  <a:lnTo>
                    <a:pt x="3382" y="596"/>
                  </a:lnTo>
                  <a:cubicBezTo>
                    <a:pt x="3573" y="596"/>
                    <a:pt x="3692" y="453"/>
                    <a:pt x="3692" y="286"/>
                  </a:cubicBezTo>
                  <a:cubicBezTo>
                    <a:pt x="3692" y="143"/>
                    <a:pt x="3573" y="1"/>
                    <a:pt x="3382"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1" name="Google Shape;22241;p139"/>
            <p:cNvSpPr/>
            <p:nvPr/>
          </p:nvSpPr>
          <p:spPr>
            <a:xfrm>
              <a:off x="4876500" y="1962922"/>
              <a:ext cx="60473" cy="20169"/>
            </a:xfrm>
            <a:custGeom>
              <a:avLst/>
              <a:gdLst/>
              <a:ahLst/>
              <a:cxnLst/>
              <a:rect l="l" t="t" r="r" b="b"/>
              <a:pathLst>
                <a:path w="1859" h="620" extrusionOk="0">
                  <a:moveTo>
                    <a:pt x="1" y="1"/>
                  </a:moveTo>
                  <a:lnTo>
                    <a:pt x="1" y="620"/>
                  </a:lnTo>
                  <a:lnTo>
                    <a:pt x="1525" y="620"/>
                  </a:lnTo>
                  <a:cubicBezTo>
                    <a:pt x="1692" y="620"/>
                    <a:pt x="1835" y="501"/>
                    <a:pt x="1835" y="358"/>
                  </a:cubicBezTo>
                  <a:cubicBezTo>
                    <a:pt x="1858" y="144"/>
                    <a:pt x="1716" y="1"/>
                    <a:pt x="1525"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2" name="Google Shape;22242;p139"/>
            <p:cNvSpPr/>
            <p:nvPr/>
          </p:nvSpPr>
          <p:spPr>
            <a:xfrm>
              <a:off x="4755249" y="2115955"/>
              <a:ext cx="239421" cy="110797"/>
            </a:xfrm>
            <a:custGeom>
              <a:avLst/>
              <a:gdLst/>
              <a:ahLst/>
              <a:cxnLst/>
              <a:rect l="l" t="t" r="r" b="b"/>
              <a:pathLst>
                <a:path w="7360" h="3406" extrusionOk="0">
                  <a:moveTo>
                    <a:pt x="1453" y="1"/>
                  </a:moveTo>
                  <a:lnTo>
                    <a:pt x="453" y="1691"/>
                  </a:lnTo>
                  <a:cubicBezTo>
                    <a:pt x="0" y="2430"/>
                    <a:pt x="524" y="3406"/>
                    <a:pt x="1429" y="3406"/>
                  </a:cubicBezTo>
                  <a:lnTo>
                    <a:pt x="5954" y="3406"/>
                  </a:lnTo>
                  <a:cubicBezTo>
                    <a:pt x="6811" y="3406"/>
                    <a:pt x="7359" y="2453"/>
                    <a:pt x="6907" y="1691"/>
                  </a:cubicBezTo>
                  <a:lnTo>
                    <a:pt x="5883"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3" name="Google Shape;22243;p139"/>
            <p:cNvSpPr/>
            <p:nvPr/>
          </p:nvSpPr>
          <p:spPr>
            <a:xfrm>
              <a:off x="4874537" y="2115955"/>
              <a:ext cx="120133" cy="110797"/>
            </a:xfrm>
            <a:custGeom>
              <a:avLst/>
              <a:gdLst/>
              <a:ahLst/>
              <a:cxnLst/>
              <a:rect l="l" t="t" r="r" b="b"/>
              <a:pathLst>
                <a:path w="3693" h="3406" extrusionOk="0">
                  <a:moveTo>
                    <a:pt x="1" y="1"/>
                  </a:moveTo>
                  <a:lnTo>
                    <a:pt x="1" y="3406"/>
                  </a:lnTo>
                  <a:lnTo>
                    <a:pt x="2263" y="3406"/>
                  </a:lnTo>
                  <a:cubicBezTo>
                    <a:pt x="3144" y="3406"/>
                    <a:pt x="3692" y="2453"/>
                    <a:pt x="3240" y="1691"/>
                  </a:cubicBezTo>
                  <a:lnTo>
                    <a:pt x="221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4" name="Google Shape;22244;p139"/>
            <p:cNvSpPr/>
            <p:nvPr/>
          </p:nvSpPr>
          <p:spPr>
            <a:xfrm>
              <a:off x="4847060" y="2145741"/>
              <a:ext cx="19420" cy="19420"/>
            </a:xfrm>
            <a:custGeom>
              <a:avLst/>
              <a:gdLst/>
              <a:ahLst/>
              <a:cxnLst/>
              <a:rect l="l" t="t" r="r" b="b"/>
              <a:pathLst>
                <a:path w="597" h="597" extrusionOk="0">
                  <a:moveTo>
                    <a:pt x="311" y="1"/>
                  </a:moveTo>
                  <a:cubicBezTo>
                    <a:pt x="144" y="1"/>
                    <a:pt x="1" y="144"/>
                    <a:pt x="1" y="287"/>
                  </a:cubicBezTo>
                  <a:cubicBezTo>
                    <a:pt x="1" y="453"/>
                    <a:pt x="144" y="596"/>
                    <a:pt x="311" y="596"/>
                  </a:cubicBezTo>
                  <a:cubicBezTo>
                    <a:pt x="453" y="596"/>
                    <a:pt x="596" y="477"/>
                    <a:pt x="596" y="287"/>
                  </a:cubicBezTo>
                  <a:cubicBezTo>
                    <a:pt x="596" y="120"/>
                    <a:pt x="453" y="1"/>
                    <a:pt x="311"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5" name="Google Shape;22245;p139"/>
            <p:cNvSpPr/>
            <p:nvPr/>
          </p:nvSpPr>
          <p:spPr>
            <a:xfrm>
              <a:off x="4886584" y="2165812"/>
              <a:ext cx="19388" cy="19485"/>
            </a:xfrm>
            <a:custGeom>
              <a:avLst/>
              <a:gdLst/>
              <a:ahLst/>
              <a:cxnLst/>
              <a:rect l="l" t="t" r="r" b="b"/>
              <a:pathLst>
                <a:path w="596" h="599" extrusionOk="0">
                  <a:moveTo>
                    <a:pt x="346" y="0"/>
                  </a:moveTo>
                  <a:cubicBezTo>
                    <a:pt x="334" y="0"/>
                    <a:pt x="322" y="1"/>
                    <a:pt x="310" y="3"/>
                  </a:cubicBezTo>
                  <a:cubicBezTo>
                    <a:pt x="167" y="3"/>
                    <a:pt x="0" y="146"/>
                    <a:pt x="0" y="313"/>
                  </a:cubicBezTo>
                  <a:cubicBezTo>
                    <a:pt x="0" y="456"/>
                    <a:pt x="120" y="598"/>
                    <a:pt x="310" y="598"/>
                  </a:cubicBezTo>
                  <a:cubicBezTo>
                    <a:pt x="453" y="598"/>
                    <a:pt x="596" y="479"/>
                    <a:pt x="596" y="313"/>
                  </a:cubicBezTo>
                  <a:cubicBezTo>
                    <a:pt x="596" y="136"/>
                    <a:pt x="494" y="0"/>
                    <a:pt x="346" y="0"/>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6" name="Google Shape;22246;p139"/>
            <p:cNvSpPr/>
            <p:nvPr/>
          </p:nvSpPr>
          <p:spPr>
            <a:xfrm>
              <a:off x="4989607" y="2103907"/>
              <a:ext cx="19420" cy="19420"/>
            </a:xfrm>
            <a:custGeom>
              <a:avLst/>
              <a:gdLst/>
              <a:ahLst/>
              <a:cxnLst/>
              <a:rect l="l" t="t" r="r" b="b"/>
              <a:pathLst>
                <a:path w="597" h="597" extrusionOk="0">
                  <a:moveTo>
                    <a:pt x="287" y="1"/>
                  </a:moveTo>
                  <a:cubicBezTo>
                    <a:pt x="144" y="1"/>
                    <a:pt x="1" y="120"/>
                    <a:pt x="1" y="311"/>
                  </a:cubicBezTo>
                  <a:cubicBezTo>
                    <a:pt x="1" y="453"/>
                    <a:pt x="120" y="596"/>
                    <a:pt x="287" y="596"/>
                  </a:cubicBezTo>
                  <a:cubicBezTo>
                    <a:pt x="429" y="596"/>
                    <a:pt x="596" y="477"/>
                    <a:pt x="596" y="311"/>
                  </a:cubicBezTo>
                  <a:cubicBezTo>
                    <a:pt x="596" y="144"/>
                    <a:pt x="477" y="1"/>
                    <a:pt x="28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7" name="Google Shape;22247;p139"/>
            <p:cNvSpPr/>
            <p:nvPr/>
          </p:nvSpPr>
          <p:spPr>
            <a:xfrm>
              <a:off x="5029911" y="2089204"/>
              <a:ext cx="19388" cy="19388"/>
            </a:xfrm>
            <a:custGeom>
              <a:avLst/>
              <a:gdLst/>
              <a:ahLst/>
              <a:cxnLst/>
              <a:rect l="l" t="t" r="r" b="b"/>
              <a:pathLst>
                <a:path w="596" h="596" extrusionOk="0">
                  <a:moveTo>
                    <a:pt x="310" y="0"/>
                  </a:moveTo>
                  <a:cubicBezTo>
                    <a:pt x="167" y="0"/>
                    <a:pt x="0" y="167"/>
                    <a:pt x="0" y="310"/>
                  </a:cubicBezTo>
                  <a:cubicBezTo>
                    <a:pt x="0" y="453"/>
                    <a:pt x="119" y="596"/>
                    <a:pt x="310" y="596"/>
                  </a:cubicBezTo>
                  <a:cubicBezTo>
                    <a:pt x="453" y="596"/>
                    <a:pt x="595" y="477"/>
                    <a:pt x="595" y="310"/>
                  </a:cubicBezTo>
                  <a:cubicBezTo>
                    <a:pt x="595" y="120"/>
                    <a:pt x="453" y="0"/>
                    <a:pt x="31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48" name="Google Shape;22248;p139"/>
          <p:cNvGrpSpPr/>
          <p:nvPr/>
        </p:nvGrpSpPr>
        <p:grpSpPr>
          <a:xfrm>
            <a:off x="5598503" y="1768688"/>
            <a:ext cx="181322" cy="345534"/>
            <a:chOff x="5598503" y="1921088"/>
            <a:chExt cx="181322" cy="345534"/>
          </a:xfrm>
        </p:grpSpPr>
        <p:sp>
          <p:nvSpPr>
            <p:cNvPr id="22249" name="Google Shape;22249;p139"/>
            <p:cNvSpPr/>
            <p:nvPr/>
          </p:nvSpPr>
          <p:spPr>
            <a:xfrm>
              <a:off x="5618672" y="1938134"/>
              <a:ext cx="141798" cy="328488"/>
            </a:xfrm>
            <a:custGeom>
              <a:avLst/>
              <a:gdLst/>
              <a:ahLst/>
              <a:cxnLst/>
              <a:rect l="l" t="t" r="r" b="b"/>
              <a:pathLst>
                <a:path w="4359" h="10098" extrusionOk="0">
                  <a:moveTo>
                    <a:pt x="0" y="1"/>
                  </a:moveTo>
                  <a:lnTo>
                    <a:pt x="0" y="7931"/>
                  </a:lnTo>
                  <a:cubicBezTo>
                    <a:pt x="0" y="9122"/>
                    <a:pt x="977" y="10098"/>
                    <a:pt x="2167" y="10098"/>
                  </a:cubicBezTo>
                  <a:cubicBezTo>
                    <a:pt x="3358" y="10098"/>
                    <a:pt x="4358" y="9122"/>
                    <a:pt x="4358" y="7931"/>
                  </a:cubicBezTo>
                  <a:lnTo>
                    <a:pt x="4358"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0" name="Google Shape;22250;p139"/>
            <p:cNvSpPr/>
            <p:nvPr/>
          </p:nvSpPr>
          <p:spPr>
            <a:xfrm>
              <a:off x="5689945" y="1938134"/>
              <a:ext cx="70525" cy="328488"/>
            </a:xfrm>
            <a:custGeom>
              <a:avLst/>
              <a:gdLst/>
              <a:ahLst/>
              <a:cxnLst/>
              <a:rect l="l" t="t" r="r" b="b"/>
              <a:pathLst>
                <a:path w="2168" h="10098" extrusionOk="0">
                  <a:moveTo>
                    <a:pt x="0" y="1"/>
                  </a:moveTo>
                  <a:lnTo>
                    <a:pt x="0" y="10098"/>
                  </a:lnTo>
                  <a:cubicBezTo>
                    <a:pt x="1191" y="10098"/>
                    <a:pt x="2167" y="9122"/>
                    <a:pt x="2167" y="7931"/>
                  </a:cubicBezTo>
                  <a:lnTo>
                    <a:pt x="2167"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1" name="Google Shape;22251;p139"/>
            <p:cNvSpPr/>
            <p:nvPr/>
          </p:nvSpPr>
          <p:spPr>
            <a:xfrm>
              <a:off x="5598503" y="1921869"/>
              <a:ext cx="181322" cy="19388"/>
            </a:xfrm>
            <a:custGeom>
              <a:avLst/>
              <a:gdLst/>
              <a:ahLst/>
              <a:cxnLst/>
              <a:rect l="l" t="t" r="r" b="b"/>
              <a:pathLst>
                <a:path w="5574" h="596" extrusionOk="0">
                  <a:moveTo>
                    <a:pt x="287" y="1"/>
                  </a:moveTo>
                  <a:cubicBezTo>
                    <a:pt x="144" y="1"/>
                    <a:pt x="1" y="120"/>
                    <a:pt x="1" y="310"/>
                  </a:cubicBezTo>
                  <a:cubicBezTo>
                    <a:pt x="1" y="453"/>
                    <a:pt x="120" y="596"/>
                    <a:pt x="287" y="596"/>
                  </a:cubicBezTo>
                  <a:lnTo>
                    <a:pt x="5264" y="596"/>
                  </a:lnTo>
                  <a:cubicBezTo>
                    <a:pt x="5454" y="596"/>
                    <a:pt x="5574" y="477"/>
                    <a:pt x="5574" y="310"/>
                  </a:cubicBezTo>
                  <a:cubicBezTo>
                    <a:pt x="5574" y="143"/>
                    <a:pt x="5454" y="1"/>
                    <a:pt x="5264"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2" name="Google Shape;22252;p139"/>
            <p:cNvSpPr/>
            <p:nvPr/>
          </p:nvSpPr>
          <p:spPr>
            <a:xfrm>
              <a:off x="5689945" y="1921088"/>
              <a:ext cx="89880" cy="20169"/>
            </a:xfrm>
            <a:custGeom>
              <a:avLst/>
              <a:gdLst/>
              <a:ahLst/>
              <a:cxnLst/>
              <a:rect l="l" t="t" r="r" b="b"/>
              <a:pathLst>
                <a:path w="2763" h="620" extrusionOk="0">
                  <a:moveTo>
                    <a:pt x="0" y="1"/>
                  </a:moveTo>
                  <a:lnTo>
                    <a:pt x="0" y="620"/>
                  </a:lnTo>
                  <a:lnTo>
                    <a:pt x="2453" y="620"/>
                  </a:lnTo>
                  <a:cubicBezTo>
                    <a:pt x="2620" y="620"/>
                    <a:pt x="2763" y="501"/>
                    <a:pt x="2763" y="334"/>
                  </a:cubicBezTo>
                  <a:cubicBezTo>
                    <a:pt x="2763" y="144"/>
                    <a:pt x="2643" y="1"/>
                    <a:pt x="245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3" name="Google Shape;22253;p139"/>
            <p:cNvSpPr/>
            <p:nvPr/>
          </p:nvSpPr>
          <p:spPr>
            <a:xfrm>
              <a:off x="5706958" y="1983058"/>
              <a:ext cx="53512" cy="19420"/>
            </a:xfrm>
            <a:custGeom>
              <a:avLst/>
              <a:gdLst/>
              <a:ahLst/>
              <a:cxnLst/>
              <a:rect l="l" t="t" r="r" b="b"/>
              <a:pathLst>
                <a:path w="1645" h="597" extrusionOk="0">
                  <a:moveTo>
                    <a:pt x="311" y="1"/>
                  </a:moveTo>
                  <a:cubicBezTo>
                    <a:pt x="144" y="1"/>
                    <a:pt x="1" y="120"/>
                    <a:pt x="1" y="287"/>
                  </a:cubicBezTo>
                  <a:cubicBezTo>
                    <a:pt x="1" y="453"/>
                    <a:pt x="120" y="596"/>
                    <a:pt x="311" y="596"/>
                  </a:cubicBezTo>
                  <a:lnTo>
                    <a:pt x="1644" y="596"/>
                  </a:lnTo>
                  <a:lnTo>
                    <a:pt x="164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4" name="Google Shape;22254;p139"/>
            <p:cNvSpPr/>
            <p:nvPr/>
          </p:nvSpPr>
          <p:spPr>
            <a:xfrm>
              <a:off x="5720133" y="2023363"/>
              <a:ext cx="40337" cy="19388"/>
            </a:xfrm>
            <a:custGeom>
              <a:avLst/>
              <a:gdLst/>
              <a:ahLst/>
              <a:cxnLst/>
              <a:rect l="l" t="t" r="r" b="b"/>
              <a:pathLst>
                <a:path w="1240" h="596" extrusionOk="0">
                  <a:moveTo>
                    <a:pt x="310" y="0"/>
                  </a:moveTo>
                  <a:cubicBezTo>
                    <a:pt x="168" y="0"/>
                    <a:pt x="1" y="119"/>
                    <a:pt x="1" y="310"/>
                  </a:cubicBezTo>
                  <a:cubicBezTo>
                    <a:pt x="1" y="453"/>
                    <a:pt x="120" y="596"/>
                    <a:pt x="310" y="596"/>
                  </a:cubicBezTo>
                  <a:lnTo>
                    <a:pt x="1239" y="596"/>
                  </a:lnTo>
                  <a:lnTo>
                    <a:pt x="1239"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5" name="Google Shape;22255;p139"/>
            <p:cNvSpPr/>
            <p:nvPr/>
          </p:nvSpPr>
          <p:spPr>
            <a:xfrm>
              <a:off x="5706958" y="2063635"/>
              <a:ext cx="53512" cy="19388"/>
            </a:xfrm>
            <a:custGeom>
              <a:avLst/>
              <a:gdLst/>
              <a:ahLst/>
              <a:cxnLst/>
              <a:rect l="l" t="t" r="r" b="b"/>
              <a:pathLst>
                <a:path w="1645" h="596" extrusionOk="0">
                  <a:moveTo>
                    <a:pt x="311" y="1"/>
                  </a:moveTo>
                  <a:cubicBezTo>
                    <a:pt x="144" y="1"/>
                    <a:pt x="1" y="120"/>
                    <a:pt x="1" y="286"/>
                  </a:cubicBezTo>
                  <a:cubicBezTo>
                    <a:pt x="1" y="429"/>
                    <a:pt x="120" y="596"/>
                    <a:pt x="311" y="596"/>
                  </a:cubicBezTo>
                  <a:lnTo>
                    <a:pt x="1644" y="596"/>
                  </a:lnTo>
                  <a:lnTo>
                    <a:pt x="164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6" name="Google Shape;22256;p139"/>
            <p:cNvSpPr/>
            <p:nvPr/>
          </p:nvSpPr>
          <p:spPr>
            <a:xfrm>
              <a:off x="5720133" y="2103907"/>
              <a:ext cx="40337" cy="19420"/>
            </a:xfrm>
            <a:custGeom>
              <a:avLst/>
              <a:gdLst/>
              <a:ahLst/>
              <a:cxnLst/>
              <a:rect l="l" t="t" r="r" b="b"/>
              <a:pathLst>
                <a:path w="1240" h="597" extrusionOk="0">
                  <a:moveTo>
                    <a:pt x="310" y="1"/>
                  </a:moveTo>
                  <a:cubicBezTo>
                    <a:pt x="168" y="1"/>
                    <a:pt x="1" y="120"/>
                    <a:pt x="1" y="311"/>
                  </a:cubicBezTo>
                  <a:cubicBezTo>
                    <a:pt x="1" y="453"/>
                    <a:pt x="120" y="596"/>
                    <a:pt x="310" y="596"/>
                  </a:cubicBezTo>
                  <a:lnTo>
                    <a:pt x="1239" y="596"/>
                  </a:lnTo>
                  <a:lnTo>
                    <a:pt x="1239"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7" name="Google Shape;22257;p139"/>
            <p:cNvSpPr/>
            <p:nvPr/>
          </p:nvSpPr>
          <p:spPr>
            <a:xfrm>
              <a:off x="5706958" y="2144992"/>
              <a:ext cx="53512" cy="19388"/>
            </a:xfrm>
            <a:custGeom>
              <a:avLst/>
              <a:gdLst/>
              <a:ahLst/>
              <a:cxnLst/>
              <a:rect l="l" t="t" r="r" b="b"/>
              <a:pathLst>
                <a:path w="1645" h="596" extrusionOk="0">
                  <a:moveTo>
                    <a:pt x="311" y="0"/>
                  </a:moveTo>
                  <a:cubicBezTo>
                    <a:pt x="144" y="0"/>
                    <a:pt x="1" y="119"/>
                    <a:pt x="1" y="286"/>
                  </a:cubicBezTo>
                  <a:cubicBezTo>
                    <a:pt x="1" y="429"/>
                    <a:pt x="120" y="595"/>
                    <a:pt x="311" y="595"/>
                  </a:cubicBezTo>
                  <a:lnTo>
                    <a:pt x="1644" y="595"/>
                  </a:lnTo>
                  <a:lnTo>
                    <a:pt x="164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8" name="Google Shape;22258;p139"/>
          <p:cNvGrpSpPr/>
          <p:nvPr/>
        </p:nvGrpSpPr>
        <p:grpSpPr>
          <a:xfrm>
            <a:off x="6263163" y="1769469"/>
            <a:ext cx="364166" cy="344005"/>
            <a:chOff x="6263163" y="1921869"/>
            <a:chExt cx="364166" cy="344005"/>
          </a:xfrm>
        </p:grpSpPr>
        <p:sp>
          <p:nvSpPr>
            <p:cNvPr id="22259" name="Google Shape;22259;p139"/>
            <p:cNvSpPr/>
            <p:nvPr/>
          </p:nvSpPr>
          <p:spPr>
            <a:xfrm>
              <a:off x="6263969" y="1938134"/>
              <a:ext cx="282035" cy="327740"/>
            </a:xfrm>
            <a:custGeom>
              <a:avLst/>
              <a:gdLst/>
              <a:ahLst/>
              <a:cxnLst/>
              <a:rect l="l" t="t" r="r" b="b"/>
              <a:pathLst>
                <a:path w="8670" h="10075" extrusionOk="0">
                  <a:moveTo>
                    <a:pt x="2763" y="1"/>
                  </a:moveTo>
                  <a:lnTo>
                    <a:pt x="2763" y="4097"/>
                  </a:lnTo>
                  <a:lnTo>
                    <a:pt x="715" y="7383"/>
                  </a:lnTo>
                  <a:cubicBezTo>
                    <a:pt x="1" y="8550"/>
                    <a:pt x="834" y="10074"/>
                    <a:pt x="2192" y="10074"/>
                  </a:cubicBezTo>
                  <a:lnTo>
                    <a:pt x="6407" y="10074"/>
                  </a:lnTo>
                  <a:cubicBezTo>
                    <a:pt x="7788" y="10074"/>
                    <a:pt x="8669" y="8550"/>
                    <a:pt x="7907" y="7383"/>
                  </a:cubicBezTo>
                  <a:lnTo>
                    <a:pt x="5859" y="4097"/>
                  </a:lnTo>
                  <a:lnTo>
                    <a:pt x="5859"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0" name="Google Shape;22260;p139"/>
            <p:cNvSpPr/>
            <p:nvPr/>
          </p:nvSpPr>
          <p:spPr>
            <a:xfrm>
              <a:off x="6406516" y="1938134"/>
              <a:ext cx="137927" cy="327740"/>
            </a:xfrm>
            <a:custGeom>
              <a:avLst/>
              <a:gdLst/>
              <a:ahLst/>
              <a:cxnLst/>
              <a:rect l="l" t="t" r="r" b="b"/>
              <a:pathLst>
                <a:path w="4240" h="10075" extrusionOk="0">
                  <a:moveTo>
                    <a:pt x="0" y="1"/>
                  </a:moveTo>
                  <a:lnTo>
                    <a:pt x="0" y="10074"/>
                  </a:lnTo>
                  <a:lnTo>
                    <a:pt x="2072" y="10074"/>
                  </a:lnTo>
                  <a:cubicBezTo>
                    <a:pt x="3406" y="10074"/>
                    <a:pt x="4239" y="8550"/>
                    <a:pt x="3525" y="7383"/>
                  </a:cubicBezTo>
                  <a:lnTo>
                    <a:pt x="1501" y="4097"/>
                  </a:lnTo>
                  <a:lnTo>
                    <a:pt x="1501"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1" name="Google Shape;22261;p139"/>
            <p:cNvSpPr/>
            <p:nvPr/>
          </p:nvSpPr>
          <p:spPr>
            <a:xfrm>
              <a:off x="6341456" y="1921869"/>
              <a:ext cx="128624" cy="20169"/>
            </a:xfrm>
            <a:custGeom>
              <a:avLst/>
              <a:gdLst/>
              <a:ahLst/>
              <a:cxnLst/>
              <a:rect l="l" t="t" r="r" b="b"/>
              <a:pathLst>
                <a:path w="3954" h="620" extrusionOk="0">
                  <a:moveTo>
                    <a:pt x="333" y="1"/>
                  </a:moveTo>
                  <a:cubicBezTo>
                    <a:pt x="143" y="1"/>
                    <a:pt x="0" y="143"/>
                    <a:pt x="24" y="358"/>
                  </a:cubicBezTo>
                  <a:cubicBezTo>
                    <a:pt x="24" y="501"/>
                    <a:pt x="167" y="620"/>
                    <a:pt x="333" y="620"/>
                  </a:cubicBezTo>
                  <a:lnTo>
                    <a:pt x="3596" y="620"/>
                  </a:lnTo>
                  <a:cubicBezTo>
                    <a:pt x="3810" y="620"/>
                    <a:pt x="3953" y="453"/>
                    <a:pt x="3929" y="263"/>
                  </a:cubicBezTo>
                  <a:cubicBezTo>
                    <a:pt x="3906" y="120"/>
                    <a:pt x="3739" y="1"/>
                    <a:pt x="3596"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2" name="Google Shape;22262;p139"/>
            <p:cNvSpPr/>
            <p:nvPr/>
          </p:nvSpPr>
          <p:spPr>
            <a:xfrm>
              <a:off x="6404954" y="1921869"/>
              <a:ext cx="64344" cy="20169"/>
            </a:xfrm>
            <a:custGeom>
              <a:avLst/>
              <a:gdLst/>
              <a:ahLst/>
              <a:cxnLst/>
              <a:rect l="l" t="t" r="r" b="b"/>
              <a:pathLst>
                <a:path w="1978" h="620" extrusionOk="0">
                  <a:moveTo>
                    <a:pt x="1" y="1"/>
                  </a:moveTo>
                  <a:lnTo>
                    <a:pt x="1" y="620"/>
                  </a:lnTo>
                  <a:lnTo>
                    <a:pt x="1644" y="620"/>
                  </a:lnTo>
                  <a:cubicBezTo>
                    <a:pt x="1835" y="620"/>
                    <a:pt x="1977" y="477"/>
                    <a:pt x="1954" y="263"/>
                  </a:cubicBezTo>
                  <a:cubicBezTo>
                    <a:pt x="1954" y="120"/>
                    <a:pt x="1787" y="1"/>
                    <a:pt x="1644"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3" name="Google Shape;22263;p139"/>
            <p:cNvSpPr/>
            <p:nvPr/>
          </p:nvSpPr>
          <p:spPr>
            <a:xfrm>
              <a:off x="6263163" y="2134125"/>
              <a:ext cx="282032" cy="131747"/>
            </a:xfrm>
            <a:custGeom>
              <a:avLst/>
              <a:gdLst/>
              <a:ahLst/>
              <a:cxnLst/>
              <a:rect l="l" t="t" r="r" b="b"/>
              <a:pathLst>
                <a:path w="8575" h="4050" extrusionOk="0">
                  <a:moveTo>
                    <a:pt x="1549" y="1"/>
                  </a:moveTo>
                  <a:lnTo>
                    <a:pt x="715" y="1358"/>
                  </a:lnTo>
                  <a:cubicBezTo>
                    <a:pt x="1" y="2525"/>
                    <a:pt x="834" y="4049"/>
                    <a:pt x="2192" y="4049"/>
                  </a:cubicBezTo>
                  <a:lnTo>
                    <a:pt x="6383" y="4049"/>
                  </a:lnTo>
                  <a:cubicBezTo>
                    <a:pt x="7741" y="4049"/>
                    <a:pt x="8574" y="2525"/>
                    <a:pt x="7860" y="1358"/>
                  </a:cubicBezTo>
                  <a:lnTo>
                    <a:pt x="7026"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4" name="Google Shape;22264;p139"/>
            <p:cNvSpPr/>
            <p:nvPr/>
          </p:nvSpPr>
          <p:spPr>
            <a:xfrm>
              <a:off x="6402582" y="2134125"/>
              <a:ext cx="142611" cy="131747"/>
            </a:xfrm>
            <a:custGeom>
              <a:avLst/>
              <a:gdLst/>
              <a:ahLst/>
              <a:cxnLst/>
              <a:rect l="l" t="t" r="r" b="b"/>
              <a:pathLst>
                <a:path w="4336" h="4050" extrusionOk="0">
                  <a:moveTo>
                    <a:pt x="1" y="1"/>
                  </a:moveTo>
                  <a:lnTo>
                    <a:pt x="1" y="4049"/>
                  </a:lnTo>
                  <a:lnTo>
                    <a:pt x="2097" y="4049"/>
                  </a:lnTo>
                  <a:cubicBezTo>
                    <a:pt x="3502" y="4049"/>
                    <a:pt x="4335" y="2525"/>
                    <a:pt x="3573" y="1358"/>
                  </a:cubicBezTo>
                  <a:lnTo>
                    <a:pt x="274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5" name="Google Shape;22265;p139"/>
            <p:cNvSpPr/>
            <p:nvPr/>
          </p:nvSpPr>
          <p:spPr>
            <a:xfrm>
              <a:off x="6432084" y="2165031"/>
              <a:ext cx="19388" cy="19485"/>
            </a:xfrm>
            <a:custGeom>
              <a:avLst/>
              <a:gdLst/>
              <a:ahLst/>
              <a:cxnLst/>
              <a:rect l="l" t="t" r="r" b="b"/>
              <a:pathLst>
                <a:path w="596" h="599" extrusionOk="0">
                  <a:moveTo>
                    <a:pt x="341" y="1"/>
                  </a:moveTo>
                  <a:cubicBezTo>
                    <a:pt x="331" y="1"/>
                    <a:pt x="320" y="2"/>
                    <a:pt x="310" y="3"/>
                  </a:cubicBezTo>
                  <a:cubicBezTo>
                    <a:pt x="167" y="3"/>
                    <a:pt x="0" y="122"/>
                    <a:pt x="0" y="289"/>
                  </a:cubicBezTo>
                  <a:cubicBezTo>
                    <a:pt x="0" y="456"/>
                    <a:pt x="119" y="599"/>
                    <a:pt x="310" y="599"/>
                  </a:cubicBezTo>
                  <a:cubicBezTo>
                    <a:pt x="453" y="599"/>
                    <a:pt x="596" y="480"/>
                    <a:pt x="596" y="289"/>
                  </a:cubicBezTo>
                  <a:cubicBezTo>
                    <a:pt x="596" y="135"/>
                    <a:pt x="473" y="1"/>
                    <a:pt x="341" y="1"/>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6" name="Google Shape;22266;p139"/>
            <p:cNvSpPr/>
            <p:nvPr/>
          </p:nvSpPr>
          <p:spPr>
            <a:xfrm>
              <a:off x="6350727" y="2165129"/>
              <a:ext cx="60473" cy="59660"/>
            </a:xfrm>
            <a:custGeom>
              <a:avLst/>
              <a:gdLst/>
              <a:ahLst/>
              <a:cxnLst/>
              <a:rect l="l" t="t" r="r" b="b"/>
              <a:pathLst>
                <a:path w="1859" h="1834" extrusionOk="0">
                  <a:moveTo>
                    <a:pt x="930" y="0"/>
                  </a:moveTo>
                  <a:cubicBezTo>
                    <a:pt x="429" y="0"/>
                    <a:pt x="1" y="405"/>
                    <a:pt x="1" y="929"/>
                  </a:cubicBezTo>
                  <a:cubicBezTo>
                    <a:pt x="1" y="1429"/>
                    <a:pt x="429" y="1834"/>
                    <a:pt x="930" y="1834"/>
                  </a:cubicBezTo>
                  <a:cubicBezTo>
                    <a:pt x="1430" y="1834"/>
                    <a:pt x="1858" y="1429"/>
                    <a:pt x="1858" y="929"/>
                  </a:cubicBezTo>
                  <a:cubicBezTo>
                    <a:pt x="1858" y="405"/>
                    <a:pt x="1430" y="0"/>
                    <a:pt x="930"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7" name="Google Shape;22267;p139"/>
            <p:cNvSpPr/>
            <p:nvPr/>
          </p:nvSpPr>
          <p:spPr>
            <a:xfrm>
              <a:off x="6404954" y="2176742"/>
              <a:ext cx="7775" cy="35653"/>
            </a:xfrm>
            <a:custGeom>
              <a:avLst/>
              <a:gdLst/>
              <a:ahLst/>
              <a:cxnLst/>
              <a:rect l="l" t="t" r="r" b="b"/>
              <a:pathLst>
                <a:path w="239" h="1096" extrusionOk="0">
                  <a:moveTo>
                    <a:pt x="1" y="0"/>
                  </a:moveTo>
                  <a:lnTo>
                    <a:pt x="1" y="1096"/>
                  </a:lnTo>
                  <a:cubicBezTo>
                    <a:pt x="239" y="763"/>
                    <a:pt x="239" y="334"/>
                    <a:pt x="1" y="0"/>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8" name="Google Shape;22268;p139"/>
            <p:cNvSpPr/>
            <p:nvPr/>
          </p:nvSpPr>
          <p:spPr>
            <a:xfrm>
              <a:off x="6499487" y="2060545"/>
              <a:ext cx="127843" cy="124948"/>
            </a:xfrm>
            <a:custGeom>
              <a:avLst/>
              <a:gdLst/>
              <a:ahLst/>
              <a:cxnLst/>
              <a:rect l="l" t="t" r="r" b="b"/>
              <a:pathLst>
                <a:path w="3930" h="3841" extrusionOk="0">
                  <a:moveTo>
                    <a:pt x="1310" y="0"/>
                  </a:moveTo>
                  <a:cubicBezTo>
                    <a:pt x="1096" y="619"/>
                    <a:pt x="596" y="1096"/>
                    <a:pt x="0" y="1310"/>
                  </a:cubicBezTo>
                  <a:lnTo>
                    <a:pt x="2263" y="3572"/>
                  </a:lnTo>
                  <a:cubicBezTo>
                    <a:pt x="2441" y="3751"/>
                    <a:pt x="2679" y="3840"/>
                    <a:pt x="2917" y="3840"/>
                  </a:cubicBezTo>
                  <a:cubicBezTo>
                    <a:pt x="3156" y="3840"/>
                    <a:pt x="3394" y="3751"/>
                    <a:pt x="3572" y="3572"/>
                  </a:cubicBezTo>
                  <a:cubicBezTo>
                    <a:pt x="3930" y="3215"/>
                    <a:pt x="3930" y="2620"/>
                    <a:pt x="3572" y="2263"/>
                  </a:cubicBezTo>
                  <a:lnTo>
                    <a:pt x="1310"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9" name="Google Shape;22269;p139"/>
            <p:cNvSpPr/>
            <p:nvPr/>
          </p:nvSpPr>
          <p:spPr>
            <a:xfrm>
              <a:off x="6525055" y="2060545"/>
              <a:ext cx="102274" cy="116230"/>
            </a:xfrm>
            <a:custGeom>
              <a:avLst/>
              <a:gdLst/>
              <a:ahLst/>
              <a:cxnLst/>
              <a:rect l="l" t="t" r="r" b="b"/>
              <a:pathLst>
                <a:path w="3144" h="3573" extrusionOk="0">
                  <a:moveTo>
                    <a:pt x="524" y="0"/>
                  </a:moveTo>
                  <a:cubicBezTo>
                    <a:pt x="405" y="286"/>
                    <a:pt x="238" y="572"/>
                    <a:pt x="0" y="810"/>
                  </a:cubicBezTo>
                  <a:lnTo>
                    <a:pt x="2786" y="3572"/>
                  </a:lnTo>
                  <a:cubicBezTo>
                    <a:pt x="3144" y="3215"/>
                    <a:pt x="3144" y="2620"/>
                    <a:pt x="2786" y="2263"/>
                  </a:cubicBezTo>
                  <a:lnTo>
                    <a:pt x="52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0" name="Google Shape;22270;p139"/>
            <p:cNvSpPr/>
            <p:nvPr/>
          </p:nvSpPr>
          <p:spPr>
            <a:xfrm>
              <a:off x="6419690" y="1982310"/>
              <a:ext cx="111578" cy="110016"/>
            </a:xfrm>
            <a:custGeom>
              <a:avLst/>
              <a:gdLst/>
              <a:ahLst/>
              <a:cxnLst/>
              <a:rect l="l" t="t" r="r" b="b"/>
              <a:pathLst>
                <a:path w="3430" h="3382" extrusionOk="0">
                  <a:moveTo>
                    <a:pt x="1691" y="0"/>
                  </a:moveTo>
                  <a:cubicBezTo>
                    <a:pt x="786" y="0"/>
                    <a:pt x="0" y="738"/>
                    <a:pt x="0" y="1691"/>
                  </a:cubicBezTo>
                  <a:cubicBezTo>
                    <a:pt x="0" y="2620"/>
                    <a:pt x="739" y="3382"/>
                    <a:pt x="1691" y="3382"/>
                  </a:cubicBezTo>
                  <a:cubicBezTo>
                    <a:pt x="2644" y="3382"/>
                    <a:pt x="3430" y="2620"/>
                    <a:pt x="3406" y="1691"/>
                  </a:cubicBezTo>
                  <a:cubicBezTo>
                    <a:pt x="3406" y="762"/>
                    <a:pt x="2644" y="0"/>
                    <a:pt x="1691"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1" name="Google Shape;22271;p139"/>
            <p:cNvSpPr/>
            <p:nvPr/>
          </p:nvSpPr>
          <p:spPr>
            <a:xfrm>
              <a:off x="6435955" y="1981497"/>
              <a:ext cx="95313" cy="94565"/>
            </a:xfrm>
            <a:custGeom>
              <a:avLst/>
              <a:gdLst/>
              <a:ahLst/>
              <a:cxnLst/>
              <a:rect l="l" t="t" r="r" b="b"/>
              <a:pathLst>
                <a:path w="2930" h="2907" extrusionOk="0">
                  <a:moveTo>
                    <a:pt x="1194" y="1"/>
                  </a:moveTo>
                  <a:cubicBezTo>
                    <a:pt x="774" y="1"/>
                    <a:pt x="346" y="156"/>
                    <a:pt x="0" y="501"/>
                  </a:cubicBezTo>
                  <a:lnTo>
                    <a:pt x="2429" y="2907"/>
                  </a:lnTo>
                  <a:cubicBezTo>
                    <a:pt x="2715" y="2597"/>
                    <a:pt x="2930" y="2168"/>
                    <a:pt x="2930" y="1716"/>
                  </a:cubicBezTo>
                  <a:cubicBezTo>
                    <a:pt x="2930" y="683"/>
                    <a:pt x="2077" y="1"/>
                    <a:pt x="119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2" name="Google Shape;22272;p139"/>
            <p:cNvSpPr/>
            <p:nvPr/>
          </p:nvSpPr>
          <p:spPr>
            <a:xfrm>
              <a:off x="6401083" y="1962922"/>
              <a:ext cx="148792" cy="147231"/>
            </a:xfrm>
            <a:custGeom>
              <a:avLst/>
              <a:gdLst/>
              <a:ahLst/>
              <a:cxnLst/>
              <a:rect l="l" t="t" r="r" b="b"/>
              <a:pathLst>
                <a:path w="4574" h="4526" extrusionOk="0">
                  <a:moveTo>
                    <a:pt x="2263" y="644"/>
                  </a:moveTo>
                  <a:cubicBezTo>
                    <a:pt x="3168" y="644"/>
                    <a:pt x="3906" y="1382"/>
                    <a:pt x="3906" y="2287"/>
                  </a:cubicBezTo>
                  <a:cubicBezTo>
                    <a:pt x="3906" y="3168"/>
                    <a:pt x="3192" y="3930"/>
                    <a:pt x="2263" y="3930"/>
                  </a:cubicBezTo>
                  <a:cubicBezTo>
                    <a:pt x="1358" y="3930"/>
                    <a:pt x="644" y="3168"/>
                    <a:pt x="644" y="2287"/>
                  </a:cubicBezTo>
                  <a:cubicBezTo>
                    <a:pt x="644" y="1382"/>
                    <a:pt x="1382" y="644"/>
                    <a:pt x="2263" y="644"/>
                  </a:cubicBezTo>
                  <a:close/>
                  <a:moveTo>
                    <a:pt x="2263" y="1"/>
                  </a:moveTo>
                  <a:cubicBezTo>
                    <a:pt x="1025" y="1"/>
                    <a:pt x="1" y="1001"/>
                    <a:pt x="1" y="2263"/>
                  </a:cubicBezTo>
                  <a:cubicBezTo>
                    <a:pt x="1" y="3501"/>
                    <a:pt x="1025" y="4525"/>
                    <a:pt x="2263" y="4525"/>
                  </a:cubicBezTo>
                  <a:cubicBezTo>
                    <a:pt x="3525" y="4525"/>
                    <a:pt x="4526" y="3501"/>
                    <a:pt x="4526" y="2263"/>
                  </a:cubicBezTo>
                  <a:cubicBezTo>
                    <a:pt x="4573" y="1001"/>
                    <a:pt x="3525" y="1"/>
                    <a:pt x="2263"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3" name="Google Shape;22273;p139"/>
            <p:cNvSpPr/>
            <p:nvPr/>
          </p:nvSpPr>
          <p:spPr>
            <a:xfrm>
              <a:off x="6422781" y="1962922"/>
              <a:ext cx="127095" cy="125533"/>
            </a:xfrm>
            <a:custGeom>
              <a:avLst/>
              <a:gdLst/>
              <a:ahLst/>
              <a:cxnLst/>
              <a:rect l="l" t="t" r="r" b="b"/>
              <a:pathLst>
                <a:path w="3907" h="3859" extrusionOk="0">
                  <a:moveTo>
                    <a:pt x="1596" y="1"/>
                  </a:moveTo>
                  <a:cubicBezTo>
                    <a:pt x="977" y="1"/>
                    <a:pt x="405" y="239"/>
                    <a:pt x="1" y="644"/>
                  </a:cubicBezTo>
                  <a:lnTo>
                    <a:pt x="453" y="1096"/>
                  </a:lnTo>
                  <a:cubicBezTo>
                    <a:pt x="785" y="764"/>
                    <a:pt x="1194" y="615"/>
                    <a:pt x="1596" y="615"/>
                  </a:cubicBezTo>
                  <a:cubicBezTo>
                    <a:pt x="2434" y="615"/>
                    <a:pt x="3239" y="1265"/>
                    <a:pt x="3239" y="2263"/>
                  </a:cubicBezTo>
                  <a:cubicBezTo>
                    <a:pt x="3239" y="2692"/>
                    <a:pt x="3073" y="3120"/>
                    <a:pt x="2763" y="3406"/>
                  </a:cubicBezTo>
                  <a:lnTo>
                    <a:pt x="3216" y="3859"/>
                  </a:lnTo>
                  <a:cubicBezTo>
                    <a:pt x="3620" y="3454"/>
                    <a:pt x="3859" y="2882"/>
                    <a:pt x="3859" y="2263"/>
                  </a:cubicBezTo>
                  <a:cubicBezTo>
                    <a:pt x="3906" y="1001"/>
                    <a:pt x="2858" y="1"/>
                    <a:pt x="159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74" name="Google Shape;22274;p139"/>
          <p:cNvGrpSpPr/>
          <p:nvPr/>
        </p:nvGrpSpPr>
        <p:grpSpPr>
          <a:xfrm>
            <a:off x="7061898" y="1770250"/>
            <a:ext cx="292087" cy="344753"/>
            <a:chOff x="7061898" y="1922650"/>
            <a:chExt cx="292087" cy="344753"/>
          </a:xfrm>
        </p:grpSpPr>
        <p:sp>
          <p:nvSpPr>
            <p:cNvPr id="22275" name="Google Shape;22275;p139"/>
            <p:cNvSpPr/>
            <p:nvPr/>
          </p:nvSpPr>
          <p:spPr>
            <a:xfrm>
              <a:off x="7093647" y="1955961"/>
              <a:ext cx="174361" cy="256434"/>
            </a:xfrm>
            <a:custGeom>
              <a:avLst/>
              <a:gdLst/>
              <a:ahLst/>
              <a:cxnLst/>
              <a:rect l="l" t="t" r="r" b="b"/>
              <a:pathLst>
                <a:path w="5360" h="7883" extrusionOk="0">
                  <a:moveTo>
                    <a:pt x="2692" y="0"/>
                  </a:moveTo>
                  <a:cubicBezTo>
                    <a:pt x="1215" y="0"/>
                    <a:pt x="1" y="1191"/>
                    <a:pt x="1" y="2668"/>
                  </a:cubicBezTo>
                  <a:lnTo>
                    <a:pt x="1" y="5216"/>
                  </a:lnTo>
                  <a:cubicBezTo>
                    <a:pt x="1" y="6668"/>
                    <a:pt x="1192" y="7883"/>
                    <a:pt x="2692" y="7883"/>
                  </a:cubicBezTo>
                  <a:cubicBezTo>
                    <a:pt x="4168" y="7883"/>
                    <a:pt x="5359" y="6668"/>
                    <a:pt x="5359" y="5216"/>
                  </a:cubicBezTo>
                  <a:lnTo>
                    <a:pt x="5359" y="2668"/>
                  </a:lnTo>
                  <a:cubicBezTo>
                    <a:pt x="5359" y="1215"/>
                    <a:pt x="4168" y="0"/>
                    <a:pt x="269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6" name="Google Shape;22276;p139"/>
            <p:cNvSpPr/>
            <p:nvPr/>
          </p:nvSpPr>
          <p:spPr>
            <a:xfrm>
              <a:off x="7181185" y="1955180"/>
              <a:ext cx="86823" cy="257215"/>
            </a:xfrm>
            <a:custGeom>
              <a:avLst/>
              <a:gdLst/>
              <a:ahLst/>
              <a:cxnLst/>
              <a:rect l="l" t="t" r="r" b="b"/>
              <a:pathLst>
                <a:path w="2669" h="7907" extrusionOk="0">
                  <a:moveTo>
                    <a:pt x="1" y="1"/>
                  </a:moveTo>
                  <a:lnTo>
                    <a:pt x="1" y="7907"/>
                  </a:lnTo>
                  <a:cubicBezTo>
                    <a:pt x="1454" y="7907"/>
                    <a:pt x="2668" y="6692"/>
                    <a:pt x="2668" y="5192"/>
                  </a:cubicBezTo>
                  <a:lnTo>
                    <a:pt x="2668" y="2668"/>
                  </a:lnTo>
                  <a:cubicBezTo>
                    <a:pt x="2668" y="1215"/>
                    <a:pt x="1477"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7" name="Google Shape;22277;p139"/>
            <p:cNvSpPr/>
            <p:nvPr/>
          </p:nvSpPr>
          <p:spPr>
            <a:xfrm>
              <a:off x="7212967" y="2064416"/>
              <a:ext cx="19388" cy="19388"/>
            </a:xfrm>
            <a:custGeom>
              <a:avLst/>
              <a:gdLst/>
              <a:ahLst/>
              <a:cxnLst/>
              <a:rect l="l" t="t" r="r" b="b"/>
              <a:pathLst>
                <a:path w="596" h="596" extrusionOk="0">
                  <a:moveTo>
                    <a:pt x="286" y="0"/>
                  </a:moveTo>
                  <a:cubicBezTo>
                    <a:pt x="143" y="0"/>
                    <a:pt x="0" y="143"/>
                    <a:pt x="0" y="286"/>
                  </a:cubicBezTo>
                  <a:cubicBezTo>
                    <a:pt x="0" y="453"/>
                    <a:pt x="119" y="596"/>
                    <a:pt x="286" y="596"/>
                  </a:cubicBezTo>
                  <a:cubicBezTo>
                    <a:pt x="453" y="596"/>
                    <a:pt x="596" y="477"/>
                    <a:pt x="596" y="286"/>
                  </a:cubicBezTo>
                  <a:cubicBezTo>
                    <a:pt x="596" y="143"/>
                    <a:pt x="453"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8" name="Google Shape;22278;p139"/>
            <p:cNvSpPr/>
            <p:nvPr/>
          </p:nvSpPr>
          <p:spPr>
            <a:xfrm>
              <a:off x="7131610" y="2084552"/>
              <a:ext cx="19420" cy="19388"/>
            </a:xfrm>
            <a:custGeom>
              <a:avLst/>
              <a:gdLst/>
              <a:ahLst/>
              <a:cxnLst/>
              <a:rect l="l" t="t" r="r" b="b"/>
              <a:pathLst>
                <a:path w="597" h="596" extrusionOk="0">
                  <a:moveTo>
                    <a:pt x="287" y="1"/>
                  </a:moveTo>
                  <a:cubicBezTo>
                    <a:pt x="144" y="1"/>
                    <a:pt x="1" y="143"/>
                    <a:pt x="1" y="310"/>
                  </a:cubicBezTo>
                  <a:cubicBezTo>
                    <a:pt x="1" y="453"/>
                    <a:pt x="120" y="596"/>
                    <a:pt x="287" y="596"/>
                  </a:cubicBezTo>
                  <a:cubicBezTo>
                    <a:pt x="453" y="596"/>
                    <a:pt x="596" y="477"/>
                    <a:pt x="596" y="310"/>
                  </a:cubicBezTo>
                  <a:cubicBezTo>
                    <a:pt x="596" y="120"/>
                    <a:pt x="477" y="1"/>
                    <a:pt x="287"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9" name="Google Shape;22279;p139"/>
            <p:cNvSpPr/>
            <p:nvPr/>
          </p:nvSpPr>
          <p:spPr>
            <a:xfrm>
              <a:off x="7061898" y="1924179"/>
              <a:ext cx="292087" cy="342443"/>
            </a:xfrm>
            <a:custGeom>
              <a:avLst/>
              <a:gdLst/>
              <a:ahLst/>
              <a:cxnLst/>
              <a:rect l="l" t="t" r="r" b="b"/>
              <a:pathLst>
                <a:path w="8979" h="10527" extrusionOk="0">
                  <a:moveTo>
                    <a:pt x="3668" y="1454"/>
                  </a:moveTo>
                  <a:cubicBezTo>
                    <a:pt x="4859" y="1454"/>
                    <a:pt x="5835" y="2430"/>
                    <a:pt x="5835" y="3621"/>
                  </a:cubicBezTo>
                  <a:lnTo>
                    <a:pt x="5835" y="6145"/>
                  </a:lnTo>
                  <a:cubicBezTo>
                    <a:pt x="5835" y="7383"/>
                    <a:pt x="4859" y="8336"/>
                    <a:pt x="3668" y="8336"/>
                  </a:cubicBezTo>
                  <a:cubicBezTo>
                    <a:pt x="2477" y="8336"/>
                    <a:pt x="1477" y="7336"/>
                    <a:pt x="1477" y="6145"/>
                  </a:cubicBezTo>
                  <a:lnTo>
                    <a:pt x="1477" y="3621"/>
                  </a:lnTo>
                  <a:cubicBezTo>
                    <a:pt x="1477" y="2430"/>
                    <a:pt x="2477" y="1454"/>
                    <a:pt x="3668" y="1454"/>
                  </a:cubicBezTo>
                  <a:close/>
                  <a:moveTo>
                    <a:pt x="3692" y="1"/>
                  </a:moveTo>
                  <a:cubicBezTo>
                    <a:pt x="3501" y="1"/>
                    <a:pt x="3382" y="144"/>
                    <a:pt x="3382" y="287"/>
                  </a:cubicBezTo>
                  <a:lnTo>
                    <a:pt x="3382" y="906"/>
                  </a:lnTo>
                  <a:cubicBezTo>
                    <a:pt x="3073" y="930"/>
                    <a:pt x="2763" y="1025"/>
                    <a:pt x="2501" y="1192"/>
                  </a:cubicBezTo>
                  <a:lnTo>
                    <a:pt x="2168" y="644"/>
                  </a:lnTo>
                  <a:cubicBezTo>
                    <a:pt x="2102" y="546"/>
                    <a:pt x="2003" y="482"/>
                    <a:pt x="1901" y="482"/>
                  </a:cubicBezTo>
                  <a:cubicBezTo>
                    <a:pt x="1855" y="482"/>
                    <a:pt x="1808" y="495"/>
                    <a:pt x="1763" y="525"/>
                  </a:cubicBezTo>
                  <a:cubicBezTo>
                    <a:pt x="1596" y="620"/>
                    <a:pt x="1548" y="787"/>
                    <a:pt x="1644" y="930"/>
                  </a:cubicBezTo>
                  <a:lnTo>
                    <a:pt x="1953" y="1501"/>
                  </a:lnTo>
                  <a:cubicBezTo>
                    <a:pt x="1715" y="1716"/>
                    <a:pt x="1525" y="1954"/>
                    <a:pt x="1334" y="2216"/>
                  </a:cubicBezTo>
                  <a:lnTo>
                    <a:pt x="810" y="1930"/>
                  </a:lnTo>
                  <a:cubicBezTo>
                    <a:pt x="758" y="1900"/>
                    <a:pt x="706" y="1887"/>
                    <a:pt x="655" y="1887"/>
                  </a:cubicBezTo>
                  <a:cubicBezTo>
                    <a:pt x="546" y="1887"/>
                    <a:pt x="447" y="1951"/>
                    <a:pt x="382" y="2049"/>
                  </a:cubicBezTo>
                  <a:cubicBezTo>
                    <a:pt x="286" y="2192"/>
                    <a:pt x="358" y="2382"/>
                    <a:pt x="501" y="2454"/>
                  </a:cubicBezTo>
                  <a:lnTo>
                    <a:pt x="1072" y="2787"/>
                  </a:lnTo>
                  <a:cubicBezTo>
                    <a:pt x="977" y="3097"/>
                    <a:pt x="929" y="3383"/>
                    <a:pt x="929" y="3716"/>
                  </a:cubicBezTo>
                  <a:lnTo>
                    <a:pt x="286" y="3716"/>
                  </a:lnTo>
                  <a:cubicBezTo>
                    <a:pt x="120" y="3716"/>
                    <a:pt x="1" y="3859"/>
                    <a:pt x="1" y="4002"/>
                  </a:cubicBezTo>
                  <a:cubicBezTo>
                    <a:pt x="1" y="4192"/>
                    <a:pt x="143" y="4311"/>
                    <a:pt x="286" y="4311"/>
                  </a:cubicBezTo>
                  <a:lnTo>
                    <a:pt x="929" y="4311"/>
                  </a:lnTo>
                  <a:lnTo>
                    <a:pt x="929" y="5597"/>
                  </a:lnTo>
                  <a:lnTo>
                    <a:pt x="286" y="5597"/>
                  </a:lnTo>
                  <a:cubicBezTo>
                    <a:pt x="120" y="5597"/>
                    <a:pt x="1" y="5740"/>
                    <a:pt x="1" y="5883"/>
                  </a:cubicBezTo>
                  <a:cubicBezTo>
                    <a:pt x="1" y="6026"/>
                    <a:pt x="143" y="6193"/>
                    <a:pt x="286" y="6193"/>
                  </a:cubicBezTo>
                  <a:lnTo>
                    <a:pt x="929" y="6193"/>
                  </a:lnTo>
                  <a:cubicBezTo>
                    <a:pt x="929" y="6502"/>
                    <a:pt x="977" y="6812"/>
                    <a:pt x="1072" y="7098"/>
                  </a:cubicBezTo>
                  <a:lnTo>
                    <a:pt x="501" y="7431"/>
                  </a:lnTo>
                  <a:cubicBezTo>
                    <a:pt x="358" y="7526"/>
                    <a:pt x="286" y="7693"/>
                    <a:pt x="382" y="7860"/>
                  </a:cubicBezTo>
                  <a:cubicBezTo>
                    <a:pt x="447" y="7958"/>
                    <a:pt x="547" y="8012"/>
                    <a:pt x="658" y="8012"/>
                  </a:cubicBezTo>
                  <a:cubicBezTo>
                    <a:pt x="707" y="8012"/>
                    <a:pt x="759" y="8001"/>
                    <a:pt x="810" y="7979"/>
                  </a:cubicBezTo>
                  <a:lnTo>
                    <a:pt x="1334" y="7669"/>
                  </a:lnTo>
                  <a:cubicBezTo>
                    <a:pt x="1525" y="7931"/>
                    <a:pt x="1715" y="8169"/>
                    <a:pt x="1953" y="8384"/>
                  </a:cubicBezTo>
                  <a:lnTo>
                    <a:pt x="1691" y="8836"/>
                  </a:lnTo>
                  <a:cubicBezTo>
                    <a:pt x="1596" y="8979"/>
                    <a:pt x="1668" y="9170"/>
                    <a:pt x="1810" y="9241"/>
                  </a:cubicBezTo>
                  <a:cubicBezTo>
                    <a:pt x="1859" y="9274"/>
                    <a:pt x="1914" y="9290"/>
                    <a:pt x="1969" y="9290"/>
                  </a:cubicBezTo>
                  <a:cubicBezTo>
                    <a:pt x="2073" y="9290"/>
                    <a:pt x="2177" y="9231"/>
                    <a:pt x="2239" y="9122"/>
                  </a:cubicBezTo>
                  <a:lnTo>
                    <a:pt x="2501" y="8693"/>
                  </a:lnTo>
                  <a:cubicBezTo>
                    <a:pt x="2787" y="8836"/>
                    <a:pt x="3096" y="8931"/>
                    <a:pt x="3430" y="8955"/>
                  </a:cubicBezTo>
                  <a:cubicBezTo>
                    <a:pt x="3573" y="9836"/>
                    <a:pt x="4335" y="10527"/>
                    <a:pt x="5264" y="10527"/>
                  </a:cubicBezTo>
                  <a:lnTo>
                    <a:pt x="6407" y="10527"/>
                  </a:lnTo>
                  <a:cubicBezTo>
                    <a:pt x="7835" y="10527"/>
                    <a:pt x="8979" y="9360"/>
                    <a:pt x="8979" y="7931"/>
                  </a:cubicBezTo>
                  <a:lnTo>
                    <a:pt x="8979" y="5859"/>
                  </a:lnTo>
                  <a:cubicBezTo>
                    <a:pt x="8931" y="5669"/>
                    <a:pt x="8812" y="5550"/>
                    <a:pt x="8621" y="5550"/>
                  </a:cubicBezTo>
                  <a:cubicBezTo>
                    <a:pt x="8455" y="5550"/>
                    <a:pt x="8336" y="5716"/>
                    <a:pt x="8336" y="5859"/>
                  </a:cubicBezTo>
                  <a:lnTo>
                    <a:pt x="8336" y="7931"/>
                  </a:lnTo>
                  <a:cubicBezTo>
                    <a:pt x="8336" y="9003"/>
                    <a:pt x="7431" y="9908"/>
                    <a:pt x="6359" y="9908"/>
                  </a:cubicBezTo>
                  <a:lnTo>
                    <a:pt x="5240" y="9908"/>
                  </a:lnTo>
                  <a:cubicBezTo>
                    <a:pt x="4644" y="9908"/>
                    <a:pt x="4168" y="9479"/>
                    <a:pt x="4025" y="8955"/>
                  </a:cubicBezTo>
                  <a:cubicBezTo>
                    <a:pt x="4311" y="8931"/>
                    <a:pt x="4621" y="8836"/>
                    <a:pt x="4882" y="8693"/>
                  </a:cubicBezTo>
                  <a:lnTo>
                    <a:pt x="5144" y="9122"/>
                  </a:lnTo>
                  <a:cubicBezTo>
                    <a:pt x="5207" y="9231"/>
                    <a:pt x="5300" y="9290"/>
                    <a:pt x="5398" y="9290"/>
                  </a:cubicBezTo>
                  <a:cubicBezTo>
                    <a:pt x="5448" y="9290"/>
                    <a:pt x="5500" y="9274"/>
                    <a:pt x="5549" y="9241"/>
                  </a:cubicBezTo>
                  <a:cubicBezTo>
                    <a:pt x="5716" y="9170"/>
                    <a:pt x="5764" y="8979"/>
                    <a:pt x="5668" y="8836"/>
                  </a:cubicBezTo>
                  <a:lnTo>
                    <a:pt x="5406" y="8384"/>
                  </a:lnTo>
                  <a:cubicBezTo>
                    <a:pt x="5645" y="8169"/>
                    <a:pt x="5859" y="7931"/>
                    <a:pt x="6026" y="7669"/>
                  </a:cubicBezTo>
                  <a:cubicBezTo>
                    <a:pt x="6621" y="8003"/>
                    <a:pt x="6621" y="8026"/>
                    <a:pt x="6716" y="8026"/>
                  </a:cubicBezTo>
                  <a:cubicBezTo>
                    <a:pt x="7050" y="8026"/>
                    <a:pt x="7145" y="7598"/>
                    <a:pt x="6859" y="7431"/>
                  </a:cubicBezTo>
                  <a:lnTo>
                    <a:pt x="6311" y="7098"/>
                  </a:lnTo>
                  <a:cubicBezTo>
                    <a:pt x="6383" y="6812"/>
                    <a:pt x="6454" y="6502"/>
                    <a:pt x="6454" y="6193"/>
                  </a:cubicBezTo>
                  <a:lnTo>
                    <a:pt x="7073" y="6193"/>
                  </a:lnTo>
                  <a:cubicBezTo>
                    <a:pt x="7264" y="6193"/>
                    <a:pt x="7383" y="6026"/>
                    <a:pt x="7383" y="5883"/>
                  </a:cubicBezTo>
                  <a:cubicBezTo>
                    <a:pt x="7383" y="5716"/>
                    <a:pt x="7216" y="5597"/>
                    <a:pt x="7073" y="5597"/>
                  </a:cubicBezTo>
                  <a:lnTo>
                    <a:pt x="6454" y="5597"/>
                  </a:lnTo>
                  <a:lnTo>
                    <a:pt x="6454" y="4311"/>
                  </a:lnTo>
                  <a:lnTo>
                    <a:pt x="7073" y="4311"/>
                  </a:lnTo>
                  <a:cubicBezTo>
                    <a:pt x="7264" y="4311"/>
                    <a:pt x="7383" y="4169"/>
                    <a:pt x="7383" y="4002"/>
                  </a:cubicBezTo>
                  <a:cubicBezTo>
                    <a:pt x="7383" y="3835"/>
                    <a:pt x="7240" y="3716"/>
                    <a:pt x="7073" y="3716"/>
                  </a:cubicBezTo>
                  <a:lnTo>
                    <a:pt x="6454" y="3716"/>
                  </a:lnTo>
                  <a:cubicBezTo>
                    <a:pt x="6454" y="3383"/>
                    <a:pt x="6407" y="3097"/>
                    <a:pt x="6311" y="2787"/>
                  </a:cubicBezTo>
                  <a:lnTo>
                    <a:pt x="6883" y="2454"/>
                  </a:lnTo>
                  <a:cubicBezTo>
                    <a:pt x="7026" y="2382"/>
                    <a:pt x="7073" y="2192"/>
                    <a:pt x="7002" y="2049"/>
                  </a:cubicBezTo>
                  <a:cubicBezTo>
                    <a:pt x="6937" y="1951"/>
                    <a:pt x="6826" y="1887"/>
                    <a:pt x="6718" y="1887"/>
                  </a:cubicBezTo>
                  <a:cubicBezTo>
                    <a:pt x="6668" y="1887"/>
                    <a:pt x="6618" y="1900"/>
                    <a:pt x="6573" y="1930"/>
                  </a:cubicBezTo>
                  <a:lnTo>
                    <a:pt x="6049" y="2216"/>
                  </a:lnTo>
                  <a:cubicBezTo>
                    <a:pt x="5859" y="1954"/>
                    <a:pt x="5645" y="1716"/>
                    <a:pt x="5406" y="1501"/>
                  </a:cubicBezTo>
                  <a:lnTo>
                    <a:pt x="5740" y="930"/>
                  </a:lnTo>
                  <a:cubicBezTo>
                    <a:pt x="5835" y="787"/>
                    <a:pt x="5764" y="620"/>
                    <a:pt x="5621" y="525"/>
                  </a:cubicBezTo>
                  <a:cubicBezTo>
                    <a:pt x="5576" y="495"/>
                    <a:pt x="5526" y="482"/>
                    <a:pt x="5477" y="482"/>
                  </a:cubicBezTo>
                  <a:cubicBezTo>
                    <a:pt x="5370" y="482"/>
                    <a:pt x="5265" y="546"/>
                    <a:pt x="5216" y="644"/>
                  </a:cubicBezTo>
                  <a:lnTo>
                    <a:pt x="4882" y="1192"/>
                  </a:lnTo>
                  <a:cubicBezTo>
                    <a:pt x="4621" y="1025"/>
                    <a:pt x="4287" y="930"/>
                    <a:pt x="3978" y="906"/>
                  </a:cubicBezTo>
                  <a:lnTo>
                    <a:pt x="3978" y="287"/>
                  </a:lnTo>
                  <a:cubicBezTo>
                    <a:pt x="3978" y="120"/>
                    <a:pt x="3835" y="1"/>
                    <a:pt x="3692"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0" name="Google Shape;22280;p139"/>
            <p:cNvSpPr/>
            <p:nvPr/>
          </p:nvSpPr>
          <p:spPr>
            <a:xfrm>
              <a:off x="7181966" y="1922650"/>
              <a:ext cx="171238" cy="344753"/>
            </a:xfrm>
            <a:custGeom>
              <a:avLst/>
              <a:gdLst/>
              <a:ahLst/>
              <a:cxnLst/>
              <a:rect l="l" t="t" r="r" b="b"/>
              <a:pathLst>
                <a:path w="5264" h="10598" extrusionOk="0">
                  <a:moveTo>
                    <a:pt x="1" y="0"/>
                  </a:moveTo>
                  <a:lnTo>
                    <a:pt x="1" y="1548"/>
                  </a:lnTo>
                  <a:cubicBezTo>
                    <a:pt x="1191" y="1548"/>
                    <a:pt x="2168" y="2549"/>
                    <a:pt x="2168" y="3739"/>
                  </a:cubicBezTo>
                  <a:lnTo>
                    <a:pt x="2168" y="6264"/>
                  </a:lnTo>
                  <a:cubicBezTo>
                    <a:pt x="2168" y="7454"/>
                    <a:pt x="1191" y="8431"/>
                    <a:pt x="1" y="8431"/>
                  </a:cubicBezTo>
                  <a:lnTo>
                    <a:pt x="1" y="9764"/>
                  </a:lnTo>
                  <a:cubicBezTo>
                    <a:pt x="334" y="10288"/>
                    <a:pt x="882" y="10598"/>
                    <a:pt x="1549" y="10598"/>
                  </a:cubicBezTo>
                  <a:lnTo>
                    <a:pt x="4930" y="10598"/>
                  </a:lnTo>
                  <a:cubicBezTo>
                    <a:pt x="5121" y="10598"/>
                    <a:pt x="5264" y="10455"/>
                    <a:pt x="5264" y="10288"/>
                  </a:cubicBezTo>
                  <a:lnTo>
                    <a:pt x="5240" y="5763"/>
                  </a:lnTo>
                  <a:cubicBezTo>
                    <a:pt x="5144" y="5650"/>
                    <a:pt x="5035" y="5603"/>
                    <a:pt x="4935" y="5603"/>
                  </a:cubicBezTo>
                  <a:cubicBezTo>
                    <a:pt x="4764" y="5603"/>
                    <a:pt x="4621" y="5741"/>
                    <a:pt x="4621" y="5906"/>
                  </a:cubicBezTo>
                  <a:lnTo>
                    <a:pt x="4621" y="7978"/>
                  </a:lnTo>
                  <a:cubicBezTo>
                    <a:pt x="4621" y="9050"/>
                    <a:pt x="3716" y="9955"/>
                    <a:pt x="2644" y="9955"/>
                  </a:cubicBezTo>
                  <a:lnTo>
                    <a:pt x="1525" y="9955"/>
                  </a:lnTo>
                  <a:cubicBezTo>
                    <a:pt x="930" y="9955"/>
                    <a:pt x="453" y="9526"/>
                    <a:pt x="287" y="9002"/>
                  </a:cubicBezTo>
                  <a:cubicBezTo>
                    <a:pt x="596" y="8978"/>
                    <a:pt x="882" y="8883"/>
                    <a:pt x="1144" y="8740"/>
                  </a:cubicBezTo>
                  <a:lnTo>
                    <a:pt x="1430" y="9169"/>
                  </a:lnTo>
                  <a:cubicBezTo>
                    <a:pt x="1477" y="9278"/>
                    <a:pt x="1575" y="9337"/>
                    <a:pt x="1677" y="9337"/>
                  </a:cubicBezTo>
                  <a:cubicBezTo>
                    <a:pt x="1731" y="9337"/>
                    <a:pt x="1785" y="9321"/>
                    <a:pt x="1834" y="9288"/>
                  </a:cubicBezTo>
                  <a:cubicBezTo>
                    <a:pt x="1977" y="9217"/>
                    <a:pt x="2049" y="9026"/>
                    <a:pt x="1954" y="8883"/>
                  </a:cubicBezTo>
                  <a:lnTo>
                    <a:pt x="1692" y="8431"/>
                  </a:lnTo>
                  <a:cubicBezTo>
                    <a:pt x="1930" y="8216"/>
                    <a:pt x="2144" y="7978"/>
                    <a:pt x="2311" y="7716"/>
                  </a:cubicBezTo>
                  <a:cubicBezTo>
                    <a:pt x="2906" y="8050"/>
                    <a:pt x="2906" y="8073"/>
                    <a:pt x="3001" y="8073"/>
                  </a:cubicBezTo>
                  <a:cubicBezTo>
                    <a:pt x="3335" y="8073"/>
                    <a:pt x="3406" y="7645"/>
                    <a:pt x="3144" y="7478"/>
                  </a:cubicBezTo>
                  <a:lnTo>
                    <a:pt x="2573" y="7145"/>
                  </a:lnTo>
                  <a:cubicBezTo>
                    <a:pt x="2668" y="6859"/>
                    <a:pt x="2739" y="6549"/>
                    <a:pt x="2739" y="6240"/>
                  </a:cubicBezTo>
                  <a:lnTo>
                    <a:pt x="3359" y="6240"/>
                  </a:lnTo>
                  <a:cubicBezTo>
                    <a:pt x="3501" y="6240"/>
                    <a:pt x="3644" y="6121"/>
                    <a:pt x="3692" y="5954"/>
                  </a:cubicBezTo>
                  <a:cubicBezTo>
                    <a:pt x="3716" y="5787"/>
                    <a:pt x="3573" y="5597"/>
                    <a:pt x="3382" y="5597"/>
                  </a:cubicBezTo>
                  <a:lnTo>
                    <a:pt x="2763" y="5597"/>
                  </a:lnTo>
                  <a:lnTo>
                    <a:pt x="2763" y="4335"/>
                  </a:lnTo>
                  <a:lnTo>
                    <a:pt x="3382" y="4335"/>
                  </a:lnTo>
                  <a:cubicBezTo>
                    <a:pt x="3573" y="4335"/>
                    <a:pt x="3692" y="4168"/>
                    <a:pt x="3692" y="4025"/>
                  </a:cubicBezTo>
                  <a:cubicBezTo>
                    <a:pt x="3692" y="3858"/>
                    <a:pt x="3549" y="3739"/>
                    <a:pt x="3382" y="3739"/>
                  </a:cubicBezTo>
                  <a:lnTo>
                    <a:pt x="2763" y="3739"/>
                  </a:lnTo>
                  <a:cubicBezTo>
                    <a:pt x="2763" y="3406"/>
                    <a:pt x="2716" y="3096"/>
                    <a:pt x="2620" y="2810"/>
                  </a:cubicBezTo>
                  <a:lnTo>
                    <a:pt x="3192" y="2477"/>
                  </a:lnTo>
                  <a:cubicBezTo>
                    <a:pt x="3335" y="2382"/>
                    <a:pt x="3382" y="2215"/>
                    <a:pt x="3311" y="2072"/>
                  </a:cubicBezTo>
                  <a:cubicBezTo>
                    <a:pt x="3248" y="1963"/>
                    <a:pt x="3145" y="1905"/>
                    <a:pt x="3040" y="1905"/>
                  </a:cubicBezTo>
                  <a:cubicBezTo>
                    <a:pt x="2986" y="1905"/>
                    <a:pt x="2931" y="1920"/>
                    <a:pt x="2882" y="1953"/>
                  </a:cubicBezTo>
                  <a:lnTo>
                    <a:pt x="2358" y="2239"/>
                  </a:lnTo>
                  <a:cubicBezTo>
                    <a:pt x="2168" y="1977"/>
                    <a:pt x="1954" y="1739"/>
                    <a:pt x="1715" y="1524"/>
                  </a:cubicBezTo>
                  <a:lnTo>
                    <a:pt x="2049" y="953"/>
                  </a:lnTo>
                  <a:cubicBezTo>
                    <a:pt x="2144" y="810"/>
                    <a:pt x="2073" y="643"/>
                    <a:pt x="1930" y="548"/>
                  </a:cubicBezTo>
                  <a:cubicBezTo>
                    <a:pt x="1881" y="515"/>
                    <a:pt x="1826" y="500"/>
                    <a:pt x="1773" y="500"/>
                  </a:cubicBezTo>
                  <a:cubicBezTo>
                    <a:pt x="1670" y="500"/>
                    <a:pt x="1572" y="558"/>
                    <a:pt x="1525" y="667"/>
                  </a:cubicBezTo>
                  <a:lnTo>
                    <a:pt x="1191" y="1191"/>
                  </a:lnTo>
                  <a:cubicBezTo>
                    <a:pt x="930" y="1048"/>
                    <a:pt x="596" y="953"/>
                    <a:pt x="287" y="929"/>
                  </a:cubicBezTo>
                  <a:lnTo>
                    <a:pt x="287" y="310"/>
                  </a:lnTo>
                  <a:cubicBezTo>
                    <a:pt x="287" y="119"/>
                    <a:pt x="1" y="0"/>
                    <a:pt x="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1" name="Google Shape;22281;p139"/>
            <p:cNvSpPr/>
            <p:nvPr/>
          </p:nvSpPr>
          <p:spPr>
            <a:xfrm>
              <a:off x="7168043" y="2104688"/>
              <a:ext cx="60441" cy="60473"/>
            </a:xfrm>
            <a:custGeom>
              <a:avLst/>
              <a:gdLst/>
              <a:ahLst/>
              <a:cxnLst/>
              <a:rect l="l" t="t" r="r" b="b"/>
              <a:pathLst>
                <a:path w="1858" h="1859" extrusionOk="0">
                  <a:moveTo>
                    <a:pt x="929" y="1"/>
                  </a:moveTo>
                  <a:cubicBezTo>
                    <a:pt x="429" y="1"/>
                    <a:pt x="0" y="429"/>
                    <a:pt x="0" y="929"/>
                  </a:cubicBezTo>
                  <a:cubicBezTo>
                    <a:pt x="0" y="1430"/>
                    <a:pt x="429" y="1858"/>
                    <a:pt x="929" y="1858"/>
                  </a:cubicBezTo>
                  <a:cubicBezTo>
                    <a:pt x="1429" y="1858"/>
                    <a:pt x="1858" y="1430"/>
                    <a:pt x="1858" y="929"/>
                  </a:cubicBezTo>
                  <a:cubicBezTo>
                    <a:pt x="1858" y="429"/>
                    <a:pt x="1429" y="1"/>
                    <a:pt x="929"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2" name="Google Shape;22282;p139"/>
            <p:cNvSpPr/>
            <p:nvPr/>
          </p:nvSpPr>
          <p:spPr>
            <a:xfrm>
              <a:off x="7181966" y="2104720"/>
              <a:ext cx="47299" cy="60734"/>
            </a:xfrm>
            <a:custGeom>
              <a:avLst/>
              <a:gdLst/>
              <a:ahLst/>
              <a:cxnLst/>
              <a:rect l="l" t="t" r="r" b="b"/>
              <a:pathLst>
                <a:path w="1454" h="1867" extrusionOk="0">
                  <a:moveTo>
                    <a:pt x="513" y="0"/>
                  </a:moveTo>
                  <a:cubicBezTo>
                    <a:pt x="338" y="0"/>
                    <a:pt x="160" y="52"/>
                    <a:pt x="1" y="166"/>
                  </a:cubicBezTo>
                  <a:lnTo>
                    <a:pt x="1" y="1714"/>
                  </a:lnTo>
                  <a:cubicBezTo>
                    <a:pt x="161" y="1819"/>
                    <a:pt x="335" y="1866"/>
                    <a:pt x="506" y="1866"/>
                  </a:cubicBezTo>
                  <a:cubicBezTo>
                    <a:pt x="995" y="1866"/>
                    <a:pt x="1453" y="1476"/>
                    <a:pt x="1453" y="928"/>
                  </a:cubicBezTo>
                  <a:cubicBezTo>
                    <a:pt x="1453" y="388"/>
                    <a:pt x="993"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3" name="Google Shape;22283;p139"/>
            <p:cNvSpPr/>
            <p:nvPr/>
          </p:nvSpPr>
          <p:spPr>
            <a:xfrm>
              <a:off x="7136261" y="1998575"/>
              <a:ext cx="61254" cy="59660"/>
            </a:xfrm>
            <a:custGeom>
              <a:avLst/>
              <a:gdLst/>
              <a:ahLst/>
              <a:cxnLst/>
              <a:rect l="l" t="t" r="r" b="b"/>
              <a:pathLst>
                <a:path w="1883" h="1834" extrusionOk="0">
                  <a:moveTo>
                    <a:pt x="929" y="619"/>
                  </a:moveTo>
                  <a:cubicBezTo>
                    <a:pt x="1096" y="619"/>
                    <a:pt x="1215" y="762"/>
                    <a:pt x="1215" y="929"/>
                  </a:cubicBezTo>
                  <a:cubicBezTo>
                    <a:pt x="1263" y="1096"/>
                    <a:pt x="1096" y="1215"/>
                    <a:pt x="929" y="1215"/>
                  </a:cubicBezTo>
                  <a:cubicBezTo>
                    <a:pt x="739" y="1215"/>
                    <a:pt x="620" y="1072"/>
                    <a:pt x="620" y="929"/>
                  </a:cubicBezTo>
                  <a:cubicBezTo>
                    <a:pt x="620" y="738"/>
                    <a:pt x="787" y="619"/>
                    <a:pt x="929" y="619"/>
                  </a:cubicBezTo>
                  <a:close/>
                  <a:moveTo>
                    <a:pt x="929" y="0"/>
                  </a:moveTo>
                  <a:cubicBezTo>
                    <a:pt x="429" y="0"/>
                    <a:pt x="1" y="405"/>
                    <a:pt x="1" y="929"/>
                  </a:cubicBezTo>
                  <a:cubicBezTo>
                    <a:pt x="1" y="1429"/>
                    <a:pt x="429" y="1834"/>
                    <a:pt x="929" y="1834"/>
                  </a:cubicBezTo>
                  <a:cubicBezTo>
                    <a:pt x="1430" y="1834"/>
                    <a:pt x="1858" y="1429"/>
                    <a:pt x="1858" y="929"/>
                  </a:cubicBezTo>
                  <a:cubicBezTo>
                    <a:pt x="1882" y="405"/>
                    <a:pt x="1453" y="0"/>
                    <a:pt x="929"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4" name="Google Shape;22284;p139"/>
            <p:cNvSpPr/>
            <p:nvPr/>
          </p:nvSpPr>
          <p:spPr>
            <a:xfrm>
              <a:off x="7181966" y="2002446"/>
              <a:ext cx="20949" cy="53479"/>
            </a:xfrm>
            <a:custGeom>
              <a:avLst/>
              <a:gdLst/>
              <a:ahLst/>
              <a:cxnLst/>
              <a:rect l="l" t="t" r="r" b="b"/>
              <a:pathLst>
                <a:path w="644" h="1644" extrusionOk="0">
                  <a:moveTo>
                    <a:pt x="1" y="0"/>
                  </a:moveTo>
                  <a:lnTo>
                    <a:pt x="1" y="1643"/>
                  </a:lnTo>
                  <a:cubicBezTo>
                    <a:pt x="644" y="1286"/>
                    <a:pt x="644" y="334"/>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85" name="Google Shape;22285;p139"/>
          <p:cNvGrpSpPr/>
          <p:nvPr/>
        </p:nvGrpSpPr>
        <p:grpSpPr>
          <a:xfrm>
            <a:off x="7768417" y="1768688"/>
            <a:ext cx="382585" cy="344785"/>
            <a:chOff x="7768417" y="1921088"/>
            <a:chExt cx="382585" cy="344785"/>
          </a:xfrm>
        </p:grpSpPr>
        <p:sp>
          <p:nvSpPr>
            <p:cNvPr id="22286" name="Google Shape;22286;p139"/>
            <p:cNvSpPr/>
            <p:nvPr/>
          </p:nvSpPr>
          <p:spPr>
            <a:xfrm>
              <a:off x="7909402" y="2044280"/>
              <a:ext cx="100745" cy="100745"/>
            </a:xfrm>
            <a:custGeom>
              <a:avLst/>
              <a:gdLst/>
              <a:ahLst/>
              <a:cxnLst/>
              <a:rect l="l" t="t" r="r" b="b"/>
              <a:pathLst>
                <a:path w="3097" h="3097" extrusionOk="0">
                  <a:moveTo>
                    <a:pt x="1549" y="0"/>
                  </a:moveTo>
                  <a:cubicBezTo>
                    <a:pt x="667" y="0"/>
                    <a:pt x="1" y="667"/>
                    <a:pt x="1" y="1548"/>
                  </a:cubicBezTo>
                  <a:cubicBezTo>
                    <a:pt x="1" y="2405"/>
                    <a:pt x="667" y="3096"/>
                    <a:pt x="1549" y="3096"/>
                  </a:cubicBezTo>
                  <a:cubicBezTo>
                    <a:pt x="2382" y="3096"/>
                    <a:pt x="3096" y="2405"/>
                    <a:pt x="3096" y="1548"/>
                  </a:cubicBezTo>
                  <a:cubicBezTo>
                    <a:pt x="3096" y="667"/>
                    <a:pt x="2406" y="0"/>
                    <a:pt x="154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7" name="Google Shape;22287;p139"/>
            <p:cNvSpPr/>
            <p:nvPr/>
          </p:nvSpPr>
          <p:spPr>
            <a:xfrm>
              <a:off x="7959758" y="2042718"/>
              <a:ext cx="50389" cy="100745"/>
            </a:xfrm>
            <a:custGeom>
              <a:avLst/>
              <a:gdLst/>
              <a:ahLst/>
              <a:cxnLst/>
              <a:rect l="l" t="t" r="r" b="b"/>
              <a:pathLst>
                <a:path w="1549" h="3097" extrusionOk="0">
                  <a:moveTo>
                    <a:pt x="1" y="1"/>
                  </a:moveTo>
                  <a:lnTo>
                    <a:pt x="1" y="3096"/>
                  </a:lnTo>
                  <a:cubicBezTo>
                    <a:pt x="858" y="3096"/>
                    <a:pt x="1548" y="2430"/>
                    <a:pt x="1548" y="1549"/>
                  </a:cubicBezTo>
                  <a:cubicBezTo>
                    <a:pt x="1548" y="691"/>
                    <a:pt x="858" y="1"/>
                    <a:pt x="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8" name="Google Shape;22288;p139"/>
            <p:cNvSpPr/>
            <p:nvPr/>
          </p:nvSpPr>
          <p:spPr>
            <a:xfrm>
              <a:off x="7768417" y="1976162"/>
              <a:ext cx="367101" cy="234346"/>
            </a:xfrm>
            <a:custGeom>
              <a:avLst/>
              <a:gdLst/>
              <a:ahLst/>
              <a:cxnLst/>
              <a:rect l="l" t="t" r="r" b="b"/>
              <a:pathLst>
                <a:path w="11285" h="7204" extrusionOk="0">
                  <a:moveTo>
                    <a:pt x="3391" y="636"/>
                  </a:moveTo>
                  <a:cubicBezTo>
                    <a:pt x="4370" y="636"/>
                    <a:pt x="5650" y="995"/>
                    <a:pt x="6930" y="1737"/>
                  </a:cubicBezTo>
                  <a:cubicBezTo>
                    <a:pt x="10133" y="3580"/>
                    <a:pt x="11284" y="6582"/>
                    <a:pt x="8360" y="6582"/>
                  </a:cubicBezTo>
                  <a:cubicBezTo>
                    <a:pt x="8261" y="6582"/>
                    <a:pt x="8158" y="6578"/>
                    <a:pt x="8050" y="6571"/>
                  </a:cubicBezTo>
                  <a:cubicBezTo>
                    <a:pt x="5954" y="6452"/>
                    <a:pt x="3311" y="4904"/>
                    <a:pt x="2167" y="3190"/>
                  </a:cubicBezTo>
                  <a:cubicBezTo>
                    <a:pt x="1063" y="1518"/>
                    <a:pt x="1857" y="636"/>
                    <a:pt x="3391" y="636"/>
                  </a:cubicBezTo>
                  <a:close/>
                  <a:moveTo>
                    <a:pt x="3404" y="1"/>
                  </a:moveTo>
                  <a:cubicBezTo>
                    <a:pt x="2435" y="1"/>
                    <a:pt x="1659" y="304"/>
                    <a:pt x="1286" y="951"/>
                  </a:cubicBezTo>
                  <a:cubicBezTo>
                    <a:pt x="0" y="3166"/>
                    <a:pt x="4382" y="6952"/>
                    <a:pt x="8050" y="7190"/>
                  </a:cubicBezTo>
                  <a:cubicBezTo>
                    <a:pt x="8159" y="7199"/>
                    <a:pt x="8270" y="7203"/>
                    <a:pt x="8381" y="7203"/>
                  </a:cubicBezTo>
                  <a:cubicBezTo>
                    <a:pt x="9213" y="7203"/>
                    <a:pt x="10059" y="6955"/>
                    <a:pt x="10479" y="6262"/>
                  </a:cubicBezTo>
                  <a:cubicBezTo>
                    <a:pt x="11265" y="4857"/>
                    <a:pt x="9740" y="2618"/>
                    <a:pt x="7264" y="1189"/>
                  </a:cubicBezTo>
                  <a:cubicBezTo>
                    <a:pt x="5940" y="418"/>
                    <a:pt x="4540" y="1"/>
                    <a:pt x="3404"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9" name="Google Shape;22289;p139"/>
            <p:cNvSpPr/>
            <p:nvPr/>
          </p:nvSpPr>
          <p:spPr>
            <a:xfrm>
              <a:off x="7959758" y="1993923"/>
              <a:ext cx="187731" cy="216617"/>
            </a:xfrm>
            <a:custGeom>
              <a:avLst/>
              <a:gdLst/>
              <a:ahLst/>
              <a:cxnLst/>
              <a:rect l="l" t="t" r="r" b="b"/>
              <a:pathLst>
                <a:path w="5771" h="6659" extrusionOk="0">
                  <a:moveTo>
                    <a:pt x="1" y="0"/>
                  </a:moveTo>
                  <a:lnTo>
                    <a:pt x="1" y="643"/>
                  </a:lnTo>
                  <a:cubicBezTo>
                    <a:pt x="3884" y="2285"/>
                    <a:pt x="5771" y="6036"/>
                    <a:pt x="2501" y="6036"/>
                  </a:cubicBezTo>
                  <a:cubicBezTo>
                    <a:pt x="2402" y="6036"/>
                    <a:pt x="2299" y="6032"/>
                    <a:pt x="2191" y="6025"/>
                  </a:cubicBezTo>
                  <a:cubicBezTo>
                    <a:pt x="1501" y="6002"/>
                    <a:pt x="739" y="5787"/>
                    <a:pt x="1" y="5454"/>
                  </a:cubicBezTo>
                  <a:lnTo>
                    <a:pt x="1" y="6144"/>
                  </a:lnTo>
                  <a:cubicBezTo>
                    <a:pt x="821" y="6462"/>
                    <a:pt x="1701" y="6658"/>
                    <a:pt x="2483" y="6658"/>
                  </a:cubicBezTo>
                  <a:cubicBezTo>
                    <a:pt x="3403" y="6658"/>
                    <a:pt x="4187" y="6385"/>
                    <a:pt x="4573" y="5716"/>
                  </a:cubicBezTo>
                  <a:cubicBezTo>
                    <a:pt x="5549" y="4001"/>
                    <a:pt x="3096" y="1191"/>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0" name="Google Shape;22290;p139"/>
            <p:cNvSpPr/>
            <p:nvPr/>
          </p:nvSpPr>
          <p:spPr>
            <a:xfrm>
              <a:off x="7783120" y="1976162"/>
              <a:ext cx="367882" cy="234704"/>
            </a:xfrm>
            <a:custGeom>
              <a:avLst/>
              <a:gdLst/>
              <a:ahLst/>
              <a:cxnLst/>
              <a:rect l="l" t="t" r="r" b="b"/>
              <a:pathLst>
                <a:path w="11309" h="7215" extrusionOk="0">
                  <a:moveTo>
                    <a:pt x="7871" y="640"/>
                  </a:moveTo>
                  <a:cubicBezTo>
                    <a:pt x="8642" y="640"/>
                    <a:pt x="9229" y="858"/>
                    <a:pt x="9479" y="1285"/>
                  </a:cubicBezTo>
                  <a:cubicBezTo>
                    <a:pt x="10003" y="2237"/>
                    <a:pt x="8812" y="4166"/>
                    <a:pt x="6502" y="5500"/>
                  </a:cubicBezTo>
                  <a:cubicBezTo>
                    <a:pt x="5217" y="6255"/>
                    <a:pt x="3939" y="6612"/>
                    <a:pt x="2959" y="6612"/>
                  </a:cubicBezTo>
                  <a:cubicBezTo>
                    <a:pt x="2179" y="6612"/>
                    <a:pt x="1588" y="6385"/>
                    <a:pt x="1334" y="5952"/>
                  </a:cubicBezTo>
                  <a:cubicBezTo>
                    <a:pt x="787" y="5000"/>
                    <a:pt x="2001" y="3071"/>
                    <a:pt x="4311" y="1737"/>
                  </a:cubicBezTo>
                  <a:cubicBezTo>
                    <a:pt x="5584" y="1000"/>
                    <a:pt x="6880" y="640"/>
                    <a:pt x="7871" y="640"/>
                  </a:cubicBezTo>
                  <a:close/>
                  <a:moveTo>
                    <a:pt x="7893" y="1"/>
                  </a:moveTo>
                  <a:cubicBezTo>
                    <a:pt x="6761" y="1"/>
                    <a:pt x="5362" y="418"/>
                    <a:pt x="4025" y="1189"/>
                  </a:cubicBezTo>
                  <a:cubicBezTo>
                    <a:pt x="1549" y="2618"/>
                    <a:pt x="1" y="4857"/>
                    <a:pt x="834" y="6262"/>
                  </a:cubicBezTo>
                  <a:cubicBezTo>
                    <a:pt x="1192" y="6881"/>
                    <a:pt x="1930" y="7214"/>
                    <a:pt x="2954" y="7214"/>
                  </a:cubicBezTo>
                  <a:cubicBezTo>
                    <a:pt x="2965" y="7214"/>
                    <a:pt x="2975" y="7214"/>
                    <a:pt x="2986" y="7214"/>
                  </a:cubicBezTo>
                  <a:cubicBezTo>
                    <a:pt x="6602" y="7214"/>
                    <a:pt x="11309" y="3231"/>
                    <a:pt x="10003" y="951"/>
                  </a:cubicBezTo>
                  <a:cubicBezTo>
                    <a:pt x="9630" y="304"/>
                    <a:pt x="8859" y="1"/>
                    <a:pt x="789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1" name="Google Shape;22291;p139"/>
            <p:cNvSpPr/>
            <p:nvPr/>
          </p:nvSpPr>
          <p:spPr>
            <a:xfrm>
              <a:off x="7959758" y="1976292"/>
              <a:ext cx="182851" cy="217528"/>
            </a:xfrm>
            <a:custGeom>
              <a:avLst/>
              <a:gdLst/>
              <a:ahLst/>
              <a:cxnLst/>
              <a:rect l="l" t="t" r="r" b="b"/>
              <a:pathLst>
                <a:path w="5621" h="6687" extrusionOk="0">
                  <a:moveTo>
                    <a:pt x="2438" y="0"/>
                  </a:moveTo>
                  <a:cubicBezTo>
                    <a:pt x="1706" y="0"/>
                    <a:pt x="864" y="169"/>
                    <a:pt x="1" y="495"/>
                  </a:cubicBezTo>
                  <a:lnTo>
                    <a:pt x="1" y="1161"/>
                  </a:lnTo>
                  <a:cubicBezTo>
                    <a:pt x="888" y="786"/>
                    <a:pt x="1744" y="601"/>
                    <a:pt x="2446" y="601"/>
                  </a:cubicBezTo>
                  <a:cubicBezTo>
                    <a:pt x="3214" y="601"/>
                    <a:pt x="3800" y="822"/>
                    <a:pt x="4049" y="1257"/>
                  </a:cubicBezTo>
                  <a:cubicBezTo>
                    <a:pt x="4692" y="2400"/>
                    <a:pt x="2858" y="4829"/>
                    <a:pt x="1" y="6020"/>
                  </a:cubicBezTo>
                  <a:lnTo>
                    <a:pt x="1" y="6686"/>
                  </a:lnTo>
                  <a:cubicBezTo>
                    <a:pt x="2930" y="5567"/>
                    <a:pt x="5621" y="2757"/>
                    <a:pt x="4573" y="947"/>
                  </a:cubicBezTo>
                  <a:cubicBezTo>
                    <a:pt x="4204" y="305"/>
                    <a:pt x="3421" y="0"/>
                    <a:pt x="2438"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2" name="Google Shape;22292;p139"/>
            <p:cNvSpPr/>
            <p:nvPr/>
          </p:nvSpPr>
          <p:spPr>
            <a:xfrm>
              <a:off x="7868349" y="1921088"/>
              <a:ext cx="182070" cy="344785"/>
            </a:xfrm>
            <a:custGeom>
              <a:avLst/>
              <a:gdLst/>
              <a:ahLst/>
              <a:cxnLst/>
              <a:rect l="l" t="t" r="r" b="b"/>
              <a:pathLst>
                <a:path w="5597" h="10599" extrusionOk="0">
                  <a:moveTo>
                    <a:pt x="2811" y="644"/>
                  </a:moveTo>
                  <a:cubicBezTo>
                    <a:pt x="3906" y="644"/>
                    <a:pt x="4978" y="2644"/>
                    <a:pt x="4978" y="5335"/>
                  </a:cubicBezTo>
                  <a:cubicBezTo>
                    <a:pt x="4978" y="7979"/>
                    <a:pt x="3906" y="10003"/>
                    <a:pt x="2811" y="10003"/>
                  </a:cubicBezTo>
                  <a:cubicBezTo>
                    <a:pt x="1691" y="10003"/>
                    <a:pt x="620" y="8002"/>
                    <a:pt x="620" y="5335"/>
                  </a:cubicBezTo>
                  <a:cubicBezTo>
                    <a:pt x="620" y="2668"/>
                    <a:pt x="1667" y="644"/>
                    <a:pt x="2811" y="644"/>
                  </a:cubicBezTo>
                  <a:close/>
                  <a:moveTo>
                    <a:pt x="2811" y="1"/>
                  </a:moveTo>
                  <a:cubicBezTo>
                    <a:pt x="1215" y="1"/>
                    <a:pt x="0" y="2311"/>
                    <a:pt x="0" y="5288"/>
                  </a:cubicBezTo>
                  <a:cubicBezTo>
                    <a:pt x="0" y="8264"/>
                    <a:pt x="1215" y="10598"/>
                    <a:pt x="2811" y="10598"/>
                  </a:cubicBezTo>
                  <a:cubicBezTo>
                    <a:pt x="4382" y="10598"/>
                    <a:pt x="5597" y="8264"/>
                    <a:pt x="5597" y="5288"/>
                  </a:cubicBezTo>
                  <a:cubicBezTo>
                    <a:pt x="5597" y="2311"/>
                    <a:pt x="4358" y="1"/>
                    <a:pt x="2811"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3" name="Google Shape;22293;p139"/>
            <p:cNvSpPr/>
            <p:nvPr/>
          </p:nvSpPr>
          <p:spPr>
            <a:xfrm>
              <a:off x="7959758" y="1921088"/>
              <a:ext cx="90661" cy="344785"/>
            </a:xfrm>
            <a:custGeom>
              <a:avLst/>
              <a:gdLst/>
              <a:ahLst/>
              <a:cxnLst/>
              <a:rect l="l" t="t" r="r" b="b"/>
              <a:pathLst>
                <a:path w="2787" h="10599" extrusionOk="0">
                  <a:moveTo>
                    <a:pt x="1" y="1"/>
                  </a:moveTo>
                  <a:lnTo>
                    <a:pt x="1" y="620"/>
                  </a:lnTo>
                  <a:cubicBezTo>
                    <a:pt x="1096" y="620"/>
                    <a:pt x="2168" y="2620"/>
                    <a:pt x="2168" y="5288"/>
                  </a:cubicBezTo>
                  <a:cubicBezTo>
                    <a:pt x="2168" y="7955"/>
                    <a:pt x="1120" y="9955"/>
                    <a:pt x="1" y="9955"/>
                  </a:cubicBezTo>
                  <a:lnTo>
                    <a:pt x="1" y="10598"/>
                  </a:lnTo>
                  <a:cubicBezTo>
                    <a:pt x="1572" y="10598"/>
                    <a:pt x="2787" y="8264"/>
                    <a:pt x="2787" y="5288"/>
                  </a:cubicBezTo>
                  <a:cubicBezTo>
                    <a:pt x="2787" y="2311"/>
                    <a:pt x="1572" y="1"/>
                    <a:pt x="1"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4" name="Google Shape;22294;p139"/>
          <p:cNvGrpSpPr/>
          <p:nvPr/>
        </p:nvGrpSpPr>
        <p:grpSpPr>
          <a:xfrm>
            <a:off x="7828825" y="2324138"/>
            <a:ext cx="262647" cy="344785"/>
            <a:chOff x="7828825" y="2476538"/>
            <a:chExt cx="262647" cy="344785"/>
          </a:xfrm>
        </p:grpSpPr>
        <p:sp>
          <p:nvSpPr>
            <p:cNvPr id="22295" name="Google Shape;22295;p139"/>
            <p:cNvSpPr/>
            <p:nvPr/>
          </p:nvSpPr>
          <p:spPr>
            <a:xfrm>
              <a:off x="7828825" y="2554025"/>
              <a:ext cx="262647" cy="266518"/>
            </a:xfrm>
            <a:custGeom>
              <a:avLst/>
              <a:gdLst/>
              <a:ahLst/>
              <a:cxnLst/>
              <a:rect l="l" t="t" r="r" b="b"/>
              <a:pathLst>
                <a:path w="8074" h="8193" extrusionOk="0">
                  <a:moveTo>
                    <a:pt x="1215" y="0"/>
                  </a:moveTo>
                  <a:lnTo>
                    <a:pt x="1215" y="714"/>
                  </a:lnTo>
                  <a:lnTo>
                    <a:pt x="1120" y="714"/>
                  </a:lnTo>
                  <a:cubicBezTo>
                    <a:pt x="501" y="714"/>
                    <a:pt x="1" y="1238"/>
                    <a:pt x="1" y="1858"/>
                  </a:cubicBezTo>
                  <a:lnTo>
                    <a:pt x="1" y="7073"/>
                  </a:lnTo>
                  <a:cubicBezTo>
                    <a:pt x="1" y="7692"/>
                    <a:pt x="501" y="8192"/>
                    <a:pt x="1120" y="8192"/>
                  </a:cubicBezTo>
                  <a:lnTo>
                    <a:pt x="6931" y="8192"/>
                  </a:lnTo>
                  <a:cubicBezTo>
                    <a:pt x="7550" y="8192"/>
                    <a:pt x="8074" y="7692"/>
                    <a:pt x="8074" y="7073"/>
                  </a:cubicBezTo>
                  <a:lnTo>
                    <a:pt x="8074" y="1858"/>
                  </a:lnTo>
                  <a:cubicBezTo>
                    <a:pt x="8026" y="1238"/>
                    <a:pt x="7526" y="714"/>
                    <a:pt x="6907" y="714"/>
                  </a:cubicBezTo>
                  <a:lnTo>
                    <a:pt x="6812" y="714"/>
                  </a:lnTo>
                  <a:lnTo>
                    <a:pt x="6812"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6" name="Google Shape;22296;p139"/>
            <p:cNvSpPr/>
            <p:nvPr/>
          </p:nvSpPr>
          <p:spPr>
            <a:xfrm>
              <a:off x="7958197" y="2554025"/>
              <a:ext cx="131746" cy="267299"/>
            </a:xfrm>
            <a:custGeom>
              <a:avLst/>
              <a:gdLst/>
              <a:ahLst/>
              <a:cxnLst/>
              <a:rect l="l" t="t" r="r" b="b"/>
              <a:pathLst>
                <a:path w="4050" h="8217" extrusionOk="0">
                  <a:moveTo>
                    <a:pt x="1" y="0"/>
                  </a:moveTo>
                  <a:lnTo>
                    <a:pt x="1" y="8216"/>
                  </a:lnTo>
                  <a:lnTo>
                    <a:pt x="2930" y="8216"/>
                  </a:lnTo>
                  <a:cubicBezTo>
                    <a:pt x="3549" y="8216"/>
                    <a:pt x="4049" y="7716"/>
                    <a:pt x="4049" y="7097"/>
                  </a:cubicBezTo>
                  <a:lnTo>
                    <a:pt x="4049" y="1881"/>
                  </a:lnTo>
                  <a:cubicBezTo>
                    <a:pt x="4049" y="1238"/>
                    <a:pt x="3549" y="714"/>
                    <a:pt x="2930" y="714"/>
                  </a:cubicBezTo>
                  <a:lnTo>
                    <a:pt x="2835" y="714"/>
                  </a:lnTo>
                  <a:lnTo>
                    <a:pt x="2835"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7" name="Google Shape;22297;p139"/>
            <p:cNvSpPr/>
            <p:nvPr/>
          </p:nvSpPr>
          <p:spPr>
            <a:xfrm>
              <a:off x="7848213" y="2476538"/>
              <a:ext cx="222343" cy="80609"/>
            </a:xfrm>
            <a:custGeom>
              <a:avLst/>
              <a:gdLst/>
              <a:ahLst/>
              <a:cxnLst/>
              <a:rect l="l" t="t" r="r" b="b"/>
              <a:pathLst>
                <a:path w="6835" h="2478" extrusionOk="0">
                  <a:moveTo>
                    <a:pt x="286" y="1"/>
                  </a:moveTo>
                  <a:cubicBezTo>
                    <a:pt x="143" y="1"/>
                    <a:pt x="0" y="120"/>
                    <a:pt x="0" y="310"/>
                  </a:cubicBezTo>
                  <a:lnTo>
                    <a:pt x="0" y="2192"/>
                  </a:lnTo>
                  <a:cubicBezTo>
                    <a:pt x="0" y="2334"/>
                    <a:pt x="119" y="2477"/>
                    <a:pt x="286" y="2477"/>
                  </a:cubicBezTo>
                  <a:lnTo>
                    <a:pt x="6525" y="2477"/>
                  </a:lnTo>
                  <a:cubicBezTo>
                    <a:pt x="6692" y="2477"/>
                    <a:pt x="6835" y="2358"/>
                    <a:pt x="6811" y="2192"/>
                  </a:cubicBezTo>
                  <a:lnTo>
                    <a:pt x="6811" y="310"/>
                  </a:lnTo>
                  <a:cubicBezTo>
                    <a:pt x="6811" y="144"/>
                    <a:pt x="6692" y="1"/>
                    <a:pt x="6525"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8" name="Google Shape;22298;p139"/>
            <p:cNvSpPr/>
            <p:nvPr/>
          </p:nvSpPr>
          <p:spPr>
            <a:xfrm>
              <a:off x="7958197" y="2476538"/>
              <a:ext cx="112359" cy="80609"/>
            </a:xfrm>
            <a:custGeom>
              <a:avLst/>
              <a:gdLst/>
              <a:ahLst/>
              <a:cxnLst/>
              <a:rect l="l" t="t" r="r" b="b"/>
              <a:pathLst>
                <a:path w="3454" h="2478" extrusionOk="0">
                  <a:moveTo>
                    <a:pt x="1" y="1"/>
                  </a:moveTo>
                  <a:lnTo>
                    <a:pt x="1" y="2477"/>
                  </a:lnTo>
                  <a:lnTo>
                    <a:pt x="3144" y="2477"/>
                  </a:lnTo>
                  <a:cubicBezTo>
                    <a:pt x="3311" y="2477"/>
                    <a:pt x="3430" y="2334"/>
                    <a:pt x="3430" y="2192"/>
                  </a:cubicBezTo>
                  <a:lnTo>
                    <a:pt x="3430" y="310"/>
                  </a:lnTo>
                  <a:cubicBezTo>
                    <a:pt x="3454" y="144"/>
                    <a:pt x="3311" y="1"/>
                    <a:pt x="314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9" name="Google Shape;22299;p139"/>
            <p:cNvSpPr/>
            <p:nvPr/>
          </p:nvSpPr>
          <p:spPr>
            <a:xfrm>
              <a:off x="7888485" y="2618304"/>
              <a:ext cx="141798" cy="161934"/>
            </a:xfrm>
            <a:custGeom>
              <a:avLst/>
              <a:gdLst/>
              <a:ahLst/>
              <a:cxnLst/>
              <a:rect l="l" t="t" r="r" b="b"/>
              <a:pathLst>
                <a:path w="4359" h="4978" extrusionOk="0">
                  <a:moveTo>
                    <a:pt x="1549" y="1882"/>
                  </a:moveTo>
                  <a:cubicBezTo>
                    <a:pt x="1739" y="1882"/>
                    <a:pt x="1858" y="2025"/>
                    <a:pt x="1858" y="2168"/>
                  </a:cubicBezTo>
                  <a:cubicBezTo>
                    <a:pt x="1858" y="2311"/>
                    <a:pt x="1739" y="2477"/>
                    <a:pt x="1549" y="2477"/>
                  </a:cubicBezTo>
                  <a:cubicBezTo>
                    <a:pt x="1382" y="2477"/>
                    <a:pt x="1263" y="2311"/>
                    <a:pt x="1263" y="2168"/>
                  </a:cubicBezTo>
                  <a:cubicBezTo>
                    <a:pt x="1263" y="2025"/>
                    <a:pt x="1406" y="1882"/>
                    <a:pt x="1549" y="1882"/>
                  </a:cubicBezTo>
                  <a:close/>
                  <a:moveTo>
                    <a:pt x="2811" y="1882"/>
                  </a:moveTo>
                  <a:cubicBezTo>
                    <a:pt x="2977" y="1882"/>
                    <a:pt x="3096" y="2025"/>
                    <a:pt x="3096" y="2168"/>
                  </a:cubicBezTo>
                  <a:cubicBezTo>
                    <a:pt x="3096" y="2311"/>
                    <a:pt x="2977" y="2477"/>
                    <a:pt x="2811" y="2477"/>
                  </a:cubicBezTo>
                  <a:cubicBezTo>
                    <a:pt x="2620" y="2477"/>
                    <a:pt x="2501" y="2311"/>
                    <a:pt x="2501" y="2168"/>
                  </a:cubicBezTo>
                  <a:cubicBezTo>
                    <a:pt x="2501" y="2025"/>
                    <a:pt x="2668" y="1882"/>
                    <a:pt x="2811" y="1882"/>
                  </a:cubicBezTo>
                  <a:close/>
                  <a:moveTo>
                    <a:pt x="2192" y="3120"/>
                  </a:moveTo>
                  <a:cubicBezTo>
                    <a:pt x="2358" y="3120"/>
                    <a:pt x="2477" y="3263"/>
                    <a:pt x="2477" y="3430"/>
                  </a:cubicBezTo>
                  <a:cubicBezTo>
                    <a:pt x="2477" y="3573"/>
                    <a:pt x="2358" y="3716"/>
                    <a:pt x="2192" y="3716"/>
                  </a:cubicBezTo>
                  <a:cubicBezTo>
                    <a:pt x="2001" y="3716"/>
                    <a:pt x="1882" y="3573"/>
                    <a:pt x="1882" y="3430"/>
                  </a:cubicBezTo>
                  <a:cubicBezTo>
                    <a:pt x="1882" y="3263"/>
                    <a:pt x="2025" y="3120"/>
                    <a:pt x="2192" y="3120"/>
                  </a:cubicBezTo>
                  <a:close/>
                  <a:moveTo>
                    <a:pt x="2144" y="1"/>
                  </a:moveTo>
                  <a:cubicBezTo>
                    <a:pt x="953" y="1"/>
                    <a:pt x="1" y="977"/>
                    <a:pt x="1" y="2192"/>
                  </a:cubicBezTo>
                  <a:lnTo>
                    <a:pt x="1" y="2787"/>
                  </a:lnTo>
                  <a:cubicBezTo>
                    <a:pt x="1" y="3216"/>
                    <a:pt x="263" y="3525"/>
                    <a:pt x="644" y="3692"/>
                  </a:cubicBezTo>
                  <a:lnTo>
                    <a:pt x="644" y="4049"/>
                  </a:lnTo>
                  <a:cubicBezTo>
                    <a:pt x="644" y="4549"/>
                    <a:pt x="1048" y="4978"/>
                    <a:pt x="1549" y="4978"/>
                  </a:cubicBezTo>
                  <a:lnTo>
                    <a:pt x="2811" y="4978"/>
                  </a:lnTo>
                  <a:cubicBezTo>
                    <a:pt x="3311" y="4978"/>
                    <a:pt x="3739" y="4549"/>
                    <a:pt x="3739" y="4049"/>
                  </a:cubicBezTo>
                  <a:lnTo>
                    <a:pt x="3739" y="3692"/>
                  </a:lnTo>
                  <a:cubicBezTo>
                    <a:pt x="4097" y="3573"/>
                    <a:pt x="4359" y="3216"/>
                    <a:pt x="4359" y="2787"/>
                  </a:cubicBezTo>
                  <a:lnTo>
                    <a:pt x="4359" y="2168"/>
                  </a:lnTo>
                  <a:cubicBezTo>
                    <a:pt x="4359" y="953"/>
                    <a:pt x="3382" y="1"/>
                    <a:pt x="2144"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0" name="Google Shape;22300;p139"/>
            <p:cNvSpPr/>
            <p:nvPr/>
          </p:nvSpPr>
          <p:spPr>
            <a:xfrm>
              <a:off x="7958197" y="2618304"/>
              <a:ext cx="72086" cy="160405"/>
            </a:xfrm>
            <a:custGeom>
              <a:avLst/>
              <a:gdLst/>
              <a:ahLst/>
              <a:cxnLst/>
              <a:rect l="l" t="t" r="r" b="b"/>
              <a:pathLst>
                <a:path w="2216" h="4931" extrusionOk="0">
                  <a:moveTo>
                    <a:pt x="668" y="1882"/>
                  </a:moveTo>
                  <a:cubicBezTo>
                    <a:pt x="811" y="1882"/>
                    <a:pt x="953" y="2025"/>
                    <a:pt x="953" y="2168"/>
                  </a:cubicBezTo>
                  <a:cubicBezTo>
                    <a:pt x="953" y="2334"/>
                    <a:pt x="811" y="2477"/>
                    <a:pt x="668" y="2477"/>
                  </a:cubicBezTo>
                  <a:cubicBezTo>
                    <a:pt x="477" y="2477"/>
                    <a:pt x="358" y="2311"/>
                    <a:pt x="358" y="2168"/>
                  </a:cubicBezTo>
                  <a:cubicBezTo>
                    <a:pt x="358" y="2001"/>
                    <a:pt x="525" y="1882"/>
                    <a:pt x="668" y="1882"/>
                  </a:cubicBezTo>
                  <a:close/>
                  <a:moveTo>
                    <a:pt x="1" y="1"/>
                  </a:moveTo>
                  <a:lnTo>
                    <a:pt x="1" y="3097"/>
                  </a:lnTo>
                  <a:cubicBezTo>
                    <a:pt x="191" y="3097"/>
                    <a:pt x="334" y="3239"/>
                    <a:pt x="334" y="3382"/>
                  </a:cubicBezTo>
                  <a:cubicBezTo>
                    <a:pt x="334" y="3559"/>
                    <a:pt x="212" y="3694"/>
                    <a:pt x="42" y="3694"/>
                  </a:cubicBezTo>
                  <a:cubicBezTo>
                    <a:pt x="29" y="3694"/>
                    <a:pt x="15" y="3694"/>
                    <a:pt x="1" y="3692"/>
                  </a:cubicBezTo>
                  <a:lnTo>
                    <a:pt x="1" y="4930"/>
                  </a:lnTo>
                  <a:lnTo>
                    <a:pt x="668" y="4930"/>
                  </a:lnTo>
                  <a:cubicBezTo>
                    <a:pt x="1168" y="4930"/>
                    <a:pt x="1596" y="4525"/>
                    <a:pt x="1596" y="4001"/>
                  </a:cubicBezTo>
                  <a:lnTo>
                    <a:pt x="1596" y="3644"/>
                  </a:lnTo>
                  <a:cubicBezTo>
                    <a:pt x="1954" y="3525"/>
                    <a:pt x="2216" y="3168"/>
                    <a:pt x="2216" y="2763"/>
                  </a:cubicBezTo>
                  <a:lnTo>
                    <a:pt x="2216" y="2144"/>
                  </a:lnTo>
                  <a:cubicBezTo>
                    <a:pt x="2216" y="953"/>
                    <a:pt x="1239" y="1"/>
                    <a:pt x="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01" name="Google Shape;22301;p139"/>
          <p:cNvGrpSpPr/>
          <p:nvPr/>
        </p:nvGrpSpPr>
        <p:grpSpPr>
          <a:xfrm>
            <a:off x="7074292" y="2324138"/>
            <a:ext cx="263428" cy="344785"/>
            <a:chOff x="7074292" y="2476538"/>
            <a:chExt cx="263428" cy="344785"/>
          </a:xfrm>
        </p:grpSpPr>
        <p:sp>
          <p:nvSpPr>
            <p:cNvPr id="22302" name="Google Shape;22302;p139"/>
            <p:cNvSpPr/>
            <p:nvPr/>
          </p:nvSpPr>
          <p:spPr>
            <a:xfrm>
              <a:off x="7074292" y="2476538"/>
              <a:ext cx="263428" cy="344785"/>
            </a:xfrm>
            <a:custGeom>
              <a:avLst/>
              <a:gdLst/>
              <a:ahLst/>
              <a:cxnLst/>
              <a:rect l="l" t="t" r="r" b="b"/>
              <a:pathLst>
                <a:path w="8098" h="10599" extrusionOk="0">
                  <a:moveTo>
                    <a:pt x="929" y="1"/>
                  </a:moveTo>
                  <a:cubicBezTo>
                    <a:pt x="429" y="1"/>
                    <a:pt x="1" y="429"/>
                    <a:pt x="1" y="929"/>
                  </a:cubicBezTo>
                  <a:lnTo>
                    <a:pt x="1" y="9669"/>
                  </a:lnTo>
                  <a:cubicBezTo>
                    <a:pt x="1" y="10193"/>
                    <a:pt x="429" y="10598"/>
                    <a:pt x="929" y="10598"/>
                  </a:cubicBezTo>
                  <a:lnTo>
                    <a:pt x="7145" y="10598"/>
                  </a:lnTo>
                  <a:cubicBezTo>
                    <a:pt x="7693" y="10598"/>
                    <a:pt x="8097" y="10193"/>
                    <a:pt x="8074" y="9645"/>
                  </a:cubicBezTo>
                  <a:lnTo>
                    <a:pt x="8074" y="929"/>
                  </a:lnTo>
                  <a:cubicBezTo>
                    <a:pt x="8074" y="429"/>
                    <a:pt x="7645" y="1"/>
                    <a:pt x="7145"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3" name="Google Shape;22303;p139"/>
            <p:cNvSpPr/>
            <p:nvPr/>
          </p:nvSpPr>
          <p:spPr>
            <a:xfrm>
              <a:off x="7206006" y="2476538"/>
              <a:ext cx="131714" cy="344785"/>
            </a:xfrm>
            <a:custGeom>
              <a:avLst/>
              <a:gdLst/>
              <a:ahLst/>
              <a:cxnLst/>
              <a:rect l="l" t="t" r="r" b="b"/>
              <a:pathLst>
                <a:path w="4049" h="10599" extrusionOk="0">
                  <a:moveTo>
                    <a:pt x="0" y="1"/>
                  </a:moveTo>
                  <a:lnTo>
                    <a:pt x="0" y="10598"/>
                  </a:lnTo>
                  <a:lnTo>
                    <a:pt x="3096" y="10598"/>
                  </a:lnTo>
                  <a:cubicBezTo>
                    <a:pt x="3596" y="10598"/>
                    <a:pt x="4025" y="10193"/>
                    <a:pt x="4025" y="9669"/>
                  </a:cubicBezTo>
                  <a:lnTo>
                    <a:pt x="4025" y="929"/>
                  </a:lnTo>
                  <a:cubicBezTo>
                    <a:pt x="4048" y="429"/>
                    <a:pt x="3644" y="1"/>
                    <a:pt x="309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4" name="Google Shape;22304;p139"/>
            <p:cNvSpPr/>
            <p:nvPr/>
          </p:nvSpPr>
          <p:spPr>
            <a:xfrm>
              <a:off x="7155649" y="2639221"/>
              <a:ext cx="41085" cy="41085"/>
            </a:xfrm>
            <a:custGeom>
              <a:avLst/>
              <a:gdLst/>
              <a:ahLst/>
              <a:cxnLst/>
              <a:rect l="l" t="t" r="r" b="b"/>
              <a:pathLst>
                <a:path w="1263" h="1263" extrusionOk="0">
                  <a:moveTo>
                    <a:pt x="0" y="1"/>
                  </a:moveTo>
                  <a:lnTo>
                    <a:pt x="0" y="1263"/>
                  </a:lnTo>
                  <a:lnTo>
                    <a:pt x="1262" y="1263"/>
                  </a:lnTo>
                  <a:lnTo>
                    <a:pt x="1262" y="1"/>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5" name="Google Shape;22305;p139"/>
            <p:cNvSpPr/>
            <p:nvPr/>
          </p:nvSpPr>
          <p:spPr>
            <a:xfrm>
              <a:off x="7094428" y="2639221"/>
              <a:ext cx="41085" cy="41085"/>
            </a:xfrm>
            <a:custGeom>
              <a:avLst/>
              <a:gdLst/>
              <a:ahLst/>
              <a:cxnLst/>
              <a:rect l="l" t="t" r="r" b="b"/>
              <a:pathLst>
                <a:path w="1263" h="1263" extrusionOk="0">
                  <a:moveTo>
                    <a:pt x="1" y="1"/>
                  </a:moveTo>
                  <a:lnTo>
                    <a:pt x="1" y="1263"/>
                  </a:lnTo>
                  <a:lnTo>
                    <a:pt x="1263" y="1263"/>
                  </a:lnTo>
                  <a:lnTo>
                    <a:pt x="1263" y="1"/>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6" name="Google Shape;22306;p139"/>
            <p:cNvSpPr/>
            <p:nvPr/>
          </p:nvSpPr>
          <p:spPr>
            <a:xfrm>
              <a:off x="7094428" y="2699661"/>
              <a:ext cx="41085" cy="40305"/>
            </a:xfrm>
            <a:custGeom>
              <a:avLst/>
              <a:gdLst/>
              <a:ahLst/>
              <a:cxnLst/>
              <a:rect l="l" t="t" r="r" b="b"/>
              <a:pathLst>
                <a:path w="1263" h="1239" extrusionOk="0">
                  <a:moveTo>
                    <a:pt x="1" y="0"/>
                  </a:moveTo>
                  <a:lnTo>
                    <a:pt x="1" y="1239"/>
                  </a:lnTo>
                  <a:lnTo>
                    <a:pt x="1263" y="1239"/>
                  </a:lnTo>
                  <a:lnTo>
                    <a:pt x="1263"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7" name="Google Shape;22307;p139"/>
            <p:cNvSpPr/>
            <p:nvPr/>
          </p:nvSpPr>
          <p:spPr>
            <a:xfrm>
              <a:off x="7094428" y="2497455"/>
              <a:ext cx="223156" cy="120881"/>
            </a:xfrm>
            <a:custGeom>
              <a:avLst/>
              <a:gdLst/>
              <a:ahLst/>
              <a:cxnLst/>
              <a:rect l="l" t="t" r="r" b="b"/>
              <a:pathLst>
                <a:path w="6860" h="3716" extrusionOk="0">
                  <a:moveTo>
                    <a:pt x="334" y="1"/>
                  </a:moveTo>
                  <a:cubicBezTo>
                    <a:pt x="167" y="1"/>
                    <a:pt x="1" y="96"/>
                    <a:pt x="48" y="286"/>
                  </a:cubicBezTo>
                  <a:lnTo>
                    <a:pt x="48" y="3716"/>
                  </a:lnTo>
                  <a:lnTo>
                    <a:pt x="6859" y="3716"/>
                  </a:lnTo>
                  <a:lnTo>
                    <a:pt x="6859" y="286"/>
                  </a:lnTo>
                  <a:cubicBezTo>
                    <a:pt x="6859" y="144"/>
                    <a:pt x="6740" y="1"/>
                    <a:pt x="6550"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8" name="Google Shape;22308;p139"/>
            <p:cNvSpPr/>
            <p:nvPr/>
          </p:nvSpPr>
          <p:spPr>
            <a:xfrm>
              <a:off x="7206006" y="2497455"/>
              <a:ext cx="111578" cy="120881"/>
            </a:xfrm>
            <a:custGeom>
              <a:avLst/>
              <a:gdLst/>
              <a:ahLst/>
              <a:cxnLst/>
              <a:rect l="l" t="t" r="r" b="b"/>
              <a:pathLst>
                <a:path w="3430" h="3716" extrusionOk="0">
                  <a:moveTo>
                    <a:pt x="0" y="1"/>
                  </a:moveTo>
                  <a:lnTo>
                    <a:pt x="0" y="3716"/>
                  </a:lnTo>
                  <a:lnTo>
                    <a:pt x="3429" y="3716"/>
                  </a:lnTo>
                  <a:lnTo>
                    <a:pt x="3429" y="286"/>
                  </a:lnTo>
                  <a:cubicBezTo>
                    <a:pt x="3429" y="96"/>
                    <a:pt x="3286" y="1"/>
                    <a:pt x="3096"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9" name="Google Shape;22309;p139"/>
            <p:cNvSpPr/>
            <p:nvPr/>
          </p:nvSpPr>
          <p:spPr>
            <a:xfrm>
              <a:off x="7155649" y="2699661"/>
              <a:ext cx="41085" cy="40305"/>
            </a:xfrm>
            <a:custGeom>
              <a:avLst/>
              <a:gdLst/>
              <a:ahLst/>
              <a:cxnLst/>
              <a:rect l="l" t="t" r="r" b="b"/>
              <a:pathLst>
                <a:path w="1263" h="1239" extrusionOk="0">
                  <a:moveTo>
                    <a:pt x="0" y="0"/>
                  </a:moveTo>
                  <a:lnTo>
                    <a:pt x="0" y="1239"/>
                  </a:lnTo>
                  <a:lnTo>
                    <a:pt x="1262" y="1239"/>
                  </a:lnTo>
                  <a:lnTo>
                    <a:pt x="1262"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0" name="Google Shape;22310;p139"/>
            <p:cNvSpPr/>
            <p:nvPr/>
          </p:nvSpPr>
          <p:spPr>
            <a:xfrm>
              <a:off x="7155649" y="2760850"/>
              <a:ext cx="41085" cy="40305"/>
            </a:xfrm>
            <a:custGeom>
              <a:avLst/>
              <a:gdLst/>
              <a:ahLst/>
              <a:cxnLst/>
              <a:rect l="l" t="t" r="r" b="b"/>
              <a:pathLst>
                <a:path w="1263" h="1239" extrusionOk="0">
                  <a:moveTo>
                    <a:pt x="0" y="1"/>
                  </a:moveTo>
                  <a:lnTo>
                    <a:pt x="0" y="1239"/>
                  </a:lnTo>
                  <a:lnTo>
                    <a:pt x="1262" y="1239"/>
                  </a:lnTo>
                  <a:lnTo>
                    <a:pt x="1262" y="1"/>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1" name="Google Shape;22311;p139"/>
            <p:cNvSpPr/>
            <p:nvPr/>
          </p:nvSpPr>
          <p:spPr>
            <a:xfrm>
              <a:off x="7216838" y="2760850"/>
              <a:ext cx="40305" cy="40305"/>
            </a:xfrm>
            <a:custGeom>
              <a:avLst/>
              <a:gdLst/>
              <a:ahLst/>
              <a:cxnLst/>
              <a:rect l="l" t="t" r="r" b="b"/>
              <a:pathLst>
                <a:path w="1239" h="1239" extrusionOk="0">
                  <a:moveTo>
                    <a:pt x="0" y="1"/>
                  </a:moveTo>
                  <a:lnTo>
                    <a:pt x="0" y="1239"/>
                  </a:lnTo>
                  <a:lnTo>
                    <a:pt x="1239" y="1239"/>
                  </a:lnTo>
                  <a:lnTo>
                    <a:pt x="123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2" name="Google Shape;22312;p139"/>
            <p:cNvSpPr/>
            <p:nvPr/>
          </p:nvSpPr>
          <p:spPr>
            <a:xfrm>
              <a:off x="7216838" y="2699661"/>
              <a:ext cx="40305" cy="40305"/>
            </a:xfrm>
            <a:custGeom>
              <a:avLst/>
              <a:gdLst/>
              <a:ahLst/>
              <a:cxnLst/>
              <a:rect l="l" t="t" r="r" b="b"/>
              <a:pathLst>
                <a:path w="1239" h="1239" extrusionOk="0">
                  <a:moveTo>
                    <a:pt x="0" y="0"/>
                  </a:moveTo>
                  <a:lnTo>
                    <a:pt x="0" y="1239"/>
                  </a:lnTo>
                  <a:lnTo>
                    <a:pt x="1239" y="1239"/>
                  </a:lnTo>
                  <a:lnTo>
                    <a:pt x="1239" y="0"/>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3" name="Google Shape;22313;p139"/>
            <p:cNvSpPr/>
            <p:nvPr/>
          </p:nvSpPr>
          <p:spPr>
            <a:xfrm>
              <a:off x="7216838" y="2639221"/>
              <a:ext cx="40305" cy="41085"/>
            </a:xfrm>
            <a:custGeom>
              <a:avLst/>
              <a:gdLst/>
              <a:ahLst/>
              <a:cxnLst/>
              <a:rect l="l" t="t" r="r" b="b"/>
              <a:pathLst>
                <a:path w="1239" h="1263" extrusionOk="0">
                  <a:moveTo>
                    <a:pt x="0" y="1"/>
                  </a:moveTo>
                  <a:lnTo>
                    <a:pt x="0" y="1263"/>
                  </a:lnTo>
                  <a:lnTo>
                    <a:pt x="1239" y="1263"/>
                  </a:lnTo>
                  <a:lnTo>
                    <a:pt x="123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4" name="Google Shape;22314;p139"/>
            <p:cNvSpPr/>
            <p:nvPr/>
          </p:nvSpPr>
          <p:spPr>
            <a:xfrm>
              <a:off x="7276498" y="2639221"/>
              <a:ext cx="41085" cy="41085"/>
            </a:xfrm>
            <a:custGeom>
              <a:avLst/>
              <a:gdLst/>
              <a:ahLst/>
              <a:cxnLst/>
              <a:rect l="l" t="t" r="r" b="b"/>
              <a:pathLst>
                <a:path w="1263" h="1263" extrusionOk="0">
                  <a:moveTo>
                    <a:pt x="0" y="1"/>
                  </a:moveTo>
                  <a:lnTo>
                    <a:pt x="0" y="1263"/>
                  </a:lnTo>
                  <a:lnTo>
                    <a:pt x="1262" y="1263"/>
                  </a:lnTo>
                  <a:lnTo>
                    <a:pt x="1262"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5" name="Google Shape;22315;p139"/>
            <p:cNvSpPr/>
            <p:nvPr/>
          </p:nvSpPr>
          <p:spPr>
            <a:xfrm>
              <a:off x="7094428" y="2760850"/>
              <a:ext cx="41085" cy="40305"/>
            </a:xfrm>
            <a:custGeom>
              <a:avLst/>
              <a:gdLst/>
              <a:ahLst/>
              <a:cxnLst/>
              <a:rect l="l" t="t" r="r" b="b"/>
              <a:pathLst>
                <a:path w="1263" h="1239" extrusionOk="0">
                  <a:moveTo>
                    <a:pt x="1" y="1"/>
                  </a:moveTo>
                  <a:lnTo>
                    <a:pt x="1" y="929"/>
                  </a:lnTo>
                  <a:cubicBezTo>
                    <a:pt x="1" y="1096"/>
                    <a:pt x="167" y="1239"/>
                    <a:pt x="334" y="1239"/>
                  </a:cubicBezTo>
                  <a:lnTo>
                    <a:pt x="1263" y="1239"/>
                  </a:lnTo>
                  <a:lnTo>
                    <a:pt x="1263" y="1"/>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6" name="Google Shape;22316;p139"/>
            <p:cNvSpPr/>
            <p:nvPr/>
          </p:nvSpPr>
          <p:spPr>
            <a:xfrm>
              <a:off x="7276498" y="2699661"/>
              <a:ext cx="41085" cy="101494"/>
            </a:xfrm>
            <a:custGeom>
              <a:avLst/>
              <a:gdLst/>
              <a:ahLst/>
              <a:cxnLst/>
              <a:rect l="l" t="t" r="r" b="b"/>
              <a:pathLst>
                <a:path w="1263" h="3120" extrusionOk="0">
                  <a:moveTo>
                    <a:pt x="0" y="0"/>
                  </a:moveTo>
                  <a:lnTo>
                    <a:pt x="0" y="3120"/>
                  </a:lnTo>
                  <a:lnTo>
                    <a:pt x="929" y="3120"/>
                  </a:lnTo>
                  <a:cubicBezTo>
                    <a:pt x="1119" y="3120"/>
                    <a:pt x="1262" y="2977"/>
                    <a:pt x="1262" y="2810"/>
                  </a:cubicBezTo>
                  <a:lnTo>
                    <a:pt x="126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7" name="Google Shape;22317;p139"/>
            <p:cNvSpPr/>
            <p:nvPr/>
          </p:nvSpPr>
          <p:spPr>
            <a:xfrm>
              <a:off x="7236974" y="2517591"/>
              <a:ext cx="61221" cy="79829"/>
            </a:xfrm>
            <a:custGeom>
              <a:avLst/>
              <a:gdLst/>
              <a:ahLst/>
              <a:cxnLst/>
              <a:rect l="l" t="t" r="r" b="b"/>
              <a:pathLst>
                <a:path w="1882" h="2454" extrusionOk="0">
                  <a:moveTo>
                    <a:pt x="1048" y="596"/>
                  </a:moveTo>
                  <a:cubicBezTo>
                    <a:pt x="1168" y="596"/>
                    <a:pt x="1263" y="691"/>
                    <a:pt x="1263" y="810"/>
                  </a:cubicBezTo>
                  <a:lnTo>
                    <a:pt x="1263" y="1668"/>
                  </a:lnTo>
                  <a:cubicBezTo>
                    <a:pt x="1263" y="1787"/>
                    <a:pt x="1168" y="1858"/>
                    <a:pt x="1048" y="1858"/>
                  </a:cubicBezTo>
                  <a:lnTo>
                    <a:pt x="810" y="1858"/>
                  </a:lnTo>
                  <a:cubicBezTo>
                    <a:pt x="691" y="1858"/>
                    <a:pt x="596" y="1787"/>
                    <a:pt x="596" y="1668"/>
                  </a:cubicBezTo>
                  <a:lnTo>
                    <a:pt x="596" y="810"/>
                  </a:lnTo>
                  <a:cubicBezTo>
                    <a:pt x="596" y="691"/>
                    <a:pt x="691" y="596"/>
                    <a:pt x="810" y="596"/>
                  </a:cubicBezTo>
                  <a:close/>
                  <a:moveTo>
                    <a:pt x="810" y="1"/>
                  </a:moveTo>
                  <a:cubicBezTo>
                    <a:pt x="358" y="1"/>
                    <a:pt x="1" y="358"/>
                    <a:pt x="1" y="810"/>
                  </a:cubicBezTo>
                  <a:lnTo>
                    <a:pt x="1" y="1668"/>
                  </a:lnTo>
                  <a:cubicBezTo>
                    <a:pt x="1" y="2120"/>
                    <a:pt x="358" y="2454"/>
                    <a:pt x="810" y="2454"/>
                  </a:cubicBezTo>
                  <a:lnTo>
                    <a:pt x="1048" y="2454"/>
                  </a:lnTo>
                  <a:cubicBezTo>
                    <a:pt x="1501" y="2454"/>
                    <a:pt x="1858" y="2120"/>
                    <a:pt x="1858" y="1668"/>
                  </a:cubicBezTo>
                  <a:lnTo>
                    <a:pt x="1858" y="810"/>
                  </a:lnTo>
                  <a:cubicBezTo>
                    <a:pt x="1882" y="382"/>
                    <a:pt x="1501" y="1"/>
                    <a:pt x="104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18" name="Google Shape;22318;p139"/>
          <p:cNvGrpSpPr/>
          <p:nvPr/>
        </p:nvGrpSpPr>
        <p:grpSpPr>
          <a:xfrm>
            <a:off x="6277144" y="2324138"/>
            <a:ext cx="350185" cy="344948"/>
            <a:chOff x="6277144" y="2476538"/>
            <a:chExt cx="350185" cy="344948"/>
          </a:xfrm>
        </p:grpSpPr>
        <p:sp>
          <p:nvSpPr>
            <p:cNvPr id="22319" name="Google Shape;22319;p139"/>
            <p:cNvSpPr/>
            <p:nvPr/>
          </p:nvSpPr>
          <p:spPr>
            <a:xfrm>
              <a:off x="6277144" y="2476538"/>
              <a:ext cx="350185" cy="344590"/>
            </a:xfrm>
            <a:custGeom>
              <a:avLst/>
              <a:gdLst/>
              <a:ahLst/>
              <a:cxnLst/>
              <a:rect l="l" t="t" r="r" b="b"/>
              <a:pathLst>
                <a:path w="10765" h="10593" extrusionOk="0">
                  <a:moveTo>
                    <a:pt x="429" y="1"/>
                  </a:moveTo>
                  <a:cubicBezTo>
                    <a:pt x="167" y="1"/>
                    <a:pt x="0" y="310"/>
                    <a:pt x="191" y="525"/>
                  </a:cubicBezTo>
                  <a:lnTo>
                    <a:pt x="4144" y="5406"/>
                  </a:lnTo>
                  <a:lnTo>
                    <a:pt x="4144" y="10265"/>
                  </a:lnTo>
                  <a:cubicBezTo>
                    <a:pt x="4144" y="10463"/>
                    <a:pt x="4280" y="10593"/>
                    <a:pt x="4429" y="10593"/>
                  </a:cubicBezTo>
                  <a:cubicBezTo>
                    <a:pt x="4477" y="10593"/>
                    <a:pt x="4526" y="10579"/>
                    <a:pt x="4573" y="10550"/>
                  </a:cubicBezTo>
                  <a:lnTo>
                    <a:pt x="6430" y="9622"/>
                  </a:lnTo>
                  <a:cubicBezTo>
                    <a:pt x="6549" y="9598"/>
                    <a:pt x="6621" y="9479"/>
                    <a:pt x="6621" y="9360"/>
                  </a:cubicBezTo>
                  <a:lnTo>
                    <a:pt x="6621" y="5406"/>
                  </a:lnTo>
                  <a:lnTo>
                    <a:pt x="10574" y="525"/>
                  </a:lnTo>
                  <a:cubicBezTo>
                    <a:pt x="10765" y="310"/>
                    <a:pt x="10598" y="1"/>
                    <a:pt x="10336"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0" name="Google Shape;22320;p139"/>
            <p:cNvSpPr/>
            <p:nvPr/>
          </p:nvSpPr>
          <p:spPr>
            <a:xfrm>
              <a:off x="6411948" y="2652395"/>
              <a:ext cx="81358" cy="169091"/>
            </a:xfrm>
            <a:custGeom>
              <a:avLst/>
              <a:gdLst/>
              <a:ahLst/>
              <a:cxnLst/>
              <a:rect l="l" t="t" r="r" b="b"/>
              <a:pathLst>
                <a:path w="2501" h="5198" extrusionOk="0">
                  <a:moveTo>
                    <a:pt x="24" y="0"/>
                  </a:moveTo>
                  <a:lnTo>
                    <a:pt x="0" y="4859"/>
                  </a:lnTo>
                  <a:cubicBezTo>
                    <a:pt x="0" y="5065"/>
                    <a:pt x="148" y="5198"/>
                    <a:pt x="316" y="5198"/>
                  </a:cubicBezTo>
                  <a:cubicBezTo>
                    <a:pt x="361" y="5198"/>
                    <a:pt x="407" y="5188"/>
                    <a:pt x="453" y="5168"/>
                  </a:cubicBezTo>
                  <a:lnTo>
                    <a:pt x="2334" y="4216"/>
                  </a:lnTo>
                  <a:cubicBezTo>
                    <a:pt x="2453" y="4168"/>
                    <a:pt x="2501" y="4073"/>
                    <a:pt x="2501" y="3930"/>
                  </a:cubicBezTo>
                  <a:lnTo>
                    <a:pt x="2501"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321" name="Google Shape;22321;p139"/>
            <p:cNvGrpSpPr/>
            <p:nvPr/>
          </p:nvGrpSpPr>
          <p:grpSpPr>
            <a:xfrm>
              <a:off x="6451440" y="2476538"/>
              <a:ext cx="175890" cy="331611"/>
              <a:chOff x="6451440" y="2476538"/>
              <a:chExt cx="175890" cy="331611"/>
            </a:xfrm>
          </p:grpSpPr>
          <p:sp>
            <p:nvSpPr>
              <p:cNvPr id="22322" name="Google Shape;22322;p139"/>
              <p:cNvSpPr/>
              <p:nvPr/>
            </p:nvSpPr>
            <p:spPr>
              <a:xfrm>
                <a:off x="6451440" y="2476538"/>
                <a:ext cx="175890" cy="330830"/>
              </a:xfrm>
              <a:custGeom>
                <a:avLst/>
                <a:gdLst/>
                <a:ahLst/>
                <a:cxnLst/>
                <a:rect l="l" t="t" r="r" b="b"/>
                <a:pathLst>
                  <a:path w="5407" h="10170" extrusionOk="0">
                    <a:moveTo>
                      <a:pt x="1" y="1"/>
                    </a:moveTo>
                    <a:lnTo>
                      <a:pt x="1" y="10169"/>
                    </a:lnTo>
                    <a:lnTo>
                      <a:pt x="1072" y="9622"/>
                    </a:lnTo>
                    <a:cubicBezTo>
                      <a:pt x="1191" y="9574"/>
                      <a:pt x="1263" y="9479"/>
                      <a:pt x="1263" y="9360"/>
                    </a:cubicBezTo>
                    <a:lnTo>
                      <a:pt x="1263" y="5406"/>
                    </a:lnTo>
                    <a:lnTo>
                      <a:pt x="5216" y="525"/>
                    </a:lnTo>
                    <a:cubicBezTo>
                      <a:pt x="5407" y="310"/>
                      <a:pt x="5240" y="1"/>
                      <a:pt x="497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3" name="Google Shape;22323;p139"/>
              <p:cNvSpPr/>
              <p:nvPr/>
            </p:nvSpPr>
            <p:spPr>
              <a:xfrm>
                <a:off x="6451440" y="2652395"/>
                <a:ext cx="41085" cy="155754"/>
              </a:xfrm>
              <a:custGeom>
                <a:avLst/>
                <a:gdLst/>
                <a:ahLst/>
                <a:cxnLst/>
                <a:rect l="l" t="t" r="r" b="b"/>
                <a:pathLst>
                  <a:path w="1263" h="4788" extrusionOk="0">
                    <a:moveTo>
                      <a:pt x="1" y="0"/>
                    </a:moveTo>
                    <a:lnTo>
                      <a:pt x="1" y="4787"/>
                    </a:lnTo>
                    <a:lnTo>
                      <a:pt x="1072" y="4239"/>
                    </a:lnTo>
                    <a:cubicBezTo>
                      <a:pt x="1191" y="4192"/>
                      <a:pt x="1263" y="4073"/>
                      <a:pt x="1263" y="3954"/>
                    </a:cubicBezTo>
                    <a:lnTo>
                      <a:pt x="1263"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324" name="Google Shape;22324;p139"/>
          <p:cNvGrpSpPr/>
          <p:nvPr/>
        </p:nvGrpSpPr>
        <p:grpSpPr>
          <a:xfrm>
            <a:off x="5517178" y="2323357"/>
            <a:ext cx="344005" cy="345566"/>
            <a:chOff x="5517178" y="2475757"/>
            <a:chExt cx="344005" cy="345566"/>
          </a:xfrm>
        </p:grpSpPr>
        <p:sp>
          <p:nvSpPr>
            <p:cNvPr id="22325" name="Google Shape;22325;p139"/>
            <p:cNvSpPr/>
            <p:nvPr/>
          </p:nvSpPr>
          <p:spPr>
            <a:xfrm>
              <a:off x="5744921" y="2674093"/>
              <a:ext cx="49641" cy="63564"/>
            </a:xfrm>
            <a:custGeom>
              <a:avLst/>
              <a:gdLst/>
              <a:ahLst/>
              <a:cxnLst/>
              <a:rect l="l" t="t" r="r" b="b"/>
              <a:pathLst>
                <a:path w="1526" h="1954" extrusionOk="0">
                  <a:moveTo>
                    <a:pt x="477" y="0"/>
                  </a:moveTo>
                  <a:cubicBezTo>
                    <a:pt x="334" y="167"/>
                    <a:pt x="168" y="286"/>
                    <a:pt x="1" y="405"/>
                  </a:cubicBezTo>
                  <a:lnTo>
                    <a:pt x="1001" y="1953"/>
                  </a:lnTo>
                  <a:cubicBezTo>
                    <a:pt x="1120" y="1786"/>
                    <a:pt x="1311" y="1667"/>
                    <a:pt x="1525" y="1620"/>
                  </a:cubicBezTo>
                  <a:lnTo>
                    <a:pt x="477"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6" name="Google Shape;22326;p139"/>
            <p:cNvSpPr/>
            <p:nvPr/>
          </p:nvSpPr>
          <p:spPr>
            <a:xfrm>
              <a:off x="5610149" y="2589645"/>
              <a:ext cx="39524" cy="27163"/>
            </a:xfrm>
            <a:custGeom>
              <a:avLst/>
              <a:gdLst/>
              <a:ahLst/>
              <a:cxnLst/>
              <a:rect l="l" t="t" r="r" b="b"/>
              <a:pathLst>
                <a:path w="1215" h="835" extrusionOk="0">
                  <a:moveTo>
                    <a:pt x="143" y="1"/>
                  </a:moveTo>
                  <a:cubicBezTo>
                    <a:pt x="143" y="215"/>
                    <a:pt x="95" y="429"/>
                    <a:pt x="0" y="596"/>
                  </a:cubicBezTo>
                  <a:lnTo>
                    <a:pt x="1000" y="834"/>
                  </a:lnTo>
                  <a:cubicBezTo>
                    <a:pt x="1048" y="644"/>
                    <a:pt x="1143" y="429"/>
                    <a:pt x="1215" y="239"/>
                  </a:cubicBezTo>
                  <a:lnTo>
                    <a:pt x="143"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7" name="Google Shape;22327;p139"/>
            <p:cNvSpPr/>
            <p:nvPr/>
          </p:nvSpPr>
          <p:spPr>
            <a:xfrm>
              <a:off x="5630285" y="2677964"/>
              <a:ext cx="49608" cy="58912"/>
            </a:xfrm>
            <a:custGeom>
              <a:avLst/>
              <a:gdLst/>
              <a:ahLst/>
              <a:cxnLst/>
              <a:rect l="l" t="t" r="r" b="b"/>
              <a:pathLst>
                <a:path w="1525" h="1811" extrusionOk="0">
                  <a:moveTo>
                    <a:pt x="1024" y="0"/>
                  </a:moveTo>
                  <a:lnTo>
                    <a:pt x="0" y="1453"/>
                  </a:lnTo>
                  <a:cubicBezTo>
                    <a:pt x="215" y="1524"/>
                    <a:pt x="405" y="1667"/>
                    <a:pt x="524" y="1810"/>
                  </a:cubicBezTo>
                  <a:lnTo>
                    <a:pt x="1524" y="358"/>
                  </a:lnTo>
                  <a:cubicBezTo>
                    <a:pt x="1358" y="286"/>
                    <a:pt x="1167" y="167"/>
                    <a:pt x="1024"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8" name="Google Shape;22328;p139"/>
            <p:cNvSpPr/>
            <p:nvPr/>
          </p:nvSpPr>
          <p:spPr>
            <a:xfrm>
              <a:off x="5746482" y="2537727"/>
              <a:ext cx="48079" cy="49641"/>
            </a:xfrm>
            <a:custGeom>
              <a:avLst/>
              <a:gdLst/>
              <a:ahLst/>
              <a:cxnLst/>
              <a:rect l="l" t="t" r="r" b="b"/>
              <a:pathLst>
                <a:path w="1478" h="1526" extrusionOk="0">
                  <a:moveTo>
                    <a:pt x="1025" y="1"/>
                  </a:moveTo>
                  <a:lnTo>
                    <a:pt x="1" y="1096"/>
                  </a:lnTo>
                  <a:cubicBezTo>
                    <a:pt x="167" y="1215"/>
                    <a:pt x="334" y="1382"/>
                    <a:pt x="453" y="1525"/>
                  </a:cubicBezTo>
                  <a:lnTo>
                    <a:pt x="1477" y="382"/>
                  </a:lnTo>
                  <a:cubicBezTo>
                    <a:pt x="1287" y="311"/>
                    <a:pt x="1120" y="144"/>
                    <a:pt x="1025"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9" name="Google Shape;22329;p139"/>
            <p:cNvSpPr/>
            <p:nvPr/>
          </p:nvSpPr>
          <p:spPr>
            <a:xfrm>
              <a:off x="5638027" y="2558644"/>
              <a:ext cx="141798" cy="141798"/>
            </a:xfrm>
            <a:custGeom>
              <a:avLst/>
              <a:gdLst/>
              <a:ahLst/>
              <a:cxnLst/>
              <a:rect l="l" t="t" r="r" b="b"/>
              <a:pathLst>
                <a:path w="4359" h="4359" extrusionOk="0">
                  <a:moveTo>
                    <a:pt x="2191" y="1"/>
                  </a:moveTo>
                  <a:cubicBezTo>
                    <a:pt x="1001" y="1"/>
                    <a:pt x="1" y="1001"/>
                    <a:pt x="1" y="2192"/>
                  </a:cubicBezTo>
                  <a:cubicBezTo>
                    <a:pt x="1" y="3383"/>
                    <a:pt x="1001" y="4359"/>
                    <a:pt x="2191" y="4359"/>
                  </a:cubicBezTo>
                  <a:cubicBezTo>
                    <a:pt x="3406" y="4359"/>
                    <a:pt x="4359" y="3383"/>
                    <a:pt x="4359" y="2192"/>
                  </a:cubicBezTo>
                  <a:cubicBezTo>
                    <a:pt x="4359" y="1001"/>
                    <a:pt x="3382" y="1"/>
                    <a:pt x="2191"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0" name="Google Shape;22330;p139"/>
            <p:cNvSpPr/>
            <p:nvPr/>
          </p:nvSpPr>
          <p:spPr>
            <a:xfrm>
              <a:off x="5709300" y="2558644"/>
              <a:ext cx="70525" cy="141798"/>
            </a:xfrm>
            <a:custGeom>
              <a:avLst/>
              <a:gdLst/>
              <a:ahLst/>
              <a:cxnLst/>
              <a:rect l="l" t="t" r="r" b="b"/>
              <a:pathLst>
                <a:path w="2168" h="4359" extrusionOk="0">
                  <a:moveTo>
                    <a:pt x="0" y="1"/>
                  </a:moveTo>
                  <a:lnTo>
                    <a:pt x="0" y="4359"/>
                  </a:lnTo>
                  <a:cubicBezTo>
                    <a:pt x="1191" y="4359"/>
                    <a:pt x="2168" y="3383"/>
                    <a:pt x="2168" y="2192"/>
                  </a:cubicBezTo>
                  <a:cubicBezTo>
                    <a:pt x="2168" y="1001"/>
                    <a:pt x="1215" y="1"/>
                    <a:pt x="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1" name="Google Shape;22331;p139"/>
            <p:cNvSpPr/>
            <p:nvPr/>
          </p:nvSpPr>
          <p:spPr>
            <a:xfrm>
              <a:off x="5769709" y="2475757"/>
              <a:ext cx="81390" cy="81390"/>
            </a:xfrm>
            <a:custGeom>
              <a:avLst/>
              <a:gdLst/>
              <a:ahLst/>
              <a:cxnLst/>
              <a:rect l="l" t="t" r="r" b="b"/>
              <a:pathLst>
                <a:path w="2502" h="2502" extrusionOk="0">
                  <a:moveTo>
                    <a:pt x="1263" y="1"/>
                  </a:moveTo>
                  <a:cubicBezTo>
                    <a:pt x="573" y="1"/>
                    <a:pt x="1" y="572"/>
                    <a:pt x="1" y="1263"/>
                  </a:cubicBezTo>
                  <a:cubicBezTo>
                    <a:pt x="1" y="1930"/>
                    <a:pt x="573" y="2501"/>
                    <a:pt x="1263" y="2501"/>
                  </a:cubicBezTo>
                  <a:cubicBezTo>
                    <a:pt x="1954" y="2501"/>
                    <a:pt x="2478" y="1954"/>
                    <a:pt x="2501" y="1263"/>
                  </a:cubicBezTo>
                  <a:cubicBezTo>
                    <a:pt x="2501" y="572"/>
                    <a:pt x="1954" y="1"/>
                    <a:pt x="126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2" name="Google Shape;22332;p139"/>
            <p:cNvSpPr/>
            <p:nvPr/>
          </p:nvSpPr>
          <p:spPr>
            <a:xfrm>
              <a:off x="5517178" y="2538508"/>
              <a:ext cx="100745" cy="100745"/>
            </a:xfrm>
            <a:custGeom>
              <a:avLst/>
              <a:gdLst/>
              <a:ahLst/>
              <a:cxnLst/>
              <a:rect l="l" t="t" r="r" b="b"/>
              <a:pathLst>
                <a:path w="3097" h="3097" extrusionOk="0">
                  <a:moveTo>
                    <a:pt x="1548" y="1"/>
                  </a:moveTo>
                  <a:cubicBezTo>
                    <a:pt x="691" y="1"/>
                    <a:pt x="0" y="691"/>
                    <a:pt x="0" y="1549"/>
                  </a:cubicBezTo>
                  <a:cubicBezTo>
                    <a:pt x="0" y="2406"/>
                    <a:pt x="691" y="3097"/>
                    <a:pt x="1548" y="3097"/>
                  </a:cubicBezTo>
                  <a:cubicBezTo>
                    <a:pt x="2406" y="3097"/>
                    <a:pt x="3096" y="2406"/>
                    <a:pt x="3096" y="1549"/>
                  </a:cubicBezTo>
                  <a:cubicBezTo>
                    <a:pt x="3096" y="691"/>
                    <a:pt x="2406" y="1"/>
                    <a:pt x="154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3" name="Google Shape;22333;p139"/>
            <p:cNvSpPr/>
            <p:nvPr/>
          </p:nvSpPr>
          <p:spPr>
            <a:xfrm>
              <a:off x="5578367" y="2720578"/>
              <a:ext cx="81390" cy="81358"/>
            </a:xfrm>
            <a:custGeom>
              <a:avLst/>
              <a:gdLst/>
              <a:ahLst/>
              <a:cxnLst/>
              <a:rect l="l" t="t" r="r" b="b"/>
              <a:pathLst>
                <a:path w="2502" h="2501" extrusionOk="0">
                  <a:moveTo>
                    <a:pt x="1239" y="0"/>
                  </a:moveTo>
                  <a:cubicBezTo>
                    <a:pt x="549" y="0"/>
                    <a:pt x="1" y="572"/>
                    <a:pt x="1" y="1262"/>
                  </a:cubicBezTo>
                  <a:cubicBezTo>
                    <a:pt x="1" y="1953"/>
                    <a:pt x="572" y="2501"/>
                    <a:pt x="1239" y="2501"/>
                  </a:cubicBezTo>
                  <a:cubicBezTo>
                    <a:pt x="1930" y="2501"/>
                    <a:pt x="2501" y="1953"/>
                    <a:pt x="2501" y="1262"/>
                  </a:cubicBezTo>
                  <a:cubicBezTo>
                    <a:pt x="2501" y="572"/>
                    <a:pt x="1930" y="0"/>
                    <a:pt x="1239"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4" name="Google Shape;22334;p139"/>
            <p:cNvSpPr/>
            <p:nvPr/>
          </p:nvSpPr>
          <p:spPr>
            <a:xfrm>
              <a:off x="5760437" y="2720578"/>
              <a:ext cx="100745" cy="100745"/>
            </a:xfrm>
            <a:custGeom>
              <a:avLst/>
              <a:gdLst/>
              <a:ahLst/>
              <a:cxnLst/>
              <a:rect l="l" t="t" r="r" b="b"/>
              <a:pathLst>
                <a:path w="3097" h="3097" extrusionOk="0">
                  <a:moveTo>
                    <a:pt x="1548" y="0"/>
                  </a:moveTo>
                  <a:cubicBezTo>
                    <a:pt x="667" y="0"/>
                    <a:pt x="0" y="691"/>
                    <a:pt x="0" y="1548"/>
                  </a:cubicBezTo>
                  <a:cubicBezTo>
                    <a:pt x="0" y="2429"/>
                    <a:pt x="691" y="3096"/>
                    <a:pt x="1548" y="3096"/>
                  </a:cubicBezTo>
                  <a:cubicBezTo>
                    <a:pt x="2382" y="3096"/>
                    <a:pt x="3096" y="2429"/>
                    <a:pt x="3096" y="1548"/>
                  </a:cubicBezTo>
                  <a:cubicBezTo>
                    <a:pt x="3096" y="691"/>
                    <a:pt x="2405" y="0"/>
                    <a:pt x="1548"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35" name="Google Shape;22335;p139"/>
          <p:cNvGrpSpPr/>
          <p:nvPr/>
        </p:nvGrpSpPr>
        <p:grpSpPr>
          <a:xfrm>
            <a:off x="4765735" y="2324138"/>
            <a:ext cx="344753" cy="344785"/>
            <a:chOff x="4765735" y="2476538"/>
            <a:chExt cx="344753" cy="344785"/>
          </a:xfrm>
        </p:grpSpPr>
        <p:sp>
          <p:nvSpPr>
            <p:cNvPr id="22336" name="Google Shape;22336;p139"/>
            <p:cNvSpPr/>
            <p:nvPr/>
          </p:nvSpPr>
          <p:spPr>
            <a:xfrm>
              <a:off x="4765735" y="2476538"/>
              <a:ext cx="344753" cy="344785"/>
            </a:xfrm>
            <a:custGeom>
              <a:avLst/>
              <a:gdLst/>
              <a:ahLst/>
              <a:cxnLst/>
              <a:rect l="l" t="t" r="r" b="b"/>
              <a:pathLst>
                <a:path w="10598" h="10599" extrusionOk="0">
                  <a:moveTo>
                    <a:pt x="5311" y="1"/>
                  </a:moveTo>
                  <a:cubicBezTo>
                    <a:pt x="2382" y="1"/>
                    <a:pt x="0" y="2382"/>
                    <a:pt x="0" y="5311"/>
                  </a:cubicBezTo>
                  <a:cubicBezTo>
                    <a:pt x="0" y="8217"/>
                    <a:pt x="2382" y="10598"/>
                    <a:pt x="5311" y="10598"/>
                  </a:cubicBezTo>
                  <a:cubicBezTo>
                    <a:pt x="8216" y="10598"/>
                    <a:pt x="10598" y="8217"/>
                    <a:pt x="10598" y="5311"/>
                  </a:cubicBezTo>
                  <a:cubicBezTo>
                    <a:pt x="10598" y="2382"/>
                    <a:pt x="8216" y="1"/>
                    <a:pt x="531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7" name="Google Shape;22337;p139"/>
            <p:cNvSpPr/>
            <p:nvPr/>
          </p:nvSpPr>
          <p:spPr>
            <a:xfrm>
              <a:off x="4936941" y="2476538"/>
              <a:ext cx="172799" cy="344785"/>
            </a:xfrm>
            <a:custGeom>
              <a:avLst/>
              <a:gdLst/>
              <a:ahLst/>
              <a:cxnLst/>
              <a:rect l="l" t="t" r="r" b="b"/>
              <a:pathLst>
                <a:path w="5312" h="10599" extrusionOk="0">
                  <a:moveTo>
                    <a:pt x="0" y="1"/>
                  </a:moveTo>
                  <a:lnTo>
                    <a:pt x="0" y="10598"/>
                  </a:lnTo>
                  <a:cubicBezTo>
                    <a:pt x="2930" y="10598"/>
                    <a:pt x="5311" y="8217"/>
                    <a:pt x="5311" y="5311"/>
                  </a:cubicBezTo>
                  <a:cubicBezTo>
                    <a:pt x="5311" y="2382"/>
                    <a:pt x="2953" y="1"/>
                    <a:pt x="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8" name="Google Shape;22338;p139"/>
            <p:cNvSpPr/>
            <p:nvPr/>
          </p:nvSpPr>
          <p:spPr>
            <a:xfrm>
              <a:off x="4785871" y="2497455"/>
              <a:ext cx="304481" cy="303700"/>
            </a:xfrm>
            <a:custGeom>
              <a:avLst/>
              <a:gdLst/>
              <a:ahLst/>
              <a:cxnLst/>
              <a:rect l="l" t="t" r="r" b="b"/>
              <a:pathLst>
                <a:path w="9360" h="9336" extrusionOk="0">
                  <a:moveTo>
                    <a:pt x="4692" y="1"/>
                  </a:moveTo>
                  <a:cubicBezTo>
                    <a:pt x="2096" y="1"/>
                    <a:pt x="1" y="2072"/>
                    <a:pt x="1" y="4668"/>
                  </a:cubicBezTo>
                  <a:cubicBezTo>
                    <a:pt x="1" y="7240"/>
                    <a:pt x="2096" y="9336"/>
                    <a:pt x="4692" y="9336"/>
                  </a:cubicBezTo>
                  <a:cubicBezTo>
                    <a:pt x="7240" y="9336"/>
                    <a:pt x="9360" y="7240"/>
                    <a:pt x="9360" y="4668"/>
                  </a:cubicBezTo>
                  <a:cubicBezTo>
                    <a:pt x="9360" y="2072"/>
                    <a:pt x="7264" y="1"/>
                    <a:pt x="4692"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9" name="Google Shape;22339;p139"/>
            <p:cNvSpPr/>
            <p:nvPr/>
          </p:nvSpPr>
          <p:spPr>
            <a:xfrm>
              <a:off x="4936941" y="2497455"/>
              <a:ext cx="152631" cy="303700"/>
            </a:xfrm>
            <a:custGeom>
              <a:avLst/>
              <a:gdLst/>
              <a:ahLst/>
              <a:cxnLst/>
              <a:rect l="l" t="t" r="r" b="b"/>
              <a:pathLst>
                <a:path w="4692" h="9336" extrusionOk="0">
                  <a:moveTo>
                    <a:pt x="0" y="1"/>
                  </a:moveTo>
                  <a:lnTo>
                    <a:pt x="0" y="9336"/>
                  </a:lnTo>
                  <a:cubicBezTo>
                    <a:pt x="2596" y="9336"/>
                    <a:pt x="4692" y="7240"/>
                    <a:pt x="4692" y="4668"/>
                  </a:cubicBezTo>
                  <a:cubicBezTo>
                    <a:pt x="4692" y="2072"/>
                    <a:pt x="2596" y="1"/>
                    <a:pt x="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0" name="Google Shape;22340;p139"/>
            <p:cNvSpPr/>
            <p:nvPr/>
          </p:nvSpPr>
          <p:spPr>
            <a:xfrm>
              <a:off x="4915243" y="2626046"/>
              <a:ext cx="46518" cy="46518"/>
            </a:xfrm>
            <a:custGeom>
              <a:avLst/>
              <a:gdLst/>
              <a:ahLst/>
              <a:cxnLst/>
              <a:rect l="l" t="t" r="r" b="b"/>
              <a:pathLst>
                <a:path w="1430" h="1430" extrusionOk="0">
                  <a:moveTo>
                    <a:pt x="715" y="1"/>
                  </a:moveTo>
                  <a:cubicBezTo>
                    <a:pt x="310" y="1"/>
                    <a:pt x="1" y="334"/>
                    <a:pt x="1" y="715"/>
                  </a:cubicBezTo>
                  <a:cubicBezTo>
                    <a:pt x="1" y="1096"/>
                    <a:pt x="310" y="1430"/>
                    <a:pt x="715" y="1430"/>
                  </a:cubicBezTo>
                  <a:cubicBezTo>
                    <a:pt x="1096" y="1430"/>
                    <a:pt x="1429" y="1096"/>
                    <a:pt x="1429" y="715"/>
                  </a:cubicBezTo>
                  <a:cubicBezTo>
                    <a:pt x="1429" y="334"/>
                    <a:pt x="1096" y="1"/>
                    <a:pt x="715"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1" name="Google Shape;22341;p139"/>
            <p:cNvSpPr/>
            <p:nvPr/>
          </p:nvSpPr>
          <p:spPr>
            <a:xfrm>
              <a:off x="4936941" y="2626046"/>
              <a:ext cx="23259" cy="46518"/>
            </a:xfrm>
            <a:custGeom>
              <a:avLst/>
              <a:gdLst/>
              <a:ahLst/>
              <a:cxnLst/>
              <a:rect l="l" t="t" r="r" b="b"/>
              <a:pathLst>
                <a:path w="715" h="1430" extrusionOk="0">
                  <a:moveTo>
                    <a:pt x="0" y="1"/>
                  </a:moveTo>
                  <a:lnTo>
                    <a:pt x="0" y="1430"/>
                  </a:lnTo>
                  <a:cubicBezTo>
                    <a:pt x="381" y="1430"/>
                    <a:pt x="715" y="1096"/>
                    <a:pt x="715" y="715"/>
                  </a:cubicBezTo>
                  <a:cubicBezTo>
                    <a:pt x="715" y="310"/>
                    <a:pt x="405" y="1"/>
                    <a:pt x="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2" name="Google Shape;22342;p139"/>
            <p:cNvSpPr/>
            <p:nvPr/>
          </p:nvSpPr>
          <p:spPr>
            <a:xfrm>
              <a:off x="4806788" y="2639221"/>
              <a:ext cx="119320" cy="124622"/>
            </a:xfrm>
            <a:custGeom>
              <a:avLst/>
              <a:gdLst/>
              <a:ahLst/>
              <a:cxnLst/>
              <a:rect l="l" t="t" r="r" b="b"/>
              <a:pathLst>
                <a:path w="3668" h="3831" extrusionOk="0">
                  <a:moveTo>
                    <a:pt x="286" y="1"/>
                  </a:moveTo>
                  <a:cubicBezTo>
                    <a:pt x="96" y="1"/>
                    <a:pt x="1" y="167"/>
                    <a:pt x="1" y="310"/>
                  </a:cubicBezTo>
                  <a:cubicBezTo>
                    <a:pt x="1" y="1787"/>
                    <a:pt x="786" y="3097"/>
                    <a:pt x="2025" y="3787"/>
                  </a:cubicBezTo>
                  <a:cubicBezTo>
                    <a:pt x="2070" y="3817"/>
                    <a:pt x="2117" y="3831"/>
                    <a:pt x="2163" y="3831"/>
                  </a:cubicBezTo>
                  <a:cubicBezTo>
                    <a:pt x="2265" y="3831"/>
                    <a:pt x="2364" y="3766"/>
                    <a:pt x="2430" y="3668"/>
                  </a:cubicBezTo>
                  <a:lnTo>
                    <a:pt x="3668" y="1501"/>
                  </a:lnTo>
                  <a:cubicBezTo>
                    <a:pt x="3049" y="1310"/>
                    <a:pt x="2644" y="667"/>
                    <a:pt x="281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3" name="Google Shape;22343;p139"/>
            <p:cNvSpPr/>
            <p:nvPr/>
          </p:nvSpPr>
          <p:spPr>
            <a:xfrm>
              <a:off x="4864887" y="2518762"/>
              <a:ext cx="144889" cy="101136"/>
            </a:xfrm>
            <a:custGeom>
              <a:avLst/>
              <a:gdLst/>
              <a:ahLst/>
              <a:cxnLst/>
              <a:rect l="l" t="t" r="r" b="b"/>
              <a:pathLst>
                <a:path w="4454" h="3109" extrusionOk="0">
                  <a:moveTo>
                    <a:pt x="2224" y="1"/>
                  </a:moveTo>
                  <a:cubicBezTo>
                    <a:pt x="1525" y="1"/>
                    <a:pt x="822" y="179"/>
                    <a:pt x="191" y="536"/>
                  </a:cubicBezTo>
                  <a:cubicBezTo>
                    <a:pt x="48" y="608"/>
                    <a:pt x="1" y="798"/>
                    <a:pt x="72" y="941"/>
                  </a:cubicBezTo>
                  <a:lnTo>
                    <a:pt x="1334" y="3108"/>
                  </a:lnTo>
                  <a:cubicBezTo>
                    <a:pt x="1572" y="2870"/>
                    <a:pt x="1882" y="2751"/>
                    <a:pt x="2192" y="2751"/>
                  </a:cubicBezTo>
                  <a:cubicBezTo>
                    <a:pt x="2501" y="2751"/>
                    <a:pt x="2811" y="2870"/>
                    <a:pt x="3049" y="3108"/>
                  </a:cubicBezTo>
                  <a:lnTo>
                    <a:pt x="4311" y="941"/>
                  </a:lnTo>
                  <a:cubicBezTo>
                    <a:pt x="4454" y="798"/>
                    <a:pt x="4406" y="584"/>
                    <a:pt x="4240" y="536"/>
                  </a:cubicBezTo>
                  <a:cubicBezTo>
                    <a:pt x="3620" y="179"/>
                    <a:pt x="2924" y="1"/>
                    <a:pt x="222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4" name="Google Shape;22344;p139"/>
            <p:cNvSpPr/>
            <p:nvPr/>
          </p:nvSpPr>
          <p:spPr>
            <a:xfrm>
              <a:off x="4936941" y="2518372"/>
              <a:ext cx="72835" cy="102307"/>
            </a:xfrm>
            <a:custGeom>
              <a:avLst/>
              <a:gdLst/>
              <a:ahLst/>
              <a:cxnLst/>
              <a:rect l="l" t="t" r="r" b="b"/>
              <a:pathLst>
                <a:path w="2239" h="3145" extrusionOk="0">
                  <a:moveTo>
                    <a:pt x="0" y="1"/>
                  </a:moveTo>
                  <a:lnTo>
                    <a:pt x="0" y="2787"/>
                  </a:lnTo>
                  <a:cubicBezTo>
                    <a:pt x="334" y="2787"/>
                    <a:pt x="643" y="2906"/>
                    <a:pt x="882" y="3144"/>
                  </a:cubicBezTo>
                  <a:lnTo>
                    <a:pt x="2120" y="977"/>
                  </a:lnTo>
                  <a:cubicBezTo>
                    <a:pt x="2239" y="810"/>
                    <a:pt x="2191" y="596"/>
                    <a:pt x="2025" y="548"/>
                  </a:cubicBezTo>
                  <a:cubicBezTo>
                    <a:pt x="1405" y="191"/>
                    <a:pt x="715" y="1"/>
                    <a:pt x="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5" name="Google Shape;22345;p139"/>
            <p:cNvSpPr/>
            <p:nvPr/>
          </p:nvSpPr>
          <p:spPr>
            <a:xfrm>
              <a:off x="4948554" y="2639221"/>
              <a:ext cx="120101" cy="125566"/>
            </a:xfrm>
            <a:custGeom>
              <a:avLst/>
              <a:gdLst/>
              <a:ahLst/>
              <a:cxnLst/>
              <a:rect l="l" t="t" r="r" b="b"/>
              <a:pathLst>
                <a:path w="3692" h="3860" extrusionOk="0">
                  <a:moveTo>
                    <a:pt x="882" y="1"/>
                  </a:moveTo>
                  <a:cubicBezTo>
                    <a:pt x="1048" y="667"/>
                    <a:pt x="644" y="1358"/>
                    <a:pt x="1" y="1525"/>
                  </a:cubicBezTo>
                  <a:lnTo>
                    <a:pt x="1263" y="3692"/>
                  </a:lnTo>
                  <a:cubicBezTo>
                    <a:pt x="1325" y="3801"/>
                    <a:pt x="1419" y="3859"/>
                    <a:pt x="1516" y="3859"/>
                  </a:cubicBezTo>
                  <a:cubicBezTo>
                    <a:pt x="1567" y="3859"/>
                    <a:pt x="1619" y="3844"/>
                    <a:pt x="1668" y="3811"/>
                  </a:cubicBezTo>
                  <a:cubicBezTo>
                    <a:pt x="2930" y="3097"/>
                    <a:pt x="3692" y="1763"/>
                    <a:pt x="3692" y="334"/>
                  </a:cubicBezTo>
                  <a:cubicBezTo>
                    <a:pt x="3692" y="120"/>
                    <a:pt x="3549" y="1"/>
                    <a:pt x="3406"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6" name="Google Shape;22346;p139"/>
          <p:cNvGrpSpPr/>
          <p:nvPr/>
        </p:nvGrpSpPr>
        <p:grpSpPr>
          <a:xfrm>
            <a:off x="4013511" y="2335003"/>
            <a:ext cx="348657" cy="323055"/>
            <a:chOff x="4013511" y="2487403"/>
            <a:chExt cx="348657" cy="323055"/>
          </a:xfrm>
        </p:grpSpPr>
        <p:sp>
          <p:nvSpPr>
            <p:cNvPr id="22347" name="Google Shape;22347;p139"/>
            <p:cNvSpPr/>
            <p:nvPr/>
          </p:nvSpPr>
          <p:spPr>
            <a:xfrm>
              <a:off x="4134360" y="2545502"/>
              <a:ext cx="100745" cy="27130"/>
            </a:xfrm>
            <a:custGeom>
              <a:avLst/>
              <a:gdLst/>
              <a:ahLst/>
              <a:cxnLst/>
              <a:rect l="l" t="t" r="r" b="b"/>
              <a:pathLst>
                <a:path w="3097" h="834" extrusionOk="0">
                  <a:moveTo>
                    <a:pt x="1" y="0"/>
                  </a:moveTo>
                  <a:lnTo>
                    <a:pt x="1" y="834"/>
                  </a:lnTo>
                  <a:lnTo>
                    <a:pt x="3096" y="834"/>
                  </a:lnTo>
                  <a:lnTo>
                    <a:pt x="3096"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8" name="Google Shape;22348;p139"/>
            <p:cNvSpPr/>
            <p:nvPr/>
          </p:nvSpPr>
          <p:spPr>
            <a:xfrm>
              <a:off x="4184717" y="2545502"/>
              <a:ext cx="50389" cy="27130"/>
            </a:xfrm>
            <a:custGeom>
              <a:avLst/>
              <a:gdLst/>
              <a:ahLst/>
              <a:cxnLst/>
              <a:rect l="l" t="t" r="r" b="b"/>
              <a:pathLst>
                <a:path w="1549" h="834" extrusionOk="0">
                  <a:moveTo>
                    <a:pt x="1" y="0"/>
                  </a:moveTo>
                  <a:lnTo>
                    <a:pt x="1" y="834"/>
                  </a:lnTo>
                  <a:lnTo>
                    <a:pt x="1548" y="834"/>
                  </a:lnTo>
                  <a:lnTo>
                    <a:pt x="1548" y="0"/>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9" name="Google Shape;22349;p139"/>
            <p:cNvSpPr/>
            <p:nvPr/>
          </p:nvSpPr>
          <p:spPr>
            <a:xfrm>
              <a:off x="4013511" y="2567948"/>
              <a:ext cx="348657" cy="241730"/>
            </a:xfrm>
            <a:custGeom>
              <a:avLst/>
              <a:gdLst/>
              <a:ahLst/>
              <a:cxnLst/>
              <a:rect l="l" t="t" r="r" b="b"/>
              <a:pathLst>
                <a:path w="10718" h="7431" extrusionOk="0">
                  <a:moveTo>
                    <a:pt x="2239" y="1"/>
                  </a:moveTo>
                  <a:cubicBezTo>
                    <a:pt x="2120" y="1"/>
                    <a:pt x="2025" y="48"/>
                    <a:pt x="1953" y="144"/>
                  </a:cubicBezTo>
                  <a:lnTo>
                    <a:pt x="96" y="2954"/>
                  </a:lnTo>
                  <a:cubicBezTo>
                    <a:pt x="1" y="3073"/>
                    <a:pt x="24" y="2763"/>
                    <a:pt x="24" y="7145"/>
                  </a:cubicBezTo>
                  <a:cubicBezTo>
                    <a:pt x="24" y="7288"/>
                    <a:pt x="143" y="7431"/>
                    <a:pt x="334" y="7431"/>
                  </a:cubicBezTo>
                  <a:lnTo>
                    <a:pt x="10265" y="7431"/>
                  </a:lnTo>
                  <a:cubicBezTo>
                    <a:pt x="10455" y="7431"/>
                    <a:pt x="10574" y="7312"/>
                    <a:pt x="10598" y="7121"/>
                  </a:cubicBezTo>
                  <a:lnTo>
                    <a:pt x="10598" y="3144"/>
                  </a:lnTo>
                  <a:cubicBezTo>
                    <a:pt x="10598" y="3025"/>
                    <a:pt x="10717" y="3239"/>
                    <a:pt x="8669" y="144"/>
                  </a:cubicBezTo>
                  <a:cubicBezTo>
                    <a:pt x="8598" y="48"/>
                    <a:pt x="8502" y="1"/>
                    <a:pt x="838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0" name="Google Shape;22350;p139"/>
            <p:cNvSpPr/>
            <p:nvPr/>
          </p:nvSpPr>
          <p:spPr>
            <a:xfrm>
              <a:off x="4184717" y="2568728"/>
              <a:ext cx="175109" cy="241730"/>
            </a:xfrm>
            <a:custGeom>
              <a:avLst/>
              <a:gdLst/>
              <a:ahLst/>
              <a:cxnLst/>
              <a:rect l="l" t="t" r="r" b="b"/>
              <a:pathLst>
                <a:path w="5383" h="7431" extrusionOk="0">
                  <a:moveTo>
                    <a:pt x="1" y="1"/>
                  </a:moveTo>
                  <a:lnTo>
                    <a:pt x="1" y="7431"/>
                  </a:lnTo>
                  <a:lnTo>
                    <a:pt x="4978" y="7431"/>
                  </a:lnTo>
                  <a:cubicBezTo>
                    <a:pt x="5144" y="7431"/>
                    <a:pt x="5264" y="7288"/>
                    <a:pt x="5264" y="7145"/>
                  </a:cubicBezTo>
                  <a:lnTo>
                    <a:pt x="5264" y="3168"/>
                  </a:lnTo>
                  <a:cubicBezTo>
                    <a:pt x="5311" y="3001"/>
                    <a:pt x="5383" y="3215"/>
                    <a:pt x="3358" y="143"/>
                  </a:cubicBezTo>
                  <a:cubicBezTo>
                    <a:pt x="3311" y="48"/>
                    <a:pt x="3215" y="1"/>
                    <a:pt x="3096"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1" name="Google Shape;22351;p139"/>
            <p:cNvSpPr/>
            <p:nvPr/>
          </p:nvSpPr>
          <p:spPr>
            <a:xfrm>
              <a:off x="4034428" y="2488151"/>
              <a:ext cx="302171" cy="60473"/>
            </a:xfrm>
            <a:custGeom>
              <a:avLst/>
              <a:gdLst/>
              <a:ahLst/>
              <a:cxnLst/>
              <a:rect l="l" t="t" r="r" b="b"/>
              <a:pathLst>
                <a:path w="9289" h="1859" extrusionOk="0">
                  <a:moveTo>
                    <a:pt x="310" y="1"/>
                  </a:moveTo>
                  <a:cubicBezTo>
                    <a:pt x="167" y="1"/>
                    <a:pt x="1" y="120"/>
                    <a:pt x="1" y="310"/>
                  </a:cubicBezTo>
                  <a:lnTo>
                    <a:pt x="1" y="1549"/>
                  </a:lnTo>
                  <a:cubicBezTo>
                    <a:pt x="1" y="1715"/>
                    <a:pt x="120" y="1858"/>
                    <a:pt x="310" y="1858"/>
                  </a:cubicBezTo>
                  <a:lnTo>
                    <a:pt x="8979" y="1858"/>
                  </a:lnTo>
                  <a:cubicBezTo>
                    <a:pt x="9145" y="1858"/>
                    <a:pt x="9288" y="1715"/>
                    <a:pt x="9264" y="1549"/>
                  </a:cubicBezTo>
                  <a:lnTo>
                    <a:pt x="9264" y="310"/>
                  </a:lnTo>
                  <a:cubicBezTo>
                    <a:pt x="9264" y="168"/>
                    <a:pt x="9145" y="1"/>
                    <a:pt x="8979"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2" name="Google Shape;22352;p139"/>
            <p:cNvSpPr/>
            <p:nvPr/>
          </p:nvSpPr>
          <p:spPr>
            <a:xfrm>
              <a:off x="4184717" y="2487403"/>
              <a:ext cx="151883" cy="61221"/>
            </a:xfrm>
            <a:custGeom>
              <a:avLst/>
              <a:gdLst/>
              <a:ahLst/>
              <a:cxnLst/>
              <a:rect l="l" t="t" r="r" b="b"/>
              <a:pathLst>
                <a:path w="4669" h="1882" extrusionOk="0">
                  <a:moveTo>
                    <a:pt x="1" y="0"/>
                  </a:moveTo>
                  <a:lnTo>
                    <a:pt x="1" y="1881"/>
                  </a:lnTo>
                  <a:lnTo>
                    <a:pt x="4359" y="1881"/>
                  </a:lnTo>
                  <a:cubicBezTo>
                    <a:pt x="4525" y="1881"/>
                    <a:pt x="4644" y="1738"/>
                    <a:pt x="4644" y="1572"/>
                  </a:cubicBezTo>
                  <a:lnTo>
                    <a:pt x="4644" y="333"/>
                  </a:lnTo>
                  <a:cubicBezTo>
                    <a:pt x="4668" y="143"/>
                    <a:pt x="4525" y="0"/>
                    <a:pt x="435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3" name="Google Shape;22353;p139"/>
            <p:cNvSpPr/>
            <p:nvPr/>
          </p:nvSpPr>
          <p:spPr>
            <a:xfrm>
              <a:off x="4105701" y="2609000"/>
              <a:ext cx="160405" cy="161186"/>
            </a:xfrm>
            <a:custGeom>
              <a:avLst/>
              <a:gdLst/>
              <a:ahLst/>
              <a:cxnLst/>
              <a:rect l="l" t="t" r="r" b="b"/>
              <a:pathLst>
                <a:path w="4931" h="4955" extrusionOk="0">
                  <a:moveTo>
                    <a:pt x="2453" y="1"/>
                  </a:moveTo>
                  <a:cubicBezTo>
                    <a:pt x="1096" y="1"/>
                    <a:pt x="0" y="1120"/>
                    <a:pt x="0" y="2478"/>
                  </a:cubicBezTo>
                  <a:cubicBezTo>
                    <a:pt x="0" y="3859"/>
                    <a:pt x="1096" y="4954"/>
                    <a:pt x="2453" y="4954"/>
                  </a:cubicBezTo>
                  <a:cubicBezTo>
                    <a:pt x="3811" y="4954"/>
                    <a:pt x="4930" y="3859"/>
                    <a:pt x="4930" y="2478"/>
                  </a:cubicBezTo>
                  <a:cubicBezTo>
                    <a:pt x="4930" y="1120"/>
                    <a:pt x="3835" y="1"/>
                    <a:pt x="2453"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4" name="Google Shape;22354;p139"/>
            <p:cNvSpPr/>
            <p:nvPr/>
          </p:nvSpPr>
          <p:spPr>
            <a:xfrm>
              <a:off x="4184717" y="2608252"/>
              <a:ext cx="80609" cy="161934"/>
            </a:xfrm>
            <a:custGeom>
              <a:avLst/>
              <a:gdLst/>
              <a:ahLst/>
              <a:cxnLst/>
              <a:rect l="l" t="t" r="r" b="b"/>
              <a:pathLst>
                <a:path w="2478" h="4978" extrusionOk="0">
                  <a:moveTo>
                    <a:pt x="1" y="0"/>
                  </a:moveTo>
                  <a:lnTo>
                    <a:pt x="1" y="4977"/>
                  </a:lnTo>
                  <a:cubicBezTo>
                    <a:pt x="1382" y="4977"/>
                    <a:pt x="2477" y="3882"/>
                    <a:pt x="2477" y="2501"/>
                  </a:cubicBezTo>
                  <a:cubicBezTo>
                    <a:pt x="2477" y="1143"/>
                    <a:pt x="1382"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5" name="Google Shape;22355;p139"/>
            <p:cNvSpPr/>
            <p:nvPr/>
          </p:nvSpPr>
          <p:spPr>
            <a:xfrm>
              <a:off x="4125838" y="2629917"/>
              <a:ext cx="120101" cy="120133"/>
            </a:xfrm>
            <a:custGeom>
              <a:avLst/>
              <a:gdLst/>
              <a:ahLst/>
              <a:cxnLst/>
              <a:rect l="l" t="t" r="r" b="b"/>
              <a:pathLst>
                <a:path w="3692" h="3693" extrusionOk="0">
                  <a:moveTo>
                    <a:pt x="1834" y="1"/>
                  </a:moveTo>
                  <a:cubicBezTo>
                    <a:pt x="834" y="1"/>
                    <a:pt x="1" y="834"/>
                    <a:pt x="1" y="1835"/>
                  </a:cubicBezTo>
                  <a:cubicBezTo>
                    <a:pt x="1" y="2859"/>
                    <a:pt x="834" y="3692"/>
                    <a:pt x="1834" y="3692"/>
                  </a:cubicBezTo>
                  <a:cubicBezTo>
                    <a:pt x="2858" y="3692"/>
                    <a:pt x="3692" y="2859"/>
                    <a:pt x="3692" y="1835"/>
                  </a:cubicBezTo>
                  <a:cubicBezTo>
                    <a:pt x="3692" y="834"/>
                    <a:pt x="2858" y="1"/>
                    <a:pt x="183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6" name="Google Shape;22356;p139"/>
            <p:cNvSpPr/>
            <p:nvPr/>
          </p:nvSpPr>
          <p:spPr>
            <a:xfrm>
              <a:off x="4185498" y="2628388"/>
              <a:ext cx="60441" cy="121662"/>
            </a:xfrm>
            <a:custGeom>
              <a:avLst/>
              <a:gdLst/>
              <a:ahLst/>
              <a:cxnLst/>
              <a:rect l="l" t="t" r="r" b="b"/>
              <a:pathLst>
                <a:path w="1858" h="3740" extrusionOk="0">
                  <a:moveTo>
                    <a:pt x="0" y="0"/>
                  </a:moveTo>
                  <a:lnTo>
                    <a:pt x="0" y="3739"/>
                  </a:lnTo>
                  <a:cubicBezTo>
                    <a:pt x="1024" y="3739"/>
                    <a:pt x="1858" y="2906"/>
                    <a:pt x="1858" y="1882"/>
                  </a:cubicBezTo>
                  <a:cubicBezTo>
                    <a:pt x="1858" y="834"/>
                    <a:pt x="1024" y="24"/>
                    <a:pt x="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7" name="Google Shape;22357;p139"/>
            <p:cNvSpPr/>
            <p:nvPr/>
          </p:nvSpPr>
          <p:spPr>
            <a:xfrm>
              <a:off x="4173884" y="2658023"/>
              <a:ext cx="44176" cy="41476"/>
            </a:xfrm>
            <a:custGeom>
              <a:avLst/>
              <a:gdLst/>
              <a:ahLst/>
              <a:cxnLst/>
              <a:rect l="l" t="t" r="r" b="b"/>
              <a:pathLst>
                <a:path w="1358" h="1275" extrusionOk="0">
                  <a:moveTo>
                    <a:pt x="1012" y="0"/>
                  </a:moveTo>
                  <a:cubicBezTo>
                    <a:pt x="929" y="0"/>
                    <a:pt x="846" y="30"/>
                    <a:pt x="786" y="89"/>
                  </a:cubicBezTo>
                  <a:lnTo>
                    <a:pt x="119" y="732"/>
                  </a:lnTo>
                  <a:cubicBezTo>
                    <a:pt x="0" y="852"/>
                    <a:pt x="0" y="1066"/>
                    <a:pt x="119" y="1185"/>
                  </a:cubicBezTo>
                  <a:cubicBezTo>
                    <a:pt x="179" y="1244"/>
                    <a:pt x="262" y="1274"/>
                    <a:pt x="345" y="1274"/>
                  </a:cubicBezTo>
                  <a:cubicBezTo>
                    <a:pt x="429" y="1274"/>
                    <a:pt x="512" y="1244"/>
                    <a:pt x="572" y="1185"/>
                  </a:cubicBezTo>
                  <a:lnTo>
                    <a:pt x="1238" y="542"/>
                  </a:lnTo>
                  <a:cubicBezTo>
                    <a:pt x="1358" y="423"/>
                    <a:pt x="1358" y="209"/>
                    <a:pt x="1238" y="89"/>
                  </a:cubicBezTo>
                  <a:cubicBezTo>
                    <a:pt x="1179" y="30"/>
                    <a:pt x="1096" y="0"/>
                    <a:pt x="101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8" name="Google Shape;22358;p139"/>
            <p:cNvSpPr/>
            <p:nvPr/>
          </p:nvSpPr>
          <p:spPr>
            <a:xfrm>
              <a:off x="4185498" y="2658023"/>
              <a:ext cx="32563" cy="41671"/>
            </a:xfrm>
            <a:custGeom>
              <a:avLst/>
              <a:gdLst/>
              <a:ahLst/>
              <a:cxnLst/>
              <a:rect l="l" t="t" r="r" b="b"/>
              <a:pathLst>
                <a:path w="1001" h="1281" extrusionOk="0">
                  <a:moveTo>
                    <a:pt x="679" y="0"/>
                  </a:moveTo>
                  <a:cubicBezTo>
                    <a:pt x="596" y="0"/>
                    <a:pt x="512" y="30"/>
                    <a:pt x="453" y="89"/>
                  </a:cubicBezTo>
                  <a:lnTo>
                    <a:pt x="0" y="518"/>
                  </a:lnTo>
                  <a:lnTo>
                    <a:pt x="0" y="1280"/>
                  </a:lnTo>
                  <a:cubicBezTo>
                    <a:pt x="72" y="1280"/>
                    <a:pt x="167" y="1233"/>
                    <a:pt x="215" y="1185"/>
                  </a:cubicBezTo>
                  <a:lnTo>
                    <a:pt x="881" y="518"/>
                  </a:lnTo>
                  <a:cubicBezTo>
                    <a:pt x="1001" y="423"/>
                    <a:pt x="1001" y="209"/>
                    <a:pt x="905" y="89"/>
                  </a:cubicBezTo>
                  <a:cubicBezTo>
                    <a:pt x="846" y="30"/>
                    <a:pt x="76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59" name="Google Shape;22359;p139"/>
          <p:cNvGrpSpPr/>
          <p:nvPr/>
        </p:nvGrpSpPr>
        <p:grpSpPr>
          <a:xfrm>
            <a:off x="3262849" y="2405496"/>
            <a:ext cx="344753" cy="181290"/>
            <a:chOff x="3262849" y="2557896"/>
            <a:chExt cx="344753" cy="181290"/>
          </a:xfrm>
        </p:grpSpPr>
        <p:sp>
          <p:nvSpPr>
            <p:cNvPr id="22360" name="Google Shape;22360;p139"/>
            <p:cNvSpPr/>
            <p:nvPr/>
          </p:nvSpPr>
          <p:spPr>
            <a:xfrm>
              <a:off x="3313206" y="2567948"/>
              <a:ext cx="243259" cy="161934"/>
            </a:xfrm>
            <a:custGeom>
              <a:avLst/>
              <a:gdLst/>
              <a:ahLst/>
              <a:cxnLst/>
              <a:rect l="l" t="t" r="r" b="b"/>
              <a:pathLst>
                <a:path w="7478" h="4978" extrusionOk="0">
                  <a:moveTo>
                    <a:pt x="1239" y="1"/>
                  </a:moveTo>
                  <a:cubicBezTo>
                    <a:pt x="572" y="1"/>
                    <a:pt x="0" y="572"/>
                    <a:pt x="0" y="1239"/>
                  </a:cubicBezTo>
                  <a:lnTo>
                    <a:pt x="0" y="3716"/>
                  </a:lnTo>
                  <a:cubicBezTo>
                    <a:pt x="0" y="4406"/>
                    <a:pt x="572" y="4978"/>
                    <a:pt x="1239" y="4978"/>
                  </a:cubicBezTo>
                  <a:lnTo>
                    <a:pt x="2310" y="4978"/>
                  </a:lnTo>
                  <a:cubicBezTo>
                    <a:pt x="2691" y="4978"/>
                    <a:pt x="2977" y="4740"/>
                    <a:pt x="3096" y="4406"/>
                  </a:cubicBezTo>
                  <a:lnTo>
                    <a:pt x="3334" y="3716"/>
                  </a:lnTo>
                  <a:cubicBezTo>
                    <a:pt x="3406" y="3525"/>
                    <a:pt x="3584" y="3430"/>
                    <a:pt x="3760" y="3430"/>
                  </a:cubicBezTo>
                  <a:cubicBezTo>
                    <a:pt x="3936" y="3430"/>
                    <a:pt x="4108" y="3525"/>
                    <a:pt x="4168" y="3716"/>
                  </a:cubicBezTo>
                  <a:lnTo>
                    <a:pt x="4406" y="4406"/>
                  </a:lnTo>
                  <a:cubicBezTo>
                    <a:pt x="4501" y="4740"/>
                    <a:pt x="4835" y="4978"/>
                    <a:pt x="5192" y="4978"/>
                  </a:cubicBezTo>
                  <a:lnTo>
                    <a:pt x="6216" y="4978"/>
                  </a:lnTo>
                  <a:cubicBezTo>
                    <a:pt x="6906" y="4978"/>
                    <a:pt x="7478" y="4406"/>
                    <a:pt x="7478" y="3716"/>
                  </a:cubicBezTo>
                  <a:lnTo>
                    <a:pt x="7478" y="1239"/>
                  </a:lnTo>
                  <a:cubicBezTo>
                    <a:pt x="7478" y="572"/>
                    <a:pt x="6906" y="1"/>
                    <a:pt x="6216"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1" name="Google Shape;22361;p139"/>
            <p:cNvSpPr/>
            <p:nvPr/>
          </p:nvSpPr>
          <p:spPr>
            <a:xfrm>
              <a:off x="3434055" y="2567948"/>
              <a:ext cx="122410" cy="161934"/>
            </a:xfrm>
            <a:custGeom>
              <a:avLst/>
              <a:gdLst/>
              <a:ahLst/>
              <a:cxnLst/>
              <a:rect l="l" t="t" r="r" b="b"/>
              <a:pathLst>
                <a:path w="3763" h="4978" extrusionOk="0">
                  <a:moveTo>
                    <a:pt x="0" y="1"/>
                  </a:moveTo>
                  <a:lnTo>
                    <a:pt x="0" y="3430"/>
                  </a:lnTo>
                  <a:cubicBezTo>
                    <a:pt x="191" y="3430"/>
                    <a:pt x="358" y="3501"/>
                    <a:pt x="429" y="3716"/>
                  </a:cubicBezTo>
                  <a:lnTo>
                    <a:pt x="667" y="4406"/>
                  </a:lnTo>
                  <a:cubicBezTo>
                    <a:pt x="762" y="4740"/>
                    <a:pt x="1072" y="4978"/>
                    <a:pt x="1429" y="4978"/>
                  </a:cubicBezTo>
                  <a:lnTo>
                    <a:pt x="2501" y="4978"/>
                  </a:lnTo>
                  <a:cubicBezTo>
                    <a:pt x="3191" y="4978"/>
                    <a:pt x="3763" y="4406"/>
                    <a:pt x="3763" y="3716"/>
                  </a:cubicBezTo>
                  <a:lnTo>
                    <a:pt x="3763" y="1239"/>
                  </a:lnTo>
                  <a:cubicBezTo>
                    <a:pt x="3763" y="572"/>
                    <a:pt x="3191" y="25"/>
                    <a:pt x="2477"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2" name="Google Shape;22362;p139"/>
            <p:cNvSpPr/>
            <p:nvPr/>
          </p:nvSpPr>
          <p:spPr>
            <a:xfrm>
              <a:off x="3561084" y="2598949"/>
              <a:ext cx="46518" cy="100745"/>
            </a:xfrm>
            <a:custGeom>
              <a:avLst/>
              <a:gdLst/>
              <a:ahLst/>
              <a:cxnLst/>
              <a:rect l="l" t="t" r="r" b="b"/>
              <a:pathLst>
                <a:path w="1430" h="3097" extrusionOk="0">
                  <a:moveTo>
                    <a:pt x="1" y="0"/>
                  </a:moveTo>
                  <a:cubicBezTo>
                    <a:pt x="72" y="215"/>
                    <a:pt x="25" y="48"/>
                    <a:pt x="25" y="2787"/>
                  </a:cubicBezTo>
                  <a:cubicBezTo>
                    <a:pt x="25" y="2906"/>
                    <a:pt x="25" y="3001"/>
                    <a:pt x="1" y="3096"/>
                  </a:cubicBezTo>
                  <a:lnTo>
                    <a:pt x="1096" y="3096"/>
                  </a:lnTo>
                  <a:cubicBezTo>
                    <a:pt x="1287" y="3096"/>
                    <a:pt x="1406" y="2929"/>
                    <a:pt x="1406" y="2787"/>
                  </a:cubicBezTo>
                  <a:lnTo>
                    <a:pt x="1406" y="310"/>
                  </a:lnTo>
                  <a:cubicBezTo>
                    <a:pt x="1430" y="119"/>
                    <a:pt x="1287" y="0"/>
                    <a:pt x="109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3" name="Google Shape;22363;p139"/>
            <p:cNvSpPr/>
            <p:nvPr/>
          </p:nvSpPr>
          <p:spPr>
            <a:xfrm>
              <a:off x="3262849" y="2598949"/>
              <a:ext cx="45737" cy="99965"/>
            </a:xfrm>
            <a:custGeom>
              <a:avLst/>
              <a:gdLst/>
              <a:ahLst/>
              <a:cxnLst/>
              <a:rect l="l" t="t" r="r" b="b"/>
              <a:pathLst>
                <a:path w="1406" h="3073" extrusionOk="0">
                  <a:moveTo>
                    <a:pt x="310" y="0"/>
                  </a:moveTo>
                  <a:cubicBezTo>
                    <a:pt x="119" y="0"/>
                    <a:pt x="0" y="143"/>
                    <a:pt x="0" y="286"/>
                  </a:cubicBezTo>
                  <a:lnTo>
                    <a:pt x="0" y="2763"/>
                  </a:lnTo>
                  <a:cubicBezTo>
                    <a:pt x="0" y="2953"/>
                    <a:pt x="143" y="3072"/>
                    <a:pt x="310" y="3072"/>
                  </a:cubicBezTo>
                  <a:lnTo>
                    <a:pt x="1405" y="3072"/>
                  </a:lnTo>
                  <a:cubicBezTo>
                    <a:pt x="1334" y="2882"/>
                    <a:pt x="1382" y="3025"/>
                    <a:pt x="1382" y="286"/>
                  </a:cubicBezTo>
                  <a:cubicBezTo>
                    <a:pt x="1382" y="167"/>
                    <a:pt x="1382" y="96"/>
                    <a:pt x="1405"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4" name="Google Shape;22364;p139"/>
            <p:cNvSpPr/>
            <p:nvPr/>
          </p:nvSpPr>
          <p:spPr>
            <a:xfrm>
              <a:off x="3303902" y="2557896"/>
              <a:ext cx="263428" cy="181290"/>
            </a:xfrm>
            <a:custGeom>
              <a:avLst/>
              <a:gdLst/>
              <a:ahLst/>
              <a:cxnLst/>
              <a:rect l="l" t="t" r="r" b="b"/>
              <a:pathLst>
                <a:path w="8098" h="5573" extrusionOk="0">
                  <a:moveTo>
                    <a:pt x="6502" y="667"/>
                  </a:moveTo>
                  <a:cubicBezTo>
                    <a:pt x="7002" y="667"/>
                    <a:pt x="7431" y="1072"/>
                    <a:pt x="7431" y="1572"/>
                  </a:cubicBezTo>
                  <a:lnTo>
                    <a:pt x="7431" y="4049"/>
                  </a:lnTo>
                  <a:cubicBezTo>
                    <a:pt x="7431" y="4549"/>
                    <a:pt x="7026" y="4977"/>
                    <a:pt x="6502" y="4977"/>
                  </a:cubicBezTo>
                  <a:lnTo>
                    <a:pt x="5430" y="4977"/>
                  </a:lnTo>
                  <a:cubicBezTo>
                    <a:pt x="5216" y="4977"/>
                    <a:pt x="5025" y="4834"/>
                    <a:pt x="4954" y="4620"/>
                  </a:cubicBezTo>
                  <a:lnTo>
                    <a:pt x="4716" y="3930"/>
                  </a:lnTo>
                  <a:cubicBezTo>
                    <a:pt x="4597" y="3596"/>
                    <a:pt x="4299" y="3429"/>
                    <a:pt x="4004" y="3429"/>
                  </a:cubicBezTo>
                  <a:cubicBezTo>
                    <a:pt x="3710" y="3429"/>
                    <a:pt x="3418" y="3596"/>
                    <a:pt x="3311" y="3930"/>
                  </a:cubicBezTo>
                  <a:lnTo>
                    <a:pt x="3073" y="4620"/>
                  </a:lnTo>
                  <a:cubicBezTo>
                    <a:pt x="3025" y="4834"/>
                    <a:pt x="2811" y="4977"/>
                    <a:pt x="2596" y="4977"/>
                  </a:cubicBezTo>
                  <a:lnTo>
                    <a:pt x="1525" y="4977"/>
                  </a:lnTo>
                  <a:cubicBezTo>
                    <a:pt x="1024" y="4977"/>
                    <a:pt x="620" y="4572"/>
                    <a:pt x="620" y="4049"/>
                  </a:cubicBezTo>
                  <a:lnTo>
                    <a:pt x="620" y="1572"/>
                  </a:lnTo>
                  <a:cubicBezTo>
                    <a:pt x="620" y="1072"/>
                    <a:pt x="1024" y="667"/>
                    <a:pt x="1525" y="667"/>
                  </a:cubicBezTo>
                  <a:close/>
                  <a:moveTo>
                    <a:pt x="1548" y="0"/>
                  </a:moveTo>
                  <a:cubicBezTo>
                    <a:pt x="667" y="0"/>
                    <a:pt x="0" y="691"/>
                    <a:pt x="0" y="1548"/>
                  </a:cubicBezTo>
                  <a:lnTo>
                    <a:pt x="0" y="4025"/>
                  </a:lnTo>
                  <a:cubicBezTo>
                    <a:pt x="0" y="4882"/>
                    <a:pt x="667" y="5573"/>
                    <a:pt x="1548" y="5573"/>
                  </a:cubicBezTo>
                  <a:lnTo>
                    <a:pt x="2620" y="5573"/>
                  </a:lnTo>
                  <a:cubicBezTo>
                    <a:pt x="3096" y="5573"/>
                    <a:pt x="3525" y="5287"/>
                    <a:pt x="3692" y="4787"/>
                  </a:cubicBezTo>
                  <a:lnTo>
                    <a:pt x="3930" y="4120"/>
                  </a:lnTo>
                  <a:cubicBezTo>
                    <a:pt x="3942" y="4060"/>
                    <a:pt x="3989" y="4031"/>
                    <a:pt x="4040" y="4031"/>
                  </a:cubicBezTo>
                  <a:cubicBezTo>
                    <a:pt x="4091" y="4031"/>
                    <a:pt x="4144" y="4060"/>
                    <a:pt x="4168" y="4120"/>
                  </a:cubicBezTo>
                  <a:lnTo>
                    <a:pt x="4406" y="4787"/>
                  </a:lnTo>
                  <a:cubicBezTo>
                    <a:pt x="4549" y="5287"/>
                    <a:pt x="5001" y="5573"/>
                    <a:pt x="5478" y="5573"/>
                  </a:cubicBezTo>
                  <a:lnTo>
                    <a:pt x="6549" y="5573"/>
                  </a:lnTo>
                  <a:cubicBezTo>
                    <a:pt x="7407" y="5573"/>
                    <a:pt x="8097" y="4882"/>
                    <a:pt x="8097" y="4025"/>
                  </a:cubicBezTo>
                  <a:lnTo>
                    <a:pt x="8097" y="1548"/>
                  </a:lnTo>
                  <a:cubicBezTo>
                    <a:pt x="8050" y="691"/>
                    <a:pt x="7383" y="0"/>
                    <a:pt x="6502"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5" name="Google Shape;22365;p139"/>
            <p:cNvSpPr/>
            <p:nvPr/>
          </p:nvSpPr>
          <p:spPr>
            <a:xfrm>
              <a:off x="3434055" y="2557896"/>
              <a:ext cx="131714" cy="181290"/>
            </a:xfrm>
            <a:custGeom>
              <a:avLst/>
              <a:gdLst/>
              <a:ahLst/>
              <a:cxnLst/>
              <a:rect l="l" t="t" r="r" b="b"/>
              <a:pathLst>
                <a:path w="4049" h="5573" extrusionOk="0">
                  <a:moveTo>
                    <a:pt x="48" y="0"/>
                  </a:moveTo>
                  <a:lnTo>
                    <a:pt x="48" y="643"/>
                  </a:lnTo>
                  <a:lnTo>
                    <a:pt x="2501" y="643"/>
                  </a:lnTo>
                  <a:cubicBezTo>
                    <a:pt x="3025" y="643"/>
                    <a:pt x="3430" y="1048"/>
                    <a:pt x="3430" y="1548"/>
                  </a:cubicBezTo>
                  <a:lnTo>
                    <a:pt x="3430" y="4025"/>
                  </a:lnTo>
                  <a:cubicBezTo>
                    <a:pt x="3430" y="4525"/>
                    <a:pt x="3025" y="4954"/>
                    <a:pt x="2501" y="4954"/>
                  </a:cubicBezTo>
                  <a:lnTo>
                    <a:pt x="1429" y="4954"/>
                  </a:lnTo>
                  <a:cubicBezTo>
                    <a:pt x="1239" y="4954"/>
                    <a:pt x="1024" y="4811"/>
                    <a:pt x="953" y="4596"/>
                  </a:cubicBezTo>
                  <a:lnTo>
                    <a:pt x="715" y="3906"/>
                  </a:lnTo>
                  <a:cubicBezTo>
                    <a:pt x="596" y="3572"/>
                    <a:pt x="310" y="3406"/>
                    <a:pt x="0" y="3406"/>
                  </a:cubicBezTo>
                  <a:lnTo>
                    <a:pt x="0" y="4025"/>
                  </a:lnTo>
                  <a:cubicBezTo>
                    <a:pt x="72" y="4025"/>
                    <a:pt x="96" y="4049"/>
                    <a:pt x="119" y="4120"/>
                  </a:cubicBezTo>
                  <a:lnTo>
                    <a:pt x="358" y="4811"/>
                  </a:lnTo>
                  <a:cubicBezTo>
                    <a:pt x="524" y="5287"/>
                    <a:pt x="953" y="5573"/>
                    <a:pt x="1429" y="5573"/>
                  </a:cubicBezTo>
                  <a:lnTo>
                    <a:pt x="2501" y="5573"/>
                  </a:lnTo>
                  <a:cubicBezTo>
                    <a:pt x="3382" y="5573"/>
                    <a:pt x="4049" y="4882"/>
                    <a:pt x="4049" y="4025"/>
                  </a:cubicBezTo>
                  <a:lnTo>
                    <a:pt x="4049" y="1548"/>
                  </a:lnTo>
                  <a:cubicBezTo>
                    <a:pt x="4049" y="691"/>
                    <a:pt x="3382" y="0"/>
                    <a:pt x="2501"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66" name="Google Shape;22366;p139"/>
          <p:cNvGrpSpPr/>
          <p:nvPr/>
        </p:nvGrpSpPr>
        <p:grpSpPr>
          <a:xfrm>
            <a:off x="2508283" y="2325700"/>
            <a:ext cx="347876" cy="343029"/>
            <a:chOff x="2508283" y="2478100"/>
            <a:chExt cx="347876" cy="343029"/>
          </a:xfrm>
        </p:grpSpPr>
        <p:sp>
          <p:nvSpPr>
            <p:cNvPr id="22367" name="Google Shape;22367;p139"/>
            <p:cNvSpPr/>
            <p:nvPr/>
          </p:nvSpPr>
          <p:spPr>
            <a:xfrm>
              <a:off x="2508283" y="2666351"/>
              <a:ext cx="158096" cy="154778"/>
            </a:xfrm>
            <a:custGeom>
              <a:avLst/>
              <a:gdLst/>
              <a:ahLst/>
              <a:cxnLst/>
              <a:rect l="l" t="t" r="r" b="b"/>
              <a:pathLst>
                <a:path w="4860" h="4758" extrusionOk="0">
                  <a:moveTo>
                    <a:pt x="3097" y="0"/>
                  </a:moveTo>
                  <a:lnTo>
                    <a:pt x="477" y="2620"/>
                  </a:lnTo>
                  <a:cubicBezTo>
                    <a:pt x="1" y="3096"/>
                    <a:pt x="1" y="3906"/>
                    <a:pt x="477" y="4382"/>
                  </a:cubicBezTo>
                  <a:cubicBezTo>
                    <a:pt x="715" y="4632"/>
                    <a:pt x="1037" y="4757"/>
                    <a:pt x="1358" y="4757"/>
                  </a:cubicBezTo>
                  <a:cubicBezTo>
                    <a:pt x="1680" y="4757"/>
                    <a:pt x="2001" y="4632"/>
                    <a:pt x="2240" y="4382"/>
                  </a:cubicBezTo>
                  <a:lnTo>
                    <a:pt x="4859" y="1762"/>
                  </a:lnTo>
                  <a:cubicBezTo>
                    <a:pt x="4097" y="1381"/>
                    <a:pt x="3502" y="762"/>
                    <a:pt x="3097"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8" name="Google Shape;22368;p139"/>
            <p:cNvSpPr/>
            <p:nvPr/>
          </p:nvSpPr>
          <p:spPr>
            <a:xfrm>
              <a:off x="2523800" y="2699661"/>
              <a:ext cx="142579" cy="121467"/>
            </a:xfrm>
            <a:custGeom>
              <a:avLst/>
              <a:gdLst/>
              <a:ahLst/>
              <a:cxnLst/>
              <a:rect l="l" t="t" r="r" b="b"/>
              <a:pathLst>
                <a:path w="4383" h="3734" extrusionOk="0">
                  <a:moveTo>
                    <a:pt x="3382" y="0"/>
                  </a:moveTo>
                  <a:lnTo>
                    <a:pt x="0" y="3358"/>
                  </a:lnTo>
                  <a:cubicBezTo>
                    <a:pt x="238" y="3608"/>
                    <a:pt x="560" y="3733"/>
                    <a:pt x="881" y="3733"/>
                  </a:cubicBezTo>
                  <a:cubicBezTo>
                    <a:pt x="1203" y="3733"/>
                    <a:pt x="1524" y="3608"/>
                    <a:pt x="1763" y="3358"/>
                  </a:cubicBezTo>
                  <a:lnTo>
                    <a:pt x="4382" y="738"/>
                  </a:lnTo>
                  <a:cubicBezTo>
                    <a:pt x="4001" y="548"/>
                    <a:pt x="3668" y="286"/>
                    <a:pt x="338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9" name="Google Shape;22369;p139"/>
            <p:cNvSpPr/>
            <p:nvPr/>
          </p:nvSpPr>
          <p:spPr>
            <a:xfrm>
              <a:off x="2562511" y="2698881"/>
              <a:ext cx="72086" cy="71306"/>
            </a:xfrm>
            <a:custGeom>
              <a:avLst/>
              <a:gdLst/>
              <a:ahLst/>
              <a:cxnLst/>
              <a:rect l="l" t="t" r="r" b="b"/>
              <a:pathLst>
                <a:path w="2216" h="2192" extrusionOk="0">
                  <a:moveTo>
                    <a:pt x="453" y="0"/>
                  </a:moveTo>
                  <a:lnTo>
                    <a:pt x="1" y="429"/>
                  </a:lnTo>
                  <a:lnTo>
                    <a:pt x="1763" y="2191"/>
                  </a:lnTo>
                  <a:lnTo>
                    <a:pt x="2216" y="1739"/>
                  </a:lnTo>
                  <a:lnTo>
                    <a:pt x="453"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0" name="Google Shape;22370;p139"/>
            <p:cNvSpPr/>
            <p:nvPr/>
          </p:nvSpPr>
          <p:spPr>
            <a:xfrm>
              <a:off x="2591202" y="2727540"/>
              <a:ext cx="43395" cy="43428"/>
            </a:xfrm>
            <a:custGeom>
              <a:avLst/>
              <a:gdLst/>
              <a:ahLst/>
              <a:cxnLst/>
              <a:rect l="l" t="t" r="r" b="b"/>
              <a:pathLst>
                <a:path w="1334" h="1335" extrusionOk="0">
                  <a:moveTo>
                    <a:pt x="429" y="0"/>
                  </a:moveTo>
                  <a:lnTo>
                    <a:pt x="0" y="453"/>
                  </a:lnTo>
                  <a:lnTo>
                    <a:pt x="881" y="1334"/>
                  </a:lnTo>
                  <a:lnTo>
                    <a:pt x="1334" y="905"/>
                  </a:lnTo>
                  <a:lnTo>
                    <a:pt x="42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1" name="Google Shape;22371;p139"/>
            <p:cNvSpPr/>
            <p:nvPr/>
          </p:nvSpPr>
          <p:spPr>
            <a:xfrm>
              <a:off x="2591950" y="2478100"/>
              <a:ext cx="264209" cy="263428"/>
            </a:xfrm>
            <a:custGeom>
              <a:avLst/>
              <a:gdLst/>
              <a:ahLst/>
              <a:cxnLst/>
              <a:rect l="l" t="t" r="r" b="b"/>
              <a:pathLst>
                <a:path w="8122" h="8098" extrusionOk="0">
                  <a:moveTo>
                    <a:pt x="4049" y="0"/>
                  </a:moveTo>
                  <a:cubicBezTo>
                    <a:pt x="1811" y="0"/>
                    <a:pt x="1" y="1810"/>
                    <a:pt x="1" y="4049"/>
                  </a:cubicBezTo>
                  <a:cubicBezTo>
                    <a:pt x="1" y="6263"/>
                    <a:pt x="1835" y="8097"/>
                    <a:pt x="4073" y="8097"/>
                  </a:cubicBezTo>
                  <a:cubicBezTo>
                    <a:pt x="6312" y="8097"/>
                    <a:pt x="8122" y="6311"/>
                    <a:pt x="8122" y="4049"/>
                  </a:cubicBezTo>
                  <a:cubicBezTo>
                    <a:pt x="8122" y="1786"/>
                    <a:pt x="6288" y="0"/>
                    <a:pt x="404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2" name="Google Shape;22372;p139"/>
            <p:cNvSpPr/>
            <p:nvPr/>
          </p:nvSpPr>
          <p:spPr>
            <a:xfrm>
              <a:off x="2630694" y="2516810"/>
              <a:ext cx="225465" cy="225465"/>
            </a:xfrm>
            <a:custGeom>
              <a:avLst/>
              <a:gdLst/>
              <a:ahLst/>
              <a:cxnLst/>
              <a:rect l="l" t="t" r="r" b="b"/>
              <a:pathLst>
                <a:path w="6931" h="6931" extrusionOk="0">
                  <a:moveTo>
                    <a:pt x="5740" y="1"/>
                  </a:moveTo>
                  <a:lnTo>
                    <a:pt x="1" y="5740"/>
                  </a:lnTo>
                  <a:cubicBezTo>
                    <a:pt x="739" y="6478"/>
                    <a:pt x="1739" y="6931"/>
                    <a:pt x="2858" y="6931"/>
                  </a:cubicBezTo>
                  <a:cubicBezTo>
                    <a:pt x="5121" y="6907"/>
                    <a:pt x="6931" y="5073"/>
                    <a:pt x="6931" y="2859"/>
                  </a:cubicBezTo>
                  <a:cubicBezTo>
                    <a:pt x="6931" y="1716"/>
                    <a:pt x="6478" y="715"/>
                    <a:pt x="574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3" name="Google Shape;22373;p139"/>
            <p:cNvSpPr/>
            <p:nvPr/>
          </p:nvSpPr>
          <p:spPr>
            <a:xfrm>
              <a:off x="2632255" y="2518372"/>
              <a:ext cx="182070" cy="182070"/>
            </a:xfrm>
            <a:custGeom>
              <a:avLst/>
              <a:gdLst/>
              <a:ahLst/>
              <a:cxnLst/>
              <a:rect l="l" t="t" r="r" b="b"/>
              <a:pathLst>
                <a:path w="5597" h="5597" extrusionOk="0">
                  <a:moveTo>
                    <a:pt x="2810" y="1"/>
                  </a:moveTo>
                  <a:cubicBezTo>
                    <a:pt x="1262" y="1"/>
                    <a:pt x="0" y="1263"/>
                    <a:pt x="0" y="2811"/>
                  </a:cubicBezTo>
                  <a:cubicBezTo>
                    <a:pt x="0" y="4359"/>
                    <a:pt x="1262" y="5597"/>
                    <a:pt x="2810" y="5597"/>
                  </a:cubicBezTo>
                  <a:cubicBezTo>
                    <a:pt x="4358" y="5597"/>
                    <a:pt x="5597" y="4359"/>
                    <a:pt x="5597" y="2811"/>
                  </a:cubicBezTo>
                  <a:cubicBezTo>
                    <a:pt x="5597" y="1263"/>
                    <a:pt x="4358" y="1"/>
                    <a:pt x="281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4" name="Google Shape;22374;p139"/>
            <p:cNvSpPr/>
            <p:nvPr/>
          </p:nvSpPr>
          <p:spPr>
            <a:xfrm>
              <a:off x="2659353" y="2544721"/>
              <a:ext cx="156534" cy="155721"/>
            </a:xfrm>
            <a:custGeom>
              <a:avLst/>
              <a:gdLst/>
              <a:ahLst/>
              <a:cxnLst/>
              <a:rect l="l" t="t" r="r" b="b"/>
              <a:pathLst>
                <a:path w="4812" h="4787" extrusionOk="0">
                  <a:moveTo>
                    <a:pt x="3978" y="0"/>
                  </a:moveTo>
                  <a:lnTo>
                    <a:pt x="1" y="3953"/>
                  </a:lnTo>
                  <a:cubicBezTo>
                    <a:pt x="501" y="4454"/>
                    <a:pt x="1239" y="4787"/>
                    <a:pt x="2001" y="4787"/>
                  </a:cubicBezTo>
                  <a:cubicBezTo>
                    <a:pt x="3549" y="4787"/>
                    <a:pt x="4811" y="3549"/>
                    <a:pt x="4811" y="2001"/>
                  </a:cubicBezTo>
                  <a:cubicBezTo>
                    <a:pt x="4811" y="1215"/>
                    <a:pt x="4478" y="500"/>
                    <a:pt x="3978"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75" name="Google Shape;22375;p139"/>
          <p:cNvGrpSpPr/>
          <p:nvPr/>
        </p:nvGrpSpPr>
        <p:grpSpPr>
          <a:xfrm>
            <a:off x="1787841" y="2324333"/>
            <a:ext cx="290525" cy="344590"/>
            <a:chOff x="1787841" y="2476733"/>
            <a:chExt cx="290525" cy="344590"/>
          </a:xfrm>
        </p:grpSpPr>
        <p:grpSp>
          <p:nvGrpSpPr>
            <p:cNvPr id="22376" name="Google Shape;22376;p139"/>
            <p:cNvGrpSpPr/>
            <p:nvPr/>
          </p:nvGrpSpPr>
          <p:grpSpPr>
            <a:xfrm>
              <a:off x="1811068" y="2476733"/>
              <a:ext cx="267299" cy="261671"/>
              <a:chOff x="1811068" y="2476733"/>
              <a:chExt cx="267299" cy="261671"/>
            </a:xfrm>
          </p:grpSpPr>
          <p:sp>
            <p:nvSpPr>
              <p:cNvPr id="22377" name="Google Shape;22377;p139"/>
              <p:cNvSpPr/>
              <p:nvPr/>
            </p:nvSpPr>
            <p:spPr>
              <a:xfrm>
                <a:off x="1811068" y="2568728"/>
                <a:ext cx="170490" cy="169481"/>
              </a:xfrm>
              <a:custGeom>
                <a:avLst/>
                <a:gdLst/>
                <a:ahLst/>
                <a:cxnLst/>
                <a:rect l="l" t="t" r="r" b="b"/>
                <a:pathLst>
                  <a:path w="5241" h="5210" extrusionOk="0">
                    <a:moveTo>
                      <a:pt x="3049" y="1"/>
                    </a:moveTo>
                    <a:cubicBezTo>
                      <a:pt x="644" y="2406"/>
                      <a:pt x="787" y="2263"/>
                      <a:pt x="763" y="2334"/>
                    </a:cubicBezTo>
                    <a:lnTo>
                      <a:pt x="72" y="3858"/>
                    </a:lnTo>
                    <a:cubicBezTo>
                      <a:pt x="1" y="3978"/>
                      <a:pt x="49" y="4120"/>
                      <a:pt x="120" y="4216"/>
                    </a:cubicBezTo>
                    <a:lnTo>
                      <a:pt x="1025" y="5121"/>
                    </a:lnTo>
                    <a:cubicBezTo>
                      <a:pt x="1083" y="5178"/>
                      <a:pt x="1158" y="5210"/>
                      <a:pt x="1235" y="5210"/>
                    </a:cubicBezTo>
                    <a:cubicBezTo>
                      <a:pt x="1285" y="5210"/>
                      <a:pt x="1335" y="5196"/>
                      <a:pt x="1382" y="5168"/>
                    </a:cubicBezTo>
                    <a:cubicBezTo>
                      <a:pt x="3073" y="4430"/>
                      <a:pt x="2954" y="4501"/>
                      <a:pt x="3025" y="4430"/>
                    </a:cubicBezTo>
                    <a:lnTo>
                      <a:pt x="5240" y="2191"/>
                    </a:lnTo>
                    <a:lnTo>
                      <a:pt x="3049"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8" name="Google Shape;22378;p139"/>
              <p:cNvSpPr/>
              <p:nvPr/>
            </p:nvSpPr>
            <p:spPr>
              <a:xfrm>
                <a:off x="1829675" y="2604381"/>
                <a:ext cx="151883" cy="134024"/>
              </a:xfrm>
              <a:custGeom>
                <a:avLst/>
                <a:gdLst/>
                <a:ahLst/>
                <a:cxnLst/>
                <a:rect l="l" t="t" r="r" b="b"/>
                <a:pathLst>
                  <a:path w="4669" h="4120" extrusionOk="0">
                    <a:moveTo>
                      <a:pt x="3573" y="0"/>
                    </a:moveTo>
                    <a:lnTo>
                      <a:pt x="0" y="3572"/>
                    </a:lnTo>
                    <a:lnTo>
                      <a:pt x="453" y="4025"/>
                    </a:lnTo>
                    <a:cubicBezTo>
                      <a:pt x="516" y="4088"/>
                      <a:pt x="601" y="4120"/>
                      <a:pt x="686" y="4120"/>
                    </a:cubicBezTo>
                    <a:cubicBezTo>
                      <a:pt x="728" y="4120"/>
                      <a:pt x="770" y="4112"/>
                      <a:pt x="810" y="4096"/>
                    </a:cubicBezTo>
                    <a:cubicBezTo>
                      <a:pt x="2501" y="3334"/>
                      <a:pt x="2382" y="3405"/>
                      <a:pt x="2453" y="3334"/>
                    </a:cubicBezTo>
                    <a:lnTo>
                      <a:pt x="4668" y="1119"/>
                    </a:lnTo>
                    <a:lnTo>
                      <a:pt x="3573"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9" name="Google Shape;22379;p139"/>
              <p:cNvSpPr/>
              <p:nvPr/>
            </p:nvSpPr>
            <p:spPr>
              <a:xfrm>
                <a:off x="1896296" y="2661894"/>
                <a:ext cx="40305" cy="38548"/>
              </a:xfrm>
              <a:custGeom>
                <a:avLst/>
                <a:gdLst/>
                <a:ahLst/>
                <a:cxnLst/>
                <a:rect l="l" t="t" r="r" b="b"/>
                <a:pathLst>
                  <a:path w="1239" h="1185" extrusionOk="0">
                    <a:moveTo>
                      <a:pt x="346" y="0"/>
                    </a:moveTo>
                    <a:cubicBezTo>
                      <a:pt x="262" y="0"/>
                      <a:pt x="179" y="30"/>
                      <a:pt x="120" y="90"/>
                    </a:cubicBezTo>
                    <a:cubicBezTo>
                      <a:pt x="1" y="209"/>
                      <a:pt x="1" y="375"/>
                      <a:pt x="120" y="542"/>
                    </a:cubicBezTo>
                    <a:lnTo>
                      <a:pt x="786" y="1185"/>
                    </a:lnTo>
                    <a:lnTo>
                      <a:pt x="1239" y="733"/>
                    </a:lnTo>
                    <a:lnTo>
                      <a:pt x="572" y="90"/>
                    </a:lnTo>
                    <a:cubicBezTo>
                      <a:pt x="513" y="30"/>
                      <a:pt x="429" y="0"/>
                      <a:pt x="34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0" name="Google Shape;22380;p139"/>
              <p:cNvSpPr/>
              <p:nvPr/>
            </p:nvSpPr>
            <p:spPr>
              <a:xfrm>
                <a:off x="1925736" y="2632455"/>
                <a:ext cx="39556" cy="39329"/>
              </a:xfrm>
              <a:custGeom>
                <a:avLst/>
                <a:gdLst/>
                <a:ahLst/>
                <a:cxnLst/>
                <a:rect l="l" t="t" r="r" b="b"/>
                <a:pathLst>
                  <a:path w="1216" h="1209" extrusionOk="0">
                    <a:moveTo>
                      <a:pt x="346" y="0"/>
                    </a:moveTo>
                    <a:cubicBezTo>
                      <a:pt x="262" y="0"/>
                      <a:pt x="179" y="30"/>
                      <a:pt x="120" y="90"/>
                    </a:cubicBezTo>
                    <a:cubicBezTo>
                      <a:pt x="0" y="209"/>
                      <a:pt x="0" y="423"/>
                      <a:pt x="120" y="542"/>
                    </a:cubicBezTo>
                    <a:lnTo>
                      <a:pt x="763" y="1209"/>
                    </a:lnTo>
                    <a:lnTo>
                      <a:pt x="1215" y="756"/>
                    </a:lnTo>
                    <a:lnTo>
                      <a:pt x="572" y="90"/>
                    </a:lnTo>
                    <a:cubicBezTo>
                      <a:pt x="512" y="30"/>
                      <a:pt x="429" y="0"/>
                      <a:pt x="34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1" name="Google Shape;22381;p139"/>
              <p:cNvSpPr/>
              <p:nvPr/>
            </p:nvSpPr>
            <p:spPr>
              <a:xfrm>
                <a:off x="1948214" y="2476733"/>
                <a:ext cx="130153" cy="124557"/>
              </a:xfrm>
              <a:custGeom>
                <a:avLst/>
                <a:gdLst/>
                <a:ahLst/>
                <a:cxnLst/>
                <a:rect l="l" t="t" r="r" b="b"/>
                <a:pathLst>
                  <a:path w="4001" h="3829" extrusionOk="0">
                    <a:moveTo>
                      <a:pt x="2295" y="1"/>
                    </a:moveTo>
                    <a:cubicBezTo>
                      <a:pt x="1899" y="1"/>
                      <a:pt x="1500" y="149"/>
                      <a:pt x="1191" y="447"/>
                    </a:cubicBezTo>
                    <a:lnTo>
                      <a:pt x="0" y="1638"/>
                    </a:lnTo>
                    <a:lnTo>
                      <a:pt x="2191" y="3829"/>
                    </a:lnTo>
                    <a:lnTo>
                      <a:pt x="3382" y="2638"/>
                    </a:lnTo>
                    <a:cubicBezTo>
                      <a:pt x="4001" y="2066"/>
                      <a:pt x="4001" y="1066"/>
                      <a:pt x="3382" y="447"/>
                    </a:cubicBezTo>
                    <a:cubicBezTo>
                      <a:pt x="3084" y="149"/>
                      <a:pt x="2691" y="1"/>
                      <a:pt x="2295" y="1"/>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2" name="Google Shape;22382;p139"/>
              <p:cNvSpPr/>
              <p:nvPr/>
            </p:nvSpPr>
            <p:spPr>
              <a:xfrm>
                <a:off x="1983835" y="2491274"/>
                <a:ext cx="94532" cy="110016"/>
              </a:xfrm>
              <a:custGeom>
                <a:avLst/>
                <a:gdLst/>
                <a:ahLst/>
                <a:cxnLst/>
                <a:rect l="l" t="t" r="r" b="b"/>
                <a:pathLst>
                  <a:path w="2906" h="3382" extrusionOk="0">
                    <a:moveTo>
                      <a:pt x="2287" y="0"/>
                    </a:moveTo>
                    <a:lnTo>
                      <a:pt x="1" y="2286"/>
                    </a:lnTo>
                    <a:lnTo>
                      <a:pt x="1096" y="3382"/>
                    </a:lnTo>
                    <a:lnTo>
                      <a:pt x="2287" y="2191"/>
                    </a:lnTo>
                    <a:cubicBezTo>
                      <a:pt x="2906" y="1619"/>
                      <a:pt x="2906" y="619"/>
                      <a:pt x="2287"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3" name="Google Shape;22383;p139"/>
              <p:cNvSpPr/>
              <p:nvPr/>
            </p:nvSpPr>
            <p:spPr>
              <a:xfrm>
                <a:off x="1897077" y="2517786"/>
                <a:ext cx="136366" cy="135227"/>
              </a:xfrm>
              <a:custGeom>
                <a:avLst/>
                <a:gdLst/>
                <a:ahLst/>
                <a:cxnLst/>
                <a:rect l="l" t="t" r="r" b="b"/>
                <a:pathLst>
                  <a:path w="4192" h="4157" extrusionOk="0">
                    <a:moveTo>
                      <a:pt x="1218" y="1"/>
                    </a:moveTo>
                    <a:cubicBezTo>
                      <a:pt x="1137" y="1"/>
                      <a:pt x="1060" y="31"/>
                      <a:pt x="1001" y="90"/>
                    </a:cubicBezTo>
                    <a:lnTo>
                      <a:pt x="119" y="971"/>
                    </a:lnTo>
                    <a:cubicBezTo>
                      <a:pt x="0" y="1090"/>
                      <a:pt x="0" y="1305"/>
                      <a:pt x="119" y="1424"/>
                    </a:cubicBezTo>
                    <a:lnTo>
                      <a:pt x="2763" y="4067"/>
                    </a:lnTo>
                    <a:cubicBezTo>
                      <a:pt x="2822" y="4127"/>
                      <a:pt x="2894" y="4156"/>
                      <a:pt x="2968" y="4156"/>
                    </a:cubicBezTo>
                    <a:cubicBezTo>
                      <a:pt x="3043" y="4156"/>
                      <a:pt x="3120" y="4127"/>
                      <a:pt x="3191" y="4067"/>
                    </a:cubicBezTo>
                    <a:lnTo>
                      <a:pt x="4073" y="3186"/>
                    </a:lnTo>
                    <a:cubicBezTo>
                      <a:pt x="4192" y="3067"/>
                      <a:pt x="4192" y="2853"/>
                      <a:pt x="4073" y="2733"/>
                    </a:cubicBezTo>
                    <a:lnTo>
                      <a:pt x="1453" y="90"/>
                    </a:lnTo>
                    <a:cubicBezTo>
                      <a:pt x="1382" y="31"/>
                      <a:pt x="1298" y="1"/>
                      <a:pt x="1218"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4" name="Google Shape;22384;p139"/>
              <p:cNvSpPr/>
              <p:nvPr/>
            </p:nvSpPr>
            <p:spPr>
              <a:xfrm>
                <a:off x="1944343" y="2564076"/>
                <a:ext cx="89100" cy="88156"/>
              </a:xfrm>
              <a:custGeom>
                <a:avLst/>
                <a:gdLst/>
                <a:ahLst/>
                <a:cxnLst/>
                <a:rect l="l" t="t" r="r" b="b"/>
                <a:pathLst>
                  <a:path w="2739" h="2710" extrusionOk="0">
                    <a:moveTo>
                      <a:pt x="1310" y="1"/>
                    </a:moveTo>
                    <a:lnTo>
                      <a:pt x="0" y="1310"/>
                    </a:lnTo>
                    <a:lnTo>
                      <a:pt x="1310" y="2620"/>
                    </a:lnTo>
                    <a:cubicBezTo>
                      <a:pt x="1369" y="2680"/>
                      <a:pt x="1447" y="2710"/>
                      <a:pt x="1524" y="2710"/>
                    </a:cubicBezTo>
                    <a:cubicBezTo>
                      <a:pt x="1602" y="2710"/>
                      <a:pt x="1679" y="2680"/>
                      <a:pt x="1738" y="2620"/>
                    </a:cubicBezTo>
                    <a:lnTo>
                      <a:pt x="2643" y="1715"/>
                    </a:lnTo>
                    <a:cubicBezTo>
                      <a:pt x="2739" y="1620"/>
                      <a:pt x="2739" y="1430"/>
                      <a:pt x="2620" y="1310"/>
                    </a:cubicBezTo>
                    <a:lnTo>
                      <a:pt x="1310"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385" name="Google Shape;22385;p139"/>
            <p:cNvSpPr/>
            <p:nvPr/>
          </p:nvSpPr>
          <p:spPr>
            <a:xfrm>
              <a:off x="1787841" y="2742243"/>
              <a:ext cx="60473" cy="79080"/>
            </a:xfrm>
            <a:custGeom>
              <a:avLst/>
              <a:gdLst/>
              <a:ahLst/>
              <a:cxnLst/>
              <a:rect l="l" t="t" r="r" b="b"/>
              <a:pathLst>
                <a:path w="1859" h="2431" extrusionOk="0">
                  <a:moveTo>
                    <a:pt x="929" y="1"/>
                  </a:moveTo>
                  <a:cubicBezTo>
                    <a:pt x="852" y="1"/>
                    <a:pt x="774" y="25"/>
                    <a:pt x="715" y="72"/>
                  </a:cubicBezTo>
                  <a:cubicBezTo>
                    <a:pt x="667" y="144"/>
                    <a:pt x="1" y="763"/>
                    <a:pt x="1" y="1501"/>
                  </a:cubicBezTo>
                  <a:cubicBezTo>
                    <a:pt x="1" y="2025"/>
                    <a:pt x="429" y="2430"/>
                    <a:pt x="929" y="2430"/>
                  </a:cubicBezTo>
                  <a:cubicBezTo>
                    <a:pt x="1429" y="2430"/>
                    <a:pt x="1858" y="2025"/>
                    <a:pt x="1858" y="1501"/>
                  </a:cubicBezTo>
                  <a:cubicBezTo>
                    <a:pt x="1858" y="763"/>
                    <a:pt x="1191" y="144"/>
                    <a:pt x="1144" y="72"/>
                  </a:cubicBezTo>
                  <a:cubicBezTo>
                    <a:pt x="1084" y="25"/>
                    <a:pt x="1007" y="1"/>
                    <a:pt x="929"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6" name="Google Shape;22386;p139"/>
            <p:cNvSpPr/>
            <p:nvPr/>
          </p:nvSpPr>
          <p:spPr>
            <a:xfrm>
              <a:off x="1818062" y="2742243"/>
              <a:ext cx="30253" cy="79080"/>
            </a:xfrm>
            <a:custGeom>
              <a:avLst/>
              <a:gdLst/>
              <a:ahLst/>
              <a:cxnLst/>
              <a:rect l="l" t="t" r="r" b="b"/>
              <a:pathLst>
                <a:path w="930" h="2431" extrusionOk="0">
                  <a:moveTo>
                    <a:pt x="0" y="1"/>
                  </a:moveTo>
                  <a:lnTo>
                    <a:pt x="0" y="2430"/>
                  </a:lnTo>
                  <a:cubicBezTo>
                    <a:pt x="500" y="2430"/>
                    <a:pt x="929" y="2025"/>
                    <a:pt x="929" y="1501"/>
                  </a:cubicBezTo>
                  <a:cubicBezTo>
                    <a:pt x="929" y="763"/>
                    <a:pt x="310" y="144"/>
                    <a:pt x="215" y="96"/>
                  </a:cubicBezTo>
                  <a:cubicBezTo>
                    <a:pt x="143" y="25"/>
                    <a:pt x="72" y="1"/>
                    <a:pt x="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87" name="Google Shape;22387;p139"/>
          <p:cNvGrpSpPr/>
          <p:nvPr/>
        </p:nvGrpSpPr>
        <p:grpSpPr>
          <a:xfrm>
            <a:off x="997655" y="2369062"/>
            <a:ext cx="354057" cy="255686"/>
            <a:chOff x="997655" y="2521462"/>
            <a:chExt cx="354057" cy="255686"/>
          </a:xfrm>
        </p:grpSpPr>
        <p:sp>
          <p:nvSpPr>
            <p:cNvPr id="22388" name="Google Shape;22388;p139"/>
            <p:cNvSpPr/>
            <p:nvPr/>
          </p:nvSpPr>
          <p:spPr>
            <a:xfrm>
              <a:off x="1214565" y="2537727"/>
              <a:ext cx="73648" cy="57383"/>
            </a:xfrm>
            <a:custGeom>
              <a:avLst/>
              <a:gdLst/>
              <a:ahLst/>
              <a:cxnLst/>
              <a:rect l="l" t="t" r="r" b="b"/>
              <a:pathLst>
                <a:path w="2264" h="1764" extrusionOk="0">
                  <a:moveTo>
                    <a:pt x="953" y="1"/>
                  </a:moveTo>
                  <a:cubicBezTo>
                    <a:pt x="477" y="1"/>
                    <a:pt x="1" y="382"/>
                    <a:pt x="48" y="1025"/>
                  </a:cubicBezTo>
                  <a:lnTo>
                    <a:pt x="1192" y="1763"/>
                  </a:lnTo>
                  <a:cubicBezTo>
                    <a:pt x="2263" y="1430"/>
                    <a:pt x="2001" y="1"/>
                    <a:pt x="953" y="1"/>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9" name="Google Shape;22389;p139"/>
            <p:cNvSpPr/>
            <p:nvPr/>
          </p:nvSpPr>
          <p:spPr>
            <a:xfrm>
              <a:off x="997655" y="2521462"/>
              <a:ext cx="354057" cy="255686"/>
            </a:xfrm>
            <a:custGeom>
              <a:avLst/>
              <a:gdLst/>
              <a:ahLst/>
              <a:cxnLst/>
              <a:rect l="l" t="t" r="r" b="b"/>
              <a:pathLst>
                <a:path w="10884" h="7860" extrusionOk="0">
                  <a:moveTo>
                    <a:pt x="7621" y="620"/>
                  </a:moveTo>
                  <a:cubicBezTo>
                    <a:pt x="8074" y="620"/>
                    <a:pt x="8455" y="977"/>
                    <a:pt x="8455" y="1430"/>
                  </a:cubicBezTo>
                  <a:cubicBezTo>
                    <a:pt x="8455" y="1787"/>
                    <a:pt x="8217" y="2073"/>
                    <a:pt x="7907" y="2168"/>
                  </a:cubicBezTo>
                  <a:lnTo>
                    <a:pt x="6835" y="1454"/>
                  </a:lnTo>
                  <a:cubicBezTo>
                    <a:pt x="6788" y="977"/>
                    <a:pt x="7169" y="620"/>
                    <a:pt x="7621" y="620"/>
                  </a:cubicBezTo>
                  <a:close/>
                  <a:moveTo>
                    <a:pt x="7621" y="1"/>
                  </a:moveTo>
                  <a:cubicBezTo>
                    <a:pt x="6978" y="1"/>
                    <a:pt x="6383" y="453"/>
                    <a:pt x="6240" y="1096"/>
                  </a:cubicBezTo>
                  <a:cubicBezTo>
                    <a:pt x="5168" y="501"/>
                    <a:pt x="4168" y="239"/>
                    <a:pt x="3311" y="239"/>
                  </a:cubicBezTo>
                  <a:cubicBezTo>
                    <a:pt x="1263" y="239"/>
                    <a:pt x="1" y="1573"/>
                    <a:pt x="120" y="3263"/>
                  </a:cubicBezTo>
                  <a:cubicBezTo>
                    <a:pt x="334" y="6597"/>
                    <a:pt x="4049" y="7860"/>
                    <a:pt x="7478" y="7860"/>
                  </a:cubicBezTo>
                  <a:cubicBezTo>
                    <a:pt x="7645" y="7860"/>
                    <a:pt x="7812" y="7693"/>
                    <a:pt x="7764" y="7502"/>
                  </a:cubicBezTo>
                  <a:cubicBezTo>
                    <a:pt x="7740" y="7360"/>
                    <a:pt x="7621" y="7240"/>
                    <a:pt x="7455" y="7240"/>
                  </a:cubicBezTo>
                  <a:cubicBezTo>
                    <a:pt x="5478" y="7240"/>
                    <a:pt x="2858" y="6764"/>
                    <a:pt x="1596" y="5288"/>
                  </a:cubicBezTo>
                  <a:lnTo>
                    <a:pt x="10193" y="5288"/>
                  </a:lnTo>
                  <a:cubicBezTo>
                    <a:pt x="10670" y="5288"/>
                    <a:pt x="10884" y="4788"/>
                    <a:pt x="10551" y="4454"/>
                  </a:cubicBezTo>
                  <a:cubicBezTo>
                    <a:pt x="10122" y="4049"/>
                    <a:pt x="9384" y="3335"/>
                    <a:pt x="8431" y="2597"/>
                  </a:cubicBezTo>
                  <a:cubicBezTo>
                    <a:pt x="8812" y="2311"/>
                    <a:pt x="9050" y="1906"/>
                    <a:pt x="9050" y="1430"/>
                  </a:cubicBezTo>
                  <a:cubicBezTo>
                    <a:pt x="9050" y="644"/>
                    <a:pt x="8407" y="1"/>
                    <a:pt x="7621" y="1"/>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0" name="Google Shape;22390;p139"/>
            <p:cNvSpPr/>
            <p:nvPr/>
          </p:nvSpPr>
          <p:spPr>
            <a:xfrm>
              <a:off x="1172732" y="2521462"/>
              <a:ext cx="178980" cy="254905"/>
            </a:xfrm>
            <a:custGeom>
              <a:avLst/>
              <a:gdLst/>
              <a:ahLst/>
              <a:cxnLst/>
              <a:rect l="l" t="t" r="r" b="b"/>
              <a:pathLst>
                <a:path w="5502" h="7836" extrusionOk="0">
                  <a:moveTo>
                    <a:pt x="2239" y="620"/>
                  </a:moveTo>
                  <a:cubicBezTo>
                    <a:pt x="2692" y="620"/>
                    <a:pt x="3073" y="977"/>
                    <a:pt x="3073" y="1430"/>
                  </a:cubicBezTo>
                  <a:cubicBezTo>
                    <a:pt x="3049" y="1739"/>
                    <a:pt x="2835" y="2049"/>
                    <a:pt x="2478" y="2168"/>
                  </a:cubicBezTo>
                  <a:lnTo>
                    <a:pt x="1406" y="1454"/>
                  </a:lnTo>
                  <a:cubicBezTo>
                    <a:pt x="1382" y="977"/>
                    <a:pt x="1763" y="620"/>
                    <a:pt x="2239" y="620"/>
                  </a:cubicBezTo>
                  <a:close/>
                  <a:moveTo>
                    <a:pt x="2263" y="1"/>
                  </a:moveTo>
                  <a:cubicBezTo>
                    <a:pt x="1620" y="1"/>
                    <a:pt x="1025" y="453"/>
                    <a:pt x="882" y="1096"/>
                  </a:cubicBezTo>
                  <a:cubicBezTo>
                    <a:pt x="596" y="953"/>
                    <a:pt x="334" y="834"/>
                    <a:pt x="72" y="715"/>
                  </a:cubicBezTo>
                  <a:lnTo>
                    <a:pt x="72" y="5311"/>
                  </a:lnTo>
                  <a:lnTo>
                    <a:pt x="4859" y="5311"/>
                  </a:lnTo>
                  <a:cubicBezTo>
                    <a:pt x="5288" y="5288"/>
                    <a:pt x="5502" y="4788"/>
                    <a:pt x="5192" y="4454"/>
                  </a:cubicBezTo>
                  <a:cubicBezTo>
                    <a:pt x="4764" y="4049"/>
                    <a:pt x="4025" y="3335"/>
                    <a:pt x="3073" y="2597"/>
                  </a:cubicBezTo>
                  <a:cubicBezTo>
                    <a:pt x="3478" y="2311"/>
                    <a:pt x="3716" y="1906"/>
                    <a:pt x="3716" y="1430"/>
                  </a:cubicBezTo>
                  <a:cubicBezTo>
                    <a:pt x="3716" y="644"/>
                    <a:pt x="3049" y="1"/>
                    <a:pt x="2263" y="1"/>
                  </a:cubicBezTo>
                  <a:close/>
                  <a:moveTo>
                    <a:pt x="1" y="7050"/>
                  </a:moveTo>
                  <a:lnTo>
                    <a:pt x="1" y="7669"/>
                  </a:lnTo>
                  <a:cubicBezTo>
                    <a:pt x="691" y="7788"/>
                    <a:pt x="1406" y="7836"/>
                    <a:pt x="2073" y="7836"/>
                  </a:cubicBezTo>
                  <a:cubicBezTo>
                    <a:pt x="2239" y="7836"/>
                    <a:pt x="2382" y="7669"/>
                    <a:pt x="2358" y="7479"/>
                  </a:cubicBezTo>
                  <a:cubicBezTo>
                    <a:pt x="2358" y="7360"/>
                    <a:pt x="2216" y="7240"/>
                    <a:pt x="2073" y="7240"/>
                  </a:cubicBezTo>
                  <a:cubicBezTo>
                    <a:pt x="1382" y="7240"/>
                    <a:pt x="668" y="7169"/>
                    <a:pt x="1" y="705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1" name="Google Shape;22391;p139"/>
            <p:cNvSpPr/>
            <p:nvPr/>
          </p:nvSpPr>
          <p:spPr>
            <a:xfrm>
              <a:off x="1224649" y="2631479"/>
              <a:ext cx="20949" cy="21730"/>
            </a:xfrm>
            <a:custGeom>
              <a:avLst/>
              <a:gdLst/>
              <a:ahLst/>
              <a:cxnLst/>
              <a:rect l="l" t="t" r="r" b="b"/>
              <a:pathLst>
                <a:path w="644" h="668" extrusionOk="0">
                  <a:moveTo>
                    <a:pt x="334" y="1"/>
                  </a:moveTo>
                  <a:cubicBezTo>
                    <a:pt x="143" y="1"/>
                    <a:pt x="0" y="143"/>
                    <a:pt x="0" y="334"/>
                  </a:cubicBezTo>
                  <a:cubicBezTo>
                    <a:pt x="0" y="524"/>
                    <a:pt x="143" y="667"/>
                    <a:pt x="334" y="667"/>
                  </a:cubicBezTo>
                  <a:cubicBezTo>
                    <a:pt x="500" y="643"/>
                    <a:pt x="643" y="524"/>
                    <a:pt x="643" y="334"/>
                  </a:cubicBezTo>
                  <a:cubicBezTo>
                    <a:pt x="643" y="143"/>
                    <a:pt x="500" y="1"/>
                    <a:pt x="334" y="1"/>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2" name="Google Shape;22392;p139"/>
            <p:cNvSpPr/>
            <p:nvPr/>
          </p:nvSpPr>
          <p:spPr>
            <a:xfrm>
              <a:off x="1082884" y="2615409"/>
              <a:ext cx="68183" cy="78072"/>
            </a:xfrm>
            <a:custGeom>
              <a:avLst/>
              <a:gdLst/>
              <a:ahLst/>
              <a:cxnLst/>
              <a:rect l="l" t="t" r="r" b="b"/>
              <a:pathLst>
                <a:path w="2096" h="2400" extrusionOk="0">
                  <a:moveTo>
                    <a:pt x="343" y="1"/>
                  </a:moveTo>
                  <a:cubicBezTo>
                    <a:pt x="226" y="1"/>
                    <a:pt x="108" y="59"/>
                    <a:pt x="72" y="185"/>
                  </a:cubicBezTo>
                  <a:cubicBezTo>
                    <a:pt x="0" y="328"/>
                    <a:pt x="72" y="542"/>
                    <a:pt x="238" y="590"/>
                  </a:cubicBezTo>
                  <a:cubicBezTo>
                    <a:pt x="1024" y="899"/>
                    <a:pt x="1501" y="1661"/>
                    <a:pt x="1286" y="2400"/>
                  </a:cubicBezTo>
                  <a:lnTo>
                    <a:pt x="1905" y="2400"/>
                  </a:lnTo>
                  <a:cubicBezTo>
                    <a:pt x="2096" y="1399"/>
                    <a:pt x="1477" y="423"/>
                    <a:pt x="453" y="18"/>
                  </a:cubicBezTo>
                  <a:cubicBezTo>
                    <a:pt x="418" y="7"/>
                    <a:pt x="381" y="1"/>
                    <a:pt x="343"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93" name="Google Shape;22393;p139"/>
          <p:cNvGrpSpPr/>
          <p:nvPr/>
        </p:nvGrpSpPr>
        <p:grpSpPr>
          <a:xfrm>
            <a:off x="999997" y="2889867"/>
            <a:ext cx="346314" cy="345143"/>
            <a:chOff x="999997" y="3042267"/>
            <a:chExt cx="346314" cy="345143"/>
          </a:xfrm>
        </p:grpSpPr>
        <p:sp>
          <p:nvSpPr>
            <p:cNvPr id="22394" name="Google Shape;22394;p139"/>
            <p:cNvSpPr/>
            <p:nvPr/>
          </p:nvSpPr>
          <p:spPr>
            <a:xfrm>
              <a:off x="1275006" y="3042267"/>
              <a:ext cx="71306" cy="71111"/>
            </a:xfrm>
            <a:custGeom>
              <a:avLst/>
              <a:gdLst/>
              <a:ahLst/>
              <a:cxnLst/>
              <a:rect l="l" t="t" r="r" b="b"/>
              <a:pathLst>
                <a:path w="2192" h="2186" extrusionOk="0">
                  <a:moveTo>
                    <a:pt x="1855" y="0"/>
                  </a:moveTo>
                  <a:cubicBezTo>
                    <a:pt x="1774" y="0"/>
                    <a:pt x="1691" y="30"/>
                    <a:pt x="1620" y="89"/>
                  </a:cubicBezTo>
                  <a:lnTo>
                    <a:pt x="0" y="1733"/>
                  </a:lnTo>
                  <a:lnTo>
                    <a:pt x="429" y="2185"/>
                  </a:lnTo>
                  <a:lnTo>
                    <a:pt x="2072" y="542"/>
                  </a:lnTo>
                  <a:cubicBezTo>
                    <a:pt x="2191" y="423"/>
                    <a:pt x="2191" y="208"/>
                    <a:pt x="2072" y="89"/>
                  </a:cubicBezTo>
                  <a:cubicBezTo>
                    <a:pt x="2013" y="30"/>
                    <a:pt x="1935" y="0"/>
                    <a:pt x="1855"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5" name="Google Shape;22395;p139"/>
            <p:cNvSpPr/>
            <p:nvPr/>
          </p:nvSpPr>
          <p:spPr>
            <a:xfrm>
              <a:off x="1282748" y="3045943"/>
              <a:ext cx="63564" cy="67435"/>
            </a:xfrm>
            <a:custGeom>
              <a:avLst/>
              <a:gdLst/>
              <a:ahLst/>
              <a:cxnLst/>
              <a:rect l="l" t="t" r="r" b="b"/>
              <a:pathLst>
                <a:path w="1954" h="2073" extrusionOk="0">
                  <a:moveTo>
                    <a:pt x="1834" y="0"/>
                  </a:moveTo>
                  <a:lnTo>
                    <a:pt x="0" y="1858"/>
                  </a:lnTo>
                  <a:lnTo>
                    <a:pt x="191" y="2072"/>
                  </a:lnTo>
                  <a:lnTo>
                    <a:pt x="1834" y="429"/>
                  </a:lnTo>
                  <a:cubicBezTo>
                    <a:pt x="1953" y="310"/>
                    <a:pt x="1953" y="95"/>
                    <a:pt x="1834"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6" name="Google Shape;22396;p139"/>
            <p:cNvSpPr/>
            <p:nvPr/>
          </p:nvSpPr>
          <p:spPr>
            <a:xfrm>
              <a:off x="1028656" y="3284551"/>
              <a:ext cx="75958" cy="75144"/>
            </a:xfrm>
            <a:custGeom>
              <a:avLst/>
              <a:gdLst/>
              <a:ahLst/>
              <a:cxnLst/>
              <a:rect l="l" t="t" r="r" b="b"/>
              <a:pathLst>
                <a:path w="2335" h="2310" extrusionOk="0">
                  <a:moveTo>
                    <a:pt x="1024" y="0"/>
                  </a:moveTo>
                  <a:lnTo>
                    <a:pt x="0" y="1000"/>
                  </a:lnTo>
                  <a:lnTo>
                    <a:pt x="1310" y="2310"/>
                  </a:lnTo>
                  <a:lnTo>
                    <a:pt x="2334" y="1310"/>
                  </a:lnTo>
                  <a:lnTo>
                    <a:pt x="1024"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7" name="Google Shape;22397;p139"/>
            <p:cNvSpPr/>
            <p:nvPr/>
          </p:nvSpPr>
          <p:spPr>
            <a:xfrm>
              <a:off x="1050354" y="3305435"/>
              <a:ext cx="54260" cy="54260"/>
            </a:xfrm>
            <a:custGeom>
              <a:avLst/>
              <a:gdLst/>
              <a:ahLst/>
              <a:cxnLst/>
              <a:rect l="l" t="t" r="r" b="b"/>
              <a:pathLst>
                <a:path w="1668" h="1668" extrusionOk="0">
                  <a:moveTo>
                    <a:pt x="1000" y="1"/>
                  </a:moveTo>
                  <a:lnTo>
                    <a:pt x="0" y="1025"/>
                  </a:lnTo>
                  <a:lnTo>
                    <a:pt x="643" y="1668"/>
                  </a:lnTo>
                  <a:lnTo>
                    <a:pt x="1667" y="668"/>
                  </a:lnTo>
                  <a:lnTo>
                    <a:pt x="1000"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8" name="Google Shape;22398;p139"/>
            <p:cNvSpPr/>
            <p:nvPr/>
          </p:nvSpPr>
          <p:spPr>
            <a:xfrm>
              <a:off x="1227740" y="3084849"/>
              <a:ext cx="75958" cy="74982"/>
            </a:xfrm>
            <a:custGeom>
              <a:avLst/>
              <a:gdLst/>
              <a:ahLst/>
              <a:cxnLst/>
              <a:rect l="l" t="t" r="r" b="b"/>
              <a:pathLst>
                <a:path w="2335" h="2305" extrusionOk="0">
                  <a:moveTo>
                    <a:pt x="1108" y="1"/>
                  </a:moveTo>
                  <a:cubicBezTo>
                    <a:pt x="1025" y="1"/>
                    <a:pt x="941" y="31"/>
                    <a:pt x="882" y="90"/>
                  </a:cubicBezTo>
                  <a:lnTo>
                    <a:pt x="1" y="995"/>
                  </a:lnTo>
                  <a:lnTo>
                    <a:pt x="1310" y="2305"/>
                  </a:lnTo>
                  <a:lnTo>
                    <a:pt x="2192" y="1400"/>
                  </a:lnTo>
                  <a:cubicBezTo>
                    <a:pt x="2334" y="1305"/>
                    <a:pt x="2334" y="1138"/>
                    <a:pt x="2215" y="995"/>
                  </a:cubicBezTo>
                  <a:lnTo>
                    <a:pt x="1334" y="90"/>
                  </a:lnTo>
                  <a:cubicBezTo>
                    <a:pt x="1275" y="31"/>
                    <a:pt x="1191" y="1"/>
                    <a:pt x="1108"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9" name="Google Shape;22399;p139"/>
            <p:cNvSpPr/>
            <p:nvPr/>
          </p:nvSpPr>
          <p:spPr>
            <a:xfrm>
              <a:off x="1249437" y="3102480"/>
              <a:ext cx="54260" cy="57350"/>
            </a:xfrm>
            <a:custGeom>
              <a:avLst/>
              <a:gdLst/>
              <a:ahLst/>
              <a:cxnLst/>
              <a:rect l="l" t="t" r="r" b="b"/>
              <a:pathLst>
                <a:path w="1668" h="1763" extrusionOk="0">
                  <a:moveTo>
                    <a:pt x="1120" y="1"/>
                  </a:moveTo>
                  <a:lnTo>
                    <a:pt x="0" y="1096"/>
                  </a:lnTo>
                  <a:cubicBezTo>
                    <a:pt x="667" y="1763"/>
                    <a:pt x="643" y="1691"/>
                    <a:pt x="667" y="1763"/>
                  </a:cubicBezTo>
                  <a:lnTo>
                    <a:pt x="1548" y="858"/>
                  </a:lnTo>
                  <a:cubicBezTo>
                    <a:pt x="1667" y="763"/>
                    <a:pt x="1667" y="596"/>
                    <a:pt x="1548" y="453"/>
                  </a:cubicBezTo>
                  <a:lnTo>
                    <a:pt x="1120"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0" name="Google Shape;22400;p139"/>
            <p:cNvSpPr/>
            <p:nvPr/>
          </p:nvSpPr>
          <p:spPr>
            <a:xfrm>
              <a:off x="999997" y="3300230"/>
              <a:ext cx="89100" cy="87180"/>
            </a:xfrm>
            <a:custGeom>
              <a:avLst/>
              <a:gdLst/>
              <a:ahLst/>
              <a:cxnLst/>
              <a:rect l="l" t="t" r="r" b="b"/>
              <a:pathLst>
                <a:path w="2739" h="2680" extrusionOk="0">
                  <a:moveTo>
                    <a:pt x="334" y="0"/>
                  </a:moveTo>
                  <a:cubicBezTo>
                    <a:pt x="256" y="0"/>
                    <a:pt x="179" y="30"/>
                    <a:pt x="119" y="90"/>
                  </a:cubicBezTo>
                  <a:cubicBezTo>
                    <a:pt x="0" y="209"/>
                    <a:pt x="0" y="399"/>
                    <a:pt x="119" y="518"/>
                  </a:cubicBezTo>
                  <a:lnTo>
                    <a:pt x="2167" y="2590"/>
                  </a:lnTo>
                  <a:cubicBezTo>
                    <a:pt x="2227" y="2650"/>
                    <a:pt x="2310" y="2679"/>
                    <a:pt x="2394" y="2679"/>
                  </a:cubicBezTo>
                  <a:cubicBezTo>
                    <a:pt x="2477" y="2679"/>
                    <a:pt x="2560" y="2650"/>
                    <a:pt x="2620" y="2590"/>
                  </a:cubicBezTo>
                  <a:cubicBezTo>
                    <a:pt x="2739" y="2471"/>
                    <a:pt x="2739" y="2257"/>
                    <a:pt x="2620" y="2138"/>
                  </a:cubicBezTo>
                  <a:lnTo>
                    <a:pt x="548" y="90"/>
                  </a:lnTo>
                  <a:cubicBezTo>
                    <a:pt x="488" y="30"/>
                    <a:pt x="411" y="0"/>
                    <a:pt x="334"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1" name="Google Shape;22401;p139"/>
            <p:cNvSpPr/>
            <p:nvPr/>
          </p:nvSpPr>
          <p:spPr>
            <a:xfrm>
              <a:off x="1037179" y="3336436"/>
              <a:ext cx="51918" cy="50975"/>
            </a:xfrm>
            <a:custGeom>
              <a:avLst/>
              <a:gdLst/>
              <a:ahLst/>
              <a:cxnLst/>
              <a:rect l="l" t="t" r="r" b="b"/>
              <a:pathLst>
                <a:path w="1596" h="1567" extrusionOk="0">
                  <a:moveTo>
                    <a:pt x="453" y="1"/>
                  </a:moveTo>
                  <a:lnTo>
                    <a:pt x="0" y="453"/>
                  </a:lnTo>
                  <a:lnTo>
                    <a:pt x="1024" y="1477"/>
                  </a:lnTo>
                  <a:cubicBezTo>
                    <a:pt x="1084" y="1537"/>
                    <a:pt x="1167" y="1566"/>
                    <a:pt x="1251" y="1566"/>
                  </a:cubicBezTo>
                  <a:cubicBezTo>
                    <a:pt x="1334" y="1566"/>
                    <a:pt x="1417" y="1537"/>
                    <a:pt x="1477" y="1477"/>
                  </a:cubicBezTo>
                  <a:cubicBezTo>
                    <a:pt x="1596" y="1358"/>
                    <a:pt x="1596" y="1144"/>
                    <a:pt x="1477" y="1025"/>
                  </a:cubicBezTo>
                  <a:lnTo>
                    <a:pt x="453"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2" name="Google Shape;22402;p139"/>
            <p:cNvSpPr/>
            <p:nvPr/>
          </p:nvSpPr>
          <p:spPr>
            <a:xfrm>
              <a:off x="1042579" y="3104627"/>
              <a:ext cx="245634" cy="241926"/>
            </a:xfrm>
            <a:custGeom>
              <a:avLst/>
              <a:gdLst/>
              <a:ahLst/>
              <a:cxnLst/>
              <a:rect l="l" t="t" r="r" b="b"/>
              <a:pathLst>
                <a:path w="7551" h="7437" extrusionOk="0">
                  <a:moveTo>
                    <a:pt x="4916" y="0"/>
                  </a:moveTo>
                  <a:cubicBezTo>
                    <a:pt x="4573" y="0"/>
                    <a:pt x="4228" y="137"/>
                    <a:pt x="3954" y="411"/>
                  </a:cubicBezTo>
                  <a:lnTo>
                    <a:pt x="1" y="4364"/>
                  </a:lnTo>
                  <a:lnTo>
                    <a:pt x="3073" y="7436"/>
                  </a:lnTo>
                  <a:lnTo>
                    <a:pt x="6669" y="3840"/>
                  </a:lnTo>
                  <a:lnTo>
                    <a:pt x="7122" y="3388"/>
                  </a:lnTo>
                  <a:cubicBezTo>
                    <a:pt x="7550" y="2888"/>
                    <a:pt x="7526" y="2078"/>
                    <a:pt x="7026" y="1578"/>
                  </a:cubicBezTo>
                  <a:lnTo>
                    <a:pt x="5859" y="411"/>
                  </a:lnTo>
                  <a:cubicBezTo>
                    <a:pt x="5597" y="137"/>
                    <a:pt x="5258" y="0"/>
                    <a:pt x="4916"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3" name="Google Shape;22403;p139"/>
            <p:cNvSpPr/>
            <p:nvPr/>
          </p:nvSpPr>
          <p:spPr>
            <a:xfrm>
              <a:off x="1092187" y="3136572"/>
              <a:ext cx="196026" cy="209981"/>
            </a:xfrm>
            <a:custGeom>
              <a:avLst/>
              <a:gdLst/>
              <a:ahLst/>
              <a:cxnLst/>
              <a:rect l="l" t="t" r="r" b="b"/>
              <a:pathLst>
                <a:path w="6026" h="6455" extrusionOk="0">
                  <a:moveTo>
                    <a:pt x="4906" y="0"/>
                  </a:moveTo>
                  <a:lnTo>
                    <a:pt x="0" y="4906"/>
                  </a:lnTo>
                  <a:lnTo>
                    <a:pt x="1548" y="6454"/>
                  </a:lnTo>
                  <a:lnTo>
                    <a:pt x="5144" y="2858"/>
                  </a:lnTo>
                  <a:lnTo>
                    <a:pt x="5597" y="2406"/>
                  </a:lnTo>
                  <a:cubicBezTo>
                    <a:pt x="6025" y="1906"/>
                    <a:pt x="6001" y="1096"/>
                    <a:pt x="5501" y="596"/>
                  </a:cubicBezTo>
                  <a:lnTo>
                    <a:pt x="4906"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4" name="Google Shape;22404;p139"/>
            <p:cNvSpPr/>
            <p:nvPr/>
          </p:nvSpPr>
          <p:spPr>
            <a:xfrm>
              <a:off x="1109233" y="3104627"/>
              <a:ext cx="178980" cy="175304"/>
            </a:xfrm>
            <a:custGeom>
              <a:avLst/>
              <a:gdLst/>
              <a:ahLst/>
              <a:cxnLst/>
              <a:rect l="l" t="t" r="r" b="b"/>
              <a:pathLst>
                <a:path w="5502" h="5389" extrusionOk="0">
                  <a:moveTo>
                    <a:pt x="2867" y="0"/>
                  </a:moveTo>
                  <a:cubicBezTo>
                    <a:pt x="2524" y="0"/>
                    <a:pt x="2179" y="137"/>
                    <a:pt x="1905" y="411"/>
                  </a:cubicBezTo>
                  <a:lnTo>
                    <a:pt x="0" y="2316"/>
                  </a:lnTo>
                  <a:lnTo>
                    <a:pt x="3072" y="5388"/>
                  </a:lnTo>
                  <a:lnTo>
                    <a:pt x="4977" y="3483"/>
                  </a:lnTo>
                  <a:cubicBezTo>
                    <a:pt x="5501" y="2935"/>
                    <a:pt x="5501" y="2078"/>
                    <a:pt x="4977" y="1578"/>
                  </a:cubicBezTo>
                  <a:lnTo>
                    <a:pt x="3810" y="411"/>
                  </a:lnTo>
                  <a:cubicBezTo>
                    <a:pt x="3548" y="137"/>
                    <a:pt x="3209" y="0"/>
                    <a:pt x="286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5" name="Google Shape;22405;p139"/>
            <p:cNvSpPr/>
            <p:nvPr/>
          </p:nvSpPr>
          <p:spPr>
            <a:xfrm>
              <a:off x="1160772" y="3137754"/>
              <a:ext cx="129404" cy="143360"/>
            </a:xfrm>
            <a:custGeom>
              <a:avLst/>
              <a:gdLst/>
              <a:ahLst/>
              <a:cxnLst/>
              <a:rect l="l" t="t" r="r" b="b"/>
              <a:pathLst>
                <a:path w="3978" h="4407" extrusionOk="0">
                  <a:moveTo>
                    <a:pt x="2858" y="1"/>
                  </a:moveTo>
                  <a:lnTo>
                    <a:pt x="0" y="2882"/>
                  </a:lnTo>
                  <a:lnTo>
                    <a:pt x="1548" y="4406"/>
                  </a:lnTo>
                  <a:lnTo>
                    <a:pt x="3453" y="2525"/>
                  </a:lnTo>
                  <a:cubicBezTo>
                    <a:pt x="3953" y="2001"/>
                    <a:pt x="3977" y="1215"/>
                    <a:pt x="3501" y="667"/>
                  </a:cubicBezTo>
                  <a:lnTo>
                    <a:pt x="28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6" name="Google Shape;22406;p139"/>
            <p:cNvSpPr/>
            <p:nvPr/>
          </p:nvSpPr>
          <p:spPr>
            <a:xfrm>
              <a:off x="1019353" y="3232828"/>
              <a:ext cx="136366" cy="135195"/>
            </a:xfrm>
            <a:custGeom>
              <a:avLst/>
              <a:gdLst/>
              <a:ahLst/>
              <a:cxnLst/>
              <a:rect l="l" t="t" r="r" b="b"/>
              <a:pathLst>
                <a:path w="4192" h="4156" extrusionOk="0">
                  <a:moveTo>
                    <a:pt x="346" y="0"/>
                  </a:moveTo>
                  <a:cubicBezTo>
                    <a:pt x="262" y="0"/>
                    <a:pt x="179" y="30"/>
                    <a:pt x="120" y="90"/>
                  </a:cubicBezTo>
                  <a:cubicBezTo>
                    <a:pt x="1" y="209"/>
                    <a:pt x="1" y="423"/>
                    <a:pt x="120" y="542"/>
                  </a:cubicBezTo>
                  <a:lnTo>
                    <a:pt x="3620" y="4067"/>
                  </a:lnTo>
                  <a:cubicBezTo>
                    <a:pt x="3680" y="4126"/>
                    <a:pt x="3763" y="4156"/>
                    <a:pt x="3847" y="4156"/>
                  </a:cubicBezTo>
                  <a:cubicBezTo>
                    <a:pt x="3930" y="4156"/>
                    <a:pt x="4013" y="4126"/>
                    <a:pt x="4073" y="4067"/>
                  </a:cubicBezTo>
                  <a:cubicBezTo>
                    <a:pt x="4192" y="3948"/>
                    <a:pt x="4192" y="3733"/>
                    <a:pt x="4073" y="3614"/>
                  </a:cubicBezTo>
                  <a:lnTo>
                    <a:pt x="572" y="90"/>
                  </a:lnTo>
                  <a:cubicBezTo>
                    <a:pt x="513" y="30"/>
                    <a:pt x="429" y="0"/>
                    <a:pt x="346"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7" name="Google Shape;22407;p139"/>
            <p:cNvSpPr/>
            <p:nvPr/>
          </p:nvSpPr>
          <p:spPr>
            <a:xfrm>
              <a:off x="1080542" y="3293041"/>
              <a:ext cx="79113" cy="75047"/>
            </a:xfrm>
            <a:custGeom>
              <a:avLst/>
              <a:gdLst/>
              <a:ahLst/>
              <a:cxnLst/>
              <a:rect l="l" t="t" r="r" b="b"/>
              <a:pathLst>
                <a:path w="2432" h="2307" extrusionOk="0">
                  <a:moveTo>
                    <a:pt x="430" y="1"/>
                  </a:moveTo>
                  <a:lnTo>
                    <a:pt x="1" y="453"/>
                  </a:lnTo>
                  <a:lnTo>
                    <a:pt x="1739" y="2216"/>
                  </a:lnTo>
                  <a:cubicBezTo>
                    <a:pt x="1809" y="2280"/>
                    <a:pt x="1885" y="2307"/>
                    <a:pt x="1959" y="2307"/>
                  </a:cubicBezTo>
                  <a:cubicBezTo>
                    <a:pt x="2214" y="2307"/>
                    <a:pt x="2432" y="1985"/>
                    <a:pt x="2192" y="1763"/>
                  </a:cubicBezTo>
                  <a:lnTo>
                    <a:pt x="430"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8" name="Google Shape;22408;p139"/>
            <p:cNvSpPr/>
            <p:nvPr/>
          </p:nvSpPr>
          <p:spPr>
            <a:xfrm>
              <a:off x="1233172" y="3190214"/>
              <a:ext cx="39524" cy="39361"/>
            </a:xfrm>
            <a:custGeom>
              <a:avLst/>
              <a:gdLst/>
              <a:ahLst/>
              <a:cxnLst/>
              <a:rect l="l" t="t" r="r" b="b"/>
              <a:pathLst>
                <a:path w="1215" h="1210" extrusionOk="0">
                  <a:moveTo>
                    <a:pt x="346" y="1"/>
                  </a:moveTo>
                  <a:cubicBezTo>
                    <a:pt x="262" y="1"/>
                    <a:pt x="179" y="30"/>
                    <a:pt x="119" y="90"/>
                  </a:cubicBezTo>
                  <a:cubicBezTo>
                    <a:pt x="0" y="209"/>
                    <a:pt x="0" y="423"/>
                    <a:pt x="119" y="542"/>
                  </a:cubicBezTo>
                  <a:lnTo>
                    <a:pt x="786" y="1209"/>
                  </a:lnTo>
                  <a:lnTo>
                    <a:pt x="1215" y="757"/>
                  </a:lnTo>
                  <a:lnTo>
                    <a:pt x="572" y="90"/>
                  </a:lnTo>
                  <a:cubicBezTo>
                    <a:pt x="512" y="30"/>
                    <a:pt x="429" y="1"/>
                    <a:pt x="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9" name="Google Shape;22409;p139"/>
            <p:cNvSpPr/>
            <p:nvPr/>
          </p:nvSpPr>
          <p:spPr>
            <a:xfrm>
              <a:off x="1205294" y="3219654"/>
              <a:ext cx="39524" cy="38581"/>
            </a:xfrm>
            <a:custGeom>
              <a:avLst/>
              <a:gdLst/>
              <a:ahLst/>
              <a:cxnLst/>
              <a:rect l="l" t="t" r="r" b="b"/>
              <a:pathLst>
                <a:path w="1215" h="1186" extrusionOk="0">
                  <a:moveTo>
                    <a:pt x="345" y="1"/>
                  </a:moveTo>
                  <a:cubicBezTo>
                    <a:pt x="262" y="1"/>
                    <a:pt x="179" y="30"/>
                    <a:pt x="119" y="90"/>
                  </a:cubicBezTo>
                  <a:cubicBezTo>
                    <a:pt x="0" y="209"/>
                    <a:pt x="0" y="423"/>
                    <a:pt x="119" y="542"/>
                  </a:cubicBezTo>
                  <a:lnTo>
                    <a:pt x="762" y="1185"/>
                  </a:lnTo>
                  <a:lnTo>
                    <a:pt x="1215" y="733"/>
                  </a:lnTo>
                  <a:lnTo>
                    <a:pt x="572" y="90"/>
                  </a:lnTo>
                  <a:cubicBezTo>
                    <a:pt x="512" y="30"/>
                    <a:pt x="429" y="1"/>
                    <a:pt x="3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0" name="Google Shape;22410;p139"/>
            <p:cNvSpPr/>
            <p:nvPr/>
          </p:nvSpPr>
          <p:spPr>
            <a:xfrm>
              <a:off x="1177383" y="3247532"/>
              <a:ext cx="39556" cy="38581"/>
            </a:xfrm>
            <a:custGeom>
              <a:avLst/>
              <a:gdLst/>
              <a:ahLst/>
              <a:cxnLst/>
              <a:rect l="l" t="t" r="r" b="b"/>
              <a:pathLst>
                <a:path w="1216" h="1186" extrusionOk="0">
                  <a:moveTo>
                    <a:pt x="334" y="1"/>
                  </a:moveTo>
                  <a:cubicBezTo>
                    <a:pt x="257" y="1"/>
                    <a:pt x="179" y="31"/>
                    <a:pt x="120" y="90"/>
                  </a:cubicBezTo>
                  <a:cubicBezTo>
                    <a:pt x="1" y="209"/>
                    <a:pt x="1" y="424"/>
                    <a:pt x="120" y="543"/>
                  </a:cubicBezTo>
                  <a:lnTo>
                    <a:pt x="763" y="1186"/>
                  </a:lnTo>
                  <a:lnTo>
                    <a:pt x="1215" y="757"/>
                  </a:lnTo>
                  <a:lnTo>
                    <a:pt x="548" y="90"/>
                  </a:lnTo>
                  <a:cubicBezTo>
                    <a:pt x="489" y="31"/>
                    <a:pt x="411" y="1"/>
                    <a:pt x="33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1" name="Google Shape;22411;p139"/>
            <p:cNvSpPr/>
            <p:nvPr/>
          </p:nvSpPr>
          <p:spPr>
            <a:xfrm>
              <a:off x="1147944" y="3276971"/>
              <a:ext cx="39556" cy="38581"/>
            </a:xfrm>
            <a:custGeom>
              <a:avLst/>
              <a:gdLst/>
              <a:ahLst/>
              <a:cxnLst/>
              <a:rect l="l" t="t" r="r" b="b"/>
              <a:pathLst>
                <a:path w="1216" h="1186" extrusionOk="0">
                  <a:moveTo>
                    <a:pt x="346" y="1"/>
                  </a:moveTo>
                  <a:cubicBezTo>
                    <a:pt x="263" y="1"/>
                    <a:pt x="179" y="31"/>
                    <a:pt x="120" y="90"/>
                  </a:cubicBezTo>
                  <a:cubicBezTo>
                    <a:pt x="1" y="209"/>
                    <a:pt x="1" y="400"/>
                    <a:pt x="120" y="519"/>
                  </a:cubicBezTo>
                  <a:lnTo>
                    <a:pt x="763" y="1186"/>
                  </a:lnTo>
                  <a:lnTo>
                    <a:pt x="1215" y="733"/>
                  </a:lnTo>
                  <a:lnTo>
                    <a:pt x="572" y="90"/>
                  </a:lnTo>
                  <a:cubicBezTo>
                    <a:pt x="513" y="31"/>
                    <a:pt x="429" y="1"/>
                    <a:pt x="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12" name="Google Shape;22412;p139"/>
          <p:cNvGrpSpPr/>
          <p:nvPr/>
        </p:nvGrpSpPr>
        <p:grpSpPr>
          <a:xfrm>
            <a:off x="1756840" y="2893511"/>
            <a:ext cx="347876" cy="337661"/>
            <a:chOff x="1756840" y="3045911"/>
            <a:chExt cx="347876" cy="337661"/>
          </a:xfrm>
        </p:grpSpPr>
        <p:sp>
          <p:nvSpPr>
            <p:cNvPr id="22413" name="Google Shape;22413;p139"/>
            <p:cNvSpPr/>
            <p:nvPr/>
          </p:nvSpPr>
          <p:spPr>
            <a:xfrm>
              <a:off x="1774667" y="3196980"/>
              <a:ext cx="88351" cy="86823"/>
            </a:xfrm>
            <a:custGeom>
              <a:avLst/>
              <a:gdLst/>
              <a:ahLst/>
              <a:cxnLst/>
              <a:rect l="l" t="t" r="r" b="b"/>
              <a:pathLst>
                <a:path w="2716" h="2669" extrusionOk="0">
                  <a:moveTo>
                    <a:pt x="1811" y="1"/>
                  </a:moveTo>
                  <a:lnTo>
                    <a:pt x="1" y="1025"/>
                  </a:lnTo>
                  <a:lnTo>
                    <a:pt x="882" y="2668"/>
                  </a:lnTo>
                  <a:lnTo>
                    <a:pt x="2716" y="1644"/>
                  </a:lnTo>
                  <a:lnTo>
                    <a:pt x="1811"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4" name="Google Shape;22414;p139"/>
            <p:cNvSpPr/>
            <p:nvPr/>
          </p:nvSpPr>
          <p:spPr>
            <a:xfrm>
              <a:off x="1789403" y="3224110"/>
              <a:ext cx="73615" cy="59693"/>
            </a:xfrm>
            <a:custGeom>
              <a:avLst/>
              <a:gdLst/>
              <a:ahLst/>
              <a:cxnLst/>
              <a:rect l="l" t="t" r="r" b="b"/>
              <a:pathLst>
                <a:path w="2263" h="1835" extrusionOk="0">
                  <a:moveTo>
                    <a:pt x="1810" y="0"/>
                  </a:moveTo>
                  <a:cubicBezTo>
                    <a:pt x="1596" y="120"/>
                    <a:pt x="167" y="905"/>
                    <a:pt x="0" y="1025"/>
                  </a:cubicBezTo>
                  <a:lnTo>
                    <a:pt x="429" y="1834"/>
                  </a:lnTo>
                  <a:cubicBezTo>
                    <a:pt x="643" y="1715"/>
                    <a:pt x="2024" y="953"/>
                    <a:pt x="2263" y="810"/>
                  </a:cubicBezTo>
                  <a:lnTo>
                    <a:pt x="1810"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5" name="Google Shape;22415;p139"/>
            <p:cNvSpPr/>
            <p:nvPr/>
          </p:nvSpPr>
          <p:spPr>
            <a:xfrm>
              <a:off x="1856024" y="3247337"/>
              <a:ext cx="92971" cy="136236"/>
            </a:xfrm>
            <a:custGeom>
              <a:avLst/>
              <a:gdLst/>
              <a:ahLst/>
              <a:cxnLst/>
              <a:rect l="l" t="t" r="r" b="b"/>
              <a:pathLst>
                <a:path w="2858" h="4188" extrusionOk="0">
                  <a:moveTo>
                    <a:pt x="2310" y="1"/>
                  </a:moveTo>
                  <a:lnTo>
                    <a:pt x="95" y="3740"/>
                  </a:lnTo>
                  <a:cubicBezTo>
                    <a:pt x="0" y="3883"/>
                    <a:pt x="48" y="4049"/>
                    <a:pt x="215" y="4145"/>
                  </a:cubicBezTo>
                  <a:cubicBezTo>
                    <a:pt x="259" y="4175"/>
                    <a:pt x="307" y="4188"/>
                    <a:pt x="353" y="4188"/>
                  </a:cubicBezTo>
                  <a:cubicBezTo>
                    <a:pt x="455" y="4188"/>
                    <a:pt x="554" y="4124"/>
                    <a:pt x="619" y="4026"/>
                  </a:cubicBezTo>
                  <a:lnTo>
                    <a:pt x="2858" y="311"/>
                  </a:lnTo>
                  <a:cubicBezTo>
                    <a:pt x="2644" y="239"/>
                    <a:pt x="2477" y="120"/>
                    <a:pt x="2310"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6" name="Google Shape;22416;p139"/>
            <p:cNvSpPr/>
            <p:nvPr/>
          </p:nvSpPr>
          <p:spPr>
            <a:xfrm>
              <a:off x="1968350" y="3246588"/>
              <a:ext cx="92223" cy="136984"/>
            </a:xfrm>
            <a:custGeom>
              <a:avLst/>
              <a:gdLst/>
              <a:ahLst/>
              <a:cxnLst/>
              <a:rect l="l" t="t" r="r" b="b"/>
              <a:pathLst>
                <a:path w="2835" h="4211" extrusionOk="0">
                  <a:moveTo>
                    <a:pt x="524" y="0"/>
                  </a:moveTo>
                  <a:cubicBezTo>
                    <a:pt x="381" y="143"/>
                    <a:pt x="191" y="262"/>
                    <a:pt x="0" y="334"/>
                  </a:cubicBezTo>
                  <a:lnTo>
                    <a:pt x="2191" y="4049"/>
                  </a:lnTo>
                  <a:cubicBezTo>
                    <a:pt x="2257" y="4147"/>
                    <a:pt x="2367" y="4211"/>
                    <a:pt x="2476" y="4211"/>
                  </a:cubicBezTo>
                  <a:cubicBezTo>
                    <a:pt x="2525" y="4211"/>
                    <a:pt x="2575" y="4198"/>
                    <a:pt x="2620" y="4168"/>
                  </a:cubicBezTo>
                  <a:cubicBezTo>
                    <a:pt x="2763" y="4072"/>
                    <a:pt x="2834" y="3882"/>
                    <a:pt x="2739" y="3715"/>
                  </a:cubicBezTo>
                  <a:lnTo>
                    <a:pt x="524"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7" name="Google Shape;22417;p139"/>
            <p:cNvSpPr/>
            <p:nvPr/>
          </p:nvSpPr>
          <p:spPr>
            <a:xfrm>
              <a:off x="1822713" y="3062208"/>
              <a:ext cx="262647" cy="203280"/>
            </a:xfrm>
            <a:custGeom>
              <a:avLst/>
              <a:gdLst/>
              <a:ahLst/>
              <a:cxnLst/>
              <a:rect l="l" t="t" r="r" b="b"/>
              <a:pathLst>
                <a:path w="8074" h="6249" extrusionOk="0">
                  <a:moveTo>
                    <a:pt x="6597" y="0"/>
                  </a:moveTo>
                  <a:lnTo>
                    <a:pt x="214" y="3501"/>
                  </a:lnTo>
                  <a:cubicBezTo>
                    <a:pt x="72" y="3596"/>
                    <a:pt x="0" y="3763"/>
                    <a:pt x="95" y="3906"/>
                  </a:cubicBezTo>
                  <a:lnTo>
                    <a:pt x="1286" y="6097"/>
                  </a:lnTo>
                  <a:cubicBezTo>
                    <a:pt x="1352" y="6195"/>
                    <a:pt x="1452" y="6249"/>
                    <a:pt x="1562" y="6249"/>
                  </a:cubicBezTo>
                  <a:cubicBezTo>
                    <a:pt x="1612" y="6249"/>
                    <a:pt x="1663" y="6238"/>
                    <a:pt x="1715" y="6216"/>
                  </a:cubicBezTo>
                  <a:lnTo>
                    <a:pt x="8073" y="2691"/>
                  </a:lnTo>
                  <a:lnTo>
                    <a:pt x="6597" y="0"/>
                  </a:ln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8" name="Google Shape;22418;p139"/>
            <p:cNvSpPr/>
            <p:nvPr/>
          </p:nvSpPr>
          <p:spPr>
            <a:xfrm>
              <a:off x="1845159" y="3107132"/>
              <a:ext cx="240202" cy="160243"/>
            </a:xfrm>
            <a:custGeom>
              <a:avLst/>
              <a:gdLst/>
              <a:ahLst/>
              <a:cxnLst/>
              <a:rect l="l" t="t" r="r" b="b"/>
              <a:pathLst>
                <a:path w="7384" h="4926" extrusionOk="0">
                  <a:moveTo>
                    <a:pt x="6645" y="1"/>
                  </a:moveTo>
                  <a:cubicBezTo>
                    <a:pt x="6502" y="96"/>
                    <a:pt x="120" y="3596"/>
                    <a:pt x="1" y="3668"/>
                  </a:cubicBezTo>
                  <a:cubicBezTo>
                    <a:pt x="549" y="4621"/>
                    <a:pt x="429" y="4406"/>
                    <a:pt x="596" y="4763"/>
                  </a:cubicBezTo>
                  <a:cubicBezTo>
                    <a:pt x="662" y="4861"/>
                    <a:pt x="760" y="4926"/>
                    <a:pt x="870" y="4926"/>
                  </a:cubicBezTo>
                  <a:cubicBezTo>
                    <a:pt x="920" y="4926"/>
                    <a:pt x="972" y="4912"/>
                    <a:pt x="1025" y="4882"/>
                  </a:cubicBezTo>
                  <a:cubicBezTo>
                    <a:pt x="1096" y="4835"/>
                    <a:pt x="7169" y="1501"/>
                    <a:pt x="7383" y="1382"/>
                  </a:cubicBezTo>
                  <a:lnTo>
                    <a:pt x="6645"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9" name="Google Shape;22419;p139"/>
            <p:cNvSpPr/>
            <p:nvPr/>
          </p:nvSpPr>
          <p:spPr>
            <a:xfrm>
              <a:off x="1756840" y="3223037"/>
              <a:ext cx="52731" cy="73453"/>
            </a:xfrm>
            <a:custGeom>
              <a:avLst/>
              <a:gdLst/>
              <a:ahLst/>
              <a:cxnLst/>
              <a:rect l="l" t="t" r="r" b="b"/>
              <a:pathLst>
                <a:path w="1621" h="2258" extrusionOk="0">
                  <a:moveTo>
                    <a:pt x="357" y="1"/>
                  </a:moveTo>
                  <a:cubicBezTo>
                    <a:pt x="308" y="1"/>
                    <a:pt x="259" y="11"/>
                    <a:pt x="215" y="33"/>
                  </a:cubicBezTo>
                  <a:cubicBezTo>
                    <a:pt x="72" y="129"/>
                    <a:pt x="1" y="319"/>
                    <a:pt x="96" y="462"/>
                  </a:cubicBezTo>
                  <a:lnTo>
                    <a:pt x="1001" y="2105"/>
                  </a:lnTo>
                  <a:cubicBezTo>
                    <a:pt x="1050" y="2204"/>
                    <a:pt x="1157" y="2257"/>
                    <a:pt x="1265" y="2257"/>
                  </a:cubicBezTo>
                  <a:cubicBezTo>
                    <a:pt x="1313" y="2257"/>
                    <a:pt x="1362" y="2247"/>
                    <a:pt x="1406" y="2224"/>
                  </a:cubicBezTo>
                  <a:cubicBezTo>
                    <a:pt x="1549" y="2129"/>
                    <a:pt x="1620" y="1939"/>
                    <a:pt x="1525" y="1796"/>
                  </a:cubicBezTo>
                  <a:lnTo>
                    <a:pt x="644" y="153"/>
                  </a:lnTo>
                  <a:cubicBezTo>
                    <a:pt x="578" y="54"/>
                    <a:pt x="467" y="1"/>
                    <a:pt x="357"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0" name="Google Shape;22420;p139"/>
            <p:cNvSpPr/>
            <p:nvPr/>
          </p:nvSpPr>
          <p:spPr>
            <a:xfrm>
              <a:off x="1774667" y="3255111"/>
              <a:ext cx="34905" cy="41378"/>
            </a:xfrm>
            <a:custGeom>
              <a:avLst/>
              <a:gdLst/>
              <a:ahLst/>
              <a:cxnLst/>
              <a:rect l="l" t="t" r="r" b="b"/>
              <a:pathLst>
                <a:path w="1073" h="1272" extrusionOk="0">
                  <a:moveTo>
                    <a:pt x="525" y="0"/>
                  </a:moveTo>
                  <a:cubicBezTo>
                    <a:pt x="406" y="72"/>
                    <a:pt x="525" y="0"/>
                    <a:pt x="1" y="310"/>
                  </a:cubicBezTo>
                  <a:lnTo>
                    <a:pt x="453" y="1119"/>
                  </a:lnTo>
                  <a:cubicBezTo>
                    <a:pt x="502" y="1218"/>
                    <a:pt x="609" y="1271"/>
                    <a:pt x="717" y="1271"/>
                  </a:cubicBezTo>
                  <a:cubicBezTo>
                    <a:pt x="765" y="1271"/>
                    <a:pt x="814" y="1261"/>
                    <a:pt x="858" y="1238"/>
                  </a:cubicBezTo>
                  <a:cubicBezTo>
                    <a:pt x="1001" y="1143"/>
                    <a:pt x="1072" y="953"/>
                    <a:pt x="977" y="810"/>
                  </a:cubicBezTo>
                  <a:lnTo>
                    <a:pt x="525"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1" name="Google Shape;22421;p139"/>
            <p:cNvSpPr/>
            <p:nvPr/>
          </p:nvSpPr>
          <p:spPr>
            <a:xfrm>
              <a:off x="2029539" y="3045911"/>
              <a:ext cx="75177" cy="114994"/>
            </a:xfrm>
            <a:custGeom>
              <a:avLst/>
              <a:gdLst/>
              <a:ahLst/>
              <a:cxnLst/>
              <a:rect l="l" t="t" r="r" b="b"/>
              <a:pathLst>
                <a:path w="2311" h="3535" extrusionOk="0">
                  <a:moveTo>
                    <a:pt x="360" y="0"/>
                  </a:moveTo>
                  <a:cubicBezTo>
                    <a:pt x="306" y="0"/>
                    <a:pt x="248" y="16"/>
                    <a:pt x="191" y="49"/>
                  </a:cubicBezTo>
                  <a:cubicBezTo>
                    <a:pt x="48" y="120"/>
                    <a:pt x="1" y="311"/>
                    <a:pt x="72" y="454"/>
                  </a:cubicBezTo>
                  <a:lnTo>
                    <a:pt x="1691" y="3383"/>
                  </a:lnTo>
                  <a:cubicBezTo>
                    <a:pt x="1724" y="3481"/>
                    <a:pt x="1837" y="3535"/>
                    <a:pt x="1950" y="3535"/>
                  </a:cubicBezTo>
                  <a:cubicBezTo>
                    <a:pt x="2001" y="3535"/>
                    <a:pt x="2052" y="3524"/>
                    <a:pt x="2096" y="3502"/>
                  </a:cubicBezTo>
                  <a:cubicBezTo>
                    <a:pt x="2263" y="3407"/>
                    <a:pt x="2311" y="3216"/>
                    <a:pt x="2215" y="3073"/>
                  </a:cubicBezTo>
                  <a:lnTo>
                    <a:pt x="620" y="168"/>
                  </a:lnTo>
                  <a:cubicBezTo>
                    <a:pt x="557" y="58"/>
                    <a:pt x="464" y="0"/>
                    <a:pt x="36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2" name="Google Shape;22422;p139"/>
            <p:cNvSpPr/>
            <p:nvPr/>
          </p:nvSpPr>
          <p:spPr>
            <a:xfrm>
              <a:off x="2058198" y="3098609"/>
              <a:ext cx="46518" cy="62295"/>
            </a:xfrm>
            <a:custGeom>
              <a:avLst/>
              <a:gdLst/>
              <a:ahLst/>
              <a:cxnLst/>
              <a:rect l="l" t="t" r="r" b="b"/>
              <a:pathLst>
                <a:path w="1430" h="1915" extrusionOk="0">
                  <a:moveTo>
                    <a:pt x="548" y="1"/>
                  </a:moveTo>
                  <a:cubicBezTo>
                    <a:pt x="25" y="286"/>
                    <a:pt x="120" y="239"/>
                    <a:pt x="1" y="286"/>
                  </a:cubicBezTo>
                  <a:cubicBezTo>
                    <a:pt x="96" y="453"/>
                    <a:pt x="715" y="1596"/>
                    <a:pt x="810" y="1763"/>
                  </a:cubicBezTo>
                  <a:cubicBezTo>
                    <a:pt x="876" y="1861"/>
                    <a:pt x="976" y="1915"/>
                    <a:pt x="1079" y="1915"/>
                  </a:cubicBezTo>
                  <a:cubicBezTo>
                    <a:pt x="1125" y="1915"/>
                    <a:pt x="1171" y="1904"/>
                    <a:pt x="1215" y="1882"/>
                  </a:cubicBezTo>
                  <a:cubicBezTo>
                    <a:pt x="1382" y="1787"/>
                    <a:pt x="1430" y="1596"/>
                    <a:pt x="1334" y="1453"/>
                  </a:cubicBezTo>
                  <a:lnTo>
                    <a:pt x="548"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3" name="Google Shape;22423;p139"/>
            <p:cNvSpPr/>
            <p:nvPr/>
          </p:nvSpPr>
          <p:spPr>
            <a:xfrm>
              <a:off x="1917994" y="3180715"/>
              <a:ext cx="81358" cy="81390"/>
            </a:xfrm>
            <a:custGeom>
              <a:avLst/>
              <a:gdLst/>
              <a:ahLst/>
              <a:cxnLst/>
              <a:rect l="l" t="t" r="r" b="b"/>
              <a:pathLst>
                <a:path w="2501" h="2502" extrusionOk="0">
                  <a:moveTo>
                    <a:pt x="1239" y="1"/>
                  </a:moveTo>
                  <a:cubicBezTo>
                    <a:pt x="572" y="1"/>
                    <a:pt x="0" y="572"/>
                    <a:pt x="0" y="1263"/>
                  </a:cubicBezTo>
                  <a:cubicBezTo>
                    <a:pt x="0" y="1930"/>
                    <a:pt x="572" y="2501"/>
                    <a:pt x="1239" y="2501"/>
                  </a:cubicBezTo>
                  <a:cubicBezTo>
                    <a:pt x="1929" y="2501"/>
                    <a:pt x="2501" y="1930"/>
                    <a:pt x="2501" y="1263"/>
                  </a:cubicBezTo>
                  <a:cubicBezTo>
                    <a:pt x="2501" y="572"/>
                    <a:pt x="1929" y="1"/>
                    <a:pt x="123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4" name="Google Shape;22424;p139"/>
            <p:cNvSpPr/>
            <p:nvPr/>
          </p:nvSpPr>
          <p:spPr>
            <a:xfrm>
              <a:off x="1957485" y="3180715"/>
              <a:ext cx="41118" cy="81390"/>
            </a:xfrm>
            <a:custGeom>
              <a:avLst/>
              <a:gdLst/>
              <a:ahLst/>
              <a:cxnLst/>
              <a:rect l="l" t="t" r="r" b="b"/>
              <a:pathLst>
                <a:path w="1264" h="2502" extrusionOk="0">
                  <a:moveTo>
                    <a:pt x="1" y="1"/>
                  </a:moveTo>
                  <a:lnTo>
                    <a:pt x="1" y="2501"/>
                  </a:lnTo>
                  <a:cubicBezTo>
                    <a:pt x="692" y="2501"/>
                    <a:pt x="1239" y="1930"/>
                    <a:pt x="1239" y="1263"/>
                  </a:cubicBezTo>
                  <a:cubicBezTo>
                    <a:pt x="1263" y="572"/>
                    <a:pt x="715"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5" name="Google Shape;22425;p139"/>
            <p:cNvSpPr/>
            <p:nvPr/>
          </p:nvSpPr>
          <p:spPr>
            <a:xfrm>
              <a:off x="1938130" y="3200884"/>
              <a:ext cx="41085" cy="41085"/>
            </a:xfrm>
            <a:custGeom>
              <a:avLst/>
              <a:gdLst/>
              <a:ahLst/>
              <a:cxnLst/>
              <a:rect l="l" t="t" r="r" b="b"/>
              <a:pathLst>
                <a:path w="1263" h="1263" extrusionOk="0">
                  <a:moveTo>
                    <a:pt x="620" y="0"/>
                  </a:moveTo>
                  <a:cubicBezTo>
                    <a:pt x="262" y="0"/>
                    <a:pt x="1" y="262"/>
                    <a:pt x="1" y="619"/>
                  </a:cubicBezTo>
                  <a:cubicBezTo>
                    <a:pt x="1" y="1000"/>
                    <a:pt x="262" y="1262"/>
                    <a:pt x="620" y="1262"/>
                  </a:cubicBezTo>
                  <a:cubicBezTo>
                    <a:pt x="953" y="1262"/>
                    <a:pt x="1263" y="953"/>
                    <a:pt x="1263" y="619"/>
                  </a:cubicBezTo>
                  <a:cubicBezTo>
                    <a:pt x="1263" y="262"/>
                    <a:pt x="977" y="0"/>
                    <a:pt x="620"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6" name="Google Shape;22426;p139"/>
            <p:cNvSpPr/>
            <p:nvPr/>
          </p:nvSpPr>
          <p:spPr>
            <a:xfrm>
              <a:off x="1957485" y="3200884"/>
              <a:ext cx="20201" cy="41085"/>
            </a:xfrm>
            <a:custGeom>
              <a:avLst/>
              <a:gdLst/>
              <a:ahLst/>
              <a:cxnLst/>
              <a:rect l="l" t="t" r="r" b="b"/>
              <a:pathLst>
                <a:path w="621" h="1263" extrusionOk="0">
                  <a:moveTo>
                    <a:pt x="1" y="0"/>
                  </a:moveTo>
                  <a:lnTo>
                    <a:pt x="1" y="1262"/>
                  </a:lnTo>
                  <a:cubicBezTo>
                    <a:pt x="358" y="1262"/>
                    <a:pt x="620" y="1000"/>
                    <a:pt x="620" y="643"/>
                  </a:cubicBezTo>
                  <a:cubicBezTo>
                    <a:pt x="620" y="286"/>
                    <a:pt x="358" y="0"/>
                    <a:pt x="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27" name="Google Shape;22427;p139"/>
          <p:cNvGrpSpPr/>
          <p:nvPr/>
        </p:nvGrpSpPr>
        <p:grpSpPr>
          <a:xfrm>
            <a:off x="2510625" y="2891006"/>
            <a:ext cx="351747" cy="342931"/>
            <a:chOff x="2510625" y="3043406"/>
            <a:chExt cx="351747" cy="342931"/>
          </a:xfrm>
        </p:grpSpPr>
        <p:sp>
          <p:nvSpPr>
            <p:cNvPr id="22428" name="Google Shape;22428;p139"/>
            <p:cNvSpPr/>
            <p:nvPr/>
          </p:nvSpPr>
          <p:spPr>
            <a:xfrm>
              <a:off x="2510625" y="3229543"/>
              <a:ext cx="169676" cy="156795"/>
            </a:xfrm>
            <a:custGeom>
              <a:avLst/>
              <a:gdLst/>
              <a:ahLst/>
              <a:cxnLst/>
              <a:rect l="l" t="t" r="r" b="b"/>
              <a:pathLst>
                <a:path w="5216" h="4820" extrusionOk="0">
                  <a:moveTo>
                    <a:pt x="3358" y="0"/>
                  </a:moveTo>
                  <a:lnTo>
                    <a:pt x="119" y="3691"/>
                  </a:lnTo>
                  <a:cubicBezTo>
                    <a:pt x="0" y="3810"/>
                    <a:pt x="24" y="4001"/>
                    <a:pt x="143" y="4120"/>
                  </a:cubicBezTo>
                  <a:cubicBezTo>
                    <a:pt x="668" y="4590"/>
                    <a:pt x="1313" y="4819"/>
                    <a:pt x="1956" y="4819"/>
                  </a:cubicBezTo>
                  <a:cubicBezTo>
                    <a:pt x="2715" y="4819"/>
                    <a:pt x="3471" y="4500"/>
                    <a:pt x="4025" y="3882"/>
                  </a:cubicBezTo>
                  <a:lnTo>
                    <a:pt x="4882" y="2906"/>
                  </a:lnTo>
                  <a:cubicBezTo>
                    <a:pt x="4930" y="2858"/>
                    <a:pt x="4978" y="2763"/>
                    <a:pt x="4978" y="2667"/>
                  </a:cubicBezTo>
                  <a:lnTo>
                    <a:pt x="4906" y="1929"/>
                  </a:lnTo>
                  <a:lnTo>
                    <a:pt x="5216" y="1596"/>
                  </a:lnTo>
                  <a:lnTo>
                    <a:pt x="3358"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9" name="Google Shape;22429;p139"/>
            <p:cNvSpPr/>
            <p:nvPr/>
          </p:nvSpPr>
          <p:spPr>
            <a:xfrm>
              <a:off x="2550898" y="3262073"/>
              <a:ext cx="129404" cy="124265"/>
            </a:xfrm>
            <a:custGeom>
              <a:avLst/>
              <a:gdLst/>
              <a:ahLst/>
              <a:cxnLst/>
              <a:rect l="l" t="t" r="r" b="b"/>
              <a:pathLst>
                <a:path w="3978" h="3820" extrusionOk="0">
                  <a:moveTo>
                    <a:pt x="3287" y="0"/>
                  </a:moveTo>
                  <a:cubicBezTo>
                    <a:pt x="3240" y="72"/>
                    <a:pt x="48" y="3668"/>
                    <a:pt x="1" y="3715"/>
                  </a:cubicBezTo>
                  <a:cubicBezTo>
                    <a:pt x="246" y="3785"/>
                    <a:pt x="493" y="3820"/>
                    <a:pt x="739" y="3820"/>
                  </a:cubicBezTo>
                  <a:cubicBezTo>
                    <a:pt x="1495" y="3820"/>
                    <a:pt x="2230" y="3493"/>
                    <a:pt x="2787" y="2882"/>
                  </a:cubicBezTo>
                  <a:lnTo>
                    <a:pt x="3644" y="1906"/>
                  </a:lnTo>
                  <a:cubicBezTo>
                    <a:pt x="3692" y="1858"/>
                    <a:pt x="3740" y="1763"/>
                    <a:pt x="3740" y="1667"/>
                  </a:cubicBezTo>
                  <a:lnTo>
                    <a:pt x="3668" y="929"/>
                  </a:lnTo>
                  <a:cubicBezTo>
                    <a:pt x="3978" y="596"/>
                    <a:pt x="3930" y="620"/>
                    <a:pt x="3978" y="596"/>
                  </a:cubicBezTo>
                  <a:lnTo>
                    <a:pt x="3287"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0" name="Google Shape;22430;p139"/>
            <p:cNvSpPr/>
            <p:nvPr/>
          </p:nvSpPr>
          <p:spPr>
            <a:xfrm>
              <a:off x="2619080" y="3043406"/>
              <a:ext cx="243292" cy="248367"/>
            </a:xfrm>
            <a:custGeom>
              <a:avLst/>
              <a:gdLst/>
              <a:ahLst/>
              <a:cxnLst/>
              <a:rect l="l" t="t" r="r" b="b"/>
              <a:pathLst>
                <a:path w="7479" h="7635" extrusionOk="0">
                  <a:moveTo>
                    <a:pt x="5743" y="1238"/>
                  </a:moveTo>
                  <a:cubicBezTo>
                    <a:pt x="5816" y="1238"/>
                    <a:pt x="5890" y="1263"/>
                    <a:pt x="5954" y="1317"/>
                  </a:cubicBezTo>
                  <a:cubicBezTo>
                    <a:pt x="6073" y="1436"/>
                    <a:pt x="6097" y="1626"/>
                    <a:pt x="5978" y="1745"/>
                  </a:cubicBezTo>
                  <a:lnTo>
                    <a:pt x="4763" y="3150"/>
                  </a:lnTo>
                  <a:cubicBezTo>
                    <a:pt x="4698" y="3216"/>
                    <a:pt x="4611" y="3252"/>
                    <a:pt x="4522" y="3252"/>
                  </a:cubicBezTo>
                  <a:cubicBezTo>
                    <a:pt x="4449" y="3252"/>
                    <a:pt x="4375" y="3228"/>
                    <a:pt x="4311" y="3174"/>
                  </a:cubicBezTo>
                  <a:cubicBezTo>
                    <a:pt x="4192" y="3055"/>
                    <a:pt x="4168" y="2888"/>
                    <a:pt x="4287" y="2745"/>
                  </a:cubicBezTo>
                  <a:lnTo>
                    <a:pt x="5502" y="1340"/>
                  </a:lnTo>
                  <a:cubicBezTo>
                    <a:pt x="5567" y="1275"/>
                    <a:pt x="5654" y="1238"/>
                    <a:pt x="5743" y="1238"/>
                  </a:cubicBezTo>
                  <a:close/>
                  <a:moveTo>
                    <a:pt x="5782" y="0"/>
                  </a:moveTo>
                  <a:cubicBezTo>
                    <a:pt x="5350" y="0"/>
                    <a:pt x="4918" y="181"/>
                    <a:pt x="4620" y="531"/>
                  </a:cubicBezTo>
                  <a:lnTo>
                    <a:pt x="0" y="5770"/>
                  </a:lnTo>
                  <a:lnTo>
                    <a:pt x="2048" y="7556"/>
                  </a:lnTo>
                  <a:cubicBezTo>
                    <a:pt x="2102" y="7610"/>
                    <a:pt x="2175" y="7634"/>
                    <a:pt x="2250" y="7634"/>
                  </a:cubicBezTo>
                  <a:cubicBezTo>
                    <a:pt x="2341" y="7634"/>
                    <a:pt x="2436" y="7598"/>
                    <a:pt x="2501" y="7532"/>
                  </a:cubicBezTo>
                  <a:lnTo>
                    <a:pt x="6907" y="2531"/>
                  </a:lnTo>
                  <a:cubicBezTo>
                    <a:pt x="7478" y="1912"/>
                    <a:pt x="7407" y="959"/>
                    <a:pt x="6788" y="388"/>
                  </a:cubicBezTo>
                  <a:cubicBezTo>
                    <a:pt x="6505" y="127"/>
                    <a:pt x="6144" y="0"/>
                    <a:pt x="578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1" name="Google Shape;22431;p139"/>
            <p:cNvSpPr/>
            <p:nvPr/>
          </p:nvSpPr>
          <p:spPr>
            <a:xfrm>
              <a:off x="2656262" y="3055995"/>
              <a:ext cx="206110" cy="236526"/>
            </a:xfrm>
            <a:custGeom>
              <a:avLst/>
              <a:gdLst/>
              <a:ahLst/>
              <a:cxnLst/>
              <a:rect l="l" t="t" r="r" b="b"/>
              <a:pathLst>
                <a:path w="6336" h="7271" extrusionOk="0">
                  <a:moveTo>
                    <a:pt x="5645" y="1"/>
                  </a:moveTo>
                  <a:lnTo>
                    <a:pt x="4811" y="953"/>
                  </a:lnTo>
                  <a:cubicBezTo>
                    <a:pt x="4930" y="1072"/>
                    <a:pt x="4954" y="1239"/>
                    <a:pt x="4835" y="1382"/>
                  </a:cubicBezTo>
                  <a:lnTo>
                    <a:pt x="3620" y="2787"/>
                  </a:lnTo>
                  <a:cubicBezTo>
                    <a:pt x="3549" y="2858"/>
                    <a:pt x="3453" y="2904"/>
                    <a:pt x="3356" y="2904"/>
                  </a:cubicBezTo>
                  <a:cubicBezTo>
                    <a:pt x="3291" y="2904"/>
                    <a:pt x="3226" y="2883"/>
                    <a:pt x="3168" y="2835"/>
                  </a:cubicBezTo>
                  <a:cubicBezTo>
                    <a:pt x="3144" y="2858"/>
                    <a:pt x="72" y="6335"/>
                    <a:pt x="1" y="6407"/>
                  </a:cubicBezTo>
                  <a:cubicBezTo>
                    <a:pt x="763" y="7050"/>
                    <a:pt x="596" y="6931"/>
                    <a:pt x="929" y="7193"/>
                  </a:cubicBezTo>
                  <a:cubicBezTo>
                    <a:pt x="983" y="7246"/>
                    <a:pt x="1056" y="7271"/>
                    <a:pt x="1131" y="7271"/>
                  </a:cubicBezTo>
                  <a:cubicBezTo>
                    <a:pt x="1222" y="7271"/>
                    <a:pt x="1316" y="7234"/>
                    <a:pt x="1382" y="7169"/>
                  </a:cubicBezTo>
                  <a:lnTo>
                    <a:pt x="5787" y="2168"/>
                  </a:lnTo>
                  <a:cubicBezTo>
                    <a:pt x="6335" y="1525"/>
                    <a:pt x="6264" y="572"/>
                    <a:pt x="5645"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32" name="Google Shape;22432;p139"/>
          <p:cNvGrpSpPr/>
          <p:nvPr/>
        </p:nvGrpSpPr>
        <p:grpSpPr>
          <a:xfrm>
            <a:off x="3284547" y="2890160"/>
            <a:ext cx="302919" cy="344265"/>
            <a:chOff x="3284547" y="3042560"/>
            <a:chExt cx="302919" cy="344265"/>
          </a:xfrm>
        </p:grpSpPr>
        <p:sp>
          <p:nvSpPr>
            <p:cNvPr id="22433" name="Google Shape;22433;p139"/>
            <p:cNvSpPr/>
            <p:nvPr/>
          </p:nvSpPr>
          <p:spPr>
            <a:xfrm>
              <a:off x="3393750" y="3042560"/>
              <a:ext cx="182884" cy="145962"/>
            </a:xfrm>
            <a:custGeom>
              <a:avLst/>
              <a:gdLst/>
              <a:ahLst/>
              <a:cxnLst/>
              <a:rect l="l" t="t" r="r" b="b"/>
              <a:pathLst>
                <a:path w="5622" h="4487" extrusionOk="0">
                  <a:moveTo>
                    <a:pt x="3758" y="1"/>
                  </a:moveTo>
                  <a:cubicBezTo>
                    <a:pt x="2912" y="1"/>
                    <a:pt x="2137" y="709"/>
                    <a:pt x="2192" y="1652"/>
                  </a:cubicBezTo>
                  <a:lnTo>
                    <a:pt x="1" y="4486"/>
                  </a:lnTo>
                  <a:lnTo>
                    <a:pt x="3668" y="4486"/>
                  </a:lnTo>
                  <a:lnTo>
                    <a:pt x="4383" y="2962"/>
                  </a:lnTo>
                  <a:cubicBezTo>
                    <a:pt x="5502" y="2462"/>
                    <a:pt x="5621" y="890"/>
                    <a:pt x="4550" y="223"/>
                  </a:cubicBezTo>
                  <a:cubicBezTo>
                    <a:pt x="4294" y="70"/>
                    <a:pt x="4022" y="1"/>
                    <a:pt x="375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4" name="Google Shape;22434;p139"/>
            <p:cNvSpPr/>
            <p:nvPr/>
          </p:nvSpPr>
          <p:spPr>
            <a:xfrm>
              <a:off x="3455752" y="3049814"/>
              <a:ext cx="120881" cy="138708"/>
            </a:xfrm>
            <a:custGeom>
              <a:avLst/>
              <a:gdLst/>
              <a:ahLst/>
              <a:cxnLst/>
              <a:rect l="l" t="t" r="r" b="b"/>
              <a:pathLst>
                <a:path w="3716" h="4264" extrusionOk="0">
                  <a:moveTo>
                    <a:pt x="2644" y="0"/>
                  </a:moveTo>
                  <a:lnTo>
                    <a:pt x="0" y="4263"/>
                  </a:lnTo>
                  <a:lnTo>
                    <a:pt x="1715" y="4263"/>
                  </a:lnTo>
                  <a:lnTo>
                    <a:pt x="2429" y="2739"/>
                  </a:lnTo>
                  <a:cubicBezTo>
                    <a:pt x="3596" y="2239"/>
                    <a:pt x="3715" y="667"/>
                    <a:pt x="264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5" name="Google Shape;22435;p139"/>
            <p:cNvSpPr/>
            <p:nvPr/>
          </p:nvSpPr>
          <p:spPr>
            <a:xfrm>
              <a:off x="3284547" y="3184586"/>
              <a:ext cx="302919" cy="144140"/>
            </a:xfrm>
            <a:custGeom>
              <a:avLst/>
              <a:gdLst/>
              <a:ahLst/>
              <a:cxnLst/>
              <a:rect l="l" t="t" r="r" b="b"/>
              <a:pathLst>
                <a:path w="9312" h="4431" extrusionOk="0">
                  <a:moveTo>
                    <a:pt x="286" y="1"/>
                  </a:moveTo>
                  <a:cubicBezTo>
                    <a:pt x="119" y="1"/>
                    <a:pt x="0" y="144"/>
                    <a:pt x="0" y="311"/>
                  </a:cubicBezTo>
                  <a:lnTo>
                    <a:pt x="0" y="1763"/>
                  </a:lnTo>
                  <a:cubicBezTo>
                    <a:pt x="0" y="2882"/>
                    <a:pt x="595" y="3883"/>
                    <a:pt x="1453" y="4430"/>
                  </a:cubicBezTo>
                  <a:lnTo>
                    <a:pt x="7859" y="4430"/>
                  </a:lnTo>
                  <a:cubicBezTo>
                    <a:pt x="8740" y="3883"/>
                    <a:pt x="9312" y="2859"/>
                    <a:pt x="9312" y="1763"/>
                  </a:cubicBezTo>
                  <a:lnTo>
                    <a:pt x="9312" y="311"/>
                  </a:lnTo>
                  <a:cubicBezTo>
                    <a:pt x="9288" y="144"/>
                    <a:pt x="9121" y="1"/>
                    <a:pt x="8978"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6" name="Google Shape;22436;p139"/>
            <p:cNvSpPr/>
            <p:nvPr/>
          </p:nvSpPr>
          <p:spPr>
            <a:xfrm>
              <a:off x="3434835" y="3184586"/>
              <a:ext cx="151850" cy="145702"/>
            </a:xfrm>
            <a:custGeom>
              <a:avLst/>
              <a:gdLst/>
              <a:ahLst/>
              <a:cxnLst/>
              <a:rect l="l" t="t" r="r" b="b"/>
              <a:pathLst>
                <a:path w="4668" h="4479" extrusionOk="0">
                  <a:moveTo>
                    <a:pt x="0" y="1"/>
                  </a:moveTo>
                  <a:lnTo>
                    <a:pt x="0" y="4478"/>
                  </a:lnTo>
                  <a:lnTo>
                    <a:pt x="3191" y="4478"/>
                  </a:lnTo>
                  <a:cubicBezTo>
                    <a:pt x="4096" y="3907"/>
                    <a:pt x="4644" y="2882"/>
                    <a:pt x="4644" y="1787"/>
                  </a:cubicBezTo>
                  <a:lnTo>
                    <a:pt x="4644" y="334"/>
                  </a:lnTo>
                  <a:cubicBezTo>
                    <a:pt x="4668" y="144"/>
                    <a:pt x="4501" y="1"/>
                    <a:pt x="4358"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7" name="Google Shape;22437;p139"/>
            <p:cNvSpPr/>
            <p:nvPr/>
          </p:nvSpPr>
          <p:spPr>
            <a:xfrm>
              <a:off x="3304683" y="3327133"/>
              <a:ext cx="261086" cy="59693"/>
            </a:xfrm>
            <a:custGeom>
              <a:avLst/>
              <a:gdLst/>
              <a:ahLst/>
              <a:cxnLst/>
              <a:rect l="l" t="t" r="r" b="b"/>
              <a:pathLst>
                <a:path w="8026" h="1835" extrusionOk="0">
                  <a:moveTo>
                    <a:pt x="286" y="1"/>
                  </a:moveTo>
                  <a:cubicBezTo>
                    <a:pt x="143" y="1"/>
                    <a:pt x="0" y="120"/>
                    <a:pt x="0" y="287"/>
                  </a:cubicBezTo>
                  <a:lnTo>
                    <a:pt x="0" y="1549"/>
                  </a:lnTo>
                  <a:cubicBezTo>
                    <a:pt x="0" y="1692"/>
                    <a:pt x="119" y="1835"/>
                    <a:pt x="286" y="1835"/>
                  </a:cubicBezTo>
                  <a:lnTo>
                    <a:pt x="7740" y="1835"/>
                  </a:lnTo>
                  <a:cubicBezTo>
                    <a:pt x="7907" y="1835"/>
                    <a:pt x="8026" y="1692"/>
                    <a:pt x="8026" y="1549"/>
                  </a:cubicBezTo>
                  <a:lnTo>
                    <a:pt x="8026" y="287"/>
                  </a:lnTo>
                  <a:cubicBezTo>
                    <a:pt x="8026" y="144"/>
                    <a:pt x="7907" y="1"/>
                    <a:pt x="7740" y="1"/>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8" name="Google Shape;22438;p139"/>
            <p:cNvSpPr/>
            <p:nvPr/>
          </p:nvSpPr>
          <p:spPr>
            <a:xfrm>
              <a:off x="3435583" y="3326352"/>
              <a:ext cx="130185" cy="60473"/>
            </a:xfrm>
            <a:custGeom>
              <a:avLst/>
              <a:gdLst/>
              <a:ahLst/>
              <a:cxnLst/>
              <a:rect l="l" t="t" r="r" b="b"/>
              <a:pathLst>
                <a:path w="4002" h="1859" extrusionOk="0">
                  <a:moveTo>
                    <a:pt x="1" y="1"/>
                  </a:moveTo>
                  <a:lnTo>
                    <a:pt x="1" y="1859"/>
                  </a:lnTo>
                  <a:lnTo>
                    <a:pt x="3716" y="1859"/>
                  </a:lnTo>
                  <a:cubicBezTo>
                    <a:pt x="3883" y="1859"/>
                    <a:pt x="4002" y="1716"/>
                    <a:pt x="4002" y="1573"/>
                  </a:cubicBezTo>
                  <a:lnTo>
                    <a:pt x="4002" y="311"/>
                  </a:lnTo>
                  <a:cubicBezTo>
                    <a:pt x="4002" y="144"/>
                    <a:pt x="3883" y="1"/>
                    <a:pt x="371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39" name="Google Shape;22439;p139"/>
          <p:cNvGrpSpPr/>
          <p:nvPr/>
        </p:nvGrpSpPr>
        <p:grpSpPr>
          <a:xfrm>
            <a:off x="4039861" y="2889770"/>
            <a:ext cx="302919" cy="346217"/>
            <a:chOff x="4039861" y="3042170"/>
            <a:chExt cx="302919" cy="346217"/>
          </a:xfrm>
        </p:grpSpPr>
        <p:sp>
          <p:nvSpPr>
            <p:cNvPr id="22440" name="Google Shape;22440;p139"/>
            <p:cNvSpPr/>
            <p:nvPr/>
          </p:nvSpPr>
          <p:spPr>
            <a:xfrm>
              <a:off x="4039861" y="3212497"/>
              <a:ext cx="302919" cy="174328"/>
            </a:xfrm>
            <a:custGeom>
              <a:avLst/>
              <a:gdLst/>
              <a:ahLst/>
              <a:cxnLst/>
              <a:rect l="l" t="t" r="r" b="b"/>
              <a:pathLst>
                <a:path w="9312" h="5359" extrusionOk="0">
                  <a:moveTo>
                    <a:pt x="191" y="0"/>
                  </a:moveTo>
                  <a:lnTo>
                    <a:pt x="0" y="96"/>
                  </a:lnTo>
                  <a:lnTo>
                    <a:pt x="0" y="715"/>
                  </a:lnTo>
                  <a:cubicBezTo>
                    <a:pt x="0" y="3287"/>
                    <a:pt x="2072" y="5359"/>
                    <a:pt x="4668" y="5359"/>
                  </a:cubicBezTo>
                  <a:cubicBezTo>
                    <a:pt x="7216" y="5359"/>
                    <a:pt x="9312" y="3287"/>
                    <a:pt x="9312" y="715"/>
                  </a:cubicBezTo>
                  <a:lnTo>
                    <a:pt x="9312" y="96"/>
                  </a:lnTo>
                  <a:lnTo>
                    <a:pt x="9240" y="0"/>
                  </a:lnTo>
                  <a:lnTo>
                    <a:pt x="6906" y="0"/>
                  </a:lnTo>
                  <a:lnTo>
                    <a:pt x="6811" y="96"/>
                  </a:lnTo>
                  <a:lnTo>
                    <a:pt x="6811" y="715"/>
                  </a:lnTo>
                  <a:cubicBezTo>
                    <a:pt x="6811" y="1905"/>
                    <a:pt x="5835" y="2906"/>
                    <a:pt x="4644" y="2906"/>
                  </a:cubicBezTo>
                  <a:cubicBezTo>
                    <a:pt x="3453" y="2906"/>
                    <a:pt x="2453" y="1905"/>
                    <a:pt x="2453" y="715"/>
                  </a:cubicBezTo>
                  <a:lnTo>
                    <a:pt x="2453" y="96"/>
                  </a:lnTo>
                  <a:lnTo>
                    <a:pt x="2263"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1" name="Google Shape;22441;p139"/>
            <p:cNvSpPr/>
            <p:nvPr/>
          </p:nvSpPr>
          <p:spPr>
            <a:xfrm>
              <a:off x="4127399" y="3042658"/>
              <a:ext cx="127062" cy="161674"/>
            </a:xfrm>
            <a:custGeom>
              <a:avLst/>
              <a:gdLst/>
              <a:ahLst/>
              <a:cxnLst/>
              <a:rect l="l" t="t" r="r" b="b"/>
              <a:pathLst>
                <a:path w="3906" h="4970" extrusionOk="0">
                  <a:moveTo>
                    <a:pt x="2894" y="0"/>
                  </a:moveTo>
                  <a:cubicBezTo>
                    <a:pt x="2824" y="0"/>
                    <a:pt x="2752" y="24"/>
                    <a:pt x="2691" y="77"/>
                  </a:cubicBezTo>
                  <a:lnTo>
                    <a:pt x="215" y="2268"/>
                  </a:lnTo>
                  <a:cubicBezTo>
                    <a:pt x="0" y="2459"/>
                    <a:pt x="119" y="2816"/>
                    <a:pt x="429" y="2816"/>
                  </a:cubicBezTo>
                  <a:lnTo>
                    <a:pt x="1000" y="2816"/>
                  </a:lnTo>
                  <a:lnTo>
                    <a:pt x="715" y="4626"/>
                  </a:lnTo>
                  <a:cubicBezTo>
                    <a:pt x="681" y="4827"/>
                    <a:pt x="848" y="4969"/>
                    <a:pt x="1025" y="4969"/>
                  </a:cubicBezTo>
                  <a:cubicBezTo>
                    <a:pt x="1099" y="4969"/>
                    <a:pt x="1175" y="4944"/>
                    <a:pt x="1239" y="4888"/>
                  </a:cubicBezTo>
                  <a:lnTo>
                    <a:pt x="3692" y="2721"/>
                  </a:lnTo>
                  <a:cubicBezTo>
                    <a:pt x="3906" y="2554"/>
                    <a:pt x="3787" y="2197"/>
                    <a:pt x="3501" y="2197"/>
                  </a:cubicBezTo>
                  <a:lnTo>
                    <a:pt x="2929" y="2197"/>
                  </a:lnTo>
                  <a:lnTo>
                    <a:pt x="3191" y="339"/>
                  </a:lnTo>
                  <a:cubicBezTo>
                    <a:pt x="3243" y="151"/>
                    <a:pt x="3073" y="0"/>
                    <a:pt x="289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2" name="Google Shape;22442;p139"/>
            <p:cNvSpPr/>
            <p:nvPr/>
          </p:nvSpPr>
          <p:spPr>
            <a:xfrm>
              <a:off x="4039861" y="3145095"/>
              <a:ext cx="79829" cy="70525"/>
            </a:xfrm>
            <a:custGeom>
              <a:avLst/>
              <a:gdLst/>
              <a:ahLst/>
              <a:cxnLst/>
              <a:rect l="l" t="t" r="r" b="b"/>
              <a:pathLst>
                <a:path w="2454" h="2168" extrusionOk="0">
                  <a:moveTo>
                    <a:pt x="286" y="0"/>
                  </a:moveTo>
                  <a:cubicBezTo>
                    <a:pt x="119" y="0"/>
                    <a:pt x="0" y="143"/>
                    <a:pt x="0" y="286"/>
                  </a:cubicBezTo>
                  <a:lnTo>
                    <a:pt x="0" y="2168"/>
                  </a:lnTo>
                  <a:lnTo>
                    <a:pt x="2453" y="2168"/>
                  </a:lnTo>
                  <a:lnTo>
                    <a:pt x="2453" y="286"/>
                  </a:lnTo>
                  <a:cubicBezTo>
                    <a:pt x="2453" y="119"/>
                    <a:pt x="2310" y="0"/>
                    <a:pt x="2167"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3" name="Google Shape;22443;p139"/>
            <p:cNvSpPr/>
            <p:nvPr/>
          </p:nvSpPr>
          <p:spPr>
            <a:xfrm>
              <a:off x="4190930" y="3213278"/>
              <a:ext cx="151069" cy="175109"/>
            </a:xfrm>
            <a:custGeom>
              <a:avLst/>
              <a:gdLst/>
              <a:ahLst/>
              <a:cxnLst/>
              <a:rect l="l" t="t" r="r" b="b"/>
              <a:pathLst>
                <a:path w="4644" h="5383" extrusionOk="0">
                  <a:moveTo>
                    <a:pt x="2215" y="0"/>
                  </a:moveTo>
                  <a:lnTo>
                    <a:pt x="2167" y="72"/>
                  </a:lnTo>
                  <a:lnTo>
                    <a:pt x="2167" y="691"/>
                  </a:lnTo>
                  <a:cubicBezTo>
                    <a:pt x="2167" y="1881"/>
                    <a:pt x="1191" y="2882"/>
                    <a:pt x="0" y="2882"/>
                  </a:cubicBezTo>
                  <a:lnTo>
                    <a:pt x="0" y="5382"/>
                  </a:lnTo>
                  <a:cubicBezTo>
                    <a:pt x="2548" y="5382"/>
                    <a:pt x="4644" y="3286"/>
                    <a:pt x="4644" y="738"/>
                  </a:cubicBezTo>
                  <a:lnTo>
                    <a:pt x="4644" y="95"/>
                  </a:lnTo>
                  <a:lnTo>
                    <a:pt x="45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4" name="Google Shape;22444;p139"/>
            <p:cNvSpPr/>
            <p:nvPr/>
          </p:nvSpPr>
          <p:spPr>
            <a:xfrm>
              <a:off x="4191678" y="3042170"/>
              <a:ext cx="62783" cy="139359"/>
            </a:xfrm>
            <a:custGeom>
              <a:avLst/>
              <a:gdLst/>
              <a:ahLst/>
              <a:cxnLst/>
              <a:rect l="l" t="t" r="r" b="b"/>
              <a:pathLst>
                <a:path w="1930" h="4284" extrusionOk="0">
                  <a:moveTo>
                    <a:pt x="922" y="0"/>
                  </a:moveTo>
                  <a:cubicBezTo>
                    <a:pt x="852" y="0"/>
                    <a:pt x="779" y="28"/>
                    <a:pt x="715" y="92"/>
                  </a:cubicBezTo>
                  <a:lnTo>
                    <a:pt x="1" y="759"/>
                  </a:lnTo>
                  <a:lnTo>
                    <a:pt x="1" y="4284"/>
                  </a:lnTo>
                  <a:lnTo>
                    <a:pt x="1763" y="2736"/>
                  </a:lnTo>
                  <a:cubicBezTo>
                    <a:pt x="1930" y="2569"/>
                    <a:pt x="1811" y="2212"/>
                    <a:pt x="1525" y="2212"/>
                  </a:cubicBezTo>
                  <a:lnTo>
                    <a:pt x="953" y="2212"/>
                  </a:lnTo>
                  <a:lnTo>
                    <a:pt x="1215" y="354"/>
                  </a:lnTo>
                  <a:cubicBezTo>
                    <a:pt x="1232" y="154"/>
                    <a:pt x="1085" y="0"/>
                    <a:pt x="92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5" name="Google Shape;22445;p139"/>
            <p:cNvSpPr/>
            <p:nvPr/>
          </p:nvSpPr>
          <p:spPr>
            <a:xfrm>
              <a:off x="4261423" y="3145095"/>
              <a:ext cx="80577" cy="70525"/>
            </a:xfrm>
            <a:custGeom>
              <a:avLst/>
              <a:gdLst/>
              <a:ahLst/>
              <a:cxnLst/>
              <a:rect l="l" t="t" r="r" b="b"/>
              <a:pathLst>
                <a:path w="2477" h="2168" extrusionOk="0">
                  <a:moveTo>
                    <a:pt x="286" y="0"/>
                  </a:moveTo>
                  <a:cubicBezTo>
                    <a:pt x="119" y="0"/>
                    <a:pt x="0" y="143"/>
                    <a:pt x="0" y="286"/>
                  </a:cubicBezTo>
                  <a:lnTo>
                    <a:pt x="0" y="2168"/>
                  </a:lnTo>
                  <a:lnTo>
                    <a:pt x="2477" y="2168"/>
                  </a:lnTo>
                  <a:lnTo>
                    <a:pt x="2477" y="286"/>
                  </a:lnTo>
                  <a:cubicBezTo>
                    <a:pt x="2477" y="119"/>
                    <a:pt x="2358" y="0"/>
                    <a:pt x="21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46" name="Google Shape;22446;p139"/>
          <p:cNvGrpSpPr/>
          <p:nvPr/>
        </p:nvGrpSpPr>
        <p:grpSpPr>
          <a:xfrm>
            <a:off x="4822272" y="2889672"/>
            <a:ext cx="232459" cy="344753"/>
            <a:chOff x="4822272" y="3042072"/>
            <a:chExt cx="232459" cy="344753"/>
          </a:xfrm>
        </p:grpSpPr>
        <p:sp>
          <p:nvSpPr>
            <p:cNvPr id="22447" name="Google Shape;22447;p139"/>
            <p:cNvSpPr/>
            <p:nvPr/>
          </p:nvSpPr>
          <p:spPr>
            <a:xfrm>
              <a:off x="4822272" y="3042072"/>
              <a:ext cx="232459" cy="232427"/>
            </a:xfrm>
            <a:custGeom>
              <a:avLst/>
              <a:gdLst/>
              <a:ahLst/>
              <a:cxnLst/>
              <a:rect l="l" t="t" r="r" b="b"/>
              <a:pathLst>
                <a:path w="7146" h="7145" extrusionOk="0">
                  <a:moveTo>
                    <a:pt x="3573" y="0"/>
                  </a:moveTo>
                  <a:cubicBezTo>
                    <a:pt x="1596" y="0"/>
                    <a:pt x="1" y="1619"/>
                    <a:pt x="1" y="3572"/>
                  </a:cubicBezTo>
                  <a:cubicBezTo>
                    <a:pt x="1" y="5430"/>
                    <a:pt x="1454" y="7144"/>
                    <a:pt x="3597" y="7144"/>
                  </a:cubicBezTo>
                  <a:cubicBezTo>
                    <a:pt x="5526" y="7144"/>
                    <a:pt x="7145" y="5549"/>
                    <a:pt x="7145" y="3572"/>
                  </a:cubicBezTo>
                  <a:cubicBezTo>
                    <a:pt x="7145" y="1619"/>
                    <a:pt x="5526" y="0"/>
                    <a:pt x="357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8" name="Google Shape;22448;p139"/>
            <p:cNvSpPr/>
            <p:nvPr/>
          </p:nvSpPr>
          <p:spPr>
            <a:xfrm>
              <a:off x="4936941" y="3042072"/>
              <a:ext cx="117791" cy="232459"/>
            </a:xfrm>
            <a:custGeom>
              <a:avLst/>
              <a:gdLst/>
              <a:ahLst/>
              <a:cxnLst/>
              <a:rect l="l" t="t" r="r" b="b"/>
              <a:pathLst>
                <a:path w="3621" h="7146" extrusionOk="0">
                  <a:moveTo>
                    <a:pt x="0" y="0"/>
                  </a:moveTo>
                  <a:lnTo>
                    <a:pt x="0" y="7144"/>
                  </a:lnTo>
                  <a:cubicBezTo>
                    <a:pt x="28" y="7145"/>
                    <a:pt x="55" y="7145"/>
                    <a:pt x="83" y="7145"/>
                  </a:cubicBezTo>
                  <a:cubicBezTo>
                    <a:pt x="1931" y="7145"/>
                    <a:pt x="3573" y="5567"/>
                    <a:pt x="3573" y="3572"/>
                  </a:cubicBezTo>
                  <a:cubicBezTo>
                    <a:pt x="3620" y="1619"/>
                    <a:pt x="2001" y="0"/>
                    <a:pt x="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9" name="Google Shape;22449;p139"/>
            <p:cNvSpPr/>
            <p:nvPr/>
          </p:nvSpPr>
          <p:spPr>
            <a:xfrm>
              <a:off x="4885023" y="3140671"/>
              <a:ext cx="105397" cy="108260"/>
            </a:xfrm>
            <a:custGeom>
              <a:avLst/>
              <a:gdLst/>
              <a:ahLst/>
              <a:cxnLst/>
              <a:rect l="l" t="t" r="r" b="b"/>
              <a:pathLst>
                <a:path w="3240" h="3328" extrusionOk="0">
                  <a:moveTo>
                    <a:pt x="374" y="0"/>
                  </a:moveTo>
                  <a:cubicBezTo>
                    <a:pt x="199" y="0"/>
                    <a:pt x="48" y="143"/>
                    <a:pt x="48" y="303"/>
                  </a:cubicBezTo>
                  <a:cubicBezTo>
                    <a:pt x="48" y="494"/>
                    <a:pt x="1" y="136"/>
                    <a:pt x="620" y="3328"/>
                  </a:cubicBezTo>
                  <a:lnTo>
                    <a:pt x="1239" y="3328"/>
                  </a:lnTo>
                  <a:lnTo>
                    <a:pt x="739" y="756"/>
                  </a:lnTo>
                  <a:lnTo>
                    <a:pt x="739" y="756"/>
                  </a:lnTo>
                  <a:cubicBezTo>
                    <a:pt x="867" y="805"/>
                    <a:pt x="922" y="834"/>
                    <a:pt x="989" y="834"/>
                  </a:cubicBezTo>
                  <a:cubicBezTo>
                    <a:pt x="1085" y="834"/>
                    <a:pt x="1206" y="776"/>
                    <a:pt x="1596" y="637"/>
                  </a:cubicBezTo>
                  <a:cubicBezTo>
                    <a:pt x="2025" y="765"/>
                    <a:pt x="2154" y="817"/>
                    <a:pt x="2250" y="817"/>
                  </a:cubicBezTo>
                  <a:cubicBezTo>
                    <a:pt x="2314" y="817"/>
                    <a:pt x="2363" y="794"/>
                    <a:pt x="2478" y="756"/>
                  </a:cubicBezTo>
                  <a:lnTo>
                    <a:pt x="2478" y="756"/>
                  </a:lnTo>
                  <a:lnTo>
                    <a:pt x="1954" y="3328"/>
                  </a:lnTo>
                  <a:lnTo>
                    <a:pt x="2597" y="3328"/>
                  </a:lnTo>
                  <a:cubicBezTo>
                    <a:pt x="3240" y="113"/>
                    <a:pt x="3192" y="494"/>
                    <a:pt x="3216" y="303"/>
                  </a:cubicBezTo>
                  <a:cubicBezTo>
                    <a:pt x="3216" y="143"/>
                    <a:pt x="3065" y="0"/>
                    <a:pt x="2890" y="0"/>
                  </a:cubicBezTo>
                  <a:cubicBezTo>
                    <a:pt x="2856" y="0"/>
                    <a:pt x="2822" y="6"/>
                    <a:pt x="2787" y="17"/>
                  </a:cubicBezTo>
                  <a:lnTo>
                    <a:pt x="2263" y="184"/>
                  </a:lnTo>
                  <a:lnTo>
                    <a:pt x="1715" y="17"/>
                  </a:lnTo>
                  <a:cubicBezTo>
                    <a:pt x="1691" y="12"/>
                    <a:pt x="1670" y="10"/>
                    <a:pt x="1648" y="10"/>
                  </a:cubicBezTo>
                  <a:cubicBezTo>
                    <a:pt x="1563" y="10"/>
                    <a:pt x="1454" y="52"/>
                    <a:pt x="1001" y="184"/>
                  </a:cubicBezTo>
                  <a:lnTo>
                    <a:pt x="477" y="17"/>
                  </a:lnTo>
                  <a:cubicBezTo>
                    <a:pt x="442" y="6"/>
                    <a:pt x="408" y="0"/>
                    <a:pt x="37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0" name="Google Shape;22450;p139"/>
            <p:cNvSpPr/>
            <p:nvPr/>
          </p:nvSpPr>
          <p:spPr>
            <a:xfrm>
              <a:off x="4936941" y="3140671"/>
              <a:ext cx="53479" cy="108260"/>
            </a:xfrm>
            <a:custGeom>
              <a:avLst/>
              <a:gdLst/>
              <a:ahLst/>
              <a:cxnLst/>
              <a:rect l="l" t="t" r="r" b="b"/>
              <a:pathLst>
                <a:path w="1644" h="3328" extrusionOk="0">
                  <a:moveTo>
                    <a:pt x="1270" y="0"/>
                  </a:moveTo>
                  <a:cubicBezTo>
                    <a:pt x="1237" y="0"/>
                    <a:pt x="1202" y="6"/>
                    <a:pt x="1167" y="17"/>
                  </a:cubicBezTo>
                  <a:lnTo>
                    <a:pt x="643" y="184"/>
                  </a:lnTo>
                  <a:cubicBezTo>
                    <a:pt x="72" y="17"/>
                    <a:pt x="72" y="17"/>
                    <a:pt x="0" y="17"/>
                  </a:cubicBezTo>
                  <a:lnTo>
                    <a:pt x="0" y="637"/>
                  </a:lnTo>
                  <a:cubicBezTo>
                    <a:pt x="429" y="765"/>
                    <a:pt x="558" y="817"/>
                    <a:pt x="654" y="817"/>
                  </a:cubicBezTo>
                  <a:cubicBezTo>
                    <a:pt x="718" y="817"/>
                    <a:pt x="767" y="794"/>
                    <a:pt x="882" y="756"/>
                  </a:cubicBezTo>
                  <a:lnTo>
                    <a:pt x="882" y="756"/>
                  </a:lnTo>
                  <a:lnTo>
                    <a:pt x="358" y="3328"/>
                  </a:lnTo>
                  <a:lnTo>
                    <a:pt x="1001" y="3328"/>
                  </a:lnTo>
                  <a:cubicBezTo>
                    <a:pt x="1644" y="113"/>
                    <a:pt x="1548" y="494"/>
                    <a:pt x="1596" y="303"/>
                  </a:cubicBezTo>
                  <a:cubicBezTo>
                    <a:pt x="1596" y="143"/>
                    <a:pt x="1445" y="0"/>
                    <a:pt x="12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1" name="Google Shape;22451;p139"/>
            <p:cNvSpPr/>
            <p:nvPr/>
          </p:nvSpPr>
          <p:spPr>
            <a:xfrm>
              <a:off x="4867229" y="3245808"/>
              <a:ext cx="141018" cy="141018"/>
            </a:xfrm>
            <a:custGeom>
              <a:avLst/>
              <a:gdLst/>
              <a:ahLst/>
              <a:cxnLst/>
              <a:rect l="l" t="t" r="r" b="b"/>
              <a:pathLst>
                <a:path w="4335" h="4335" extrusionOk="0">
                  <a:moveTo>
                    <a:pt x="310" y="0"/>
                  </a:moveTo>
                  <a:cubicBezTo>
                    <a:pt x="167" y="0"/>
                    <a:pt x="0" y="119"/>
                    <a:pt x="0" y="286"/>
                  </a:cubicBezTo>
                  <a:lnTo>
                    <a:pt x="0" y="3406"/>
                  </a:lnTo>
                  <a:cubicBezTo>
                    <a:pt x="0" y="3477"/>
                    <a:pt x="48" y="3572"/>
                    <a:pt x="95" y="3620"/>
                  </a:cubicBezTo>
                  <a:lnTo>
                    <a:pt x="715" y="4263"/>
                  </a:lnTo>
                  <a:cubicBezTo>
                    <a:pt x="786" y="4311"/>
                    <a:pt x="834" y="4335"/>
                    <a:pt x="929" y="4335"/>
                  </a:cubicBezTo>
                  <a:lnTo>
                    <a:pt x="3406" y="4335"/>
                  </a:lnTo>
                  <a:cubicBezTo>
                    <a:pt x="3501" y="4335"/>
                    <a:pt x="3548" y="4311"/>
                    <a:pt x="3620" y="4263"/>
                  </a:cubicBezTo>
                  <a:lnTo>
                    <a:pt x="4239" y="3620"/>
                  </a:lnTo>
                  <a:cubicBezTo>
                    <a:pt x="4287" y="3572"/>
                    <a:pt x="4334" y="3501"/>
                    <a:pt x="4334" y="3406"/>
                  </a:cubicBezTo>
                  <a:lnTo>
                    <a:pt x="4334" y="286"/>
                  </a:lnTo>
                  <a:cubicBezTo>
                    <a:pt x="4334" y="143"/>
                    <a:pt x="4215" y="0"/>
                    <a:pt x="4025"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2" name="Google Shape;22452;p139"/>
            <p:cNvSpPr/>
            <p:nvPr/>
          </p:nvSpPr>
          <p:spPr>
            <a:xfrm>
              <a:off x="4936941" y="3245027"/>
              <a:ext cx="71306" cy="141798"/>
            </a:xfrm>
            <a:custGeom>
              <a:avLst/>
              <a:gdLst/>
              <a:ahLst/>
              <a:cxnLst/>
              <a:rect l="l" t="t" r="r" b="b"/>
              <a:pathLst>
                <a:path w="2192" h="4359" extrusionOk="0">
                  <a:moveTo>
                    <a:pt x="0" y="0"/>
                  </a:moveTo>
                  <a:lnTo>
                    <a:pt x="0" y="4359"/>
                  </a:lnTo>
                  <a:lnTo>
                    <a:pt x="1263" y="4359"/>
                  </a:lnTo>
                  <a:cubicBezTo>
                    <a:pt x="1358" y="4359"/>
                    <a:pt x="1405" y="4335"/>
                    <a:pt x="1477" y="4287"/>
                  </a:cubicBezTo>
                  <a:lnTo>
                    <a:pt x="2096" y="3644"/>
                  </a:lnTo>
                  <a:cubicBezTo>
                    <a:pt x="2144" y="3596"/>
                    <a:pt x="2191" y="3501"/>
                    <a:pt x="2191" y="3430"/>
                  </a:cubicBezTo>
                  <a:lnTo>
                    <a:pt x="2191" y="310"/>
                  </a:lnTo>
                  <a:cubicBezTo>
                    <a:pt x="2191" y="143"/>
                    <a:pt x="2048" y="0"/>
                    <a:pt x="1882"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3" name="Google Shape;22453;p139"/>
            <p:cNvSpPr/>
            <p:nvPr/>
          </p:nvSpPr>
          <p:spPr>
            <a:xfrm>
              <a:off x="4855583" y="3285299"/>
              <a:ext cx="164276" cy="20169"/>
            </a:xfrm>
            <a:custGeom>
              <a:avLst/>
              <a:gdLst/>
              <a:ahLst/>
              <a:cxnLst/>
              <a:rect l="l" t="t" r="r" b="b"/>
              <a:pathLst>
                <a:path w="5050" h="620" extrusionOk="0">
                  <a:moveTo>
                    <a:pt x="334" y="1"/>
                  </a:moveTo>
                  <a:cubicBezTo>
                    <a:pt x="144" y="1"/>
                    <a:pt x="1" y="191"/>
                    <a:pt x="25" y="358"/>
                  </a:cubicBezTo>
                  <a:cubicBezTo>
                    <a:pt x="72" y="501"/>
                    <a:pt x="215" y="620"/>
                    <a:pt x="358" y="620"/>
                  </a:cubicBezTo>
                  <a:lnTo>
                    <a:pt x="4716" y="620"/>
                  </a:lnTo>
                  <a:cubicBezTo>
                    <a:pt x="4883" y="620"/>
                    <a:pt x="5050" y="453"/>
                    <a:pt x="5002" y="263"/>
                  </a:cubicBezTo>
                  <a:cubicBezTo>
                    <a:pt x="4978" y="120"/>
                    <a:pt x="4835" y="1"/>
                    <a:pt x="4669"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4" name="Google Shape;22454;p139"/>
            <p:cNvSpPr/>
            <p:nvPr/>
          </p:nvSpPr>
          <p:spPr>
            <a:xfrm>
              <a:off x="4938502" y="3285299"/>
              <a:ext cx="81358" cy="20169"/>
            </a:xfrm>
            <a:custGeom>
              <a:avLst/>
              <a:gdLst/>
              <a:ahLst/>
              <a:cxnLst/>
              <a:rect l="l" t="t" r="r" b="b"/>
              <a:pathLst>
                <a:path w="2501" h="620" extrusionOk="0">
                  <a:moveTo>
                    <a:pt x="0" y="1"/>
                  </a:moveTo>
                  <a:lnTo>
                    <a:pt x="0" y="620"/>
                  </a:lnTo>
                  <a:lnTo>
                    <a:pt x="2167" y="620"/>
                  </a:lnTo>
                  <a:cubicBezTo>
                    <a:pt x="2334" y="620"/>
                    <a:pt x="2501" y="453"/>
                    <a:pt x="2453" y="263"/>
                  </a:cubicBezTo>
                  <a:cubicBezTo>
                    <a:pt x="2429" y="120"/>
                    <a:pt x="2286" y="1"/>
                    <a:pt x="2143"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5" name="Google Shape;22455;p139"/>
            <p:cNvSpPr/>
            <p:nvPr/>
          </p:nvSpPr>
          <p:spPr>
            <a:xfrm>
              <a:off x="4855583" y="3324823"/>
              <a:ext cx="164276" cy="20949"/>
            </a:xfrm>
            <a:custGeom>
              <a:avLst/>
              <a:gdLst/>
              <a:ahLst/>
              <a:cxnLst/>
              <a:rect l="l" t="t" r="r" b="b"/>
              <a:pathLst>
                <a:path w="5050" h="644" extrusionOk="0">
                  <a:moveTo>
                    <a:pt x="334" y="0"/>
                  </a:moveTo>
                  <a:cubicBezTo>
                    <a:pt x="144" y="0"/>
                    <a:pt x="1" y="191"/>
                    <a:pt x="25" y="358"/>
                  </a:cubicBezTo>
                  <a:cubicBezTo>
                    <a:pt x="72" y="524"/>
                    <a:pt x="215" y="643"/>
                    <a:pt x="358" y="643"/>
                  </a:cubicBezTo>
                  <a:lnTo>
                    <a:pt x="4716" y="643"/>
                  </a:lnTo>
                  <a:cubicBezTo>
                    <a:pt x="4883" y="643"/>
                    <a:pt x="5050" y="477"/>
                    <a:pt x="5002" y="286"/>
                  </a:cubicBezTo>
                  <a:cubicBezTo>
                    <a:pt x="4978" y="119"/>
                    <a:pt x="4835" y="0"/>
                    <a:pt x="466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6" name="Google Shape;22456;p139"/>
            <p:cNvSpPr/>
            <p:nvPr/>
          </p:nvSpPr>
          <p:spPr>
            <a:xfrm>
              <a:off x="4936941" y="3324823"/>
              <a:ext cx="81358" cy="20949"/>
            </a:xfrm>
            <a:custGeom>
              <a:avLst/>
              <a:gdLst/>
              <a:ahLst/>
              <a:cxnLst/>
              <a:rect l="l" t="t" r="r" b="b"/>
              <a:pathLst>
                <a:path w="2501" h="644" extrusionOk="0">
                  <a:moveTo>
                    <a:pt x="0" y="0"/>
                  </a:moveTo>
                  <a:lnTo>
                    <a:pt x="0" y="643"/>
                  </a:lnTo>
                  <a:lnTo>
                    <a:pt x="2191" y="643"/>
                  </a:lnTo>
                  <a:cubicBezTo>
                    <a:pt x="2334" y="643"/>
                    <a:pt x="2477" y="548"/>
                    <a:pt x="2477" y="358"/>
                  </a:cubicBezTo>
                  <a:cubicBezTo>
                    <a:pt x="2501" y="167"/>
                    <a:pt x="2358" y="0"/>
                    <a:pt x="219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57" name="Google Shape;22457;p139"/>
          <p:cNvGrpSpPr/>
          <p:nvPr/>
        </p:nvGrpSpPr>
        <p:grpSpPr>
          <a:xfrm>
            <a:off x="5568315" y="2889672"/>
            <a:ext cx="241730" cy="344753"/>
            <a:chOff x="5568315" y="3042072"/>
            <a:chExt cx="241730" cy="344753"/>
          </a:xfrm>
        </p:grpSpPr>
        <p:sp>
          <p:nvSpPr>
            <p:cNvPr id="22458" name="Google Shape;22458;p139"/>
            <p:cNvSpPr/>
            <p:nvPr/>
          </p:nvSpPr>
          <p:spPr>
            <a:xfrm>
              <a:off x="5620981" y="3042983"/>
              <a:ext cx="123224" cy="143978"/>
            </a:xfrm>
            <a:custGeom>
              <a:avLst/>
              <a:gdLst/>
              <a:ahLst/>
              <a:cxnLst/>
              <a:rect l="l" t="t" r="r" b="b"/>
              <a:pathLst>
                <a:path w="3788" h="4426" extrusionOk="0">
                  <a:moveTo>
                    <a:pt x="1796" y="1"/>
                  </a:moveTo>
                  <a:cubicBezTo>
                    <a:pt x="1744" y="1"/>
                    <a:pt x="1691" y="14"/>
                    <a:pt x="1644" y="44"/>
                  </a:cubicBezTo>
                  <a:cubicBezTo>
                    <a:pt x="1572" y="67"/>
                    <a:pt x="1" y="1020"/>
                    <a:pt x="1" y="2639"/>
                  </a:cubicBezTo>
                  <a:cubicBezTo>
                    <a:pt x="1" y="3616"/>
                    <a:pt x="810" y="4425"/>
                    <a:pt x="1787" y="4425"/>
                  </a:cubicBezTo>
                  <a:cubicBezTo>
                    <a:pt x="2906" y="4378"/>
                    <a:pt x="3787" y="3354"/>
                    <a:pt x="3549" y="2211"/>
                  </a:cubicBezTo>
                  <a:cubicBezTo>
                    <a:pt x="3454" y="1711"/>
                    <a:pt x="3216" y="1210"/>
                    <a:pt x="2787" y="758"/>
                  </a:cubicBezTo>
                  <a:cubicBezTo>
                    <a:pt x="2743" y="685"/>
                    <a:pt x="2664" y="657"/>
                    <a:pt x="2576" y="657"/>
                  </a:cubicBezTo>
                  <a:cubicBezTo>
                    <a:pt x="2520" y="657"/>
                    <a:pt x="2461" y="668"/>
                    <a:pt x="2406" y="687"/>
                  </a:cubicBezTo>
                  <a:lnTo>
                    <a:pt x="2120" y="853"/>
                  </a:lnTo>
                  <a:lnTo>
                    <a:pt x="2120" y="306"/>
                  </a:lnTo>
                  <a:cubicBezTo>
                    <a:pt x="2120" y="126"/>
                    <a:pt x="1958" y="1"/>
                    <a:pt x="179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9" name="Google Shape;22459;p139"/>
            <p:cNvSpPr/>
            <p:nvPr/>
          </p:nvSpPr>
          <p:spPr>
            <a:xfrm>
              <a:off x="5679080" y="3042072"/>
              <a:ext cx="63564" cy="143327"/>
            </a:xfrm>
            <a:custGeom>
              <a:avLst/>
              <a:gdLst/>
              <a:ahLst/>
              <a:cxnLst/>
              <a:rect l="l" t="t" r="r" b="b"/>
              <a:pathLst>
                <a:path w="1954" h="4406" extrusionOk="0">
                  <a:moveTo>
                    <a:pt x="1" y="0"/>
                  </a:moveTo>
                  <a:lnTo>
                    <a:pt x="1" y="4406"/>
                  </a:lnTo>
                  <a:cubicBezTo>
                    <a:pt x="1120" y="4406"/>
                    <a:pt x="1953" y="3382"/>
                    <a:pt x="1691" y="2239"/>
                  </a:cubicBezTo>
                  <a:cubicBezTo>
                    <a:pt x="1596" y="1739"/>
                    <a:pt x="1358" y="1238"/>
                    <a:pt x="953" y="786"/>
                  </a:cubicBezTo>
                  <a:cubicBezTo>
                    <a:pt x="890" y="722"/>
                    <a:pt x="805" y="691"/>
                    <a:pt x="720" y="691"/>
                  </a:cubicBezTo>
                  <a:cubicBezTo>
                    <a:pt x="678" y="691"/>
                    <a:pt x="636" y="699"/>
                    <a:pt x="596" y="715"/>
                  </a:cubicBezTo>
                  <a:lnTo>
                    <a:pt x="286" y="881"/>
                  </a:lnTo>
                  <a:lnTo>
                    <a:pt x="286" y="334"/>
                  </a:lnTo>
                  <a:cubicBezTo>
                    <a:pt x="286" y="119"/>
                    <a:pt x="144" y="0"/>
                    <a:pt x="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0" name="Google Shape;22460;p139"/>
            <p:cNvSpPr/>
            <p:nvPr/>
          </p:nvSpPr>
          <p:spPr>
            <a:xfrm>
              <a:off x="5669028" y="3144314"/>
              <a:ext cx="20949" cy="63564"/>
            </a:xfrm>
            <a:custGeom>
              <a:avLst/>
              <a:gdLst/>
              <a:ahLst/>
              <a:cxnLst/>
              <a:rect l="l" t="t" r="r" b="b"/>
              <a:pathLst>
                <a:path w="644" h="1954" extrusionOk="0">
                  <a:moveTo>
                    <a:pt x="310" y="1"/>
                  </a:moveTo>
                  <a:cubicBezTo>
                    <a:pt x="167" y="1"/>
                    <a:pt x="0" y="120"/>
                    <a:pt x="0" y="286"/>
                  </a:cubicBezTo>
                  <a:lnTo>
                    <a:pt x="0" y="1953"/>
                  </a:lnTo>
                  <a:lnTo>
                    <a:pt x="643" y="1953"/>
                  </a:lnTo>
                  <a:lnTo>
                    <a:pt x="643" y="286"/>
                  </a:lnTo>
                  <a:cubicBezTo>
                    <a:pt x="643" y="143"/>
                    <a:pt x="453" y="1"/>
                    <a:pt x="310"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1" name="Google Shape;22461;p139"/>
            <p:cNvSpPr/>
            <p:nvPr/>
          </p:nvSpPr>
          <p:spPr>
            <a:xfrm>
              <a:off x="5679861" y="3142753"/>
              <a:ext cx="10117" cy="65125"/>
            </a:xfrm>
            <a:custGeom>
              <a:avLst/>
              <a:gdLst/>
              <a:ahLst/>
              <a:cxnLst/>
              <a:rect l="l" t="t" r="r" b="b"/>
              <a:pathLst>
                <a:path w="311" h="2002" extrusionOk="0">
                  <a:moveTo>
                    <a:pt x="0" y="1"/>
                  </a:moveTo>
                  <a:lnTo>
                    <a:pt x="0" y="2001"/>
                  </a:lnTo>
                  <a:lnTo>
                    <a:pt x="310" y="2001"/>
                  </a:lnTo>
                  <a:lnTo>
                    <a:pt x="310" y="334"/>
                  </a:lnTo>
                  <a:cubicBezTo>
                    <a:pt x="310" y="191"/>
                    <a:pt x="143" y="49"/>
                    <a:pt x="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2" name="Google Shape;22462;p139"/>
            <p:cNvSpPr/>
            <p:nvPr/>
          </p:nvSpPr>
          <p:spPr>
            <a:xfrm>
              <a:off x="5765837" y="3266106"/>
              <a:ext cx="44208" cy="60603"/>
            </a:xfrm>
            <a:custGeom>
              <a:avLst/>
              <a:gdLst/>
              <a:ahLst/>
              <a:cxnLst/>
              <a:rect l="l" t="t" r="r" b="b"/>
              <a:pathLst>
                <a:path w="1359" h="1863" extrusionOk="0">
                  <a:moveTo>
                    <a:pt x="1051" y="1"/>
                  </a:moveTo>
                  <a:cubicBezTo>
                    <a:pt x="1013" y="1"/>
                    <a:pt x="972" y="7"/>
                    <a:pt x="930" y="19"/>
                  </a:cubicBezTo>
                  <a:cubicBezTo>
                    <a:pt x="811" y="67"/>
                    <a:pt x="715" y="210"/>
                    <a:pt x="715" y="329"/>
                  </a:cubicBezTo>
                  <a:lnTo>
                    <a:pt x="715" y="615"/>
                  </a:lnTo>
                  <a:lnTo>
                    <a:pt x="1" y="615"/>
                  </a:lnTo>
                  <a:lnTo>
                    <a:pt x="1" y="1258"/>
                  </a:lnTo>
                  <a:lnTo>
                    <a:pt x="715" y="1258"/>
                  </a:lnTo>
                  <a:lnTo>
                    <a:pt x="715" y="1543"/>
                  </a:lnTo>
                  <a:cubicBezTo>
                    <a:pt x="715" y="1730"/>
                    <a:pt x="877" y="1862"/>
                    <a:pt x="1061" y="1862"/>
                  </a:cubicBezTo>
                  <a:cubicBezTo>
                    <a:pt x="1088" y="1862"/>
                    <a:pt x="1116" y="1859"/>
                    <a:pt x="1144" y="1853"/>
                  </a:cubicBezTo>
                  <a:cubicBezTo>
                    <a:pt x="1263" y="1805"/>
                    <a:pt x="1358" y="1662"/>
                    <a:pt x="1358" y="1543"/>
                  </a:cubicBezTo>
                  <a:lnTo>
                    <a:pt x="1358" y="305"/>
                  </a:lnTo>
                  <a:cubicBezTo>
                    <a:pt x="1358" y="129"/>
                    <a:pt x="1229" y="1"/>
                    <a:pt x="105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3" name="Google Shape;22463;p139"/>
            <p:cNvSpPr/>
            <p:nvPr/>
          </p:nvSpPr>
          <p:spPr>
            <a:xfrm>
              <a:off x="5649640" y="3204755"/>
              <a:ext cx="61254" cy="44176"/>
            </a:xfrm>
            <a:custGeom>
              <a:avLst/>
              <a:gdLst/>
              <a:ahLst/>
              <a:cxnLst/>
              <a:rect l="l" t="t" r="r" b="b"/>
              <a:pathLst>
                <a:path w="1883" h="1358" extrusionOk="0">
                  <a:moveTo>
                    <a:pt x="310" y="0"/>
                  </a:moveTo>
                  <a:cubicBezTo>
                    <a:pt x="120" y="0"/>
                    <a:pt x="1" y="167"/>
                    <a:pt x="1" y="310"/>
                  </a:cubicBezTo>
                  <a:lnTo>
                    <a:pt x="1" y="1358"/>
                  </a:lnTo>
                  <a:lnTo>
                    <a:pt x="1882" y="1358"/>
                  </a:lnTo>
                  <a:lnTo>
                    <a:pt x="1858" y="310"/>
                  </a:lnTo>
                  <a:cubicBezTo>
                    <a:pt x="1858" y="119"/>
                    <a:pt x="1715" y="0"/>
                    <a:pt x="1549"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4" name="Google Shape;22464;p139"/>
            <p:cNvSpPr/>
            <p:nvPr/>
          </p:nvSpPr>
          <p:spPr>
            <a:xfrm>
              <a:off x="5679080" y="3204755"/>
              <a:ext cx="31034" cy="44176"/>
            </a:xfrm>
            <a:custGeom>
              <a:avLst/>
              <a:gdLst/>
              <a:ahLst/>
              <a:cxnLst/>
              <a:rect l="l" t="t" r="r" b="b"/>
              <a:pathLst>
                <a:path w="954" h="1358" extrusionOk="0">
                  <a:moveTo>
                    <a:pt x="1" y="0"/>
                  </a:moveTo>
                  <a:lnTo>
                    <a:pt x="1" y="1358"/>
                  </a:lnTo>
                  <a:lnTo>
                    <a:pt x="929" y="1358"/>
                  </a:lnTo>
                  <a:lnTo>
                    <a:pt x="929" y="310"/>
                  </a:lnTo>
                  <a:cubicBezTo>
                    <a:pt x="953" y="167"/>
                    <a:pt x="810" y="0"/>
                    <a:pt x="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5" name="Google Shape;22465;p139"/>
            <p:cNvSpPr/>
            <p:nvPr/>
          </p:nvSpPr>
          <p:spPr>
            <a:xfrm>
              <a:off x="5588451" y="3245808"/>
              <a:ext cx="181290" cy="84480"/>
            </a:xfrm>
            <a:custGeom>
              <a:avLst/>
              <a:gdLst/>
              <a:ahLst/>
              <a:cxnLst/>
              <a:rect l="l" t="t" r="r" b="b"/>
              <a:pathLst>
                <a:path w="5573" h="2597" extrusionOk="0">
                  <a:moveTo>
                    <a:pt x="1358" y="0"/>
                  </a:moveTo>
                  <a:cubicBezTo>
                    <a:pt x="596" y="0"/>
                    <a:pt x="0" y="596"/>
                    <a:pt x="0" y="1334"/>
                  </a:cubicBezTo>
                  <a:lnTo>
                    <a:pt x="0" y="2596"/>
                  </a:lnTo>
                  <a:lnTo>
                    <a:pt x="5573" y="2596"/>
                  </a:lnTo>
                  <a:lnTo>
                    <a:pt x="5573" y="1334"/>
                  </a:lnTo>
                  <a:cubicBezTo>
                    <a:pt x="5573" y="596"/>
                    <a:pt x="4954" y="0"/>
                    <a:pt x="4239"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6" name="Google Shape;22466;p139"/>
            <p:cNvSpPr/>
            <p:nvPr/>
          </p:nvSpPr>
          <p:spPr>
            <a:xfrm>
              <a:off x="5679080" y="3245808"/>
              <a:ext cx="90661" cy="84480"/>
            </a:xfrm>
            <a:custGeom>
              <a:avLst/>
              <a:gdLst/>
              <a:ahLst/>
              <a:cxnLst/>
              <a:rect l="l" t="t" r="r" b="b"/>
              <a:pathLst>
                <a:path w="2787" h="2597" extrusionOk="0">
                  <a:moveTo>
                    <a:pt x="1" y="0"/>
                  </a:moveTo>
                  <a:lnTo>
                    <a:pt x="1" y="2596"/>
                  </a:lnTo>
                  <a:lnTo>
                    <a:pt x="2787" y="2596"/>
                  </a:lnTo>
                  <a:lnTo>
                    <a:pt x="2787" y="1334"/>
                  </a:lnTo>
                  <a:cubicBezTo>
                    <a:pt x="2787" y="596"/>
                    <a:pt x="2192" y="0"/>
                    <a:pt x="1453"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7" name="Google Shape;22467;p139"/>
            <p:cNvSpPr/>
            <p:nvPr/>
          </p:nvSpPr>
          <p:spPr>
            <a:xfrm>
              <a:off x="5568315" y="3327133"/>
              <a:ext cx="220814" cy="59693"/>
            </a:xfrm>
            <a:custGeom>
              <a:avLst/>
              <a:gdLst/>
              <a:ahLst/>
              <a:cxnLst/>
              <a:rect l="l" t="t" r="r" b="b"/>
              <a:pathLst>
                <a:path w="6788" h="1835" extrusionOk="0">
                  <a:moveTo>
                    <a:pt x="310" y="1"/>
                  </a:moveTo>
                  <a:cubicBezTo>
                    <a:pt x="167" y="1"/>
                    <a:pt x="0" y="120"/>
                    <a:pt x="0" y="287"/>
                  </a:cubicBezTo>
                  <a:lnTo>
                    <a:pt x="0" y="1549"/>
                  </a:lnTo>
                  <a:cubicBezTo>
                    <a:pt x="0" y="1692"/>
                    <a:pt x="119" y="1835"/>
                    <a:pt x="310" y="1835"/>
                  </a:cubicBezTo>
                  <a:lnTo>
                    <a:pt x="6502" y="1835"/>
                  </a:lnTo>
                  <a:cubicBezTo>
                    <a:pt x="6668" y="1835"/>
                    <a:pt x="6787" y="1692"/>
                    <a:pt x="6787" y="1549"/>
                  </a:cubicBezTo>
                  <a:lnTo>
                    <a:pt x="6787" y="287"/>
                  </a:lnTo>
                  <a:cubicBezTo>
                    <a:pt x="6787" y="144"/>
                    <a:pt x="6668" y="1"/>
                    <a:pt x="6502"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8" name="Google Shape;22468;p139"/>
            <p:cNvSpPr/>
            <p:nvPr/>
          </p:nvSpPr>
          <p:spPr>
            <a:xfrm>
              <a:off x="5679861" y="3326352"/>
              <a:ext cx="110797" cy="60473"/>
            </a:xfrm>
            <a:custGeom>
              <a:avLst/>
              <a:gdLst/>
              <a:ahLst/>
              <a:cxnLst/>
              <a:rect l="l" t="t" r="r" b="b"/>
              <a:pathLst>
                <a:path w="3406" h="1859" extrusionOk="0">
                  <a:moveTo>
                    <a:pt x="0" y="1"/>
                  </a:moveTo>
                  <a:lnTo>
                    <a:pt x="0" y="1859"/>
                  </a:lnTo>
                  <a:lnTo>
                    <a:pt x="3096" y="1859"/>
                  </a:lnTo>
                  <a:cubicBezTo>
                    <a:pt x="3287" y="1859"/>
                    <a:pt x="3406" y="1716"/>
                    <a:pt x="3406" y="1573"/>
                  </a:cubicBezTo>
                  <a:lnTo>
                    <a:pt x="3406" y="311"/>
                  </a:lnTo>
                  <a:cubicBezTo>
                    <a:pt x="3406" y="144"/>
                    <a:pt x="3287" y="1"/>
                    <a:pt x="309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69" name="Google Shape;22469;p139"/>
          <p:cNvGrpSpPr/>
          <p:nvPr/>
        </p:nvGrpSpPr>
        <p:grpSpPr>
          <a:xfrm>
            <a:off x="6298842" y="2889542"/>
            <a:ext cx="313004" cy="344883"/>
            <a:chOff x="6298842" y="3041942"/>
            <a:chExt cx="313004" cy="344883"/>
          </a:xfrm>
        </p:grpSpPr>
        <p:sp>
          <p:nvSpPr>
            <p:cNvPr id="22470" name="Google Shape;22470;p139"/>
            <p:cNvSpPr/>
            <p:nvPr/>
          </p:nvSpPr>
          <p:spPr>
            <a:xfrm>
              <a:off x="6300370" y="3073008"/>
              <a:ext cx="261899" cy="229532"/>
            </a:xfrm>
            <a:custGeom>
              <a:avLst/>
              <a:gdLst/>
              <a:ahLst/>
              <a:cxnLst/>
              <a:rect l="l" t="t" r="r" b="b"/>
              <a:pathLst>
                <a:path w="8051" h="7056" extrusionOk="0">
                  <a:moveTo>
                    <a:pt x="4024" y="0"/>
                  </a:moveTo>
                  <a:cubicBezTo>
                    <a:pt x="2674" y="0"/>
                    <a:pt x="1391" y="795"/>
                    <a:pt x="811" y="2097"/>
                  </a:cubicBezTo>
                  <a:cubicBezTo>
                    <a:pt x="1" y="3883"/>
                    <a:pt x="811" y="5931"/>
                    <a:pt x="2597" y="6741"/>
                  </a:cubicBezTo>
                  <a:cubicBezTo>
                    <a:pt x="3068" y="6955"/>
                    <a:pt x="3561" y="7056"/>
                    <a:pt x="4045" y="7056"/>
                  </a:cubicBezTo>
                  <a:cubicBezTo>
                    <a:pt x="5396" y="7056"/>
                    <a:pt x="6679" y="6270"/>
                    <a:pt x="7240" y="4955"/>
                  </a:cubicBezTo>
                  <a:cubicBezTo>
                    <a:pt x="8050" y="3169"/>
                    <a:pt x="7240" y="1121"/>
                    <a:pt x="5454" y="311"/>
                  </a:cubicBezTo>
                  <a:cubicBezTo>
                    <a:pt x="4988" y="100"/>
                    <a:pt x="4502" y="0"/>
                    <a:pt x="4024"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1" name="Google Shape;22471;p139"/>
            <p:cNvSpPr/>
            <p:nvPr/>
          </p:nvSpPr>
          <p:spPr>
            <a:xfrm>
              <a:off x="6384818" y="3083906"/>
              <a:ext cx="177451" cy="218959"/>
            </a:xfrm>
            <a:custGeom>
              <a:avLst/>
              <a:gdLst/>
              <a:ahLst/>
              <a:cxnLst/>
              <a:rect l="l" t="t" r="r" b="b"/>
              <a:pathLst>
                <a:path w="5455" h="6731" extrusionOk="0">
                  <a:moveTo>
                    <a:pt x="2858" y="0"/>
                  </a:moveTo>
                  <a:cubicBezTo>
                    <a:pt x="2716" y="333"/>
                    <a:pt x="120" y="6168"/>
                    <a:pt x="1" y="6430"/>
                  </a:cubicBezTo>
                  <a:cubicBezTo>
                    <a:pt x="465" y="6634"/>
                    <a:pt x="947" y="6731"/>
                    <a:pt x="1420" y="6731"/>
                  </a:cubicBezTo>
                  <a:cubicBezTo>
                    <a:pt x="2768" y="6731"/>
                    <a:pt x="4045" y="5948"/>
                    <a:pt x="4644" y="4644"/>
                  </a:cubicBezTo>
                  <a:cubicBezTo>
                    <a:pt x="5454" y="2858"/>
                    <a:pt x="4644" y="786"/>
                    <a:pt x="2858"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2" name="Google Shape;22472;p139"/>
            <p:cNvSpPr/>
            <p:nvPr/>
          </p:nvSpPr>
          <p:spPr>
            <a:xfrm>
              <a:off x="6298842" y="3070178"/>
              <a:ext cx="271951" cy="236070"/>
            </a:xfrm>
            <a:custGeom>
              <a:avLst/>
              <a:gdLst/>
              <a:ahLst/>
              <a:cxnLst/>
              <a:rect l="l" t="t" r="r" b="b"/>
              <a:pathLst>
                <a:path w="8360" h="7257" extrusionOk="0">
                  <a:moveTo>
                    <a:pt x="3988" y="616"/>
                  </a:moveTo>
                  <a:cubicBezTo>
                    <a:pt x="4095" y="616"/>
                    <a:pt x="4202" y="623"/>
                    <a:pt x="4311" y="636"/>
                  </a:cubicBezTo>
                  <a:cubicBezTo>
                    <a:pt x="4073" y="851"/>
                    <a:pt x="3834" y="1089"/>
                    <a:pt x="3596" y="1375"/>
                  </a:cubicBezTo>
                  <a:lnTo>
                    <a:pt x="2667" y="970"/>
                  </a:lnTo>
                  <a:cubicBezTo>
                    <a:pt x="3092" y="738"/>
                    <a:pt x="3532" y="616"/>
                    <a:pt x="3988" y="616"/>
                  </a:cubicBezTo>
                  <a:close/>
                  <a:moveTo>
                    <a:pt x="5168" y="851"/>
                  </a:moveTo>
                  <a:lnTo>
                    <a:pt x="5406" y="922"/>
                  </a:lnTo>
                  <a:cubicBezTo>
                    <a:pt x="5525" y="1232"/>
                    <a:pt x="5573" y="1684"/>
                    <a:pt x="5478" y="2208"/>
                  </a:cubicBezTo>
                  <a:lnTo>
                    <a:pt x="4192" y="1637"/>
                  </a:lnTo>
                  <a:cubicBezTo>
                    <a:pt x="4525" y="1232"/>
                    <a:pt x="4882" y="922"/>
                    <a:pt x="5168" y="851"/>
                  </a:cubicBezTo>
                  <a:close/>
                  <a:moveTo>
                    <a:pt x="2072" y="1375"/>
                  </a:moveTo>
                  <a:lnTo>
                    <a:pt x="3239" y="1875"/>
                  </a:lnTo>
                  <a:cubicBezTo>
                    <a:pt x="3072" y="2161"/>
                    <a:pt x="2906" y="2422"/>
                    <a:pt x="2787" y="2684"/>
                  </a:cubicBezTo>
                  <a:lnTo>
                    <a:pt x="1477" y="2089"/>
                  </a:lnTo>
                  <a:cubicBezTo>
                    <a:pt x="1643" y="1851"/>
                    <a:pt x="1834" y="1589"/>
                    <a:pt x="2072" y="1375"/>
                  </a:cubicBezTo>
                  <a:close/>
                  <a:moveTo>
                    <a:pt x="6168" y="1398"/>
                  </a:moveTo>
                  <a:cubicBezTo>
                    <a:pt x="6549" y="1827"/>
                    <a:pt x="6835" y="2327"/>
                    <a:pt x="7002" y="2875"/>
                  </a:cubicBezTo>
                  <a:lnTo>
                    <a:pt x="6073" y="2446"/>
                  </a:lnTo>
                  <a:cubicBezTo>
                    <a:pt x="6121" y="2089"/>
                    <a:pt x="6168" y="1732"/>
                    <a:pt x="6168" y="1398"/>
                  </a:cubicBezTo>
                  <a:close/>
                  <a:moveTo>
                    <a:pt x="3811" y="2161"/>
                  </a:moveTo>
                  <a:lnTo>
                    <a:pt x="5335" y="2827"/>
                  </a:lnTo>
                  <a:cubicBezTo>
                    <a:pt x="5239" y="3137"/>
                    <a:pt x="5144" y="3423"/>
                    <a:pt x="5025" y="3732"/>
                  </a:cubicBezTo>
                  <a:lnTo>
                    <a:pt x="3358" y="2946"/>
                  </a:lnTo>
                  <a:cubicBezTo>
                    <a:pt x="3501" y="2661"/>
                    <a:pt x="3668" y="2399"/>
                    <a:pt x="3811" y="2161"/>
                  </a:cubicBezTo>
                  <a:close/>
                  <a:moveTo>
                    <a:pt x="1215" y="2684"/>
                  </a:moveTo>
                  <a:lnTo>
                    <a:pt x="2525" y="3280"/>
                  </a:lnTo>
                  <a:cubicBezTo>
                    <a:pt x="2406" y="3542"/>
                    <a:pt x="2310" y="3875"/>
                    <a:pt x="2239" y="4185"/>
                  </a:cubicBezTo>
                  <a:lnTo>
                    <a:pt x="1072" y="3661"/>
                  </a:lnTo>
                  <a:cubicBezTo>
                    <a:pt x="1072" y="3304"/>
                    <a:pt x="1120" y="3018"/>
                    <a:pt x="1215" y="2684"/>
                  </a:cubicBezTo>
                  <a:close/>
                  <a:moveTo>
                    <a:pt x="5930" y="3065"/>
                  </a:moveTo>
                  <a:lnTo>
                    <a:pt x="7073" y="3589"/>
                  </a:lnTo>
                  <a:cubicBezTo>
                    <a:pt x="7073" y="3899"/>
                    <a:pt x="7026" y="4232"/>
                    <a:pt x="6930" y="4542"/>
                  </a:cubicBezTo>
                  <a:lnTo>
                    <a:pt x="5620" y="3970"/>
                  </a:lnTo>
                  <a:cubicBezTo>
                    <a:pt x="5740" y="3708"/>
                    <a:pt x="5835" y="3375"/>
                    <a:pt x="5930" y="3065"/>
                  </a:cubicBezTo>
                  <a:close/>
                  <a:moveTo>
                    <a:pt x="3120" y="3518"/>
                  </a:moveTo>
                  <a:lnTo>
                    <a:pt x="4787" y="4256"/>
                  </a:lnTo>
                  <a:cubicBezTo>
                    <a:pt x="4644" y="4566"/>
                    <a:pt x="4501" y="4828"/>
                    <a:pt x="4334" y="5066"/>
                  </a:cubicBezTo>
                  <a:lnTo>
                    <a:pt x="2834" y="4423"/>
                  </a:lnTo>
                  <a:cubicBezTo>
                    <a:pt x="2906" y="4113"/>
                    <a:pt x="3001" y="3828"/>
                    <a:pt x="3120" y="3518"/>
                  </a:cubicBezTo>
                  <a:close/>
                  <a:moveTo>
                    <a:pt x="1191" y="4351"/>
                  </a:moveTo>
                  <a:lnTo>
                    <a:pt x="2120" y="4780"/>
                  </a:lnTo>
                  <a:cubicBezTo>
                    <a:pt x="2048" y="5137"/>
                    <a:pt x="2024" y="5495"/>
                    <a:pt x="2024" y="5804"/>
                  </a:cubicBezTo>
                  <a:cubicBezTo>
                    <a:pt x="1596" y="5423"/>
                    <a:pt x="1334" y="4923"/>
                    <a:pt x="1191" y="4351"/>
                  </a:cubicBezTo>
                  <a:close/>
                  <a:moveTo>
                    <a:pt x="5359" y="4566"/>
                  </a:moveTo>
                  <a:lnTo>
                    <a:pt x="6668" y="5161"/>
                  </a:lnTo>
                  <a:cubicBezTo>
                    <a:pt x="6525" y="5399"/>
                    <a:pt x="6311" y="5661"/>
                    <a:pt x="6073" y="5876"/>
                  </a:cubicBezTo>
                  <a:lnTo>
                    <a:pt x="4906" y="5375"/>
                  </a:lnTo>
                  <a:cubicBezTo>
                    <a:pt x="5097" y="5090"/>
                    <a:pt x="5239" y="4828"/>
                    <a:pt x="5359" y="4566"/>
                  </a:cubicBezTo>
                  <a:close/>
                  <a:moveTo>
                    <a:pt x="2667" y="5042"/>
                  </a:moveTo>
                  <a:lnTo>
                    <a:pt x="3953" y="5590"/>
                  </a:lnTo>
                  <a:cubicBezTo>
                    <a:pt x="3620" y="6018"/>
                    <a:pt x="3310" y="6328"/>
                    <a:pt x="2977" y="6399"/>
                  </a:cubicBezTo>
                  <a:lnTo>
                    <a:pt x="2739" y="6328"/>
                  </a:lnTo>
                  <a:cubicBezTo>
                    <a:pt x="2620" y="6018"/>
                    <a:pt x="2596" y="5566"/>
                    <a:pt x="2667" y="5042"/>
                  </a:cubicBezTo>
                  <a:close/>
                  <a:moveTo>
                    <a:pt x="4549" y="5876"/>
                  </a:moveTo>
                  <a:lnTo>
                    <a:pt x="5478" y="6280"/>
                  </a:lnTo>
                  <a:cubicBezTo>
                    <a:pt x="5041" y="6499"/>
                    <a:pt x="4505" y="6617"/>
                    <a:pt x="3979" y="6617"/>
                  </a:cubicBezTo>
                  <a:cubicBezTo>
                    <a:pt x="3930" y="6617"/>
                    <a:pt x="3882" y="6616"/>
                    <a:pt x="3834" y="6614"/>
                  </a:cubicBezTo>
                  <a:cubicBezTo>
                    <a:pt x="4073" y="6399"/>
                    <a:pt x="4311" y="6161"/>
                    <a:pt x="4549" y="5876"/>
                  </a:cubicBezTo>
                  <a:close/>
                  <a:moveTo>
                    <a:pt x="4072" y="0"/>
                  </a:moveTo>
                  <a:cubicBezTo>
                    <a:pt x="2674" y="0"/>
                    <a:pt x="1356" y="821"/>
                    <a:pt x="762" y="2161"/>
                  </a:cubicBezTo>
                  <a:cubicBezTo>
                    <a:pt x="0" y="3899"/>
                    <a:pt x="739" y="5923"/>
                    <a:pt x="2382" y="6828"/>
                  </a:cubicBezTo>
                  <a:cubicBezTo>
                    <a:pt x="2922" y="7118"/>
                    <a:pt x="3500" y="7257"/>
                    <a:pt x="4073" y="7257"/>
                  </a:cubicBezTo>
                  <a:cubicBezTo>
                    <a:pt x="4865" y="7257"/>
                    <a:pt x="5648" y="6992"/>
                    <a:pt x="6311" y="6495"/>
                  </a:cubicBezTo>
                  <a:lnTo>
                    <a:pt x="6335" y="6471"/>
                  </a:lnTo>
                  <a:cubicBezTo>
                    <a:pt x="8359" y="4852"/>
                    <a:pt x="8121" y="1684"/>
                    <a:pt x="5763" y="422"/>
                  </a:cubicBezTo>
                  <a:cubicBezTo>
                    <a:pt x="5215" y="134"/>
                    <a:pt x="4637" y="0"/>
                    <a:pt x="4072"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3" name="Google Shape;22473;p139"/>
            <p:cNvSpPr/>
            <p:nvPr/>
          </p:nvSpPr>
          <p:spPr>
            <a:xfrm>
              <a:off x="6384818" y="3080035"/>
              <a:ext cx="189064" cy="224782"/>
            </a:xfrm>
            <a:custGeom>
              <a:avLst/>
              <a:gdLst/>
              <a:ahLst/>
              <a:cxnLst/>
              <a:rect l="l" t="t" r="r" b="b"/>
              <a:pathLst>
                <a:path w="5812" h="6910" extrusionOk="0">
                  <a:moveTo>
                    <a:pt x="3478" y="1143"/>
                  </a:moveTo>
                  <a:lnTo>
                    <a:pt x="3478" y="1143"/>
                  </a:lnTo>
                  <a:cubicBezTo>
                    <a:pt x="3906" y="1524"/>
                    <a:pt x="4192" y="2024"/>
                    <a:pt x="4359" y="2572"/>
                  </a:cubicBezTo>
                  <a:lnTo>
                    <a:pt x="3430" y="2143"/>
                  </a:lnTo>
                  <a:cubicBezTo>
                    <a:pt x="3478" y="1810"/>
                    <a:pt x="3525" y="1453"/>
                    <a:pt x="3478" y="1143"/>
                  </a:cubicBezTo>
                  <a:close/>
                  <a:moveTo>
                    <a:pt x="3287" y="2762"/>
                  </a:moveTo>
                  <a:lnTo>
                    <a:pt x="4430" y="3286"/>
                  </a:lnTo>
                  <a:cubicBezTo>
                    <a:pt x="4430" y="3596"/>
                    <a:pt x="4406" y="3929"/>
                    <a:pt x="4287" y="4263"/>
                  </a:cubicBezTo>
                  <a:lnTo>
                    <a:pt x="2977" y="3667"/>
                  </a:lnTo>
                  <a:cubicBezTo>
                    <a:pt x="3097" y="3358"/>
                    <a:pt x="3192" y="3072"/>
                    <a:pt x="3287" y="2762"/>
                  </a:cubicBezTo>
                  <a:close/>
                  <a:moveTo>
                    <a:pt x="2716" y="4239"/>
                  </a:moveTo>
                  <a:lnTo>
                    <a:pt x="4025" y="4834"/>
                  </a:lnTo>
                  <a:cubicBezTo>
                    <a:pt x="3835" y="5120"/>
                    <a:pt x="3668" y="5358"/>
                    <a:pt x="3430" y="5573"/>
                  </a:cubicBezTo>
                  <a:lnTo>
                    <a:pt x="2263" y="5072"/>
                  </a:lnTo>
                  <a:cubicBezTo>
                    <a:pt x="2454" y="4763"/>
                    <a:pt x="2596" y="4501"/>
                    <a:pt x="2716" y="4239"/>
                  </a:cubicBezTo>
                  <a:close/>
                  <a:moveTo>
                    <a:pt x="1906" y="5573"/>
                  </a:moveTo>
                  <a:lnTo>
                    <a:pt x="2835" y="5977"/>
                  </a:lnTo>
                  <a:cubicBezTo>
                    <a:pt x="2421" y="6194"/>
                    <a:pt x="1959" y="6329"/>
                    <a:pt x="1488" y="6329"/>
                  </a:cubicBezTo>
                  <a:cubicBezTo>
                    <a:pt x="1390" y="6329"/>
                    <a:pt x="1290" y="6323"/>
                    <a:pt x="1191" y="6311"/>
                  </a:cubicBezTo>
                  <a:cubicBezTo>
                    <a:pt x="1453" y="6096"/>
                    <a:pt x="1691" y="5835"/>
                    <a:pt x="1906" y="5573"/>
                  </a:cubicBezTo>
                  <a:close/>
                  <a:moveTo>
                    <a:pt x="2930" y="0"/>
                  </a:moveTo>
                  <a:cubicBezTo>
                    <a:pt x="2858" y="119"/>
                    <a:pt x="2930" y="24"/>
                    <a:pt x="2644" y="572"/>
                  </a:cubicBezTo>
                  <a:lnTo>
                    <a:pt x="2763" y="619"/>
                  </a:lnTo>
                  <a:cubicBezTo>
                    <a:pt x="2882" y="929"/>
                    <a:pt x="2930" y="1357"/>
                    <a:pt x="2835" y="1905"/>
                  </a:cubicBezTo>
                  <a:lnTo>
                    <a:pt x="2215" y="1643"/>
                  </a:lnTo>
                  <a:lnTo>
                    <a:pt x="1977" y="2215"/>
                  </a:lnTo>
                  <a:lnTo>
                    <a:pt x="2716" y="2524"/>
                  </a:lnTo>
                  <a:cubicBezTo>
                    <a:pt x="2620" y="2834"/>
                    <a:pt x="2525" y="3120"/>
                    <a:pt x="2406" y="3429"/>
                  </a:cubicBezTo>
                  <a:lnTo>
                    <a:pt x="1572" y="3072"/>
                  </a:lnTo>
                  <a:lnTo>
                    <a:pt x="1334" y="3644"/>
                  </a:lnTo>
                  <a:lnTo>
                    <a:pt x="2168" y="4001"/>
                  </a:lnTo>
                  <a:cubicBezTo>
                    <a:pt x="2025" y="4287"/>
                    <a:pt x="1882" y="4549"/>
                    <a:pt x="1739" y="4787"/>
                  </a:cubicBezTo>
                  <a:lnTo>
                    <a:pt x="977" y="4453"/>
                  </a:lnTo>
                  <a:lnTo>
                    <a:pt x="739" y="5025"/>
                  </a:lnTo>
                  <a:lnTo>
                    <a:pt x="1382" y="5287"/>
                  </a:lnTo>
                  <a:cubicBezTo>
                    <a:pt x="1049" y="5715"/>
                    <a:pt x="691" y="6001"/>
                    <a:pt x="382" y="6096"/>
                  </a:cubicBezTo>
                  <a:lnTo>
                    <a:pt x="263" y="6049"/>
                  </a:lnTo>
                  <a:cubicBezTo>
                    <a:pt x="24" y="6597"/>
                    <a:pt x="72" y="6478"/>
                    <a:pt x="1" y="6597"/>
                  </a:cubicBezTo>
                  <a:cubicBezTo>
                    <a:pt x="469" y="6808"/>
                    <a:pt x="969" y="6909"/>
                    <a:pt x="1466" y="6909"/>
                  </a:cubicBezTo>
                  <a:cubicBezTo>
                    <a:pt x="2260" y="6909"/>
                    <a:pt x="3048" y="6651"/>
                    <a:pt x="3692" y="6168"/>
                  </a:cubicBezTo>
                  <a:lnTo>
                    <a:pt x="3716" y="6120"/>
                  </a:lnTo>
                  <a:cubicBezTo>
                    <a:pt x="5811" y="4477"/>
                    <a:pt x="5430" y="1143"/>
                    <a:pt x="293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4" name="Google Shape;22474;p139"/>
            <p:cNvSpPr/>
            <p:nvPr/>
          </p:nvSpPr>
          <p:spPr>
            <a:xfrm>
              <a:off x="6360811" y="3042267"/>
              <a:ext cx="251034" cy="344558"/>
            </a:xfrm>
            <a:custGeom>
              <a:avLst/>
              <a:gdLst/>
              <a:ahLst/>
              <a:cxnLst/>
              <a:rect l="l" t="t" r="r" b="b"/>
              <a:pathLst>
                <a:path w="7717" h="10592" extrusionOk="0">
                  <a:moveTo>
                    <a:pt x="4058" y="0"/>
                  </a:moveTo>
                  <a:cubicBezTo>
                    <a:pt x="3938" y="0"/>
                    <a:pt x="3811" y="58"/>
                    <a:pt x="3739" y="185"/>
                  </a:cubicBezTo>
                  <a:cubicBezTo>
                    <a:pt x="3692" y="328"/>
                    <a:pt x="3739" y="518"/>
                    <a:pt x="3906" y="589"/>
                  </a:cubicBezTo>
                  <a:cubicBezTo>
                    <a:pt x="6049" y="1542"/>
                    <a:pt x="7002" y="4043"/>
                    <a:pt x="6049" y="6186"/>
                  </a:cubicBezTo>
                  <a:cubicBezTo>
                    <a:pt x="5347" y="7766"/>
                    <a:pt x="3804" y="8698"/>
                    <a:pt x="2183" y="8698"/>
                  </a:cubicBezTo>
                  <a:cubicBezTo>
                    <a:pt x="1605" y="8698"/>
                    <a:pt x="1017" y="8580"/>
                    <a:pt x="453" y="8329"/>
                  </a:cubicBezTo>
                  <a:cubicBezTo>
                    <a:pt x="411" y="8308"/>
                    <a:pt x="367" y="8299"/>
                    <a:pt x="325" y="8299"/>
                  </a:cubicBezTo>
                  <a:cubicBezTo>
                    <a:pt x="177" y="8299"/>
                    <a:pt x="43" y="8414"/>
                    <a:pt x="24" y="8543"/>
                  </a:cubicBezTo>
                  <a:cubicBezTo>
                    <a:pt x="0" y="8686"/>
                    <a:pt x="96" y="8829"/>
                    <a:pt x="215" y="8901"/>
                  </a:cubicBezTo>
                  <a:cubicBezTo>
                    <a:pt x="739" y="9139"/>
                    <a:pt x="1286" y="9258"/>
                    <a:pt x="1834" y="9306"/>
                  </a:cubicBezTo>
                  <a:lnTo>
                    <a:pt x="1834" y="9972"/>
                  </a:lnTo>
                  <a:lnTo>
                    <a:pt x="620" y="9972"/>
                  </a:lnTo>
                  <a:cubicBezTo>
                    <a:pt x="477" y="9972"/>
                    <a:pt x="334" y="10091"/>
                    <a:pt x="286" y="10234"/>
                  </a:cubicBezTo>
                  <a:cubicBezTo>
                    <a:pt x="262" y="10449"/>
                    <a:pt x="405" y="10592"/>
                    <a:pt x="596" y="10592"/>
                  </a:cubicBezTo>
                  <a:lnTo>
                    <a:pt x="3692" y="10592"/>
                  </a:lnTo>
                  <a:cubicBezTo>
                    <a:pt x="3835" y="10592"/>
                    <a:pt x="3977" y="10472"/>
                    <a:pt x="4025" y="10330"/>
                  </a:cubicBezTo>
                  <a:cubicBezTo>
                    <a:pt x="4049" y="10115"/>
                    <a:pt x="3906" y="9972"/>
                    <a:pt x="3715" y="9972"/>
                  </a:cubicBezTo>
                  <a:lnTo>
                    <a:pt x="2477" y="9972"/>
                  </a:lnTo>
                  <a:lnTo>
                    <a:pt x="2477" y="9306"/>
                  </a:lnTo>
                  <a:cubicBezTo>
                    <a:pt x="4192" y="9186"/>
                    <a:pt x="5835" y="8186"/>
                    <a:pt x="6597" y="6424"/>
                  </a:cubicBezTo>
                  <a:cubicBezTo>
                    <a:pt x="7716" y="3995"/>
                    <a:pt x="6597" y="1137"/>
                    <a:pt x="4168" y="18"/>
                  </a:cubicBezTo>
                  <a:cubicBezTo>
                    <a:pt x="4133" y="6"/>
                    <a:pt x="4096" y="0"/>
                    <a:pt x="4058"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5" name="Google Shape;22475;p139"/>
            <p:cNvSpPr/>
            <p:nvPr/>
          </p:nvSpPr>
          <p:spPr>
            <a:xfrm>
              <a:off x="6431304" y="3041942"/>
              <a:ext cx="180542" cy="344883"/>
            </a:xfrm>
            <a:custGeom>
              <a:avLst/>
              <a:gdLst/>
              <a:ahLst/>
              <a:cxnLst/>
              <a:rect l="l" t="t" r="r" b="b"/>
              <a:pathLst>
                <a:path w="5550" h="10602" extrusionOk="0">
                  <a:moveTo>
                    <a:pt x="1858" y="0"/>
                  </a:moveTo>
                  <a:cubicBezTo>
                    <a:pt x="1730" y="0"/>
                    <a:pt x="1625" y="72"/>
                    <a:pt x="1572" y="195"/>
                  </a:cubicBezTo>
                  <a:cubicBezTo>
                    <a:pt x="1501" y="361"/>
                    <a:pt x="1572" y="552"/>
                    <a:pt x="1739" y="599"/>
                  </a:cubicBezTo>
                  <a:cubicBezTo>
                    <a:pt x="3882" y="1552"/>
                    <a:pt x="4835" y="4053"/>
                    <a:pt x="3882" y="6196"/>
                  </a:cubicBezTo>
                  <a:cubicBezTo>
                    <a:pt x="3192" y="7791"/>
                    <a:pt x="1644" y="8744"/>
                    <a:pt x="1" y="8744"/>
                  </a:cubicBezTo>
                  <a:lnTo>
                    <a:pt x="1" y="10602"/>
                  </a:lnTo>
                  <a:lnTo>
                    <a:pt x="1548" y="10602"/>
                  </a:lnTo>
                  <a:cubicBezTo>
                    <a:pt x="1691" y="10602"/>
                    <a:pt x="1858" y="10459"/>
                    <a:pt x="1858" y="10316"/>
                  </a:cubicBezTo>
                  <a:cubicBezTo>
                    <a:pt x="1858" y="10173"/>
                    <a:pt x="1739" y="10006"/>
                    <a:pt x="1548" y="10006"/>
                  </a:cubicBezTo>
                  <a:lnTo>
                    <a:pt x="310" y="10006"/>
                  </a:lnTo>
                  <a:lnTo>
                    <a:pt x="310" y="9363"/>
                  </a:lnTo>
                  <a:cubicBezTo>
                    <a:pt x="2025" y="9244"/>
                    <a:pt x="3668" y="8196"/>
                    <a:pt x="4430" y="6482"/>
                  </a:cubicBezTo>
                  <a:cubicBezTo>
                    <a:pt x="5549" y="4005"/>
                    <a:pt x="4430" y="1147"/>
                    <a:pt x="2001" y="28"/>
                  </a:cubicBezTo>
                  <a:cubicBezTo>
                    <a:pt x="1951" y="9"/>
                    <a:pt x="190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76" name="Google Shape;22476;p139"/>
          <p:cNvGrpSpPr/>
          <p:nvPr/>
        </p:nvGrpSpPr>
        <p:grpSpPr>
          <a:xfrm>
            <a:off x="7095989" y="2888892"/>
            <a:ext cx="221594" cy="345534"/>
            <a:chOff x="7095989" y="3041292"/>
            <a:chExt cx="221594" cy="345534"/>
          </a:xfrm>
        </p:grpSpPr>
        <p:sp>
          <p:nvSpPr>
            <p:cNvPr id="22477" name="Google Shape;22477;p139"/>
            <p:cNvSpPr/>
            <p:nvPr/>
          </p:nvSpPr>
          <p:spPr>
            <a:xfrm>
              <a:off x="7095989" y="3084654"/>
              <a:ext cx="221594" cy="302171"/>
            </a:xfrm>
            <a:custGeom>
              <a:avLst/>
              <a:gdLst/>
              <a:ahLst/>
              <a:cxnLst/>
              <a:rect l="l" t="t" r="r" b="b"/>
              <a:pathLst>
                <a:path w="6812" h="9289" extrusionOk="0">
                  <a:moveTo>
                    <a:pt x="1120" y="1"/>
                  </a:moveTo>
                  <a:cubicBezTo>
                    <a:pt x="500" y="1"/>
                    <a:pt x="0" y="501"/>
                    <a:pt x="0" y="1144"/>
                  </a:cubicBezTo>
                  <a:lnTo>
                    <a:pt x="0" y="8169"/>
                  </a:lnTo>
                  <a:cubicBezTo>
                    <a:pt x="0" y="8788"/>
                    <a:pt x="500" y="9289"/>
                    <a:pt x="1120" y="9289"/>
                  </a:cubicBezTo>
                  <a:lnTo>
                    <a:pt x="5668" y="9289"/>
                  </a:lnTo>
                  <a:cubicBezTo>
                    <a:pt x="6311" y="9289"/>
                    <a:pt x="6811" y="8788"/>
                    <a:pt x="6811" y="8169"/>
                  </a:cubicBezTo>
                  <a:lnTo>
                    <a:pt x="6811" y="1144"/>
                  </a:lnTo>
                  <a:cubicBezTo>
                    <a:pt x="6811" y="501"/>
                    <a:pt x="6311" y="1"/>
                    <a:pt x="566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8" name="Google Shape;22478;p139"/>
            <p:cNvSpPr/>
            <p:nvPr/>
          </p:nvSpPr>
          <p:spPr>
            <a:xfrm>
              <a:off x="7206754" y="3083906"/>
              <a:ext cx="110830" cy="302919"/>
            </a:xfrm>
            <a:custGeom>
              <a:avLst/>
              <a:gdLst/>
              <a:ahLst/>
              <a:cxnLst/>
              <a:rect l="l" t="t" r="r" b="b"/>
              <a:pathLst>
                <a:path w="3407" h="9312" extrusionOk="0">
                  <a:moveTo>
                    <a:pt x="1" y="0"/>
                  </a:moveTo>
                  <a:lnTo>
                    <a:pt x="1" y="9312"/>
                  </a:lnTo>
                  <a:lnTo>
                    <a:pt x="2263" y="9312"/>
                  </a:lnTo>
                  <a:cubicBezTo>
                    <a:pt x="2906" y="9312"/>
                    <a:pt x="3406" y="8811"/>
                    <a:pt x="3406" y="8192"/>
                  </a:cubicBezTo>
                  <a:lnTo>
                    <a:pt x="3406" y="1167"/>
                  </a:lnTo>
                  <a:cubicBezTo>
                    <a:pt x="3406" y="500"/>
                    <a:pt x="2906" y="0"/>
                    <a:pt x="2263"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9" name="Google Shape;22479;p139"/>
            <p:cNvSpPr/>
            <p:nvPr/>
          </p:nvSpPr>
          <p:spPr>
            <a:xfrm>
              <a:off x="7171914" y="3244441"/>
              <a:ext cx="68964" cy="101916"/>
            </a:xfrm>
            <a:custGeom>
              <a:avLst/>
              <a:gdLst/>
              <a:ahLst/>
              <a:cxnLst/>
              <a:rect l="l" t="t" r="r" b="b"/>
              <a:pathLst>
                <a:path w="2120" h="3133" extrusionOk="0">
                  <a:moveTo>
                    <a:pt x="1679" y="1"/>
                  </a:moveTo>
                  <a:cubicBezTo>
                    <a:pt x="1596" y="1"/>
                    <a:pt x="1512" y="30"/>
                    <a:pt x="1453" y="90"/>
                  </a:cubicBezTo>
                  <a:lnTo>
                    <a:pt x="215" y="1352"/>
                  </a:lnTo>
                  <a:cubicBezTo>
                    <a:pt x="0" y="1566"/>
                    <a:pt x="167" y="1876"/>
                    <a:pt x="429" y="1876"/>
                  </a:cubicBezTo>
                  <a:lnTo>
                    <a:pt x="929" y="1876"/>
                  </a:lnTo>
                  <a:lnTo>
                    <a:pt x="215" y="2590"/>
                  </a:lnTo>
                  <a:cubicBezTo>
                    <a:pt x="95" y="2710"/>
                    <a:pt x="95" y="2924"/>
                    <a:pt x="215" y="3043"/>
                  </a:cubicBezTo>
                  <a:cubicBezTo>
                    <a:pt x="274" y="3102"/>
                    <a:pt x="357" y="3132"/>
                    <a:pt x="441" y="3132"/>
                  </a:cubicBezTo>
                  <a:cubicBezTo>
                    <a:pt x="524" y="3132"/>
                    <a:pt x="607" y="3102"/>
                    <a:pt x="667" y="3043"/>
                  </a:cubicBezTo>
                  <a:lnTo>
                    <a:pt x="1905" y="1805"/>
                  </a:lnTo>
                  <a:cubicBezTo>
                    <a:pt x="2120" y="1590"/>
                    <a:pt x="1977" y="1257"/>
                    <a:pt x="1715" y="1257"/>
                  </a:cubicBezTo>
                  <a:lnTo>
                    <a:pt x="1191" y="1257"/>
                  </a:lnTo>
                  <a:lnTo>
                    <a:pt x="1905" y="542"/>
                  </a:lnTo>
                  <a:cubicBezTo>
                    <a:pt x="2024" y="423"/>
                    <a:pt x="2024" y="209"/>
                    <a:pt x="1905" y="90"/>
                  </a:cubicBezTo>
                  <a:cubicBezTo>
                    <a:pt x="1846" y="30"/>
                    <a:pt x="1762" y="1"/>
                    <a:pt x="1679"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0" name="Google Shape;22480;p139"/>
            <p:cNvSpPr/>
            <p:nvPr/>
          </p:nvSpPr>
          <p:spPr>
            <a:xfrm>
              <a:off x="7206006" y="3246784"/>
              <a:ext cx="33636" cy="83505"/>
            </a:xfrm>
            <a:custGeom>
              <a:avLst/>
              <a:gdLst/>
              <a:ahLst/>
              <a:cxnLst/>
              <a:rect l="l" t="t" r="r" b="b"/>
              <a:pathLst>
                <a:path w="1034" h="2567" extrusionOk="0">
                  <a:moveTo>
                    <a:pt x="607" y="0"/>
                  </a:moveTo>
                  <a:cubicBezTo>
                    <a:pt x="524" y="0"/>
                    <a:pt x="441" y="30"/>
                    <a:pt x="381" y="89"/>
                  </a:cubicBezTo>
                  <a:lnTo>
                    <a:pt x="0" y="470"/>
                  </a:lnTo>
                  <a:lnTo>
                    <a:pt x="0" y="2566"/>
                  </a:lnTo>
                  <a:lnTo>
                    <a:pt x="834" y="1733"/>
                  </a:lnTo>
                  <a:cubicBezTo>
                    <a:pt x="1034" y="1555"/>
                    <a:pt x="922" y="1252"/>
                    <a:pt x="673" y="1252"/>
                  </a:cubicBezTo>
                  <a:cubicBezTo>
                    <a:pt x="656" y="1252"/>
                    <a:pt x="638" y="1253"/>
                    <a:pt x="619" y="1256"/>
                  </a:cubicBezTo>
                  <a:lnTo>
                    <a:pt x="119" y="1256"/>
                  </a:lnTo>
                  <a:lnTo>
                    <a:pt x="834" y="542"/>
                  </a:lnTo>
                  <a:cubicBezTo>
                    <a:pt x="953" y="423"/>
                    <a:pt x="953" y="208"/>
                    <a:pt x="834" y="89"/>
                  </a:cubicBezTo>
                  <a:cubicBezTo>
                    <a:pt x="774" y="30"/>
                    <a:pt x="691" y="0"/>
                    <a:pt x="60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1" name="Google Shape;22481;p139"/>
            <p:cNvSpPr/>
            <p:nvPr/>
          </p:nvSpPr>
          <p:spPr>
            <a:xfrm>
              <a:off x="7155649" y="3042072"/>
              <a:ext cx="100713" cy="44956"/>
            </a:xfrm>
            <a:custGeom>
              <a:avLst/>
              <a:gdLst/>
              <a:ahLst/>
              <a:cxnLst/>
              <a:rect l="l" t="t" r="r" b="b"/>
              <a:pathLst>
                <a:path w="3096" h="1382" extrusionOk="0">
                  <a:moveTo>
                    <a:pt x="500" y="0"/>
                  </a:moveTo>
                  <a:cubicBezTo>
                    <a:pt x="238" y="0"/>
                    <a:pt x="0" y="214"/>
                    <a:pt x="0" y="524"/>
                  </a:cubicBezTo>
                  <a:lnTo>
                    <a:pt x="0" y="1381"/>
                  </a:lnTo>
                  <a:lnTo>
                    <a:pt x="3096" y="1381"/>
                  </a:lnTo>
                  <a:lnTo>
                    <a:pt x="3096" y="524"/>
                  </a:lnTo>
                  <a:cubicBezTo>
                    <a:pt x="3096" y="238"/>
                    <a:pt x="2858" y="0"/>
                    <a:pt x="2596"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2" name="Google Shape;22482;p139"/>
            <p:cNvSpPr/>
            <p:nvPr/>
          </p:nvSpPr>
          <p:spPr>
            <a:xfrm>
              <a:off x="7206006" y="3041292"/>
              <a:ext cx="50356" cy="45737"/>
            </a:xfrm>
            <a:custGeom>
              <a:avLst/>
              <a:gdLst/>
              <a:ahLst/>
              <a:cxnLst/>
              <a:rect l="l" t="t" r="r" b="b"/>
              <a:pathLst>
                <a:path w="1548" h="1406" extrusionOk="0">
                  <a:moveTo>
                    <a:pt x="0" y="0"/>
                  </a:moveTo>
                  <a:lnTo>
                    <a:pt x="0" y="1405"/>
                  </a:lnTo>
                  <a:lnTo>
                    <a:pt x="1548" y="1405"/>
                  </a:lnTo>
                  <a:lnTo>
                    <a:pt x="1548" y="548"/>
                  </a:lnTo>
                  <a:cubicBezTo>
                    <a:pt x="1548" y="262"/>
                    <a:pt x="1310" y="24"/>
                    <a:pt x="1048"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3" name="Google Shape;22483;p139"/>
            <p:cNvSpPr/>
            <p:nvPr/>
          </p:nvSpPr>
          <p:spPr>
            <a:xfrm>
              <a:off x="7095989" y="3083906"/>
              <a:ext cx="221594" cy="130933"/>
            </a:xfrm>
            <a:custGeom>
              <a:avLst/>
              <a:gdLst/>
              <a:ahLst/>
              <a:cxnLst/>
              <a:rect l="l" t="t" r="r" b="b"/>
              <a:pathLst>
                <a:path w="6812" h="4025" extrusionOk="0">
                  <a:moveTo>
                    <a:pt x="1120" y="0"/>
                  </a:moveTo>
                  <a:cubicBezTo>
                    <a:pt x="500" y="0"/>
                    <a:pt x="0" y="500"/>
                    <a:pt x="0" y="1143"/>
                  </a:cubicBezTo>
                  <a:lnTo>
                    <a:pt x="0" y="4025"/>
                  </a:lnTo>
                  <a:lnTo>
                    <a:pt x="6811" y="4025"/>
                  </a:lnTo>
                  <a:lnTo>
                    <a:pt x="6811" y="1143"/>
                  </a:lnTo>
                  <a:cubicBezTo>
                    <a:pt x="6811" y="500"/>
                    <a:pt x="6311" y="0"/>
                    <a:pt x="5668"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4" name="Google Shape;22484;p139"/>
            <p:cNvSpPr/>
            <p:nvPr/>
          </p:nvSpPr>
          <p:spPr>
            <a:xfrm>
              <a:off x="7206006" y="3083125"/>
              <a:ext cx="111578" cy="131714"/>
            </a:xfrm>
            <a:custGeom>
              <a:avLst/>
              <a:gdLst/>
              <a:ahLst/>
              <a:cxnLst/>
              <a:rect l="l" t="t" r="r" b="b"/>
              <a:pathLst>
                <a:path w="3430" h="4049" extrusionOk="0">
                  <a:moveTo>
                    <a:pt x="0" y="0"/>
                  </a:moveTo>
                  <a:lnTo>
                    <a:pt x="0" y="4049"/>
                  </a:lnTo>
                  <a:lnTo>
                    <a:pt x="3429" y="4049"/>
                  </a:lnTo>
                  <a:lnTo>
                    <a:pt x="3429" y="1143"/>
                  </a:lnTo>
                  <a:cubicBezTo>
                    <a:pt x="3429" y="524"/>
                    <a:pt x="2929" y="24"/>
                    <a:pt x="22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5" name="Google Shape;22485;p139"/>
            <p:cNvSpPr/>
            <p:nvPr/>
          </p:nvSpPr>
          <p:spPr>
            <a:xfrm>
              <a:off x="7175005" y="3124080"/>
              <a:ext cx="61221" cy="60636"/>
            </a:xfrm>
            <a:custGeom>
              <a:avLst/>
              <a:gdLst/>
              <a:ahLst/>
              <a:cxnLst/>
              <a:rect l="l" t="t" r="r" b="b"/>
              <a:pathLst>
                <a:path w="1882" h="1864" extrusionOk="0">
                  <a:moveTo>
                    <a:pt x="983" y="1"/>
                  </a:moveTo>
                  <a:cubicBezTo>
                    <a:pt x="810" y="1"/>
                    <a:pt x="667" y="136"/>
                    <a:pt x="667" y="313"/>
                  </a:cubicBezTo>
                  <a:lnTo>
                    <a:pt x="667" y="599"/>
                  </a:lnTo>
                  <a:lnTo>
                    <a:pt x="358" y="599"/>
                  </a:lnTo>
                  <a:cubicBezTo>
                    <a:pt x="215" y="599"/>
                    <a:pt x="72" y="718"/>
                    <a:pt x="24" y="885"/>
                  </a:cubicBezTo>
                  <a:cubicBezTo>
                    <a:pt x="0" y="1051"/>
                    <a:pt x="143" y="1242"/>
                    <a:pt x="334" y="1242"/>
                  </a:cubicBezTo>
                  <a:lnTo>
                    <a:pt x="620" y="1242"/>
                  </a:lnTo>
                  <a:lnTo>
                    <a:pt x="620" y="1528"/>
                  </a:lnTo>
                  <a:cubicBezTo>
                    <a:pt x="620" y="1670"/>
                    <a:pt x="739" y="1837"/>
                    <a:pt x="882" y="1861"/>
                  </a:cubicBezTo>
                  <a:cubicBezTo>
                    <a:pt x="896" y="1863"/>
                    <a:pt x="910" y="1864"/>
                    <a:pt x="923" y="1864"/>
                  </a:cubicBezTo>
                  <a:cubicBezTo>
                    <a:pt x="1099" y="1864"/>
                    <a:pt x="1263" y="1728"/>
                    <a:pt x="1263" y="1551"/>
                  </a:cubicBezTo>
                  <a:lnTo>
                    <a:pt x="1263" y="1266"/>
                  </a:lnTo>
                  <a:lnTo>
                    <a:pt x="1548" y="1266"/>
                  </a:lnTo>
                  <a:cubicBezTo>
                    <a:pt x="1739" y="1266"/>
                    <a:pt x="1882" y="1123"/>
                    <a:pt x="1858" y="908"/>
                  </a:cubicBezTo>
                  <a:cubicBezTo>
                    <a:pt x="1882" y="765"/>
                    <a:pt x="1739" y="646"/>
                    <a:pt x="1572" y="646"/>
                  </a:cubicBezTo>
                  <a:lnTo>
                    <a:pt x="1286" y="646"/>
                  </a:lnTo>
                  <a:lnTo>
                    <a:pt x="1286" y="337"/>
                  </a:lnTo>
                  <a:cubicBezTo>
                    <a:pt x="1286" y="194"/>
                    <a:pt x="1167" y="51"/>
                    <a:pt x="1024" y="3"/>
                  </a:cubicBezTo>
                  <a:cubicBezTo>
                    <a:pt x="1010" y="2"/>
                    <a:pt x="997" y="1"/>
                    <a:pt x="983"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6" name="Google Shape;22486;p139"/>
            <p:cNvSpPr/>
            <p:nvPr/>
          </p:nvSpPr>
          <p:spPr>
            <a:xfrm>
              <a:off x="7206754" y="3123397"/>
              <a:ext cx="30253" cy="61221"/>
            </a:xfrm>
            <a:custGeom>
              <a:avLst/>
              <a:gdLst/>
              <a:ahLst/>
              <a:cxnLst/>
              <a:rect l="l" t="t" r="r" b="b"/>
              <a:pathLst>
                <a:path w="930" h="1882" extrusionOk="0">
                  <a:moveTo>
                    <a:pt x="1" y="1"/>
                  </a:moveTo>
                  <a:lnTo>
                    <a:pt x="1" y="1882"/>
                  </a:lnTo>
                  <a:cubicBezTo>
                    <a:pt x="168" y="1882"/>
                    <a:pt x="310" y="1763"/>
                    <a:pt x="310" y="1596"/>
                  </a:cubicBezTo>
                  <a:lnTo>
                    <a:pt x="310" y="1287"/>
                  </a:lnTo>
                  <a:lnTo>
                    <a:pt x="596" y="1287"/>
                  </a:lnTo>
                  <a:cubicBezTo>
                    <a:pt x="763" y="1287"/>
                    <a:pt x="906" y="1168"/>
                    <a:pt x="906" y="953"/>
                  </a:cubicBezTo>
                  <a:cubicBezTo>
                    <a:pt x="930" y="763"/>
                    <a:pt x="787" y="596"/>
                    <a:pt x="596" y="596"/>
                  </a:cubicBezTo>
                  <a:lnTo>
                    <a:pt x="310" y="596"/>
                  </a:lnTo>
                  <a:lnTo>
                    <a:pt x="310" y="310"/>
                  </a:lnTo>
                  <a:cubicBezTo>
                    <a:pt x="310" y="167"/>
                    <a:pt x="191" y="1"/>
                    <a:pt x="1"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87" name="Google Shape;22487;p139"/>
          <p:cNvGrpSpPr/>
          <p:nvPr/>
        </p:nvGrpSpPr>
        <p:grpSpPr>
          <a:xfrm>
            <a:off x="7786991" y="2909808"/>
            <a:ext cx="344785" cy="303700"/>
            <a:chOff x="7786991" y="3062208"/>
            <a:chExt cx="344785" cy="303700"/>
          </a:xfrm>
        </p:grpSpPr>
        <p:sp>
          <p:nvSpPr>
            <p:cNvPr id="22488" name="Google Shape;22488;p139"/>
            <p:cNvSpPr/>
            <p:nvPr/>
          </p:nvSpPr>
          <p:spPr>
            <a:xfrm>
              <a:off x="7817993" y="3063737"/>
              <a:ext cx="81358" cy="261216"/>
            </a:xfrm>
            <a:custGeom>
              <a:avLst/>
              <a:gdLst/>
              <a:ahLst/>
              <a:cxnLst/>
              <a:rect l="l" t="t" r="r" b="b"/>
              <a:pathLst>
                <a:path w="2501" h="8030" extrusionOk="0">
                  <a:moveTo>
                    <a:pt x="310" y="1"/>
                  </a:moveTo>
                  <a:cubicBezTo>
                    <a:pt x="120" y="1"/>
                    <a:pt x="0" y="144"/>
                    <a:pt x="0" y="287"/>
                  </a:cubicBezTo>
                  <a:cubicBezTo>
                    <a:pt x="0" y="453"/>
                    <a:pt x="120" y="596"/>
                    <a:pt x="334" y="596"/>
                  </a:cubicBezTo>
                  <a:lnTo>
                    <a:pt x="334" y="7121"/>
                  </a:lnTo>
                  <a:cubicBezTo>
                    <a:pt x="334" y="7598"/>
                    <a:pt x="715" y="8026"/>
                    <a:pt x="1191" y="8026"/>
                  </a:cubicBezTo>
                  <a:cubicBezTo>
                    <a:pt x="1219" y="8029"/>
                    <a:pt x="1247" y="8030"/>
                    <a:pt x="1274" y="8030"/>
                  </a:cubicBezTo>
                  <a:cubicBezTo>
                    <a:pt x="1782" y="8030"/>
                    <a:pt x="2168" y="7619"/>
                    <a:pt x="2168" y="7121"/>
                  </a:cubicBezTo>
                  <a:lnTo>
                    <a:pt x="2168" y="596"/>
                  </a:lnTo>
                  <a:cubicBezTo>
                    <a:pt x="2358" y="596"/>
                    <a:pt x="2501" y="453"/>
                    <a:pt x="2477" y="263"/>
                  </a:cubicBezTo>
                  <a:cubicBezTo>
                    <a:pt x="2453" y="120"/>
                    <a:pt x="2334" y="1"/>
                    <a:pt x="2144"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9" name="Google Shape;22489;p139"/>
            <p:cNvSpPr/>
            <p:nvPr/>
          </p:nvSpPr>
          <p:spPr>
            <a:xfrm>
              <a:off x="7859045" y="3063737"/>
              <a:ext cx="40305" cy="262647"/>
            </a:xfrm>
            <a:custGeom>
              <a:avLst/>
              <a:gdLst/>
              <a:ahLst/>
              <a:cxnLst/>
              <a:rect l="l" t="t" r="r" b="b"/>
              <a:pathLst>
                <a:path w="1239" h="8074" extrusionOk="0">
                  <a:moveTo>
                    <a:pt x="1" y="1"/>
                  </a:moveTo>
                  <a:lnTo>
                    <a:pt x="1" y="8074"/>
                  </a:lnTo>
                  <a:cubicBezTo>
                    <a:pt x="525" y="8074"/>
                    <a:pt x="906" y="7645"/>
                    <a:pt x="906" y="7145"/>
                  </a:cubicBezTo>
                  <a:lnTo>
                    <a:pt x="906" y="620"/>
                  </a:lnTo>
                  <a:cubicBezTo>
                    <a:pt x="1096" y="620"/>
                    <a:pt x="1239" y="453"/>
                    <a:pt x="1215" y="263"/>
                  </a:cubicBezTo>
                  <a:cubicBezTo>
                    <a:pt x="1215" y="96"/>
                    <a:pt x="1072" y="1"/>
                    <a:pt x="906"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0" name="Google Shape;22490;p139"/>
            <p:cNvSpPr/>
            <p:nvPr/>
          </p:nvSpPr>
          <p:spPr>
            <a:xfrm>
              <a:off x="7919486" y="3063737"/>
              <a:ext cx="80577" cy="261216"/>
            </a:xfrm>
            <a:custGeom>
              <a:avLst/>
              <a:gdLst/>
              <a:ahLst/>
              <a:cxnLst/>
              <a:rect l="l" t="t" r="r" b="b"/>
              <a:pathLst>
                <a:path w="2477" h="8030" extrusionOk="0">
                  <a:moveTo>
                    <a:pt x="310" y="1"/>
                  </a:moveTo>
                  <a:cubicBezTo>
                    <a:pt x="119" y="1"/>
                    <a:pt x="0" y="144"/>
                    <a:pt x="0" y="287"/>
                  </a:cubicBezTo>
                  <a:cubicBezTo>
                    <a:pt x="0" y="453"/>
                    <a:pt x="119" y="596"/>
                    <a:pt x="334" y="596"/>
                  </a:cubicBezTo>
                  <a:lnTo>
                    <a:pt x="334" y="7121"/>
                  </a:lnTo>
                  <a:cubicBezTo>
                    <a:pt x="334" y="7598"/>
                    <a:pt x="715" y="8026"/>
                    <a:pt x="1191" y="8026"/>
                  </a:cubicBezTo>
                  <a:cubicBezTo>
                    <a:pt x="1219" y="8029"/>
                    <a:pt x="1247" y="8030"/>
                    <a:pt x="1274" y="8030"/>
                  </a:cubicBezTo>
                  <a:cubicBezTo>
                    <a:pt x="1784" y="8030"/>
                    <a:pt x="2191" y="7619"/>
                    <a:pt x="2191" y="7121"/>
                  </a:cubicBezTo>
                  <a:lnTo>
                    <a:pt x="2191" y="596"/>
                  </a:lnTo>
                  <a:cubicBezTo>
                    <a:pt x="2334" y="596"/>
                    <a:pt x="2477" y="453"/>
                    <a:pt x="2477" y="263"/>
                  </a:cubicBezTo>
                  <a:cubicBezTo>
                    <a:pt x="2453" y="120"/>
                    <a:pt x="2334" y="1"/>
                    <a:pt x="2143"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1" name="Google Shape;22491;p139"/>
            <p:cNvSpPr/>
            <p:nvPr/>
          </p:nvSpPr>
          <p:spPr>
            <a:xfrm>
              <a:off x="7960539" y="3062208"/>
              <a:ext cx="40305" cy="262647"/>
            </a:xfrm>
            <a:custGeom>
              <a:avLst/>
              <a:gdLst/>
              <a:ahLst/>
              <a:cxnLst/>
              <a:rect l="l" t="t" r="r" b="b"/>
              <a:pathLst>
                <a:path w="1239" h="8074" extrusionOk="0">
                  <a:moveTo>
                    <a:pt x="0" y="0"/>
                  </a:moveTo>
                  <a:lnTo>
                    <a:pt x="0" y="8073"/>
                  </a:lnTo>
                  <a:cubicBezTo>
                    <a:pt x="500" y="8073"/>
                    <a:pt x="929" y="7669"/>
                    <a:pt x="929" y="7168"/>
                  </a:cubicBezTo>
                  <a:lnTo>
                    <a:pt x="929" y="643"/>
                  </a:lnTo>
                  <a:cubicBezTo>
                    <a:pt x="1096" y="643"/>
                    <a:pt x="1239" y="500"/>
                    <a:pt x="1215" y="286"/>
                  </a:cubicBezTo>
                  <a:cubicBezTo>
                    <a:pt x="1191" y="143"/>
                    <a:pt x="1048" y="48"/>
                    <a:pt x="929"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2" name="Google Shape;22492;p139"/>
            <p:cNvSpPr/>
            <p:nvPr/>
          </p:nvSpPr>
          <p:spPr>
            <a:xfrm>
              <a:off x="8020199" y="3063737"/>
              <a:ext cx="81358" cy="261216"/>
            </a:xfrm>
            <a:custGeom>
              <a:avLst/>
              <a:gdLst/>
              <a:ahLst/>
              <a:cxnLst/>
              <a:rect l="l" t="t" r="r" b="b"/>
              <a:pathLst>
                <a:path w="2501" h="8030" extrusionOk="0">
                  <a:moveTo>
                    <a:pt x="310" y="1"/>
                  </a:moveTo>
                  <a:cubicBezTo>
                    <a:pt x="119" y="1"/>
                    <a:pt x="0" y="144"/>
                    <a:pt x="0" y="287"/>
                  </a:cubicBezTo>
                  <a:cubicBezTo>
                    <a:pt x="0" y="453"/>
                    <a:pt x="119" y="596"/>
                    <a:pt x="333" y="596"/>
                  </a:cubicBezTo>
                  <a:lnTo>
                    <a:pt x="333" y="7121"/>
                  </a:lnTo>
                  <a:cubicBezTo>
                    <a:pt x="333" y="7598"/>
                    <a:pt x="714" y="8026"/>
                    <a:pt x="1191" y="8026"/>
                  </a:cubicBezTo>
                  <a:cubicBezTo>
                    <a:pt x="1219" y="8029"/>
                    <a:pt x="1246" y="8030"/>
                    <a:pt x="1274" y="8030"/>
                  </a:cubicBezTo>
                  <a:cubicBezTo>
                    <a:pt x="1781" y="8030"/>
                    <a:pt x="2167" y="7619"/>
                    <a:pt x="2167" y="7121"/>
                  </a:cubicBezTo>
                  <a:lnTo>
                    <a:pt x="2167" y="596"/>
                  </a:lnTo>
                  <a:cubicBezTo>
                    <a:pt x="2358" y="596"/>
                    <a:pt x="2501" y="453"/>
                    <a:pt x="2477" y="263"/>
                  </a:cubicBezTo>
                  <a:cubicBezTo>
                    <a:pt x="2453" y="120"/>
                    <a:pt x="2334" y="1"/>
                    <a:pt x="2143"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3" name="Google Shape;22493;p139"/>
            <p:cNvSpPr/>
            <p:nvPr/>
          </p:nvSpPr>
          <p:spPr>
            <a:xfrm>
              <a:off x="8061252" y="3062208"/>
              <a:ext cx="40305" cy="262647"/>
            </a:xfrm>
            <a:custGeom>
              <a:avLst/>
              <a:gdLst/>
              <a:ahLst/>
              <a:cxnLst/>
              <a:rect l="l" t="t" r="r" b="b"/>
              <a:pathLst>
                <a:path w="1239" h="8074" extrusionOk="0">
                  <a:moveTo>
                    <a:pt x="0" y="0"/>
                  </a:moveTo>
                  <a:lnTo>
                    <a:pt x="0" y="8073"/>
                  </a:lnTo>
                  <a:cubicBezTo>
                    <a:pt x="500" y="8073"/>
                    <a:pt x="929" y="7669"/>
                    <a:pt x="929" y="7168"/>
                  </a:cubicBezTo>
                  <a:lnTo>
                    <a:pt x="929" y="643"/>
                  </a:lnTo>
                  <a:cubicBezTo>
                    <a:pt x="1096" y="643"/>
                    <a:pt x="1239" y="500"/>
                    <a:pt x="1215" y="286"/>
                  </a:cubicBezTo>
                  <a:cubicBezTo>
                    <a:pt x="1191" y="143"/>
                    <a:pt x="1048" y="48"/>
                    <a:pt x="929"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4" name="Google Shape;22494;p139"/>
            <p:cNvSpPr/>
            <p:nvPr/>
          </p:nvSpPr>
          <p:spPr>
            <a:xfrm>
              <a:off x="7828825" y="3255111"/>
              <a:ext cx="59693" cy="71306"/>
            </a:xfrm>
            <a:custGeom>
              <a:avLst/>
              <a:gdLst/>
              <a:ahLst/>
              <a:cxnLst/>
              <a:rect l="l" t="t" r="r" b="b"/>
              <a:pathLst>
                <a:path w="1835" h="2192" extrusionOk="0">
                  <a:moveTo>
                    <a:pt x="1" y="0"/>
                  </a:moveTo>
                  <a:lnTo>
                    <a:pt x="1" y="1262"/>
                  </a:lnTo>
                  <a:cubicBezTo>
                    <a:pt x="1" y="1772"/>
                    <a:pt x="430" y="2192"/>
                    <a:pt x="936" y="2192"/>
                  </a:cubicBezTo>
                  <a:cubicBezTo>
                    <a:pt x="949" y="2192"/>
                    <a:pt x="963" y="2192"/>
                    <a:pt x="977" y="2191"/>
                  </a:cubicBezTo>
                  <a:cubicBezTo>
                    <a:pt x="1454" y="2191"/>
                    <a:pt x="1835" y="1739"/>
                    <a:pt x="1835" y="1262"/>
                  </a:cubicBezTo>
                  <a:lnTo>
                    <a:pt x="1835"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5" name="Google Shape;22495;p139"/>
            <p:cNvSpPr/>
            <p:nvPr/>
          </p:nvSpPr>
          <p:spPr>
            <a:xfrm>
              <a:off x="7859045" y="3255111"/>
              <a:ext cx="29472" cy="71273"/>
            </a:xfrm>
            <a:custGeom>
              <a:avLst/>
              <a:gdLst/>
              <a:ahLst/>
              <a:cxnLst/>
              <a:rect l="l" t="t" r="r" b="b"/>
              <a:pathLst>
                <a:path w="906" h="2191" extrusionOk="0">
                  <a:moveTo>
                    <a:pt x="1" y="0"/>
                  </a:moveTo>
                  <a:lnTo>
                    <a:pt x="1" y="2191"/>
                  </a:lnTo>
                  <a:cubicBezTo>
                    <a:pt x="525" y="2191"/>
                    <a:pt x="906" y="1762"/>
                    <a:pt x="906" y="1262"/>
                  </a:cubicBezTo>
                  <a:lnTo>
                    <a:pt x="90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6" name="Google Shape;22496;p139"/>
            <p:cNvSpPr/>
            <p:nvPr/>
          </p:nvSpPr>
          <p:spPr>
            <a:xfrm>
              <a:off x="7929538" y="3255111"/>
              <a:ext cx="59693" cy="71306"/>
            </a:xfrm>
            <a:custGeom>
              <a:avLst/>
              <a:gdLst/>
              <a:ahLst/>
              <a:cxnLst/>
              <a:rect l="l" t="t" r="r" b="b"/>
              <a:pathLst>
                <a:path w="1835" h="2192" extrusionOk="0">
                  <a:moveTo>
                    <a:pt x="1" y="0"/>
                  </a:moveTo>
                  <a:lnTo>
                    <a:pt x="1" y="1262"/>
                  </a:lnTo>
                  <a:cubicBezTo>
                    <a:pt x="1" y="1772"/>
                    <a:pt x="429" y="2192"/>
                    <a:pt x="935" y="2192"/>
                  </a:cubicBezTo>
                  <a:cubicBezTo>
                    <a:pt x="949" y="2192"/>
                    <a:pt x="963" y="2192"/>
                    <a:pt x="977" y="2191"/>
                  </a:cubicBezTo>
                  <a:cubicBezTo>
                    <a:pt x="1453" y="2191"/>
                    <a:pt x="1834" y="1739"/>
                    <a:pt x="1834" y="1262"/>
                  </a:cubicBezTo>
                  <a:lnTo>
                    <a:pt x="1834"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7" name="Google Shape;22497;p139"/>
            <p:cNvSpPr/>
            <p:nvPr/>
          </p:nvSpPr>
          <p:spPr>
            <a:xfrm>
              <a:off x="7959758" y="3255111"/>
              <a:ext cx="29472" cy="71273"/>
            </a:xfrm>
            <a:custGeom>
              <a:avLst/>
              <a:gdLst/>
              <a:ahLst/>
              <a:cxnLst/>
              <a:rect l="l" t="t" r="r" b="b"/>
              <a:pathLst>
                <a:path w="906" h="2191" extrusionOk="0">
                  <a:moveTo>
                    <a:pt x="1" y="0"/>
                  </a:moveTo>
                  <a:lnTo>
                    <a:pt x="1" y="2191"/>
                  </a:lnTo>
                  <a:cubicBezTo>
                    <a:pt x="501" y="2191"/>
                    <a:pt x="905" y="1762"/>
                    <a:pt x="905" y="1262"/>
                  </a:cubicBezTo>
                  <a:lnTo>
                    <a:pt x="90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8" name="Google Shape;22498;p139"/>
            <p:cNvSpPr/>
            <p:nvPr/>
          </p:nvSpPr>
          <p:spPr>
            <a:xfrm>
              <a:off x="8030251" y="3253550"/>
              <a:ext cx="59693" cy="72867"/>
            </a:xfrm>
            <a:custGeom>
              <a:avLst/>
              <a:gdLst/>
              <a:ahLst/>
              <a:cxnLst/>
              <a:rect l="l" t="t" r="r" b="b"/>
              <a:pathLst>
                <a:path w="1835" h="2240" extrusionOk="0">
                  <a:moveTo>
                    <a:pt x="1" y="0"/>
                  </a:moveTo>
                  <a:lnTo>
                    <a:pt x="1" y="1310"/>
                  </a:lnTo>
                  <a:cubicBezTo>
                    <a:pt x="1" y="1820"/>
                    <a:pt x="429" y="2240"/>
                    <a:pt x="935" y="2240"/>
                  </a:cubicBezTo>
                  <a:cubicBezTo>
                    <a:pt x="949" y="2240"/>
                    <a:pt x="963" y="2240"/>
                    <a:pt x="977" y="2239"/>
                  </a:cubicBezTo>
                  <a:cubicBezTo>
                    <a:pt x="1453" y="2239"/>
                    <a:pt x="1834" y="1787"/>
                    <a:pt x="1834" y="1310"/>
                  </a:cubicBezTo>
                  <a:lnTo>
                    <a:pt x="1834"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9" name="Google Shape;22499;p139"/>
            <p:cNvSpPr/>
            <p:nvPr/>
          </p:nvSpPr>
          <p:spPr>
            <a:xfrm>
              <a:off x="8060471" y="3253550"/>
              <a:ext cx="29472" cy="72835"/>
            </a:xfrm>
            <a:custGeom>
              <a:avLst/>
              <a:gdLst/>
              <a:ahLst/>
              <a:cxnLst/>
              <a:rect l="l" t="t" r="r" b="b"/>
              <a:pathLst>
                <a:path w="906" h="2239" extrusionOk="0">
                  <a:moveTo>
                    <a:pt x="0" y="0"/>
                  </a:moveTo>
                  <a:lnTo>
                    <a:pt x="0" y="2239"/>
                  </a:lnTo>
                  <a:cubicBezTo>
                    <a:pt x="500" y="2239"/>
                    <a:pt x="905" y="1810"/>
                    <a:pt x="905" y="1310"/>
                  </a:cubicBezTo>
                  <a:lnTo>
                    <a:pt x="905"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0" name="Google Shape;22500;p139"/>
            <p:cNvSpPr/>
            <p:nvPr/>
          </p:nvSpPr>
          <p:spPr>
            <a:xfrm>
              <a:off x="7786991" y="3144314"/>
              <a:ext cx="344785" cy="221594"/>
            </a:xfrm>
            <a:custGeom>
              <a:avLst/>
              <a:gdLst/>
              <a:ahLst/>
              <a:cxnLst/>
              <a:rect l="l" t="t" r="r" b="b"/>
              <a:pathLst>
                <a:path w="10599" h="6812" extrusionOk="0">
                  <a:moveTo>
                    <a:pt x="10003" y="2501"/>
                  </a:moveTo>
                  <a:lnTo>
                    <a:pt x="10003" y="5907"/>
                  </a:lnTo>
                  <a:cubicBezTo>
                    <a:pt x="9979" y="6073"/>
                    <a:pt x="9836" y="6216"/>
                    <a:pt x="9670" y="6216"/>
                  </a:cubicBezTo>
                  <a:lnTo>
                    <a:pt x="953" y="6216"/>
                  </a:lnTo>
                  <a:cubicBezTo>
                    <a:pt x="787" y="6216"/>
                    <a:pt x="668" y="6073"/>
                    <a:pt x="668" y="5907"/>
                  </a:cubicBezTo>
                  <a:lnTo>
                    <a:pt x="668" y="2501"/>
                  </a:lnTo>
                  <a:close/>
                  <a:moveTo>
                    <a:pt x="310" y="1"/>
                  </a:moveTo>
                  <a:cubicBezTo>
                    <a:pt x="120" y="1"/>
                    <a:pt x="1" y="143"/>
                    <a:pt x="1" y="286"/>
                  </a:cubicBezTo>
                  <a:lnTo>
                    <a:pt x="1" y="5883"/>
                  </a:lnTo>
                  <a:cubicBezTo>
                    <a:pt x="1" y="6383"/>
                    <a:pt x="430" y="6812"/>
                    <a:pt x="930" y="6812"/>
                  </a:cubicBezTo>
                  <a:lnTo>
                    <a:pt x="9646" y="6812"/>
                  </a:lnTo>
                  <a:cubicBezTo>
                    <a:pt x="10146" y="6812"/>
                    <a:pt x="10575" y="6383"/>
                    <a:pt x="10575" y="5883"/>
                  </a:cubicBezTo>
                  <a:lnTo>
                    <a:pt x="10575" y="286"/>
                  </a:lnTo>
                  <a:cubicBezTo>
                    <a:pt x="10598" y="143"/>
                    <a:pt x="10455" y="1"/>
                    <a:pt x="10265"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1" name="Google Shape;22501;p139"/>
            <p:cNvSpPr/>
            <p:nvPr/>
          </p:nvSpPr>
          <p:spPr>
            <a:xfrm>
              <a:off x="7959758" y="3144314"/>
              <a:ext cx="172019" cy="221594"/>
            </a:xfrm>
            <a:custGeom>
              <a:avLst/>
              <a:gdLst/>
              <a:ahLst/>
              <a:cxnLst/>
              <a:rect l="l" t="t" r="r" b="b"/>
              <a:pathLst>
                <a:path w="5288" h="6812" extrusionOk="0">
                  <a:moveTo>
                    <a:pt x="1" y="1"/>
                  </a:moveTo>
                  <a:lnTo>
                    <a:pt x="1" y="2453"/>
                  </a:lnTo>
                  <a:lnTo>
                    <a:pt x="4668" y="2453"/>
                  </a:lnTo>
                  <a:lnTo>
                    <a:pt x="4668" y="5883"/>
                  </a:lnTo>
                  <a:cubicBezTo>
                    <a:pt x="4668" y="6073"/>
                    <a:pt x="4525" y="6192"/>
                    <a:pt x="4359" y="6192"/>
                  </a:cubicBezTo>
                  <a:lnTo>
                    <a:pt x="1" y="6192"/>
                  </a:lnTo>
                  <a:lnTo>
                    <a:pt x="1" y="6812"/>
                  </a:lnTo>
                  <a:lnTo>
                    <a:pt x="4359" y="6812"/>
                  </a:lnTo>
                  <a:cubicBezTo>
                    <a:pt x="4882" y="6812"/>
                    <a:pt x="5287" y="6383"/>
                    <a:pt x="5287" y="5883"/>
                  </a:cubicBezTo>
                  <a:lnTo>
                    <a:pt x="5287" y="286"/>
                  </a:lnTo>
                  <a:cubicBezTo>
                    <a:pt x="5287" y="143"/>
                    <a:pt x="5144" y="1"/>
                    <a:pt x="495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02" name="Google Shape;22502;p139"/>
          <p:cNvGrpSpPr/>
          <p:nvPr/>
        </p:nvGrpSpPr>
        <p:grpSpPr>
          <a:xfrm>
            <a:off x="7786991" y="3468804"/>
            <a:ext cx="344785" cy="303570"/>
            <a:chOff x="7786991" y="3621204"/>
            <a:chExt cx="344785" cy="303570"/>
          </a:xfrm>
        </p:grpSpPr>
        <p:sp>
          <p:nvSpPr>
            <p:cNvPr id="22503" name="Google Shape;22503;p139"/>
            <p:cNvSpPr/>
            <p:nvPr/>
          </p:nvSpPr>
          <p:spPr>
            <a:xfrm>
              <a:off x="7888485" y="3682718"/>
              <a:ext cx="242511" cy="241730"/>
            </a:xfrm>
            <a:custGeom>
              <a:avLst/>
              <a:gdLst/>
              <a:ahLst/>
              <a:cxnLst/>
              <a:rect l="l" t="t" r="r" b="b"/>
              <a:pathLst>
                <a:path w="7455" h="7431" extrusionOk="0">
                  <a:moveTo>
                    <a:pt x="3739" y="1"/>
                  </a:moveTo>
                  <a:cubicBezTo>
                    <a:pt x="1501" y="1"/>
                    <a:pt x="48" y="1810"/>
                    <a:pt x="48" y="3716"/>
                  </a:cubicBezTo>
                  <a:cubicBezTo>
                    <a:pt x="1" y="5835"/>
                    <a:pt x="1739" y="7431"/>
                    <a:pt x="3739" y="7431"/>
                  </a:cubicBezTo>
                  <a:cubicBezTo>
                    <a:pt x="5764" y="7431"/>
                    <a:pt x="7455" y="5787"/>
                    <a:pt x="7455" y="3716"/>
                  </a:cubicBezTo>
                  <a:cubicBezTo>
                    <a:pt x="7455" y="1668"/>
                    <a:pt x="5787" y="1"/>
                    <a:pt x="3739"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4" name="Google Shape;22504;p139"/>
            <p:cNvSpPr/>
            <p:nvPr/>
          </p:nvSpPr>
          <p:spPr>
            <a:xfrm>
              <a:off x="8010115" y="3682718"/>
              <a:ext cx="121662" cy="241730"/>
            </a:xfrm>
            <a:custGeom>
              <a:avLst/>
              <a:gdLst/>
              <a:ahLst/>
              <a:cxnLst/>
              <a:rect l="l" t="t" r="r" b="b"/>
              <a:pathLst>
                <a:path w="3740" h="7431" extrusionOk="0">
                  <a:moveTo>
                    <a:pt x="0" y="1"/>
                  </a:moveTo>
                  <a:lnTo>
                    <a:pt x="0" y="7431"/>
                  </a:lnTo>
                  <a:cubicBezTo>
                    <a:pt x="2048" y="7431"/>
                    <a:pt x="3739" y="5740"/>
                    <a:pt x="3716" y="3668"/>
                  </a:cubicBezTo>
                  <a:cubicBezTo>
                    <a:pt x="3692" y="1501"/>
                    <a:pt x="1929" y="1"/>
                    <a:pt x="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5" name="Google Shape;22505;p139"/>
            <p:cNvSpPr/>
            <p:nvPr/>
          </p:nvSpPr>
          <p:spPr>
            <a:xfrm>
              <a:off x="7888485" y="3792735"/>
              <a:ext cx="243292" cy="20169"/>
            </a:xfrm>
            <a:custGeom>
              <a:avLst/>
              <a:gdLst/>
              <a:ahLst/>
              <a:cxnLst/>
              <a:rect l="l" t="t" r="r" b="b"/>
              <a:pathLst>
                <a:path w="7479" h="620" extrusionOk="0">
                  <a:moveTo>
                    <a:pt x="48" y="0"/>
                  </a:moveTo>
                  <a:cubicBezTo>
                    <a:pt x="1" y="215"/>
                    <a:pt x="1" y="429"/>
                    <a:pt x="48" y="619"/>
                  </a:cubicBezTo>
                  <a:lnTo>
                    <a:pt x="7455" y="619"/>
                  </a:lnTo>
                  <a:cubicBezTo>
                    <a:pt x="7478" y="429"/>
                    <a:pt x="7478" y="215"/>
                    <a:pt x="7431"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6" name="Google Shape;22506;p139"/>
            <p:cNvSpPr/>
            <p:nvPr/>
          </p:nvSpPr>
          <p:spPr>
            <a:xfrm>
              <a:off x="8010115" y="3792735"/>
              <a:ext cx="121662" cy="20169"/>
            </a:xfrm>
            <a:custGeom>
              <a:avLst/>
              <a:gdLst/>
              <a:ahLst/>
              <a:cxnLst/>
              <a:rect l="l" t="t" r="r" b="b"/>
              <a:pathLst>
                <a:path w="3740" h="620" extrusionOk="0">
                  <a:moveTo>
                    <a:pt x="0" y="0"/>
                  </a:moveTo>
                  <a:lnTo>
                    <a:pt x="0" y="619"/>
                  </a:lnTo>
                  <a:lnTo>
                    <a:pt x="3716" y="619"/>
                  </a:lnTo>
                  <a:cubicBezTo>
                    <a:pt x="3739" y="381"/>
                    <a:pt x="3739" y="215"/>
                    <a:pt x="371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7" name="Google Shape;22507;p139"/>
            <p:cNvSpPr/>
            <p:nvPr/>
          </p:nvSpPr>
          <p:spPr>
            <a:xfrm>
              <a:off x="7786991" y="3621204"/>
              <a:ext cx="141798" cy="303570"/>
            </a:xfrm>
            <a:custGeom>
              <a:avLst/>
              <a:gdLst/>
              <a:ahLst/>
              <a:cxnLst/>
              <a:rect l="l" t="t" r="r" b="b"/>
              <a:pathLst>
                <a:path w="4359" h="9332" extrusionOk="0">
                  <a:moveTo>
                    <a:pt x="2189" y="1"/>
                  </a:moveTo>
                  <a:cubicBezTo>
                    <a:pt x="2119" y="1"/>
                    <a:pt x="2049" y="4"/>
                    <a:pt x="1977" y="10"/>
                  </a:cubicBezTo>
                  <a:cubicBezTo>
                    <a:pt x="834" y="106"/>
                    <a:pt x="1" y="1058"/>
                    <a:pt x="1" y="2177"/>
                  </a:cubicBezTo>
                  <a:lnTo>
                    <a:pt x="1" y="7131"/>
                  </a:lnTo>
                  <a:cubicBezTo>
                    <a:pt x="1" y="8250"/>
                    <a:pt x="834" y="9203"/>
                    <a:pt x="1977" y="9322"/>
                  </a:cubicBezTo>
                  <a:cubicBezTo>
                    <a:pt x="2046" y="9328"/>
                    <a:pt x="2114" y="9331"/>
                    <a:pt x="2182" y="9331"/>
                  </a:cubicBezTo>
                  <a:cubicBezTo>
                    <a:pt x="3358" y="9331"/>
                    <a:pt x="4359" y="8371"/>
                    <a:pt x="4359" y="7155"/>
                  </a:cubicBezTo>
                  <a:lnTo>
                    <a:pt x="4359" y="2177"/>
                  </a:lnTo>
                  <a:cubicBezTo>
                    <a:pt x="4359" y="961"/>
                    <a:pt x="3400" y="1"/>
                    <a:pt x="218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8" name="Google Shape;22508;p139"/>
            <p:cNvSpPr/>
            <p:nvPr/>
          </p:nvSpPr>
          <p:spPr>
            <a:xfrm>
              <a:off x="7857484" y="3621529"/>
              <a:ext cx="71306" cy="302919"/>
            </a:xfrm>
            <a:custGeom>
              <a:avLst/>
              <a:gdLst/>
              <a:ahLst/>
              <a:cxnLst/>
              <a:rect l="l" t="t" r="r" b="b"/>
              <a:pathLst>
                <a:path w="2192" h="9312" extrusionOk="0">
                  <a:moveTo>
                    <a:pt x="1" y="0"/>
                  </a:moveTo>
                  <a:lnTo>
                    <a:pt x="1" y="9312"/>
                  </a:lnTo>
                  <a:cubicBezTo>
                    <a:pt x="1192" y="9312"/>
                    <a:pt x="2192" y="8335"/>
                    <a:pt x="2192" y="7145"/>
                  </a:cubicBezTo>
                  <a:lnTo>
                    <a:pt x="2192" y="2167"/>
                  </a:lnTo>
                  <a:cubicBezTo>
                    <a:pt x="2192" y="977"/>
                    <a:pt x="1192" y="0"/>
                    <a:pt x="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9" name="Google Shape;22509;p139"/>
            <p:cNvSpPr/>
            <p:nvPr/>
          </p:nvSpPr>
          <p:spPr>
            <a:xfrm>
              <a:off x="7786991" y="3621985"/>
              <a:ext cx="141798" cy="151395"/>
            </a:xfrm>
            <a:custGeom>
              <a:avLst/>
              <a:gdLst/>
              <a:ahLst/>
              <a:cxnLst/>
              <a:rect l="l" t="t" r="r" b="b"/>
              <a:pathLst>
                <a:path w="4359" h="4654" extrusionOk="0">
                  <a:moveTo>
                    <a:pt x="2178" y="1"/>
                  </a:moveTo>
                  <a:cubicBezTo>
                    <a:pt x="2111" y="1"/>
                    <a:pt x="2045" y="4"/>
                    <a:pt x="1977" y="10"/>
                  </a:cubicBezTo>
                  <a:cubicBezTo>
                    <a:pt x="858" y="129"/>
                    <a:pt x="1" y="1082"/>
                    <a:pt x="1" y="2177"/>
                  </a:cubicBezTo>
                  <a:lnTo>
                    <a:pt x="1" y="4654"/>
                  </a:lnTo>
                  <a:lnTo>
                    <a:pt x="4359" y="4654"/>
                  </a:lnTo>
                  <a:lnTo>
                    <a:pt x="4359" y="2177"/>
                  </a:lnTo>
                  <a:cubicBezTo>
                    <a:pt x="4359" y="982"/>
                    <a:pt x="3356" y="1"/>
                    <a:pt x="21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0" name="Google Shape;22510;p139"/>
            <p:cNvSpPr/>
            <p:nvPr/>
          </p:nvSpPr>
          <p:spPr>
            <a:xfrm>
              <a:off x="7857484" y="3622310"/>
              <a:ext cx="71306" cy="151069"/>
            </a:xfrm>
            <a:custGeom>
              <a:avLst/>
              <a:gdLst/>
              <a:ahLst/>
              <a:cxnLst/>
              <a:rect l="l" t="t" r="r" b="b"/>
              <a:pathLst>
                <a:path w="2192" h="4644" extrusionOk="0">
                  <a:moveTo>
                    <a:pt x="1" y="0"/>
                  </a:moveTo>
                  <a:lnTo>
                    <a:pt x="1" y="4644"/>
                  </a:lnTo>
                  <a:lnTo>
                    <a:pt x="2192" y="4644"/>
                  </a:lnTo>
                  <a:lnTo>
                    <a:pt x="2192" y="2167"/>
                  </a:lnTo>
                  <a:cubicBezTo>
                    <a:pt x="2192" y="953"/>
                    <a:pt x="1192" y="0"/>
                    <a:pt x="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11" name="Google Shape;22511;p139"/>
          <p:cNvGrpSpPr/>
          <p:nvPr/>
        </p:nvGrpSpPr>
        <p:grpSpPr>
          <a:xfrm>
            <a:off x="7054936" y="3448993"/>
            <a:ext cx="305262" cy="344753"/>
            <a:chOff x="7054936" y="3601393"/>
            <a:chExt cx="305262" cy="344753"/>
          </a:xfrm>
        </p:grpSpPr>
        <p:sp>
          <p:nvSpPr>
            <p:cNvPr id="22512" name="Google Shape;22512;p139"/>
            <p:cNvSpPr/>
            <p:nvPr/>
          </p:nvSpPr>
          <p:spPr>
            <a:xfrm>
              <a:off x="7054936" y="3601393"/>
              <a:ext cx="305262" cy="344753"/>
            </a:xfrm>
            <a:custGeom>
              <a:avLst/>
              <a:gdLst/>
              <a:ahLst/>
              <a:cxnLst/>
              <a:rect l="l" t="t" r="r" b="b"/>
              <a:pathLst>
                <a:path w="9384" h="10598" extrusionOk="0">
                  <a:moveTo>
                    <a:pt x="286" y="0"/>
                  </a:moveTo>
                  <a:cubicBezTo>
                    <a:pt x="119" y="0"/>
                    <a:pt x="0" y="143"/>
                    <a:pt x="0" y="286"/>
                  </a:cubicBezTo>
                  <a:lnTo>
                    <a:pt x="0" y="8621"/>
                  </a:lnTo>
                  <a:cubicBezTo>
                    <a:pt x="0" y="9693"/>
                    <a:pt x="881" y="10597"/>
                    <a:pt x="1977" y="10597"/>
                  </a:cubicBezTo>
                  <a:lnTo>
                    <a:pt x="6097" y="10597"/>
                  </a:lnTo>
                  <a:cubicBezTo>
                    <a:pt x="7168" y="10597"/>
                    <a:pt x="8073" y="9693"/>
                    <a:pt x="8073" y="8621"/>
                  </a:cubicBezTo>
                  <a:lnTo>
                    <a:pt x="8073" y="2262"/>
                  </a:lnTo>
                  <a:lnTo>
                    <a:pt x="9264" y="476"/>
                  </a:lnTo>
                  <a:cubicBezTo>
                    <a:pt x="9383" y="262"/>
                    <a:pt x="9240" y="0"/>
                    <a:pt x="9002"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3" name="Google Shape;22513;p139"/>
            <p:cNvSpPr/>
            <p:nvPr/>
          </p:nvSpPr>
          <p:spPr>
            <a:xfrm>
              <a:off x="7185837" y="3601393"/>
              <a:ext cx="174361" cy="344753"/>
            </a:xfrm>
            <a:custGeom>
              <a:avLst/>
              <a:gdLst/>
              <a:ahLst/>
              <a:cxnLst/>
              <a:rect l="l" t="t" r="r" b="b"/>
              <a:pathLst>
                <a:path w="5360" h="10598" extrusionOk="0">
                  <a:moveTo>
                    <a:pt x="1" y="0"/>
                  </a:moveTo>
                  <a:lnTo>
                    <a:pt x="1" y="10597"/>
                  </a:lnTo>
                  <a:lnTo>
                    <a:pt x="2073" y="10597"/>
                  </a:lnTo>
                  <a:cubicBezTo>
                    <a:pt x="3144" y="10597"/>
                    <a:pt x="4049" y="9693"/>
                    <a:pt x="4049" y="8621"/>
                  </a:cubicBezTo>
                  <a:lnTo>
                    <a:pt x="4049" y="2262"/>
                  </a:lnTo>
                  <a:lnTo>
                    <a:pt x="5240" y="476"/>
                  </a:lnTo>
                  <a:cubicBezTo>
                    <a:pt x="5359" y="262"/>
                    <a:pt x="5216" y="0"/>
                    <a:pt x="497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4" name="Google Shape;22514;p139"/>
            <p:cNvSpPr/>
            <p:nvPr/>
          </p:nvSpPr>
          <p:spPr>
            <a:xfrm>
              <a:off x="7249368" y="3681157"/>
              <a:ext cx="68215" cy="20949"/>
            </a:xfrm>
            <a:custGeom>
              <a:avLst/>
              <a:gdLst/>
              <a:ahLst/>
              <a:cxnLst/>
              <a:rect l="l" t="t" r="r" b="b"/>
              <a:pathLst>
                <a:path w="2097" h="644" extrusionOk="0">
                  <a:moveTo>
                    <a:pt x="334" y="1"/>
                  </a:moveTo>
                  <a:cubicBezTo>
                    <a:pt x="167" y="1"/>
                    <a:pt x="1" y="144"/>
                    <a:pt x="48" y="358"/>
                  </a:cubicBezTo>
                  <a:cubicBezTo>
                    <a:pt x="48" y="525"/>
                    <a:pt x="191" y="644"/>
                    <a:pt x="334" y="644"/>
                  </a:cubicBezTo>
                  <a:lnTo>
                    <a:pt x="2096" y="644"/>
                  </a:lnTo>
                  <a:lnTo>
                    <a:pt x="2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5" name="Google Shape;22515;p139"/>
            <p:cNvSpPr/>
            <p:nvPr/>
          </p:nvSpPr>
          <p:spPr>
            <a:xfrm>
              <a:off x="7270285" y="3722242"/>
              <a:ext cx="47299" cy="20169"/>
            </a:xfrm>
            <a:custGeom>
              <a:avLst/>
              <a:gdLst/>
              <a:ahLst/>
              <a:cxnLst/>
              <a:rect l="l" t="t" r="r" b="b"/>
              <a:pathLst>
                <a:path w="1454" h="620" extrusionOk="0">
                  <a:moveTo>
                    <a:pt x="310" y="0"/>
                  </a:moveTo>
                  <a:cubicBezTo>
                    <a:pt x="144" y="0"/>
                    <a:pt x="1" y="143"/>
                    <a:pt x="24" y="357"/>
                  </a:cubicBezTo>
                  <a:cubicBezTo>
                    <a:pt x="24" y="500"/>
                    <a:pt x="167" y="619"/>
                    <a:pt x="310" y="619"/>
                  </a:cubicBezTo>
                  <a:lnTo>
                    <a:pt x="1453" y="619"/>
                  </a:lnTo>
                  <a:lnTo>
                    <a:pt x="145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6" name="Google Shape;22516;p139"/>
            <p:cNvSpPr/>
            <p:nvPr/>
          </p:nvSpPr>
          <p:spPr>
            <a:xfrm>
              <a:off x="7249368" y="3761733"/>
              <a:ext cx="68215" cy="20169"/>
            </a:xfrm>
            <a:custGeom>
              <a:avLst/>
              <a:gdLst/>
              <a:ahLst/>
              <a:cxnLst/>
              <a:rect l="l" t="t" r="r" b="b"/>
              <a:pathLst>
                <a:path w="2097" h="620" extrusionOk="0">
                  <a:moveTo>
                    <a:pt x="334" y="1"/>
                  </a:moveTo>
                  <a:cubicBezTo>
                    <a:pt x="167" y="1"/>
                    <a:pt x="1" y="144"/>
                    <a:pt x="48" y="358"/>
                  </a:cubicBezTo>
                  <a:cubicBezTo>
                    <a:pt x="48" y="501"/>
                    <a:pt x="191" y="620"/>
                    <a:pt x="334" y="620"/>
                  </a:cubicBezTo>
                  <a:lnTo>
                    <a:pt x="2096" y="620"/>
                  </a:lnTo>
                  <a:lnTo>
                    <a:pt x="2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7" name="Google Shape;22517;p139"/>
            <p:cNvSpPr/>
            <p:nvPr/>
          </p:nvSpPr>
          <p:spPr>
            <a:xfrm>
              <a:off x="7270285" y="3802038"/>
              <a:ext cx="47299" cy="20917"/>
            </a:xfrm>
            <a:custGeom>
              <a:avLst/>
              <a:gdLst/>
              <a:ahLst/>
              <a:cxnLst/>
              <a:rect l="l" t="t" r="r" b="b"/>
              <a:pathLst>
                <a:path w="1454" h="643" extrusionOk="0">
                  <a:moveTo>
                    <a:pt x="310" y="0"/>
                  </a:moveTo>
                  <a:cubicBezTo>
                    <a:pt x="144" y="0"/>
                    <a:pt x="1" y="167"/>
                    <a:pt x="24" y="357"/>
                  </a:cubicBezTo>
                  <a:cubicBezTo>
                    <a:pt x="24" y="524"/>
                    <a:pt x="167" y="643"/>
                    <a:pt x="310" y="643"/>
                  </a:cubicBezTo>
                  <a:lnTo>
                    <a:pt x="1453" y="643"/>
                  </a:lnTo>
                  <a:lnTo>
                    <a:pt x="145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8" name="Google Shape;22518;p139"/>
            <p:cNvSpPr/>
            <p:nvPr/>
          </p:nvSpPr>
          <p:spPr>
            <a:xfrm>
              <a:off x="7249368" y="3843091"/>
              <a:ext cx="68215" cy="20169"/>
            </a:xfrm>
            <a:custGeom>
              <a:avLst/>
              <a:gdLst/>
              <a:ahLst/>
              <a:cxnLst/>
              <a:rect l="l" t="t" r="r" b="b"/>
              <a:pathLst>
                <a:path w="2097" h="620" extrusionOk="0">
                  <a:moveTo>
                    <a:pt x="334" y="0"/>
                  </a:moveTo>
                  <a:cubicBezTo>
                    <a:pt x="167" y="0"/>
                    <a:pt x="1" y="143"/>
                    <a:pt x="48" y="357"/>
                  </a:cubicBezTo>
                  <a:cubicBezTo>
                    <a:pt x="48" y="500"/>
                    <a:pt x="191" y="619"/>
                    <a:pt x="334" y="619"/>
                  </a:cubicBezTo>
                  <a:lnTo>
                    <a:pt x="2096" y="619"/>
                  </a:lnTo>
                  <a:lnTo>
                    <a:pt x="209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19" name="Google Shape;22519;p139"/>
          <p:cNvGrpSpPr/>
          <p:nvPr/>
        </p:nvGrpSpPr>
        <p:grpSpPr>
          <a:xfrm>
            <a:off x="6280234" y="3454328"/>
            <a:ext cx="349437" cy="333205"/>
            <a:chOff x="6280234" y="3606728"/>
            <a:chExt cx="349437" cy="333205"/>
          </a:xfrm>
        </p:grpSpPr>
        <p:sp>
          <p:nvSpPr>
            <p:cNvPr id="22520" name="Google Shape;22520;p139"/>
            <p:cNvSpPr/>
            <p:nvPr/>
          </p:nvSpPr>
          <p:spPr>
            <a:xfrm>
              <a:off x="6393341" y="3651750"/>
              <a:ext cx="236330" cy="216715"/>
            </a:xfrm>
            <a:custGeom>
              <a:avLst/>
              <a:gdLst/>
              <a:ahLst/>
              <a:cxnLst/>
              <a:rect l="l" t="t" r="r" b="b"/>
              <a:pathLst>
                <a:path w="7265" h="6662" extrusionOk="0">
                  <a:moveTo>
                    <a:pt x="2072" y="0"/>
                  </a:moveTo>
                  <a:lnTo>
                    <a:pt x="1" y="2310"/>
                  </a:lnTo>
                  <a:lnTo>
                    <a:pt x="4502" y="6263"/>
                  </a:lnTo>
                  <a:cubicBezTo>
                    <a:pt x="4790" y="6529"/>
                    <a:pt x="5161" y="6661"/>
                    <a:pt x="5530" y="6661"/>
                  </a:cubicBezTo>
                  <a:cubicBezTo>
                    <a:pt x="5954" y="6661"/>
                    <a:pt x="6376" y="6488"/>
                    <a:pt x="6669" y="6144"/>
                  </a:cubicBezTo>
                  <a:cubicBezTo>
                    <a:pt x="7264" y="5501"/>
                    <a:pt x="7216" y="4525"/>
                    <a:pt x="6550" y="3953"/>
                  </a:cubicBezTo>
                  <a:lnTo>
                    <a:pt x="2072"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1" name="Google Shape;22521;p139"/>
            <p:cNvSpPr/>
            <p:nvPr/>
          </p:nvSpPr>
          <p:spPr>
            <a:xfrm>
              <a:off x="6426652" y="3651750"/>
              <a:ext cx="202239" cy="200645"/>
            </a:xfrm>
            <a:custGeom>
              <a:avLst/>
              <a:gdLst/>
              <a:ahLst/>
              <a:cxnLst/>
              <a:rect l="l" t="t" r="r" b="b"/>
              <a:pathLst>
                <a:path w="6217" h="6168" extrusionOk="0">
                  <a:moveTo>
                    <a:pt x="1048" y="0"/>
                  </a:moveTo>
                  <a:lnTo>
                    <a:pt x="1" y="1143"/>
                  </a:lnTo>
                  <a:cubicBezTo>
                    <a:pt x="239" y="1357"/>
                    <a:pt x="5383" y="5954"/>
                    <a:pt x="5621" y="6168"/>
                  </a:cubicBezTo>
                  <a:cubicBezTo>
                    <a:pt x="6216" y="5596"/>
                    <a:pt x="6216" y="4572"/>
                    <a:pt x="5526" y="3953"/>
                  </a:cubicBezTo>
                  <a:lnTo>
                    <a:pt x="1048"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2" name="Google Shape;22522;p139"/>
            <p:cNvSpPr/>
            <p:nvPr/>
          </p:nvSpPr>
          <p:spPr>
            <a:xfrm>
              <a:off x="6377857" y="3636330"/>
              <a:ext cx="90661" cy="96224"/>
            </a:xfrm>
            <a:custGeom>
              <a:avLst/>
              <a:gdLst/>
              <a:ahLst/>
              <a:cxnLst/>
              <a:rect l="l" t="t" r="r" b="b"/>
              <a:pathLst>
                <a:path w="2787" h="2958" extrusionOk="0">
                  <a:moveTo>
                    <a:pt x="2440" y="0"/>
                  </a:moveTo>
                  <a:cubicBezTo>
                    <a:pt x="2350" y="0"/>
                    <a:pt x="2262" y="46"/>
                    <a:pt x="2191" y="117"/>
                  </a:cubicBezTo>
                  <a:lnTo>
                    <a:pt x="119" y="2427"/>
                  </a:lnTo>
                  <a:cubicBezTo>
                    <a:pt x="0" y="2570"/>
                    <a:pt x="48" y="2760"/>
                    <a:pt x="167" y="2879"/>
                  </a:cubicBezTo>
                  <a:cubicBezTo>
                    <a:pt x="221" y="2933"/>
                    <a:pt x="284" y="2958"/>
                    <a:pt x="350" y="2958"/>
                  </a:cubicBezTo>
                  <a:cubicBezTo>
                    <a:pt x="431" y="2958"/>
                    <a:pt x="517" y="2921"/>
                    <a:pt x="596" y="2855"/>
                  </a:cubicBezTo>
                  <a:lnTo>
                    <a:pt x="2668" y="522"/>
                  </a:lnTo>
                  <a:cubicBezTo>
                    <a:pt x="2787" y="379"/>
                    <a:pt x="2787" y="188"/>
                    <a:pt x="2620" y="69"/>
                  </a:cubicBezTo>
                  <a:cubicBezTo>
                    <a:pt x="2562" y="21"/>
                    <a:pt x="2501" y="0"/>
                    <a:pt x="2440"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3" name="Google Shape;22523;p139"/>
            <p:cNvSpPr/>
            <p:nvPr/>
          </p:nvSpPr>
          <p:spPr>
            <a:xfrm>
              <a:off x="6414258" y="3636330"/>
              <a:ext cx="52699" cy="54943"/>
            </a:xfrm>
            <a:custGeom>
              <a:avLst/>
              <a:gdLst/>
              <a:ahLst/>
              <a:cxnLst/>
              <a:rect l="l" t="t" r="r" b="b"/>
              <a:pathLst>
                <a:path w="1620" h="1689" extrusionOk="0">
                  <a:moveTo>
                    <a:pt x="1265" y="0"/>
                  </a:moveTo>
                  <a:cubicBezTo>
                    <a:pt x="1168" y="0"/>
                    <a:pt x="1072" y="46"/>
                    <a:pt x="1001" y="117"/>
                  </a:cubicBezTo>
                  <a:lnTo>
                    <a:pt x="1" y="1260"/>
                  </a:lnTo>
                  <a:lnTo>
                    <a:pt x="477" y="1689"/>
                  </a:lnTo>
                  <a:lnTo>
                    <a:pt x="1501" y="522"/>
                  </a:lnTo>
                  <a:cubicBezTo>
                    <a:pt x="1620" y="403"/>
                    <a:pt x="1620" y="188"/>
                    <a:pt x="1453" y="69"/>
                  </a:cubicBezTo>
                  <a:cubicBezTo>
                    <a:pt x="1396" y="21"/>
                    <a:pt x="1330" y="0"/>
                    <a:pt x="1265"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4" name="Google Shape;22524;p139"/>
            <p:cNvSpPr/>
            <p:nvPr/>
          </p:nvSpPr>
          <p:spPr>
            <a:xfrm>
              <a:off x="6360811" y="3774127"/>
              <a:ext cx="61221" cy="80609"/>
            </a:xfrm>
            <a:custGeom>
              <a:avLst/>
              <a:gdLst/>
              <a:ahLst/>
              <a:cxnLst/>
              <a:rect l="l" t="t" r="r" b="b"/>
              <a:pathLst>
                <a:path w="1882" h="2478" extrusionOk="0">
                  <a:moveTo>
                    <a:pt x="926" y="1"/>
                  </a:moveTo>
                  <a:cubicBezTo>
                    <a:pt x="864" y="1"/>
                    <a:pt x="798" y="25"/>
                    <a:pt x="739" y="72"/>
                  </a:cubicBezTo>
                  <a:cubicBezTo>
                    <a:pt x="715" y="72"/>
                    <a:pt x="0" y="644"/>
                    <a:pt x="0" y="1477"/>
                  </a:cubicBezTo>
                  <a:cubicBezTo>
                    <a:pt x="0" y="2025"/>
                    <a:pt x="405" y="2477"/>
                    <a:pt x="929" y="2477"/>
                  </a:cubicBezTo>
                  <a:cubicBezTo>
                    <a:pt x="1429" y="2477"/>
                    <a:pt x="1882" y="2025"/>
                    <a:pt x="1834" y="1477"/>
                  </a:cubicBezTo>
                  <a:cubicBezTo>
                    <a:pt x="1834" y="644"/>
                    <a:pt x="1120" y="96"/>
                    <a:pt x="1096" y="72"/>
                  </a:cubicBezTo>
                  <a:cubicBezTo>
                    <a:pt x="1048" y="25"/>
                    <a:pt x="989" y="1"/>
                    <a:pt x="92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5" name="Google Shape;22525;p139"/>
            <p:cNvSpPr/>
            <p:nvPr/>
          </p:nvSpPr>
          <p:spPr>
            <a:xfrm>
              <a:off x="6391780" y="3774127"/>
              <a:ext cx="30253" cy="80609"/>
            </a:xfrm>
            <a:custGeom>
              <a:avLst/>
              <a:gdLst/>
              <a:ahLst/>
              <a:cxnLst/>
              <a:rect l="l" t="t" r="r" b="b"/>
              <a:pathLst>
                <a:path w="930" h="2478" extrusionOk="0">
                  <a:moveTo>
                    <a:pt x="1" y="1"/>
                  </a:moveTo>
                  <a:lnTo>
                    <a:pt x="1" y="2477"/>
                  </a:lnTo>
                  <a:cubicBezTo>
                    <a:pt x="525" y="2477"/>
                    <a:pt x="930" y="2025"/>
                    <a:pt x="930" y="1477"/>
                  </a:cubicBezTo>
                  <a:cubicBezTo>
                    <a:pt x="930" y="644"/>
                    <a:pt x="215" y="72"/>
                    <a:pt x="168" y="72"/>
                  </a:cubicBezTo>
                  <a:cubicBezTo>
                    <a:pt x="120" y="48"/>
                    <a:pt x="49" y="1"/>
                    <a:pt x="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6" name="Google Shape;22526;p139"/>
            <p:cNvSpPr/>
            <p:nvPr/>
          </p:nvSpPr>
          <p:spPr>
            <a:xfrm>
              <a:off x="6280234" y="3859356"/>
              <a:ext cx="220814" cy="80577"/>
            </a:xfrm>
            <a:custGeom>
              <a:avLst/>
              <a:gdLst/>
              <a:ahLst/>
              <a:cxnLst/>
              <a:rect l="l" t="t" r="r" b="b"/>
              <a:pathLst>
                <a:path w="6788" h="2477" extrusionOk="0">
                  <a:moveTo>
                    <a:pt x="310" y="0"/>
                  </a:moveTo>
                  <a:cubicBezTo>
                    <a:pt x="144" y="0"/>
                    <a:pt x="1" y="119"/>
                    <a:pt x="1" y="310"/>
                  </a:cubicBezTo>
                  <a:lnTo>
                    <a:pt x="1" y="2191"/>
                  </a:lnTo>
                  <a:cubicBezTo>
                    <a:pt x="1" y="2334"/>
                    <a:pt x="120" y="2477"/>
                    <a:pt x="310" y="2477"/>
                  </a:cubicBezTo>
                  <a:lnTo>
                    <a:pt x="6502" y="2477"/>
                  </a:lnTo>
                  <a:cubicBezTo>
                    <a:pt x="6669" y="2477"/>
                    <a:pt x="6788" y="2334"/>
                    <a:pt x="6740" y="2191"/>
                  </a:cubicBezTo>
                  <a:lnTo>
                    <a:pt x="6740" y="310"/>
                  </a:lnTo>
                  <a:cubicBezTo>
                    <a:pt x="6740" y="167"/>
                    <a:pt x="6621" y="0"/>
                    <a:pt x="6431" y="0"/>
                  </a:cubicBezTo>
                  <a:lnTo>
                    <a:pt x="4597" y="0"/>
                  </a:lnTo>
                  <a:cubicBezTo>
                    <a:pt x="4478" y="0"/>
                    <a:pt x="4383" y="72"/>
                    <a:pt x="4311" y="191"/>
                  </a:cubicBezTo>
                  <a:cubicBezTo>
                    <a:pt x="4311" y="191"/>
                    <a:pt x="4073" y="643"/>
                    <a:pt x="3359" y="643"/>
                  </a:cubicBezTo>
                  <a:cubicBezTo>
                    <a:pt x="2692" y="643"/>
                    <a:pt x="2454" y="215"/>
                    <a:pt x="2406" y="191"/>
                  </a:cubicBezTo>
                  <a:cubicBezTo>
                    <a:pt x="2382" y="72"/>
                    <a:pt x="2263" y="0"/>
                    <a:pt x="2144"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7" name="Google Shape;22527;p139"/>
            <p:cNvSpPr/>
            <p:nvPr/>
          </p:nvSpPr>
          <p:spPr>
            <a:xfrm>
              <a:off x="6391780" y="3859356"/>
              <a:ext cx="110049" cy="80577"/>
            </a:xfrm>
            <a:custGeom>
              <a:avLst/>
              <a:gdLst/>
              <a:ahLst/>
              <a:cxnLst/>
              <a:rect l="l" t="t" r="r" b="b"/>
              <a:pathLst>
                <a:path w="3383" h="2477" extrusionOk="0">
                  <a:moveTo>
                    <a:pt x="1216" y="0"/>
                  </a:moveTo>
                  <a:cubicBezTo>
                    <a:pt x="1096" y="0"/>
                    <a:pt x="977" y="72"/>
                    <a:pt x="954" y="191"/>
                  </a:cubicBezTo>
                  <a:cubicBezTo>
                    <a:pt x="882" y="310"/>
                    <a:pt x="596" y="643"/>
                    <a:pt x="1" y="643"/>
                  </a:cubicBezTo>
                  <a:lnTo>
                    <a:pt x="1" y="2477"/>
                  </a:lnTo>
                  <a:lnTo>
                    <a:pt x="3097" y="2477"/>
                  </a:lnTo>
                  <a:cubicBezTo>
                    <a:pt x="3264" y="2477"/>
                    <a:pt x="3383" y="2334"/>
                    <a:pt x="3383" y="2191"/>
                  </a:cubicBezTo>
                  <a:lnTo>
                    <a:pt x="3383" y="310"/>
                  </a:lnTo>
                  <a:cubicBezTo>
                    <a:pt x="3383" y="119"/>
                    <a:pt x="3240" y="0"/>
                    <a:pt x="30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8" name="Google Shape;22528;p139"/>
            <p:cNvSpPr/>
            <p:nvPr/>
          </p:nvSpPr>
          <p:spPr>
            <a:xfrm>
              <a:off x="6418129" y="3748559"/>
              <a:ext cx="211543" cy="119906"/>
            </a:xfrm>
            <a:custGeom>
              <a:avLst/>
              <a:gdLst/>
              <a:ahLst/>
              <a:cxnLst/>
              <a:rect l="l" t="t" r="r" b="b"/>
              <a:pathLst>
                <a:path w="6503" h="3686" extrusionOk="0">
                  <a:moveTo>
                    <a:pt x="1" y="1"/>
                  </a:moveTo>
                  <a:lnTo>
                    <a:pt x="3740" y="3287"/>
                  </a:lnTo>
                  <a:cubicBezTo>
                    <a:pt x="4050" y="3553"/>
                    <a:pt x="4423" y="3685"/>
                    <a:pt x="4787" y="3685"/>
                  </a:cubicBezTo>
                  <a:cubicBezTo>
                    <a:pt x="5206" y="3685"/>
                    <a:pt x="5614" y="3512"/>
                    <a:pt x="5907" y="3168"/>
                  </a:cubicBezTo>
                  <a:cubicBezTo>
                    <a:pt x="6502" y="2525"/>
                    <a:pt x="6454" y="1549"/>
                    <a:pt x="5788" y="977"/>
                  </a:cubicBezTo>
                  <a:lnTo>
                    <a:pt x="4668"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9" name="Google Shape;22529;p139"/>
            <p:cNvSpPr/>
            <p:nvPr/>
          </p:nvSpPr>
          <p:spPr>
            <a:xfrm>
              <a:off x="6494054" y="3749340"/>
              <a:ext cx="135618" cy="103836"/>
            </a:xfrm>
            <a:custGeom>
              <a:avLst/>
              <a:gdLst/>
              <a:ahLst/>
              <a:cxnLst/>
              <a:rect l="l" t="t" r="r" b="b"/>
              <a:pathLst>
                <a:path w="4169" h="3192" extrusionOk="0">
                  <a:moveTo>
                    <a:pt x="1" y="1"/>
                  </a:moveTo>
                  <a:cubicBezTo>
                    <a:pt x="358" y="334"/>
                    <a:pt x="1620" y="1429"/>
                    <a:pt x="3573" y="3192"/>
                  </a:cubicBezTo>
                  <a:cubicBezTo>
                    <a:pt x="4168" y="2549"/>
                    <a:pt x="4120" y="1549"/>
                    <a:pt x="3501" y="977"/>
                  </a:cubicBezTo>
                  <a:lnTo>
                    <a:pt x="235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0" name="Google Shape;22530;p139"/>
            <p:cNvSpPr/>
            <p:nvPr/>
          </p:nvSpPr>
          <p:spPr>
            <a:xfrm>
              <a:off x="6523494" y="3772598"/>
              <a:ext cx="19388" cy="19388"/>
            </a:xfrm>
            <a:custGeom>
              <a:avLst/>
              <a:gdLst/>
              <a:ahLst/>
              <a:cxnLst/>
              <a:rect l="l" t="t" r="r" b="b"/>
              <a:pathLst>
                <a:path w="596" h="596" extrusionOk="0">
                  <a:moveTo>
                    <a:pt x="286" y="0"/>
                  </a:moveTo>
                  <a:cubicBezTo>
                    <a:pt x="143" y="0"/>
                    <a:pt x="0" y="143"/>
                    <a:pt x="0" y="286"/>
                  </a:cubicBezTo>
                  <a:cubicBezTo>
                    <a:pt x="0" y="453"/>
                    <a:pt x="143" y="595"/>
                    <a:pt x="286" y="595"/>
                  </a:cubicBezTo>
                  <a:cubicBezTo>
                    <a:pt x="453" y="595"/>
                    <a:pt x="596" y="476"/>
                    <a:pt x="596" y="286"/>
                  </a:cubicBezTo>
                  <a:cubicBezTo>
                    <a:pt x="596" y="119"/>
                    <a:pt x="453" y="0"/>
                    <a:pt x="286"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1" name="Google Shape;22531;p139"/>
            <p:cNvSpPr/>
            <p:nvPr/>
          </p:nvSpPr>
          <p:spPr>
            <a:xfrm>
              <a:off x="6524274" y="3772111"/>
              <a:ext cx="18607" cy="16785"/>
            </a:xfrm>
            <a:custGeom>
              <a:avLst/>
              <a:gdLst/>
              <a:ahLst/>
              <a:cxnLst/>
              <a:rect l="l" t="t" r="r" b="b"/>
              <a:pathLst>
                <a:path w="572" h="516" extrusionOk="0">
                  <a:moveTo>
                    <a:pt x="258" y="1"/>
                  </a:moveTo>
                  <a:cubicBezTo>
                    <a:pt x="169" y="1"/>
                    <a:pt x="76" y="35"/>
                    <a:pt x="0" y="110"/>
                  </a:cubicBezTo>
                  <a:lnTo>
                    <a:pt x="477" y="515"/>
                  </a:lnTo>
                  <a:cubicBezTo>
                    <a:pt x="548" y="468"/>
                    <a:pt x="572" y="396"/>
                    <a:pt x="572" y="301"/>
                  </a:cubicBezTo>
                  <a:cubicBezTo>
                    <a:pt x="572" y="116"/>
                    <a:pt x="422" y="1"/>
                    <a:pt x="258" y="1"/>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2" name="Google Shape;22532;p139"/>
            <p:cNvSpPr/>
            <p:nvPr/>
          </p:nvSpPr>
          <p:spPr>
            <a:xfrm>
              <a:off x="6365463" y="3647846"/>
              <a:ext cx="19388" cy="19420"/>
            </a:xfrm>
            <a:custGeom>
              <a:avLst/>
              <a:gdLst/>
              <a:ahLst/>
              <a:cxnLst/>
              <a:rect l="l" t="t" r="r" b="b"/>
              <a:pathLst>
                <a:path w="596" h="597" extrusionOk="0">
                  <a:moveTo>
                    <a:pt x="310" y="1"/>
                  </a:moveTo>
                  <a:cubicBezTo>
                    <a:pt x="143" y="1"/>
                    <a:pt x="0" y="144"/>
                    <a:pt x="0" y="287"/>
                  </a:cubicBezTo>
                  <a:cubicBezTo>
                    <a:pt x="0" y="430"/>
                    <a:pt x="119" y="596"/>
                    <a:pt x="310" y="596"/>
                  </a:cubicBezTo>
                  <a:cubicBezTo>
                    <a:pt x="453" y="596"/>
                    <a:pt x="596" y="477"/>
                    <a:pt x="596" y="287"/>
                  </a:cubicBezTo>
                  <a:cubicBezTo>
                    <a:pt x="596" y="120"/>
                    <a:pt x="453" y="1"/>
                    <a:pt x="310"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3" name="Google Shape;22533;p139"/>
            <p:cNvSpPr/>
            <p:nvPr/>
          </p:nvSpPr>
          <p:spPr>
            <a:xfrm>
              <a:off x="6375515" y="3606728"/>
              <a:ext cx="19420" cy="19485"/>
            </a:xfrm>
            <a:custGeom>
              <a:avLst/>
              <a:gdLst/>
              <a:ahLst/>
              <a:cxnLst/>
              <a:rect l="l" t="t" r="r" b="b"/>
              <a:pathLst>
                <a:path w="597" h="599" extrusionOk="0">
                  <a:moveTo>
                    <a:pt x="318" y="0"/>
                  </a:moveTo>
                  <a:cubicBezTo>
                    <a:pt x="308" y="0"/>
                    <a:pt x="297" y="1"/>
                    <a:pt x="287" y="3"/>
                  </a:cubicBezTo>
                  <a:cubicBezTo>
                    <a:pt x="144" y="3"/>
                    <a:pt x="1" y="146"/>
                    <a:pt x="1" y="312"/>
                  </a:cubicBezTo>
                  <a:cubicBezTo>
                    <a:pt x="1" y="455"/>
                    <a:pt x="120" y="598"/>
                    <a:pt x="287" y="598"/>
                  </a:cubicBezTo>
                  <a:cubicBezTo>
                    <a:pt x="430" y="598"/>
                    <a:pt x="596" y="479"/>
                    <a:pt x="596" y="312"/>
                  </a:cubicBezTo>
                  <a:cubicBezTo>
                    <a:pt x="596" y="136"/>
                    <a:pt x="453" y="0"/>
                    <a:pt x="318"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4" name="Google Shape;22534;p139"/>
            <p:cNvSpPr/>
            <p:nvPr/>
          </p:nvSpPr>
          <p:spPr>
            <a:xfrm>
              <a:off x="6391032" y="3607574"/>
              <a:ext cx="4684" cy="15517"/>
            </a:xfrm>
            <a:custGeom>
              <a:avLst/>
              <a:gdLst/>
              <a:ahLst/>
              <a:cxnLst/>
              <a:rect l="l" t="t" r="r" b="b"/>
              <a:pathLst>
                <a:path w="144" h="477" extrusionOk="0">
                  <a:moveTo>
                    <a:pt x="0" y="1"/>
                  </a:moveTo>
                  <a:lnTo>
                    <a:pt x="0" y="477"/>
                  </a:lnTo>
                  <a:cubicBezTo>
                    <a:pt x="143" y="358"/>
                    <a:pt x="143" y="167"/>
                    <a:pt x="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35" name="Google Shape;22535;p139"/>
          <p:cNvGrpSpPr/>
          <p:nvPr/>
        </p:nvGrpSpPr>
        <p:grpSpPr>
          <a:xfrm>
            <a:off x="5517178" y="3448993"/>
            <a:ext cx="347095" cy="344753"/>
            <a:chOff x="5517178" y="3601393"/>
            <a:chExt cx="347095" cy="344753"/>
          </a:xfrm>
        </p:grpSpPr>
        <p:sp>
          <p:nvSpPr>
            <p:cNvPr id="22536" name="Google Shape;22536;p139"/>
            <p:cNvSpPr/>
            <p:nvPr/>
          </p:nvSpPr>
          <p:spPr>
            <a:xfrm>
              <a:off x="5517178" y="3601393"/>
              <a:ext cx="263428" cy="321527"/>
            </a:xfrm>
            <a:custGeom>
              <a:avLst/>
              <a:gdLst/>
              <a:ahLst/>
              <a:cxnLst/>
              <a:rect l="l" t="t" r="r" b="b"/>
              <a:pathLst>
                <a:path w="8098" h="9884" extrusionOk="0">
                  <a:moveTo>
                    <a:pt x="929" y="0"/>
                  </a:moveTo>
                  <a:cubicBezTo>
                    <a:pt x="405" y="0"/>
                    <a:pt x="0" y="405"/>
                    <a:pt x="0" y="905"/>
                  </a:cubicBezTo>
                  <a:lnTo>
                    <a:pt x="0" y="8954"/>
                  </a:lnTo>
                  <a:cubicBezTo>
                    <a:pt x="0" y="9454"/>
                    <a:pt x="405" y="9883"/>
                    <a:pt x="929" y="9883"/>
                  </a:cubicBezTo>
                  <a:lnTo>
                    <a:pt x="7169" y="9883"/>
                  </a:lnTo>
                  <a:cubicBezTo>
                    <a:pt x="7693" y="9883"/>
                    <a:pt x="8097" y="9454"/>
                    <a:pt x="8097" y="8954"/>
                  </a:cubicBezTo>
                  <a:lnTo>
                    <a:pt x="8097" y="2453"/>
                  </a:lnTo>
                  <a:lnTo>
                    <a:pt x="5597"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7" name="Google Shape;22537;p139"/>
            <p:cNvSpPr/>
            <p:nvPr/>
          </p:nvSpPr>
          <p:spPr>
            <a:xfrm>
              <a:off x="5648860" y="3601393"/>
              <a:ext cx="131746" cy="321527"/>
            </a:xfrm>
            <a:custGeom>
              <a:avLst/>
              <a:gdLst/>
              <a:ahLst/>
              <a:cxnLst/>
              <a:rect l="l" t="t" r="r" b="b"/>
              <a:pathLst>
                <a:path w="4050" h="9884" extrusionOk="0">
                  <a:moveTo>
                    <a:pt x="1" y="0"/>
                  </a:moveTo>
                  <a:lnTo>
                    <a:pt x="1" y="9883"/>
                  </a:lnTo>
                  <a:lnTo>
                    <a:pt x="3121" y="9883"/>
                  </a:lnTo>
                  <a:cubicBezTo>
                    <a:pt x="3645" y="9883"/>
                    <a:pt x="4049" y="9454"/>
                    <a:pt x="4049" y="8954"/>
                  </a:cubicBezTo>
                  <a:lnTo>
                    <a:pt x="4049" y="2453"/>
                  </a:lnTo>
                  <a:lnTo>
                    <a:pt x="1549"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8" name="Google Shape;22538;p139"/>
            <p:cNvSpPr/>
            <p:nvPr/>
          </p:nvSpPr>
          <p:spPr>
            <a:xfrm>
              <a:off x="5699216" y="3601393"/>
              <a:ext cx="81390" cy="79796"/>
            </a:xfrm>
            <a:custGeom>
              <a:avLst/>
              <a:gdLst/>
              <a:ahLst/>
              <a:cxnLst/>
              <a:rect l="l" t="t" r="r" b="b"/>
              <a:pathLst>
                <a:path w="2502" h="2453" extrusionOk="0">
                  <a:moveTo>
                    <a:pt x="1" y="0"/>
                  </a:moveTo>
                  <a:lnTo>
                    <a:pt x="1" y="2167"/>
                  </a:lnTo>
                  <a:cubicBezTo>
                    <a:pt x="1" y="2310"/>
                    <a:pt x="120" y="2453"/>
                    <a:pt x="310" y="2453"/>
                  </a:cubicBezTo>
                  <a:lnTo>
                    <a:pt x="2501" y="2453"/>
                  </a:lnTo>
                  <a:lnTo>
                    <a:pt x="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9" name="Google Shape;22539;p139"/>
            <p:cNvSpPr/>
            <p:nvPr/>
          </p:nvSpPr>
          <p:spPr>
            <a:xfrm>
              <a:off x="5577586" y="3754967"/>
              <a:ext cx="62783" cy="46518"/>
            </a:xfrm>
            <a:custGeom>
              <a:avLst/>
              <a:gdLst/>
              <a:ahLst/>
              <a:cxnLst/>
              <a:rect l="l" t="t" r="r" b="b"/>
              <a:pathLst>
                <a:path w="1930" h="1430" extrusionOk="0">
                  <a:moveTo>
                    <a:pt x="1585" y="0"/>
                  </a:moveTo>
                  <a:cubicBezTo>
                    <a:pt x="1501" y="0"/>
                    <a:pt x="1418" y="30"/>
                    <a:pt x="1358" y="90"/>
                  </a:cubicBezTo>
                  <a:lnTo>
                    <a:pt x="787" y="661"/>
                  </a:lnTo>
                  <a:lnTo>
                    <a:pt x="549" y="423"/>
                  </a:lnTo>
                  <a:cubicBezTo>
                    <a:pt x="489" y="363"/>
                    <a:pt x="406" y="334"/>
                    <a:pt x="325" y="334"/>
                  </a:cubicBezTo>
                  <a:cubicBezTo>
                    <a:pt x="245" y="334"/>
                    <a:pt x="168" y="363"/>
                    <a:pt x="120" y="423"/>
                  </a:cubicBezTo>
                  <a:cubicBezTo>
                    <a:pt x="1" y="542"/>
                    <a:pt x="1" y="756"/>
                    <a:pt x="120" y="875"/>
                  </a:cubicBezTo>
                  <a:lnTo>
                    <a:pt x="549" y="1304"/>
                  </a:lnTo>
                  <a:cubicBezTo>
                    <a:pt x="608" y="1387"/>
                    <a:pt x="692" y="1429"/>
                    <a:pt x="778" y="1429"/>
                  </a:cubicBezTo>
                  <a:cubicBezTo>
                    <a:pt x="864" y="1429"/>
                    <a:pt x="954" y="1387"/>
                    <a:pt x="1025" y="1304"/>
                  </a:cubicBezTo>
                  <a:lnTo>
                    <a:pt x="1811" y="542"/>
                  </a:lnTo>
                  <a:cubicBezTo>
                    <a:pt x="1930" y="423"/>
                    <a:pt x="1930" y="209"/>
                    <a:pt x="1811" y="90"/>
                  </a:cubicBezTo>
                  <a:cubicBezTo>
                    <a:pt x="1751" y="30"/>
                    <a:pt x="1668" y="0"/>
                    <a:pt x="1585"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0" name="Google Shape;22540;p139"/>
            <p:cNvSpPr/>
            <p:nvPr/>
          </p:nvSpPr>
          <p:spPr>
            <a:xfrm>
              <a:off x="5577586" y="3816937"/>
              <a:ext cx="62783" cy="45575"/>
            </a:xfrm>
            <a:custGeom>
              <a:avLst/>
              <a:gdLst/>
              <a:ahLst/>
              <a:cxnLst/>
              <a:rect l="l" t="t" r="r" b="b"/>
              <a:pathLst>
                <a:path w="1930" h="1401" extrusionOk="0">
                  <a:moveTo>
                    <a:pt x="1585" y="0"/>
                  </a:moveTo>
                  <a:cubicBezTo>
                    <a:pt x="1501" y="0"/>
                    <a:pt x="1418" y="30"/>
                    <a:pt x="1358" y="90"/>
                  </a:cubicBezTo>
                  <a:lnTo>
                    <a:pt x="787" y="661"/>
                  </a:lnTo>
                  <a:lnTo>
                    <a:pt x="549" y="423"/>
                  </a:lnTo>
                  <a:cubicBezTo>
                    <a:pt x="489" y="364"/>
                    <a:pt x="406" y="334"/>
                    <a:pt x="325" y="334"/>
                  </a:cubicBezTo>
                  <a:cubicBezTo>
                    <a:pt x="245" y="334"/>
                    <a:pt x="168" y="364"/>
                    <a:pt x="120" y="423"/>
                  </a:cubicBezTo>
                  <a:cubicBezTo>
                    <a:pt x="1" y="542"/>
                    <a:pt x="1" y="757"/>
                    <a:pt x="120" y="876"/>
                  </a:cubicBezTo>
                  <a:lnTo>
                    <a:pt x="549" y="1304"/>
                  </a:lnTo>
                  <a:cubicBezTo>
                    <a:pt x="616" y="1371"/>
                    <a:pt x="713" y="1401"/>
                    <a:pt x="807" y="1401"/>
                  </a:cubicBezTo>
                  <a:cubicBezTo>
                    <a:pt x="879" y="1401"/>
                    <a:pt x="949" y="1383"/>
                    <a:pt x="1001" y="1352"/>
                  </a:cubicBezTo>
                  <a:lnTo>
                    <a:pt x="1811" y="542"/>
                  </a:lnTo>
                  <a:cubicBezTo>
                    <a:pt x="1930" y="423"/>
                    <a:pt x="1930" y="209"/>
                    <a:pt x="1811" y="90"/>
                  </a:cubicBezTo>
                  <a:cubicBezTo>
                    <a:pt x="1751" y="30"/>
                    <a:pt x="1668" y="0"/>
                    <a:pt x="1585"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1" name="Google Shape;22541;p139"/>
            <p:cNvSpPr/>
            <p:nvPr/>
          </p:nvSpPr>
          <p:spPr>
            <a:xfrm>
              <a:off x="5657382" y="3700545"/>
              <a:ext cx="62035" cy="20949"/>
            </a:xfrm>
            <a:custGeom>
              <a:avLst/>
              <a:gdLst/>
              <a:ahLst/>
              <a:cxnLst/>
              <a:rect l="l" t="t" r="r" b="b"/>
              <a:pathLst>
                <a:path w="1907" h="644" extrusionOk="0">
                  <a:moveTo>
                    <a:pt x="334" y="0"/>
                  </a:moveTo>
                  <a:cubicBezTo>
                    <a:pt x="144" y="0"/>
                    <a:pt x="1" y="191"/>
                    <a:pt x="48" y="358"/>
                  </a:cubicBezTo>
                  <a:cubicBezTo>
                    <a:pt x="72" y="524"/>
                    <a:pt x="215" y="643"/>
                    <a:pt x="358" y="643"/>
                  </a:cubicBezTo>
                  <a:lnTo>
                    <a:pt x="1596" y="643"/>
                  </a:lnTo>
                  <a:cubicBezTo>
                    <a:pt x="1787" y="643"/>
                    <a:pt x="1906" y="477"/>
                    <a:pt x="1882" y="286"/>
                  </a:cubicBezTo>
                  <a:cubicBezTo>
                    <a:pt x="1858" y="119"/>
                    <a:pt x="1716" y="0"/>
                    <a:pt x="1549"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2" name="Google Shape;22542;p139"/>
            <p:cNvSpPr/>
            <p:nvPr/>
          </p:nvSpPr>
          <p:spPr>
            <a:xfrm>
              <a:off x="5657382" y="3761733"/>
              <a:ext cx="42647" cy="20169"/>
            </a:xfrm>
            <a:custGeom>
              <a:avLst/>
              <a:gdLst/>
              <a:ahLst/>
              <a:cxnLst/>
              <a:rect l="l" t="t" r="r" b="b"/>
              <a:pathLst>
                <a:path w="1311" h="620" extrusionOk="0">
                  <a:moveTo>
                    <a:pt x="334" y="1"/>
                  </a:moveTo>
                  <a:cubicBezTo>
                    <a:pt x="144" y="1"/>
                    <a:pt x="1" y="191"/>
                    <a:pt x="48" y="358"/>
                  </a:cubicBezTo>
                  <a:cubicBezTo>
                    <a:pt x="72" y="501"/>
                    <a:pt x="215" y="620"/>
                    <a:pt x="358" y="620"/>
                  </a:cubicBezTo>
                  <a:lnTo>
                    <a:pt x="1001" y="620"/>
                  </a:lnTo>
                  <a:cubicBezTo>
                    <a:pt x="1168" y="620"/>
                    <a:pt x="1311" y="453"/>
                    <a:pt x="1287" y="263"/>
                  </a:cubicBezTo>
                  <a:cubicBezTo>
                    <a:pt x="1263" y="120"/>
                    <a:pt x="1120"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3" name="Google Shape;22543;p139"/>
            <p:cNvSpPr/>
            <p:nvPr/>
          </p:nvSpPr>
          <p:spPr>
            <a:xfrm>
              <a:off x="5657382" y="3822922"/>
              <a:ext cx="42647" cy="20201"/>
            </a:xfrm>
            <a:custGeom>
              <a:avLst/>
              <a:gdLst/>
              <a:ahLst/>
              <a:cxnLst/>
              <a:rect l="l" t="t" r="r" b="b"/>
              <a:pathLst>
                <a:path w="1311" h="621" extrusionOk="0">
                  <a:moveTo>
                    <a:pt x="334" y="1"/>
                  </a:moveTo>
                  <a:cubicBezTo>
                    <a:pt x="144" y="1"/>
                    <a:pt x="1" y="168"/>
                    <a:pt x="48" y="358"/>
                  </a:cubicBezTo>
                  <a:cubicBezTo>
                    <a:pt x="72" y="501"/>
                    <a:pt x="215" y="620"/>
                    <a:pt x="358" y="620"/>
                  </a:cubicBezTo>
                  <a:lnTo>
                    <a:pt x="1001" y="620"/>
                  </a:lnTo>
                  <a:cubicBezTo>
                    <a:pt x="1168" y="620"/>
                    <a:pt x="1311" y="477"/>
                    <a:pt x="1287" y="263"/>
                  </a:cubicBezTo>
                  <a:cubicBezTo>
                    <a:pt x="1263" y="120"/>
                    <a:pt x="1120" y="1"/>
                    <a:pt x="95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4" name="Google Shape;22544;p139"/>
            <p:cNvSpPr/>
            <p:nvPr/>
          </p:nvSpPr>
          <p:spPr>
            <a:xfrm>
              <a:off x="5577586" y="3696088"/>
              <a:ext cx="62783" cy="45347"/>
            </a:xfrm>
            <a:custGeom>
              <a:avLst/>
              <a:gdLst/>
              <a:ahLst/>
              <a:cxnLst/>
              <a:rect l="l" t="t" r="r" b="b"/>
              <a:pathLst>
                <a:path w="1930" h="1394" extrusionOk="0">
                  <a:moveTo>
                    <a:pt x="1585" y="0"/>
                  </a:moveTo>
                  <a:cubicBezTo>
                    <a:pt x="1501" y="0"/>
                    <a:pt x="1418" y="30"/>
                    <a:pt x="1358" y="90"/>
                  </a:cubicBezTo>
                  <a:lnTo>
                    <a:pt x="787" y="661"/>
                  </a:lnTo>
                  <a:lnTo>
                    <a:pt x="549" y="423"/>
                  </a:lnTo>
                  <a:cubicBezTo>
                    <a:pt x="489" y="364"/>
                    <a:pt x="406" y="334"/>
                    <a:pt x="325" y="334"/>
                  </a:cubicBezTo>
                  <a:cubicBezTo>
                    <a:pt x="245" y="334"/>
                    <a:pt x="168" y="364"/>
                    <a:pt x="120" y="423"/>
                  </a:cubicBezTo>
                  <a:cubicBezTo>
                    <a:pt x="1" y="542"/>
                    <a:pt x="1" y="733"/>
                    <a:pt x="120" y="852"/>
                  </a:cubicBezTo>
                  <a:lnTo>
                    <a:pt x="549" y="1304"/>
                  </a:lnTo>
                  <a:cubicBezTo>
                    <a:pt x="608" y="1364"/>
                    <a:pt x="692" y="1394"/>
                    <a:pt x="778" y="1394"/>
                  </a:cubicBezTo>
                  <a:cubicBezTo>
                    <a:pt x="864" y="1394"/>
                    <a:pt x="954" y="1364"/>
                    <a:pt x="1025" y="1304"/>
                  </a:cubicBezTo>
                  <a:lnTo>
                    <a:pt x="1811" y="542"/>
                  </a:lnTo>
                  <a:cubicBezTo>
                    <a:pt x="1930" y="423"/>
                    <a:pt x="1930" y="209"/>
                    <a:pt x="1811" y="90"/>
                  </a:cubicBezTo>
                  <a:cubicBezTo>
                    <a:pt x="1751" y="30"/>
                    <a:pt x="1668" y="0"/>
                    <a:pt x="1585"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5" name="Google Shape;22545;p139"/>
            <p:cNvSpPr/>
            <p:nvPr/>
          </p:nvSpPr>
          <p:spPr>
            <a:xfrm>
              <a:off x="5676770" y="3780341"/>
              <a:ext cx="187503" cy="165805"/>
            </a:xfrm>
            <a:custGeom>
              <a:avLst/>
              <a:gdLst/>
              <a:ahLst/>
              <a:cxnLst/>
              <a:rect l="l" t="t" r="r" b="b"/>
              <a:pathLst>
                <a:path w="5764" h="5097" extrusionOk="0">
                  <a:moveTo>
                    <a:pt x="1643" y="0"/>
                  </a:moveTo>
                  <a:lnTo>
                    <a:pt x="1643" y="2143"/>
                  </a:lnTo>
                  <a:lnTo>
                    <a:pt x="119" y="4620"/>
                  </a:lnTo>
                  <a:cubicBezTo>
                    <a:pt x="0" y="4811"/>
                    <a:pt x="167" y="5096"/>
                    <a:pt x="405" y="5096"/>
                  </a:cubicBezTo>
                  <a:lnTo>
                    <a:pt x="5406" y="5096"/>
                  </a:lnTo>
                  <a:cubicBezTo>
                    <a:pt x="5597" y="5096"/>
                    <a:pt x="5763" y="4811"/>
                    <a:pt x="5644" y="4620"/>
                  </a:cubicBezTo>
                  <a:lnTo>
                    <a:pt x="4120" y="2143"/>
                  </a:lnTo>
                  <a:lnTo>
                    <a:pt x="4120"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6" name="Google Shape;22546;p139"/>
            <p:cNvSpPr/>
            <p:nvPr/>
          </p:nvSpPr>
          <p:spPr>
            <a:xfrm>
              <a:off x="5771270" y="3780341"/>
              <a:ext cx="93003" cy="165805"/>
            </a:xfrm>
            <a:custGeom>
              <a:avLst/>
              <a:gdLst/>
              <a:ahLst/>
              <a:cxnLst/>
              <a:rect l="l" t="t" r="r" b="b"/>
              <a:pathLst>
                <a:path w="2859" h="5097" extrusionOk="0">
                  <a:moveTo>
                    <a:pt x="1" y="0"/>
                  </a:moveTo>
                  <a:lnTo>
                    <a:pt x="1" y="5096"/>
                  </a:lnTo>
                  <a:lnTo>
                    <a:pt x="2453" y="5096"/>
                  </a:lnTo>
                  <a:cubicBezTo>
                    <a:pt x="2692" y="5096"/>
                    <a:pt x="2858" y="4811"/>
                    <a:pt x="2739" y="4620"/>
                  </a:cubicBezTo>
                  <a:cubicBezTo>
                    <a:pt x="2644" y="4501"/>
                    <a:pt x="1310" y="2286"/>
                    <a:pt x="1215" y="2143"/>
                  </a:cubicBezTo>
                  <a:lnTo>
                    <a:pt x="1215"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7" name="Google Shape;22547;p139"/>
            <p:cNvSpPr/>
            <p:nvPr/>
          </p:nvSpPr>
          <p:spPr>
            <a:xfrm>
              <a:off x="5719385" y="3761733"/>
              <a:ext cx="102274" cy="20169"/>
            </a:xfrm>
            <a:custGeom>
              <a:avLst/>
              <a:gdLst/>
              <a:ahLst/>
              <a:cxnLst/>
              <a:rect l="l" t="t" r="r" b="b"/>
              <a:pathLst>
                <a:path w="3144" h="620" extrusionOk="0">
                  <a:moveTo>
                    <a:pt x="333" y="1"/>
                  </a:moveTo>
                  <a:cubicBezTo>
                    <a:pt x="143" y="1"/>
                    <a:pt x="0" y="191"/>
                    <a:pt x="24" y="358"/>
                  </a:cubicBezTo>
                  <a:cubicBezTo>
                    <a:pt x="71" y="501"/>
                    <a:pt x="214" y="620"/>
                    <a:pt x="357" y="620"/>
                  </a:cubicBezTo>
                  <a:lnTo>
                    <a:pt x="2810" y="620"/>
                  </a:lnTo>
                  <a:cubicBezTo>
                    <a:pt x="2977" y="620"/>
                    <a:pt x="3144" y="453"/>
                    <a:pt x="3096" y="263"/>
                  </a:cubicBezTo>
                  <a:cubicBezTo>
                    <a:pt x="3072" y="120"/>
                    <a:pt x="2929" y="1"/>
                    <a:pt x="2786"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8" name="Google Shape;22548;p139"/>
            <p:cNvSpPr/>
            <p:nvPr/>
          </p:nvSpPr>
          <p:spPr>
            <a:xfrm>
              <a:off x="5769709" y="3761733"/>
              <a:ext cx="50389" cy="20169"/>
            </a:xfrm>
            <a:custGeom>
              <a:avLst/>
              <a:gdLst/>
              <a:ahLst/>
              <a:cxnLst/>
              <a:rect l="l" t="t" r="r" b="b"/>
              <a:pathLst>
                <a:path w="1549" h="620" extrusionOk="0">
                  <a:moveTo>
                    <a:pt x="1" y="1"/>
                  </a:moveTo>
                  <a:lnTo>
                    <a:pt x="1" y="620"/>
                  </a:lnTo>
                  <a:lnTo>
                    <a:pt x="1239" y="620"/>
                  </a:lnTo>
                  <a:cubicBezTo>
                    <a:pt x="1382" y="620"/>
                    <a:pt x="1525" y="501"/>
                    <a:pt x="1525" y="358"/>
                  </a:cubicBezTo>
                  <a:cubicBezTo>
                    <a:pt x="1549" y="144"/>
                    <a:pt x="1406" y="1"/>
                    <a:pt x="1239"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9" name="Google Shape;22549;p139"/>
            <p:cNvSpPr/>
            <p:nvPr/>
          </p:nvSpPr>
          <p:spPr>
            <a:xfrm>
              <a:off x="5675990" y="3874060"/>
              <a:ext cx="188284" cy="72086"/>
            </a:xfrm>
            <a:custGeom>
              <a:avLst/>
              <a:gdLst/>
              <a:ahLst/>
              <a:cxnLst/>
              <a:rect l="l" t="t" r="r" b="b"/>
              <a:pathLst>
                <a:path w="5788" h="2216" extrusionOk="0">
                  <a:moveTo>
                    <a:pt x="1191" y="1"/>
                  </a:moveTo>
                  <a:lnTo>
                    <a:pt x="119" y="1739"/>
                  </a:lnTo>
                  <a:cubicBezTo>
                    <a:pt x="0" y="1930"/>
                    <a:pt x="143" y="2215"/>
                    <a:pt x="381" y="2215"/>
                  </a:cubicBezTo>
                  <a:lnTo>
                    <a:pt x="5382" y="2215"/>
                  </a:lnTo>
                  <a:cubicBezTo>
                    <a:pt x="5621" y="2215"/>
                    <a:pt x="5787" y="1930"/>
                    <a:pt x="5668" y="1739"/>
                  </a:cubicBezTo>
                  <a:lnTo>
                    <a:pt x="4597" y="1"/>
                  </a:ln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0" name="Google Shape;22550;p139"/>
            <p:cNvSpPr/>
            <p:nvPr/>
          </p:nvSpPr>
          <p:spPr>
            <a:xfrm>
              <a:off x="5769709" y="3874060"/>
              <a:ext cx="94565" cy="72086"/>
            </a:xfrm>
            <a:custGeom>
              <a:avLst/>
              <a:gdLst/>
              <a:ahLst/>
              <a:cxnLst/>
              <a:rect l="l" t="t" r="r" b="b"/>
              <a:pathLst>
                <a:path w="2907" h="2216" extrusionOk="0">
                  <a:moveTo>
                    <a:pt x="1" y="1"/>
                  </a:moveTo>
                  <a:lnTo>
                    <a:pt x="1" y="2215"/>
                  </a:lnTo>
                  <a:lnTo>
                    <a:pt x="2501" y="2215"/>
                  </a:lnTo>
                  <a:cubicBezTo>
                    <a:pt x="2740" y="2215"/>
                    <a:pt x="2906" y="1930"/>
                    <a:pt x="2787" y="1739"/>
                  </a:cubicBezTo>
                  <a:lnTo>
                    <a:pt x="1716"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51" name="Google Shape;22551;p139"/>
          <p:cNvGrpSpPr/>
          <p:nvPr/>
        </p:nvGrpSpPr>
        <p:grpSpPr>
          <a:xfrm>
            <a:off x="4789742" y="3449611"/>
            <a:ext cx="295177" cy="344135"/>
            <a:chOff x="4789742" y="3602011"/>
            <a:chExt cx="295177" cy="344135"/>
          </a:xfrm>
        </p:grpSpPr>
        <p:sp>
          <p:nvSpPr>
            <p:cNvPr id="22552" name="Google Shape;22552;p139"/>
            <p:cNvSpPr/>
            <p:nvPr/>
          </p:nvSpPr>
          <p:spPr>
            <a:xfrm>
              <a:off x="4821524" y="3661801"/>
              <a:ext cx="123972" cy="84480"/>
            </a:xfrm>
            <a:custGeom>
              <a:avLst/>
              <a:gdLst/>
              <a:ahLst/>
              <a:cxnLst/>
              <a:rect l="l" t="t" r="r" b="b"/>
              <a:pathLst>
                <a:path w="3811" h="2597" extrusionOk="0">
                  <a:moveTo>
                    <a:pt x="2810" y="1"/>
                  </a:moveTo>
                  <a:cubicBezTo>
                    <a:pt x="1310" y="1"/>
                    <a:pt x="119" y="1144"/>
                    <a:pt x="0" y="2596"/>
                  </a:cubicBezTo>
                  <a:lnTo>
                    <a:pt x="595" y="2596"/>
                  </a:lnTo>
                  <a:cubicBezTo>
                    <a:pt x="738" y="1501"/>
                    <a:pt x="1643" y="644"/>
                    <a:pt x="2786" y="644"/>
                  </a:cubicBezTo>
                  <a:lnTo>
                    <a:pt x="3810" y="644"/>
                  </a:lnTo>
                  <a:lnTo>
                    <a:pt x="3810"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3" name="Google Shape;22553;p139"/>
            <p:cNvSpPr/>
            <p:nvPr/>
          </p:nvSpPr>
          <p:spPr>
            <a:xfrm>
              <a:off x="4943121" y="3602011"/>
              <a:ext cx="141798" cy="104747"/>
            </a:xfrm>
            <a:custGeom>
              <a:avLst/>
              <a:gdLst/>
              <a:ahLst/>
              <a:cxnLst/>
              <a:rect l="l" t="t" r="r" b="b"/>
              <a:pathLst>
                <a:path w="4359" h="3220" extrusionOk="0">
                  <a:moveTo>
                    <a:pt x="4009" y="0"/>
                  </a:moveTo>
                  <a:cubicBezTo>
                    <a:pt x="3990" y="0"/>
                    <a:pt x="3972" y="2"/>
                    <a:pt x="3954" y="5"/>
                  </a:cubicBezTo>
                  <a:lnTo>
                    <a:pt x="239" y="767"/>
                  </a:lnTo>
                  <a:cubicBezTo>
                    <a:pt x="72" y="815"/>
                    <a:pt x="1" y="934"/>
                    <a:pt x="1" y="1077"/>
                  </a:cubicBezTo>
                  <a:lnTo>
                    <a:pt x="1" y="3220"/>
                  </a:lnTo>
                  <a:lnTo>
                    <a:pt x="1858" y="3220"/>
                  </a:lnTo>
                  <a:lnTo>
                    <a:pt x="1858" y="2505"/>
                  </a:lnTo>
                  <a:lnTo>
                    <a:pt x="4049" y="2505"/>
                  </a:lnTo>
                  <a:cubicBezTo>
                    <a:pt x="4192" y="2505"/>
                    <a:pt x="4335" y="2386"/>
                    <a:pt x="4359" y="2243"/>
                  </a:cubicBezTo>
                  <a:cubicBezTo>
                    <a:pt x="4335" y="2005"/>
                    <a:pt x="4192" y="1839"/>
                    <a:pt x="4026" y="1839"/>
                  </a:cubicBezTo>
                  <a:lnTo>
                    <a:pt x="1835" y="1839"/>
                  </a:lnTo>
                  <a:lnTo>
                    <a:pt x="1835" y="1053"/>
                  </a:lnTo>
                  <a:lnTo>
                    <a:pt x="4073" y="600"/>
                  </a:lnTo>
                  <a:cubicBezTo>
                    <a:pt x="4264" y="576"/>
                    <a:pt x="4335" y="386"/>
                    <a:pt x="4311" y="243"/>
                  </a:cubicBezTo>
                  <a:cubicBezTo>
                    <a:pt x="4290" y="76"/>
                    <a:pt x="4141" y="0"/>
                    <a:pt x="400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4" name="Google Shape;22554;p139"/>
            <p:cNvSpPr/>
            <p:nvPr/>
          </p:nvSpPr>
          <p:spPr>
            <a:xfrm>
              <a:off x="4972561" y="3602011"/>
              <a:ext cx="111610" cy="104747"/>
            </a:xfrm>
            <a:custGeom>
              <a:avLst/>
              <a:gdLst/>
              <a:ahLst/>
              <a:cxnLst/>
              <a:rect l="l" t="t" r="r" b="b"/>
              <a:pathLst>
                <a:path w="3431" h="3220" extrusionOk="0">
                  <a:moveTo>
                    <a:pt x="3104" y="0"/>
                  </a:moveTo>
                  <a:cubicBezTo>
                    <a:pt x="3085" y="0"/>
                    <a:pt x="3067" y="2"/>
                    <a:pt x="3049" y="5"/>
                  </a:cubicBezTo>
                  <a:lnTo>
                    <a:pt x="1" y="624"/>
                  </a:lnTo>
                  <a:lnTo>
                    <a:pt x="1" y="3220"/>
                  </a:lnTo>
                  <a:lnTo>
                    <a:pt x="930" y="3220"/>
                  </a:lnTo>
                  <a:lnTo>
                    <a:pt x="930" y="2505"/>
                  </a:lnTo>
                  <a:lnTo>
                    <a:pt x="3097" y="2505"/>
                  </a:lnTo>
                  <a:cubicBezTo>
                    <a:pt x="3263" y="2505"/>
                    <a:pt x="3406" y="2386"/>
                    <a:pt x="3430" y="2243"/>
                  </a:cubicBezTo>
                  <a:cubicBezTo>
                    <a:pt x="3430" y="2005"/>
                    <a:pt x="3287" y="1839"/>
                    <a:pt x="3121" y="1839"/>
                  </a:cubicBezTo>
                  <a:lnTo>
                    <a:pt x="930" y="1839"/>
                  </a:lnTo>
                  <a:lnTo>
                    <a:pt x="930" y="1053"/>
                  </a:lnTo>
                  <a:lnTo>
                    <a:pt x="3168" y="600"/>
                  </a:lnTo>
                  <a:cubicBezTo>
                    <a:pt x="3359" y="576"/>
                    <a:pt x="3430" y="386"/>
                    <a:pt x="3406" y="243"/>
                  </a:cubicBezTo>
                  <a:cubicBezTo>
                    <a:pt x="3385" y="76"/>
                    <a:pt x="3236" y="0"/>
                    <a:pt x="3104"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5" name="Google Shape;22555;p139"/>
            <p:cNvSpPr/>
            <p:nvPr/>
          </p:nvSpPr>
          <p:spPr>
            <a:xfrm>
              <a:off x="4902068" y="3702854"/>
              <a:ext cx="141798" cy="243292"/>
            </a:xfrm>
            <a:custGeom>
              <a:avLst/>
              <a:gdLst/>
              <a:ahLst/>
              <a:cxnLst/>
              <a:rect l="l" t="t" r="r" b="b"/>
              <a:pathLst>
                <a:path w="4359" h="7479" extrusionOk="0">
                  <a:moveTo>
                    <a:pt x="1144" y="1"/>
                  </a:moveTo>
                  <a:cubicBezTo>
                    <a:pt x="525" y="1"/>
                    <a:pt x="1" y="501"/>
                    <a:pt x="1" y="1120"/>
                  </a:cubicBezTo>
                  <a:lnTo>
                    <a:pt x="1" y="6335"/>
                  </a:lnTo>
                  <a:cubicBezTo>
                    <a:pt x="1" y="6955"/>
                    <a:pt x="525" y="7478"/>
                    <a:pt x="1144" y="7478"/>
                  </a:cubicBezTo>
                  <a:lnTo>
                    <a:pt x="3216" y="7478"/>
                  </a:lnTo>
                  <a:cubicBezTo>
                    <a:pt x="3859" y="7478"/>
                    <a:pt x="4359" y="6931"/>
                    <a:pt x="4359" y="6335"/>
                  </a:cubicBezTo>
                  <a:lnTo>
                    <a:pt x="4359" y="1120"/>
                  </a:lnTo>
                  <a:cubicBezTo>
                    <a:pt x="4359" y="501"/>
                    <a:pt x="3859" y="1"/>
                    <a:pt x="321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6" name="Google Shape;22556;p139"/>
            <p:cNvSpPr/>
            <p:nvPr/>
          </p:nvSpPr>
          <p:spPr>
            <a:xfrm>
              <a:off x="4973342" y="3702854"/>
              <a:ext cx="70525" cy="243292"/>
            </a:xfrm>
            <a:custGeom>
              <a:avLst/>
              <a:gdLst/>
              <a:ahLst/>
              <a:cxnLst/>
              <a:rect l="l" t="t" r="r" b="b"/>
              <a:pathLst>
                <a:path w="2168" h="7479" extrusionOk="0">
                  <a:moveTo>
                    <a:pt x="1" y="1"/>
                  </a:moveTo>
                  <a:lnTo>
                    <a:pt x="1" y="7478"/>
                  </a:lnTo>
                  <a:lnTo>
                    <a:pt x="1025" y="7478"/>
                  </a:lnTo>
                  <a:cubicBezTo>
                    <a:pt x="1668" y="7478"/>
                    <a:pt x="2168" y="6955"/>
                    <a:pt x="2168" y="6335"/>
                  </a:cubicBezTo>
                  <a:lnTo>
                    <a:pt x="2168" y="1120"/>
                  </a:lnTo>
                  <a:cubicBezTo>
                    <a:pt x="2168" y="501"/>
                    <a:pt x="1668" y="1"/>
                    <a:pt x="102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7" name="Google Shape;22557;p139"/>
            <p:cNvSpPr/>
            <p:nvPr/>
          </p:nvSpPr>
          <p:spPr>
            <a:xfrm>
              <a:off x="4902068" y="3773347"/>
              <a:ext cx="141798" cy="100745"/>
            </a:xfrm>
            <a:custGeom>
              <a:avLst/>
              <a:gdLst/>
              <a:ahLst/>
              <a:cxnLst/>
              <a:rect l="l" t="t" r="r" b="b"/>
              <a:pathLst>
                <a:path w="4359" h="3097" extrusionOk="0">
                  <a:moveTo>
                    <a:pt x="1" y="1"/>
                  </a:moveTo>
                  <a:lnTo>
                    <a:pt x="1" y="3097"/>
                  </a:lnTo>
                  <a:lnTo>
                    <a:pt x="4359" y="3097"/>
                  </a:lnTo>
                  <a:lnTo>
                    <a:pt x="4359"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8" name="Google Shape;22558;p139"/>
            <p:cNvSpPr/>
            <p:nvPr/>
          </p:nvSpPr>
          <p:spPr>
            <a:xfrm>
              <a:off x="4973342" y="3773347"/>
              <a:ext cx="70525" cy="100745"/>
            </a:xfrm>
            <a:custGeom>
              <a:avLst/>
              <a:gdLst/>
              <a:ahLst/>
              <a:cxnLst/>
              <a:rect l="l" t="t" r="r" b="b"/>
              <a:pathLst>
                <a:path w="2168" h="3097" extrusionOk="0">
                  <a:moveTo>
                    <a:pt x="1" y="1"/>
                  </a:moveTo>
                  <a:lnTo>
                    <a:pt x="1" y="3097"/>
                  </a:lnTo>
                  <a:lnTo>
                    <a:pt x="2168" y="3097"/>
                  </a:lnTo>
                  <a:lnTo>
                    <a:pt x="2168"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9" name="Google Shape;22559;p139"/>
            <p:cNvSpPr/>
            <p:nvPr/>
          </p:nvSpPr>
          <p:spPr>
            <a:xfrm>
              <a:off x="4789742" y="3742378"/>
              <a:ext cx="82919" cy="141798"/>
            </a:xfrm>
            <a:custGeom>
              <a:avLst/>
              <a:gdLst/>
              <a:ahLst/>
              <a:cxnLst/>
              <a:rect l="l" t="t" r="r" b="b"/>
              <a:pathLst>
                <a:path w="2549" h="4359" extrusionOk="0">
                  <a:moveTo>
                    <a:pt x="644" y="0"/>
                  </a:moveTo>
                  <a:cubicBezTo>
                    <a:pt x="477" y="0"/>
                    <a:pt x="334" y="143"/>
                    <a:pt x="334" y="310"/>
                  </a:cubicBezTo>
                  <a:lnTo>
                    <a:pt x="48" y="4025"/>
                  </a:lnTo>
                  <a:cubicBezTo>
                    <a:pt x="1" y="4192"/>
                    <a:pt x="167" y="4358"/>
                    <a:pt x="334" y="4358"/>
                  </a:cubicBezTo>
                  <a:lnTo>
                    <a:pt x="2215" y="4358"/>
                  </a:lnTo>
                  <a:cubicBezTo>
                    <a:pt x="2382" y="4358"/>
                    <a:pt x="2549" y="4192"/>
                    <a:pt x="2477" y="4025"/>
                  </a:cubicBezTo>
                  <a:lnTo>
                    <a:pt x="2192" y="310"/>
                  </a:lnTo>
                  <a:cubicBezTo>
                    <a:pt x="2192" y="119"/>
                    <a:pt x="2025" y="0"/>
                    <a:pt x="1882"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60" name="Google Shape;22560;p139"/>
          <p:cNvGrpSpPr/>
          <p:nvPr/>
        </p:nvGrpSpPr>
        <p:grpSpPr>
          <a:xfrm>
            <a:off x="4075079" y="3448993"/>
            <a:ext cx="228958" cy="344753"/>
            <a:chOff x="4075079" y="3601393"/>
            <a:chExt cx="228958" cy="344753"/>
          </a:xfrm>
        </p:grpSpPr>
        <p:sp>
          <p:nvSpPr>
            <p:cNvPr id="22561" name="Google Shape;22561;p139"/>
            <p:cNvSpPr/>
            <p:nvPr/>
          </p:nvSpPr>
          <p:spPr>
            <a:xfrm>
              <a:off x="4200982" y="3602141"/>
              <a:ext cx="100745" cy="99965"/>
            </a:xfrm>
            <a:custGeom>
              <a:avLst/>
              <a:gdLst/>
              <a:ahLst/>
              <a:cxnLst/>
              <a:rect l="l" t="t" r="r" b="b"/>
              <a:pathLst>
                <a:path w="3097" h="3073" extrusionOk="0">
                  <a:moveTo>
                    <a:pt x="1430" y="1"/>
                  </a:moveTo>
                  <a:cubicBezTo>
                    <a:pt x="667" y="1"/>
                    <a:pt x="1" y="620"/>
                    <a:pt x="1" y="1430"/>
                  </a:cubicBezTo>
                  <a:lnTo>
                    <a:pt x="1" y="2763"/>
                  </a:lnTo>
                  <a:cubicBezTo>
                    <a:pt x="1" y="2906"/>
                    <a:pt x="120" y="3073"/>
                    <a:pt x="310" y="3073"/>
                  </a:cubicBezTo>
                  <a:lnTo>
                    <a:pt x="1644" y="3073"/>
                  </a:lnTo>
                  <a:cubicBezTo>
                    <a:pt x="2454" y="3073"/>
                    <a:pt x="3097" y="2406"/>
                    <a:pt x="3073" y="1644"/>
                  </a:cubicBezTo>
                  <a:lnTo>
                    <a:pt x="3073" y="287"/>
                  </a:lnTo>
                  <a:cubicBezTo>
                    <a:pt x="3073" y="144"/>
                    <a:pt x="2954" y="1"/>
                    <a:pt x="278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2" name="Google Shape;22562;p139"/>
            <p:cNvSpPr/>
            <p:nvPr/>
          </p:nvSpPr>
          <p:spPr>
            <a:xfrm>
              <a:off x="4080133" y="3601393"/>
              <a:ext cx="100745" cy="100713"/>
            </a:xfrm>
            <a:custGeom>
              <a:avLst/>
              <a:gdLst/>
              <a:ahLst/>
              <a:cxnLst/>
              <a:rect l="l" t="t" r="r" b="b"/>
              <a:pathLst>
                <a:path w="3097" h="3096" extrusionOk="0">
                  <a:moveTo>
                    <a:pt x="310" y="0"/>
                  </a:moveTo>
                  <a:cubicBezTo>
                    <a:pt x="143" y="0"/>
                    <a:pt x="1" y="119"/>
                    <a:pt x="1" y="286"/>
                  </a:cubicBezTo>
                  <a:lnTo>
                    <a:pt x="1" y="1667"/>
                  </a:lnTo>
                  <a:cubicBezTo>
                    <a:pt x="1" y="2429"/>
                    <a:pt x="620" y="3096"/>
                    <a:pt x="1429" y="3096"/>
                  </a:cubicBezTo>
                  <a:lnTo>
                    <a:pt x="2763" y="3096"/>
                  </a:lnTo>
                  <a:cubicBezTo>
                    <a:pt x="2954" y="3096"/>
                    <a:pt x="3096" y="2929"/>
                    <a:pt x="3073" y="2763"/>
                  </a:cubicBezTo>
                  <a:lnTo>
                    <a:pt x="3073" y="1429"/>
                  </a:lnTo>
                  <a:cubicBezTo>
                    <a:pt x="3073" y="643"/>
                    <a:pt x="2453" y="0"/>
                    <a:pt x="1644"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3" name="Google Shape;22563;p139"/>
            <p:cNvSpPr/>
            <p:nvPr/>
          </p:nvSpPr>
          <p:spPr>
            <a:xfrm>
              <a:off x="4118876" y="3641080"/>
              <a:ext cx="143327" cy="105202"/>
            </a:xfrm>
            <a:custGeom>
              <a:avLst/>
              <a:gdLst/>
              <a:ahLst/>
              <a:cxnLst/>
              <a:rect l="l" t="t" r="r" b="b"/>
              <a:pathLst>
                <a:path w="4406" h="3234" extrusionOk="0">
                  <a:moveTo>
                    <a:pt x="346" y="1"/>
                  </a:moveTo>
                  <a:cubicBezTo>
                    <a:pt x="262" y="1"/>
                    <a:pt x="179" y="30"/>
                    <a:pt x="119" y="90"/>
                  </a:cubicBezTo>
                  <a:cubicBezTo>
                    <a:pt x="0" y="185"/>
                    <a:pt x="0" y="399"/>
                    <a:pt x="119" y="519"/>
                  </a:cubicBezTo>
                  <a:lnTo>
                    <a:pt x="1905" y="2305"/>
                  </a:lnTo>
                  <a:lnTo>
                    <a:pt x="1905" y="3138"/>
                  </a:lnTo>
                  <a:lnTo>
                    <a:pt x="1977" y="3233"/>
                  </a:lnTo>
                  <a:lnTo>
                    <a:pt x="2453" y="3233"/>
                  </a:lnTo>
                  <a:lnTo>
                    <a:pt x="2501" y="3138"/>
                  </a:lnTo>
                  <a:lnTo>
                    <a:pt x="2501" y="2305"/>
                  </a:lnTo>
                  <a:lnTo>
                    <a:pt x="4287" y="519"/>
                  </a:lnTo>
                  <a:cubicBezTo>
                    <a:pt x="4406" y="399"/>
                    <a:pt x="4406" y="209"/>
                    <a:pt x="4287" y="90"/>
                  </a:cubicBezTo>
                  <a:cubicBezTo>
                    <a:pt x="4227" y="30"/>
                    <a:pt x="4144" y="1"/>
                    <a:pt x="4061" y="1"/>
                  </a:cubicBezTo>
                  <a:cubicBezTo>
                    <a:pt x="3977" y="1"/>
                    <a:pt x="3894" y="30"/>
                    <a:pt x="3834" y="90"/>
                  </a:cubicBezTo>
                  <a:lnTo>
                    <a:pt x="2215" y="1709"/>
                  </a:lnTo>
                  <a:lnTo>
                    <a:pt x="572" y="90"/>
                  </a:lnTo>
                  <a:cubicBezTo>
                    <a:pt x="512" y="30"/>
                    <a:pt x="429" y="1"/>
                    <a:pt x="346"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4" name="Google Shape;22564;p139"/>
            <p:cNvSpPr/>
            <p:nvPr/>
          </p:nvSpPr>
          <p:spPr>
            <a:xfrm>
              <a:off x="4190930" y="3641860"/>
              <a:ext cx="71273" cy="104421"/>
            </a:xfrm>
            <a:custGeom>
              <a:avLst/>
              <a:gdLst/>
              <a:ahLst/>
              <a:cxnLst/>
              <a:rect l="l" t="t" r="r" b="b"/>
              <a:pathLst>
                <a:path w="2191" h="3210" extrusionOk="0">
                  <a:moveTo>
                    <a:pt x="1846" y="0"/>
                  </a:moveTo>
                  <a:cubicBezTo>
                    <a:pt x="1762" y="0"/>
                    <a:pt x="1679" y="30"/>
                    <a:pt x="1619" y="90"/>
                  </a:cubicBezTo>
                  <a:lnTo>
                    <a:pt x="0" y="1733"/>
                  </a:lnTo>
                  <a:lnTo>
                    <a:pt x="0" y="3209"/>
                  </a:lnTo>
                  <a:lnTo>
                    <a:pt x="238" y="3209"/>
                  </a:lnTo>
                  <a:lnTo>
                    <a:pt x="286" y="3114"/>
                  </a:lnTo>
                  <a:lnTo>
                    <a:pt x="286" y="2281"/>
                  </a:lnTo>
                  <a:lnTo>
                    <a:pt x="2072" y="495"/>
                  </a:lnTo>
                  <a:cubicBezTo>
                    <a:pt x="2191" y="375"/>
                    <a:pt x="2191" y="185"/>
                    <a:pt x="2072" y="90"/>
                  </a:cubicBezTo>
                  <a:cubicBezTo>
                    <a:pt x="2012" y="30"/>
                    <a:pt x="1929"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5" name="Google Shape;22565;p139"/>
            <p:cNvSpPr/>
            <p:nvPr/>
          </p:nvSpPr>
          <p:spPr>
            <a:xfrm>
              <a:off x="4076262" y="3760205"/>
              <a:ext cx="227775" cy="185941"/>
            </a:xfrm>
            <a:custGeom>
              <a:avLst/>
              <a:gdLst/>
              <a:ahLst/>
              <a:cxnLst/>
              <a:rect l="l" t="t" r="r" b="b"/>
              <a:pathLst>
                <a:path w="7002" h="5716" extrusionOk="0">
                  <a:moveTo>
                    <a:pt x="1977" y="0"/>
                  </a:moveTo>
                  <a:lnTo>
                    <a:pt x="1977" y="1810"/>
                  </a:lnTo>
                  <a:lnTo>
                    <a:pt x="310" y="4596"/>
                  </a:lnTo>
                  <a:cubicBezTo>
                    <a:pt x="1" y="5072"/>
                    <a:pt x="358" y="5715"/>
                    <a:pt x="929" y="5715"/>
                  </a:cubicBezTo>
                  <a:lnTo>
                    <a:pt x="6097" y="5715"/>
                  </a:lnTo>
                  <a:cubicBezTo>
                    <a:pt x="6669" y="5715"/>
                    <a:pt x="7002" y="5072"/>
                    <a:pt x="6740" y="4596"/>
                  </a:cubicBezTo>
                  <a:lnTo>
                    <a:pt x="5073" y="1810"/>
                  </a:lnTo>
                  <a:lnTo>
                    <a:pt x="5073"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6" name="Google Shape;22566;p139"/>
            <p:cNvSpPr/>
            <p:nvPr/>
          </p:nvSpPr>
          <p:spPr>
            <a:xfrm>
              <a:off x="4190930" y="3760205"/>
              <a:ext cx="113107" cy="185941"/>
            </a:xfrm>
            <a:custGeom>
              <a:avLst/>
              <a:gdLst/>
              <a:ahLst/>
              <a:cxnLst/>
              <a:rect l="l" t="t" r="r" b="b"/>
              <a:pathLst>
                <a:path w="3477" h="5716" extrusionOk="0">
                  <a:moveTo>
                    <a:pt x="0" y="0"/>
                  </a:moveTo>
                  <a:lnTo>
                    <a:pt x="0" y="5715"/>
                  </a:lnTo>
                  <a:lnTo>
                    <a:pt x="2572" y="5715"/>
                  </a:lnTo>
                  <a:cubicBezTo>
                    <a:pt x="3144" y="5715"/>
                    <a:pt x="3477" y="5072"/>
                    <a:pt x="3215" y="4596"/>
                  </a:cubicBezTo>
                  <a:cubicBezTo>
                    <a:pt x="3144" y="4525"/>
                    <a:pt x="2429" y="3334"/>
                    <a:pt x="1548" y="1810"/>
                  </a:cubicBezTo>
                  <a:lnTo>
                    <a:pt x="1548"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7" name="Google Shape;22567;p139"/>
            <p:cNvSpPr/>
            <p:nvPr/>
          </p:nvSpPr>
          <p:spPr>
            <a:xfrm>
              <a:off x="4128928" y="3742378"/>
              <a:ext cx="122443" cy="20169"/>
            </a:xfrm>
            <a:custGeom>
              <a:avLst/>
              <a:gdLst/>
              <a:ahLst/>
              <a:cxnLst/>
              <a:rect l="l" t="t" r="r" b="b"/>
              <a:pathLst>
                <a:path w="3764" h="620" extrusionOk="0">
                  <a:moveTo>
                    <a:pt x="310" y="0"/>
                  </a:moveTo>
                  <a:cubicBezTo>
                    <a:pt x="144" y="0"/>
                    <a:pt x="1" y="191"/>
                    <a:pt x="25" y="358"/>
                  </a:cubicBezTo>
                  <a:cubicBezTo>
                    <a:pt x="49" y="500"/>
                    <a:pt x="191" y="619"/>
                    <a:pt x="358" y="619"/>
                  </a:cubicBezTo>
                  <a:lnTo>
                    <a:pt x="3454" y="619"/>
                  </a:lnTo>
                  <a:cubicBezTo>
                    <a:pt x="3645" y="619"/>
                    <a:pt x="3764" y="477"/>
                    <a:pt x="3764" y="262"/>
                  </a:cubicBezTo>
                  <a:cubicBezTo>
                    <a:pt x="3740" y="119"/>
                    <a:pt x="3597" y="0"/>
                    <a:pt x="3454"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8" name="Google Shape;22568;p139"/>
            <p:cNvSpPr/>
            <p:nvPr/>
          </p:nvSpPr>
          <p:spPr>
            <a:xfrm>
              <a:off x="4190930" y="3742378"/>
              <a:ext cx="60441" cy="20169"/>
            </a:xfrm>
            <a:custGeom>
              <a:avLst/>
              <a:gdLst/>
              <a:ahLst/>
              <a:cxnLst/>
              <a:rect l="l" t="t" r="r" b="b"/>
              <a:pathLst>
                <a:path w="1858" h="620" extrusionOk="0">
                  <a:moveTo>
                    <a:pt x="0" y="0"/>
                  </a:moveTo>
                  <a:lnTo>
                    <a:pt x="0" y="619"/>
                  </a:lnTo>
                  <a:lnTo>
                    <a:pt x="1548" y="619"/>
                  </a:lnTo>
                  <a:cubicBezTo>
                    <a:pt x="1691" y="619"/>
                    <a:pt x="1834" y="500"/>
                    <a:pt x="1834" y="358"/>
                  </a:cubicBezTo>
                  <a:cubicBezTo>
                    <a:pt x="1858" y="143"/>
                    <a:pt x="1715" y="0"/>
                    <a:pt x="1548"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9" name="Google Shape;22569;p139"/>
            <p:cNvSpPr/>
            <p:nvPr/>
          </p:nvSpPr>
          <p:spPr>
            <a:xfrm>
              <a:off x="4180846" y="3742378"/>
              <a:ext cx="20169" cy="114668"/>
            </a:xfrm>
            <a:custGeom>
              <a:avLst/>
              <a:gdLst/>
              <a:ahLst/>
              <a:cxnLst/>
              <a:rect l="l" t="t" r="r" b="b"/>
              <a:pathLst>
                <a:path w="620" h="3525" extrusionOk="0">
                  <a:moveTo>
                    <a:pt x="0" y="0"/>
                  </a:moveTo>
                  <a:lnTo>
                    <a:pt x="0" y="3525"/>
                  </a:lnTo>
                  <a:lnTo>
                    <a:pt x="620" y="3525"/>
                  </a:lnTo>
                  <a:lnTo>
                    <a:pt x="620" y="0"/>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0" name="Google Shape;22570;p139"/>
            <p:cNvSpPr/>
            <p:nvPr/>
          </p:nvSpPr>
          <p:spPr>
            <a:xfrm>
              <a:off x="4190930" y="3742378"/>
              <a:ext cx="9304" cy="114668"/>
            </a:xfrm>
            <a:custGeom>
              <a:avLst/>
              <a:gdLst/>
              <a:ahLst/>
              <a:cxnLst/>
              <a:rect l="l" t="t" r="r" b="b"/>
              <a:pathLst>
                <a:path w="286" h="3525" extrusionOk="0">
                  <a:moveTo>
                    <a:pt x="0" y="0"/>
                  </a:moveTo>
                  <a:lnTo>
                    <a:pt x="0" y="3525"/>
                  </a:lnTo>
                  <a:lnTo>
                    <a:pt x="286" y="3525"/>
                  </a:lnTo>
                  <a:lnTo>
                    <a:pt x="28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1" name="Google Shape;22571;p139"/>
            <p:cNvSpPr/>
            <p:nvPr/>
          </p:nvSpPr>
          <p:spPr>
            <a:xfrm>
              <a:off x="4075079" y="3853923"/>
              <a:ext cx="228556" cy="92223"/>
            </a:xfrm>
            <a:custGeom>
              <a:avLst/>
              <a:gdLst/>
              <a:ahLst/>
              <a:cxnLst/>
              <a:rect l="l" t="t" r="r" b="b"/>
              <a:pathLst>
                <a:path w="7026" h="2835" extrusionOk="0">
                  <a:moveTo>
                    <a:pt x="1310" y="1"/>
                  </a:moveTo>
                  <a:lnTo>
                    <a:pt x="310" y="1715"/>
                  </a:lnTo>
                  <a:cubicBezTo>
                    <a:pt x="0" y="2191"/>
                    <a:pt x="358" y="2834"/>
                    <a:pt x="929" y="2834"/>
                  </a:cubicBezTo>
                  <a:lnTo>
                    <a:pt x="6121" y="2834"/>
                  </a:lnTo>
                  <a:cubicBezTo>
                    <a:pt x="6668" y="2834"/>
                    <a:pt x="7026" y="2239"/>
                    <a:pt x="6740" y="1715"/>
                  </a:cubicBezTo>
                  <a:lnTo>
                    <a:pt x="5692"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2" name="Google Shape;22572;p139"/>
            <p:cNvSpPr/>
            <p:nvPr/>
          </p:nvSpPr>
          <p:spPr>
            <a:xfrm>
              <a:off x="4190930" y="3853923"/>
              <a:ext cx="113107" cy="92223"/>
            </a:xfrm>
            <a:custGeom>
              <a:avLst/>
              <a:gdLst/>
              <a:ahLst/>
              <a:cxnLst/>
              <a:rect l="l" t="t" r="r" b="b"/>
              <a:pathLst>
                <a:path w="3477" h="2835" extrusionOk="0">
                  <a:moveTo>
                    <a:pt x="0" y="1"/>
                  </a:moveTo>
                  <a:lnTo>
                    <a:pt x="0" y="2834"/>
                  </a:lnTo>
                  <a:lnTo>
                    <a:pt x="2572" y="2834"/>
                  </a:lnTo>
                  <a:cubicBezTo>
                    <a:pt x="3144" y="2834"/>
                    <a:pt x="3477" y="2191"/>
                    <a:pt x="3215" y="1715"/>
                  </a:cubicBezTo>
                  <a:lnTo>
                    <a:pt x="219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73" name="Google Shape;22573;p139"/>
          <p:cNvGrpSpPr/>
          <p:nvPr/>
        </p:nvGrpSpPr>
        <p:grpSpPr>
          <a:xfrm>
            <a:off x="3276772" y="3448993"/>
            <a:ext cx="316127" cy="344753"/>
            <a:chOff x="3276772" y="3601393"/>
            <a:chExt cx="316127" cy="344753"/>
          </a:xfrm>
        </p:grpSpPr>
        <p:sp>
          <p:nvSpPr>
            <p:cNvPr id="22574" name="Google Shape;22574;p139"/>
            <p:cNvSpPr/>
            <p:nvPr/>
          </p:nvSpPr>
          <p:spPr>
            <a:xfrm>
              <a:off x="3518502" y="3657930"/>
              <a:ext cx="74396" cy="230117"/>
            </a:xfrm>
            <a:custGeom>
              <a:avLst/>
              <a:gdLst/>
              <a:ahLst/>
              <a:cxnLst/>
              <a:rect l="l" t="t" r="r" b="b"/>
              <a:pathLst>
                <a:path w="2287" h="7074" extrusionOk="0">
                  <a:moveTo>
                    <a:pt x="834" y="1"/>
                  </a:moveTo>
                  <a:lnTo>
                    <a:pt x="834" y="2668"/>
                  </a:lnTo>
                  <a:cubicBezTo>
                    <a:pt x="0" y="2954"/>
                    <a:pt x="0" y="4120"/>
                    <a:pt x="834" y="4406"/>
                  </a:cubicBezTo>
                  <a:lnTo>
                    <a:pt x="834" y="7073"/>
                  </a:lnTo>
                  <a:lnTo>
                    <a:pt x="1453" y="7073"/>
                  </a:lnTo>
                  <a:lnTo>
                    <a:pt x="1453" y="4406"/>
                  </a:lnTo>
                  <a:cubicBezTo>
                    <a:pt x="2286" y="4120"/>
                    <a:pt x="2286" y="2954"/>
                    <a:pt x="1453" y="2668"/>
                  </a:cubicBezTo>
                  <a:lnTo>
                    <a:pt x="145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5" name="Google Shape;22575;p139"/>
            <p:cNvSpPr/>
            <p:nvPr/>
          </p:nvSpPr>
          <p:spPr>
            <a:xfrm>
              <a:off x="3546381" y="3762514"/>
              <a:ext cx="19388" cy="19388"/>
            </a:xfrm>
            <a:custGeom>
              <a:avLst/>
              <a:gdLst/>
              <a:ahLst/>
              <a:cxnLst/>
              <a:rect l="l" t="t" r="r" b="b"/>
              <a:pathLst>
                <a:path w="596" h="596" extrusionOk="0">
                  <a:moveTo>
                    <a:pt x="310" y="0"/>
                  </a:moveTo>
                  <a:cubicBezTo>
                    <a:pt x="119" y="0"/>
                    <a:pt x="0" y="167"/>
                    <a:pt x="0" y="310"/>
                  </a:cubicBezTo>
                  <a:cubicBezTo>
                    <a:pt x="0" y="477"/>
                    <a:pt x="167" y="596"/>
                    <a:pt x="310" y="596"/>
                  </a:cubicBezTo>
                  <a:cubicBezTo>
                    <a:pt x="453" y="596"/>
                    <a:pt x="596" y="453"/>
                    <a:pt x="596" y="310"/>
                  </a:cubicBezTo>
                  <a:cubicBezTo>
                    <a:pt x="596" y="167"/>
                    <a:pt x="477" y="0"/>
                    <a:pt x="310"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6" name="Google Shape;22576;p139"/>
            <p:cNvSpPr/>
            <p:nvPr/>
          </p:nvSpPr>
          <p:spPr>
            <a:xfrm>
              <a:off x="3276772" y="3657930"/>
              <a:ext cx="74429" cy="230117"/>
            </a:xfrm>
            <a:custGeom>
              <a:avLst/>
              <a:gdLst/>
              <a:ahLst/>
              <a:cxnLst/>
              <a:rect l="l" t="t" r="r" b="b"/>
              <a:pathLst>
                <a:path w="2288" h="7074" extrusionOk="0">
                  <a:moveTo>
                    <a:pt x="834" y="1"/>
                  </a:moveTo>
                  <a:lnTo>
                    <a:pt x="834" y="2668"/>
                  </a:lnTo>
                  <a:cubicBezTo>
                    <a:pt x="1" y="2954"/>
                    <a:pt x="1" y="4120"/>
                    <a:pt x="834" y="4406"/>
                  </a:cubicBezTo>
                  <a:lnTo>
                    <a:pt x="834" y="7073"/>
                  </a:lnTo>
                  <a:lnTo>
                    <a:pt x="1454" y="7073"/>
                  </a:lnTo>
                  <a:lnTo>
                    <a:pt x="1454" y="4406"/>
                  </a:lnTo>
                  <a:cubicBezTo>
                    <a:pt x="2287" y="4120"/>
                    <a:pt x="2287" y="2954"/>
                    <a:pt x="1454" y="2668"/>
                  </a:cubicBezTo>
                  <a:lnTo>
                    <a:pt x="1454"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7" name="Google Shape;22577;p139"/>
            <p:cNvSpPr/>
            <p:nvPr/>
          </p:nvSpPr>
          <p:spPr>
            <a:xfrm>
              <a:off x="3304683" y="3762514"/>
              <a:ext cx="19388" cy="19388"/>
            </a:xfrm>
            <a:custGeom>
              <a:avLst/>
              <a:gdLst/>
              <a:ahLst/>
              <a:cxnLst/>
              <a:rect l="l" t="t" r="r" b="b"/>
              <a:pathLst>
                <a:path w="596" h="596" extrusionOk="0">
                  <a:moveTo>
                    <a:pt x="286" y="0"/>
                  </a:moveTo>
                  <a:cubicBezTo>
                    <a:pt x="119" y="0"/>
                    <a:pt x="0" y="167"/>
                    <a:pt x="0" y="310"/>
                  </a:cubicBezTo>
                  <a:cubicBezTo>
                    <a:pt x="0" y="477"/>
                    <a:pt x="143" y="596"/>
                    <a:pt x="286" y="596"/>
                  </a:cubicBezTo>
                  <a:cubicBezTo>
                    <a:pt x="453" y="596"/>
                    <a:pt x="596" y="453"/>
                    <a:pt x="596" y="310"/>
                  </a:cubicBezTo>
                  <a:cubicBezTo>
                    <a:pt x="596" y="167"/>
                    <a:pt x="453" y="0"/>
                    <a:pt x="286"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8" name="Google Shape;22578;p139"/>
            <p:cNvSpPr/>
            <p:nvPr/>
          </p:nvSpPr>
          <p:spPr>
            <a:xfrm>
              <a:off x="3344174" y="3657930"/>
              <a:ext cx="182103" cy="228556"/>
            </a:xfrm>
            <a:custGeom>
              <a:avLst/>
              <a:gdLst/>
              <a:ahLst/>
              <a:cxnLst/>
              <a:rect l="l" t="t" r="r" b="b"/>
              <a:pathLst>
                <a:path w="5598" h="7026" extrusionOk="0">
                  <a:moveTo>
                    <a:pt x="1" y="1"/>
                  </a:moveTo>
                  <a:lnTo>
                    <a:pt x="1" y="1048"/>
                  </a:lnTo>
                  <a:cubicBezTo>
                    <a:pt x="1" y="2120"/>
                    <a:pt x="596" y="3073"/>
                    <a:pt x="1501" y="3525"/>
                  </a:cubicBezTo>
                  <a:cubicBezTo>
                    <a:pt x="596" y="4001"/>
                    <a:pt x="1" y="4954"/>
                    <a:pt x="1" y="6002"/>
                  </a:cubicBezTo>
                  <a:lnTo>
                    <a:pt x="1" y="7026"/>
                  </a:lnTo>
                  <a:lnTo>
                    <a:pt x="5597" y="7026"/>
                  </a:lnTo>
                  <a:lnTo>
                    <a:pt x="5597" y="6002"/>
                  </a:lnTo>
                  <a:cubicBezTo>
                    <a:pt x="5597" y="4930"/>
                    <a:pt x="5002" y="4001"/>
                    <a:pt x="4121" y="3525"/>
                  </a:cubicBezTo>
                  <a:cubicBezTo>
                    <a:pt x="4978" y="3073"/>
                    <a:pt x="5597" y="2120"/>
                    <a:pt x="5597" y="1048"/>
                  </a:cubicBezTo>
                  <a:lnTo>
                    <a:pt x="5597"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9" name="Google Shape;22579;p139"/>
            <p:cNvSpPr/>
            <p:nvPr/>
          </p:nvSpPr>
          <p:spPr>
            <a:xfrm>
              <a:off x="3435583" y="3657150"/>
              <a:ext cx="90694" cy="230898"/>
            </a:xfrm>
            <a:custGeom>
              <a:avLst/>
              <a:gdLst/>
              <a:ahLst/>
              <a:cxnLst/>
              <a:rect l="l" t="t" r="r" b="b"/>
              <a:pathLst>
                <a:path w="2788" h="7098" extrusionOk="0">
                  <a:moveTo>
                    <a:pt x="1" y="1"/>
                  </a:moveTo>
                  <a:lnTo>
                    <a:pt x="1" y="7097"/>
                  </a:lnTo>
                  <a:lnTo>
                    <a:pt x="2787" y="7097"/>
                  </a:lnTo>
                  <a:lnTo>
                    <a:pt x="2787" y="6050"/>
                  </a:lnTo>
                  <a:cubicBezTo>
                    <a:pt x="2787" y="5002"/>
                    <a:pt x="2192" y="4049"/>
                    <a:pt x="1311" y="3573"/>
                  </a:cubicBezTo>
                  <a:cubicBezTo>
                    <a:pt x="2168" y="3097"/>
                    <a:pt x="2787" y="2144"/>
                    <a:pt x="2787" y="1049"/>
                  </a:cubicBezTo>
                  <a:lnTo>
                    <a:pt x="2787"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0" name="Google Shape;22580;p139"/>
            <p:cNvSpPr/>
            <p:nvPr/>
          </p:nvSpPr>
          <p:spPr>
            <a:xfrm>
              <a:off x="3344174" y="3692022"/>
              <a:ext cx="182103" cy="196026"/>
            </a:xfrm>
            <a:custGeom>
              <a:avLst/>
              <a:gdLst/>
              <a:ahLst/>
              <a:cxnLst/>
              <a:rect l="l" t="t" r="r" b="b"/>
              <a:pathLst>
                <a:path w="5598" h="6026" extrusionOk="0">
                  <a:moveTo>
                    <a:pt x="1" y="0"/>
                  </a:moveTo>
                  <a:cubicBezTo>
                    <a:pt x="1" y="1453"/>
                    <a:pt x="1072" y="2644"/>
                    <a:pt x="2478" y="2810"/>
                  </a:cubicBezTo>
                  <a:lnTo>
                    <a:pt x="2478" y="4239"/>
                  </a:lnTo>
                  <a:lnTo>
                    <a:pt x="977" y="6025"/>
                  </a:lnTo>
                  <a:lnTo>
                    <a:pt x="4597" y="6025"/>
                  </a:lnTo>
                  <a:lnTo>
                    <a:pt x="3097" y="4239"/>
                  </a:lnTo>
                  <a:lnTo>
                    <a:pt x="3097" y="2810"/>
                  </a:lnTo>
                  <a:cubicBezTo>
                    <a:pt x="4502" y="2644"/>
                    <a:pt x="5597" y="1453"/>
                    <a:pt x="55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1" name="Google Shape;22581;p139"/>
            <p:cNvSpPr/>
            <p:nvPr/>
          </p:nvSpPr>
          <p:spPr>
            <a:xfrm>
              <a:off x="3434055" y="3692022"/>
              <a:ext cx="92223" cy="196026"/>
            </a:xfrm>
            <a:custGeom>
              <a:avLst/>
              <a:gdLst/>
              <a:ahLst/>
              <a:cxnLst/>
              <a:rect l="l" t="t" r="r" b="b"/>
              <a:pathLst>
                <a:path w="2835" h="6026" extrusionOk="0">
                  <a:moveTo>
                    <a:pt x="0" y="0"/>
                  </a:moveTo>
                  <a:lnTo>
                    <a:pt x="0" y="6025"/>
                  </a:lnTo>
                  <a:lnTo>
                    <a:pt x="1834" y="6025"/>
                  </a:lnTo>
                  <a:cubicBezTo>
                    <a:pt x="1667" y="5835"/>
                    <a:pt x="477" y="4430"/>
                    <a:pt x="334" y="4239"/>
                  </a:cubicBezTo>
                  <a:lnTo>
                    <a:pt x="334" y="2810"/>
                  </a:lnTo>
                  <a:cubicBezTo>
                    <a:pt x="1739" y="2644"/>
                    <a:pt x="2834" y="1453"/>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2" name="Google Shape;22582;p139"/>
            <p:cNvSpPr/>
            <p:nvPr/>
          </p:nvSpPr>
          <p:spPr>
            <a:xfrm>
              <a:off x="3284547" y="3885673"/>
              <a:ext cx="302139" cy="60473"/>
            </a:xfrm>
            <a:custGeom>
              <a:avLst/>
              <a:gdLst/>
              <a:ahLst/>
              <a:cxnLst/>
              <a:rect l="l" t="t" r="r" b="b"/>
              <a:pathLst>
                <a:path w="9288" h="1859" extrusionOk="0">
                  <a:moveTo>
                    <a:pt x="286" y="1"/>
                  </a:moveTo>
                  <a:cubicBezTo>
                    <a:pt x="143" y="1"/>
                    <a:pt x="0" y="120"/>
                    <a:pt x="0" y="311"/>
                  </a:cubicBezTo>
                  <a:lnTo>
                    <a:pt x="0" y="1549"/>
                  </a:lnTo>
                  <a:cubicBezTo>
                    <a:pt x="0" y="1692"/>
                    <a:pt x="119" y="1858"/>
                    <a:pt x="286" y="1858"/>
                  </a:cubicBezTo>
                  <a:lnTo>
                    <a:pt x="8978" y="1858"/>
                  </a:lnTo>
                  <a:cubicBezTo>
                    <a:pt x="9121" y="1858"/>
                    <a:pt x="9288" y="1692"/>
                    <a:pt x="9288" y="1549"/>
                  </a:cubicBezTo>
                  <a:lnTo>
                    <a:pt x="9288" y="311"/>
                  </a:lnTo>
                  <a:cubicBezTo>
                    <a:pt x="9288" y="144"/>
                    <a:pt x="9169" y="1"/>
                    <a:pt x="8978"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3" name="Google Shape;22583;p139"/>
            <p:cNvSpPr/>
            <p:nvPr/>
          </p:nvSpPr>
          <p:spPr>
            <a:xfrm>
              <a:off x="3434835" y="3884925"/>
              <a:ext cx="151850" cy="61221"/>
            </a:xfrm>
            <a:custGeom>
              <a:avLst/>
              <a:gdLst/>
              <a:ahLst/>
              <a:cxnLst/>
              <a:rect l="l" t="t" r="r" b="b"/>
              <a:pathLst>
                <a:path w="4668" h="1882" extrusionOk="0">
                  <a:moveTo>
                    <a:pt x="0" y="0"/>
                  </a:moveTo>
                  <a:lnTo>
                    <a:pt x="0" y="1881"/>
                  </a:lnTo>
                  <a:lnTo>
                    <a:pt x="4358" y="1881"/>
                  </a:lnTo>
                  <a:cubicBezTo>
                    <a:pt x="4549" y="1881"/>
                    <a:pt x="4668" y="1715"/>
                    <a:pt x="4668" y="1572"/>
                  </a:cubicBezTo>
                  <a:lnTo>
                    <a:pt x="4668" y="334"/>
                  </a:lnTo>
                  <a:cubicBezTo>
                    <a:pt x="4668" y="143"/>
                    <a:pt x="4501" y="0"/>
                    <a:pt x="435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4" name="Google Shape;22584;p139"/>
            <p:cNvSpPr/>
            <p:nvPr/>
          </p:nvSpPr>
          <p:spPr>
            <a:xfrm>
              <a:off x="3284547" y="3601393"/>
              <a:ext cx="302139" cy="59660"/>
            </a:xfrm>
            <a:custGeom>
              <a:avLst/>
              <a:gdLst/>
              <a:ahLst/>
              <a:cxnLst/>
              <a:rect l="l" t="t" r="r" b="b"/>
              <a:pathLst>
                <a:path w="9288" h="1834" extrusionOk="0">
                  <a:moveTo>
                    <a:pt x="286" y="0"/>
                  </a:moveTo>
                  <a:cubicBezTo>
                    <a:pt x="143" y="0"/>
                    <a:pt x="0" y="119"/>
                    <a:pt x="0" y="286"/>
                  </a:cubicBezTo>
                  <a:lnTo>
                    <a:pt x="0" y="1548"/>
                  </a:lnTo>
                  <a:cubicBezTo>
                    <a:pt x="0" y="1691"/>
                    <a:pt x="119" y="1834"/>
                    <a:pt x="286" y="1834"/>
                  </a:cubicBezTo>
                  <a:lnTo>
                    <a:pt x="8978" y="1834"/>
                  </a:lnTo>
                  <a:cubicBezTo>
                    <a:pt x="9121" y="1834"/>
                    <a:pt x="9288" y="1691"/>
                    <a:pt x="9288" y="1548"/>
                  </a:cubicBezTo>
                  <a:lnTo>
                    <a:pt x="9288" y="286"/>
                  </a:lnTo>
                  <a:cubicBezTo>
                    <a:pt x="9288" y="143"/>
                    <a:pt x="9169" y="0"/>
                    <a:pt x="8978"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5" name="Google Shape;22585;p139"/>
            <p:cNvSpPr/>
            <p:nvPr/>
          </p:nvSpPr>
          <p:spPr>
            <a:xfrm>
              <a:off x="3434835" y="3601393"/>
              <a:ext cx="151850" cy="60441"/>
            </a:xfrm>
            <a:custGeom>
              <a:avLst/>
              <a:gdLst/>
              <a:ahLst/>
              <a:cxnLst/>
              <a:rect l="l" t="t" r="r" b="b"/>
              <a:pathLst>
                <a:path w="4668" h="1858" extrusionOk="0">
                  <a:moveTo>
                    <a:pt x="0" y="0"/>
                  </a:moveTo>
                  <a:lnTo>
                    <a:pt x="0" y="1858"/>
                  </a:lnTo>
                  <a:lnTo>
                    <a:pt x="4358" y="1858"/>
                  </a:lnTo>
                  <a:cubicBezTo>
                    <a:pt x="4549" y="1858"/>
                    <a:pt x="4668" y="1715"/>
                    <a:pt x="4668" y="1572"/>
                  </a:cubicBezTo>
                  <a:lnTo>
                    <a:pt x="4668" y="286"/>
                  </a:lnTo>
                  <a:cubicBezTo>
                    <a:pt x="4668" y="119"/>
                    <a:pt x="4501" y="0"/>
                    <a:pt x="435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86" name="Google Shape;22586;p139"/>
          <p:cNvGrpSpPr/>
          <p:nvPr/>
        </p:nvGrpSpPr>
        <p:grpSpPr>
          <a:xfrm>
            <a:off x="2495141" y="3447822"/>
            <a:ext cx="412936" cy="344753"/>
            <a:chOff x="2495141" y="3600222"/>
            <a:chExt cx="412936" cy="344753"/>
          </a:xfrm>
        </p:grpSpPr>
        <p:sp>
          <p:nvSpPr>
            <p:cNvPr id="22587" name="Google Shape;22587;p139"/>
            <p:cNvSpPr/>
            <p:nvPr/>
          </p:nvSpPr>
          <p:spPr>
            <a:xfrm>
              <a:off x="2495141" y="3600255"/>
              <a:ext cx="380406" cy="344493"/>
            </a:xfrm>
            <a:custGeom>
              <a:avLst/>
              <a:gdLst/>
              <a:ahLst/>
              <a:cxnLst/>
              <a:rect l="l" t="t" r="r" b="b"/>
              <a:pathLst>
                <a:path w="11694" h="10590" extrusionOk="0">
                  <a:moveTo>
                    <a:pt x="5787" y="1"/>
                  </a:moveTo>
                  <a:cubicBezTo>
                    <a:pt x="4435" y="1"/>
                    <a:pt x="3083" y="513"/>
                    <a:pt x="2048" y="1535"/>
                  </a:cubicBezTo>
                  <a:cubicBezTo>
                    <a:pt x="48" y="3536"/>
                    <a:pt x="0" y="6727"/>
                    <a:pt x="1834" y="8799"/>
                  </a:cubicBezTo>
                  <a:cubicBezTo>
                    <a:pt x="2881" y="9994"/>
                    <a:pt x="4336" y="10590"/>
                    <a:pt x="5794" y="10590"/>
                  </a:cubicBezTo>
                  <a:cubicBezTo>
                    <a:pt x="7154" y="10590"/>
                    <a:pt x="8515" y="10071"/>
                    <a:pt x="9550" y="9037"/>
                  </a:cubicBezTo>
                  <a:cubicBezTo>
                    <a:pt x="11693" y="6894"/>
                    <a:pt x="11598" y="3393"/>
                    <a:pt x="9312" y="1345"/>
                  </a:cubicBezTo>
                  <a:cubicBezTo>
                    <a:pt x="8311" y="448"/>
                    <a:pt x="7049" y="1"/>
                    <a:pt x="578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8" name="Google Shape;22588;p139"/>
            <p:cNvSpPr/>
            <p:nvPr/>
          </p:nvSpPr>
          <p:spPr>
            <a:xfrm>
              <a:off x="2561763" y="3600255"/>
              <a:ext cx="313784" cy="293974"/>
            </a:xfrm>
            <a:custGeom>
              <a:avLst/>
              <a:gdLst/>
              <a:ahLst/>
              <a:cxnLst/>
              <a:rect l="l" t="t" r="r" b="b"/>
              <a:pathLst>
                <a:path w="9646" h="9037" extrusionOk="0">
                  <a:moveTo>
                    <a:pt x="3739" y="1"/>
                  </a:moveTo>
                  <a:cubicBezTo>
                    <a:pt x="2387" y="1"/>
                    <a:pt x="1035" y="513"/>
                    <a:pt x="0" y="1535"/>
                  </a:cubicBezTo>
                  <a:lnTo>
                    <a:pt x="7502" y="9037"/>
                  </a:lnTo>
                  <a:cubicBezTo>
                    <a:pt x="9645" y="6894"/>
                    <a:pt x="9550" y="3393"/>
                    <a:pt x="7264" y="1345"/>
                  </a:cubicBezTo>
                  <a:cubicBezTo>
                    <a:pt x="6263" y="448"/>
                    <a:pt x="5001" y="1"/>
                    <a:pt x="3739"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9" name="Google Shape;22589;p139"/>
            <p:cNvSpPr/>
            <p:nvPr/>
          </p:nvSpPr>
          <p:spPr>
            <a:xfrm>
              <a:off x="2543155" y="3605264"/>
              <a:ext cx="202239" cy="281222"/>
            </a:xfrm>
            <a:custGeom>
              <a:avLst/>
              <a:gdLst/>
              <a:ahLst/>
              <a:cxnLst/>
              <a:rect l="l" t="t" r="r" b="b"/>
              <a:pathLst>
                <a:path w="6217" h="8645" extrusionOk="0">
                  <a:moveTo>
                    <a:pt x="5549" y="0"/>
                  </a:moveTo>
                  <a:lnTo>
                    <a:pt x="3239" y="2286"/>
                  </a:lnTo>
                  <a:cubicBezTo>
                    <a:pt x="2049" y="3501"/>
                    <a:pt x="3335" y="4834"/>
                    <a:pt x="2382" y="5787"/>
                  </a:cubicBezTo>
                  <a:lnTo>
                    <a:pt x="1" y="8168"/>
                  </a:lnTo>
                  <a:cubicBezTo>
                    <a:pt x="120" y="8335"/>
                    <a:pt x="239" y="8502"/>
                    <a:pt x="405" y="8645"/>
                  </a:cubicBezTo>
                  <a:lnTo>
                    <a:pt x="2811" y="6240"/>
                  </a:lnTo>
                  <a:cubicBezTo>
                    <a:pt x="4001" y="5025"/>
                    <a:pt x="2715" y="3691"/>
                    <a:pt x="3668" y="2739"/>
                  </a:cubicBezTo>
                  <a:lnTo>
                    <a:pt x="6216" y="191"/>
                  </a:lnTo>
                  <a:cubicBezTo>
                    <a:pt x="5978" y="119"/>
                    <a:pt x="5788" y="48"/>
                    <a:pt x="5549"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0" name="Google Shape;22590;p139"/>
            <p:cNvSpPr/>
            <p:nvPr/>
          </p:nvSpPr>
          <p:spPr>
            <a:xfrm>
              <a:off x="2630694" y="3606012"/>
              <a:ext cx="114701" cy="133308"/>
            </a:xfrm>
            <a:custGeom>
              <a:avLst/>
              <a:gdLst/>
              <a:ahLst/>
              <a:cxnLst/>
              <a:rect l="l" t="t" r="r" b="b"/>
              <a:pathLst>
                <a:path w="3526" h="4098" extrusionOk="0">
                  <a:moveTo>
                    <a:pt x="2858" y="1"/>
                  </a:moveTo>
                  <a:lnTo>
                    <a:pt x="548" y="2287"/>
                  </a:lnTo>
                  <a:cubicBezTo>
                    <a:pt x="144" y="2668"/>
                    <a:pt x="24" y="3097"/>
                    <a:pt x="1" y="3478"/>
                  </a:cubicBezTo>
                  <a:lnTo>
                    <a:pt x="620" y="4097"/>
                  </a:lnTo>
                  <a:cubicBezTo>
                    <a:pt x="572" y="3597"/>
                    <a:pt x="572" y="3121"/>
                    <a:pt x="977" y="2716"/>
                  </a:cubicBezTo>
                  <a:lnTo>
                    <a:pt x="3525" y="215"/>
                  </a:lnTo>
                  <a:cubicBezTo>
                    <a:pt x="3287" y="120"/>
                    <a:pt x="3097" y="49"/>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1" name="Google Shape;22591;p139"/>
            <p:cNvSpPr/>
            <p:nvPr/>
          </p:nvSpPr>
          <p:spPr>
            <a:xfrm>
              <a:off x="2512187" y="3600222"/>
              <a:ext cx="185941" cy="211900"/>
            </a:xfrm>
            <a:custGeom>
              <a:avLst/>
              <a:gdLst/>
              <a:ahLst/>
              <a:cxnLst/>
              <a:rect l="l" t="t" r="r" b="b"/>
              <a:pathLst>
                <a:path w="5716" h="6514" extrusionOk="0">
                  <a:moveTo>
                    <a:pt x="5287" y="0"/>
                  </a:moveTo>
                  <a:cubicBezTo>
                    <a:pt x="5138" y="0"/>
                    <a:pt x="4989" y="12"/>
                    <a:pt x="4858" y="36"/>
                  </a:cubicBezTo>
                  <a:lnTo>
                    <a:pt x="2858" y="2013"/>
                  </a:lnTo>
                  <a:cubicBezTo>
                    <a:pt x="2215" y="2679"/>
                    <a:pt x="2096" y="3680"/>
                    <a:pt x="1548" y="4227"/>
                  </a:cubicBezTo>
                  <a:lnTo>
                    <a:pt x="0" y="5775"/>
                  </a:lnTo>
                  <a:cubicBezTo>
                    <a:pt x="24" y="6013"/>
                    <a:pt x="71" y="6275"/>
                    <a:pt x="119" y="6514"/>
                  </a:cubicBezTo>
                  <a:lnTo>
                    <a:pt x="2000" y="4632"/>
                  </a:lnTo>
                  <a:cubicBezTo>
                    <a:pt x="2643" y="3989"/>
                    <a:pt x="2763" y="2965"/>
                    <a:pt x="3310" y="2441"/>
                  </a:cubicBezTo>
                  <a:lnTo>
                    <a:pt x="5716" y="36"/>
                  </a:lnTo>
                  <a:cubicBezTo>
                    <a:pt x="5585" y="12"/>
                    <a:pt x="5436" y="0"/>
                    <a:pt x="5287"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2" name="Google Shape;22592;p139"/>
            <p:cNvSpPr/>
            <p:nvPr/>
          </p:nvSpPr>
          <p:spPr>
            <a:xfrm>
              <a:off x="2592731" y="3600222"/>
              <a:ext cx="105397" cy="96484"/>
            </a:xfrm>
            <a:custGeom>
              <a:avLst/>
              <a:gdLst/>
              <a:ahLst/>
              <a:cxnLst/>
              <a:rect l="l" t="t" r="r" b="b"/>
              <a:pathLst>
                <a:path w="3240" h="2966" extrusionOk="0">
                  <a:moveTo>
                    <a:pt x="2811" y="0"/>
                  </a:moveTo>
                  <a:cubicBezTo>
                    <a:pt x="2662" y="0"/>
                    <a:pt x="2513" y="12"/>
                    <a:pt x="2382" y="36"/>
                  </a:cubicBezTo>
                  <a:cubicBezTo>
                    <a:pt x="215" y="2203"/>
                    <a:pt x="239" y="2132"/>
                    <a:pt x="1" y="2537"/>
                  </a:cubicBezTo>
                  <a:lnTo>
                    <a:pt x="453" y="2965"/>
                  </a:lnTo>
                  <a:cubicBezTo>
                    <a:pt x="691" y="2537"/>
                    <a:pt x="572" y="2703"/>
                    <a:pt x="3240" y="36"/>
                  </a:cubicBezTo>
                  <a:cubicBezTo>
                    <a:pt x="3109" y="12"/>
                    <a:pt x="2960" y="0"/>
                    <a:pt x="2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3" name="Google Shape;22593;p139"/>
            <p:cNvSpPr/>
            <p:nvPr/>
          </p:nvSpPr>
          <p:spPr>
            <a:xfrm>
              <a:off x="2645430" y="3758643"/>
              <a:ext cx="210729" cy="185941"/>
            </a:xfrm>
            <a:custGeom>
              <a:avLst/>
              <a:gdLst/>
              <a:ahLst/>
              <a:cxnLst/>
              <a:rect l="l" t="t" r="r" b="b"/>
              <a:pathLst>
                <a:path w="6478" h="5716" extrusionOk="0">
                  <a:moveTo>
                    <a:pt x="6478" y="0"/>
                  </a:moveTo>
                  <a:lnTo>
                    <a:pt x="4930" y="1548"/>
                  </a:lnTo>
                  <a:cubicBezTo>
                    <a:pt x="4358" y="2096"/>
                    <a:pt x="3382" y="2215"/>
                    <a:pt x="2715" y="2858"/>
                  </a:cubicBezTo>
                  <a:lnTo>
                    <a:pt x="0" y="5597"/>
                  </a:lnTo>
                  <a:cubicBezTo>
                    <a:pt x="238" y="5668"/>
                    <a:pt x="476" y="5692"/>
                    <a:pt x="738" y="5716"/>
                  </a:cubicBezTo>
                  <a:lnTo>
                    <a:pt x="3144" y="3311"/>
                  </a:lnTo>
                  <a:cubicBezTo>
                    <a:pt x="3715" y="2787"/>
                    <a:pt x="4692" y="2668"/>
                    <a:pt x="5358" y="2001"/>
                  </a:cubicBezTo>
                  <a:lnTo>
                    <a:pt x="6478" y="882"/>
                  </a:lnTo>
                  <a:lnTo>
                    <a:pt x="6478"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4" name="Google Shape;22594;p139"/>
            <p:cNvSpPr/>
            <p:nvPr/>
          </p:nvSpPr>
          <p:spPr>
            <a:xfrm>
              <a:off x="2750762" y="3760205"/>
              <a:ext cx="105397" cy="94532"/>
            </a:xfrm>
            <a:custGeom>
              <a:avLst/>
              <a:gdLst/>
              <a:ahLst/>
              <a:cxnLst/>
              <a:rect l="l" t="t" r="r" b="b"/>
              <a:pathLst>
                <a:path w="3240" h="2906" extrusionOk="0">
                  <a:moveTo>
                    <a:pt x="3240" y="0"/>
                  </a:moveTo>
                  <a:lnTo>
                    <a:pt x="1692" y="1548"/>
                  </a:lnTo>
                  <a:cubicBezTo>
                    <a:pt x="1263" y="1953"/>
                    <a:pt x="596" y="2096"/>
                    <a:pt x="1" y="2453"/>
                  </a:cubicBezTo>
                  <a:lnTo>
                    <a:pt x="430" y="2905"/>
                  </a:lnTo>
                  <a:cubicBezTo>
                    <a:pt x="977" y="2620"/>
                    <a:pt x="1620" y="2429"/>
                    <a:pt x="2120" y="1953"/>
                  </a:cubicBezTo>
                  <a:lnTo>
                    <a:pt x="3240" y="834"/>
                  </a:lnTo>
                  <a:lnTo>
                    <a:pt x="324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5" name="Google Shape;22595;p139"/>
            <p:cNvSpPr/>
            <p:nvPr/>
          </p:nvSpPr>
          <p:spPr>
            <a:xfrm>
              <a:off x="2716703" y="3632362"/>
              <a:ext cx="81358" cy="78072"/>
            </a:xfrm>
            <a:custGeom>
              <a:avLst/>
              <a:gdLst/>
              <a:ahLst/>
              <a:cxnLst/>
              <a:rect l="l" t="t" r="r" b="b"/>
              <a:pathLst>
                <a:path w="2501" h="2400" extrusionOk="0">
                  <a:moveTo>
                    <a:pt x="2000" y="1"/>
                  </a:moveTo>
                  <a:lnTo>
                    <a:pt x="119" y="1858"/>
                  </a:lnTo>
                  <a:cubicBezTo>
                    <a:pt x="0" y="1977"/>
                    <a:pt x="0" y="2192"/>
                    <a:pt x="119" y="2311"/>
                  </a:cubicBezTo>
                  <a:cubicBezTo>
                    <a:pt x="179" y="2370"/>
                    <a:pt x="262" y="2400"/>
                    <a:pt x="345" y="2400"/>
                  </a:cubicBezTo>
                  <a:cubicBezTo>
                    <a:pt x="429" y="2400"/>
                    <a:pt x="512" y="2370"/>
                    <a:pt x="572" y="2311"/>
                  </a:cubicBezTo>
                  <a:lnTo>
                    <a:pt x="2501" y="382"/>
                  </a:lnTo>
                  <a:cubicBezTo>
                    <a:pt x="2358" y="239"/>
                    <a:pt x="2215" y="72"/>
                    <a:pt x="20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6" name="Google Shape;22596;p139"/>
            <p:cNvSpPr/>
            <p:nvPr/>
          </p:nvSpPr>
          <p:spPr>
            <a:xfrm>
              <a:off x="2674089" y="3725332"/>
              <a:ext cx="58131" cy="58131"/>
            </a:xfrm>
            <a:custGeom>
              <a:avLst/>
              <a:gdLst/>
              <a:ahLst/>
              <a:cxnLst/>
              <a:rect l="l" t="t" r="r" b="b"/>
              <a:pathLst>
                <a:path w="1787" h="1787" extrusionOk="0">
                  <a:moveTo>
                    <a:pt x="905" y="620"/>
                  </a:moveTo>
                  <a:cubicBezTo>
                    <a:pt x="1048" y="620"/>
                    <a:pt x="1167" y="739"/>
                    <a:pt x="1167" y="882"/>
                  </a:cubicBezTo>
                  <a:cubicBezTo>
                    <a:pt x="1167" y="1024"/>
                    <a:pt x="1048" y="1143"/>
                    <a:pt x="905" y="1143"/>
                  </a:cubicBezTo>
                  <a:cubicBezTo>
                    <a:pt x="739" y="1143"/>
                    <a:pt x="619" y="1024"/>
                    <a:pt x="619" y="882"/>
                  </a:cubicBezTo>
                  <a:cubicBezTo>
                    <a:pt x="619" y="739"/>
                    <a:pt x="739" y="620"/>
                    <a:pt x="905" y="620"/>
                  </a:cubicBezTo>
                  <a:close/>
                  <a:moveTo>
                    <a:pt x="905" y="0"/>
                  </a:moveTo>
                  <a:cubicBezTo>
                    <a:pt x="405" y="0"/>
                    <a:pt x="0" y="381"/>
                    <a:pt x="0" y="882"/>
                  </a:cubicBezTo>
                  <a:cubicBezTo>
                    <a:pt x="0" y="1358"/>
                    <a:pt x="381" y="1786"/>
                    <a:pt x="905" y="1786"/>
                  </a:cubicBezTo>
                  <a:cubicBezTo>
                    <a:pt x="1382" y="1786"/>
                    <a:pt x="1786" y="1382"/>
                    <a:pt x="1786" y="882"/>
                  </a:cubicBezTo>
                  <a:cubicBezTo>
                    <a:pt x="1763" y="405"/>
                    <a:pt x="1382" y="0"/>
                    <a:pt x="90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7" name="Google Shape;22597;p139"/>
            <p:cNvSpPr/>
            <p:nvPr/>
          </p:nvSpPr>
          <p:spPr>
            <a:xfrm>
              <a:off x="2667875" y="3725332"/>
              <a:ext cx="63564" cy="57188"/>
            </a:xfrm>
            <a:custGeom>
              <a:avLst/>
              <a:gdLst/>
              <a:ahLst/>
              <a:cxnLst/>
              <a:rect l="l" t="t" r="r" b="b"/>
              <a:pathLst>
                <a:path w="1954" h="1758" extrusionOk="0">
                  <a:moveTo>
                    <a:pt x="1096" y="620"/>
                  </a:moveTo>
                  <a:cubicBezTo>
                    <a:pt x="1239" y="620"/>
                    <a:pt x="1358" y="739"/>
                    <a:pt x="1358" y="882"/>
                  </a:cubicBezTo>
                  <a:cubicBezTo>
                    <a:pt x="1358" y="1024"/>
                    <a:pt x="1239" y="1143"/>
                    <a:pt x="1096" y="1143"/>
                  </a:cubicBezTo>
                  <a:cubicBezTo>
                    <a:pt x="930" y="1143"/>
                    <a:pt x="810" y="1024"/>
                    <a:pt x="810" y="882"/>
                  </a:cubicBezTo>
                  <a:cubicBezTo>
                    <a:pt x="810" y="739"/>
                    <a:pt x="930" y="620"/>
                    <a:pt x="1096" y="620"/>
                  </a:cubicBezTo>
                  <a:close/>
                  <a:moveTo>
                    <a:pt x="1096" y="0"/>
                  </a:moveTo>
                  <a:cubicBezTo>
                    <a:pt x="453" y="0"/>
                    <a:pt x="1" y="643"/>
                    <a:pt x="239" y="1215"/>
                  </a:cubicBezTo>
                  <a:lnTo>
                    <a:pt x="739" y="1691"/>
                  </a:lnTo>
                  <a:cubicBezTo>
                    <a:pt x="853" y="1737"/>
                    <a:pt x="967" y="1758"/>
                    <a:pt x="1078" y="1758"/>
                  </a:cubicBezTo>
                  <a:cubicBezTo>
                    <a:pt x="1548" y="1758"/>
                    <a:pt x="1954" y="1378"/>
                    <a:pt x="1954" y="858"/>
                  </a:cubicBezTo>
                  <a:cubicBezTo>
                    <a:pt x="1954" y="405"/>
                    <a:pt x="1573"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8" name="Google Shape;22598;p139"/>
            <p:cNvSpPr/>
            <p:nvPr/>
          </p:nvSpPr>
          <p:spPr>
            <a:xfrm>
              <a:off x="2500541" y="3601003"/>
              <a:ext cx="407536" cy="343972"/>
            </a:xfrm>
            <a:custGeom>
              <a:avLst/>
              <a:gdLst/>
              <a:ahLst/>
              <a:cxnLst/>
              <a:rect l="l" t="t" r="r" b="b"/>
              <a:pathLst>
                <a:path w="12528" h="10574" extrusionOk="0">
                  <a:moveTo>
                    <a:pt x="9889" y="1"/>
                  </a:moveTo>
                  <a:cubicBezTo>
                    <a:pt x="9289" y="1"/>
                    <a:pt x="8569" y="320"/>
                    <a:pt x="8074" y="607"/>
                  </a:cubicBezTo>
                  <a:cubicBezTo>
                    <a:pt x="8312" y="727"/>
                    <a:pt x="8550" y="869"/>
                    <a:pt x="8693" y="988"/>
                  </a:cubicBezTo>
                  <a:cubicBezTo>
                    <a:pt x="9232" y="742"/>
                    <a:pt x="9651" y="635"/>
                    <a:pt x="9919" y="635"/>
                  </a:cubicBezTo>
                  <a:cubicBezTo>
                    <a:pt x="10065" y="635"/>
                    <a:pt x="10167" y="667"/>
                    <a:pt x="10217" y="727"/>
                  </a:cubicBezTo>
                  <a:cubicBezTo>
                    <a:pt x="10646" y="1131"/>
                    <a:pt x="9646" y="3489"/>
                    <a:pt x="6740" y="6394"/>
                  </a:cubicBezTo>
                  <a:cubicBezTo>
                    <a:pt x="4264" y="8891"/>
                    <a:pt x="2157" y="9981"/>
                    <a:pt x="1341" y="9981"/>
                  </a:cubicBezTo>
                  <a:cubicBezTo>
                    <a:pt x="1208" y="9981"/>
                    <a:pt x="1109" y="9952"/>
                    <a:pt x="1049" y="9895"/>
                  </a:cubicBezTo>
                  <a:cubicBezTo>
                    <a:pt x="882" y="9705"/>
                    <a:pt x="930" y="9204"/>
                    <a:pt x="1311" y="8371"/>
                  </a:cubicBezTo>
                  <a:cubicBezTo>
                    <a:pt x="1192" y="8180"/>
                    <a:pt x="1049" y="7990"/>
                    <a:pt x="930" y="7752"/>
                  </a:cubicBezTo>
                  <a:cubicBezTo>
                    <a:pt x="549" y="8490"/>
                    <a:pt x="1" y="9705"/>
                    <a:pt x="596" y="10300"/>
                  </a:cubicBezTo>
                  <a:cubicBezTo>
                    <a:pt x="786" y="10488"/>
                    <a:pt x="1043" y="10574"/>
                    <a:pt x="1351" y="10574"/>
                  </a:cubicBezTo>
                  <a:cubicBezTo>
                    <a:pt x="4408" y="10574"/>
                    <a:pt x="12528" y="2113"/>
                    <a:pt x="10646" y="274"/>
                  </a:cubicBezTo>
                  <a:cubicBezTo>
                    <a:pt x="10450" y="78"/>
                    <a:pt x="10184" y="1"/>
                    <a:pt x="9889"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9" name="Google Shape;22599;p139"/>
            <p:cNvSpPr/>
            <p:nvPr/>
          </p:nvSpPr>
          <p:spPr>
            <a:xfrm>
              <a:off x="2720574" y="3600970"/>
              <a:ext cx="159592" cy="221985"/>
            </a:xfrm>
            <a:custGeom>
              <a:avLst/>
              <a:gdLst/>
              <a:ahLst/>
              <a:cxnLst/>
              <a:rect l="l" t="t" r="r" b="b"/>
              <a:pathLst>
                <a:path w="4906" h="6824" extrusionOk="0">
                  <a:moveTo>
                    <a:pt x="3143" y="1"/>
                  </a:moveTo>
                  <a:cubicBezTo>
                    <a:pt x="2544" y="1"/>
                    <a:pt x="1827" y="314"/>
                    <a:pt x="1334" y="585"/>
                  </a:cubicBezTo>
                  <a:cubicBezTo>
                    <a:pt x="1572" y="728"/>
                    <a:pt x="1810" y="870"/>
                    <a:pt x="1953" y="989"/>
                  </a:cubicBezTo>
                  <a:cubicBezTo>
                    <a:pt x="2491" y="743"/>
                    <a:pt x="2910" y="636"/>
                    <a:pt x="3178" y="636"/>
                  </a:cubicBezTo>
                  <a:cubicBezTo>
                    <a:pt x="3325" y="636"/>
                    <a:pt x="3426" y="668"/>
                    <a:pt x="3477" y="728"/>
                  </a:cubicBezTo>
                  <a:cubicBezTo>
                    <a:pt x="3906" y="1132"/>
                    <a:pt x="2929" y="3490"/>
                    <a:pt x="0" y="6395"/>
                  </a:cubicBezTo>
                  <a:lnTo>
                    <a:pt x="405" y="6824"/>
                  </a:lnTo>
                  <a:cubicBezTo>
                    <a:pt x="2929" y="4323"/>
                    <a:pt x="4906" y="1275"/>
                    <a:pt x="3906" y="275"/>
                  </a:cubicBezTo>
                  <a:cubicBezTo>
                    <a:pt x="3708" y="78"/>
                    <a:pt x="3440" y="1"/>
                    <a:pt x="3143"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00" name="Google Shape;22600;p139"/>
          <p:cNvGrpSpPr/>
          <p:nvPr/>
        </p:nvGrpSpPr>
        <p:grpSpPr>
          <a:xfrm>
            <a:off x="1799455" y="3448700"/>
            <a:ext cx="262647" cy="345143"/>
            <a:chOff x="1799455" y="3601100"/>
            <a:chExt cx="262647" cy="345143"/>
          </a:xfrm>
        </p:grpSpPr>
        <p:sp>
          <p:nvSpPr>
            <p:cNvPr id="22601" name="Google Shape;22601;p139"/>
            <p:cNvSpPr/>
            <p:nvPr/>
          </p:nvSpPr>
          <p:spPr>
            <a:xfrm>
              <a:off x="1799455" y="3905061"/>
              <a:ext cx="262647" cy="40142"/>
            </a:xfrm>
            <a:custGeom>
              <a:avLst/>
              <a:gdLst/>
              <a:ahLst/>
              <a:cxnLst/>
              <a:rect l="l" t="t" r="r" b="b"/>
              <a:pathLst>
                <a:path w="8074" h="1234" extrusionOk="0">
                  <a:moveTo>
                    <a:pt x="310" y="0"/>
                  </a:moveTo>
                  <a:cubicBezTo>
                    <a:pt x="167" y="0"/>
                    <a:pt x="1" y="119"/>
                    <a:pt x="1" y="310"/>
                  </a:cubicBezTo>
                  <a:lnTo>
                    <a:pt x="1" y="929"/>
                  </a:lnTo>
                  <a:cubicBezTo>
                    <a:pt x="1" y="1105"/>
                    <a:pt x="146" y="1233"/>
                    <a:pt x="317" y="1233"/>
                  </a:cubicBezTo>
                  <a:cubicBezTo>
                    <a:pt x="353" y="1233"/>
                    <a:pt x="391" y="1228"/>
                    <a:pt x="429" y="1215"/>
                  </a:cubicBezTo>
                  <a:cubicBezTo>
                    <a:pt x="548" y="1191"/>
                    <a:pt x="644" y="1048"/>
                    <a:pt x="644" y="929"/>
                  </a:cubicBezTo>
                  <a:lnTo>
                    <a:pt x="644" y="619"/>
                  </a:lnTo>
                  <a:lnTo>
                    <a:pt x="7455" y="619"/>
                  </a:lnTo>
                  <a:lnTo>
                    <a:pt x="7455" y="929"/>
                  </a:lnTo>
                  <a:cubicBezTo>
                    <a:pt x="7455" y="1076"/>
                    <a:pt x="7584" y="1223"/>
                    <a:pt x="7746" y="1223"/>
                  </a:cubicBezTo>
                  <a:cubicBezTo>
                    <a:pt x="7767" y="1223"/>
                    <a:pt x="7789" y="1220"/>
                    <a:pt x="7812" y="1215"/>
                  </a:cubicBezTo>
                  <a:cubicBezTo>
                    <a:pt x="7955" y="1215"/>
                    <a:pt x="8074" y="1072"/>
                    <a:pt x="8074" y="929"/>
                  </a:cubicBezTo>
                  <a:lnTo>
                    <a:pt x="8074" y="310"/>
                  </a:lnTo>
                  <a:cubicBezTo>
                    <a:pt x="8074" y="143"/>
                    <a:pt x="7955" y="0"/>
                    <a:pt x="7788"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2" name="Google Shape;22602;p139"/>
            <p:cNvSpPr/>
            <p:nvPr/>
          </p:nvSpPr>
          <p:spPr>
            <a:xfrm>
              <a:off x="1980744" y="3905744"/>
              <a:ext cx="81358" cy="40500"/>
            </a:xfrm>
            <a:custGeom>
              <a:avLst/>
              <a:gdLst/>
              <a:ahLst/>
              <a:cxnLst/>
              <a:rect l="l" t="t" r="r" b="b"/>
              <a:pathLst>
                <a:path w="2501" h="1245" extrusionOk="0">
                  <a:moveTo>
                    <a:pt x="2215" y="0"/>
                  </a:moveTo>
                  <a:cubicBezTo>
                    <a:pt x="2200" y="0"/>
                    <a:pt x="2184" y="1"/>
                    <a:pt x="2167" y="3"/>
                  </a:cubicBezTo>
                  <a:lnTo>
                    <a:pt x="0" y="3"/>
                  </a:lnTo>
                  <a:lnTo>
                    <a:pt x="0" y="646"/>
                  </a:lnTo>
                  <a:lnTo>
                    <a:pt x="1882" y="646"/>
                  </a:lnTo>
                  <a:lnTo>
                    <a:pt x="1882" y="932"/>
                  </a:lnTo>
                  <a:cubicBezTo>
                    <a:pt x="1882" y="1108"/>
                    <a:pt x="2025" y="1244"/>
                    <a:pt x="2197" y="1244"/>
                  </a:cubicBezTo>
                  <a:cubicBezTo>
                    <a:pt x="2211" y="1244"/>
                    <a:pt x="2225" y="1243"/>
                    <a:pt x="2239" y="1241"/>
                  </a:cubicBezTo>
                  <a:cubicBezTo>
                    <a:pt x="2382" y="1194"/>
                    <a:pt x="2501" y="1051"/>
                    <a:pt x="2501" y="908"/>
                  </a:cubicBezTo>
                  <a:lnTo>
                    <a:pt x="2501" y="289"/>
                  </a:lnTo>
                  <a:cubicBezTo>
                    <a:pt x="2501" y="115"/>
                    <a:pt x="2381" y="0"/>
                    <a:pt x="2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3" name="Google Shape;22603;p139"/>
            <p:cNvSpPr/>
            <p:nvPr/>
          </p:nvSpPr>
          <p:spPr>
            <a:xfrm>
              <a:off x="1897858" y="3681157"/>
              <a:ext cx="27130" cy="20949"/>
            </a:xfrm>
            <a:custGeom>
              <a:avLst/>
              <a:gdLst/>
              <a:ahLst/>
              <a:cxnLst/>
              <a:rect l="l" t="t" r="r" b="b"/>
              <a:pathLst>
                <a:path w="834" h="644" extrusionOk="0">
                  <a:moveTo>
                    <a:pt x="0" y="1"/>
                  </a:moveTo>
                  <a:lnTo>
                    <a:pt x="0" y="644"/>
                  </a:lnTo>
                  <a:lnTo>
                    <a:pt x="834" y="644"/>
                  </a:lnTo>
                  <a:lnTo>
                    <a:pt x="834" y="1"/>
                  </a:ln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4" name="Google Shape;22604;p139"/>
            <p:cNvSpPr/>
            <p:nvPr/>
          </p:nvSpPr>
          <p:spPr>
            <a:xfrm>
              <a:off x="1818062" y="3681157"/>
              <a:ext cx="25601" cy="20949"/>
            </a:xfrm>
            <a:custGeom>
              <a:avLst/>
              <a:gdLst/>
              <a:ahLst/>
              <a:cxnLst/>
              <a:rect l="l" t="t" r="r" b="b"/>
              <a:pathLst>
                <a:path w="787" h="644" extrusionOk="0">
                  <a:moveTo>
                    <a:pt x="334" y="1"/>
                  </a:moveTo>
                  <a:cubicBezTo>
                    <a:pt x="143" y="1"/>
                    <a:pt x="0" y="191"/>
                    <a:pt x="24" y="358"/>
                  </a:cubicBezTo>
                  <a:cubicBezTo>
                    <a:pt x="72" y="525"/>
                    <a:pt x="215" y="644"/>
                    <a:pt x="357" y="644"/>
                  </a:cubicBezTo>
                  <a:lnTo>
                    <a:pt x="786" y="644"/>
                  </a:lnTo>
                  <a:lnTo>
                    <a:pt x="786" y="1"/>
                  </a:ln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5" name="Google Shape;22605;p139"/>
            <p:cNvSpPr/>
            <p:nvPr/>
          </p:nvSpPr>
          <p:spPr>
            <a:xfrm>
              <a:off x="1859895" y="3601100"/>
              <a:ext cx="20169" cy="63076"/>
            </a:xfrm>
            <a:custGeom>
              <a:avLst/>
              <a:gdLst/>
              <a:ahLst/>
              <a:cxnLst/>
              <a:rect l="l" t="t" r="r" b="b"/>
              <a:pathLst>
                <a:path w="620" h="1939" extrusionOk="0">
                  <a:moveTo>
                    <a:pt x="285" y="1"/>
                  </a:moveTo>
                  <a:cubicBezTo>
                    <a:pt x="111" y="1"/>
                    <a:pt x="0" y="148"/>
                    <a:pt x="0" y="295"/>
                  </a:cubicBezTo>
                  <a:lnTo>
                    <a:pt x="0" y="1938"/>
                  </a:lnTo>
                  <a:lnTo>
                    <a:pt x="619" y="1938"/>
                  </a:lnTo>
                  <a:lnTo>
                    <a:pt x="619" y="295"/>
                  </a:lnTo>
                  <a:cubicBezTo>
                    <a:pt x="619" y="152"/>
                    <a:pt x="500" y="9"/>
                    <a:pt x="357" y="9"/>
                  </a:cubicBezTo>
                  <a:cubicBezTo>
                    <a:pt x="332" y="3"/>
                    <a:pt x="308" y="1"/>
                    <a:pt x="285"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6" name="Google Shape;22606;p139"/>
            <p:cNvSpPr/>
            <p:nvPr/>
          </p:nvSpPr>
          <p:spPr>
            <a:xfrm>
              <a:off x="1859895" y="3718371"/>
              <a:ext cx="20169" cy="189813"/>
            </a:xfrm>
            <a:custGeom>
              <a:avLst/>
              <a:gdLst/>
              <a:ahLst/>
              <a:cxnLst/>
              <a:rect l="l" t="t" r="r" b="b"/>
              <a:pathLst>
                <a:path w="620" h="5835" extrusionOk="0">
                  <a:moveTo>
                    <a:pt x="0" y="0"/>
                  </a:moveTo>
                  <a:lnTo>
                    <a:pt x="0" y="5835"/>
                  </a:lnTo>
                  <a:lnTo>
                    <a:pt x="619" y="5835"/>
                  </a:lnTo>
                  <a:lnTo>
                    <a:pt x="619"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7" name="Google Shape;22607;p139"/>
            <p:cNvSpPr/>
            <p:nvPr/>
          </p:nvSpPr>
          <p:spPr>
            <a:xfrm>
              <a:off x="1941220" y="3717590"/>
              <a:ext cx="80609" cy="165220"/>
            </a:xfrm>
            <a:custGeom>
              <a:avLst/>
              <a:gdLst/>
              <a:ahLst/>
              <a:cxnLst/>
              <a:rect l="l" t="t" r="r" b="b"/>
              <a:pathLst>
                <a:path w="2478" h="5079" extrusionOk="0">
                  <a:moveTo>
                    <a:pt x="1" y="0"/>
                  </a:moveTo>
                  <a:lnTo>
                    <a:pt x="1" y="24"/>
                  </a:lnTo>
                  <a:lnTo>
                    <a:pt x="1" y="3834"/>
                  </a:lnTo>
                  <a:cubicBezTo>
                    <a:pt x="1" y="4488"/>
                    <a:pt x="513" y="5078"/>
                    <a:pt x="1195" y="5078"/>
                  </a:cubicBezTo>
                  <a:cubicBezTo>
                    <a:pt x="1233" y="5078"/>
                    <a:pt x="1271" y="5076"/>
                    <a:pt x="1311" y="5073"/>
                  </a:cubicBezTo>
                  <a:cubicBezTo>
                    <a:pt x="1954" y="5049"/>
                    <a:pt x="2477" y="4477"/>
                    <a:pt x="2477" y="3834"/>
                  </a:cubicBezTo>
                  <a:lnTo>
                    <a:pt x="2477"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8" name="Google Shape;22608;p139"/>
            <p:cNvSpPr/>
            <p:nvPr/>
          </p:nvSpPr>
          <p:spPr>
            <a:xfrm>
              <a:off x="1980744" y="3717590"/>
              <a:ext cx="41085" cy="165025"/>
            </a:xfrm>
            <a:custGeom>
              <a:avLst/>
              <a:gdLst/>
              <a:ahLst/>
              <a:cxnLst/>
              <a:rect l="l" t="t" r="r" b="b"/>
              <a:pathLst>
                <a:path w="1263" h="5073" extrusionOk="0">
                  <a:moveTo>
                    <a:pt x="0" y="0"/>
                  </a:moveTo>
                  <a:lnTo>
                    <a:pt x="0" y="24"/>
                  </a:lnTo>
                  <a:lnTo>
                    <a:pt x="0" y="5073"/>
                  </a:lnTo>
                  <a:cubicBezTo>
                    <a:pt x="691" y="5073"/>
                    <a:pt x="1262" y="4525"/>
                    <a:pt x="1262" y="3834"/>
                  </a:cubicBezTo>
                  <a:lnTo>
                    <a:pt x="1262"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9" name="Google Shape;22609;p139"/>
            <p:cNvSpPr/>
            <p:nvPr/>
          </p:nvSpPr>
          <p:spPr>
            <a:xfrm>
              <a:off x="1931169" y="3601393"/>
              <a:ext cx="99965" cy="19388"/>
            </a:xfrm>
            <a:custGeom>
              <a:avLst/>
              <a:gdLst/>
              <a:ahLst/>
              <a:cxnLst/>
              <a:rect l="l" t="t" r="r" b="b"/>
              <a:pathLst>
                <a:path w="3073" h="596" extrusionOk="0">
                  <a:moveTo>
                    <a:pt x="310" y="0"/>
                  </a:moveTo>
                  <a:cubicBezTo>
                    <a:pt x="167" y="0"/>
                    <a:pt x="0" y="143"/>
                    <a:pt x="0" y="286"/>
                  </a:cubicBezTo>
                  <a:cubicBezTo>
                    <a:pt x="0" y="429"/>
                    <a:pt x="119" y="595"/>
                    <a:pt x="310" y="595"/>
                  </a:cubicBezTo>
                  <a:lnTo>
                    <a:pt x="2786" y="595"/>
                  </a:lnTo>
                  <a:cubicBezTo>
                    <a:pt x="2953" y="595"/>
                    <a:pt x="3072" y="429"/>
                    <a:pt x="3072" y="286"/>
                  </a:cubicBezTo>
                  <a:cubicBezTo>
                    <a:pt x="3072" y="143"/>
                    <a:pt x="2953" y="0"/>
                    <a:pt x="2786"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0" name="Google Shape;22610;p139"/>
            <p:cNvSpPr/>
            <p:nvPr/>
          </p:nvSpPr>
          <p:spPr>
            <a:xfrm>
              <a:off x="1981525" y="3601393"/>
              <a:ext cx="51918" cy="19388"/>
            </a:xfrm>
            <a:custGeom>
              <a:avLst/>
              <a:gdLst/>
              <a:ahLst/>
              <a:cxnLst/>
              <a:rect l="l" t="t" r="r" b="b"/>
              <a:pathLst>
                <a:path w="1596" h="596" extrusionOk="0">
                  <a:moveTo>
                    <a:pt x="0" y="0"/>
                  </a:moveTo>
                  <a:lnTo>
                    <a:pt x="0" y="595"/>
                  </a:lnTo>
                  <a:lnTo>
                    <a:pt x="1238" y="595"/>
                  </a:lnTo>
                  <a:cubicBezTo>
                    <a:pt x="1381" y="595"/>
                    <a:pt x="1524" y="476"/>
                    <a:pt x="1548" y="357"/>
                  </a:cubicBezTo>
                  <a:cubicBezTo>
                    <a:pt x="1596" y="143"/>
                    <a:pt x="1429" y="0"/>
                    <a:pt x="1262"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1" name="Google Shape;22611;p139"/>
            <p:cNvSpPr/>
            <p:nvPr/>
          </p:nvSpPr>
          <p:spPr>
            <a:xfrm>
              <a:off x="1941220" y="3617658"/>
              <a:ext cx="80609" cy="47266"/>
            </a:xfrm>
            <a:custGeom>
              <a:avLst/>
              <a:gdLst/>
              <a:ahLst/>
              <a:cxnLst/>
              <a:rect l="l" t="t" r="r" b="b"/>
              <a:pathLst>
                <a:path w="2478" h="1453" extrusionOk="0">
                  <a:moveTo>
                    <a:pt x="1" y="0"/>
                  </a:moveTo>
                  <a:lnTo>
                    <a:pt x="1" y="1453"/>
                  </a:lnTo>
                  <a:lnTo>
                    <a:pt x="2477" y="1453"/>
                  </a:lnTo>
                  <a:lnTo>
                    <a:pt x="2477"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2" name="Google Shape;22612;p139"/>
            <p:cNvSpPr/>
            <p:nvPr/>
          </p:nvSpPr>
          <p:spPr>
            <a:xfrm>
              <a:off x="1980744" y="3617658"/>
              <a:ext cx="41085" cy="47266"/>
            </a:xfrm>
            <a:custGeom>
              <a:avLst/>
              <a:gdLst/>
              <a:ahLst/>
              <a:cxnLst/>
              <a:rect l="l" t="t" r="r" b="b"/>
              <a:pathLst>
                <a:path w="1263" h="1453" extrusionOk="0">
                  <a:moveTo>
                    <a:pt x="0" y="0"/>
                  </a:moveTo>
                  <a:lnTo>
                    <a:pt x="0" y="1453"/>
                  </a:lnTo>
                  <a:lnTo>
                    <a:pt x="1262" y="1453"/>
                  </a:lnTo>
                  <a:lnTo>
                    <a:pt x="1262"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3" name="Google Shape;22613;p139"/>
            <p:cNvSpPr/>
            <p:nvPr/>
          </p:nvSpPr>
          <p:spPr>
            <a:xfrm>
              <a:off x="1941220" y="3792735"/>
              <a:ext cx="80609" cy="90076"/>
            </a:xfrm>
            <a:custGeom>
              <a:avLst/>
              <a:gdLst/>
              <a:ahLst/>
              <a:cxnLst/>
              <a:rect l="l" t="t" r="r" b="b"/>
              <a:pathLst>
                <a:path w="2478" h="2769" extrusionOk="0">
                  <a:moveTo>
                    <a:pt x="1" y="0"/>
                  </a:moveTo>
                  <a:lnTo>
                    <a:pt x="1" y="1524"/>
                  </a:lnTo>
                  <a:cubicBezTo>
                    <a:pt x="1" y="2200"/>
                    <a:pt x="533" y="2769"/>
                    <a:pt x="1194" y="2769"/>
                  </a:cubicBezTo>
                  <a:cubicBezTo>
                    <a:pt x="1233" y="2769"/>
                    <a:pt x="1271" y="2767"/>
                    <a:pt x="1311" y="2763"/>
                  </a:cubicBezTo>
                  <a:cubicBezTo>
                    <a:pt x="1954" y="2739"/>
                    <a:pt x="2477" y="2167"/>
                    <a:pt x="2477" y="1524"/>
                  </a:cubicBezTo>
                  <a:lnTo>
                    <a:pt x="2477" y="0"/>
                  </a:ln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4" name="Google Shape;22614;p139"/>
            <p:cNvSpPr/>
            <p:nvPr/>
          </p:nvSpPr>
          <p:spPr>
            <a:xfrm>
              <a:off x="1980744" y="3792735"/>
              <a:ext cx="41085" cy="89880"/>
            </a:xfrm>
            <a:custGeom>
              <a:avLst/>
              <a:gdLst/>
              <a:ahLst/>
              <a:cxnLst/>
              <a:rect l="l" t="t" r="r" b="b"/>
              <a:pathLst>
                <a:path w="1263" h="2763" extrusionOk="0">
                  <a:moveTo>
                    <a:pt x="0" y="0"/>
                  </a:moveTo>
                  <a:lnTo>
                    <a:pt x="0" y="2763"/>
                  </a:lnTo>
                  <a:cubicBezTo>
                    <a:pt x="691" y="2763"/>
                    <a:pt x="1262" y="2215"/>
                    <a:pt x="1262" y="1524"/>
                  </a:cubicBezTo>
                  <a:lnTo>
                    <a:pt x="126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5" name="Google Shape;22615;p139"/>
            <p:cNvSpPr/>
            <p:nvPr/>
          </p:nvSpPr>
          <p:spPr>
            <a:xfrm>
              <a:off x="1840507" y="3661801"/>
              <a:ext cx="59693" cy="60473"/>
            </a:xfrm>
            <a:custGeom>
              <a:avLst/>
              <a:gdLst/>
              <a:ahLst/>
              <a:cxnLst/>
              <a:rect l="l" t="t" r="r" b="b"/>
              <a:pathLst>
                <a:path w="1835" h="1859" extrusionOk="0">
                  <a:moveTo>
                    <a:pt x="287" y="1"/>
                  </a:moveTo>
                  <a:cubicBezTo>
                    <a:pt x="144" y="1"/>
                    <a:pt x="1" y="120"/>
                    <a:pt x="1" y="310"/>
                  </a:cubicBezTo>
                  <a:lnTo>
                    <a:pt x="1" y="1549"/>
                  </a:lnTo>
                  <a:cubicBezTo>
                    <a:pt x="1" y="1715"/>
                    <a:pt x="120" y="1858"/>
                    <a:pt x="287" y="1858"/>
                  </a:cubicBezTo>
                  <a:lnTo>
                    <a:pt x="1549" y="1858"/>
                  </a:lnTo>
                  <a:cubicBezTo>
                    <a:pt x="1692" y="1858"/>
                    <a:pt x="1835" y="1715"/>
                    <a:pt x="1835" y="1549"/>
                  </a:cubicBezTo>
                  <a:lnTo>
                    <a:pt x="1835" y="310"/>
                  </a:lnTo>
                  <a:cubicBezTo>
                    <a:pt x="1835" y="167"/>
                    <a:pt x="1716" y="1"/>
                    <a:pt x="1549"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6" name="Google Shape;22616;p139"/>
            <p:cNvSpPr/>
            <p:nvPr/>
          </p:nvSpPr>
          <p:spPr>
            <a:xfrm>
              <a:off x="1921865" y="3661801"/>
              <a:ext cx="120101" cy="60473"/>
            </a:xfrm>
            <a:custGeom>
              <a:avLst/>
              <a:gdLst/>
              <a:ahLst/>
              <a:cxnLst/>
              <a:rect l="l" t="t" r="r" b="b"/>
              <a:pathLst>
                <a:path w="3692" h="1859" extrusionOk="0">
                  <a:moveTo>
                    <a:pt x="286" y="1"/>
                  </a:moveTo>
                  <a:cubicBezTo>
                    <a:pt x="143" y="1"/>
                    <a:pt x="0" y="120"/>
                    <a:pt x="0" y="310"/>
                  </a:cubicBezTo>
                  <a:lnTo>
                    <a:pt x="0" y="1549"/>
                  </a:lnTo>
                  <a:cubicBezTo>
                    <a:pt x="0" y="1715"/>
                    <a:pt x="119" y="1858"/>
                    <a:pt x="286" y="1858"/>
                  </a:cubicBezTo>
                  <a:lnTo>
                    <a:pt x="3382" y="1858"/>
                  </a:lnTo>
                  <a:cubicBezTo>
                    <a:pt x="3549" y="1858"/>
                    <a:pt x="3692" y="1715"/>
                    <a:pt x="3692" y="1549"/>
                  </a:cubicBezTo>
                  <a:lnTo>
                    <a:pt x="3692" y="310"/>
                  </a:lnTo>
                  <a:cubicBezTo>
                    <a:pt x="3692" y="167"/>
                    <a:pt x="3573" y="1"/>
                    <a:pt x="3382"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7" name="Google Shape;22617;p139"/>
            <p:cNvSpPr/>
            <p:nvPr/>
          </p:nvSpPr>
          <p:spPr>
            <a:xfrm>
              <a:off x="1981525" y="3661021"/>
              <a:ext cx="60441" cy="61254"/>
            </a:xfrm>
            <a:custGeom>
              <a:avLst/>
              <a:gdLst/>
              <a:ahLst/>
              <a:cxnLst/>
              <a:rect l="l" t="t" r="r" b="b"/>
              <a:pathLst>
                <a:path w="1858" h="1883" extrusionOk="0">
                  <a:moveTo>
                    <a:pt x="0" y="1"/>
                  </a:moveTo>
                  <a:lnTo>
                    <a:pt x="0" y="1882"/>
                  </a:lnTo>
                  <a:lnTo>
                    <a:pt x="1548" y="1882"/>
                  </a:lnTo>
                  <a:cubicBezTo>
                    <a:pt x="1739" y="1882"/>
                    <a:pt x="1858" y="1739"/>
                    <a:pt x="1858" y="1573"/>
                  </a:cubicBezTo>
                  <a:lnTo>
                    <a:pt x="1858" y="334"/>
                  </a:lnTo>
                  <a:cubicBezTo>
                    <a:pt x="1858" y="144"/>
                    <a:pt x="1715" y="1"/>
                    <a:pt x="1548"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18" name="Google Shape;22618;p139"/>
          <p:cNvGrpSpPr/>
          <p:nvPr/>
        </p:nvGrpSpPr>
        <p:grpSpPr>
          <a:xfrm>
            <a:off x="1001526" y="3459012"/>
            <a:ext cx="354089" cy="323901"/>
            <a:chOff x="1001526" y="3611412"/>
            <a:chExt cx="354089" cy="323901"/>
          </a:xfrm>
        </p:grpSpPr>
        <p:sp>
          <p:nvSpPr>
            <p:cNvPr id="22619" name="Google Shape;22619;p139"/>
            <p:cNvSpPr/>
            <p:nvPr/>
          </p:nvSpPr>
          <p:spPr>
            <a:xfrm>
              <a:off x="1045702" y="3611412"/>
              <a:ext cx="218471" cy="104649"/>
            </a:xfrm>
            <a:custGeom>
              <a:avLst/>
              <a:gdLst/>
              <a:ahLst/>
              <a:cxnLst/>
              <a:rect l="l" t="t" r="r" b="b"/>
              <a:pathLst>
                <a:path w="6716" h="3217" extrusionOk="0">
                  <a:moveTo>
                    <a:pt x="5836" y="0"/>
                  </a:moveTo>
                  <a:cubicBezTo>
                    <a:pt x="5820" y="0"/>
                    <a:pt x="5803" y="1"/>
                    <a:pt x="5787" y="2"/>
                  </a:cubicBezTo>
                  <a:cubicBezTo>
                    <a:pt x="4858" y="2"/>
                    <a:pt x="4835" y="1264"/>
                    <a:pt x="4573" y="1264"/>
                  </a:cubicBezTo>
                  <a:cubicBezTo>
                    <a:pt x="4263" y="1264"/>
                    <a:pt x="4144" y="2"/>
                    <a:pt x="3358" y="2"/>
                  </a:cubicBezTo>
                  <a:cubicBezTo>
                    <a:pt x="2548" y="2"/>
                    <a:pt x="2429" y="1264"/>
                    <a:pt x="2120" y="1264"/>
                  </a:cubicBezTo>
                  <a:cubicBezTo>
                    <a:pt x="1905" y="1264"/>
                    <a:pt x="1858" y="2"/>
                    <a:pt x="905" y="2"/>
                  </a:cubicBezTo>
                  <a:cubicBezTo>
                    <a:pt x="477" y="2"/>
                    <a:pt x="0" y="311"/>
                    <a:pt x="0" y="930"/>
                  </a:cubicBezTo>
                  <a:lnTo>
                    <a:pt x="0" y="3217"/>
                  </a:lnTo>
                  <a:lnTo>
                    <a:pt x="619" y="3217"/>
                  </a:lnTo>
                  <a:lnTo>
                    <a:pt x="619" y="930"/>
                  </a:lnTo>
                  <a:cubicBezTo>
                    <a:pt x="619" y="692"/>
                    <a:pt x="762" y="645"/>
                    <a:pt x="905" y="645"/>
                  </a:cubicBezTo>
                  <a:cubicBezTo>
                    <a:pt x="1381" y="645"/>
                    <a:pt x="1262" y="1883"/>
                    <a:pt x="2144" y="1883"/>
                  </a:cubicBezTo>
                  <a:cubicBezTo>
                    <a:pt x="2929" y="1883"/>
                    <a:pt x="3048" y="645"/>
                    <a:pt x="3358" y="645"/>
                  </a:cubicBezTo>
                  <a:cubicBezTo>
                    <a:pt x="3644" y="645"/>
                    <a:pt x="3763" y="1883"/>
                    <a:pt x="4573" y="1883"/>
                  </a:cubicBezTo>
                  <a:cubicBezTo>
                    <a:pt x="5406" y="1883"/>
                    <a:pt x="5358" y="645"/>
                    <a:pt x="5787" y="645"/>
                  </a:cubicBezTo>
                  <a:cubicBezTo>
                    <a:pt x="5906" y="645"/>
                    <a:pt x="6097" y="668"/>
                    <a:pt x="6097" y="930"/>
                  </a:cubicBezTo>
                  <a:lnTo>
                    <a:pt x="6097" y="3193"/>
                  </a:lnTo>
                  <a:lnTo>
                    <a:pt x="6716" y="3193"/>
                  </a:lnTo>
                  <a:lnTo>
                    <a:pt x="6716" y="930"/>
                  </a:lnTo>
                  <a:cubicBezTo>
                    <a:pt x="6716" y="310"/>
                    <a:pt x="6273" y="0"/>
                    <a:pt x="5836"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0" name="Google Shape;22620;p139"/>
            <p:cNvSpPr/>
            <p:nvPr/>
          </p:nvSpPr>
          <p:spPr>
            <a:xfrm>
              <a:off x="1154938" y="3611445"/>
              <a:ext cx="109236" cy="103836"/>
            </a:xfrm>
            <a:custGeom>
              <a:avLst/>
              <a:gdLst/>
              <a:ahLst/>
              <a:cxnLst/>
              <a:rect l="l" t="t" r="r" b="b"/>
              <a:pathLst>
                <a:path w="3358" h="3192" extrusionOk="0">
                  <a:moveTo>
                    <a:pt x="0" y="1"/>
                  </a:moveTo>
                  <a:lnTo>
                    <a:pt x="0" y="644"/>
                  </a:lnTo>
                  <a:cubicBezTo>
                    <a:pt x="286" y="644"/>
                    <a:pt x="405" y="1882"/>
                    <a:pt x="1215" y="1882"/>
                  </a:cubicBezTo>
                  <a:cubicBezTo>
                    <a:pt x="2048" y="1882"/>
                    <a:pt x="2000" y="644"/>
                    <a:pt x="2429" y="644"/>
                  </a:cubicBezTo>
                  <a:cubicBezTo>
                    <a:pt x="2548" y="644"/>
                    <a:pt x="2739" y="667"/>
                    <a:pt x="2739" y="929"/>
                  </a:cubicBezTo>
                  <a:lnTo>
                    <a:pt x="2739" y="3192"/>
                  </a:lnTo>
                  <a:lnTo>
                    <a:pt x="3358" y="3192"/>
                  </a:lnTo>
                  <a:lnTo>
                    <a:pt x="3358" y="929"/>
                  </a:lnTo>
                  <a:cubicBezTo>
                    <a:pt x="3358" y="286"/>
                    <a:pt x="2882" y="1"/>
                    <a:pt x="2429" y="1"/>
                  </a:cubicBezTo>
                  <a:cubicBezTo>
                    <a:pt x="1524" y="1"/>
                    <a:pt x="1477" y="1263"/>
                    <a:pt x="1215" y="1263"/>
                  </a:cubicBezTo>
                  <a:cubicBezTo>
                    <a:pt x="929" y="1263"/>
                    <a:pt x="810" y="1"/>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1" name="Google Shape;22621;p139"/>
            <p:cNvSpPr/>
            <p:nvPr/>
          </p:nvSpPr>
          <p:spPr>
            <a:xfrm>
              <a:off x="1152596" y="3729203"/>
              <a:ext cx="203020" cy="205329"/>
            </a:xfrm>
            <a:custGeom>
              <a:avLst/>
              <a:gdLst/>
              <a:ahLst/>
              <a:cxnLst/>
              <a:rect l="l" t="t" r="r" b="b"/>
              <a:pathLst>
                <a:path w="6241" h="6312" extrusionOk="0">
                  <a:moveTo>
                    <a:pt x="1882" y="0"/>
                  </a:moveTo>
                  <a:lnTo>
                    <a:pt x="1882" y="2144"/>
                  </a:lnTo>
                  <a:lnTo>
                    <a:pt x="453" y="4597"/>
                  </a:lnTo>
                  <a:cubicBezTo>
                    <a:pt x="1" y="5359"/>
                    <a:pt x="572" y="6311"/>
                    <a:pt x="1429" y="6311"/>
                  </a:cubicBezTo>
                  <a:lnTo>
                    <a:pt x="4764" y="6311"/>
                  </a:lnTo>
                  <a:cubicBezTo>
                    <a:pt x="5668" y="6311"/>
                    <a:pt x="6240" y="5359"/>
                    <a:pt x="5788" y="4597"/>
                  </a:cubicBezTo>
                  <a:lnTo>
                    <a:pt x="4359" y="2144"/>
                  </a:lnTo>
                  <a:lnTo>
                    <a:pt x="4359"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2" name="Google Shape;22622;p139"/>
            <p:cNvSpPr/>
            <p:nvPr/>
          </p:nvSpPr>
          <p:spPr>
            <a:xfrm>
              <a:off x="1254870" y="3729203"/>
              <a:ext cx="99184" cy="205329"/>
            </a:xfrm>
            <a:custGeom>
              <a:avLst/>
              <a:gdLst/>
              <a:ahLst/>
              <a:cxnLst/>
              <a:rect l="l" t="t" r="r" b="b"/>
              <a:pathLst>
                <a:path w="3049" h="6312" extrusionOk="0">
                  <a:moveTo>
                    <a:pt x="0" y="0"/>
                  </a:moveTo>
                  <a:lnTo>
                    <a:pt x="0" y="6311"/>
                  </a:lnTo>
                  <a:lnTo>
                    <a:pt x="1643" y="6311"/>
                  </a:lnTo>
                  <a:cubicBezTo>
                    <a:pt x="2524" y="6311"/>
                    <a:pt x="3048" y="5359"/>
                    <a:pt x="2644" y="4597"/>
                  </a:cubicBezTo>
                  <a:cubicBezTo>
                    <a:pt x="1739" y="3049"/>
                    <a:pt x="1215" y="2168"/>
                    <a:pt x="1215" y="2144"/>
                  </a:cubicBezTo>
                  <a:lnTo>
                    <a:pt x="1215"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3" name="Google Shape;22623;p139"/>
            <p:cNvSpPr/>
            <p:nvPr/>
          </p:nvSpPr>
          <p:spPr>
            <a:xfrm>
              <a:off x="1199081" y="3712158"/>
              <a:ext cx="109268" cy="20949"/>
            </a:xfrm>
            <a:custGeom>
              <a:avLst/>
              <a:gdLst/>
              <a:ahLst/>
              <a:cxnLst/>
              <a:rect l="l" t="t" r="r" b="b"/>
              <a:pathLst>
                <a:path w="3359" h="644" extrusionOk="0">
                  <a:moveTo>
                    <a:pt x="334" y="1"/>
                  </a:moveTo>
                  <a:cubicBezTo>
                    <a:pt x="167" y="1"/>
                    <a:pt x="0" y="167"/>
                    <a:pt x="48" y="358"/>
                  </a:cubicBezTo>
                  <a:cubicBezTo>
                    <a:pt x="72" y="524"/>
                    <a:pt x="215" y="644"/>
                    <a:pt x="358" y="644"/>
                  </a:cubicBezTo>
                  <a:lnTo>
                    <a:pt x="3025" y="644"/>
                  </a:lnTo>
                  <a:cubicBezTo>
                    <a:pt x="3215" y="644"/>
                    <a:pt x="3358" y="453"/>
                    <a:pt x="3311" y="286"/>
                  </a:cubicBezTo>
                  <a:cubicBezTo>
                    <a:pt x="3287" y="120"/>
                    <a:pt x="3144" y="1"/>
                    <a:pt x="2977"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4" name="Google Shape;22624;p139"/>
            <p:cNvSpPr/>
            <p:nvPr/>
          </p:nvSpPr>
          <p:spPr>
            <a:xfrm>
              <a:off x="1254870" y="3712158"/>
              <a:ext cx="53479" cy="20949"/>
            </a:xfrm>
            <a:custGeom>
              <a:avLst/>
              <a:gdLst/>
              <a:ahLst/>
              <a:cxnLst/>
              <a:rect l="l" t="t" r="r" b="b"/>
              <a:pathLst>
                <a:path w="1644" h="644" extrusionOk="0">
                  <a:moveTo>
                    <a:pt x="0" y="1"/>
                  </a:moveTo>
                  <a:lnTo>
                    <a:pt x="0" y="644"/>
                  </a:lnTo>
                  <a:lnTo>
                    <a:pt x="1310" y="644"/>
                  </a:lnTo>
                  <a:cubicBezTo>
                    <a:pt x="1453" y="644"/>
                    <a:pt x="1596" y="524"/>
                    <a:pt x="1620" y="358"/>
                  </a:cubicBezTo>
                  <a:cubicBezTo>
                    <a:pt x="1643" y="191"/>
                    <a:pt x="1500" y="1"/>
                    <a:pt x="1334"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5" name="Google Shape;22625;p139"/>
            <p:cNvSpPr/>
            <p:nvPr/>
          </p:nvSpPr>
          <p:spPr>
            <a:xfrm>
              <a:off x="1152596" y="3843091"/>
              <a:ext cx="201458" cy="91442"/>
            </a:xfrm>
            <a:custGeom>
              <a:avLst/>
              <a:gdLst/>
              <a:ahLst/>
              <a:cxnLst/>
              <a:rect l="l" t="t" r="r" b="b"/>
              <a:pathLst>
                <a:path w="6193" h="2811" extrusionOk="0">
                  <a:moveTo>
                    <a:pt x="1072" y="0"/>
                  </a:moveTo>
                  <a:lnTo>
                    <a:pt x="453" y="1096"/>
                  </a:lnTo>
                  <a:cubicBezTo>
                    <a:pt x="1" y="1858"/>
                    <a:pt x="572" y="2810"/>
                    <a:pt x="1429" y="2810"/>
                  </a:cubicBezTo>
                  <a:lnTo>
                    <a:pt x="4764" y="2810"/>
                  </a:lnTo>
                  <a:cubicBezTo>
                    <a:pt x="5645" y="2810"/>
                    <a:pt x="6192" y="1858"/>
                    <a:pt x="5764" y="1096"/>
                  </a:cubicBezTo>
                  <a:lnTo>
                    <a:pt x="5121"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6" name="Google Shape;22626;p139"/>
            <p:cNvSpPr/>
            <p:nvPr/>
          </p:nvSpPr>
          <p:spPr>
            <a:xfrm>
              <a:off x="1254870" y="3843091"/>
              <a:ext cx="100745" cy="91442"/>
            </a:xfrm>
            <a:custGeom>
              <a:avLst/>
              <a:gdLst/>
              <a:ahLst/>
              <a:cxnLst/>
              <a:rect l="l" t="t" r="r" b="b"/>
              <a:pathLst>
                <a:path w="3097" h="2811" extrusionOk="0">
                  <a:moveTo>
                    <a:pt x="0" y="0"/>
                  </a:moveTo>
                  <a:lnTo>
                    <a:pt x="0" y="2810"/>
                  </a:lnTo>
                  <a:lnTo>
                    <a:pt x="1643" y="2810"/>
                  </a:lnTo>
                  <a:cubicBezTo>
                    <a:pt x="2524" y="2810"/>
                    <a:pt x="3096" y="1858"/>
                    <a:pt x="2667" y="1096"/>
                  </a:cubicBezTo>
                  <a:lnTo>
                    <a:pt x="202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7" name="Google Shape;22627;p139"/>
            <p:cNvSpPr/>
            <p:nvPr/>
          </p:nvSpPr>
          <p:spPr>
            <a:xfrm>
              <a:off x="1014701" y="3729203"/>
              <a:ext cx="81390" cy="206110"/>
            </a:xfrm>
            <a:custGeom>
              <a:avLst/>
              <a:gdLst/>
              <a:ahLst/>
              <a:cxnLst/>
              <a:rect l="l" t="t" r="r" b="b"/>
              <a:pathLst>
                <a:path w="2502" h="6336" extrusionOk="0">
                  <a:moveTo>
                    <a:pt x="1" y="0"/>
                  </a:moveTo>
                  <a:lnTo>
                    <a:pt x="1" y="5073"/>
                  </a:lnTo>
                  <a:cubicBezTo>
                    <a:pt x="1" y="5764"/>
                    <a:pt x="548" y="6335"/>
                    <a:pt x="1239" y="6335"/>
                  </a:cubicBezTo>
                  <a:cubicBezTo>
                    <a:pt x="1930" y="6335"/>
                    <a:pt x="2501" y="5764"/>
                    <a:pt x="2501" y="5073"/>
                  </a:cubicBezTo>
                  <a:lnTo>
                    <a:pt x="2501"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8" name="Google Shape;22628;p139"/>
            <p:cNvSpPr/>
            <p:nvPr/>
          </p:nvSpPr>
          <p:spPr>
            <a:xfrm>
              <a:off x="1055006" y="3729203"/>
              <a:ext cx="41834" cy="205329"/>
            </a:xfrm>
            <a:custGeom>
              <a:avLst/>
              <a:gdLst/>
              <a:ahLst/>
              <a:cxnLst/>
              <a:rect l="l" t="t" r="r" b="b"/>
              <a:pathLst>
                <a:path w="1286" h="6312" extrusionOk="0">
                  <a:moveTo>
                    <a:pt x="0" y="0"/>
                  </a:moveTo>
                  <a:lnTo>
                    <a:pt x="0" y="6311"/>
                  </a:lnTo>
                  <a:cubicBezTo>
                    <a:pt x="691" y="6311"/>
                    <a:pt x="1262" y="5740"/>
                    <a:pt x="1262" y="5049"/>
                  </a:cubicBezTo>
                  <a:lnTo>
                    <a:pt x="1286" y="1620"/>
                  </a:lnTo>
                  <a:lnTo>
                    <a:pt x="1262" y="72"/>
                  </a:lnTo>
                  <a:lnTo>
                    <a:pt x="1262"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9" name="Google Shape;22629;p139"/>
            <p:cNvSpPr/>
            <p:nvPr/>
          </p:nvSpPr>
          <p:spPr>
            <a:xfrm>
              <a:off x="1001526" y="3713719"/>
              <a:ext cx="107739" cy="19388"/>
            </a:xfrm>
            <a:custGeom>
              <a:avLst/>
              <a:gdLst/>
              <a:ahLst/>
              <a:cxnLst/>
              <a:rect l="l" t="t" r="r" b="b"/>
              <a:pathLst>
                <a:path w="3312" h="596" extrusionOk="0">
                  <a:moveTo>
                    <a:pt x="310" y="0"/>
                  </a:moveTo>
                  <a:cubicBezTo>
                    <a:pt x="168" y="0"/>
                    <a:pt x="1" y="119"/>
                    <a:pt x="1" y="286"/>
                  </a:cubicBezTo>
                  <a:cubicBezTo>
                    <a:pt x="1" y="429"/>
                    <a:pt x="120" y="596"/>
                    <a:pt x="310" y="596"/>
                  </a:cubicBezTo>
                  <a:lnTo>
                    <a:pt x="2978" y="596"/>
                  </a:lnTo>
                  <a:cubicBezTo>
                    <a:pt x="3168" y="596"/>
                    <a:pt x="3311" y="429"/>
                    <a:pt x="3287" y="286"/>
                  </a:cubicBezTo>
                  <a:cubicBezTo>
                    <a:pt x="3287" y="143"/>
                    <a:pt x="3168" y="0"/>
                    <a:pt x="2978"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0" name="Google Shape;22630;p139"/>
            <p:cNvSpPr/>
            <p:nvPr/>
          </p:nvSpPr>
          <p:spPr>
            <a:xfrm>
              <a:off x="1055006" y="3711377"/>
              <a:ext cx="53479" cy="20169"/>
            </a:xfrm>
            <a:custGeom>
              <a:avLst/>
              <a:gdLst/>
              <a:ahLst/>
              <a:cxnLst/>
              <a:rect l="l" t="t" r="r" b="b"/>
              <a:pathLst>
                <a:path w="1644" h="620" extrusionOk="0">
                  <a:moveTo>
                    <a:pt x="0" y="1"/>
                  </a:moveTo>
                  <a:lnTo>
                    <a:pt x="0" y="620"/>
                  </a:lnTo>
                  <a:lnTo>
                    <a:pt x="1334" y="620"/>
                  </a:lnTo>
                  <a:cubicBezTo>
                    <a:pt x="1500" y="620"/>
                    <a:pt x="1643" y="501"/>
                    <a:pt x="1643" y="334"/>
                  </a:cubicBezTo>
                  <a:cubicBezTo>
                    <a:pt x="1643" y="144"/>
                    <a:pt x="1524" y="25"/>
                    <a:pt x="1334"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1" name="Google Shape;22631;p139"/>
            <p:cNvSpPr/>
            <p:nvPr/>
          </p:nvSpPr>
          <p:spPr>
            <a:xfrm>
              <a:off x="1014701" y="3783431"/>
              <a:ext cx="81390" cy="151883"/>
            </a:xfrm>
            <a:custGeom>
              <a:avLst/>
              <a:gdLst/>
              <a:ahLst/>
              <a:cxnLst/>
              <a:rect l="l" t="t" r="r" b="b"/>
              <a:pathLst>
                <a:path w="2502" h="4669" extrusionOk="0">
                  <a:moveTo>
                    <a:pt x="1" y="0"/>
                  </a:moveTo>
                  <a:lnTo>
                    <a:pt x="1" y="3406"/>
                  </a:lnTo>
                  <a:cubicBezTo>
                    <a:pt x="1" y="4097"/>
                    <a:pt x="548" y="4668"/>
                    <a:pt x="1239" y="4668"/>
                  </a:cubicBezTo>
                  <a:cubicBezTo>
                    <a:pt x="1930" y="4668"/>
                    <a:pt x="2501" y="4097"/>
                    <a:pt x="2501" y="3406"/>
                  </a:cubicBezTo>
                  <a:lnTo>
                    <a:pt x="25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2" name="Google Shape;22632;p139"/>
            <p:cNvSpPr/>
            <p:nvPr/>
          </p:nvSpPr>
          <p:spPr>
            <a:xfrm>
              <a:off x="1055006" y="3783431"/>
              <a:ext cx="41085" cy="151883"/>
            </a:xfrm>
            <a:custGeom>
              <a:avLst/>
              <a:gdLst/>
              <a:ahLst/>
              <a:cxnLst/>
              <a:rect l="l" t="t" r="r" b="b"/>
              <a:pathLst>
                <a:path w="1263" h="4669" extrusionOk="0">
                  <a:moveTo>
                    <a:pt x="0" y="0"/>
                  </a:moveTo>
                  <a:lnTo>
                    <a:pt x="0" y="4668"/>
                  </a:lnTo>
                  <a:cubicBezTo>
                    <a:pt x="691" y="4668"/>
                    <a:pt x="1262" y="4097"/>
                    <a:pt x="1262" y="3406"/>
                  </a:cubicBezTo>
                  <a:lnTo>
                    <a:pt x="1262"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3" name="Google Shape;22633;p139"/>
            <p:cNvSpPr/>
            <p:nvPr/>
          </p:nvSpPr>
          <p:spPr>
            <a:xfrm>
              <a:off x="1244786" y="3833527"/>
              <a:ext cx="19388" cy="19648"/>
            </a:xfrm>
            <a:custGeom>
              <a:avLst/>
              <a:gdLst/>
              <a:ahLst/>
              <a:cxnLst/>
              <a:rect l="l" t="t" r="r" b="b"/>
              <a:pathLst>
                <a:path w="596" h="604" extrusionOk="0">
                  <a:moveTo>
                    <a:pt x="361" y="0"/>
                  </a:moveTo>
                  <a:cubicBezTo>
                    <a:pt x="344" y="0"/>
                    <a:pt x="327" y="3"/>
                    <a:pt x="310" y="8"/>
                  </a:cubicBezTo>
                  <a:cubicBezTo>
                    <a:pt x="143" y="8"/>
                    <a:pt x="1" y="127"/>
                    <a:pt x="1" y="294"/>
                  </a:cubicBezTo>
                  <a:cubicBezTo>
                    <a:pt x="1" y="437"/>
                    <a:pt x="120" y="604"/>
                    <a:pt x="310" y="604"/>
                  </a:cubicBezTo>
                  <a:cubicBezTo>
                    <a:pt x="453" y="604"/>
                    <a:pt x="596" y="485"/>
                    <a:pt x="596" y="294"/>
                  </a:cubicBezTo>
                  <a:cubicBezTo>
                    <a:pt x="596" y="147"/>
                    <a:pt x="485" y="0"/>
                    <a:pt x="361"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4" name="Google Shape;22634;p139"/>
            <p:cNvSpPr/>
            <p:nvPr/>
          </p:nvSpPr>
          <p:spPr>
            <a:xfrm>
              <a:off x="1253308" y="3832226"/>
              <a:ext cx="10865" cy="21047"/>
            </a:xfrm>
            <a:custGeom>
              <a:avLst/>
              <a:gdLst/>
              <a:ahLst/>
              <a:cxnLst/>
              <a:rect l="l" t="t" r="r" b="b"/>
              <a:pathLst>
                <a:path w="334" h="647" extrusionOk="0">
                  <a:moveTo>
                    <a:pt x="1" y="1"/>
                  </a:moveTo>
                  <a:lnTo>
                    <a:pt x="1" y="644"/>
                  </a:lnTo>
                  <a:cubicBezTo>
                    <a:pt x="14" y="645"/>
                    <a:pt x="28" y="646"/>
                    <a:pt x="42" y="646"/>
                  </a:cubicBezTo>
                  <a:cubicBezTo>
                    <a:pt x="211" y="646"/>
                    <a:pt x="334" y="511"/>
                    <a:pt x="334" y="334"/>
                  </a:cubicBezTo>
                  <a:cubicBezTo>
                    <a:pt x="334" y="167"/>
                    <a:pt x="191" y="1"/>
                    <a:pt x="1" y="1"/>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5" name="Google Shape;22635;p139"/>
            <p:cNvSpPr/>
            <p:nvPr/>
          </p:nvSpPr>
          <p:spPr>
            <a:xfrm>
              <a:off x="1224649" y="3873279"/>
              <a:ext cx="19388" cy="19420"/>
            </a:xfrm>
            <a:custGeom>
              <a:avLst/>
              <a:gdLst/>
              <a:ahLst/>
              <a:cxnLst/>
              <a:rect l="l" t="t" r="r" b="b"/>
              <a:pathLst>
                <a:path w="596" h="597" extrusionOk="0">
                  <a:moveTo>
                    <a:pt x="286" y="1"/>
                  </a:moveTo>
                  <a:cubicBezTo>
                    <a:pt x="143" y="1"/>
                    <a:pt x="0" y="120"/>
                    <a:pt x="0" y="287"/>
                  </a:cubicBezTo>
                  <a:cubicBezTo>
                    <a:pt x="0" y="453"/>
                    <a:pt x="119" y="596"/>
                    <a:pt x="286" y="596"/>
                  </a:cubicBezTo>
                  <a:cubicBezTo>
                    <a:pt x="453" y="596"/>
                    <a:pt x="596" y="477"/>
                    <a:pt x="596" y="287"/>
                  </a:cubicBezTo>
                  <a:cubicBezTo>
                    <a:pt x="596" y="144"/>
                    <a:pt x="477" y="1"/>
                    <a:pt x="286"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36" name="Google Shape;22636;p139"/>
          <p:cNvGrpSpPr/>
          <p:nvPr/>
        </p:nvGrpSpPr>
        <p:grpSpPr>
          <a:xfrm>
            <a:off x="993003" y="4027637"/>
            <a:ext cx="361050" cy="304709"/>
            <a:chOff x="993003" y="4180037"/>
            <a:chExt cx="361050" cy="304709"/>
          </a:xfrm>
        </p:grpSpPr>
        <p:sp>
          <p:nvSpPr>
            <p:cNvPr id="22637" name="Google Shape;22637;p139"/>
            <p:cNvSpPr/>
            <p:nvPr/>
          </p:nvSpPr>
          <p:spPr>
            <a:xfrm>
              <a:off x="1088316" y="4181891"/>
              <a:ext cx="196026" cy="103576"/>
            </a:xfrm>
            <a:custGeom>
              <a:avLst/>
              <a:gdLst/>
              <a:ahLst/>
              <a:cxnLst/>
              <a:rect l="l" t="t" r="r" b="b"/>
              <a:pathLst>
                <a:path w="6026" h="3184" extrusionOk="0">
                  <a:moveTo>
                    <a:pt x="2557" y="0"/>
                  </a:moveTo>
                  <a:cubicBezTo>
                    <a:pt x="2308" y="0"/>
                    <a:pt x="1728" y="16"/>
                    <a:pt x="286" y="16"/>
                  </a:cubicBezTo>
                  <a:cubicBezTo>
                    <a:pt x="143" y="16"/>
                    <a:pt x="0" y="135"/>
                    <a:pt x="0" y="302"/>
                  </a:cubicBezTo>
                  <a:lnTo>
                    <a:pt x="0" y="2588"/>
                  </a:lnTo>
                  <a:lnTo>
                    <a:pt x="619" y="2588"/>
                  </a:lnTo>
                  <a:lnTo>
                    <a:pt x="619" y="611"/>
                  </a:lnTo>
                  <a:lnTo>
                    <a:pt x="2548" y="611"/>
                  </a:lnTo>
                  <a:lnTo>
                    <a:pt x="5406" y="2302"/>
                  </a:lnTo>
                  <a:lnTo>
                    <a:pt x="5406" y="3183"/>
                  </a:lnTo>
                  <a:lnTo>
                    <a:pt x="6025" y="3183"/>
                  </a:lnTo>
                  <a:lnTo>
                    <a:pt x="6025" y="2159"/>
                  </a:lnTo>
                  <a:cubicBezTo>
                    <a:pt x="6025" y="2064"/>
                    <a:pt x="5977" y="1945"/>
                    <a:pt x="5882" y="1921"/>
                  </a:cubicBezTo>
                  <a:lnTo>
                    <a:pt x="2786" y="40"/>
                  </a:lnTo>
                  <a:cubicBezTo>
                    <a:pt x="2745" y="9"/>
                    <a:pt x="2744" y="0"/>
                    <a:pt x="2557"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8" name="Google Shape;22638;p139"/>
            <p:cNvSpPr/>
            <p:nvPr/>
          </p:nvSpPr>
          <p:spPr>
            <a:xfrm>
              <a:off x="1172732" y="4180037"/>
              <a:ext cx="111610" cy="105430"/>
            </a:xfrm>
            <a:custGeom>
              <a:avLst/>
              <a:gdLst/>
              <a:ahLst/>
              <a:cxnLst/>
              <a:rect l="l" t="t" r="r" b="b"/>
              <a:pathLst>
                <a:path w="3431" h="3241" extrusionOk="0">
                  <a:moveTo>
                    <a:pt x="37" y="0"/>
                  </a:moveTo>
                  <a:cubicBezTo>
                    <a:pt x="26" y="0"/>
                    <a:pt x="16" y="1"/>
                    <a:pt x="1" y="1"/>
                  </a:cubicBezTo>
                  <a:lnTo>
                    <a:pt x="1" y="692"/>
                  </a:lnTo>
                  <a:lnTo>
                    <a:pt x="2811" y="2359"/>
                  </a:lnTo>
                  <a:lnTo>
                    <a:pt x="2811" y="3240"/>
                  </a:lnTo>
                  <a:lnTo>
                    <a:pt x="3430" y="3240"/>
                  </a:lnTo>
                  <a:lnTo>
                    <a:pt x="3430" y="2216"/>
                  </a:lnTo>
                  <a:cubicBezTo>
                    <a:pt x="3430" y="2121"/>
                    <a:pt x="3382" y="2002"/>
                    <a:pt x="3287" y="1907"/>
                  </a:cubicBezTo>
                  <a:cubicBezTo>
                    <a:pt x="240" y="95"/>
                    <a:pt x="129" y="0"/>
                    <a:pt x="3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9" name="Google Shape;22639;p139"/>
            <p:cNvSpPr/>
            <p:nvPr/>
          </p:nvSpPr>
          <p:spPr>
            <a:xfrm>
              <a:off x="1057315" y="4262175"/>
              <a:ext cx="82138" cy="20949"/>
            </a:xfrm>
            <a:custGeom>
              <a:avLst/>
              <a:gdLst/>
              <a:ahLst/>
              <a:cxnLst/>
              <a:rect l="l" t="t" r="r" b="b"/>
              <a:pathLst>
                <a:path w="2525" h="644" extrusionOk="0">
                  <a:moveTo>
                    <a:pt x="310" y="1"/>
                  </a:moveTo>
                  <a:cubicBezTo>
                    <a:pt x="143" y="1"/>
                    <a:pt x="0" y="191"/>
                    <a:pt x="24" y="358"/>
                  </a:cubicBezTo>
                  <a:cubicBezTo>
                    <a:pt x="48" y="525"/>
                    <a:pt x="191" y="644"/>
                    <a:pt x="358" y="644"/>
                  </a:cubicBezTo>
                  <a:lnTo>
                    <a:pt x="2191" y="644"/>
                  </a:lnTo>
                  <a:cubicBezTo>
                    <a:pt x="2382" y="644"/>
                    <a:pt x="2525" y="477"/>
                    <a:pt x="2501" y="287"/>
                  </a:cubicBezTo>
                  <a:cubicBezTo>
                    <a:pt x="2453" y="120"/>
                    <a:pt x="2310" y="1"/>
                    <a:pt x="2168"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0" name="Google Shape;22640;p139"/>
            <p:cNvSpPr/>
            <p:nvPr/>
          </p:nvSpPr>
          <p:spPr>
            <a:xfrm>
              <a:off x="993003" y="4279221"/>
              <a:ext cx="208420" cy="205329"/>
            </a:xfrm>
            <a:custGeom>
              <a:avLst/>
              <a:gdLst/>
              <a:ahLst/>
              <a:cxnLst/>
              <a:rect l="l" t="t" r="r" b="b"/>
              <a:pathLst>
                <a:path w="6407" h="6312" extrusionOk="0">
                  <a:moveTo>
                    <a:pt x="2263" y="1"/>
                  </a:moveTo>
                  <a:lnTo>
                    <a:pt x="2263" y="1572"/>
                  </a:lnTo>
                  <a:lnTo>
                    <a:pt x="358" y="4906"/>
                  </a:lnTo>
                  <a:cubicBezTo>
                    <a:pt x="1" y="5526"/>
                    <a:pt x="453" y="6311"/>
                    <a:pt x="1168" y="6311"/>
                  </a:cubicBezTo>
                  <a:lnTo>
                    <a:pt x="5240" y="6311"/>
                  </a:lnTo>
                  <a:cubicBezTo>
                    <a:pt x="5954" y="6311"/>
                    <a:pt x="6407" y="5526"/>
                    <a:pt x="6050" y="4906"/>
                  </a:cubicBezTo>
                  <a:lnTo>
                    <a:pt x="4145" y="1572"/>
                  </a:lnTo>
                  <a:lnTo>
                    <a:pt x="4145"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1" name="Google Shape;22641;p139"/>
            <p:cNvSpPr/>
            <p:nvPr/>
          </p:nvSpPr>
          <p:spPr>
            <a:xfrm>
              <a:off x="1174293" y="4409373"/>
              <a:ext cx="26382" cy="72835"/>
            </a:xfrm>
            <a:custGeom>
              <a:avLst/>
              <a:gdLst/>
              <a:ahLst/>
              <a:cxnLst/>
              <a:rect l="l" t="t" r="r" b="b"/>
              <a:pathLst>
                <a:path w="811" h="2239" extrusionOk="0">
                  <a:moveTo>
                    <a:pt x="0" y="0"/>
                  </a:moveTo>
                  <a:lnTo>
                    <a:pt x="0" y="2239"/>
                  </a:lnTo>
                  <a:cubicBezTo>
                    <a:pt x="501" y="2072"/>
                    <a:pt x="810" y="1429"/>
                    <a:pt x="501" y="905"/>
                  </a:cubicBezTo>
                  <a:lnTo>
                    <a:pt x="0"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2" name="Google Shape;22642;p139"/>
            <p:cNvSpPr/>
            <p:nvPr/>
          </p:nvSpPr>
          <p:spPr>
            <a:xfrm>
              <a:off x="993784" y="4398801"/>
              <a:ext cx="208420" cy="85749"/>
            </a:xfrm>
            <a:custGeom>
              <a:avLst/>
              <a:gdLst/>
              <a:ahLst/>
              <a:cxnLst/>
              <a:rect l="l" t="t" r="r" b="b"/>
              <a:pathLst>
                <a:path w="6407" h="2636" extrusionOk="0">
                  <a:moveTo>
                    <a:pt x="4919" y="0"/>
                  </a:moveTo>
                  <a:cubicBezTo>
                    <a:pt x="3656" y="0"/>
                    <a:pt x="3534" y="492"/>
                    <a:pt x="2192" y="492"/>
                  </a:cubicBezTo>
                  <a:cubicBezTo>
                    <a:pt x="1549" y="492"/>
                    <a:pt x="1239" y="397"/>
                    <a:pt x="906" y="278"/>
                  </a:cubicBezTo>
                  <a:lnTo>
                    <a:pt x="358" y="1230"/>
                  </a:lnTo>
                  <a:cubicBezTo>
                    <a:pt x="1" y="1850"/>
                    <a:pt x="453" y="2635"/>
                    <a:pt x="1168" y="2635"/>
                  </a:cubicBezTo>
                  <a:lnTo>
                    <a:pt x="5240" y="2635"/>
                  </a:lnTo>
                  <a:cubicBezTo>
                    <a:pt x="5954" y="2635"/>
                    <a:pt x="6407" y="1850"/>
                    <a:pt x="6050" y="1230"/>
                  </a:cubicBezTo>
                  <a:lnTo>
                    <a:pt x="5335" y="16"/>
                  </a:lnTo>
                  <a:cubicBezTo>
                    <a:pt x="5184" y="5"/>
                    <a:pt x="5046" y="0"/>
                    <a:pt x="491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3" name="Google Shape;22643;p139"/>
            <p:cNvSpPr/>
            <p:nvPr/>
          </p:nvSpPr>
          <p:spPr>
            <a:xfrm>
              <a:off x="1174293" y="4409373"/>
              <a:ext cx="26382" cy="72835"/>
            </a:xfrm>
            <a:custGeom>
              <a:avLst/>
              <a:gdLst/>
              <a:ahLst/>
              <a:cxnLst/>
              <a:rect l="l" t="t" r="r" b="b"/>
              <a:pathLst>
                <a:path w="811" h="2239" extrusionOk="0">
                  <a:moveTo>
                    <a:pt x="0" y="0"/>
                  </a:moveTo>
                  <a:lnTo>
                    <a:pt x="0" y="2239"/>
                  </a:lnTo>
                  <a:cubicBezTo>
                    <a:pt x="501" y="2072"/>
                    <a:pt x="810" y="1429"/>
                    <a:pt x="501" y="905"/>
                  </a:cubicBez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4" name="Google Shape;22644;p139"/>
            <p:cNvSpPr/>
            <p:nvPr/>
          </p:nvSpPr>
          <p:spPr>
            <a:xfrm>
              <a:off x="1204513" y="4300137"/>
              <a:ext cx="149540" cy="184608"/>
            </a:xfrm>
            <a:custGeom>
              <a:avLst/>
              <a:gdLst/>
              <a:ahLst/>
              <a:cxnLst/>
              <a:rect l="l" t="t" r="r" b="b"/>
              <a:pathLst>
                <a:path w="4597" h="5675" extrusionOk="0">
                  <a:moveTo>
                    <a:pt x="1215" y="1"/>
                  </a:moveTo>
                  <a:lnTo>
                    <a:pt x="1215" y="1549"/>
                  </a:lnTo>
                  <a:cubicBezTo>
                    <a:pt x="476" y="1906"/>
                    <a:pt x="0" y="2692"/>
                    <a:pt x="0" y="3525"/>
                  </a:cubicBezTo>
                  <a:cubicBezTo>
                    <a:pt x="0" y="4715"/>
                    <a:pt x="972" y="5675"/>
                    <a:pt x="2170" y="5675"/>
                  </a:cubicBezTo>
                  <a:cubicBezTo>
                    <a:pt x="2362" y="5675"/>
                    <a:pt x="2561" y="5650"/>
                    <a:pt x="2763" y="5597"/>
                  </a:cubicBezTo>
                  <a:cubicBezTo>
                    <a:pt x="3453" y="5430"/>
                    <a:pt x="3977" y="4906"/>
                    <a:pt x="4215" y="4263"/>
                  </a:cubicBezTo>
                  <a:cubicBezTo>
                    <a:pt x="4596" y="3097"/>
                    <a:pt x="4072" y="1977"/>
                    <a:pt x="3096" y="1525"/>
                  </a:cubicBezTo>
                  <a:lnTo>
                    <a:pt x="3096"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5" name="Google Shape;22645;p139"/>
            <p:cNvSpPr/>
            <p:nvPr/>
          </p:nvSpPr>
          <p:spPr>
            <a:xfrm>
              <a:off x="1233172" y="4283092"/>
              <a:ext cx="82138" cy="20169"/>
            </a:xfrm>
            <a:custGeom>
              <a:avLst/>
              <a:gdLst/>
              <a:ahLst/>
              <a:cxnLst/>
              <a:rect l="l" t="t" r="r" b="b"/>
              <a:pathLst>
                <a:path w="2525" h="620" extrusionOk="0">
                  <a:moveTo>
                    <a:pt x="334" y="1"/>
                  </a:moveTo>
                  <a:cubicBezTo>
                    <a:pt x="143" y="1"/>
                    <a:pt x="0" y="167"/>
                    <a:pt x="24" y="358"/>
                  </a:cubicBezTo>
                  <a:cubicBezTo>
                    <a:pt x="72" y="501"/>
                    <a:pt x="215" y="620"/>
                    <a:pt x="358" y="620"/>
                  </a:cubicBezTo>
                  <a:lnTo>
                    <a:pt x="2215" y="620"/>
                  </a:lnTo>
                  <a:cubicBezTo>
                    <a:pt x="2382" y="620"/>
                    <a:pt x="2525" y="477"/>
                    <a:pt x="2501" y="263"/>
                  </a:cubicBezTo>
                  <a:cubicBezTo>
                    <a:pt x="2477" y="120"/>
                    <a:pt x="2334" y="1"/>
                    <a:pt x="2167"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6" name="Google Shape;22646;p139"/>
            <p:cNvSpPr/>
            <p:nvPr/>
          </p:nvSpPr>
          <p:spPr>
            <a:xfrm>
              <a:off x="1208384" y="4434161"/>
              <a:ext cx="135585" cy="50389"/>
            </a:xfrm>
            <a:custGeom>
              <a:avLst/>
              <a:gdLst/>
              <a:ahLst/>
              <a:cxnLst/>
              <a:rect l="l" t="t" r="r" b="b"/>
              <a:pathLst>
                <a:path w="4168" h="1549" extrusionOk="0">
                  <a:moveTo>
                    <a:pt x="0" y="1"/>
                  </a:moveTo>
                  <a:cubicBezTo>
                    <a:pt x="262" y="882"/>
                    <a:pt x="1096" y="1548"/>
                    <a:pt x="2072" y="1548"/>
                  </a:cubicBezTo>
                  <a:cubicBezTo>
                    <a:pt x="3049" y="1548"/>
                    <a:pt x="3882" y="882"/>
                    <a:pt x="4168"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47" name="Google Shape;22647;p139"/>
          <p:cNvGrpSpPr/>
          <p:nvPr/>
        </p:nvGrpSpPr>
        <p:grpSpPr>
          <a:xfrm>
            <a:off x="1770796" y="4007533"/>
            <a:ext cx="321527" cy="345534"/>
            <a:chOff x="1770796" y="4159933"/>
            <a:chExt cx="321527" cy="345534"/>
          </a:xfrm>
        </p:grpSpPr>
        <p:sp>
          <p:nvSpPr>
            <p:cNvPr id="22648" name="Google Shape;22648;p139"/>
            <p:cNvSpPr/>
            <p:nvPr/>
          </p:nvSpPr>
          <p:spPr>
            <a:xfrm>
              <a:off x="1869199" y="4159933"/>
              <a:ext cx="123191" cy="20169"/>
            </a:xfrm>
            <a:custGeom>
              <a:avLst/>
              <a:gdLst/>
              <a:ahLst/>
              <a:cxnLst/>
              <a:rect l="l" t="t" r="r" b="b"/>
              <a:pathLst>
                <a:path w="3787" h="620" extrusionOk="0">
                  <a:moveTo>
                    <a:pt x="333" y="0"/>
                  </a:moveTo>
                  <a:cubicBezTo>
                    <a:pt x="167" y="0"/>
                    <a:pt x="0" y="167"/>
                    <a:pt x="48" y="357"/>
                  </a:cubicBezTo>
                  <a:cubicBezTo>
                    <a:pt x="71" y="500"/>
                    <a:pt x="214" y="619"/>
                    <a:pt x="357" y="619"/>
                  </a:cubicBezTo>
                  <a:lnTo>
                    <a:pt x="3453" y="619"/>
                  </a:lnTo>
                  <a:cubicBezTo>
                    <a:pt x="3644" y="619"/>
                    <a:pt x="3787" y="477"/>
                    <a:pt x="3763" y="262"/>
                  </a:cubicBezTo>
                  <a:cubicBezTo>
                    <a:pt x="3739" y="119"/>
                    <a:pt x="3572" y="0"/>
                    <a:pt x="3429"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9" name="Google Shape;22649;p139"/>
            <p:cNvSpPr/>
            <p:nvPr/>
          </p:nvSpPr>
          <p:spPr>
            <a:xfrm>
              <a:off x="1930388" y="4159933"/>
              <a:ext cx="61221" cy="20169"/>
            </a:xfrm>
            <a:custGeom>
              <a:avLst/>
              <a:gdLst/>
              <a:ahLst/>
              <a:cxnLst/>
              <a:rect l="l" t="t" r="r" b="b"/>
              <a:pathLst>
                <a:path w="1882" h="620" extrusionOk="0">
                  <a:moveTo>
                    <a:pt x="0" y="0"/>
                  </a:moveTo>
                  <a:lnTo>
                    <a:pt x="0" y="619"/>
                  </a:lnTo>
                  <a:lnTo>
                    <a:pt x="1548" y="619"/>
                  </a:lnTo>
                  <a:cubicBezTo>
                    <a:pt x="1691" y="619"/>
                    <a:pt x="1858" y="524"/>
                    <a:pt x="1858" y="357"/>
                  </a:cubicBezTo>
                  <a:cubicBezTo>
                    <a:pt x="1882" y="143"/>
                    <a:pt x="1739" y="0"/>
                    <a:pt x="1548"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0" name="Google Shape;22650;p139"/>
            <p:cNvSpPr/>
            <p:nvPr/>
          </p:nvSpPr>
          <p:spPr>
            <a:xfrm>
              <a:off x="1771576" y="4176979"/>
              <a:ext cx="319965" cy="328488"/>
            </a:xfrm>
            <a:custGeom>
              <a:avLst/>
              <a:gdLst/>
              <a:ahLst/>
              <a:cxnLst/>
              <a:rect l="l" t="t" r="r" b="b"/>
              <a:pathLst>
                <a:path w="9836" h="10098" extrusionOk="0">
                  <a:moveTo>
                    <a:pt x="3358" y="0"/>
                  </a:moveTo>
                  <a:lnTo>
                    <a:pt x="3358" y="3501"/>
                  </a:lnTo>
                  <a:lnTo>
                    <a:pt x="453" y="8383"/>
                  </a:lnTo>
                  <a:cubicBezTo>
                    <a:pt x="0" y="9145"/>
                    <a:pt x="548" y="10097"/>
                    <a:pt x="1429" y="10097"/>
                  </a:cubicBezTo>
                  <a:lnTo>
                    <a:pt x="8455" y="10097"/>
                  </a:lnTo>
                  <a:cubicBezTo>
                    <a:pt x="9288" y="10097"/>
                    <a:pt x="9836" y="9121"/>
                    <a:pt x="9383" y="8383"/>
                  </a:cubicBezTo>
                  <a:lnTo>
                    <a:pt x="6454" y="3501"/>
                  </a:lnTo>
                  <a:lnTo>
                    <a:pt x="6454"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1" name="Google Shape;22651;p139"/>
            <p:cNvSpPr/>
            <p:nvPr/>
          </p:nvSpPr>
          <p:spPr>
            <a:xfrm>
              <a:off x="1931169" y="4176979"/>
              <a:ext cx="160373" cy="328488"/>
            </a:xfrm>
            <a:custGeom>
              <a:avLst/>
              <a:gdLst/>
              <a:ahLst/>
              <a:cxnLst/>
              <a:rect l="l" t="t" r="r" b="b"/>
              <a:pathLst>
                <a:path w="4930" h="10098" extrusionOk="0">
                  <a:moveTo>
                    <a:pt x="0" y="0"/>
                  </a:moveTo>
                  <a:lnTo>
                    <a:pt x="0" y="10097"/>
                  </a:lnTo>
                  <a:lnTo>
                    <a:pt x="3525" y="10097"/>
                  </a:lnTo>
                  <a:cubicBezTo>
                    <a:pt x="4382" y="10097"/>
                    <a:pt x="4930" y="9121"/>
                    <a:pt x="4477" y="8383"/>
                  </a:cubicBezTo>
                  <a:cubicBezTo>
                    <a:pt x="2382" y="4882"/>
                    <a:pt x="3025" y="5954"/>
                    <a:pt x="1548" y="3501"/>
                  </a:cubicBezTo>
                  <a:lnTo>
                    <a:pt x="1548"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2" name="Google Shape;22652;p139"/>
            <p:cNvSpPr/>
            <p:nvPr/>
          </p:nvSpPr>
          <p:spPr>
            <a:xfrm>
              <a:off x="1770796" y="4353584"/>
              <a:ext cx="321527" cy="151883"/>
            </a:xfrm>
            <a:custGeom>
              <a:avLst/>
              <a:gdLst/>
              <a:ahLst/>
              <a:cxnLst/>
              <a:rect l="l" t="t" r="r" b="b"/>
              <a:pathLst>
                <a:path w="9884" h="4669" extrusionOk="0">
                  <a:moveTo>
                    <a:pt x="2192" y="1"/>
                  </a:moveTo>
                  <a:lnTo>
                    <a:pt x="429" y="2954"/>
                  </a:lnTo>
                  <a:cubicBezTo>
                    <a:pt x="1" y="3692"/>
                    <a:pt x="525" y="4668"/>
                    <a:pt x="1429" y="4668"/>
                  </a:cubicBezTo>
                  <a:lnTo>
                    <a:pt x="8455" y="4668"/>
                  </a:lnTo>
                  <a:cubicBezTo>
                    <a:pt x="9336" y="4668"/>
                    <a:pt x="9884" y="3716"/>
                    <a:pt x="9431" y="2954"/>
                  </a:cubicBezTo>
                  <a:lnTo>
                    <a:pt x="7645"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3" name="Google Shape;22653;p139"/>
            <p:cNvSpPr/>
            <p:nvPr/>
          </p:nvSpPr>
          <p:spPr>
            <a:xfrm>
              <a:off x="1930388" y="4354365"/>
              <a:ext cx="161154" cy="151102"/>
            </a:xfrm>
            <a:custGeom>
              <a:avLst/>
              <a:gdLst/>
              <a:ahLst/>
              <a:cxnLst/>
              <a:rect l="l" t="t" r="r" b="b"/>
              <a:pathLst>
                <a:path w="4954" h="4645" extrusionOk="0">
                  <a:moveTo>
                    <a:pt x="0" y="1"/>
                  </a:moveTo>
                  <a:lnTo>
                    <a:pt x="0" y="4644"/>
                  </a:lnTo>
                  <a:lnTo>
                    <a:pt x="3525" y="4644"/>
                  </a:lnTo>
                  <a:cubicBezTo>
                    <a:pt x="4406" y="4644"/>
                    <a:pt x="4954" y="3668"/>
                    <a:pt x="4454" y="2954"/>
                  </a:cubicBezTo>
                  <a:lnTo>
                    <a:pt x="271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4" name="Google Shape;22654;p139"/>
            <p:cNvSpPr/>
            <p:nvPr/>
          </p:nvSpPr>
          <p:spPr>
            <a:xfrm>
              <a:off x="1942001" y="4444245"/>
              <a:ext cx="19388" cy="19388"/>
            </a:xfrm>
            <a:custGeom>
              <a:avLst/>
              <a:gdLst/>
              <a:ahLst/>
              <a:cxnLst/>
              <a:rect l="l" t="t" r="r" b="b"/>
              <a:pathLst>
                <a:path w="596" h="596" extrusionOk="0">
                  <a:moveTo>
                    <a:pt x="310" y="0"/>
                  </a:moveTo>
                  <a:cubicBezTo>
                    <a:pt x="143" y="0"/>
                    <a:pt x="1" y="167"/>
                    <a:pt x="1" y="310"/>
                  </a:cubicBezTo>
                  <a:cubicBezTo>
                    <a:pt x="1" y="453"/>
                    <a:pt x="143" y="595"/>
                    <a:pt x="310" y="595"/>
                  </a:cubicBezTo>
                  <a:cubicBezTo>
                    <a:pt x="453" y="595"/>
                    <a:pt x="596" y="476"/>
                    <a:pt x="596" y="310"/>
                  </a:cubicBezTo>
                  <a:cubicBezTo>
                    <a:pt x="596" y="167"/>
                    <a:pt x="453" y="0"/>
                    <a:pt x="310" y="0"/>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5" name="Google Shape;22655;p139"/>
            <p:cNvSpPr/>
            <p:nvPr/>
          </p:nvSpPr>
          <p:spPr>
            <a:xfrm>
              <a:off x="1962137" y="4384585"/>
              <a:ext cx="19420" cy="19388"/>
            </a:xfrm>
            <a:custGeom>
              <a:avLst/>
              <a:gdLst/>
              <a:ahLst/>
              <a:cxnLst/>
              <a:rect l="l" t="t" r="r" b="b"/>
              <a:pathLst>
                <a:path w="597" h="596" extrusionOk="0">
                  <a:moveTo>
                    <a:pt x="310" y="0"/>
                  </a:moveTo>
                  <a:cubicBezTo>
                    <a:pt x="167" y="0"/>
                    <a:pt x="1" y="119"/>
                    <a:pt x="1" y="286"/>
                  </a:cubicBezTo>
                  <a:cubicBezTo>
                    <a:pt x="1" y="453"/>
                    <a:pt x="167" y="596"/>
                    <a:pt x="310" y="596"/>
                  </a:cubicBezTo>
                  <a:cubicBezTo>
                    <a:pt x="453" y="596"/>
                    <a:pt x="596" y="477"/>
                    <a:pt x="596" y="286"/>
                  </a:cubicBezTo>
                  <a:cubicBezTo>
                    <a:pt x="596" y="119"/>
                    <a:pt x="453" y="0"/>
                    <a:pt x="310" y="0"/>
                  </a:cubicBezTo>
                  <a:close/>
                </a:path>
              </a:pathLst>
            </a:custGeom>
            <a:solidFill>
              <a:srgbClr val="7E8F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6" name="Google Shape;22656;p139"/>
            <p:cNvSpPr/>
            <p:nvPr/>
          </p:nvSpPr>
          <p:spPr>
            <a:xfrm>
              <a:off x="1869199" y="4384585"/>
              <a:ext cx="60441" cy="59693"/>
            </a:xfrm>
            <a:custGeom>
              <a:avLst/>
              <a:gdLst/>
              <a:ahLst/>
              <a:cxnLst/>
              <a:rect l="l" t="t" r="r" b="b"/>
              <a:pathLst>
                <a:path w="1858" h="1835" extrusionOk="0">
                  <a:moveTo>
                    <a:pt x="929" y="0"/>
                  </a:moveTo>
                  <a:cubicBezTo>
                    <a:pt x="429" y="0"/>
                    <a:pt x="0" y="405"/>
                    <a:pt x="0" y="929"/>
                  </a:cubicBezTo>
                  <a:cubicBezTo>
                    <a:pt x="0" y="1429"/>
                    <a:pt x="429" y="1834"/>
                    <a:pt x="929" y="1834"/>
                  </a:cubicBezTo>
                  <a:cubicBezTo>
                    <a:pt x="1477" y="1834"/>
                    <a:pt x="1858" y="1429"/>
                    <a:pt x="1858" y="929"/>
                  </a:cubicBezTo>
                  <a:cubicBezTo>
                    <a:pt x="1858" y="405"/>
                    <a:pt x="1429" y="0"/>
                    <a:pt x="929"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57" name="Google Shape;22657;p139"/>
          <p:cNvGrpSpPr/>
          <p:nvPr/>
        </p:nvGrpSpPr>
        <p:grpSpPr>
          <a:xfrm>
            <a:off x="2529981" y="4007533"/>
            <a:ext cx="309913" cy="345534"/>
            <a:chOff x="2529981" y="4159933"/>
            <a:chExt cx="309913" cy="345534"/>
          </a:xfrm>
        </p:grpSpPr>
        <p:sp>
          <p:nvSpPr>
            <p:cNvPr id="22658" name="Google Shape;22658;p139"/>
            <p:cNvSpPr/>
            <p:nvPr/>
          </p:nvSpPr>
          <p:spPr>
            <a:xfrm>
              <a:off x="2529981" y="4159933"/>
              <a:ext cx="306042" cy="101494"/>
            </a:xfrm>
            <a:custGeom>
              <a:avLst/>
              <a:gdLst/>
              <a:ahLst/>
              <a:cxnLst/>
              <a:rect l="l" t="t" r="r" b="b"/>
              <a:pathLst>
                <a:path w="9408" h="3120" extrusionOk="0">
                  <a:moveTo>
                    <a:pt x="310" y="0"/>
                  </a:moveTo>
                  <a:cubicBezTo>
                    <a:pt x="144" y="0"/>
                    <a:pt x="1" y="167"/>
                    <a:pt x="25" y="357"/>
                  </a:cubicBezTo>
                  <a:cubicBezTo>
                    <a:pt x="48" y="500"/>
                    <a:pt x="215" y="619"/>
                    <a:pt x="358" y="619"/>
                  </a:cubicBezTo>
                  <a:lnTo>
                    <a:pt x="763" y="619"/>
                  </a:lnTo>
                  <a:lnTo>
                    <a:pt x="763" y="2501"/>
                  </a:lnTo>
                  <a:lnTo>
                    <a:pt x="358" y="2501"/>
                  </a:lnTo>
                  <a:cubicBezTo>
                    <a:pt x="167" y="2501"/>
                    <a:pt x="25" y="2667"/>
                    <a:pt x="48" y="2858"/>
                  </a:cubicBezTo>
                  <a:cubicBezTo>
                    <a:pt x="96" y="3001"/>
                    <a:pt x="239" y="3120"/>
                    <a:pt x="382" y="3120"/>
                  </a:cubicBezTo>
                  <a:lnTo>
                    <a:pt x="7836" y="3120"/>
                  </a:lnTo>
                  <a:cubicBezTo>
                    <a:pt x="8693" y="3120"/>
                    <a:pt x="9408" y="2382"/>
                    <a:pt x="9336" y="1477"/>
                  </a:cubicBezTo>
                  <a:cubicBezTo>
                    <a:pt x="9312" y="643"/>
                    <a:pt x="8598" y="0"/>
                    <a:pt x="7764" y="0"/>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9" name="Google Shape;22659;p139"/>
            <p:cNvSpPr/>
            <p:nvPr/>
          </p:nvSpPr>
          <p:spPr>
            <a:xfrm>
              <a:off x="2684140" y="4160714"/>
              <a:ext cx="151883" cy="100713"/>
            </a:xfrm>
            <a:custGeom>
              <a:avLst/>
              <a:gdLst/>
              <a:ahLst/>
              <a:cxnLst/>
              <a:rect l="l" t="t" r="r" b="b"/>
              <a:pathLst>
                <a:path w="4669" h="3096" extrusionOk="0">
                  <a:moveTo>
                    <a:pt x="1" y="0"/>
                  </a:moveTo>
                  <a:lnTo>
                    <a:pt x="1" y="3096"/>
                  </a:lnTo>
                  <a:lnTo>
                    <a:pt x="3073" y="3096"/>
                  </a:lnTo>
                  <a:cubicBezTo>
                    <a:pt x="3954" y="3096"/>
                    <a:pt x="4669" y="2381"/>
                    <a:pt x="4621" y="1500"/>
                  </a:cubicBezTo>
                  <a:cubicBezTo>
                    <a:pt x="4597" y="667"/>
                    <a:pt x="3883" y="0"/>
                    <a:pt x="304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0" name="Google Shape;22660;p139"/>
            <p:cNvSpPr/>
            <p:nvPr/>
          </p:nvSpPr>
          <p:spPr>
            <a:xfrm>
              <a:off x="2529981" y="4403941"/>
              <a:ext cx="309913" cy="101526"/>
            </a:xfrm>
            <a:custGeom>
              <a:avLst/>
              <a:gdLst/>
              <a:ahLst/>
              <a:cxnLst/>
              <a:rect l="l" t="t" r="r" b="b"/>
              <a:pathLst>
                <a:path w="9527" h="3121" extrusionOk="0">
                  <a:moveTo>
                    <a:pt x="310" y="1"/>
                  </a:moveTo>
                  <a:cubicBezTo>
                    <a:pt x="144" y="1"/>
                    <a:pt x="1" y="144"/>
                    <a:pt x="25" y="358"/>
                  </a:cubicBezTo>
                  <a:cubicBezTo>
                    <a:pt x="48" y="501"/>
                    <a:pt x="191" y="620"/>
                    <a:pt x="358" y="620"/>
                  </a:cubicBezTo>
                  <a:lnTo>
                    <a:pt x="763" y="620"/>
                  </a:lnTo>
                  <a:lnTo>
                    <a:pt x="763" y="2501"/>
                  </a:lnTo>
                  <a:lnTo>
                    <a:pt x="358" y="2501"/>
                  </a:lnTo>
                  <a:cubicBezTo>
                    <a:pt x="167" y="2501"/>
                    <a:pt x="25" y="2668"/>
                    <a:pt x="48" y="2858"/>
                  </a:cubicBezTo>
                  <a:cubicBezTo>
                    <a:pt x="72" y="3001"/>
                    <a:pt x="239" y="3120"/>
                    <a:pt x="382" y="3120"/>
                  </a:cubicBezTo>
                  <a:lnTo>
                    <a:pt x="7860" y="3120"/>
                  </a:lnTo>
                  <a:cubicBezTo>
                    <a:pt x="8788" y="3120"/>
                    <a:pt x="9527" y="2311"/>
                    <a:pt x="9336" y="1358"/>
                  </a:cubicBezTo>
                  <a:cubicBezTo>
                    <a:pt x="9241" y="596"/>
                    <a:pt x="8598" y="1"/>
                    <a:pt x="778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1" name="Google Shape;22661;p139"/>
            <p:cNvSpPr/>
            <p:nvPr/>
          </p:nvSpPr>
          <p:spPr>
            <a:xfrm>
              <a:off x="2684140" y="4403941"/>
              <a:ext cx="151883" cy="100745"/>
            </a:xfrm>
            <a:custGeom>
              <a:avLst/>
              <a:gdLst/>
              <a:ahLst/>
              <a:cxnLst/>
              <a:rect l="l" t="t" r="r" b="b"/>
              <a:pathLst>
                <a:path w="4669" h="3097" extrusionOk="0">
                  <a:moveTo>
                    <a:pt x="1" y="1"/>
                  </a:moveTo>
                  <a:lnTo>
                    <a:pt x="1" y="3097"/>
                  </a:lnTo>
                  <a:lnTo>
                    <a:pt x="3097" y="3097"/>
                  </a:lnTo>
                  <a:cubicBezTo>
                    <a:pt x="3954" y="3097"/>
                    <a:pt x="4669" y="2382"/>
                    <a:pt x="4645" y="1477"/>
                  </a:cubicBezTo>
                  <a:cubicBezTo>
                    <a:pt x="4597" y="644"/>
                    <a:pt x="3906"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2" name="Google Shape;22662;p139"/>
            <p:cNvSpPr/>
            <p:nvPr/>
          </p:nvSpPr>
          <p:spPr>
            <a:xfrm>
              <a:off x="2553240" y="4424077"/>
              <a:ext cx="263428" cy="61254"/>
            </a:xfrm>
            <a:custGeom>
              <a:avLst/>
              <a:gdLst/>
              <a:ahLst/>
              <a:cxnLst/>
              <a:rect l="l" t="t" r="r" b="b"/>
              <a:pathLst>
                <a:path w="8098" h="1883" extrusionOk="0">
                  <a:moveTo>
                    <a:pt x="0" y="1"/>
                  </a:moveTo>
                  <a:lnTo>
                    <a:pt x="0" y="1882"/>
                  </a:lnTo>
                  <a:lnTo>
                    <a:pt x="7097" y="1882"/>
                  </a:lnTo>
                  <a:cubicBezTo>
                    <a:pt x="7597" y="1882"/>
                    <a:pt x="8026" y="1501"/>
                    <a:pt x="8050" y="977"/>
                  </a:cubicBezTo>
                  <a:cubicBezTo>
                    <a:pt x="8097" y="453"/>
                    <a:pt x="7668" y="1"/>
                    <a:pt x="7145"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3" name="Google Shape;22663;p139"/>
            <p:cNvSpPr/>
            <p:nvPr/>
          </p:nvSpPr>
          <p:spPr>
            <a:xfrm>
              <a:off x="2684140" y="4424077"/>
              <a:ext cx="131747" cy="61254"/>
            </a:xfrm>
            <a:custGeom>
              <a:avLst/>
              <a:gdLst/>
              <a:ahLst/>
              <a:cxnLst/>
              <a:rect l="l" t="t" r="r" b="b"/>
              <a:pathLst>
                <a:path w="4050" h="1883" extrusionOk="0">
                  <a:moveTo>
                    <a:pt x="1" y="1"/>
                  </a:moveTo>
                  <a:lnTo>
                    <a:pt x="1" y="1882"/>
                  </a:lnTo>
                  <a:lnTo>
                    <a:pt x="3097" y="1882"/>
                  </a:lnTo>
                  <a:cubicBezTo>
                    <a:pt x="3573" y="1882"/>
                    <a:pt x="4002" y="1454"/>
                    <a:pt x="4002" y="977"/>
                  </a:cubicBezTo>
                  <a:cubicBezTo>
                    <a:pt x="4049" y="453"/>
                    <a:pt x="3621" y="1"/>
                    <a:pt x="3097"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4" name="Google Shape;22664;p139"/>
            <p:cNvSpPr/>
            <p:nvPr/>
          </p:nvSpPr>
          <p:spPr>
            <a:xfrm>
              <a:off x="2530761" y="4283092"/>
              <a:ext cx="305262" cy="100745"/>
            </a:xfrm>
            <a:custGeom>
              <a:avLst/>
              <a:gdLst/>
              <a:ahLst/>
              <a:cxnLst/>
              <a:rect l="l" t="t" r="r" b="b"/>
              <a:pathLst>
                <a:path w="9384" h="3097" extrusionOk="0">
                  <a:moveTo>
                    <a:pt x="1572" y="1"/>
                  </a:moveTo>
                  <a:cubicBezTo>
                    <a:pt x="715" y="1"/>
                    <a:pt x="1" y="715"/>
                    <a:pt x="24" y="1596"/>
                  </a:cubicBezTo>
                  <a:cubicBezTo>
                    <a:pt x="72" y="2430"/>
                    <a:pt x="786" y="3097"/>
                    <a:pt x="1620" y="3097"/>
                  </a:cubicBezTo>
                  <a:lnTo>
                    <a:pt x="9050" y="3097"/>
                  </a:lnTo>
                  <a:cubicBezTo>
                    <a:pt x="9217" y="3097"/>
                    <a:pt x="9384" y="2906"/>
                    <a:pt x="9384" y="2763"/>
                  </a:cubicBezTo>
                  <a:cubicBezTo>
                    <a:pt x="9360" y="2620"/>
                    <a:pt x="9193" y="2501"/>
                    <a:pt x="9050" y="2501"/>
                  </a:cubicBezTo>
                  <a:lnTo>
                    <a:pt x="8645" y="2501"/>
                  </a:lnTo>
                  <a:lnTo>
                    <a:pt x="8645" y="620"/>
                  </a:lnTo>
                  <a:lnTo>
                    <a:pt x="9050" y="620"/>
                  </a:lnTo>
                  <a:cubicBezTo>
                    <a:pt x="9241" y="620"/>
                    <a:pt x="9384" y="429"/>
                    <a:pt x="9360" y="263"/>
                  </a:cubicBezTo>
                  <a:cubicBezTo>
                    <a:pt x="9312" y="120"/>
                    <a:pt x="9169" y="1"/>
                    <a:pt x="9026" y="1"/>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5" name="Google Shape;22665;p139"/>
            <p:cNvSpPr/>
            <p:nvPr/>
          </p:nvSpPr>
          <p:spPr>
            <a:xfrm>
              <a:off x="2684921" y="4281563"/>
              <a:ext cx="151883" cy="100713"/>
            </a:xfrm>
            <a:custGeom>
              <a:avLst/>
              <a:gdLst/>
              <a:ahLst/>
              <a:cxnLst/>
              <a:rect l="l" t="t" r="r" b="b"/>
              <a:pathLst>
                <a:path w="4669" h="3096" extrusionOk="0">
                  <a:moveTo>
                    <a:pt x="1" y="0"/>
                  </a:moveTo>
                  <a:lnTo>
                    <a:pt x="1" y="3096"/>
                  </a:lnTo>
                  <a:lnTo>
                    <a:pt x="4335" y="3096"/>
                  </a:lnTo>
                  <a:cubicBezTo>
                    <a:pt x="4502" y="3096"/>
                    <a:pt x="4645" y="2977"/>
                    <a:pt x="4668" y="2834"/>
                  </a:cubicBezTo>
                  <a:cubicBezTo>
                    <a:pt x="4645" y="2667"/>
                    <a:pt x="4478" y="2501"/>
                    <a:pt x="4311" y="2501"/>
                  </a:cubicBezTo>
                  <a:lnTo>
                    <a:pt x="3906" y="2501"/>
                  </a:lnTo>
                  <a:lnTo>
                    <a:pt x="3906" y="643"/>
                  </a:lnTo>
                  <a:lnTo>
                    <a:pt x="4311" y="643"/>
                  </a:lnTo>
                  <a:cubicBezTo>
                    <a:pt x="4454" y="643"/>
                    <a:pt x="4621" y="524"/>
                    <a:pt x="4645" y="357"/>
                  </a:cubicBezTo>
                  <a:cubicBezTo>
                    <a:pt x="4668" y="191"/>
                    <a:pt x="4525" y="0"/>
                    <a:pt x="4335"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6" name="Google Shape;22666;p139"/>
            <p:cNvSpPr/>
            <p:nvPr/>
          </p:nvSpPr>
          <p:spPr>
            <a:xfrm>
              <a:off x="2552459" y="4302480"/>
              <a:ext cx="262647" cy="60441"/>
            </a:xfrm>
            <a:custGeom>
              <a:avLst/>
              <a:gdLst/>
              <a:ahLst/>
              <a:cxnLst/>
              <a:rect l="l" t="t" r="r" b="b"/>
              <a:pathLst>
                <a:path w="8074" h="1858" extrusionOk="0">
                  <a:moveTo>
                    <a:pt x="953" y="0"/>
                  </a:moveTo>
                  <a:cubicBezTo>
                    <a:pt x="405" y="0"/>
                    <a:pt x="0" y="429"/>
                    <a:pt x="24" y="976"/>
                  </a:cubicBezTo>
                  <a:cubicBezTo>
                    <a:pt x="48" y="1453"/>
                    <a:pt x="477" y="1858"/>
                    <a:pt x="977" y="1858"/>
                  </a:cubicBezTo>
                  <a:lnTo>
                    <a:pt x="8074" y="1858"/>
                  </a:lnTo>
                  <a:lnTo>
                    <a:pt x="8074"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7" name="Google Shape;22667;p139"/>
            <p:cNvSpPr/>
            <p:nvPr/>
          </p:nvSpPr>
          <p:spPr>
            <a:xfrm>
              <a:off x="2684140" y="4302480"/>
              <a:ext cx="131747" cy="60441"/>
            </a:xfrm>
            <a:custGeom>
              <a:avLst/>
              <a:gdLst/>
              <a:ahLst/>
              <a:cxnLst/>
              <a:rect l="l" t="t" r="r" b="b"/>
              <a:pathLst>
                <a:path w="4050" h="1858" extrusionOk="0">
                  <a:moveTo>
                    <a:pt x="1" y="0"/>
                  </a:moveTo>
                  <a:lnTo>
                    <a:pt x="1" y="1858"/>
                  </a:lnTo>
                  <a:lnTo>
                    <a:pt x="4049" y="1858"/>
                  </a:lnTo>
                  <a:lnTo>
                    <a:pt x="4049" y="0"/>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8" name="Google Shape;22668;p139"/>
            <p:cNvSpPr/>
            <p:nvPr/>
          </p:nvSpPr>
          <p:spPr>
            <a:xfrm>
              <a:off x="2592731" y="4342752"/>
              <a:ext cx="81260" cy="101266"/>
            </a:xfrm>
            <a:custGeom>
              <a:avLst/>
              <a:gdLst/>
              <a:ahLst/>
              <a:cxnLst/>
              <a:rect l="l" t="t" r="r" b="b"/>
              <a:pathLst>
                <a:path w="2498" h="3113" extrusionOk="0">
                  <a:moveTo>
                    <a:pt x="310" y="0"/>
                  </a:moveTo>
                  <a:cubicBezTo>
                    <a:pt x="144" y="0"/>
                    <a:pt x="1" y="119"/>
                    <a:pt x="1" y="310"/>
                  </a:cubicBezTo>
                  <a:lnTo>
                    <a:pt x="1" y="2763"/>
                  </a:lnTo>
                  <a:cubicBezTo>
                    <a:pt x="1" y="2949"/>
                    <a:pt x="163" y="3082"/>
                    <a:pt x="346" y="3082"/>
                  </a:cubicBezTo>
                  <a:cubicBezTo>
                    <a:pt x="374" y="3082"/>
                    <a:pt x="401" y="3079"/>
                    <a:pt x="429" y="3072"/>
                  </a:cubicBezTo>
                  <a:lnTo>
                    <a:pt x="1263" y="2811"/>
                  </a:lnTo>
                  <a:lnTo>
                    <a:pt x="2096" y="3096"/>
                  </a:lnTo>
                  <a:cubicBezTo>
                    <a:pt x="2127" y="3108"/>
                    <a:pt x="2158" y="3113"/>
                    <a:pt x="2188" y="3113"/>
                  </a:cubicBezTo>
                  <a:cubicBezTo>
                    <a:pt x="2349" y="3113"/>
                    <a:pt x="2497" y="2963"/>
                    <a:pt x="2477" y="2763"/>
                  </a:cubicBezTo>
                  <a:lnTo>
                    <a:pt x="2477" y="310"/>
                  </a:lnTo>
                  <a:cubicBezTo>
                    <a:pt x="2477" y="143"/>
                    <a:pt x="2358" y="0"/>
                    <a:pt x="2168"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9" name="Google Shape;22669;p139"/>
            <p:cNvSpPr/>
            <p:nvPr/>
          </p:nvSpPr>
          <p:spPr>
            <a:xfrm>
              <a:off x="2551678" y="4180069"/>
              <a:ext cx="264209" cy="61221"/>
            </a:xfrm>
            <a:custGeom>
              <a:avLst/>
              <a:gdLst/>
              <a:ahLst/>
              <a:cxnLst/>
              <a:rect l="l" t="t" r="r" b="b"/>
              <a:pathLst>
                <a:path w="8122" h="1882" extrusionOk="0">
                  <a:moveTo>
                    <a:pt x="1" y="0"/>
                  </a:moveTo>
                  <a:lnTo>
                    <a:pt x="1" y="1882"/>
                  </a:lnTo>
                  <a:lnTo>
                    <a:pt x="7121" y="1882"/>
                  </a:lnTo>
                  <a:cubicBezTo>
                    <a:pt x="7597" y="1882"/>
                    <a:pt x="8050" y="1501"/>
                    <a:pt x="8074" y="977"/>
                  </a:cubicBezTo>
                  <a:cubicBezTo>
                    <a:pt x="8121" y="453"/>
                    <a:pt x="7693" y="0"/>
                    <a:pt x="7145"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0" name="Google Shape;22670;p139"/>
            <p:cNvSpPr/>
            <p:nvPr/>
          </p:nvSpPr>
          <p:spPr>
            <a:xfrm>
              <a:off x="2684140" y="4180069"/>
              <a:ext cx="130966" cy="61221"/>
            </a:xfrm>
            <a:custGeom>
              <a:avLst/>
              <a:gdLst/>
              <a:ahLst/>
              <a:cxnLst/>
              <a:rect l="l" t="t" r="r" b="b"/>
              <a:pathLst>
                <a:path w="4026" h="1882" extrusionOk="0">
                  <a:moveTo>
                    <a:pt x="1" y="0"/>
                  </a:moveTo>
                  <a:lnTo>
                    <a:pt x="1" y="1882"/>
                  </a:lnTo>
                  <a:lnTo>
                    <a:pt x="3049" y="1882"/>
                  </a:lnTo>
                  <a:cubicBezTo>
                    <a:pt x="3525" y="1882"/>
                    <a:pt x="3978" y="1501"/>
                    <a:pt x="4002" y="977"/>
                  </a:cubicBezTo>
                  <a:cubicBezTo>
                    <a:pt x="4026" y="453"/>
                    <a:pt x="3621" y="0"/>
                    <a:pt x="3073"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1" name="Google Shape;22671;p139"/>
            <p:cNvSpPr/>
            <p:nvPr/>
          </p:nvSpPr>
          <p:spPr>
            <a:xfrm>
              <a:off x="2693444" y="4221903"/>
              <a:ext cx="81292" cy="100257"/>
            </a:xfrm>
            <a:custGeom>
              <a:avLst/>
              <a:gdLst/>
              <a:ahLst/>
              <a:cxnLst/>
              <a:rect l="l" t="t" r="r" b="b"/>
              <a:pathLst>
                <a:path w="2499" h="3082" extrusionOk="0">
                  <a:moveTo>
                    <a:pt x="310" y="0"/>
                  </a:moveTo>
                  <a:cubicBezTo>
                    <a:pt x="144" y="0"/>
                    <a:pt x="1" y="119"/>
                    <a:pt x="1" y="286"/>
                  </a:cubicBezTo>
                  <a:lnTo>
                    <a:pt x="1" y="2763"/>
                  </a:lnTo>
                  <a:cubicBezTo>
                    <a:pt x="1" y="2949"/>
                    <a:pt x="163" y="3082"/>
                    <a:pt x="330" y="3082"/>
                  </a:cubicBezTo>
                  <a:cubicBezTo>
                    <a:pt x="355" y="3082"/>
                    <a:pt x="381" y="3079"/>
                    <a:pt x="405" y="3072"/>
                  </a:cubicBezTo>
                  <a:lnTo>
                    <a:pt x="1239" y="2787"/>
                  </a:lnTo>
                  <a:lnTo>
                    <a:pt x="2096" y="3072"/>
                  </a:lnTo>
                  <a:cubicBezTo>
                    <a:pt x="2121" y="3079"/>
                    <a:pt x="2146" y="3082"/>
                    <a:pt x="2171" y="3082"/>
                  </a:cubicBezTo>
                  <a:cubicBezTo>
                    <a:pt x="2339" y="3082"/>
                    <a:pt x="2498" y="2949"/>
                    <a:pt x="2477" y="2763"/>
                  </a:cubicBezTo>
                  <a:lnTo>
                    <a:pt x="2477" y="286"/>
                  </a:lnTo>
                  <a:cubicBezTo>
                    <a:pt x="2477" y="143"/>
                    <a:pt x="2358" y="0"/>
                    <a:pt x="216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72" name="Google Shape;22672;p139"/>
          <p:cNvGrpSpPr/>
          <p:nvPr/>
        </p:nvGrpSpPr>
        <p:grpSpPr>
          <a:xfrm>
            <a:off x="3262849" y="4008314"/>
            <a:ext cx="344753" cy="344753"/>
            <a:chOff x="3262849" y="4160714"/>
            <a:chExt cx="344753" cy="344753"/>
          </a:xfrm>
        </p:grpSpPr>
        <p:sp>
          <p:nvSpPr>
            <p:cNvPr id="22673" name="Google Shape;22673;p139"/>
            <p:cNvSpPr/>
            <p:nvPr/>
          </p:nvSpPr>
          <p:spPr>
            <a:xfrm>
              <a:off x="3262849" y="4160714"/>
              <a:ext cx="344753" cy="344753"/>
            </a:xfrm>
            <a:custGeom>
              <a:avLst/>
              <a:gdLst/>
              <a:ahLst/>
              <a:cxnLst/>
              <a:rect l="l" t="t" r="r" b="b"/>
              <a:pathLst>
                <a:path w="10598" h="10598" extrusionOk="0">
                  <a:moveTo>
                    <a:pt x="5311" y="0"/>
                  </a:moveTo>
                  <a:cubicBezTo>
                    <a:pt x="2382" y="0"/>
                    <a:pt x="0" y="2381"/>
                    <a:pt x="0" y="5311"/>
                  </a:cubicBezTo>
                  <a:cubicBezTo>
                    <a:pt x="0" y="8216"/>
                    <a:pt x="2382" y="10597"/>
                    <a:pt x="5311" y="10597"/>
                  </a:cubicBezTo>
                  <a:cubicBezTo>
                    <a:pt x="8216" y="10597"/>
                    <a:pt x="10598" y="8216"/>
                    <a:pt x="10598" y="5311"/>
                  </a:cubicBezTo>
                  <a:cubicBezTo>
                    <a:pt x="10598" y="2358"/>
                    <a:pt x="8216" y="0"/>
                    <a:pt x="5311"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4" name="Google Shape;22674;p139"/>
            <p:cNvSpPr/>
            <p:nvPr/>
          </p:nvSpPr>
          <p:spPr>
            <a:xfrm>
              <a:off x="3435583" y="4160714"/>
              <a:ext cx="172019" cy="344753"/>
            </a:xfrm>
            <a:custGeom>
              <a:avLst/>
              <a:gdLst/>
              <a:ahLst/>
              <a:cxnLst/>
              <a:rect l="l" t="t" r="r" b="b"/>
              <a:pathLst>
                <a:path w="5288" h="10598" extrusionOk="0">
                  <a:moveTo>
                    <a:pt x="1" y="0"/>
                  </a:moveTo>
                  <a:lnTo>
                    <a:pt x="1" y="10597"/>
                  </a:lnTo>
                  <a:cubicBezTo>
                    <a:pt x="2906" y="10597"/>
                    <a:pt x="5288" y="8216"/>
                    <a:pt x="5288" y="5311"/>
                  </a:cubicBezTo>
                  <a:cubicBezTo>
                    <a:pt x="5288" y="2358"/>
                    <a:pt x="2906"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5" name="Google Shape;22675;p139"/>
            <p:cNvSpPr/>
            <p:nvPr/>
          </p:nvSpPr>
          <p:spPr>
            <a:xfrm>
              <a:off x="3282985" y="4180850"/>
              <a:ext cx="304481" cy="304481"/>
            </a:xfrm>
            <a:custGeom>
              <a:avLst/>
              <a:gdLst/>
              <a:ahLst/>
              <a:cxnLst/>
              <a:rect l="l" t="t" r="r" b="b"/>
              <a:pathLst>
                <a:path w="9360" h="9360" extrusionOk="0">
                  <a:moveTo>
                    <a:pt x="4692" y="0"/>
                  </a:moveTo>
                  <a:cubicBezTo>
                    <a:pt x="2096" y="0"/>
                    <a:pt x="0" y="2096"/>
                    <a:pt x="0" y="4692"/>
                  </a:cubicBezTo>
                  <a:cubicBezTo>
                    <a:pt x="0" y="7264"/>
                    <a:pt x="2096" y="9359"/>
                    <a:pt x="4692" y="9359"/>
                  </a:cubicBezTo>
                  <a:cubicBezTo>
                    <a:pt x="7264" y="9359"/>
                    <a:pt x="9360" y="7264"/>
                    <a:pt x="9360" y="4692"/>
                  </a:cubicBezTo>
                  <a:cubicBezTo>
                    <a:pt x="9360" y="2096"/>
                    <a:pt x="7264" y="0"/>
                    <a:pt x="4692"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6" name="Google Shape;22676;p139"/>
            <p:cNvSpPr/>
            <p:nvPr/>
          </p:nvSpPr>
          <p:spPr>
            <a:xfrm>
              <a:off x="3435583" y="4180850"/>
              <a:ext cx="151883" cy="304481"/>
            </a:xfrm>
            <a:custGeom>
              <a:avLst/>
              <a:gdLst/>
              <a:ahLst/>
              <a:cxnLst/>
              <a:rect l="l" t="t" r="r" b="b"/>
              <a:pathLst>
                <a:path w="4669" h="9360" extrusionOk="0">
                  <a:moveTo>
                    <a:pt x="44" y="0"/>
                  </a:moveTo>
                  <a:cubicBezTo>
                    <a:pt x="30" y="0"/>
                    <a:pt x="15" y="0"/>
                    <a:pt x="1" y="0"/>
                  </a:cubicBezTo>
                  <a:lnTo>
                    <a:pt x="1" y="9359"/>
                  </a:lnTo>
                  <a:cubicBezTo>
                    <a:pt x="2573" y="9359"/>
                    <a:pt x="4669" y="7264"/>
                    <a:pt x="4669" y="4692"/>
                  </a:cubicBezTo>
                  <a:cubicBezTo>
                    <a:pt x="4669" y="2110"/>
                    <a:pt x="2596" y="0"/>
                    <a:pt x="4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7" name="Google Shape;22677;p139"/>
            <p:cNvSpPr/>
            <p:nvPr/>
          </p:nvSpPr>
          <p:spPr>
            <a:xfrm>
              <a:off x="3355039" y="4363669"/>
              <a:ext cx="59660" cy="60441"/>
            </a:xfrm>
            <a:custGeom>
              <a:avLst/>
              <a:gdLst/>
              <a:ahLst/>
              <a:cxnLst/>
              <a:rect l="l" t="t" r="r" b="b"/>
              <a:pathLst>
                <a:path w="1834" h="1858" extrusionOk="0">
                  <a:moveTo>
                    <a:pt x="929" y="0"/>
                  </a:moveTo>
                  <a:cubicBezTo>
                    <a:pt x="405" y="0"/>
                    <a:pt x="0" y="429"/>
                    <a:pt x="0" y="929"/>
                  </a:cubicBezTo>
                  <a:cubicBezTo>
                    <a:pt x="0" y="1453"/>
                    <a:pt x="405" y="1858"/>
                    <a:pt x="929" y="1858"/>
                  </a:cubicBezTo>
                  <a:cubicBezTo>
                    <a:pt x="1429" y="1858"/>
                    <a:pt x="1834" y="1453"/>
                    <a:pt x="1834" y="929"/>
                  </a:cubicBezTo>
                  <a:cubicBezTo>
                    <a:pt x="1834" y="429"/>
                    <a:pt x="1429" y="0"/>
                    <a:pt x="92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8" name="Google Shape;22678;p139"/>
            <p:cNvSpPr/>
            <p:nvPr/>
          </p:nvSpPr>
          <p:spPr>
            <a:xfrm>
              <a:off x="3375175" y="4384585"/>
              <a:ext cx="19388" cy="19388"/>
            </a:xfrm>
            <a:custGeom>
              <a:avLst/>
              <a:gdLst/>
              <a:ahLst/>
              <a:cxnLst/>
              <a:rect l="l" t="t" r="r" b="b"/>
              <a:pathLst>
                <a:path w="596" h="596" extrusionOk="0">
                  <a:moveTo>
                    <a:pt x="310" y="0"/>
                  </a:moveTo>
                  <a:cubicBezTo>
                    <a:pt x="119" y="0"/>
                    <a:pt x="0" y="143"/>
                    <a:pt x="0" y="286"/>
                  </a:cubicBezTo>
                  <a:cubicBezTo>
                    <a:pt x="0" y="477"/>
                    <a:pt x="143" y="596"/>
                    <a:pt x="310" y="596"/>
                  </a:cubicBezTo>
                  <a:cubicBezTo>
                    <a:pt x="477" y="596"/>
                    <a:pt x="596" y="453"/>
                    <a:pt x="596" y="286"/>
                  </a:cubicBezTo>
                  <a:cubicBezTo>
                    <a:pt x="596" y="119"/>
                    <a:pt x="453" y="0"/>
                    <a:pt x="31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9" name="Google Shape;22679;p139"/>
            <p:cNvSpPr/>
            <p:nvPr/>
          </p:nvSpPr>
          <p:spPr>
            <a:xfrm>
              <a:off x="3472017" y="4355048"/>
              <a:ext cx="58131" cy="68378"/>
            </a:xfrm>
            <a:custGeom>
              <a:avLst/>
              <a:gdLst/>
              <a:ahLst/>
              <a:cxnLst/>
              <a:rect l="l" t="t" r="r" b="b"/>
              <a:pathLst>
                <a:path w="1787" h="2102" extrusionOk="0">
                  <a:moveTo>
                    <a:pt x="381" y="0"/>
                  </a:moveTo>
                  <a:cubicBezTo>
                    <a:pt x="215" y="0"/>
                    <a:pt x="93" y="113"/>
                    <a:pt x="72" y="265"/>
                  </a:cubicBezTo>
                  <a:cubicBezTo>
                    <a:pt x="24" y="456"/>
                    <a:pt x="0" y="718"/>
                    <a:pt x="215" y="1027"/>
                  </a:cubicBezTo>
                  <a:cubicBezTo>
                    <a:pt x="429" y="1289"/>
                    <a:pt x="667" y="1313"/>
                    <a:pt x="834" y="1337"/>
                  </a:cubicBezTo>
                  <a:cubicBezTo>
                    <a:pt x="953" y="1385"/>
                    <a:pt x="977" y="1385"/>
                    <a:pt x="1048" y="1432"/>
                  </a:cubicBezTo>
                  <a:cubicBezTo>
                    <a:pt x="1096" y="1528"/>
                    <a:pt x="1096" y="1575"/>
                    <a:pt x="1072" y="1766"/>
                  </a:cubicBezTo>
                  <a:cubicBezTo>
                    <a:pt x="1048" y="1909"/>
                    <a:pt x="1167" y="2051"/>
                    <a:pt x="1334" y="2099"/>
                  </a:cubicBezTo>
                  <a:cubicBezTo>
                    <a:pt x="1346" y="2101"/>
                    <a:pt x="1358" y="2102"/>
                    <a:pt x="1371" y="2102"/>
                  </a:cubicBezTo>
                  <a:cubicBezTo>
                    <a:pt x="1524" y="2102"/>
                    <a:pt x="1669" y="1968"/>
                    <a:pt x="1691" y="1813"/>
                  </a:cubicBezTo>
                  <a:cubicBezTo>
                    <a:pt x="1691" y="1670"/>
                    <a:pt x="1786" y="1385"/>
                    <a:pt x="1548" y="1075"/>
                  </a:cubicBezTo>
                  <a:cubicBezTo>
                    <a:pt x="1334" y="813"/>
                    <a:pt x="1096" y="789"/>
                    <a:pt x="929" y="742"/>
                  </a:cubicBezTo>
                  <a:cubicBezTo>
                    <a:pt x="810" y="718"/>
                    <a:pt x="786" y="718"/>
                    <a:pt x="715" y="670"/>
                  </a:cubicBezTo>
                  <a:cubicBezTo>
                    <a:pt x="643" y="575"/>
                    <a:pt x="643" y="551"/>
                    <a:pt x="691" y="361"/>
                  </a:cubicBezTo>
                  <a:cubicBezTo>
                    <a:pt x="715" y="194"/>
                    <a:pt x="596" y="27"/>
                    <a:pt x="429" y="3"/>
                  </a:cubicBezTo>
                  <a:cubicBezTo>
                    <a:pt x="413" y="1"/>
                    <a:pt x="397" y="0"/>
                    <a:pt x="381"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0" name="Google Shape;22680;p139"/>
            <p:cNvSpPr/>
            <p:nvPr/>
          </p:nvSpPr>
          <p:spPr>
            <a:xfrm>
              <a:off x="3313206" y="4302089"/>
              <a:ext cx="62002" cy="35750"/>
            </a:xfrm>
            <a:custGeom>
              <a:avLst/>
              <a:gdLst/>
              <a:ahLst/>
              <a:cxnLst/>
              <a:rect l="l" t="t" r="r" b="b"/>
              <a:pathLst>
                <a:path w="1906" h="1099" extrusionOk="0">
                  <a:moveTo>
                    <a:pt x="1314" y="0"/>
                  </a:moveTo>
                  <a:cubicBezTo>
                    <a:pt x="1250" y="0"/>
                    <a:pt x="1178" y="11"/>
                    <a:pt x="1096" y="36"/>
                  </a:cubicBezTo>
                  <a:cubicBezTo>
                    <a:pt x="834" y="84"/>
                    <a:pt x="738" y="274"/>
                    <a:pt x="691" y="393"/>
                  </a:cubicBezTo>
                  <a:cubicBezTo>
                    <a:pt x="653" y="456"/>
                    <a:pt x="635" y="486"/>
                    <a:pt x="606" y="486"/>
                  </a:cubicBezTo>
                  <a:cubicBezTo>
                    <a:pt x="580" y="486"/>
                    <a:pt x="544" y="462"/>
                    <a:pt x="477" y="417"/>
                  </a:cubicBezTo>
                  <a:cubicBezTo>
                    <a:pt x="441" y="405"/>
                    <a:pt x="402" y="399"/>
                    <a:pt x="363" y="399"/>
                  </a:cubicBezTo>
                  <a:cubicBezTo>
                    <a:pt x="246" y="399"/>
                    <a:pt x="125" y="453"/>
                    <a:pt x="72" y="560"/>
                  </a:cubicBezTo>
                  <a:cubicBezTo>
                    <a:pt x="0" y="727"/>
                    <a:pt x="72" y="893"/>
                    <a:pt x="215" y="988"/>
                  </a:cubicBezTo>
                  <a:cubicBezTo>
                    <a:pt x="304" y="1048"/>
                    <a:pt x="412" y="1098"/>
                    <a:pt x="545" y="1098"/>
                  </a:cubicBezTo>
                  <a:cubicBezTo>
                    <a:pt x="624" y="1098"/>
                    <a:pt x="712" y="1081"/>
                    <a:pt x="810" y="1036"/>
                  </a:cubicBezTo>
                  <a:cubicBezTo>
                    <a:pt x="1072" y="988"/>
                    <a:pt x="1167" y="798"/>
                    <a:pt x="1215" y="679"/>
                  </a:cubicBezTo>
                  <a:cubicBezTo>
                    <a:pt x="1248" y="623"/>
                    <a:pt x="1266" y="604"/>
                    <a:pt x="1287" y="604"/>
                  </a:cubicBezTo>
                  <a:cubicBezTo>
                    <a:pt x="1312" y="604"/>
                    <a:pt x="1342" y="630"/>
                    <a:pt x="1405" y="655"/>
                  </a:cubicBezTo>
                  <a:cubicBezTo>
                    <a:pt x="1450" y="685"/>
                    <a:pt x="1497" y="698"/>
                    <a:pt x="1544" y="698"/>
                  </a:cubicBezTo>
                  <a:cubicBezTo>
                    <a:pt x="1646" y="698"/>
                    <a:pt x="1745" y="634"/>
                    <a:pt x="1810" y="536"/>
                  </a:cubicBezTo>
                  <a:cubicBezTo>
                    <a:pt x="1905" y="393"/>
                    <a:pt x="1834" y="203"/>
                    <a:pt x="1691" y="131"/>
                  </a:cubicBezTo>
                  <a:cubicBezTo>
                    <a:pt x="1604" y="79"/>
                    <a:pt x="1490" y="0"/>
                    <a:pt x="131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1" name="Google Shape;22681;p139"/>
            <p:cNvSpPr/>
            <p:nvPr/>
          </p:nvSpPr>
          <p:spPr>
            <a:xfrm>
              <a:off x="3355039" y="4252806"/>
              <a:ext cx="19388" cy="19485"/>
            </a:xfrm>
            <a:custGeom>
              <a:avLst/>
              <a:gdLst/>
              <a:ahLst/>
              <a:cxnLst/>
              <a:rect l="l" t="t" r="r" b="b"/>
              <a:pathLst>
                <a:path w="596" h="599" extrusionOk="0">
                  <a:moveTo>
                    <a:pt x="322" y="0"/>
                  </a:moveTo>
                  <a:cubicBezTo>
                    <a:pt x="310" y="0"/>
                    <a:pt x="298" y="1"/>
                    <a:pt x="286" y="3"/>
                  </a:cubicBezTo>
                  <a:cubicBezTo>
                    <a:pt x="143" y="3"/>
                    <a:pt x="0" y="146"/>
                    <a:pt x="0" y="289"/>
                  </a:cubicBezTo>
                  <a:cubicBezTo>
                    <a:pt x="0" y="455"/>
                    <a:pt x="119" y="598"/>
                    <a:pt x="286" y="598"/>
                  </a:cubicBezTo>
                  <a:cubicBezTo>
                    <a:pt x="453" y="598"/>
                    <a:pt x="596" y="479"/>
                    <a:pt x="596" y="289"/>
                  </a:cubicBezTo>
                  <a:cubicBezTo>
                    <a:pt x="596" y="134"/>
                    <a:pt x="473" y="0"/>
                    <a:pt x="32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2" name="Google Shape;22682;p139"/>
            <p:cNvSpPr/>
            <p:nvPr/>
          </p:nvSpPr>
          <p:spPr>
            <a:xfrm>
              <a:off x="3414667" y="4333448"/>
              <a:ext cx="19420" cy="19388"/>
            </a:xfrm>
            <a:custGeom>
              <a:avLst/>
              <a:gdLst/>
              <a:ahLst/>
              <a:cxnLst/>
              <a:rect l="l" t="t" r="r" b="b"/>
              <a:pathLst>
                <a:path w="597" h="596" extrusionOk="0">
                  <a:moveTo>
                    <a:pt x="311" y="1"/>
                  </a:moveTo>
                  <a:cubicBezTo>
                    <a:pt x="168" y="1"/>
                    <a:pt x="1" y="144"/>
                    <a:pt x="1" y="286"/>
                  </a:cubicBezTo>
                  <a:cubicBezTo>
                    <a:pt x="1" y="429"/>
                    <a:pt x="120" y="596"/>
                    <a:pt x="311" y="596"/>
                  </a:cubicBezTo>
                  <a:cubicBezTo>
                    <a:pt x="453" y="596"/>
                    <a:pt x="596" y="477"/>
                    <a:pt x="596" y="286"/>
                  </a:cubicBezTo>
                  <a:cubicBezTo>
                    <a:pt x="596" y="120"/>
                    <a:pt x="453" y="1"/>
                    <a:pt x="31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3" name="Google Shape;22683;p139"/>
            <p:cNvSpPr/>
            <p:nvPr/>
          </p:nvSpPr>
          <p:spPr>
            <a:xfrm>
              <a:off x="3526245" y="4312531"/>
              <a:ext cx="19388" cy="19420"/>
            </a:xfrm>
            <a:custGeom>
              <a:avLst/>
              <a:gdLst/>
              <a:ahLst/>
              <a:cxnLst/>
              <a:rect l="l" t="t" r="r" b="b"/>
              <a:pathLst>
                <a:path w="596" h="597" extrusionOk="0">
                  <a:moveTo>
                    <a:pt x="310" y="1"/>
                  </a:moveTo>
                  <a:cubicBezTo>
                    <a:pt x="143" y="1"/>
                    <a:pt x="0" y="167"/>
                    <a:pt x="0" y="310"/>
                  </a:cubicBezTo>
                  <a:cubicBezTo>
                    <a:pt x="0" y="453"/>
                    <a:pt x="143" y="596"/>
                    <a:pt x="310" y="596"/>
                  </a:cubicBezTo>
                  <a:cubicBezTo>
                    <a:pt x="453" y="596"/>
                    <a:pt x="596" y="477"/>
                    <a:pt x="596" y="310"/>
                  </a:cubicBezTo>
                  <a:cubicBezTo>
                    <a:pt x="596" y="120"/>
                    <a:pt x="453"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4" name="Google Shape;22684;p139"/>
            <p:cNvSpPr/>
            <p:nvPr/>
          </p:nvSpPr>
          <p:spPr>
            <a:xfrm>
              <a:off x="3437145" y="4434161"/>
              <a:ext cx="19388" cy="19388"/>
            </a:xfrm>
            <a:custGeom>
              <a:avLst/>
              <a:gdLst/>
              <a:ahLst/>
              <a:cxnLst/>
              <a:rect l="l" t="t" r="r" b="b"/>
              <a:pathLst>
                <a:path w="596" h="596" extrusionOk="0">
                  <a:moveTo>
                    <a:pt x="310" y="1"/>
                  </a:moveTo>
                  <a:cubicBezTo>
                    <a:pt x="143" y="1"/>
                    <a:pt x="1" y="143"/>
                    <a:pt x="1" y="286"/>
                  </a:cubicBezTo>
                  <a:cubicBezTo>
                    <a:pt x="1" y="429"/>
                    <a:pt x="143" y="596"/>
                    <a:pt x="310" y="596"/>
                  </a:cubicBezTo>
                  <a:cubicBezTo>
                    <a:pt x="453" y="596"/>
                    <a:pt x="596" y="477"/>
                    <a:pt x="596" y="286"/>
                  </a:cubicBezTo>
                  <a:cubicBezTo>
                    <a:pt x="596" y="143"/>
                    <a:pt x="453" y="1"/>
                    <a:pt x="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5" name="Google Shape;22685;p139"/>
            <p:cNvSpPr/>
            <p:nvPr/>
          </p:nvSpPr>
          <p:spPr>
            <a:xfrm>
              <a:off x="3444887" y="4242039"/>
              <a:ext cx="41085" cy="41085"/>
            </a:xfrm>
            <a:custGeom>
              <a:avLst/>
              <a:gdLst/>
              <a:ahLst/>
              <a:cxnLst/>
              <a:rect l="l" t="t" r="r" b="b"/>
              <a:pathLst>
                <a:path w="1263" h="1263" extrusionOk="0">
                  <a:moveTo>
                    <a:pt x="620" y="1"/>
                  </a:moveTo>
                  <a:cubicBezTo>
                    <a:pt x="263" y="1"/>
                    <a:pt x="1" y="263"/>
                    <a:pt x="1" y="620"/>
                  </a:cubicBezTo>
                  <a:cubicBezTo>
                    <a:pt x="1" y="977"/>
                    <a:pt x="263" y="1263"/>
                    <a:pt x="620" y="1263"/>
                  </a:cubicBezTo>
                  <a:cubicBezTo>
                    <a:pt x="977" y="1263"/>
                    <a:pt x="1263" y="977"/>
                    <a:pt x="1263" y="620"/>
                  </a:cubicBezTo>
                  <a:cubicBezTo>
                    <a:pt x="1263" y="263"/>
                    <a:pt x="953" y="1"/>
                    <a:pt x="62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6" name="Google Shape;22686;p139"/>
            <p:cNvSpPr/>
            <p:nvPr/>
          </p:nvSpPr>
          <p:spPr>
            <a:xfrm>
              <a:off x="3413918" y="4210290"/>
              <a:ext cx="103055" cy="102274"/>
            </a:xfrm>
            <a:custGeom>
              <a:avLst/>
              <a:gdLst/>
              <a:ahLst/>
              <a:cxnLst/>
              <a:rect l="l" t="t" r="r" b="b"/>
              <a:pathLst>
                <a:path w="3168" h="3144" extrusionOk="0">
                  <a:moveTo>
                    <a:pt x="1572" y="953"/>
                  </a:moveTo>
                  <a:cubicBezTo>
                    <a:pt x="1929" y="953"/>
                    <a:pt x="2215" y="1215"/>
                    <a:pt x="2215" y="1572"/>
                  </a:cubicBezTo>
                  <a:cubicBezTo>
                    <a:pt x="2215" y="1929"/>
                    <a:pt x="1905" y="2191"/>
                    <a:pt x="1572" y="2191"/>
                  </a:cubicBezTo>
                  <a:cubicBezTo>
                    <a:pt x="1215" y="2191"/>
                    <a:pt x="953" y="1929"/>
                    <a:pt x="953" y="1572"/>
                  </a:cubicBezTo>
                  <a:cubicBezTo>
                    <a:pt x="953" y="1215"/>
                    <a:pt x="1215" y="953"/>
                    <a:pt x="1572" y="953"/>
                  </a:cubicBezTo>
                  <a:close/>
                  <a:moveTo>
                    <a:pt x="1572" y="0"/>
                  </a:moveTo>
                  <a:cubicBezTo>
                    <a:pt x="1405" y="0"/>
                    <a:pt x="1286" y="143"/>
                    <a:pt x="1286" y="286"/>
                  </a:cubicBezTo>
                  <a:lnTo>
                    <a:pt x="1286" y="381"/>
                  </a:lnTo>
                  <a:cubicBezTo>
                    <a:pt x="1167" y="405"/>
                    <a:pt x="1072" y="476"/>
                    <a:pt x="953" y="500"/>
                  </a:cubicBezTo>
                  <a:lnTo>
                    <a:pt x="905" y="453"/>
                  </a:lnTo>
                  <a:cubicBezTo>
                    <a:pt x="846" y="393"/>
                    <a:pt x="762" y="363"/>
                    <a:pt x="679" y="363"/>
                  </a:cubicBezTo>
                  <a:cubicBezTo>
                    <a:pt x="595" y="363"/>
                    <a:pt x="512" y="393"/>
                    <a:pt x="453" y="453"/>
                  </a:cubicBezTo>
                  <a:cubicBezTo>
                    <a:pt x="334" y="548"/>
                    <a:pt x="334" y="762"/>
                    <a:pt x="453" y="881"/>
                  </a:cubicBezTo>
                  <a:lnTo>
                    <a:pt x="500" y="953"/>
                  </a:lnTo>
                  <a:cubicBezTo>
                    <a:pt x="453" y="1048"/>
                    <a:pt x="405" y="1143"/>
                    <a:pt x="381" y="1286"/>
                  </a:cubicBezTo>
                  <a:lnTo>
                    <a:pt x="310" y="1286"/>
                  </a:lnTo>
                  <a:cubicBezTo>
                    <a:pt x="119" y="1286"/>
                    <a:pt x="0" y="1429"/>
                    <a:pt x="0" y="1572"/>
                  </a:cubicBezTo>
                  <a:cubicBezTo>
                    <a:pt x="0" y="1715"/>
                    <a:pt x="143" y="1882"/>
                    <a:pt x="310" y="1882"/>
                  </a:cubicBezTo>
                  <a:lnTo>
                    <a:pt x="381" y="1882"/>
                  </a:lnTo>
                  <a:cubicBezTo>
                    <a:pt x="429" y="2001"/>
                    <a:pt x="476" y="2072"/>
                    <a:pt x="500" y="2191"/>
                  </a:cubicBezTo>
                  <a:lnTo>
                    <a:pt x="453" y="2263"/>
                  </a:lnTo>
                  <a:cubicBezTo>
                    <a:pt x="334" y="2382"/>
                    <a:pt x="334" y="2596"/>
                    <a:pt x="453" y="2715"/>
                  </a:cubicBezTo>
                  <a:cubicBezTo>
                    <a:pt x="512" y="2775"/>
                    <a:pt x="595" y="2804"/>
                    <a:pt x="679" y="2804"/>
                  </a:cubicBezTo>
                  <a:cubicBezTo>
                    <a:pt x="762" y="2804"/>
                    <a:pt x="846" y="2775"/>
                    <a:pt x="905" y="2715"/>
                  </a:cubicBezTo>
                  <a:lnTo>
                    <a:pt x="953" y="2644"/>
                  </a:lnTo>
                  <a:cubicBezTo>
                    <a:pt x="1048" y="2715"/>
                    <a:pt x="1167" y="2739"/>
                    <a:pt x="1286" y="2763"/>
                  </a:cubicBezTo>
                  <a:lnTo>
                    <a:pt x="1286" y="2858"/>
                  </a:lnTo>
                  <a:cubicBezTo>
                    <a:pt x="1286" y="3025"/>
                    <a:pt x="1429" y="3144"/>
                    <a:pt x="1572" y="3144"/>
                  </a:cubicBezTo>
                  <a:cubicBezTo>
                    <a:pt x="1762" y="3144"/>
                    <a:pt x="1881" y="3001"/>
                    <a:pt x="1881" y="2858"/>
                  </a:cubicBezTo>
                  <a:lnTo>
                    <a:pt x="1881" y="2763"/>
                  </a:lnTo>
                  <a:cubicBezTo>
                    <a:pt x="2001" y="2739"/>
                    <a:pt x="2096" y="2667"/>
                    <a:pt x="2215" y="2644"/>
                  </a:cubicBezTo>
                  <a:lnTo>
                    <a:pt x="2262" y="2715"/>
                  </a:lnTo>
                  <a:cubicBezTo>
                    <a:pt x="2322" y="2775"/>
                    <a:pt x="2405" y="2804"/>
                    <a:pt x="2489" y="2804"/>
                  </a:cubicBezTo>
                  <a:cubicBezTo>
                    <a:pt x="2572" y="2804"/>
                    <a:pt x="2655" y="2775"/>
                    <a:pt x="2715" y="2715"/>
                  </a:cubicBezTo>
                  <a:cubicBezTo>
                    <a:pt x="2834" y="2596"/>
                    <a:pt x="2834" y="2382"/>
                    <a:pt x="2715" y="2263"/>
                  </a:cubicBezTo>
                  <a:lnTo>
                    <a:pt x="2644" y="2191"/>
                  </a:lnTo>
                  <a:cubicBezTo>
                    <a:pt x="2715" y="2120"/>
                    <a:pt x="2739" y="2001"/>
                    <a:pt x="2763" y="1882"/>
                  </a:cubicBezTo>
                  <a:lnTo>
                    <a:pt x="2858" y="1882"/>
                  </a:lnTo>
                  <a:cubicBezTo>
                    <a:pt x="3048" y="1882"/>
                    <a:pt x="3167" y="1715"/>
                    <a:pt x="3167" y="1572"/>
                  </a:cubicBezTo>
                  <a:cubicBezTo>
                    <a:pt x="3167" y="1429"/>
                    <a:pt x="3048" y="1286"/>
                    <a:pt x="2858" y="1286"/>
                  </a:cubicBezTo>
                  <a:lnTo>
                    <a:pt x="2763" y="1286"/>
                  </a:lnTo>
                  <a:cubicBezTo>
                    <a:pt x="2739" y="1167"/>
                    <a:pt x="2691" y="1072"/>
                    <a:pt x="2644" y="953"/>
                  </a:cubicBezTo>
                  <a:lnTo>
                    <a:pt x="2715" y="881"/>
                  </a:lnTo>
                  <a:cubicBezTo>
                    <a:pt x="2834" y="762"/>
                    <a:pt x="2834" y="548"/>
                    <a:pt x="2715" y="453"/>
                  </a:cubicBezTo>
                  <a:cubicBezTo>
                    <a:pt x="2655" y="393"/>
                    <a:pt x="2572" y="363"/>
                    <a:pt x="2489" y="363"/>
                  </a:cubicBezTo>
                  <a:cubicBezTo>
                    <a:pt x="2405" y="363"/>
                    <a:pt x="2322" y="393"/>
                    <a:pt x="2262" y="453"/>
                  </a:cubicBezTo>
                  <a:lnTo>
                    <a:pt x="2215" y="500"/>
                  </a:lnTo>
                  <a:cubicBezTo>
                    <a:pt x="2120" y="453"/>
                    <a:pt x="2001" y="405"/>
                    <a:pt x="1881" y="381"/>
                  </a:cubicBezTo>
                  <a:lnTo>
                    <a:pt x="1881" y="286"/>
                  </a:lnTo>
                  <a:cubicBezTo>
                    <a:pt x="1881" y="119"/>
                    <a:pt x="1739" y="0"/>
                    <a:pt x="157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7" name="Google Shape;22687;p139"/>
            <p:cNvSpPr/>
            <p:nvPr/>
          </p:nvSpPr>
          <p:spPr>
            <a:xfrm>
              <a:off x="3433274" y="4209151"/>
              <a:ext cx="88351" cy="104551"/>
            </a:xfrm>
            <a:custGeom>
              <a:avLst/>
              <a:gdLst/>
              <a:ahLst/>
              <a:cxnLst/>
              <a:rect l="l" t="t" r="r" b="b"/>
              <a:pathLst>
                <a:path w="2716" h="3214" extrusionOk="0">
                  <a:moveTo>
                    <a:pt x="977" y="988"/>
                  </a:moveTo>
                  <a:cubicBezTo>
                    <a:pt x="1334" y="988"/>
                    <a:pt x="1620" y="1250"/>
                    <a:pt x="1620" y="1607"/>
                  </a:cubicBezTo>
                  <a:cubicBezTo>
                    <a:pt x="1620" y="1964"/>
                    <a:pt x="1310" y="2226"/>
                    <a:pt x="977" y="2226"/>
                  </a:cubicBezTo>
                  <a:cubicBezTo>
                    <a:pt x="643" y="2226"/>
                    <a:pt x="358" y="1964"/>
                    <a:pt x="358" y="1607"/>
                  </a:cubicBezTo>
                  <a:cubicBezTo>
                    <a:pt x="358" y="1250"/>
                    <a:pt x="620" y="988"/>
                    <a:pt x="977" y="988"/>
                  </a:cubicBezTo>
                  <a:close/>
                  <a:moveTo>
                    <a:pt x="958" y="1"/>
                  </a:moveTo>
                  <a:cubicBezTo>
                    <a:pt x="784" y="1"/>
                    <a:pt x="643" y="137"/>
                    <a:pt x="643" y="321"/>
                  </a:cubicBezTo>
                  <a:lnTo>
                    <a:pt x="643" y="416"/>
                  </a:lnTo>
                  <a:cubicBezTo>
                    <a:pt x="548" y="440"/>
                    <a:pt x="453" y="488"/>
                    <a:pt x="334" y="535"/>
                  </a:cubicBezTo>
                  <a:cubicBezTo>
                    <a:pt x="272" y="494"/>
                    <a:pt x="193" y="383"/>
                    <a:pt x="66" y="383"/>
                  </a:cubicBezTo>
                  <a:cubicBezTo>
                    <a:pt x="46" y="383"/>
                    <a:pt x="24" y="386"/>
                    <a:pt x="0" y="392"/>
                  </a:cubicBezTo>
                  <a:lnTo>
                    <a:pt x="0" y="2821"/>
                  </a:lnTo>
                  <a:cubicBezTo>
                    <a:pt x="24" y="2828"/>
                    <a:pt x="46" y="2831"/>
                    <a:pt x="66" y="2831"/>
                  </a:cubicBezTo>
                  <a:cubicBezTo>
                    <a:pt x="193" y="2831"/>
                    <a:pt x="272" y="2720"/>
                    <a:pt x="334" y="2679"/>
                  </a:cubicBezTo>
                  <a:cubicBezTo>
                    <a:pt x="405" y="2726"/>
                    <a:pt x="524" y="2774"/>
                    <a:pt x="643" y="2798"/>
                  </a:cubicBezTo>
                  <a:lnTo>
                    <a:pt x="643" y="2941"/>
                  </a:lnTo>
                  <a:cubicBezTo>
                    <a:pt x="643" y="3012"/>
                    <a:pt x="691" y="3060"/>
                    <a:pt x="739" y="3131"/>
                  </a:cubicBezTo>
                  <a:cubicBezTo>
                    <a:pt x="817" y="3188"/>
                    <a:pt x="898" y="3213"/>
                    <a:pt x="972" y="3213"/>
                  </a:cubicBezTo>
                  <a:cubicBezTo>
                    <a:pt x="1146" y="3213"/>
                    <a:pt x="1286" y="3076"/>
                    <a:pt x="1286" y="2893"/>
                  </a:cubicBezTo>
                  <a:lnTo>
                    <a:pt x="1286" y="2798"/>
                  </a:lnTo>
                  <a:cubicBezTo>
                    <a:pt x="1406" y="2774"/>
                    <a:pt x="1501" y="2702"/>
                    <a:pt x="1620" y="2679"/>
                  </a:cubicBezTo>
                  <a:lnTo>
                    <a:pt x="1667" y="2726"/>
                  </a:lnTo>
                  <a:cubicBezTo>
                    <a:pt x="1727" y="2786"/>
                    <a:pt x="1810" y="2815"/>
                    <a:pt x="1894" y="2815"/>
                  </a:cubicBezTo>
                  <a:cubicBezTo>
                    <a:pt x="1977" y="2815"/>
                    <a:pt x="2060" y="2786"/>
                    <a:pt x="2120" y="2726"/>
                  </a:cubicBezTo>
                  <a:cubicBezTo>
                    <a:pt x="2239" y="2631"/>
                    <a:pt x="2239" y="2417"/>
                    <a:pt x="2120" y="2298"/>
                  </a:cubicBezTo>
                  <a:lnTo>
                    <a:pt x="2049" y="2226"/>
                  </a:lnTo>
                  <a:cubicBezTo>
                    <a:pt x="2120" y="2131"/>
                    <a:pt x="2144" y="2036"/>
                    <a:pt x="2168" y="1893"/>
                  </a:cubicBezTo>
                  <a:lnTo>
                    <a:pt x="2334" y="1893"/>
                  </a:lnTo>
                  <a:cubicBezTo>
                    <a:pt x="2382" y="1893"/>
                    <a:pt x="2430" y="1869"/>
                    <a:pt x="2501" y="1821"/>
                  </a:cubicBezTo>
                  <a:cubicBezTo>
                    <a:pt x="2715" y="1607"/>
                    <a:pt x="2525" y="1321"/>
                    <a:pt x="2263" y="1321"/>
                  </a:cubicBezTo>
                  <a:lnTo>
                    <a:pt x="2168" y="1321"/>
                  </a:lnTo>
                  <a:cubicBezTo>
                    <a:pt x="2144" y="1202"/>
                    <a:pt x="2096" y="1107"/>
                    <a:pt x="2049" y="988"/>
                  </a:cubicBezTo>
                  <a:lnTo>
                    <a:pt x="2120" y="916"/>
                  </a:lnTo>
                  <a:cubicBezTo>
                    <a:pt x="2239" y="797"/>
                    <a:pt x="2239" y="583"/>
                    <a:pt x="2120" y="488"/>
                  </a:cubicBezTo>
                  <a:cubicBezTo>
                    <a:pt x="2060" y="428"/>
                    <a:pt x="1977" y="398"/>
                    <a:pt x="1894" y="398"/>
                  </a:cubicBezTo>
                  <a:cubicBezTo>
                    <a:pt x="1810" y="398"/>
                    <a:pt x="1727" y="428"/>
                    <a:pt x="1667" y="488"/>
                  </a:cubicBezTo>
                  <a:lnTo>
                    <a:pt x="1620" y="535"/>
                  </a:lnTo>
                  <a:cubicBezTo>
                    <a:pt x="1525" y="488"/>
                    <a:pt x="1406" y="440"/>
                    <a:pt x="1286" y="416"/>
                  </a:cubicBezTo>
                  <a:lnTo>
                    <a:pt x="1286" y="273"/>
                  </a:lnTo>
                  <a:cubicBezTo>
                    <a:pt x="1286" y="202"/>
                    <a:pt x="1239" y="154"/>
                    <a:pt x="1191" y="83"/>
                  </a:cubicBezTo>
                  <a:cubicBezTo>
                    <a:pt x="1113" y="26"/>
                    <a:pt x="1032" y="1"/>
                    <a:pt x="95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88" name="Google Shape;22688;p139"/>
          <p:cNvGrpSpPr/>
          <p:nvPr/>
        </p:nvGrpSpPr>
        <p:grpSpPr>
          <a:xfrm>
            <a:off x="4001898" y="4008314"/>
            <a:ext cx="356366" cy="344753"/>
            <a:chOff x="4001898" y="4160714"/>
            <a:chExt cx="356366" cy="344753"/>
          </a:xfrm>
        </p:grpSpPr>
        <p:sp>
          <p:nvSpPr>
            <p:cNvPr id="22689" name="Google Shape;22689;p139"/>
            <p:cNvSpPr/>
            <p:nvPr/>
          </p:nvSpPr>
          <p:spPr>
            <a:xfrm>
              <a:off x="4001898" y="4164292"/>
              <a:ext cx="354057" cy="336686"/>
            </a:xfrm>
            <a:custGeom>
              <a:avLst/>
              <a:gdLst/>
              <a:ahLst/>
              <a:cxnLst/>
              <a:rect l="l" t="t" r="r" b="b"/>
              <a:pathLst>
                <a:path w="10884" h="10350" extrusionOk="0">
                  <a:moveTo>
                    <a:pt x="5642" y="0"/>
                  </a:moveTo>
                  <a:cubicBezTo>
                    <a:pt x="5540" y="0"/>
                    <a:pt x="5438" y="3"/>
                    <a:pt x="5335" y="9"/>
                  </a:cubicBezTo>
                  <a:cubicBezTo>
                    <a:pt x="3977" y="104"/>
                    <a:pt x="2715" y="700"/>
                    <a:pt x="1786" y="1748"/>
                  </a:cubicBezTo>
                  <a:cubicBezTo>
                    <a:pt x="0" y="3772"/>
                    <a:pt x="48" y="6868"/>
                    <a:pt x="2001" y="8820"/>
                  </a:cubicBezTo>
                  <a:cubicBezTo>
                    <a:pt x="3011" y="9843"/>
                    <a:pt x="4327" y="10349"/>
                    <a:pt x="5642" y="10349"/>
                  </a:cubicBezTo>
                  <a:cubicBezTo>
                    <a:pt x="6870" y="10349"/>
                    <a:pt x="8097" y="9908"/>
                    <a:pt x="9074" y="9035"/>
                  </a:cubicBezTo>
                  <a:cubicBezTo>
                    <a:pt x="10264" y="7987"/>
                    <a:pt x="10884" y="6463"/>
                    <a:pt x="10812" y="4867"/>
                  </a:cubicBezTo>
                  <a:cubicBezTo>
                    <a:pt x="10628" y="2157"/>
                    <a:pt x="8406" y="0"/>
                    <a:pt x="5642"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0" name="Google Shape;22690;p139"/>
            <p:cNvSpPr/>
            <p:nvPr/>
          </p:nvSpPr>
          <p:spPr>
            <a:xfrm>
              <a:off x="4066958" y="4214161"/>
              <a:ext cx="287435" cy="287435"/>
            </a:xfrm>
            <a:custGeom>
              <a:avLst/>
              <a:gdLst/>
              <a:ahLst/>
              <a:cxnLst/>
              <a:rect l="l" t="t" r="r" b="b"/>
              <a:pathLst>
                <a:path w="8836" h="8836" extrusionOk="0">
                  <a:moveTo>
                    <a:pt x="7312" y="0"/>
                  </a:moveTo>
                  <a:lnTo>
                    <a:pt x="1" y="7311"/>
                  </a:lnTo>
                  <a:cubicBezTo>
                    <a:pt x="906" y="8240"/>
                    <a:pt x="2215" y="8835"/>
                    <a:pt x="3644" y="8835"/>
                  </a:cubicBezTo>
                  <a:cubicBezTo>
                    <a:pt x="6502" y="8835"/>
                    <a:pt x="8836" y="6525"/>
                    <a:pt x="8836" y="3668"/>
                  </a:cubicBezTo>
                  <a:cubicBezTo>
                    <a:pt x="8836" y="2239"/>
                    <a:pt x="8241" y="929"/>
                    <a:pt x="7312"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1" name="Google Shape;22691;p139"/>
            <p:cNvSpPr/>
            <p:nvPr/>
          </p:nvSpPr>
          <p:spPr>
            <a:xfrm>
              <a:off x="4176194" y="4164585"/>
              <a:ext cx="20169" cy="57415"/>
            </a:xfrm>
            <a:custGeom>
              <a:avLst/>
              <a:gdLst/>
              <a:ahLst/>
              <a:cxnLst/>
              <a:rect l="l" t="t" r="r" b="b"/>
              <a:pathLst>
                <a:path w="620" h="1765" extrusionOk="0">
                  <a:moveTo>
                    <a:pt x="620" y="0"/>
                  </a:moveTo>
                  <a:cubicBezTo>
                    <a:pt x="405" y="0"/>
                    <a:pt x="215" y="0"/>
                    <a:pt x="1" y="24"/>
                  </a:cubicBezTo>
                  <a:lnTo>
                    <a:pt x="1" y="1453"/>
                  </a:lnTo>
                  <a:cubicBezTo>
                    <a:pt x="1" y="1629"/>
                    <a:pt x="144" y="1765"/>
                    <a:pt x="316" y="1765"/>
                  </a:cubicBezTo>
                  <a:cubicBezTo>
                    <a:pt x="330" y="1765"/>
                    <a:pt x="344" y="1764"/>
                    <a:pt x="358" y="1762"/>
                  </a:cubicBezTo>
                  <a:cubicBezTo>
                    <a:pt x="501" y="1739"/>
                    <a:pt x="620" y="1572"/>
                    <a:pt x="620" y="1429"/>
                  </a:cubicBezTo>
                  <a:lnTo>
                    <a:pt x="620"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2" name="Google Shape;22692;p139"/>
            <p:cNvSpPr/>
            <p:nvPr/>
          </p:nvSpPr>
          <p:spPr>
            <a:xfrm>
              <a:off x="4018163" y="4322616"/>
              <a:ext cx="57350" cy="20169"/>
            </a:xfrm>
            <a:custGeom>
              <a:avLst/>
              <a:gdLst/>
              <a:ahLst/>
              <a:cxnLst/>
              <a:rect l="l" t="t" r="r" b="b"/>
              <a:pathLst>
                <a:path w="1763" h="620" extrusionOk="0">
                  <a:moveTo>
                    <a:pt x="0" y="0"/>
                  </a:moveTo>
                  <a:lnTo>
                    <a:pt x="0" y="619"/>
                  </a:lnTo>
                  <a:lnTo>
                    <a:pt x="1429" y="619"/>
                  </a:lnTo>
                  <a:cubicBezTo>
                    <a:pt x="1572" y="619"/>
                    <a:pt x="1739" y="500"/>
                    <a:pt x="1739" y="357"/>
                  </a:cubicBezTo>
                  <a:cubicBezTo>
                    <a:pt x="1763" y="143"/>
                    <a:pt x="1620" y="0"/>
                    <a:pt x="1429"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3" name="Google Shape;22693;p139"/>
            <p:cNvSpPr/>
            <p:nvPr/>
          </p:nvSpPr>
          <p:spPr>
            <a:xfrm>
              <a:off x="4176194" y="4444148"/>
              <a:ext cx="20169" cy="56667"/>
            </a:xfrm>
            <a:custGeom>
              <a:avLst/>
              <a:gdLst/>
              <a:ahLst/>
              <a:cxnLst/>
              <a:rect l="l" t="t" r="r" b="b"/>
              <a:pathLst>
                <a:path w="620" h="1742" extrusionOk="0">
                  <a:moveTo>
                    <a:pt x="312" y="1"/>
                  </a:moveTo>
                  <a:cubicBezTo>
                    <a:pt x="123" y="1"/>
                    <a:pt x="1" y="136"/>
                    <a:pt x="1" y="313"/>
                  </a:cubicBezTo>
                  <a:lnTo>
                    <a:pt x="1" y="1742"/>
                  </a:lnTo>
                  <a:lnTo>
                    <a:pt x="620" y="1742"/>
                  </a:lnTo>
                  <a:lnTo>
                    <a:pt x="620" y="313"/>
                  </a:lnTo>
                  <a:cubicBezTo>
                    <a:pt x="620" y="170"/>
                    <a:pt x="501" y="3"/>
                    <a:pt x="358" y="3"/>
                  </a:cubicBezTo>
                  <a:cubicBezTo>
                    <a:pt x="342" y="1"/>
                    <a:pt x="327" y="1"/>
                    <a:pt x="312"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4" name="Google Shape;22694;p139"/>
            <p:cNvSpPr/>
            <p:nvPr/>
          </p:nvSpPr>
          <p:spPr>
            <a:xfrm>
              <a:off x="4295481" y="4322616"/>
              <a:ext cx="58912" cy="20169"/>
            </a:xfrm>
            <a:custGeom>
              <a:avLst/>
              <a:gdLst/>
              <a:ahLst/>
              <a:cxnLst/>
              <a:rect l="l" t="t" r="r" b="b"/>
              <a:pathLst>
                <a:path w="1811" h="620" extrusionOk="0">
                  <a:moveTo>
                    <a:pt x="311" y="0"/>
                  </a:moveTo>
                  <a:cubicBezTo>
                    <a:pt x="144" y="0"/>
                    <a:pt x="1" y="167"/>
                    <a:pt x="25" y="357"/>
                  </a:cubicBezTo>
                  <a:cubicBezTo>
                    <a:pt x="49" y="500"/>
                    <a:pt x="192" y="619"/>
                    <a:pt x="358" y="619"/>
                  </a:cubicBezTo>
                  <a:lnTo>
                    <a:pt x="1787" y="619"/>
                  </a:lnTo>
                  <a:cubicBezTo>
                    <a:pt x="1811" y="405"/>
                    <a:pt x="1811" y="215"/>
                    <a:pt x="1739"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5" name="Google Shape;22695;p139"/>
            <p:cNvSpPr/>
            <p:nvPr/>
          </p:nvSpPr>
          <p:spPr>
            <a:xfrm>
              <a:off x="4274597" y="4206419"/>
              <a:ext cx="37214" cy="35458"/>
            </a:xfrm>
            <a:custGeom>
              <a:avLst/>
              <a:gdLst/>
              <a:ahLst/>
              <a:cxnLst/>
              <a:rect l="l" t="t" r="r" b="b"/>
              <a:pathLst>
                <a:path w="1144" h="1090" extrusionOk="0">
                  <a:moveTo>
                    <a:pt x="691" y="0"/>
                  </a:moveTo>
                  <a:lnTo>
                    <a:pt x="119" y="572"/>
                  </a:lnTo>
                  <a:cubicBezTo>
                    <a:pt x="0" y="667"/>
                    <a:pt x="0" y="881"/>
                    <a:pt x="119" y="1000"/>
                  </a:cubicBezTo>
                  <a:cubicBezTo>
                    <a:pt x="179" y="1060"/>
                    <a:pt x="262" y="1090"/>
                    <a:pt x="345" y="1090"/>
                  </a:cubicBezTo>
                  <a:cubicBezTo>
                    <a:pt x="429" y="1090"/>
                    <a:pt x="512" y="1060"/>
                    <a:pt x="572" y="1000"/>
                  </a:cubicBezTo>
                  <a:lnTo>
                    <a:pt x="1143" y="453"/>
                  </a:lnTo>
                  <a:lnTo>
                    <a:pt x="69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6" name="Google Shape;22696;p139"/>
            <p:cNvSpPr/>
            <p:nvPr/>
          </p:nvSpPr>
          <p:spPr>
            <a:xfrm>
              <a:off x="4274597" y="4206419"/>
              <a:ext cx="37214" cy="35458"/>
            </a:xfrm>
            <a:custGeom>
              <a:avLst/>
              <a:gdLst/>
              <a:ahLst/>
              <a:cxnLst/>
              <a:rect l="l" t="t" r="r" b="b"/>
              <a:pathLst>
                <a:path w="1144" h="1090" extrusionOk="0">
                  <a:moveTo>
                    <a:pt x="691" y="0"/>
                  </a:moveTo>
                  <a:lnTo>
                    <a:pt x="119" y="572"/>
                  </a:lnTo>
                  <a:cubicBezTo>
                    <a:pt x="0" y="667"/>
                    <a:pt x="0" y="881"/>
                    <a:pt x="119" y="1000"/>
                  </a:cubicBezTo>
                  <a:cubicBezTo>
                    <a:pt x="179" y="1060"/>
                    <a:pt x="262" y="1090"/>
                    <a:pt x="345" y="1090"/>
                  </a:cubicBezTo>
                  <a:cubicBezTo>
                    <a:pt x="429" y="1090"/>
                    <a:pt x="512" y="1060"/>
                    <a:pt x="572" y="1000"/>
                  </a:cubicBezTo>
                  <a:lnTo>
                    <a:pt x="1143" y="453"/>
                  </a:lnTo>
                  <a:lnTo>
                    <a:pt x="691"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7" name="Google Shape;22697;p139"/>
            <p:cNvSpPr/>
            <p:nvPr/>
          </p:nvSpPr>
          <p:spPr>
            <a:xfrm>
              <a:off x="4278468" y="4213380"/>
              <a:ext cx="33343" cy="28496"/>
            </a:xfrm>
            <a:custGeom>
              <a:avLst/>
              <a:gdLst/>
              <a:ahLst/>
              <a:cxnLst/>
              <a:rect l="l" t="t" r="r" b="b"/>
              <a:pathLst>
                <a:path w="1025" h="876" extrusionOk="0">
                  <a:moveTo>
                    <a:pt x="810" y="0"/>
                  </a:moveTo>
                  <a:lnTo>
                    <a:pt x="0" y="786"/>
                  </a:lnTo>
                  <a:cubicBezTo>
                    <a:pt x="60" y="846"/>
                    <a:pt x="143" y="876"/>
                    <a:pt x="226" y="876"/>
                  </a:cubicBezTo>
                  <a:cubicBezTo>
                    <a:pt x="310" y="876"/>
                    <a:pt x="393" y="846"/>
                    <a:pt x="453" y="786"/>
                  </a:cubicBezTo>
                  <a:lnTo>
                    <a:pt x="1024" y="239"/>
                  </a:lnTo>
                  <a:cubicBezTo>
                    <a:pt x="953" y="167"/>
                    <a:pt x="881" y="72"/>
                    <a:pt x="810"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8" name="Google Shape;22698;p139"/>
            <p:cNvSpPr/>
            <p:nvPr/>
          </p:nvSpPr>
          <p:spPr>
            <a:xfrm>
              <a:off x="4059997" y="4207167"/>
              <a:ext cx="39524" cy="35685"/>
            </a:xfrm>
            <a:custGeom>
              <a:avLst/>
              <a:gdLst/>
              <a:ahLst/>
              <a:cxnLst/>
              <a:rect l="l" t="t" r="r" b="b"/>
              <a:pathLst>
                <a:path w="1215" h="1097" extrusionOk="0">
                  <a:moveTo>
                    <a:pt x="453" y="1"/>
                  </a:moveTo>
                  <a:cubicBezTo>
                    <a:pt x="262" y="144"/>
                    <a:pt x="119" y="311"/>
                    <a:pt x="0" y="453"/>
                  </a:cubicBezTo>
                  <a:cubicBezTo>
                    <a:pt x="620" y="1049"/>
                    <a:pt x="620" y="1096"/>
                    <a:pt x="810" y="1096"/>
                  </a:cubicBezTo>
                  <a:cubicBezTo>
                    <a:pt x="1072" y="1096"/>
                    <a:pt x="1215" y="787"/>
                    <a:pt x="1001" y="572"/>
                  </a:cubicBezTo>
                  <a:lnTo>
                    <a:pt x="453" y="1"/>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9" name="Google Shape;22699;p139"/>
            <p:cNvSpPr/>
            <p:nvPr/>
          </p:nvSpPr>
          <p:spPr>
            <a:xfrm>
              <a:off x="4059997" y="4421962"/>
              <a:ext cx="36434" cy="36238"/>
            </a:xfrm>
            <a:custGeom>
              <a:avLst/>
              <a:gdLst/>
              <a:ahLst/>
              <a:cxnLst/>
              <a:rect l="l" t="t" r="r" b="b"/>
              <a:pathLst>
                <a:path w="1120" h="1114" extrusionOk="0">
                  <a:moveTo>
                    <a:pt x="786" y="0"/>
                  </a:moveTo>
                  <a:cubicBezTo>
                    <a:pt x="709" y="0"/>
                    <a:pt x="631" y="30"/>
                    <a:pt x="572" y="90"/>
                  </a:cubicBezTo>
                  <a:lnTo>
                    <a:pt x="0" y="661"/>
                  </a:lnTo>
                  <a:lnTo>
                    <a:pt x="453" y="1114"/>
                  </a:lnTo>
                  <a:lnTo>
                    <a:pt x="1001" y="542"/>
                  </a:lnTo>
                  <a:cubicBezTo>
                    <a:pt x="1120" y="423"/>
                    <a:pt x="1120" y="256"/>
                    <a:pt x="1001" y="90"/>
                  </a:cubicBezTo>
                  <a:cubicBezTo>
                    <a:pt x="941" y="30"/>
                    <a:pt x="864" y="0"/>
                    <a:pt x="786"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0" name="Google Shape;22700;p139"/>
            <p:cNvSpPr/>
            <p:nvPr/>
          </p:nvSpPr>
          <p:spPr>
            <a:xfrm>
              <a:off x="4059997" y="4421962"/>
              <a:ext cx="36434" cy="36238"/>
            </a:xfrm>
            <a:custGeom>
              <a:avLst/>
              <a:gdLst/>
              <a:ahLst/>
              <a:cxnLst/>
              <a:rect l="l" t="t" r="r" b="b"/>
              <a:pathLst>
                <a:path w="1120" h="1114" extrusionOk="0">
                  <a:moveTo>
                    <a:pt x="786" y="0"/>
                  </a:moveTo>
                  <a:cubicBezTo>
                    <a:pt x="709" y="0"/>
                    <a:pt x="631" y="30"/>
                    <a:pt x="572" y="90"/>
                  </a:cubicBezTo>
                  <a:lnTo>
                    <a:pt x="0" y="661"/>
                  </a:lnTo>
                  <a:lnTo>
                    <a:pt x="453" y="1114"/>
                  </a:lnTo>
                  <a:lnTo>
                    <a:pt x="1001" y="542"/>
                  </a:lnTo>
                  <a:cubicBezTo>
                    <a:pt x="1120" y="423"/>
                    <a:pt x="1120" y="256"/>
                    <a:pt x="1001" y="90"/>
                  </a:cubicBezTo>
                  <a:cubicBezTo>
                    <a:pt x="941" y="30"/>
                    <a:pt x="864" y="0"/>
                    <a:pt x="786"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1" name="Google Shape;22701;p139"/>
            <p:cNvSpPr/>
            <p:nvPr/>
          </p:nvSpPr>
          <p:spPr>
            <a:xfrm>
              <a:off x="4066958" y="4424858"/>
              <a:ext cx="29472" cy="33343"/>
            </a:xfrm>
            <a:custGeom>
              <a:avLst/>
              <a:gdLst/>
              <a:ahLst/>
              <a:cxnLst/>
              <a:rect l="l" t="t" r="r" b="b"/>
              <a:pathLst>
                <a:path w="906" h="1025" extrusionOk="0">
                  <a:moveTo>
                    <a:pt x="787" y="1"/>
                  </a:moveTo>
                  <a:lnTo>
                    <a:pt x="1" y="810"/>
                  </a:lnTo>
                  <a:cubicBezTo>
                    <a:pt x="72" y="882"/>
                    <a:pt x="144" y="953"/>
                    <a:pt x="239" y="1025"/>
                  </a:cubicBezTo>
                  <a:lnTo>
                    <a:pt x="787" y="453"/>
                  </a:lnTo>
                  <a:cubicBezTo>
                    <a:pt x="906" y="334"/>
                    <a:pt x="906" y="167"/>
                    <a:pt x="787"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2" name="Google Shape;22702;p139"/>
            <p:cNvSpPr/>
            <p:nvPr/>
          </p:nvSpPr>
          <p:spPr>
            <a:xfrm>
              <a:off x="4274597" y="4423524"/>
              <a:ext cx="37214" cy="35458"/>
            </a:xfrm>
            <a:custGeom>
              <a:avLst/>
              <a:gdLst/>
              <a:ahLst/>
              <a:cxnLst/>
              <a:rect l="l" t="t" r="r" b="b"/>
              <a:pathLst>
                <a:path w="1144" h="1090" extrusionOk="0">
                  <a:moveTo>
                    <a:pt x="345" y="0"/>
                  </a:moveTo>
                  <a:cubicBezTo>
                    <a:pt x="262" y="0"/>
                    <a:pt x="179" y="30"/>
                    <a:pt x="119" y="89"/>
                  </a:cubicBezTo>
                  <a:cubicBezTo>
                    <a:pt x="0" y="208"/>
                    <a:pt x="0" y="399"/>
                    <a:pt x="119" y="518"/>
                  </a:cubicBezTo>
                  <a:lnTo>
                    <a:pt x="691" y="1090"/>
                  </a:lnTo>
                  <a:lnTo>
                    <a:pt x="1143" y="637"/>
                  </a:lnTo>
                  <a:lnTo>
                    <a:pt x="572" y="89"/>
                  </a:lnTo>
                  <a:cubicBezTo>
                    <a:pt x="512" y="30"/>
                    <a:pt x="429" y="0"/>
                    <a:pt x="345"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3" name="Google Shape;22703;p139"/>
            <p:cNvSpPr/>
            <p:nvPr/>
          </p:nvSpPr>
          <p:spPr>
            <a:xfrm>
              <a:off x="4013511" y="4160714"/>
              <a:ext cx="344753" cy="344753"/>
            </a:xfrm>
            <a:custGeom>
              <a:avLst/>
              <a:gdLst/>
              <a:ahLst/>
              <a:cxnLst/>
              <a:rect l="l" t="t" r="r" b="b"/>
              <a:pathLst>
                <a:path w="10598" h="10598" extrusionOk="0">
                  <a:moveTo>
                    <a:pt x="5287" y="619"/>
                  </a:moveTo>
                  <a:cubicBezTo>
                    <a:pt x="7883" y="619"/>
                    <a:pt x="9979" y="2715"/>
                    <a:pt x="9979" y="5311"/>
                  </a:cubicBezTo>
                  <a:cubicBezTo>
                    <a:pt x="9979" y="7859"/>
                    <a:pt x="7883" y="9978"/>
                    <a:pt x="5287" y="9978"/>
                  </a:cubicBezTo>
                  <a:cubicBezTo>
                    <a:pt x="2715" y="9978"/>
                    <a:pt x="620" y="7859"/>
                    <a:pt x="620" y="5311"/>
                  </a:cubicBezTo>
                  <a:cubicBezTo>
                    <a:pt x="620" y="2715"/>
                    <a:pt x="2715" y="619"/>
                    <a:pt x="5287" y="619"/>
                  </a:cubicBezTo>
                  <a:close/>
                  <a:moveTo>
                    <a:pt x="5287" y="0"/>
                  </a:moveTo>
                  <a:cubicBezTo>
                    <a:pt x="2382" y="0"/>
                    <a:pt x="1" y="2358"/>
                    <a:pt x="1" y="5311"/>
                  </a:cubicBezTo>
                  <a:cubicBezTo>
                    <a:pt x="1" y="8216"/>
                    <a:pt x="2358" y="10597"/>
                    <a:pt x="5287" y="10597"/>
                  </a:cubicBezTo>
                  <a:cubicBezTo>
                    <a:pt x="8193" y="10597"/>
                    <a:pt x="10598" y="8240"/>
                    <a:pt x="10598" y="5311"/>
                  </a:cubicBezTo>
                  <a:cubicBezTo>
                    <a:pt x="10598" y="2381"/>
                    <a:pt x="8240" y="0"/>
                    <a:pt x="5287"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4" name="Google Shape;22704;p139"/>
            <p:cNvSpPr/>
            <p:nvPr/>
          </p:nvSpPr>
          <p:spPr>
            <a:xfrm>
              <a:off x="4103034" y="4252188"/>
              <a:ext cx="165675" cy="161739"/>
            </a:xfrm>
            <a:custGeom>
              <a:avLst/>
              <a:gdLst/>
              <a:ahLst/>
              <a:cxnLst/>
              <a:rect l="l" t="t" r="r" b="b"/>
              <a:pathLst>
                <a:path w="5093" h="4972" extrusionOk="0">
                  <a:moveTo>
                    <a:pt x="4717" y="1"/>
                  </a:moveTo>
                  <a:cubicBezTo>
                    <a:pt x="4681" y="1"/>
                    <a:pt x="4644" y="7"/>
                    <a:pt x="4607" y="22"/>
                  </a:cubicBezTo>
                  <a:lnTo>
                    <a:pt x="1511" y="1260"/>
                  </a:lnTo>
                  <a:cubicBezTo>
                    <a:pt x="1416" y="1308"/>
                    <a:pt x="1345" y="1356"/>
                    <a:pt x="1321" y="1451"/>
                  </a:cubicBezTo>
                  <a:lnTo>
                    <a:pt x="82" y="4547"/>
                  </a:lnTo>
                  <a:cubicBezTo>
                    <a:pt x="1" y="4750"/>
                    <a:pt x="163" y="4972"/>
                    <a:pt x="376" y="4972"/>
                  </a:cubicBezTo>
                  <a:cubicBezTo>
                    <a:pt x="412" y="4972"/>
                    <a:pt x="449" y="4965"/>
                    <a:pt x="487" y="4952"/>
                  </a:cubicBezTo>
                  <a:lnTo>
                    <a:pt x="3583" y="3713"/>
                  </a:lnTo>
                  <a:cubicBezTo>
                    <a:pt x="3678" y="3689"/>
                    <a:pt x="3726" y="3618"/>
                    <a:pt x="3774" y="3523"/>
                  </a:cubicBezTo>
                  <a:lnTo>
                    <a:pt x="5012" y="427"/>
                  </a:lnTo>
                  <a:cubicBezTo>
                    <a:pt x="5093" y="205"/>
                    <a:pt x="4917" y="1"/>
                    <a:pt x="471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5" name="Google Shape;22705;p139"/>
            <p:cNvSpPr/>
            <p:nvPr/>
          </p:nvSpPr>
          <p:spPr>
            <a:xfrm>
              <a:off x="4107263" y="4254433"/>
              <a:ext cx="159592" cy="159234"/>
            </a:xfrm>
            <a:custGeom>
              <a:avLst/>
              <a:gdLst/>
              <a:ahLst/>
              <a:cxnLst/>
              <a:rect l="l" t="t" r="r" b="b"/>
              <a:pathLst>
                <a:path w="4906" h="4895" extrusionOk="0">
                  <a:moveTo>
                    <a:pt x="1215" y="1310"/>
                  </a:moveTo>
                  <a:lnTo>
                    <a:pt x="1215" y="1310"/>
                  </a:lnTo>
                  <a:cubicBezTo>
                    <a:pt x="1191" y="1358"/>
                    <a:pt x="1191" y="1358"/>
                    <a:pt x="1143" y="1501"/>
                  </a:cubicBezTo>
                  <a:cubicBezTo>
                    <a:pt x="1191" y="1382"/>
                    <a:pt x="1191" y="1358"/>
                    <a:pt x="1215" y="1310"/>
                  </a:cubicBezTo>
                  <a:close/>
                  <a:moveTo>
                    <a:pt x="4787" y="1"/>
                  </a:moveTo>
                  <a:lnTo>
                    <a:pt x="0" y="4811"/>
                  </a:lnTo>
                  <a:cubicBezTo>
                    <a:pt x="62" y="4858"/>
                    <a:pt x="134" y="4894"/>
                    <a:pt x="210" y="4894"/>
                  </a:cubicBezTo>
                  <a:cubicBezTo>
                    <a:pt x="250" y="4894"/>
                    <a:pt x="292" y="4884"/>
                    <a:pt x="333" y="4859"/>
                  </a:cubicBezTo>
                  <a:cubicBezTo>
                    <a:pt x="3644" y="3549"/>
                    <a:pt x="3453" y="3620"/>
                    <a:pt x="3477" y="3573"/>
                  </a:cubicBezTo>
                  <a:cubicBezTo>
                    <a:pt x="3596" y="3501"/>
                    <a:pt x="3477" y="3692"/>
                    <a:pt x="4858" y="334"/>
                  </a:cubicBezTo>
                  <a:cubicBezTo>
                    <a:pt x="4906" y="215"/>
                    <a:pt x="4882" y="96"/>
                    <a:pt x="4787"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6" name="Google Shape;22706;p139"/>
            <p:cNvSpPr/>
            <p:nvPr/>
          </p:nvSpPr>
          <p:spPr>
            <a:xfrm>
              <a:off x="4103034" y="4290834"/>
              <a:ext cx="124330" cy="123094"/>
            </a:xfrm>
            <a:custGeom>
              <a:avLst/>
              <a:gdLst/>
              <a:ahLst/>
              <a:cxnLst/>
              <a:rect l="l" t="t" r="r" b="b"/>
              <a:pathLst>
                <a:path w="3822" h="3784" extrusionOk="0">
                  <a:moveTo>
                    <a:pt x="1416" y="168"/>
                  </a:moveTo>
                  <a:cubicBezTo>
                    <a:pt x="1321" y="191"/>
                    <a:pt x="1416" y="1"/>
                    <a:pt x="82" y="3359"/>
                  </a:cubicBezTo>
                  <a:cubicBezTo>
                    <a:pt x="1" y="3562"/>
                    <a:pt x="163" y="3784"/>
                    <a:pt x="376" y="3784"/>
                  </a:cubicBezTo>
                  <a:cubicBezTo>
                    <a:pt x="412" y="3784"/>
                    <a:pt x="449" y="3777"/>
                    <a:pt x="487" y="3764"/>
                  </a:cubicBezTo>
                  <a:cubicBezTo>
                    <a:pt x="3821" y="2430"/>
                    <a:pt x="3655" y="2525"/>
                    <a:pt x="3702" y="2454"/>
                  </a:cubicBezTo>
                  <a:lnTo>
                    <a:pt x="1416" y="168"/>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7" name="Google Shape;22707;p139"/>
            <p:cNvSpPr/>
            <p:nvPr/>
          </p:nvSpPr>
          <p:spPr>
            <a:xfrm>
              <a:off x="4146754" y="4295486"/>
              <a:ext cx="1594" cy="1594"/>
            </a:xfrm>
            <a:custGeom>
              <a:avLst/>
              <a:gdLst/>
              <a:ahLst/>
              <a:cxnLst/>
              <a:rect l="l" t="t" r="r" b="b"/>
              <a:pathLst>
                <a:path w="49" h="49" extrusionOk="0">
                  <a:moveTo>
                    <a:pt x="48" y="1"/>
                  </a:moveTo>
                  <a:lnTo>
                    <a:pt x="48" y="1"/>
                  </a:lnTo>
                  <a:cubicBezTo>
                    <a:pt x="48" y="1"/>
                    <a:pt x="1" y="25"/>
                    <a:pt x="1" y="48"/>
                  </a:cubicBezTo>
                  <a:lnTo>
                    <a:pt x="48" y="1"/>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8" name="Google Shape;22708;p139"/>
            <p:cNvSpPr/>
            <p:nvPr/>
          </p:nvSpPr>
          <p:spPr>
            <a:xfrm>
              <a:off x="4108011" y="4333448"/>
              <a:ext cx="120133" cy="79861"/>
            </a:xfrm>
            <a:custGeom>
              <a:avLst/>
              <a:gdLst/>
              <a:ahLst/>
              <a:cxnLst/>
              <a:rect l="l" t="t" r="r" b="b"/>
              <a:pathLst>
                <a:path w="3693" h="2455" extrusionOk="0">
                  <a:moveTo>
                    <a:pt x="2382" y="1"/>
                  </a:moveTo>
                  <a:lnTo>
                    <a:pt x="1" y="2382"/>
                  </a:lnTo>
                  <a:cubicBezTo>
                    <a:pt x="62" y="2428"/>
                    <a:pt x="134" y="2454"/>
                    <a:pt x="209" y="2454"/>
                  </a:cubicBezTo>
                  <a:cubicBezTo>
                    <a:pt x="250" y="2454"/>
                    <a:pt x="292" y="2447"/>
                    <a:pt x="334" y="2430"/>
                  </a:cubicBezTo>
                  <a:cubicBezTo>
                    <a:pt x="3692" y="1096"/>
                    <a:pt x="3502" y="1191"/>
                    <a:pt x="3549" y="1120"/>
                  </a:cubicBezTo>
                  <a:lnTo>
                    <a:pt x="23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9" name="Google Shape;22709;p139"/>
            <p:cNvSpPr/>
            <p:nvPr/>
          </p:nvSpPr>
          <p:spPr>
            <a:xfrm>
              <a:off x="4063868" y="4211038"/>
              <a:ext cx="294396" cy="294429"/>
            </a:xfrm>
            <a:custGeom>
              <a:avLst/>
              <a:gdLst/>
              <a:ahLst/>
              <a:cxnLst/>
              <a:rect l="l" t="t" r="r" b="b"/>
              <a:pathLst>
                <a:path w="9050" h="9051" extrusionOk="0">
                  <a:moveTo>
                    <a:pt x="7502" y="1"/>
                  </a:moveTo>
                  <a:lnTo>
                    <a:pt x="7050" y="453"/>
                  </a:lnTo>
                  <a:cubicBezTo>
                    <a:pt x="7883" y="1287"/>
                    <a:pt x="8431" y="2478"/>
                    <a:pt x="8431" y="3764"/>
                  </a:cubicBezTo>
                  <a:cubicBezTo>
                    <a:pt x="8431" y="6336"/>
                    <a:pt x="6335" y="8431"/>
                    <a:pt x="3739" y="8431"/>
                  </a:cubicBezTo>
                  <a:cubicBezTo>
                    <a:pt x="2477" y="8431"/>
                    <a:pt x="1286" y="7884"/>
                    <a:pt x="453" y="7050"/>
                  </a:cubicBezTo>
                  <a:lnTo>
                    <a:pt x="0" y="7503"/>
                  </a:lnTo>
                  <a:cubicBezTo>
                    <a:pt x="953" y="8455"/>
                    <a:pt x="2287" y="9050"/>
                    <a:pt x="3739" y="9050"/>
                  </a:cubicBezTo>
                  <a:cubicBezTo>
                    <a:pt x="6645" y="9050"/>
                    <a:pt x="9050" y="6693"/>
                    <a:pt x="9050" y="3764"/>
                  </a:cubicBezTo>
                  <a:cubicBezTo>
                    <a:pt x="9050" y="2287"/>
                    <a:pt x="8455" y="954"/>
                    <a:pt x="7502"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0" name="Google Shape;22710;p139"/>
          <p:cNvGrpSpPr/>
          <p:nvPr/>
        </p:nvGrpSpPr>
        <p:grpSpPr>
          <a:xfrm>
            <a:off x="4765735" y="4008314"/>
            <a:ext cx="344753" cy="344753"/>
            <a:chOff x="4765735" y="4160714"/>
            <a:chExt cx="344753" cy="344753"/>
          </a:xfrm>
        </p:grpSpPr>
        <p:sp>
          <p:nvSpPr>
            <p:cNvPr id="22711" name="Google Shape;22711;p139"/>
            <p:cNvSpPr/>
            <p:nvPr/>
          </p:nvSpPr>
          <p:spPr>
            <a:xfrm>
              <a:off x="4766516" y="4200661"/>
              <a:ext cx="87571" cy="137472"/>
            </a:xfrm>
            <a:custGeom>
              <a:avLst/>
              <a:gdLst/>
              <a:ahLst/>
              <a:cxnLst/>
              <a:rect l="l" t="t" r="r" b="b"/>
              <a:pathLst>
                <a:path w="2692" h="4226" extrusionOk="0">
                  <a:moveTo>
                    <a:pt x="2112" y="0"/>
                  </a:moveTo>
                  <a:cubicBezTo>
                    <a:pt x="992" y="0"/>
                    <a:pt x="0" y="905"/>
                    <a:pt x="0" y="2106"/>
                  </a:cubicBezTo>
                  <a:cubicBezTo>
                    <a:pt x="0" y="3273"/>
                    <a:pt x="929" y="4202"/>
                    <a:pt x="2072" y="4226"/>
                  </a:cubicBezTo>
                  <a:cubicBezTo>
                    <a:pt x="1905" y="3749"/>
                    <a:pt x="1953" y="3511"/>
                    <a:pt x="1953" y="2178"/>
                  </a:cubicBezTo>
                  <a:cubicBezTo>
                    <a:pt x="1953" y="1392"/>
                    <a:pt x="2215" y="653"/>
                    <a:pt x="2691" y="82"/>
                  </a:cubicBezTo>
                  <a:cubicBezTo>
                    <a:pt x="2497" y="26"/>
                    <a:pt x="2303" y="0"/>
                    <a:pt x="2112"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2" name="Google Shape;22712;p139"/>
            <p:cNvSpPr/>
            <p:nvPr/>
          </p:nvSpPr>
          <p:spPr>
            <a:xfrm>
              <a:off x="5018266" y="4195586"/>
              <a:ext cx="92223" cy="137895"/>
            </a:xfrm>
            <a:custGeom>
              <a:avLst/>
              <a:gdLst/>
              <a:ahLst/>
              <a:cxnLst/>
              <a:rect l="l" t="t" r="r" b="b"/>
              <a:pathLst>
                <a:path w="2835" h="4239" extrusionOk="0">
                  <a:moveTo>
                    <a:pt x="681" y="1"/>
                  </a:moveTo>
                  <a:cubicBezTo>
                    <a:pt x="456" y="1"/>
                    <a:pt x="226" y="38"/>
                    <a:pt x="1" y="119"/>
                  </a:cubicBezTo>
                  <a:cubicBezTo>
                    <a:pt x="549" y="714"/>
                    <a:pt x="858" y="1500"/>
                    <a:pt x="858" y="2357"/>
                  </a:cubicBezTo>
                  <a:cubicBezTo>
                    <a:pt x="858" y="3667"/>
                    <a:pt x="906" y="3810"/>
                    <a:pt x="811" y="4239"/>
                  </a:cubicBezTo>
                  <a:cubicBezTo>
                    <a:pt x="1906" y="4167"/>
                    <a:pt x="2835" y="3286"/>
                    <a:pt x="2835" y="2119"/>
                  </a:cubicBezTo>
                  <a:cubicBezTo>
                    <a:pt x="2815" y="912"/>
                    <a:pt x="1792" y="1"/>
                    <a:pt x="681"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3" name="Google Shape;22713;p139"/>
            <p:cNvSpPr/>
            <p:nvPr/>
          </p:nvSpPr>
          <p:spPr>
            <a:xfrm>
              <a:off x="4765735" y="4383805"/>
              <a:ext cx="344753" cy="121662"/>
            </a:xfrm>
            <a:custGeom>
              <a:avLst/>
              <a:gdLst/>
              <a:ahLst/>
              <a:cxnLst/>
              <a:rect l="l" t="t" r="r" b="b"/>
              <a:pathLst>
                <a:path w="10598" h="3740" extrusionOk="0">
                  <a:moveTo>
                    <a:pt x="2811" y="1"/>
                  </a:moveTo>
                  <a:cubicBezTo>
                    <a:pt x="1263" y="1"/>
                    <a:pt x="0" y="1239"/>
                    <a:pt x="0" y="2787"/>
                  </a:cubicBezTo>
                  <a:lnTo>
                    <a:pt x="0" y="3454"/>
                  </a:lnTo>
                  <a:cubicBezTo>
                    <a:pt x="0" y="3597"/>
                    <a:pt x="119" y="3739"/>
                    <a:pt x="310" y="3739"/>
                  </a:cubicBezTo>
                  <a:lnTo>
                    <a:pt x="10264" y="3739"/>
                  </a:lnTo>
                  <a:cubicBezTo>
                    <a:pt x="10455" y="3739"/>
                    <a:pt x="10598" y="3597"/>
                    <a:pt x="10598" y="3454"/>
                  </a:cubicBezTo>
                  <a:lnTo>
                    <a:pt x="10598" y="2787"/>
                  </a:lnTo>
                  <a:cubicBezTo>
                    <a:pt x="10598" y="1239"/>
                    <a:pt x="9359" y="1"/>
                    <a:pt x="7812"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4" name="Google Shape;22714;p139"/>
            <p:cNvSpPr/>
            <p:nvPr/>
          </p:nvSpPr>
          <p:spPr>
            <a:xfrm>
              <a:off x="4938502" y="4383805"/>
              <a:ext cx="171986" cy="121662"/>
            </a:xfrm>
            <a:custGeom>
              <a:avLst/>
              <a:gdLst/>
              <a:ahLst/>
              <a:cxnLst/>
              <a:rect l="l" t="t" r="r" b="b"/>
              <a:pathLst>
                <a:path w="5287" h="3740" extrusionOk="0">
                  <a:moveTo>
                    <a:pt x="0" y="1"/>
                  </a:moveTo>
                  <a:lnTo>
                    <a:pt x="0" y="3739"/>
                  </a:lnTo>
                  <a:lnTo>
                    <a:pt x="4977" y="3739"/>
                  </a:lnTo>
                  <a:cubicBezTo>
                    <a:pt x="5168" y="3739"/>
                    <a:pt x="5287" y="3597"/>
                    <a:pt x="5287" y="3454"/>
                  </a:cubicBezTo>
                  <a:lnTo>
                    <a:pt x="5287" y="2787"/>
                  </a:lnTo>
                  <a:cubicBezTo>
                    <a:pt x="5287" y="1263"/>
                    <a:pt x="4096" y="48"/>
                    <a:pt x="2596"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5" name="Google Shape;22715;p139"/>
            <p:cNvSpPr/>
            <p:nvPr/>
          </p:nvSpPr>
          <p:spPr>
            <a:xfrm>
              <a:off x="4857925" y="4383805"/>
              <a:ext cx="158844" cy="120881"/>
            </a:xfrm>
            <a:custGeom>
              <a:avLst/>
              <a:gdLst/>
              <a:ahLst/>
              <a:cxnLst/>
              <a:rect l="l" t="t" r="r" b="b"/>
              <a:pathLst>
                <a:path w="4883" h="3716" extrusionOk="0">
                  <a:moveTo>
                    <a:pt x="0" y="1"/>
                  </a:moveTo>
                  <a:lnTo>
                    <a:pt x="2191" y="3573"/>
                  </a:lnTo>
                  <a:cubicBezTo>
                    <a:pt x="2251" y="3668"/>
                    <a:pt x="2358" y="3716"/>
                    <a:pt x="2465" y="3716"/>
                  </a:cubicBezTo>
                  <a:cubicBezTo>
                    <a:pt x="2572" y="3716"/>
                    <a:pt x="2679" y="3668"/>
                    <a:pt x="2739" y="3573"/>
                  </a:cubicBezTo>
                  <a:lnTo>
                    <a:pt x="4882" y="1"/>
                  </a:ln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6" name="Google Shape;22716;p139"/>
            <p:cNvSpPr/>
            <p:nvPr/>
          </p:nvSpPr>
          <p:spPr>
            <a:xfrm>
              <a:off x="4938502" y="4383805"/>
              <a:ext cx="72054" cy="120881"/>
            </a:xfrm>
            <a:custGeom>
              <a:avLst/>
              <a:gdLst/>
              <a:ahLst/>
              <a:cxnLst/>
              <a:rect l="l" t="t" r="r" b="b"/>
              <a:pathLst>
                <a:path w="2215" h="3716" extrusionOk="0">
                  <a:moveTo>
                    <a:pt x="0" y="1"/>
                  </a:moveTo>
                  <a:lnTo>
                    <a:pt x="0" y="3716"/>
                  </a:lnTo>
                  <a:cubicBezTo>
                    <a:pt x="119" y="3716"/>
                    <a:pt x="191" y="3644"/>
                    <a:pt x="262" y="3573"/>
                  </a:cubicBezTo>
                  <a:cubicBezTo>
                    <a:pt x="310" y="3477"/>
                    <a:pt x="2048" y="525"/>
                    <a:pt x="2096" y="429"/>
                  </a:cubicBezTo>
                  <a:cubicBezTo>
                    <a:pt x="2215" y="263"/>
                    <a:pt x="2072" y="1"/>
                    <a:pt x="183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7" name="Google Shape;22717;p139"/>
            <p:cNvSpPr/>
            <p:nvPr/>
          </p:nvSpPr>
          <p:spPr>
            <a:xfrm>
              <a:off x="4826143" y="4160714"/>
              <a:ext cx="222375" cy="263395"/>
            </a:xfrm>
            <a:custGeom>
              <a:avLst/>
              <a:gdLst/>
              <a:ahLst/>
              <a:cxnLst/>
              <a:rect l="l" t="t" r="r" b="b"/>
              <a:pathLst>
                <a:path w="6836" h="8097" extrusionOk="0">
                  <a:moveTo>
                    <a:pt x="3454" y="0"/>
                  </a:moveTo>
                  <a:cubicBezTo>
                    <a:pt x="1477" y="0"/>
                    <a:pt x="1" y="1572"/>
                    <a:pt x="1" y="3429"/>
                  </a:cubicBezTo>
                  <a:lnTo>
                    <a:pt x="1" y="4668"/>
                  </a:lnTo>
                  <a:cubicBezTo>
                    <a:pt x="1" y="6573"/>
                    <a:pt x="1501" y="8097"/>
                    <a:pt x="3406" y="8097"/>
                  </a:cubicBezTo>
                  <a:cubicBezTo>
                    <a:pt x="5288" y="8097"/>
                    <a:pt x="6812" y="6549"/>
                    <a:pt x="6836" y="4668"/>
                  </a:cubicBezTo>
                  <a:lnTo>
                    <a:pt x="6836" y="3453"/>
                  </a:lnTo>
                  <a:cubicBezTo>
                    <a:pt x="6836" y="1572"/>
                    <a:pt x="5312" y="0"/>
                    <a:pt x="3454"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8" name="Google Shape;22718;p139"/>
            <p:cNvSpPr/>
            <p:nvPr/>
          </p:nvSpPr>
          <p:spPr>
            <a:xfrm>
              <a:off x="4938502" y="4160714"/>
              <a:ext cx="110797" cy="262647"/>
            </a:xfrm>
            <a:custGeom>
              <a:avLst/>
              <a:gdLst/>
              <a:ahLst/>
              <a:cxnLst/>
              <a:rect l="l" t="t" r="r" b="b"/>
              <a:pathLst>
                <a:path w="3406" h="8074" extrusionOk="0">
                  <a:moveTo>
                    <a:pt x="0" y="0"/>
                  </a:moveTo>
                  <a:lnTo>
                    <a:pt x="0" y="8073"/>
                  </a:lnTo>
                  <a:cubicBezTo>
                    <a:pt x="1858" y="8073"/>
                    <a:pt x="3382" y="6525"/>
                    <a:pt x="3405" y="4644"/>
                  </a:cubicBezTo>
                  <a:lnTo>
                    <a:pt x="3405" y="3406"/>
                  </a:lnTo>
                  <a:cubicBezTo>
                    <a:pt x="3405" y="1524"/>
                    <a:pt x="1858" y="0"/>
                    <a:pt x="0"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9" name="Google Shape;22719;p139"/>
            <p:cNvSpPr/>
            <p:nvPr/>
          </p:nvSpPr>
          <p:spPr>
            <a:xfrm>
              <a:off x="4812221" y="4283092"/>
              <a:ext cx="251034" cy="20169"/>
            </a:xfrm>
            <a:custGeom>
              <a:avLst/>
              <a:gdLst/>
              <a:ahLst/>
              <a:cxnLst/>
              <a:rect l="l" t="t" r="r" b="b"/>
              <a:pathLst>
                <a:path w="7717" h="620" extrusionOk="0">
                  <a:moveTo>
                    <a:pt x="286" y="1"/>
                  </a:moveTo>
                  <a:cubicBezTo>
                    <a:pt x="119" y="1"/>
                    <a:pt x="0" y="144"/>
                    <a:pt x="0" y="310"/>
                  </a:cubicBezTo>
                  <a:cubicBezTo>
                    <a:pt x="24" y="501"/>
                    <a:pt x="143" y="620"/>
                    <a:pt x="334" y="620"/>
                  </a:cubicBezTo>
                  <a:lnTo>
                    <a:pt x="7383" y="620"/>
                  </a:lnTo>
                  <a:cubicBezTo>
                    <a:pt x="7573" y="620"/>
                    <a:pt x="7669" y="501"/>
                    <a:pt x="7716" y="358"/>
                  </a:cubicBezTo>
                  <a:cubicBezTo>
                    <a:pt x="7716" y="144"/>
                    <a:pt x="7573" y="1"/>
                    <a:pt x="7359"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0" name="Google Shape;22720;p139"/>
            <p:cNvSpPr/>
            <p:nvPr/>
          </p:nvSpPr>
          <p:spPr>
            <a:xfrm>
              <a:off x="4938502" y="4283092"/>
              <a:ext cx="124753" cy="20169"/>
            </a:xfrm>
            <a:custGeom>
              <a:avLst/>
              <a:gdLst/>
              <a:ahLst/>
              <a:cxnLst/>
              <a:rect l="l" t="t" r="r" b="b"/>
              <a:pathLst>
                <a:path w="3835" h="620" extrusionOk="0">
                  <a:moveTo>
                    <a:pt x="0" y="1"/>
                  </a:moveTo>
                  <a:lnTo>
                    <a:pt x="0" y="620"/>
                  </a:lnTo>
                  <a:lnTo>
                    <a:pt x="3501" y="620"/>
                  </a:lnTo>
                  <a:cubicBezTo>
                    <a:pt x="3644" y="620"/>
                    <a:pt x="3787" y="501"/>
                    <a:pt x="3787" y="358"/>
                  </a:cubicBezTo>
                  <a:cubicBezTo>
                    <a:pt x="3834" y="144"/>
                    <a:pt x="3691" y="1"/>
                    <a:pt x="350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1" name="Google Shape;22721;p139"/>
            <p:cNvSpPr/>
            <p:nvPr/>
          </p:nvSpPr>
          <p:spPr>
            <a:xfrm>
              <a:off x="4905939" y="4342752"/>
              <a:ext cx="62002" cy="20169"/>
            </a:xfrm>
            <a:custGeom>
              <a:avLst/>
              <a:gdLst/>
              <a:ahLst/>
              <a:cxnLst/>
              <a:rect l="l" t="t" r="r" b="b"/>
              <a:pathLst>
                <a:path w="1906" h="620" extrusionOk="0">
                  <a:moveTo>
                    <a:pt x="334" y="0"/>
                  </a:moveTo>
                  <a:cubicBezTo>
                    <a:pt x="144" y="0"/>
                    <a:pt x="1" y="191"/>
                    <a:pt x="25" y="358"/>
                  </a:cubicBezTo>
                  <a:cubicBezTo>
                    <a:pt x="72" y="501"/>
                    <a:pt x="215" y="620"/>
                    <a:pt x="358" y="620"/>
                  </a:cubicBezTo>
                  <a:lnTo>
                    <a:pt x="1596" y="620"/>
                  </a:lnTo>
                  <a:cubicBezTo>
                    <a:pt x="1787" y="620"/>
                    <a:pt x="1906" y="477"/>
                    <a:pt x="1882" y="262"/>
                  </a:cubicBezTo>
                  <a:cubicBezTo>
                    <a:pt x="1858" y="119"/>
                    <a:pt x="1715" y="0"/>
                    <a:pt x="1549"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2" name="Google Shape;22722;p139"/>
            <p:cNvSpPr/>
            <p:nvPr/>
          </p:nvSpPr>
          <p:spPr>
            <a:xfrm>
              <a:off x="4938502" y="4342752"/>
              <a:ext cx="31001" cy="20169"/>
            </a:xfrm>
            <a:custGeom>
              <a:avLst/>
              <a:gdLst/>
              <a:ahLst/>
              <a:cxnLst/>
              <a:rect l="l" t="t" r="r" b="b"/>
              <a:pathLst>
                <a:path w="953" h="620" extrusionOk="0">
                  <a:moveTo>
                    <a:pt x="0" y="0"/>
                  </a:moveTo>
                  <a:lnTo>
                    <a:pt x="0" y="620"/>
                  </a:lnTo>
                  <a:lnTo>
                    <a:pt x="595" y="620"/>
                  </a:lnTo>
                  <a:cubicBezTo>
                    <a:pt x="738" y="620"/>
                    <a:pt x="881" y="501"/>
                    <a:pt x="905" y="358"/>
                  </a:cubicBezTo>
                  <a:cubicBezTo>
                    <a:pt x="953" y="143"/>
                    <a:pt x="786" y="0"/>
                    <a:pt x="6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3" name="Google Shape;22723;p139"/>
            <p:cNvSpPr/>
            <p:nvPr/>
          </p:nvSpPr>
          <p:spPr>
            <a:xfrm>
              <a:off x="4866448" y="4261394"/>
              <a:ext cx="62002" cy="62035"/>
            </a:xfrm>
            <a:custGeom>
              <a:avLst/>
              <a:gdLst/>
              <a:ahLst/>
              <a:cxnLst/>
              <a:rect l="l" t="t" r="r" b="b"/>
              <a:pathLst>
                <a:path w="1906" h="1907" extrusionOk="0">
                  <a:moveTo>
                    <a:pt x="953" y="1"/>
                  </a:moveTo>
                  <a:cubicBezTo>
                    <a:pt x="405" y="1"/>
                    <a:pt x="0" y="430"/>
                    <a:pt x="0" y="953"/>
                  </a:cubicBezTo>
                  <a:cubicBezTo>
                    <a:pt x="0" y="1501"/>
                    <a:pt x="405" y="1906"/>
                    <a:pt x="953" y="1906"/>
                  </a:cubicBezTo>
                  <a:cubicBezTo>
                    <a:pt x="1501" y="1906"/>
                    <a:pt x="1905" y="1501"/>
                    <a:pt x="1905" y="953"/>
                  </a:cubicBezTo>
                  <a:cubicBezTo>
                    <a:pt x="1905" y="430"/>
                    <a:pt x="1477" y="1"/>
                    <a:pt x="953"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4" name="Google Shape;22724;p139"/>
            <p:cNvSpPr/>
            <p:nvPr/>
          </p:nvSpPr>
          <p:spPr>
            <a:xfrm>
              <a:off x="4946992" y="4261394"/>
              <a:ext cx="62035" cy="62035"/>
            </a:xfrm>
            <a:custGeom>
              <a:avLst/>
              <a:gdLst/>
              <a:ahLst/>
              <a:cxnLst/>
              <a:rect l="l" t="t" r="r" b="b"/>
              <a:pathLst>
                <a:path w="1907" h="1907" extrusionOk="0">
                  <a:moveTo>
                    <a:pt x="954" y="1"/>
                  </a:moveTo>
                  <a:cubicBezTo>
                    <a:pt x="406" y="1"/>
                    <a:pt x="1" y="430"/>
                    <a:pt x="1" y="953"/>
                  </a:cubicBezTo>
                  <a:cubicBezTo>
                    <a:pt x="1" y="1501"/>
                    <a:pt x="406" y="1906"/>
                    <a:pt x="954" y="1906"/>
                  </a:cubicBezTo>
                  <a:cubicBezTo>
                    <a:pt x="1477" y="1906"/>
                    <a:pt x="1906" y="1501"/>
                    <a:pt x="1906" y="953"/>
                  </a:cubicBezTo>
                  <a:cubicBezTo>
                    <a:pt x="1906" y="430"/>
                    <a:pt x="1477" y="1"/>
                    <a:pt x="95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5" name="Google Shape;22725;p139"/>
            <p:cNvSpPr/>
            <p:nvPr/>
          </p:nvSpPr>
          <p:spPr>
            <a:xfrm>
              <a:off x="4886584" y="4281563"/>
              <a:ext cx="22511" cy="21698"/>
            </a:xfrm>
            <a:custGeom>
              <a:avLst/>
              <a:gdLst/>
              <a:ahLst/>
              <a:cxnLst/>
              <a:rect l="l" t="t" r="r" b="b"/>
              <a:pathLst>
                <a:path w="692" h="667" extrusionOk="0">
                  <a:moveTo>
                    <a:pt x="334" y="0"/>
                  </a:moveTo>
                  <a:cubicBezTo>
                    <a:pt x="143" y="0"/>
                    <a:pt x="0" y="167"/>
                    <a:pt x="0" y="333"/>
                  </a:cubicBezTo>
                  <a:cubicBezTo>
                    <a:pt x="0" y="524"/>
                    <a:pt x="143" y="667"/>
                    <a:pt x="334" y="667"/>
                  </a:cubicBezTo>
                  <a:cubicBezTo>
                    <a:pt x="524" y="667"/>
                    <a:pt x="667" y="524"/>
                    <a:pt x="667" y="333"/>
                  </a:cubicBezTo>
                  <a:cubicBezTo>
                    <a:pt x="691" y="167"/>
                    <a:pt x="548" y="0"/>
                    <a:pt x="3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6" name="Google Shape;22726;p139"/>
            <p:cNvSpPr/>
            <p:nvPr/>
          </p:nvSpPr>
          <p:spPr>
            <a:xfrm>
              <a:off x="4967161" y="4281563"/>
              <a:ext cx="21698" cy="21698"/>
            </a:xfrm>
            <a:custGeom>
              <a:avLst/>
              <a:gdLst/>
              <a:ahLst/>
              <a:cxnLst/>
              <a:rect l="l" t="t" r="r" b="b"/>
              <a:pathLst>
                <a:path w="667" h="667" extrusionOk="0">
                  <a:moveTo>
                    <a:pt x="334" y="0"/>
                  </a:moveTo>
                  <a:cubicBezTo>
                    <a:pt x="143" y="0"/>
                    <a:pt x="0" y="167"/>
                    <a:pt x="0" y="333"/>
                  </a:cubicBezTo>
                  <a:cubicBezTo>
                    <a:pt x="0" y="524"/>
                    <a:pt x="143" y="667"/>
                    <a:pt x="334" y="667"/>
                  </a:cubicBezTo>
                  <a:cubicBezTo>
                    <a:pt x="500" y="667"/>
                    <a:pt x="667" y="524"/>
                    <a:pt x="667" y="333"/>
                  </a:cubicBezTo>
                  <a:cubicBezTo>
                    <a:pt x="667" y="167"/>
                    <a:pt x="500" y="0"/>
                    <a:pt x="334" y="0"/>
                  </a:cubicBezTo>
                  <a:close/>
                </a:path>
              </a:pathLst>
            </a:custGeom>
            <a:solidFill>
              <a:srgbClr val="B3BC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27" name="Google Shape;22727;p139"/>
          <p:cNvGrpSpPr/>
          <p:nvPr/>
        </p:nvGrpSpPr>
        <p:grpSpPr>
          <a:xfrm>
            <a:off x="5517178" y="4007533"/>
            <a:ext cx="344005" cy="344753"/>
            <a:chOff x="5517178" y="4159933"/>
            <a:chExt cx="344005" cy="344753"/>
          </a:xfrm>
        </p:grpSpPr>
        <p:sp>
          <p:nvSpPr>
            <p:cNvPr id="22728" name="Google Shape;22728;p139"/>
            <p:cNvSpPr/>
            <p:nvPr/>
          </p:nvSpPr>
          <p:spPr>
            <a:xfrm>
              <a:off x="5679080" y="4419458"/>
              <a:ext cx="20169" cy="30220"/>
            </a:xfrm>
            <a:custGeom>
              <a:avLst/>
              <a:gdLst/>
              <a:ahLst/>
              <a:cxnLst/>
              <a:rect l="l" t="t" r="r" b="b"/>
              <a:pathLst>
                <a:path w="620" h="929" extrusionOk="0">
                  <a:moveTo>
                    <a:pt x="1" y="0"/>
                  </a:moveTo>
                  <a:lnTo>
                    <a:pt x="1" y="929"/>
                  </a:lnTo>
                  <a:cubicBezTo>
                    <a:pt x="108" y="881"/>
                    <a:pt x="209" y="857"/>
                    <a:pt x="310" y="857"/>
                  </a:cubicBezTo>
                  <a:cubicBezTo>
                    <a:pt x="411" y="857"/>
                    <a:pt x="513" y="881"/>
                    <a:pt x="620" y="929"/>
                  </a:cubicBezTo>
                  <a:lnTo>
                    <a:pt x="620" y="0"/>
                  </a:lnTo>
                  <a:cubicBezTo>
                    <a:pt x="513" y="12"/>
                    <a:pt x="411" y="18"/>
                    <a:pt x="310" y="18"/>
                  </a:cubicBezTo>
                  <a:cubicBezTo>
                    <a:pt x="209" y="18"/>
                    <a:pt x="108" y="12"/>
                    <a:pt x="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9" name="Google Shape;22729;p139"/>
            <p:cNvSpPr/>
            <p:nvPr/>
          </p:nvSpPr>
          <p:spPr>
            <a:xfrm>
              <a:off x="5689945" y="4419458"/>
              <a:ext cx="9304" cy="30220"/>
            </a:xfrm>
            <a:custGeom>
              <a:avLst/>
              <a:gdLst/>
              <a:ahLst/>
              <a:cxnLst/>
              <a:rect l="l" t="t" r="r" b="b"/>
              <a:pathLst>
                <a:path w="286" h="929" extrusionOk="0">
                  <a:moveTo>
                    <a:pt x="0" y="0"/>
                  </a:moveTo>
                  <a:lnTo>
                    <a:pt x="0" y="857"/>
                  </a:lnTo>
                  <a:cubicBezTo>
                    <a:pt x="72" y="857"/>
                    <a:pt x="191" y="881"/>
                    <a:pt x="286" y="929"/>
                  </a:cubicBezTo>
                  <a:lnTo>
                    <a:pt x="286" y="0"/>
                  </a:lnTo>
                  <a:cubicBezTo>
                    <a:pt x="238" y="12"/>
                    <a:pt x="185" y="18"/>
                    <a:pt x="134" y="18"/>
                  </a:cubicBezTo>
                  <a:cubicBezTo>
                    <a:pt x="83" y="18"/>
                    <a:pt x="36" y="12"/>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0" name="Google Shape;22730;p139"/>
            <p:cNvSpPr/>
            <p:nvPr/>
          </p:nvSpPr>
          <p:spPr>
            <a:xfrm>
              <a:off x="5742611" y="4386147"/>
              <a:ext cx="35653" cy="36434"/>
            </a:xfrm>
            <a:custGeom>
              <a:avLst/>
              <a:gdLst/>
              <a:ahLst/>
              <a:cxnLst/>
              <a:rect l="l" t="t" r="r" b="b"/>
              <a:pathLst>
                <a:path w="1096" h="1120" extrusionOk="0">
                  <a:moveTo>
                    <a:pt x="453" y="0"/>
                  </a:moveTo>
                  <a:cubicBezTo>
                    <a:pt x="310" y="191"/>
                    <a:pt x="143" y="333"/>
                    <a:pt x="0" y="453"/>
                  </a:cubicBezTo>
                  <a:lnTo>
                    <a:pt x="667" y="1119"/>
                  </a:lnTo>
                  <a:cubicBezTo>
                    <a:pt x="739" y="905"/>
                    <a:pt x="905" y="762"/>
                    <a:pt x="1096" y="667"/>
                  </a:cubicBezTo>
                  <a:lnTo>
                    <a:pt x="45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1" name="Google Shape;22731;p139"/>
            <p:cNvSpPr/>
            <p:nvPr/>
          </p:nvSpPr>
          <p:spPr>
            <a:xfrm>
              <a:off x="5775922" y="4322616"/>
              <a:ext cx="30253" cy="20169"/>
            </a:xfrm>
            <a:custGeom>
              <a:avLst/>
              <a:gdLst/>
              <a:ahLst/>
              <a:cxnLst/>
              <a:rect l="l" t="t" r="r" b="b"/>
              <a:pathLst>
                <a:path w="930" h="620" extrusionOk="0">
                  <a:moveTo>
                    <a:pt x="0" y="0"/>
                  </a:moveTo>
                  <a:cubicBezTo>
                    <a:pt x="24" y="215"/>
                    <a:pt x="24" y="405"/>
                    <a:pt x="0" y="619"/>
                  </a:cubicBezTo>
                  <a:lnTo>
                    <a:pt x="929" y="619"/>
                  </a:lnTo>
                  <a:cubicBezTo>
                    <a:pt x="858" y="405"/>
                    <a:pt x="858" y="215"/>
                    <a:pt x="92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2" name="Google Shape;22732;p139"/>
            <p:cNvSpPr/>
            <p:nvPr/>
          </p:nvSpPr>
          <p:spPr>
            <a:xfrm>
              <a:off x="5742611" y="4242820"/>
              <a:ext cx="35653" cy="36434"/>
            </a:xfrm>
            <a:custGeom>
              <a:avLst/>
              <a:gdLst/>
              <a:ahLst/>
              <a:cxnLst/>
              <a:rect l="l" t="t" r="r" b="b"/>
              <a:pathLst>
                <a:path w="1096" h="1120" extrusionOk="0">
                  <a:moveTo>
                    <a:pt x="667" y="0"/>
                  </a:moveTo>
                  <a:lnTo>
                    <a:pt x="0" y="667"/>
                  </a:lnTo>
                  <a:cubicBezTo>
                    <a:pt x="191" y="810"/>
                    <a:pt x="334" y="953"/>
                    <a:pt x="453" y="1120"/>
                  </a:cubicBezTo>
                  <a:lnTo>
                    <a:pt x="1096" y="453"/>
                  </a:lnTo>
                  <a:cubicBezTo>
                    <a:pt x="905" y="358"/>
                    <a:pt x="763" y="215"/>
                    <a:pt x="66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3" name="Google Shape;22733;p139"/>
            <p:cNvSpPr/>
            <p:nvPr/>
          </p:nvSpPr>
          <p:spPr>
            <a:xfrm>
              <a:off x="5679080" y="4215690"/>
              <a:ext cx="20169" cy="30253"/>
            </a:xfrm>
            <a:custGeom>
              <a:avLst/>
              <a:gdLst/>
              <a:ahLst/>
              <a:cxnLst/>
              <a:rect l="l" t="t" r="r" b="b"/>
              <a:pathLst>
                <a:path w="620" h="930" extrusionOk="0">
                  <a:moveTo>
                    <a:pt x="1" y="1"/>
                  </a:moveTo>
                  <a:lnTo>
                    <a:pt x="1" y="930"/>
                  </a:lnTo>
                  <a:cubicBezTo>
                    <a:pt x="108" y="918"/>
                    <a:pt x="209" y="912"/>
                    <a:pt x="310" y="912"/>
                  </a:cubicBezTo>
                  <a:cubicBezTo>
                    <a:pt x="411" y="912"/>
                    <a:pt x="513" y="918"/>
                    <a:pt x="620" y="930"/>
                  </a:cubicBezTo>
                  <a:lnTo>
                    <a:pt x="620" y="1"/>
                  </a:lnTo>
                  <a:cubicBezTo>
                    <a:pt x="513" y="37"/>
                    <a:pt x="411" y="54"/>
                    <a:pt x="310" y="54"/>
                  </a:cubicBezTo>
                  <a:cubicBezTo>
                    <a:pt x="209" y="54"/>
                    <a:pt x="108" y="37"/>
                    <a:pt x="1"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4" name="Google Shape;22734;p139"/>
            <p:cNvSpPr/>
            <p:nvPr/>
          </p:nvSpPr>
          <p:spPr>
            <a:xfrm>
              <a:off x="5689945" y="4215690"/>
              <a:ext cx="9304" cy="30253"/>
            </a:xfrm>
            <a:custGeom>
              <a:avLst/>
              <a:gdLst/>
              <a:ahLst/>
              <a:cxnLst/>
              <a:rect l="l" t="t" r="r" b="b"/>
              <a:pathLst>
                <a:path w="286" h="930" extrusionOk="0">
                  <a:moveTo>
                    <a:pt x="286" y="1"/>
                  </a:moveTo>
                  <a:cubicBezTo>
                    <a:pt x="216" y="36"/>
                    <a:pt x="134" y="58"/>
                    <a:pt x="66" y="58"/>
                  </a:cubicBezTo>
                  <a:cubicBezTo>
                    <a:pt x="42" y="58"/>
                    <a:pt x="19" y="55"/>
                    <a:pt x="0" y="49"/>
                  </a:cubicBezTo>
                  <a:lnTo>
                    <a:pt x="0" y="906"/>
                  </a:lnTo>
                  <a:cubicBezTo>
                    <a:pt x="72" y="906"/>
                    <a:pt x="191" y="930"/>
                    <a:pt x="286" y="930"/>
                  </a:cubicBezTo>
                  <a:lnTo>
                    <a:pt x="28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5" name="Google Shape;22735;p139"/>
            <p:cNvSpPr/>
            <p:nvPr/>
          </p:nvSpPr>
          <p:spPr>
            <a:xfrm>
              <a:off x="5598503" y="4242820"/>
              <a:ext cx="35685" cy="36434"/>
            </a:xfrm>
            <a:custGeom>
              <a:avLst/>
              <a:gdLst/>
              <a:ahLst/>
              <a:cxnLst/>
              <a:rect l="l" t="t" r="r" b="b"/>
              <a:pathLst>
                <a:path w="1097" h="1120" extrusionOk="0">
                  <a:moveTo>
                    <a:pt x="453" y="0"/>
                  </a:moveTo>
                  <a:cubicBezTo>
                    <a:pt x="358" y="215"/>
                    <a:pt x="215" y="358"/>
                    <a:pt x="1" y="453"/>
                  </a:cubicBezTo>
                  <a:lnTo>
                    <a:pt x="668" y="1120"/>
                  </a:lnTo>
                  <a:cubicBezTo>
                    <a:pt x="811" y="929"/>
                    <a:pt x="954" y="786"/>
                    <a:pt x="1096" y="667"/>
                  </a:cubicBezTo>
                  <a:lnTo>
                    <a:pt x="453"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6" name="Google Shape;22736;p139"/>
            <p:cNvSpPr/>
            <p:nvPr/>
          </p:nvSpPr>
          <p:spPr>
            <a:xfrm>
              <a:off x="5572186" y="4322616"/>
              <a:ext cx="30253" cy="20169"/>
            </a:xfrm>
            <a:custGeom>
              <a:avLst/>
              <a:gdLst/>
              <a:ahLst/>
              <a:cxnLst/>
              <a:rect l="l" t="t" r="r" b="b"/>
              <a:pathLst>
                <a:path w="930" h="620" extrusionOk="0">
                  <a:moveTo>
                    <a:pt x="0" y="0"/>
                  </a:moveTo>
                  <a:cubicBezTo>
                    <a:pt x="96" y="215"/>
                    <a:pt x="96" y="405"/>
                    <a:pt x="0" y="619"/>
                  </a:cubicBezTo>
                  <a:lnTo>
                    <a:pt x="929" y="619"/>
                  </a:lnTo>
                  <a:cubicBezTo>
                    <a:pt x="905" y="405"/>
                    <a:pt x="905" y="215"/>
                    <a:pt x="92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7" name="Google Shape;22737;p139"/>
            <p:cNvSpPr/>
            <p:nvPr/>
          </p:nvSpPr>
          <p:spPr>
            <a:xfrm>
              <a:off x="5598503" y="4386147"/>
              <a:ext cx="35685" cy="36434"/>
            </a:xfrm>
            <a:custGeom>
              <a:avLst/>
              <a:gdLst/>
              <a:ahLst/>
              <a:cxnLst/>
              <a:rect l="l" t="t" r="r" b="b"/>
              <a:pathLst>
                <a:path w="1097" h="1120" extrusionOk="0">
                  <a:moveTo>
                    <a:pt x="668" y="0"/>
                  </a:moveTo>
                  <a:lnTo>
                    <a:pt x="1" y="667"/>
                  </a:lnTo>
                  <a:cubicBezTo>
                    <a:pt x="215" y="762"/>
                    <a:pt x="358" y="929"/>
                    <a:pt x="453" y="1119"/>
                  </a:cubicBezTo>
                  <a:lnTo>
                    <a:pt x="1096" y="453"/>
                  </a:lnTo>
                  <a:cubicBezTo>
                    <a:pt x="954" y="333"/>
                    <a:pt x="811" y="191"/>
                    <a:pt x="668"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8" name="Google Shape;22738;p139"/>
            <p:cNvSpPr/>
            <p:nvPr/>
          </p:nvSpPr>
          <p:spPr>
            <a:xfrm>
              <a:off x="5598503" y="4241258"/>
              <a:ext cx="182103" cy="182103"/>
            </a:xfrm>
            <a:custGeom>
              <a:avLst/>
              <a:gdLst/>
              <a:ahLst/>
              <a:cxnLst/>
              <a:rect l="l" t="t" r="r" b="b"/>
              <a:pathLst>
                <a:path w="5598" h="5598" extrusionOk="0">
                  <a:moveTo>
                    <a:pt x="2811" y="1"/>
                  </a:moveTo>
                  <a:cubicBezTo>
                    <a:pt x="1263" y="1"/>
                    <a:pt x="1" y="1239"/>
                    <a:pt x="1" y="2787"/>
                  </a:cubicBezTo>
                  <a:cubicBezTo>
                    <a:pt x="1" y="4335"/>
                    <a:pt x="1263" y="5597"/>
                    <a:pt x="2811" y="5597"/>
                  </a:cubicBezTo>
                  <a:cubicBezTo>
                    <a:pt x="4311" y="5597"/>
                    <a:pt x="5574" y="4335"/>
                    <a:pt x="5597" y="2787"/>
                  </a:cubicBezTo>
                  <a:cubicBezTo>
                    <a:pt x="5597" y="1239"/>
                    <a:pt x="4335" y="1"/>
                    <a:pt x="2811"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9" name="Google Shape;22739;p139"/>
            <p:cNvSpPr/>
            <p:nvPr/>
          </p:nvSpPr>
          <p:spPr>
            <a:xfrm>
              <a:off x="5689945" y="4242039"/>
              <a:ext cx="89880" cy="182070"/>
            </a:xfrm>
            <a:custGeom>
              <a:avLst/>
              <a:gdLst/>
              <a:ahLst/>
              <a:cxnLst/>
              <a:rect l="l" t="t" r="r" b="b"/>
              <a:pathLst>
                <a:path w="2763" h="5597" extrusionOk="0">
                  <a:moveTo>
                    <a:pt x="0" y="1"/>
                  </a:moveTo>
                  <a:lnTo>
                    <a:pt x="0" y="5597"/>
                  </a:lnTo>
                  <a:cubicBezTo>
                    <a:pt x="72" y="5597"/>
                    <a:pt x="191" y="5573"/>
                    <a:pt x="286" y="5573"/>
                  </a:cubicBezTo>
                  <a:cubicBezTo>
                    <a:pt x="1643" y="5430"/>
                    <a:pt x="2763" y="4240"/>
                    <a:pt x="2763" y="2811"/>
                  </a:cubicBezTo>
                  <a:cubicBezTo>
                    <a:pt x="2763" y="1334"/>
                    <a:pt x="1691" y="191"/>
                    <a:pt x="286" y="24"/>
                  </a:cubicBezTo>
                  <a:cubicBezTo>
                    <a:pt x="191" y="1"/>
                    <a:pt x="119" y="1"/>
                    <a:pt x="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0" name="Google Shape;22740;p139"/>
            <p:cNvSpPr/>
            <p:nvPr/>
          </p:nvSpPr>
          <p:spPr>
            <a:xfrm>
              <a:off x="5618672" y="4262175"/>
              <a:ext cx="141798" cy="141798"/>
            </a:xfrm>
            <a:custGeom>
              <a:avLst/>
              <a:gdLst/>
              <a:ahLst/>
              <a:cxnLst/>
              <a:rect l="l" t="t" r="r" b="b"/>
              <a:pathLst>
                <a:path w="4359" h="4359" extrusionOk="0">
                  <a:moveTo>
                    <a:pt x="2191" y="1"/>
                  </a:moveTo>
                  <a:cubicBezTo>
                    <a:pt x="1000" y="1"/>
                    <a:pt x="0" y="1001"/>
                    <a:pt x="0" y="2192"/>
                  </a:cubicBezTo>
                  <a:cubicBezTo>
                    <a:pt x="0" y="3382"/>
                    <a:pt x="1000" y="4359"/>
                    <a:pt x="2191" y="4359"/>
                  </a:cubicBezTo>
                  <a:cubicBezTo>
                    <a:pt x="3382" y="4359"/>
                    <a:pt x="4358" y="3382"/>
                    <a:pt x="4358" y="2192"/>
                  </a:cubicBezTo>
                  <a:cubicBezTo>
                    <a:pt x="4358" y="953"/>
                    <a:pt x="3382" y="1"/>
                    <a:pt x="219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1" name="Google Shape;22741;p139"/>
            <p:cNvSpPr/>
            <p:nvPr/>
          </p:nvSpPr>
          <p:spPr>
            <a:xfrm>
              <a:off x="5689945" y="4262175"/>
              <a:ext cx="70525" cy="141798"/>
            </a:xfrm>
            <a:custGeom>
              <a:avLst/>
              <a:gdLst/>
              <a:ahLst/>
              <a:cxnLst/>
              <a:rect l="l" t="t" r="r" b="b"/>
              <a:pathLst>
                <a:path w="2168" h="4359" extrusionOk="0">
                  <a:moveTo>
                    <a:pt x="0" y="1"/>
                  </a:moveTo>
                  <a:lnTo>
                    <a:pt x="0" y="4359"/>
                  </a:lnTo>
                  <a:cubicBezTo>
                    <a:pt x="1191" y="4359"/>
                    <a:pt x="2167" y="3382"/>
                    <a:pt x="2167" y="2192"/>
                  </a:cubicBezTo>
                  <a:cubicBezTo>
                    <a:pt x="2167" y="953"/>
                    <a:pt x="1191" y="1"/>
                    <a:pt x="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2" name="Google Shape;22742;p139"/>
            <p:cNvSpPr/>
            <p:nvPr/>
          </p:nvSpPr>
          <p:spPr>
            <a:xfrm>
              <a:off x="5671338" y="4282116"/>
              <a:ext cx="36434" cy="101168"/>
            </a:xfrm>
            <a:custGeom>
              <a:avLst/>
              <a:gdLst/>
              <a:ahLst/>
              <a:cxnLst/>
              <a:rect l="l" t="t" r="r" b="b"/>
              <a:pathLst>
                <a:path w="1120" h="3110" extrusionOk="0">
                  <a:moveTo>
                    <a:pt x="766" y="0"/>
                  </a:moveTo>
                  <a:cubicBezTo>
                    <a:pt x="677" y="0"/>
                    <a:pt x="590" y="37"/>
                    <a:pt x="524" y="102"/>
                  </a:cubicBezTo>
                  <a:lnTo>
                    <a:pt x="120" y="626"/>
                  </a:lnTo>
                  <a:cubicBezTo>
                    <a:pt x="24" y="745"/>
                    <a:pt x="24" y="888"/>
                    <a:pt x="120" y="1007"/>
                  </a:cubicBezTo>
                  <a:lnTo>
                    <a:pt x="358" y="1293"/>
                  </a:lnTo>
                  <a:lnTo>
                    <a:pt x="120" y="1602"/>
                  </a:lnTo>
                  <a:cubicBezTo>
                    <a:pt x="24" y="1722"/>
                    <a:pt x="24" y="1864"/>
                    <a:pt x="120" y="1983"/>
                  </a:cubicBezTo>
                  <a:lnTo>
                    <a:pt x="358" y="2293"/>
                  </a:lnTo>
                  <a:lnTo>
                    <a:pt x="120" y="2579"/>
                  </a:lnTo>
                  <a:cubicBezTo>
                    <a:pt x="1" y="2722"/>
                    <a:pt x="24" y="2912"/>
                    <a:pt x="143" y="3031"/>
                  </a:cubicBezTo>
                  <a:cubicBezTo>
                    <a:pt x="197" y="3085"/>
                    <a:pt x="270" y="3110"/>
                    <a:pt x="345" y="3110"/>
                  </a:cubicBezTo>
                  <a:cubicBezTo>
                    <a:pt x="436" y="3110"/>
                    <a:pt x="530" y="3073"/>
                    <a:pt x="596" y="3008"/>
                  </a:cubicBezTo>
                  <a:lnTo>
                    <a:pt x="1001" y="2484"/>
                  </a:lnTo>
                  <a:cubicBezTo>
                    <a:pt x="1096" y="2365"/>
                    <a:pt x="1096" y="2222"/>
                    <a:pt x="1001" y="2103"/>
                  </a:cubicBezTo>
                  <a:lnTo>
                    <a:pt x="763" y="1817"/>
                  </a:lnTo>
                  <a:lnTo>
                    <a:pt x="1001" y="1507"/>
                  </a:lnTo>
                  <a:cubicBezTo>
                    <a:pt x="1096" y="1388"/>
                    <a:pt x="1096" y="1245"/>
                    <a:pt x="1001" y="1126"/>
                  </a:cubicBezTo>
                  <a:lnTo>
                    <a:pt x="763" y="817"/>
                  </a:lnTo>
                  <a:lnTo>
                    <a:pt x="1001" y="531"/>
                  </a:lnTo>
                  <a:cubicBezTo>
                    <a:pt x="1120" y="388"/>
                    <a:pt x="1096" y="197"/>
                    <a:pt x="977" y="78"/>
                  </a:cubicBezTo>
                  <a:cubicBezTo>
                    <a:pt x="913" y="25"/>
                    <a:pt x="839" y="0"/>
                    <a:pt x="766"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3" name="Google Shape;22743;p139"/>
            <p:cNvSpPr/>
            <p:nvPr/>
          </p:nvSpPr>
          <p:spPr>
            <a:xfrm>
              <a:off x="5688384" y="4282018"/>
              <a:ext cx="18607" cy="98729"/>
            </a:xfrm>
            <a:custGeom>
              <a:avLst/>
              <a:gdLst/>
              <a:ahLst/>
              <a:cxnLst/>
              <a:rect l="l" t="t" r="r" b="b"/>
              <a:pathLst>
                <a:path w="572" h="3035" extrusionOk="0">
                  <a:moveTo>
                    <a:pt x="228" y="1"/>
                  </a:moveTo>
                  <a:cubicBezTo>
                    <a:pt x="146" y="1"/>
                    <a:pt x="63" y="31"/>
                    <a:pt x="0" y="81"/>
                  </a:cubicBezTo>
                  <a:lnTo>
                    <a:pt x="0" y="3034"/>
                  </a:lnTo>
                  <a:lnTo>
                    <a:pt x="48" y="3011"/>
                  </a:lnTo>
                  <a:lnTo>
                    <a:pt x="453" y="2487"/>
                  </a:lnTo>
                  <a:cubicBezTo>
                    <a:pt x="548" y="2368"/>
                    <a:pt x="548" y="2225"/>
                    <a:pt x="453" y="2106"/>
                  </a:cubicBezTo>
                  <a:lnTo>
                    <a:pt x="215" y="1820"/>
                  </a:lnTo>
                  <a:lnTo>
                    <a:pt x="453" y="1510"/>
                  </a:lnTo>
                  <a:cubicBezTo>
                    <a:pt x="572" y="1391"/>
                    <a:pt x="572" y="1224"/>
                    <a:pt x="453" y="1129"/>
                  </a:cubicBezTo>
                  <a:lnTo>
                    <a:pt x="215" y="820"/>
                  </a:lnTo>
                  <a:lnTo>
                    <a:pt x="453" y="534"/>
                  </a:lnTo>
                  <a:cubicBezTo>
                    <a:pt x="572" y="391"/>
                    <a:pt x="548" y="200"/>
                    <a:pt x="429" y="81"/>
                  </a:cubicBezTo>
                  <a:cubicBezTo>
                    <a:pt x="373" y="25"/>
                    <a:pt x="301" y="1"/>
                    <a:pt x="228"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4" name="Google Shape;22744;p139"/>
            <p:cNvSpPr/>
            <p:nvPr/>
          </p:nvSpPr>
          <p:spPr>
            <a:xfrm>
              <a:off x="5659725" y="4160714"/>
              <a:ext cx="59693" cy="60441"/>
            </a:xfrm>
            <a:custGeom>
              <a:avLst/>
              <a:gdLst/>
              <a:ahLst/>
              <a:cxnLst/>
              <a:rect l="l" t="t" r="r" b="b"/>
              <a:pathLst>
                <a:path w="1835" h="1858" extrusionOk="0">
                  <a:moveTo>
                    <a:pt x="929" y="0"/>
                  </a:moveTo>
                  <a:cubicBezTo>
                    <a:pt x="405" y="0"/>
                    <a:pt x="0" y="429"/>
                    <a:pt x="0" y="929"/>
                  </a:cubicBezTo>
                  <a:cubicBezTo>
                    <a:pt x="0" y="1429"/>
                    <a:pt x="405" y="1858"/>
                    <a:pt x="929" y="1858"/>
                  </a:cubicBezTo>
                  <a:cubicBezTo>
                    <a:pt x="1429" y="1858"/>
                    <a:pt x="1834" y="1429"/>
                    <a:pt x="1834" y="929"/>
                  </a:cubicBezTo>
                  <a:cubicBezTo>
                    <a:pt x="1834" y="429"/>
                    <a:pt x="1429" y="0"/>
                    <a:pt x="92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5" name="Google Shape;22745;p139"/>
            <p:cNvSpPr/>
            <p:nvPr/>
          </p:nvSpPr>
          <p:spPr>
            <a:xfrm>
              <a:off x="5689945" y="4159933"/>
              <a:ext cx="29472" cy="60441"/>
            </a:xfrm>
            <a:custGeom>
              <a:avLst/>
              <a:gdLst/>
              <a:ahLst/>
              <a:cxnLst/>
              <a:rect l="l" t="t" r="r" b="b"/>
              <a:pathLst>
                <a:path w="906" h="1858" extrusionOk="0">
                  <a:moveTo>
                    <a:pt x="0" y="0"/>
                  </a:moveTo>
                  <a:lnTo>
                    <a:pt x="0" y="1858"/>
                  </a:lnTo>
                  <a:cubicBezTo>
                    <a:pt x="72" y="1858"/>
                    <a:pt x="191" y="1834"/>
                    <a:pt x="286" y="1810"/>
                  </a:cubicBezTo>
                  <a:cubicBezTo>
                    <a:pt x="643" y="1691"/>
                    <a:pt x="905" y="1358"/>
                    <a:pt x="905" y="953"/>
                  </a:cubicBezTo>
                  <a:cubicBezTo>
                    <a:pt x="905" y="453"/>
                    <a:pt x="500" y="24"/>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6" name="Google Shape;22746;p139"/>
            <p:cNvSpPr/>
            <p:nvPr/>
          </p:nvSpPr>
          <p:spPr>
            <a:xfrm>
              <a:off x="5679861" y="4180850"/>
              <a:ext cx="19388" cy="19388"/>
            </a:xfrm>
            <a:custGeom>
              <a:avLst/>
              <a:gdLst/>
              <a:ahLst/>
              <a:cxnLst/>
              <a:rect l="l" t="t" r="r" b="b"/>
              <a:pathLst>
                <a:path w="596" h="596" extrusionOk="0">
                  <a:moveTo>
                    <a:pt x="310" y="0"/>
                  </a:moveTo>
                  <a:cubicBezTo>
                    <a:pt x="143" y="0"/>
                    <a:pt x="0" y="119"/>
                    <a:pt x="0" y="310"/>
                  </a:cubicBezTo>
                  <a:cubicBezTo>
                    <a:pt x="0" y="453"/>
                    <a:pt x="120" y="596"/>
                    <a:pt x="310" y="596"/>
                  </a:cubicBezTo>
                  <a:cubicBezTo>
                    <a:pt x="453" y="596"/>
                    <a:pt x="596" y="477"/>
                    <a:pt x="596" y="310"/>
                  </a:cubicBezTo>
                  <a:cubicBezTo>
                    <a:pt x="596" y="167"/>
                    <a:pt x="477" y="0"/>
                    <a:pt x="31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7" name="Google Shape;22747;p139"/>
            <p:cNvSpPr/>
            <p:nvPr/>
          </p:nvSpPr>
          <p:spPr>
            <a:xfrm>
              <a:off x="5689945" y="4180069"/>
              <a:ext cx="9304" cy="20169"/>
            </a:xfrm>
            <a:custGeom>
              <a:avLst/>
              <a:gdLst/>
              <a:ahLst/>
              <a:cxnLst/>
              <a:rect l="l" t="t" r="r" b="b"/>
              <a:pathLst>
                <a:path w="286" h="620" extrusionOk="0">
                  <a:moveTo>
                    <a:pt x="0" y="0"/>
                  </a:moveTo>
                  <a:lnTo>
                    <a:pt x="0" y="620"/>
                  </a:lnTo>
                  <a:cubicBezTo>
                    <a:pt x="143" y="620"/>
                    <a:pt x="286" y="501"/>
                    <a:pt x="286" y="334"/>
                  </a:cubicBezTo>
                  <a:cubicBezTo>
                    <a:pt x="286" y="143"/>
                    <a:pt x="143" y="0"/>
                    <a:pt x="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8" name="Google Shape;22748;p139"/>
            <p:cNvSpPr/>
            <p:nvPr/>
          </p:nvSpPr>
          <p:spPr>
            <a:xfrm>
              <a:off x="5548179" y="4202352"/>
              <a:ext cx="80935" cy="59920"/>
            </a:xfrm>
            <a:custGeom>
              <a:avLst/>
              <a:gdLst/>
              <a:ahLst/>
              <a:cxnLst/>
              <a:rect l="l" t="t" r="r" b="b"/>
              <a:pathLst>
                <a:path w="2488" h="1842" extrusionOk="0">
                  <a:moveTo>
                    <a:pt x="1250" y="0"/>
                  </a:moveTo>
                  <a:cubicBezTo>
                    <a:pt x="1012" y="0"/>
                    <a:pt x="774" y="89"/>
                    <a:pt x="595" y="268"/>
                  </a:cubicBezTo>
                  <a:cubicBezTo>
                    <a:pt x="0" y="863"/>
                    <a:pt x="429" y="1840"/>
                    <a:pt x="1262" y="1840"/>
                  </a:cubicBezTo>
                  <a:cubicBezTo>
                    <a:pt x="1281" y="1841"/>
                    <a:pt x="1300" y="1841"/>
                    <a:pt x="1318" y="1841"/>
                  </a:cubicBezTo>
                  <a:cubicBezTo>
                    <a:pt x="2113" y="1841"/>
                    <a:pt x="2487" y="850"/>
                    <a:pt x="1905" y="268"/>
                  </a:cubicBezTo>
                  <a:cubicBezTo>
                    <a:pt x="1727" y="89"/>
                    <a:pt x="1488" y="0"/>
                    <a:pt x="1250"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9" name="Google Shape;22749;p139"/>
            <p:cNvSpPr/>
            <p:nvPr/>
          </p:nvSpPr>
          <p:spPr>
            <a:xfrm>
              <a:off x="5579148" y="4223367"/>
              <a:ext cx="23291" cy="19485"/>
            </a:xfrm>
            <a:custGeom>
              <a:avLst/>
              <a:gdLst/>
              <a:ahLst/>
              <a:cxnLst/>
              <a:rect l="l" t="t" r="r" b="b"/>
              <a:pathLst>
                <a:path w="716" h="599" extrusionOk="0">
                  <a:moveTo>
                    <a:pt x="321" y="0"/>
                  </a:moveTo>
                  <a:cubicBezTo>
                    <a:pt x="155" y="0"/>
                    <a:pt x="1" y="134"/>
                    <a:pt x="1" y="313"/>
                  </a:cubicBezTo>
                  <a:cubicBezTo>
                    <a:pt x="1" y="455"/>
                    <a:pt x="120" y="598"/>
                    <a:pt x="310" y="598"/>
                  </a:cubicBezTo>
                  <a:cubicBezTo>
                    <a:pt x="596" y="598"/>
                    <a:pt x="715" y="289"/>
                    <a:pt x="548" y="98"/>
                  </a:cubicBezTo>
                  <a:cubicBezTo>
                    <a:pt x="480" y="30"/>
                    <a:pt x="399" y="0"/>
                    <a:pt x="32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0" name="Google Shape;22750;p139"/>
            <p:cNvSpPr/>
            <p:nvPr/>
          </p:nvSpPr>
          <p:spPr>
            <a:xfrm>
              <a:off x="5517178" y="4303228"/>
              <a:ext cx="60441" cy="59693"/>
            </a:xfrm>
            <a:custGeom>
              <a:avLst/>
              <a:gdLst/>
              <a:ahLst/>
              <a:cxnLst/>
              <a:rect l="l" t="t" r="r" b="b"/>
              <a:pathLst>
                <a:path w="1858" h="1835" extrusionOk="0">
                  <a:moveTo>
                    <a:pt x="929" y="1"/>
                  </a:moveTo>
                  <a:cubicBezTo>
                    <a:pt x="405" y="1"/>
                    <a:pt x="0" y="406"/>
                    <a:pt x="0" y="930"/>
                  </a:cubicBezTo>
                  <a:cubicBezTo>
                    <a:pt x="0" y="1430"/>
                    <a:pt x="405" y="1835"/>
                    <a:pt x="929" y="1835"/>
                  </a:cubicBezTo>
                  <a:cubicBezTo>
                    <a:pt x="1429" y="1835"/>
                    <a:pt x="1858" y="1430"/>
                    <a:pt x="1858" y="930"/>
                  </a:cubicBezTo>
                  <a:cubicBezTo>
                    <a:pt x="1858" y="406"/>
                    <a:pt x="1429" y="1"/>
                    <a:pt x="929"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1" name="Google Shape;22751;p139"/>
            <p:cNvSpPr/>
            <p:nvPr/>
          </p:nvSpPr>
          <p:spPr>
            <a:xfrm>
              <a:off x="5537314" y="4323396"/>
              <a:ext cx="19388" cy="19388"/>
            </a:xfrm>
            <a:custGeom>
              <a:avLst/>
              <a:gdLst/>
              <a:ahLst/>
              <a:cxnLst/>
              <a:rect l="l" t="t" r="r" b="b"/>
              <a:pathLst>
                <a:path w="596" h="596" extrusionOk="0">
                  <a:moveTo>
                    <a:pt x="310" y="0"/>
                  </a:moveTo>
                  <a:cubicBezTo>
                    <a:pt x="167" y="0"/>
                    <a:pt x="1" y="119"/>
                    <a:pt x="1" y="310"/>
                  </a:cubicBezTo>
                  <a:cubicBezTo>
                    <a:pt x="1" y="453"/>
                    <a:pt x="120" y="595"/>
                    <a:pt x="310" y="595"/>
                  </a:cubicBezTo>
                  <a:cubicBezTo>
                    <a:pt x="477" y="595"/>
                    <a:pt x="596" y="453"/>
                    <a:pt x="596" y="310"/>
                  </a:cubicBezTo>
                  <a:cubicBezTo>
                    <a:pt x="596" y="143"/>
                    <a:pt x="477" y="0"/>
                    <a:pt x="31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2" name="Google Shape;22752;p139"/>
            <p:cNvSpPr/>
            <p:nvPr/>
          </p:nvSpPr>
          <p:spPr>
            <a:xfrm>
              <a:off x="5555921" y="4402965"/>
              <a:ext cx="65873" cy="60083"/>
            </a:xfrm>
            <a:custGeom>
              <a:avLst/>
              <a:gdLst/>
              <a:ahLst/>
              <a:cxnLst/>
              <a:rect l="l" t="t" r="r" b="b"/>
              <a:pathLst>
                <a:path w="2025" h="1847" extrusionOk="0">
                  <a:moveTo>
                    <a:pt x="1012" y="1"/>
                  </a:moveTo>
                  <a:cubicBezTo>
                    <a:pt x="774" y="1"/>
                    <a:pt x="536" y="90"/>
                    <a:pt x="357" y="269"/>
                  </a:cubicBezTo>
                  <a:cubicBezTo>
                    <a:pt x="0" y="626"/>
                    <a:pt x="0" y="1221"/>
                    <a:pt x="357" y="1579"/>
                  </a:cubicBezTo>
                  <a:cubicBezTo>
                    <a:pt x="536" y="1757"/>
                    <a:pt x="774" y="1847"/>
                    <a:pt x="1012" y="1847"/>
                  </a:cubicBezTo>
                  <a:cubicBezTo>
                    <a:pt x="1250" y="1847"/>
                    <a:pt x="1489" y="1757"/>
                    <a:pt x="1667" y="1579"/>
                  </a:cubicBezTo>
                  <a:cubicBezTo>
                    <a:pt x="2024" y="1221"/>
                    <a:pt x="2024" y="626"/>
                    <a:pt x="1667" y="269"/>
                  </a:cubicBezTo>
                  <a:cubicBezTo>
                    <a:pt x="1489" y="90"/>
                    <a:pt x="1250" y="1"/>
                    <a:pt x="1012"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3" name="Google Shape;22753;p139"/>
            <p:cNvSpPr/>
            <p:nvPr/>
          </p:nvSpPr>
          <p:spPr>
            <a:xfrm>
              <a:off x="5578367" y="4421962"/>
              <a:ext cx="22511" cy="20559"/>
            </a:xfrm>
            <a:custGeom>
              <a:avLst/>
              <a:gdLst/>
              <a:ahLst/>
              <a:cxnLst/>
              <a:rect l="l" t="t" r="r" b="b"/>
              <a:pathLst>
                <a:path w="692" h="632" extrusionOk="0">
                  <a:moveTo>
                    <a:pt x="346" y="0"/>
                  </a:moveTo>
                  <a:cubicBezTo>
                    <a:pt x="263" y="0"/>
                    <a:pt x="179" y="30"/>
                    <a:pt x="120" y="90"/>
                  </a:cubicBezTo>
                  <a:cubicBezTo>
                    <a:pt x="1" y="209"/>
                    <a:pt x="1" y="423"/>
                    <a:pt x="120" y="542"/>
                  </a:cubicBezTo>
                  <a:cubicBezTo>
                    <a:pt x="179" y="602"/>
                    <a:pt x="263" y="632"/>
                    <a:pt x="346" y="632"/>
                  </a:cubicBezTo>
                  <a:cubicBezTo>
                    <a:pt x="429" y="632"/>
                    <a:pt x="513" y="602"/>
                    <a:pt x="572" y="542"/>
                  </a:cubicBezTo>
                  <a:cubicBezTo>
                    <a:pt x="691" y="423"/>
                    <a:pt x="691" y="256"/>
                    <a:pt x="572" y="90"/>
                  </a:cubicBezTo>
                  <a:cubicBezTo>
                    <a:pt x="513" y="30"/>
                    <a:pt x="429" y="0"/>
                    <a:pt x="346"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4" name="Google Shape;22754;p139"/>
            <p:cNvSpPr/>
            <p:nvPr/>
          </p:nvSpPr>
          <p:spPr>
            <a:xfrm>
              <a:off x="5659725" y="4444245"/>
              <a:ext cx="59693" cy="60441"/>
            </a:xfrm>
            <a:custGeom>
              <a:avLst/>
              <a:gdLst/>
              <a:ahLst/>
              <a:cxnLst/>
              <a:rect l="l" t="t" r="r" b="b"/>
              <a:pathLst>
                <a:path w="1835" h="1858" extrusionOk="0">
                  <a:moveTo>
                    <a:pt x="929" y="0"/>
                  </a:moveTo>
                  <a:cubicBezTo>
                    <a:pt x="405" y="0"/>
                    <a:pt x="0" y="429"/>
                    <a:pt x="0" y="929"/>
                  </a:cubicBezTo>
                  <a:cubicBezTo>
                    <a:pt x="0" y="1429"/>
                    <a:pt x="405" y="1858"/>
                    <a:pt x="929" y="1858"/>
                  </a:cubicBezTo>
                  <a:cubicBezTo>
                    <a:pt x="1429" y="1858"/>
                    <a:pt x="1834" y="1429"/>
                    <a:pt x="1834" y="929"/>
                  </a:cubicBezTo>
                  <a:cubicBezTo>
                    <a:pt x="1834" y="429"/>
                    <a:pt x="1429" y="0"/>
                    <a:pt x="92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5" name="Google Shape;22755;p139"/>
            <p:cNvSpPr/>
            <p:nvPr/>
          </p:nvSpPr>
          <p:spPr>
            <a:xfrm>
              <a:off x="5689945" y="4443465"/>
              <a:ext cx="29472" cy="61221"/>
            </a:xfrm>
            <a:custGeom>
              <a:avLst/>
              <a:gdLst/>
              <a:ahLst/>
              <a:cxnLst/>
              <a:rect l="l" t="t" r="r" b="b"/>
              <a:pathLst>
                <a:path w="906" h="1882" extrusionOk="0">
                  <a:moveTo>
                    <a:pt x="0" y="0"/>
                  </a:moveTo>
                  <a:lnTo>
                    <a:pt x="0" y="1882"/>
                  </a:lnTo>
                  <a:cubicBezTo>
                    <a:pt x="500" y="1882"/>
                    <a:pt x="905" y="1453"/>
                    <a:pt x="905" y="953"/>
                  </a:cubicBezTo>
                  <a:cubicBezTo>
                    <a:pt x="905" y="572"/>
                    <a:pt x="643" y="215"/>
                    <a:pt x="286" y="72"/>
                  </a:cubicBezTo>
                  <a:cubicBezTo>
                    <a:pt x="191" y="24"/>
                    <a:pt x="119"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6" name="Google Shape;22756;p139"/>
            <p:cNvSpPr/>
            <p:nvPr/>
          </p:nvSpPr>
          <p:spPr>
            <a:xfrm>
              <a:off x="5679861" y="4465910"/>
              <a:ext cx="19388" cy="19420"/>
            </a:xfrm>
            <a:custGeom>
              <a:avLst/>
              <a:gdLst/>
              <a:ahLst/>
              <a:cxnLst/>
              <a:rect l="l" t="t" r="r" b="b"/>
              <a:pathLst>
                <a:path w="596" h="597" extrusionOk="0">
                  <a:moveTo>
                    <a:pt x="310" y="1"/>
                  </a:moveTo>
                  <a:cubicBezTo>
                    <a:pt x="143" y="1"/>
                    <a:pt x="0" y="120"/>
                    <a:pt x="0" y="287"/>
                  </a:cubicBezTo>
                  <a:cubicBezTo>
                    <a:pt x="0" y="453"/>
                    <a:pt x="120" y="596"/>
                    <a:pt x="310" y="596"/>
                  </a:cubicBezTo>
                  <a:cubicBezTo>
                    <a:pt x="453" y="596"/>
                    <a:pt x="596" y="453"/>
                    <a:pt x="596" y="287"/>
                  </a:cubicBezTo>
                  <a:cubicBezTo>
                    <a:pt x="596" y="144"/>
                    <a:pt x="477" y="1"/>
                    <a:pt x="31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7" name="Google Shape;22757;p139"/>
            <p:cNvSpPr/>
            <p:nvPr/>
          </p:nvSpPr>
          <p:spPr>
            <a:xfrm>
              <a:off x="5689945" y="4463601"/>
              <a:ext cx="9304" cy="20949"/>
            </a:xfrm>
            <a:custGeom>
              <a:avLst/>
              <a:gdLst/>
              <a:ahLst/>
              <a:cxnLst/>
              <a:rect l="l" t="t" r="r" b="b"/>
              <a:pathLst>
                <a:path w="286" h="644" extrusionOk="0">
                  <a:moveTo>
                    <a:pt x="0" y="0"/>
                  </a:moveTo>
                  <a:lnTo>
                    <a:pt x="0" y="643"/>
                  </a:lnTo>
                  <a:cubicBezTo>
                    <a:pt x="143" y="643"/>
                    <a:pt x="286" y="524"/>
                    <a:pt x="286" y="334"/>
                  </a:cubicBezTo>
                  <a:cubicBezTo>
                    <a:pt x="286" y="191"/>
                    <a:pt x="143" y="48"/>
                    <a:pt x="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8" name="Google Shape;22758;p139"/>
            <p:cNvSpPr/>
            <p:nvPr/>
          </p:nvSpPr>
          <p:spPr>
            <a:xfrm>
              <a:off x="5756566" y="4402965"/>
              <a:ext cx="65873" cy="60083"/>
            </a:xfrm>
            <a:custGeom>
              <a:avLst/>
              <a:gdLst/>
              <a:ahLst/>
              <a:cxnLst/>
              <a:rect l="l" t="t" r="r" b="b"/>
              <a:pathLst>
                <a:path w="2025" h="1847" extrusionOk="0">
                  <a:moveTo>
                    <a:pt x="1012" y="1"/>
                  </a:moveTo>
                  <a:cubicBezTo>
                    <a:pt x="774" y="1"/>
                    <a:pt x="536" y="90"/>
                    <a:pt x="357" y="269"/>
                  </a:cubicBezTo>
                  <a:cubicBezTo>
                    <a:pt x="0" y="626"/>
                    <a:pt x="0" y="1221"/>
                    <a:pt x="357" y="1579"/>
                  </a:cubicBezTo>
                  <a:cubicBezTo>
                    <a:pt x="536" y="1757"/>
                    <a:pt x="774" y="1847"/>
                    <a:pt x="1012" y="1847"/>
                  </a:cubicBezTo>
                  <a:cubicBezTo>
                    <a:pt x="1250" y="1847"/>
                    <a:pt x="1489" y="1757"/>
                    <a:pt x="1667" y="1579"/>
                  </a:cubicBezTo>
                  <a:cubicBezTo>
                    <a:pt x="2024" y="1221"/>
                    <a:pt x="2024" y="626"/>
                    <a:pt x="1667" y="269"/>
                  </a:cubicBezTo>
                  <a:cubicBezTo>
                    <a:pt x="1489" y="90"/>
                    <a:pt x="1250" y="1"/>
                    <a:pt x="101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9" name="Google Shape;22759;p139"/>
            <p:cNvSpPr/>
            <p:nvPr/>
          </p:nvSpPr>
          <p:spPr>
            <a:xfrm>
              <a:off x="5777483" y="4421962"/>
              <a:ext cx="22478" cy="20559"/>
            </a:xfrm>
            <a:custGeom>
              <a:avLst/>
              <a:gdLst/>
              <a:ahLst/>
              <a:cxnLst/>
              <a:rect l="l" t="t" r="r" b="b"/>
              <a:pathLst>
                <a:path w="691" h="632" extrusionOk="0">
                  <a:moveTo>
                    <a:pt x="345" y="0"/>
                  </a:moveTo>
                  <a:cubicBezTo>
                    <a:pt x="262" y="0"/>
                    <a:pt x="179" y="30"/>
                    <a:pt x="119" y="90"/>
                  </a:cubicBezTo>
                  <a:cubicBezTo>
                    <a:pt x="0" y="209"/>
                    <a:pt x="0" y="423"/>
                    <a:pt x="119" y="542"/>
                  </a:cubicBezTo>
                  <a:cubicBezTo>
                    <a:pt x="179" y="602"/>
                    <a:pt x="262" y="632"/>
                    <a:pt x="345" y="632"/>
                  </a:cubicBezTo>
                  <a:cubicBezTo>
                    <a:pt x="429" y="632"/>
                    <a:pt x="512" y="602"/>
                    <a:pt x="572" y="542"/>
                  </a:cubicBezTo>
                  <a:cubicBezTo>
                    <a:pt x="691" y="423"/>
                    <a:pt x="691" y="256"/>
                    <a:pt x="572" y="90"/>
                  </a:cubicBezTo>
                  <a:cubicBezTo>
                    <a:pt x="512" y="30"/>
                    <a:pt x="429" y="0"/>
                    <a:pt x="34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0" name="Google Shape;22760;p139"/>
            <p:cNvSpPr/>
            <p:nvPr/>
          </p:nvSpPr>
          <p:spPr>
            <a:xfrm>
              <a:off x="5800710" y="4302480"/>
              <a:ext cx="60473" cy="59660"/>
            </a:xfrm>
            <a:custGeom>
              <a:avLst/>
              <a:gdLst/>
              <a:ahLst/>
              <a:cxnLst/>
              <a:rect l="l" t="t" r="r" b="b"/>
              <a:pathLst>
                <a:path w="1859" h="1834" extrusionOk="0">
                  <a:moveTo>
                    <a:pt x="929" y="0"/>
                  </a:moveTo>
                  <a:cubicBezTo>
                    <a:pt x="429" y="0"/>
                    <a:pt x="1" y="405"/>
                    <a:pt x="1" y="905"/>
                  </a:cubicBezTo>
                  <a:cubicBezTo>
                    <a:pt x="1" y="1429"/>
                    <a:pt x="429" y="1834"/>
                    <a:pt x="929" y="1834"/>
                  </a:cubicBezTo>
                  <a:cubicBezTo>
                    <a:pt x="1429" y="1834"/>
                    <a:pt x="1858" y="1429"/>
                    <a:pt x="1858" y="905"/>
                  </a:cubicBezTo>
                  <a:cubicBezTo>
                    <a:pt x="1858" y="405"/>
                    <a:pt x="1429" y="0"/>
                    <a:pt x="92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1" name="Google Shape;22761;p139"/>
            <p:cNvSpPr/>
            <p:nvPr/>
          </p:nvSpPr>
          <p:spPr>
            <a:xfrm>
              <a:off x="5821626" y="4323396"/>
              <a:ext cx="20169" cy="19388"/>
            </a:xfrm>
            <a:custGeom>
              <a:avLst/>
              <a:gdLst/>
              <a:ahLst/>
              <a:cxnLst/>
              <a:rect l="l" t="t" r="r" b="b"/>
              <a:pathLst>
                <a:path w="620" h="596" extrusionOk="0">
                  <a:moveTo>
                    <a:pt x="286" y="0"/>
                  </a:moveTo>
                  <a:cubicBezTo>
                    <a:pt x="143" y="0"/>
                    <a:pt x="1" y="119"/>
                    <a:pt x="1" y="310"/>
                  </a:cubicBezTo>
                  <a:cubicBezTo>
                    <a:pt x="1" y="453"/>
                    <a:pt x="120" y="595"/>
                    <a:pt x="286" y="595"/>
                  </a:cubicBezTo>
                  <a:cubicBezTo>
                    <a:pt x="453" y="595"/>
                    <a:pt x="620" y="453"/>
                    <a:pt x="596" y="310"/>
                  </a:cubicBezTo>
                  <a:cubicBezTo>
                    <a:pt x="596" y="143"/>
                    <a:pt x="429" y="0"/>
                    <a:pt x="286"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2" name="Google Shape;22762;p139"/>
            <p:cNvSpPr/>
            <p:nvPr/>
          </p:nvSpPr>
          <p:spPr>
            <a:xfrm>
              <a:off x="5756566" y="4202352"/>
              <a:ext cx="65873" cy="60636"/>
            </a:xfrm>
            <a:custGeom>
              <a:avLst/>
              <a:gdLst/>
              <a:ahLst/>
              <a:cxnLst/>
              <a:rect l="l" t="t" r="r" b="b"/>
              <a:pathLst>
                <a:path w="2025" h="1864" extrusionOk="0">
                  <a:moveTo>
                    <a:pt x="1012" y="0"/>
                  </a:moveTo>
                  <a:cubicBezTo>
                    <a:pt x="774" y="0"/>
                    <a:pt x="536" y="89"/>
                    <a:pt x="357" y="268"/>
                  </a:cubicBezTo>
                  <a:cubicBezTo>
                    <a:pt x="0" y="625"/>
                    <a:pt x="0" y="1221"/>
                    <a:pt x="357" y="1578"/>
                  </a:cubicBezTo>
                  <a:cubicBezTo>
                    <a:pt x="536" y="1768"/>
                    <a:pt x="774" y="1864"/>
                    <a:pt x="1012" y="1864"/>
                  </a:cubicBezTo>
                  <a:cubicBezTo>
                    <a:pt x="1250" y="1864"/>
                    <a:pt x="1489" y="1768"/>
                    <a:pt x="1667" y="1578"/>
                  </a:cubicBezTo>
                  <a:cubicBezTo>
                    <a:pt x="2024" y="1221"/>
                    <a:pt x="2024" y="625"/>
                    <a:pt x="1667" y="268"/>
                  </a:cubicBezTo>
                  <a:cubicBezTo>
                    <a:pt x="1489" y="89"/>
                    <a:pt x="1250" y="0"/>
                    <a:pt x="10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3" name="Google Shape;22763;p139"/>
            <p:cNvSpPr/>
            <p:nvPr/>
          </p:nvSpPr>
          <p:spPr>
            <a:xfrm>
              <a:off x="5775922" y="4222684"/>
              <a:ext cx="23259" cy="19681"/>
            </a:xfrm>
            <a:custGeom>
              <a:avLst/>
              <a:gdLst/>
              <a:ahLst/>
              <a:cxnLst/>
              <a:rect l="l" t="t" r="r" b="b"/>
              <a:pathLst>
                <a:path w="715" h="605" extrusionOk="0">
                  <a:moveTo>
                    <a:pt x="405" y="0"/>
                  </a:moveTo>
                  <a:cubicBezTo>
                    <a:pt x="143" y="0"/>
                    <a:pt x="0" y="334"/>
                    <a:pt x="167" y="500"/>
                  </a:cubicBezTo>
                  <a:cubicBezTo>
                    <a:pt x="240" y="573"/>
                    <a:pt x="326" y="604"/>
                    <a:pt x="408" y="604"/>
                  </a:cubicBezTo>
                  <a:cubicBezTo>
                    <a:pt x="569" y="604"/>
                    <a:pt x="715" y="483"/>
                    <a:pt x="715" y="310"/>
                  </a:cubicBezTo>
                  <a:cubicBezTo>
                    <a:pt x="715" y="143"/>
                    <a:pt x="596" y="0"/>
                    <a:pt x="40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64" name="Google Shape;22764;p139"/>
          <p:cNvGrpSpPr/>
          <p:nvPr/>
        </p:nvGrpSpPr>
        <p:grpSpPr>
          <a:xfrm>
            <a:off x="6279454" y="4007533"/>
            <a:ext cx="345566" cy="345046"/>
            <a:chOff x="6279454" y="4159933"/>
            <a:chExt cx="345566" cy="345046"/>
          </a:xfrm>
        </p:grpSpPr>
        <p:sp>
          <p:nvSpPr>
            <p:cNvPr id="22765" name="Google Shape;22765;p139"/>
            <p:cNvSpPr/>
            <p:nvPr/>
          </p:nvSpPr>
          <p:spPr>
            <a:xfrm>
              <a:off x="6401083" y="4159933"/>
              <a:ext cx="100745" cy="20169"/>
            </a:xfrm>
            <a:custGeom>
              <a:avLst/>
              <a:gdLst/>
              <a:ahLst/>
              <a:cxnLst/>
              <a:rect l="l" t="t" r="r" b="b"/>
              <a:pathLst>
                <a:path w="3097" h="620" extrusionOk="0">
                  <a:moveTo>
                    <a:pt x="334" y="0"/>
                  </a:moveTo>
                  <a:cubicBezTo>
                    <a:pt x="144" y="0"/>
                    <a:pt x="1" y="167"/>
                    <a:pt x="48" y="357"/>
                  </a:cubicBezTo>
                  <a:cubicBezTo>
                    <a:pt x="72" y="500"/>
                    <a:pt x="215" y="619"/>
                    <a:pt x="358" y="619"/>
                  </a:cubicBezTo>
                  <a:lnTo>
                    <a:pt x="2787" y="619"/>
                  </a:lnTo>
                  <a:cubicBezTo>
                    <a:pt x="2954" y="619"/>
                    <a:pt x="3097" y="477"/>
                    <a:pt x="3073" y="262"/>
                  </a:cubicBezTo>
                  <a:cubicBezTo>
                    <a:pt x="3049" y="119"/>
                    <a:pt x="2906" y="0"/>
                    <a:pt x="2739"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6" name="Google Shape;22766;p139"/>
            <p:cNvSpPr/>
            <p:nvPr/>
          </p:nvSpPr>
          <p:spPr>
            <a:xfrm>
              <a:off x="6451440" y="4159933"/>
              <a:ext cx="49608" cy="20169"/>
            </a:xfrm>
            <a:custGeom>
              <a:avLst/>
              <a:gdLst/>
              <a:ahLst/>
              <a:cxnLst/>
              <a:rect l="l" t="t" r="r" b="b"/>
              <a:pathLst>
                <a:path w="1525" h="620" extrusionOk="0">
                  <a:moveTo>
                    <a:pt x="1" y="0"/>
                  </a:moveTo>
                  <a:lnTo>
                    <a:pt x="1" y="619"/>
                  </a:lnTo>
                  <a:lnTo>
                    <a:pt x="1239" y="619"/>
                  </a:lnTo>
                  <a:cubicBezTo>
                    <a:pt x="1382" y="619"/>
                    <a:pt x="1525" y="500"/>
                    <a:pt x="1525" y="334"/>
                  </a:cubicBezTo>
                  <a:cubicBezTo>
                    <a:pt x="1525" y="143"/>
                    <a:pt x="1406" y="24"/>
                    <a:pt x="1239"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7" name="Google Shape;22767;p139"/>
            <p:cNvSpPr/>
            <p:nvPr/>
          </p:nvSpPr>
          <p:spPr>
            <a:xfrm>
              <a:off x="6336804" y="4176979"/>
              <a:ext cx="229337" cy="210729"/>
            </a:xfrm>
            <a:custGeom>
              <a:avLst/>
              <a:gdLst/>
              <a:ahLst/>
              <a:cxnLst/>
              <a:rect l="l" t="t" r="r" b="b"/>
              <a:pathLst>
                <a:path w="7050" h="6478" extrusionOk="0">
                  <a:moveTo>
                    <a:pt x="2286" y="0"/>
                  </a:moveTo>
                  <a:lnTo>
                    <a:pt x="2286" y="1548"/>
                  </a:lnTo>
                  <a:lnTo>
                    <a:pt x="238" y="5215"/>
                  </a:lnTo>
                  <a:cubicBezTo>
                    <a:pt x="0" y="5644"/>
                    <a:pt x="48" y="6120"/>
                    <a:pt x="286" y="6478"/>
                  </a:cubicBezTo>
                  <a:lnTo>
                    <a:pt x="6716" y="6478"/>
                  </a:lnTo>
                  <a:cubicBezTo>
                    <a:pt x="6978" y="6120"/>
                    <a:pt x="7049" y="5644"/>
                    <a:pt x="6811" y="5215"/>
                  </a:cubicBezTo>
                  <a:lnTo>
                    <a:pt x="4763" y="1548"/>
                  </a:lnTo>
                  <a:lnTo>
                    <a:pt x="4763"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8" name="Google Shape;22768;p139"/>
            <p:cNvSpPr/>
            <p:nvPr/>
          </p:nvSpPr>
          <p:spPr>
            <a:xfrm>
              <a:off x="6451440" y="4178508"/>
              <a:ext cx="112359" cy="209981"/>
            </a:xfrm>
            <a:custGeom>
              <a:avLst/>
              <a:gdLst/>
              <a:ahLst/>
              <a:cxnLst/>
              <a:rect l="l" t="t" r="r" b="b"/>
              <a:pathLst>
                <a:path w="3454" h="6455" extrusionOk="0">
                  <a:moveTo>
                    <a:pt x="1" y="1"/>
                  </a:moveTo>
                  <a:lnTo>
                    <a:pt x="1" y="6454"/>
                  </a:lnTo>
                  <a:lnTo>
                    <a:pt x="3216" y="6454"/>
                  </a:lnTo>
                  <a:cubicBezTo>
                    <a:pt x="3406" y="6193"/>
                    <a:pt x="3454" y="5883"/>
                    <a:pt x="3430" y="5621"/>
                  </a:cubicBezTo>
                  <a:cubicBezTo>
                    <a:pt x="3430" y="5621"/>
                    <a:pt x="3406" y="5407"/>
                    <a:pt x="3287" y="5192"/>
                  </a:cubicBezTo>
                  <a:cubicBezTo>
                    <a:pt x="3216" y="5073"/>
                    <a:pt x="1311" y="1668"/>
                    <a:pt x="1239" y="1549"/>
                  </a:cubicBezTo>
                  <a:lnTo>
                    <a:pt x="1239"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9" name="Google Shape;22769;p139"/>
            <p:cNvSpPr/>
            <p:nvPr/>
          </p:nvSpPr>
          <p:spPr>
            <a:xfrm>
              <a:off x="6338333" y="4272259"/>
              <a:ext cx="227808" cy="115449"/>
            </a:xfrm>
            <a:custGeom>
              <a:avLst/>
              <a:gdLst/>
              <a:ahLst/>
              <a:cxnLst/>
              <a:rect l="l" t="t" r="r" b="b"/>
              <a:pathLst>
                <a:path w="7003" h="3549" extrusionOk="0">
                  <a:moveTo>
                    <a:pt x="1477" y="0"/>
                  </a:moveTo>
                  <a:lnTo>
                    <a:pt x="215" y="2286"/>
                  </a:lnTo>
                  <a:cubicBezTo>
                    <a:pt x="1" y="2715"/>
                    <a:pt x="25" y="3144"/>
                    <a:pt x="263" y="3549"/>
                  </a:cubicBezTo>
                  <a:lnTo>
                    <a:pt x="6693" y="3549"/>
                  </a:lnTo>
                  <a:cubicBezTo>
                    <a:pt x="6978" y="3191"/>
                    <a:pt x="7002" y="2715"/>
                    <a:pt x="6764" y="2286"/>
                  </a:cubicBezTo>
                  <a:lnTo>
                    <a:pt x="5478"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0" name="Google Shape;22770;p139"/>
            <p:cNvSpPr/>
            <p:nvPr/>
          </p:nvSpPr>
          <p:spPr>
            <a:xfrm>
              <a:off x="6451440" y="4272259"/>
              <a:ext cx="112359" cy="115449"/>
            </a:xfrm>
            <a:custGeom>
              <a:avLst/>
              <a:gdLst/>
              <a:ahLst/>
              <a:cxnLst/>
              <a:rect l="l" t="t" r="r" b="b"/>
              <a:pathLst>
                <a:path w="3454" h="3549" extrusionOk="0">
                  <a:moveTo>
                    <a:pt x="1" y="0"/>
                  </a:moveTo>
                  <a:lnTo>
                    <a:pt x="1" y="3549"/>
                  </a:lnTo>
                  <a:lnTo>
                    <a:pt x="3216" y="3549"/>
                  </a:lnTo>
                  <a:cubicBezTo>
                    <a:pt x="3406" y="3311"/>
                    <a:pt x="3454" y="3001"/>
                    <a:pt x="3430" y="2715"/>
                  </a:cubicBezTo>
                  <a:cubicBezTo>
                    <a:pt x="3430" y="2715"/>
                    <a:pt x="3406" y="2525"/>
                    <a:pt x="3287" y="2286"/>
                  </a:cubicBezTo>
                  <a:lnTo>
                    <a:pt x="2001"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1" name="Google Shape;22771;p139"/>
            <p:cNvSpPr/>
            <p:nvPr/>
          </p:nvSpPr>
          <p:spPr>
            <a:xfrm>
              <a:off x="6422781" y="4303943"/>
              <a:ext cx="19388" cy="19485"/>
            </a:xfrm>
            <a:custGeom>
              <a:avLst/>
              <a:gdLst/>
              <a:ahLst/>
              <a:cxnLst/>
              <a:rect l="l" t="t" r="r" b="b"/>
              <a:pathLst>
                <a:path w="596" h="599" extrusionOk="0">
                  <a:moveTo>
                    <a:pt x="323" y="0"/>
                  </a:moveTo>
                  <a:cubicBezTo>
                    <a:pt x="311" y="0"/>
                    <a:pt x="299" y="1"/>
                    <a:pt x="286" y="3"/>
                  </a:cubicBezTo>
                  <a:cubicBezTo>
                    <a:pt x="143" y="3"/>
                    <a:pt x="1" y="146"/>
                    <a:pt x="1" y="312"/>
                  </a:cubicBezTo>
                  <a:cubicBezTo>
                    <a:pt x="1" y="455"/>
                    <a:pt x="120" y="598"/>
                    <a:pt x="286" y="598"/>
                  </a:cubicBezTo>
                  <a:cubicBezTo>
                    <a:pt x="453" y="598"/>
                    <a:pt x="596" y="479"/>
                    <a:pt x="596" y="312"/>
                  </a:cubicBezTo>
                  <a:cubicBezTo>
                    <a:pt x="596" y="136"/>
                    <a:pt x="473" y="0"/>
                    <a:pt x="323"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2" name="Google Shape;22772;p139"/>
            <p:cNvSpPr/>
            <p:nvPr/>
          </p:nvSpPr>
          <p:spPr>
            <a:xfrm>
              <a:off x="6279454" y="4384585"/>
              <a:ext cx="345566" cy="100745"/>
            </a:xfrm>
            <a:custGeom>
              <a:avLst/>
              <a:gdLst/>
              <a:ahLst/>
              <a:cxnLst/>
              <a:rect l="l" t="t" r="r" b="b"/>
              <a:pathLst>
                <a:path w="10623" h="3097" extrusionOk="0">
                  <a:moveTo>
                    <a:pt x="1573" y="0"/>
                  </a:moveTo>
                  <a:cubicBezTo>
                    <a:pt x="715" y="0"/>
                    <a:pt x="1" y="715"/>
                    <a:pt x="25" y="1596"/>
                  </a:cubicBezTo>
                  <a:cubicBezTo>
                    <a:pt x="49" y="2429"/>
                    <a:pt x="763" y="3096"/>
                    <a:pt x="1596" y="3096"/>
                  </a:cubicBezTo>
                  <a:lnTo>
                    <a:pt x="10265" y="3096"/>
                  </a:lnTo>
                  <a:cubicBezTo>
                    <a:pt x="10455" y="3096"/>
                    <a:pt x="10598" y="2906"/>
                    <a:pt x="10598" y="2763"/>
                  </a:cubicBezTo>
                  <a:cubicBezTo>
                    <a:pt x="10575" y="2620"/>
                    <a:pt x="10408" y="2501"/>
                    <a:pt x="10265" y="2501"/>
                  </a:cubicBezTo>
                  <a:lnTo>
                    <a:pt x="9908" y="2501"/>
                  </a:lnTo>
                  <a:lnTo>
                    <a:pt x="9908" y="620"/>
                  </a:lnTo>
                  <a:lnTo>
                    <a:pt x="10289" y="620"/>
                  </a:lnTo>
                  <a:cubicBezTo>
                    <a:pt x="10479" y="620"/>
                    <a:pt x="10622" y="453"/>
                    <a:pt x="10598" y="262"/>
                  </a:cubicBezTo>
                  <a:cubicBezTo>
                    <a:pt x="10575" y="119"/>
                    <a:pt x="10408" y="0"/>
                    <a:pt x="10265" y="0"/>
                  </a:cubicBez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3" name="Google Shape;22773;p139"/>
            <p:cNvSpPr/>
            <p:nvPr/>
          </p:nvSpPr>
          <p:spPr>
            <a:xfrm>
              <a:off x="6451440" y="4384585"/>
              <a:ext cx="173580" cy="100745"/>
            </a:xfrm>
            <a:custGeom>
              <a:avLst/>
              <a:gdLst/>
              <a:ahLst/>
              <a:cxnLst/>
              <a:rect l="l" t="t" r="r" b="b"/>
              <a:pathLst>
                <a:path w="5336" h="3097" extrusionOk="0">
                  <a:moveTo>
                    <a:pt x="1" y="0"/>
                  </a:moveTo>
                  <a:lnTo>
                    <a:pt x="1" y="3096"/>
                  </a:lnTo>
                  <a:lnTo>
                    <a:pt x="4978" y="3096"/>
                  </a:lnTo>
                  <a:cubicBezTo>
                    <a:pt x="5168" y="3096"/>
                    <a:pt x="5311" y="2906"/>
                    <a:pt x="5288" y="2739"/>
                  </a:cubicBezTo>
                  <a:cubicBezTo>
                    <a:pt x="5288" y="2609"/>
                    <a:pt x="5148" y="2498"/>
                    <a:pt x="5015" y="2498"/>
                  </a:cubicBezTo>
                  <a:cubicBezTo>
                    <a:pt x="5003" y="2498"/>
                    <a:pt x="4990" y="2499"/>
                    <a:pt x="4978" y="2501"/>
                  </a:cubicBezTo>
                  <a:lnTo>
                    <a:pt x="4621" y="2501"/>
                  </a:lnTo>
                  <a:lnTo>
                    <a:pt x="4621" y="620"/>
                  </a:lnTo>
                  <a:lnTo>
                    <a:pt x="5002" y="620"/>
                  </a:lnTo>
                  <a:cubicBezTo>
                    <a:pt x="5192" y="620"/>
                    <a:pt x="5335" y="453"/>
                    <a:pt x="5311" y="262"/>
                  </a:cubicBezTo>
                  <a:cubicBezTo>
                    <a:pt x="5288" y="119"/>
                    <a:pt x="5121" y="0"/>
                    <a:pt x="4978" y="0"/>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4" name="Google Shape;22774;p139"/>
            <p:cNvSpPr/>
            <p:nvPr/>
          </p:nvSpPr>
          <p:spPr>
            <a:xfrm>
              <a:off x="6299622" y="4403941"/>
              <a:ext cx="304481" cy="61254"/>
            </a:xfrm>
            <a:custGeom>
              <a:avLst/>
              <a:gdLst/>
              <a:ahLst/>
              <a:cxnLst/>
              <a:rect l="l" t="t" r="r" b="b"/>
              <a:pathLst>
                <a:path w="9360" h="1883" extrusionOk="0">
                  <a:moveTo>
                    <a:pt x="953" y="1"/>
                  </a:moveTo>
                  <a:cubicBezTo>
                    <a:pt x="429" y="1"/>
                    <a:pt x="0" y="453"/>
                    <a:pt x="24" y="977"/>
                  </a:cubicBezTo>
                  <a:cubicBezTo>
                    <a:pt x="72" y="1453"/>
                    <a:pt x="476" y="1882"/>
                    <a:pt x="976" y="1882"/>
                  </a:cubicBezTo>
                  <a:lnTo>
                    <a:pt x="9359" y="1882"/>
                  </a:lnTo>
                  <a:lnTo>
                    <a:pt x="9359" y="1"/>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5" name="Google Shape;22775;p139"/>
            <p:cNvSpPr/>
            <p:nvPr/>
          </p:nvSpPr>
          <p:spPr>
            <a:xfrm>
              <a:off x="6453001" y="4403941"/>
              <a:ext cx="151102" cy="61254"/>
            </a:xfrm>
            <a:custGeom>
              <a:avLst/>
              <a:gdLst/>
              <a:ahLst/>
              <a:cxnLst/>
              <a:rect l="l" t="t" r="r" b="b"/>
              <a:pathLst>
                <a:path w="4645" h="1883" extrusionOk="0">
                  <a:moveTo>
                    <a:pt x="0" y="1"/>
                  </a:moveTo>
                  <a:lnTo>
                    <a:pt x="0" y="1882"/>
                  </a:lnTo>
                  <a:lnTo>
                    <a:pt x="4644" y="1882"/>
                  </a:lnTo>
                  <a:lnTo>
                    <a:pt x="4644" y="1"/>
                  </a:ln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6" name="Google Shape;22776;p139"/>
            <p:cNvSpPr/>
            <p:nvPr/>
          </p:nvSpPr>
          <p:spPr>
            <a:xfrm>
              <a:off x="6463053" y="4323396"/>
              <a:ext cx="19420" cy="19388"/>
            </a:xfrm>
            <a:custGeom>
              <a:avLst/>
              <a:gdLst/>
              <a:ahLst/>
              <a:cxnLst/>
              <a:rect l="l" t="t" r="r" b="b"/>
              <a:pathLst>
                <a:path w="597" h="596" extrusionOk="0">
                  <a:moveTo>
                    <a:pt x="311" y="0"/>
                  </a:moveTo>
                  <a:cubicBezTo>
                    <a:pt x="168" y="0"/>
                    <a:pt x="1" y="143"/>
                    <a:pt x="1" y="310"/>
                  </a:cubicBezTo>
                  <a:cubicBezTo>
                    <a:pt x="1" y="453"/>
                    <a:pt x="120" y="595"/>
                    <a:pt x="311" y="595"/>
                  </a:cubicBezTo>
                  <a:cubicBezTo>
                    <a:pt x="453" y="595"/>
                    <a:pt x="596" y="476"/>
                    <a:pt x="596" y="310"/>
                  </a:cubicBezTo>
                  <a:cubicBezTo>
                    <a:pt x="596" y="143"/>
                    <a:pt x="453" y="0"/>
                    <a:pt x="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7" name="Google Shape;22777;p139"/>
            <p:cNvSpPr/>
            <p:nvPr/>
          </p:nvSpPr>
          <p:spPr>
            <a:xfrm>
              <a:off x="6340675" y="4424077"/>
              <a:ext cx="81162" cy="80902"/>
            </a:xfrm>
            <a:custGeom>
              <a:avLst/>
              <a:gdLst/>
              <a:ahLst/>
              <a:cxnLst/>
              <a:rect l="l" t="t" r="r" b="b"/>
              <a:pathLst>
                <a:path w="2495" h="2487" extrusionOk="0">
                  <a:moveTo>
                    <a:pt x="286" y="1"/>
                  </a:moveTo>
                  <a:cubicBezTo>
                    <a:pt x="143" y="1"/>
                    <a:pt x="0" y="120"/>
                    <a:pt x="0" y="311"/>
                  </a:cubicBezTo>
                  <a:lnTo>
                    <a:pt x="0" y="2168"/>
                  </a:lnTo>
                  <a:cubicBezTo>
                    <a:pt x="0" y="2354"/>
                    <a:pt x="144" y="2487"/>
                    <a:pt x="323" y="2487"/>
                  </a:cubicBezTo>
                  <a:cubicBezTo>
                    <a:pt x="350" y="2487"/>
                    <a:pt x="377" y="2484"/>
                    <a:pt x="405" y="2478"/>
                  </a:cubicBezTo>
                  <a:lnTo>
                    <a:pt x="1239" y="2216"/>
                  </a:lnTo>
                  <a:lnTo>
                    <a:pt x="2072" y="2478"/>
                  </a:lnTo>
                  <a:cubicBezTo>
                    <a:pt x="2100" y="2484"/>
                    <a:pt x="2128" y="2487"/>
                    <a:pt x="2155" y="2487"/>
                  </a:cubicBezTo>
                  <a:cubicBezTo>
                    <a:pt x="2338" y="2487"/>
                    <a:pt x="2495" y="2354"/>
                    <a:pt x="2453" y="2168"/>
                  </a:cubicBezTo>
                  <a:lnTo>
                    <a:pt x="2453" y="311"/>
                  </a:lnTo>
                  <a:cubicBezTo>
                    <a:pt x="2453" y="144"/>
                    <a:pt x="2334" y="1"/>
                    <a:pt x="2167"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78" name="Google Shape;22778;p139"/>
          <p:cNvGrpSpPr/>
          <p:nvPr/>
        </p:nvGrpSpPr>
        <p:grpSpPr>
          <a:xfrm>
            <a:off x="7076601" y="4008314"/>
            <a:ext cx="261899" cy="344753"/>
            <a:chOff x="7076601" y="4160714"/>
            <a:chExt cx="261899" cy="344753"/>
          </a:xfrm>
        </p:grpSpPr>
        <p:sp>
          <p:nvSpPr>
            <p:cNvPr id="22779" name="Google Shape;22779;p139"/>
            <p:cNvSpPr/>
            <p:nvPr/>
          </p:nvSpPr>
          <p:spPr>
            <a:xfrm>
              <a:off x="7076601" y="4238949"/>
              <a:ext cx="261899" cy="265738"/>
            </a:xfrm>
            <a:custGeom>
              <a:avLst/>
              <a:gdLst/>
              <a:ahLst/>
              <a:cxnLst/>
              <a:rect l="l" t="t" r="r" b="b"/>
              <a:pathLst>
                <a:path w="8051" h="8169" extrusionOk="0">
                  <a:moveTo>
                    <a:pt x="1216" y="0"/>
                  </a:moveTo>
                  <a:lnTo>
                    <a:pt x="1216" y="1310"/>
                  </a:lnTo>
                  <a:cubicBezTo>
                    <a:pt x="1216" y="1477"/>
                    <a:pt x="1144" y="1596"/>
                    <a:pt x="1073" y="1667"/>
                  </a:cubicBezTo>
                  <a:lnTo>
                    <a:pt x="311" y="2429"/>
                  </a:lnTo>
                  <a:cubicBezTo>
                    <a:pt x="120" y="2620"/>
                    <a:pt x="1" y="2929"/>
                    <a:pt x="1" y="3215"/>
                  </a:cubicBezTo>
                  <a:lnTo>
                    <a:pt x="1" y="7026"/>
                  </a:lnTo>
                  <a:cubicBezTo>
                    <a:pt x="1" y="7669"/>
                    <a:pt x="501" y="8169"/>
                    <a:pt x="1120" y="8169"/>
                  </a:cubicBezTo>
                  <a:lnTo>
                    <a:pt x="6931" y="8169"/>
                  </a:lnTo>
                  <a:cubicBezTo>
                    <a:pt x="7550" y="8169"/>
                    <a:pt x="8050" y="7669"/>
                    <a:pt x="8050" y="7026"/>
                  </a:cubicBezTo>
                  <a:lnTo>
                    <a:pt x="8050" y="3215"/>
                  </a:lnTo>
                  <a:cubicBezTo>
                    <a:pt x="8026" y="2929"/>
                    <a:pt x="7907" y="2620"/>
                    <a:pt x="7693" y="2429"/>
                  </a:cubicBezTo>
                  <a:lnTo>
                    <a:pt x="6955" y="1667"/>
                  </a:lnTo>
                  <a:cubicBezTo>
                    <a:pt x="6860" y="1596"/>
                    <a:pt x="6812" y="1429"/>
                    <a:pt x="6812" y="1310"/>
                  </a:cubicBezTo>
                  <a:lnTo>
                    <a:pt x="6812" y="0"/>
                  </a:ln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0" name="Google Shape;22780;p139"/>
            <p:cNvSpPr/>
            <p:nvPr/>
          </p:nvSpPr>
          <p:spPr>
            <a:xfrm>
              <a:off x="7206754" y="4238949"/>
              <a:ext cx="130966" cy="266518"/>
            </a:xfrm>
            <a:custGeom>
              <a:avLst/>
              <a:gdLst/>
              <a:ahLst/>
              <a:cxnLst/>
              <a:rect l="l" t="t" r="r" b="b"/>
              <a:pathLst>
                <a:path w="4026" h="8193" extrusionOk="0">
                  <a:moveTo>
                    <a:pt x="1" y="0"/>
                  </a:moveTo>
                  <a:lnTo>
                    <a:pt x="1" y="8192"/>
                  </a:lnTo>
                  <a:lnTo>
                    <a:pt x="2906" y="8192"/>
                  </a:lnTo>
                  <a:cubicBezTo>
                    <a:pt x="3525" y="8192"/>
                    <a:pt x="4025" y="7692"/>
                    <a:pt x="4025" y="7073"/>
                  </a:cubicBezTo>
                  <a:lnTo>
                    <a:pt x="4025" y="3263"/>
                  </a:lnTo>
                  <a:cubicBezTo>
                    <a:pt x="4025" y="2929"/>
                    <a:pt x="3906" y="2620"/>
                    <a:pt x="3692" y="2429"/>
                  </a:cubicBezTo>
                  <a:lnTo>
                    <a:pt x="2954" y="1667"/>
                  </a:lnTo>
                  <a:cubicBezTo>
                    <a:pt x="2859" y="1596"/>
                    <a:pt x="2811" y="1429"/>
                    <a:pt x="2811" y="1310"/>
                  </a:cubicBezTo>
                  <a:lnTo>
                    <a:pt x="281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1" name="Google Shape;22781;p139"/>
            <p:cNvSpPr/>
            <p:nvPr/>
          </p:nvSpPr>
          <p:spPr>
            <a:xfrm>
              <a:off x="7136261" y="4324145"/>
              <a:ext cx="139489" cy="139489"/>
            </a:xfrm>
            <a:custGeom>
              <a:avLst/>
              <a:gdLst/>
              <a:ahLst/>
              <a:cxnLst/>
              <a:rect l="l" t="t" r="r" b="b"/>
              <a:pathLst>
                <a:path w="4288" h="4288" extrusionOk="0">
                  <a:moveTo>
                    <a:pt x="1525" y="1"/>
                  </a:moveTo>
                  <a:cubicBezTo>
                    <a:pt x="1382" y="1"/>
                    <a:pt x="1215" y="120"/>
                    <a:pt x="1215" y="310"/>
                  </a:cubicBezTo>
                  <a:lnTo>
                    <a:pt x="1215" y="1239"/>
                  </a:lnTo>
                  <a:lnTo>
                    <a:pt x="310" y="1239"/>
                  </a:lnTo>
                  <a:cubicBezTo>
                    <a:pt x="144" y="1239"/>
                    <a:pt x="1" y="1358"/>
                    <a:pt x="1" y="1525"/>
                  </a:cubicBezTo>
                  <a:lnTo>
                    <a:pt x="1" y="2787"/>
                  </a:lnTo>
                  <a:cubicBezTo>
                    <a:pt x="1" y="2930"/>
                    <a:pt x="120" y="3073"/>
                    <a:pt x="310" y="3073"/>
                  </a:cubicBezTo>
                  <a:lnTo>
                    <a:pt x="1215" y="3073"/>
                  </a:lnTo>
                  <a:lnTo>
                    <a:pt x="1215" y="4002"/>
                  </a:lnTo>
                  <a:cubicBezTo>
                    <a:pt x="1215" y="4145"/>
                    <a:pt x="1334" y="4287"/>
                    <a:pt x="1525" y="4287"/>
                  </a:cubicBezTo>
                  <a:lnTo>
                    <a:pt x="2763" y="4287"/>
                  </a:lnTo>
                  <a:cubicBezTo>
                    <a:pt x="2954" y="4287"/>
                    <a:pt x="3073" y="4168"/>
                    <a:pt x="3073" y="4002"/>
                  </a:cubicBezTo>
                  <a:lnTo>
                    <a:pt x="3073" y="3073"/>
                  </a:lnTo>
                  <a:lnTo>
                    <a:pt x="4002" y="3073"/>
                  </a:lnTo>
                  <a:cubicBezTo>
                    <a:pt x="4144" y="3073"/>
                    <a:pt x="4287" y="2954"/>
                    <a:pt x="4287" y="2787"/>
                  </a:cubicBezTo>
                  <a:lnTo>
                    <a:pt x="4287" y="1525"/>
                  </a:lnTo>
                  <a:cubicBezTo>
                    <a:pt x="4287" y="1382"/>
                    <a:pt x="4168" y="1239"/>
                    <a:pt x="4002" y="1239"/>
                  </a:cubicBezTo>
                  <a:lnTo>
                    <a:pt x="3073" y="1239"/>
                  </a:lnTo>
                  <a:lnTo>
                    <a:pt x="3073" y="310"/>
                  </a:lnTo>
                  <a:cubicBezTo>
                    <a:pt x="3073" y="168"/>
                    <a:pt x="2954" y="1"/>
                    <a:pt x="2763" y="1"/>
                  </a:cubicBezTo>
                  <a:close/>
                </a:path>
              </a:pathLst>
            </a:custGeom>
            <a:solidFill>
              <a:srgbClr val="AEBB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2" name="Google Shape;22782;p139"/>
            <p:cNvSpPr/>
            <p:nvPr/>
          </p:nvSpPr>
          <p:spPr>
            <a:xfrm>
              <a:off x="7094428" y="4161462"/>
              <a:ext cx="223156" cy="80609"/>
            </a:xfrm>
            <a:custGeom>
              <a:avLst/>
              <a:gdLst/>
              <a:ahLst/>
              <a:cxnLst/>
              <a:rect l="l" t="t" r="r" b="b"/>
              <a:pathLst>
                <a:path w="6860" h="2478" extrusionOk="0">
                  <a:moveTo>
                    <a:pt x="715" y="1"/>
                  </a:moveTo>
                  <a:cubicBezTo>
                    <a:pt x="334" y="1"/>
                    <a:pt x="1" y="334"/>
                    <a:pt x="1" y="715"/>
                  </a:cubicBezTo>
                  <a:lnTo>
                    <a:pt x="1" y="2192"/>
                  </a:lnTo>
                  <a:cubicBezTo>
                    <a:pt x="1" y="2335"/>
                    <a:pt x="120" y="2478"/>
                    <a:pt x="310" y="2478"/>
                  </a:cubicBezTo>
                  <a:lnTo>
                    <a:pt x="6526" y="2478"/>
                  </a:lnTo>
                  <a:cubicBezTo>
                    <a:pt x="6716" y="2478"/>
                    <a:pt x="6859" y="2335"/>
                    <a:pt x="6835" y="2192"/>
                  </a:cubicBezTo>
                  <a:lnTo>
                    <a:pt x="6835" y="715"/>
                  </a:lnTo>
                  <a:cubicBezTo>
                    <a:pt x="6835" y="334"/>
                    <a:pt x="6502" y="1"/>
                    <a:pt x="612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3" name="Google Shape;22783;p139"/>
            <p:cNvSpPr/>
            <p:nvPr/>
          </p:nvSpPr>
          <p:spPr>
            <a:xfrm>
              <a:off x="7206754" y="4323396"/>
              <a:ext cx="69777" cy="141798"/>
            </a:xfrm>
            <a:custGeom>
              <a:avLst/>
              <a:gdLst/>
              <a:ahLst/>
              <a:cxnLst/>
              <a:rect l="l" t="t" r="r" b="b"/>
              <a:pathLst>
                <a:path w="2145" h="4359" extrusionOk="0">
                  <a:moveTo>
                    <a:pt x="1" y="0"/>
                  </a:moveTo>
                  <a:lnTo>
                    <a:pt x="1" y="4358"/>
                  </a:lnTo>
                  <a:lnTo>
                    <a:pt x="644" y="4358"/>
                  </a:lnTo>
                  <a:cubicBezTo>
                    <a:pt x="811" y="4358"/>
                    <a:pt x="930" y="4191"/>
                    <a:pt x="930" y="4049"/>
                  </a:cubicBezTo>
                  <a:lnTo>
                    <a:pt x="930" y="3120"/>
                  </a:lnTo>
                  <a:lnTo>
                    <a:pt x="1858" y="3120"/>
                  </a:lnTo>
                  <a:cubicBezTo>
                    <a:pt x="2025" y="3120"/>
                    <a:pt x="2144" y="2977"/>
                    <a:pt x="2144" y="2834"/>
                  </a:cubicBezTo>
                  <a:lnTo>
                    <a:pt x="2144" y="1572"/>
                  </a:lnTo>
                  <a:cubicBezTo>
                    <a:pt x="2144" y="1381"/>
                    <a:pt x="2001" y="1215"/>
                    <a:pt x="1858" y="1215"/>
                  </a:cubicBezTo>
                  <a:lnTo>
                    <a:pt x="930" y="1215"/>
                  </a:lnTo>
                  <a:lnTo>
                    <a:pt x="930" y="310"/>
                  </a:lnTo>
                  <a:cubicBezTo>
                    <a:pt x="930" y="119"/>
                    <a:pt x="787" y="0"/>
                    <a:pt x="64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4" name="Google Shape;22784;p139"/>
            <p:cNvSpPr/>
            <p:nvPr/>
          </p:nvSpPr>
          <p:spPr>
            <a:xfrm>
              <a:off x="7206754" y="4160714"/>
              <a:ext cx="110830" cy="81358"/>
            </a:xfrm>
            <a:custGeom>
              <a:avLst/>
              <a:gdLst/>
              <a:ahLst/>
              <a:cxnLst/>
              <a:rect l="l" t="t" r="r" b="b"/>
              <a:pathLst>
                <a:path w="3407" h="2501" extrusionOk="0">
                  <a:moveTo>
                    <a:pt x="1" y="0"/>
                  </a:moveTo>
                  <a:lnTo>
                    <a:pt x="1" y="2501"/>
                  </a:lnTo>
                  <a:lnTo>
                    <a:pt x="3097" y="2501"/>
                  </a:lnTo>
                  <a:cubicBezTo>
                    <a:pt x="3287" y="2501"/>
                    <a:pt x="3406" y="2358"/>
                    <a:pt x="3406" y="2215"/>
                  </a:cubicBezTo>
                  <a:lnTo>
                    <a:pt x="3406" y="738"/>
                  </a:lnTo>
                  <a:cubicBezTo>
                    <a:pt x="3406" y="333"/>
                    <a:pt x="3073" y="0"/>
                    <a:pt x="269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85" name="Google Shape;22785;p139"/>
          <p:cNvGrpSpPr/>
          <p:nvPr/>
        </p:nvGrpSpPr>
        <p:grpSpPr>
          <a:xfrm>
            <a:off x="7786991" y="4028450"/>
            <a:ext cx="344785" cy="303700"/>
            <a:chOff x="7786991" y="4180850"/>
            <a:chExt cx="344785" cy="303700"/>
          </a:xfrm>
        </p:grpSpPr>
        <p:sp>
          <p:nvSpPr>
            <p:cNvPr id="22786" name="Google Shape;22786;p139"/>
            <p:cNvSpPr/>
            <p:nvPr/>
          </p:nvSpPr>
          <p:spPr>
            <a:xfrm>
              <a:off x="7960539" y="4229645"/>
              <a:ext cx="57350" cy="85261"/>
            </a:xfrm>
            <a:custGeom>
              <a:avLst/>
              <a:gdLst/>
              <a:ahLst/>
              <a:cxnLst/>
              <a:rect l="l" t="t" r="r" b="b"/>
              <a:pathLst>
                <a:path w="1763" h="2621" extrusionOk="0">
                  <a:moveTo>
                    <a:pt x="1191" y="1"/>
                  </a:moveTo>
                  <a:lnTo>
                    <a:pt x="0" y="2358"/>
                  </a:lnTo>
                  <a:cubicBezTo>
                    <a:pt x="238" y="2358"/>
                    <a:pt x="405" y="2477"/>
                    <a:pt x="572" y="2620"/>
                  </a:cubicBezTo>
                  <a:lnTo>
                    <a:pt x="1763" y="262"/>
                  </a:lnTo>
                  <a:cubicBezTo>
                    <a:pt x="1548" y="239"/>
                    <a:pt x="1334" y="143"/>
                    <a:pt x="119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7" name="Google Shape;22787;p139"/>
            <p:cNvSpPr/>
            <p:nvPr/>
          </p:nvSpPr>
          <p:spPr>
            <a:xfrm>
              <a:off x="7821864" y="4226555"/>
              <a:ext cx="70525" cy="91442"/>
            </a:xfrm>
            <a:custGeom>
              <a:avLst/>
              <a:gdLst/>
              <a:ahLst/>
              <a:cxnLst/>
              <a:rect l="l" t="t" r="r" b="b"/>
              <a:pathLst>
                <a:path w="2168" h="2811" extrusionOk="0">
                  <a:moveTo>
                    <a:pt x="1644" y="0"/>
                  </a:moveTo>
                  <a:lnTo>
                    <a:pt x="1" y="2477"/>
                  </a:lnTo>
                  <a:cubicBezTo>
                    <a:pt x="239" y="2501"/>
                    <a:pt x="429" y="2620"/>
                    <a:pt x="548" y="2810"/>
                  </a:cubicBezTo>
                  <a:lnTo>
                    <a:pt x="2168" y="334"/>
                  </a:lnTo>
                  <a:cubicBezTo>
                    <a:pt x="1977" y="310"/>
                    <a:pt x="1787" y="191"/>
                    <a:pt x="1644"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8" name="Google Shape;22788;p139"/>
            <p:cNvSpPr/>
            <p:nvPr/>
          </p:nvSpPr>
          <p:spPr>
            <a:xfrm>
              <a:off x="7822644" y="4348932"/>
              <a:ext cx="69744" cy="90694"/>
            </a:xfrm>
            <a:custGeom>
              <a:avLst/>
              <a:gdLst/>
              <a:ahLst/>
              <a:cxnLst/>
              <a:rect l="l" t="t" r="r" b="b"/>
              <a:pathLst>
                <a:path w="2144" h="2788" extrusionOk="0">
                  <a:moveTo>
                    <a:pt x="524" y="1"/>
                  </a:moveTo>
                  <a:cubicBezTo>
                    <a:pt x="405" y="168"/>
                    <a:pt x="215" y="287"/>
                    <a:pt x="0" y="358"/>
                  </a:cubicBezTo>
                  <a:lnTo>
                    <a:pt x="1644" y="2787"/>
                  </a:lnTo>
                  <a:cubicBezTo>
                    <a:pt x="1763" y="2621"/>
                    <a:pt x="1953" y="2454"/>
                    <a:pt x="2144" y="2430"/>
                  </a:cubicBezTo>
                  <a:lnTo>
                    <a:pt x="524" y="1"/>
                  </a:ln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9" name="Google Shape;22789;p139"/>
            <p:cNvSpPr/>
            <p:nvPr/>
          </p:nvSpPr>
          <p:spPr>
            <a:xfrm>
              <a:off x="8025599" y="4346623"/>
              <a:ext cx="69777" cy="92223"/>
            </a:xfrm>
            <a:custGeom>
              <a:avLst/>
              <a:gdLst/>
              <a:ahLst/>
              <a:cxnLst/>
              <a:rect l="l" t="t" r="r" b="b"/>
              <a:pathLst>
                <a:path w="2145" h="2835" extrusionOk="0">
                  <a:moveTo>
                    <a:pt x="1620" y="0"/>
                  </a:moveTo>
                  <a:lnTo>
                    <a:pt x="1" y="2477"/>
                  </a:lnTo>
                  <a:cubicBezTo>
                    <a:pt x="191" y="2525"/>
                    <a:pt x="382" y="2644"/>
                    <a:pt x="501" y="2834"/>
                  </a:cubicBezTo>
                  <a:lnTo>
                    <a:pt x="2144" y="358"/>
                  </a:lnTo>
                  <a:cubicBezTo>
                    <a:pt x="1930" y="334"/>
                    <a:pt x="1739" y="191"/>
                    <a:pt x="162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0" name="Google Shape;22790;p139"/>
            <p:cNvSpPr/>
            <p:nvPr/>
          </p:nvSpPr>
          <p:spPr>
            <a:xfrm>
              <a:off x="8025599" y="4225774"/>
              <a:ext cx="69777" cy="92223"/>
            </a:xfrm>
            <a:custGeom>
              <a:avLst/>
              <a:gdLst/>
              <a:ahLst/>
              <a:cxnLst/>
              <a:rect l="l" t="t" r="r" b="b"/>
              <a:pathLst>
                <a:path w="2145" h="2835" extrusionOk="0">
                  <a:moveTo>
                    <a:pt x="501" y="0"/>
                  </a:moveTo>
                  <a:cubicBezTo>
                    <a:pt x="382" y="167"/>
                    <a:pt x="191" y="334"/>
                    <a:pt x="1" y="358"/>
                  </a:cubicBezTo>
                  <a:lnTo>
                    <a:pt x="1620" y="2834"/>
                  </a:lnTo>
                  <a:cubicBezTo>
                    <a:pt x="1739" y="2644"/>
                    <a:pt x="1930" y="2525"/>
                    <a:pt x="2144" y="2477"/>
                  </a:cubicBezTo>
                  <a:lnTo>
                    <a:pt x="50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1" name="Google Shape;22791;p139"/>
            <p:cNvSpPr/>
            <p:nvPr/>
          </p:nvSpPr>
          <p:spPr>
            <a:xfrm>
              <a:off x="7923357" y="4201767"/>
              <a:ext cx="72054" cy="20169"/>
            </a:xfrm>
            <a:custGeom>
              <a:avLst/>
              <a:gdLst/>
              <a:ahLst/>
              <a:cxnLst/>
              <a:rect l="l" t="t" r="r" b="b"/>
              <a:pathLst>
                <a:path w="2215" h="620" extrusionOk="0">
                  <a:moveTo>
                    <a:pt x="0" y="0"/>
                  </a:moveTo>
                  <a:cubicBezTo>
                    <a:pt x="95" y="191"/>
                    <a:pt x="95" y="405"/>
                    <a:pt x="0" y="619"/>
                  </a:cubicBezTo>
                  <a:lnTo>
                    <a:pt x="2215" y="619"/>
                  </a:lnTo>
                  <a:cubicBezTo>
                    <a:pt x="2120" y="405"/>
                    <a:pt x="2120" y="167"/>
                    <a:pt x="2215"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2" name="Google Shape;22792;p139"/>
            <p:cNvSpPr/>
            <p:nvPr/>
          </p:nvSpPr>
          <p:spPr>
            <a:xfrm>
              <a:off x="7959758" y="4201767"/>
              <a:ext cx="35653" cy="20169"/>
            </a:xfrm>
            <a:custGeom>
              <a:avLst/>
              <a:gdLst/>
              <a:ahLst/>
              <a:cxnLst/>
              <a:rect l="l" t="t" r="r" b="b"/>
              <a:pathLst>
                <a:path w="1096" h="620" extrusionOk="0">
                  <a:moveTo>
                    <a:pt x="1" y="0"/>
                  </a:moveTo>
                  <a:lnTo>
                    <a:pt x="1" y="619"/>
                  </a:lnTo>
                  <a:lnTo>
                    <a:pt x="1096" y="619"/>
                  </a:lnTo>
                  <a:cubicBezTo>
                    <a:pt x="1001" y="405"/>
                    <a:pt x="1001" y="167"/>
                    <a:pt x="109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3" name="Google Shape;22793;p139"/>
            <p:cNvSpPr/>
            <p:nvPr/>
          </p:nvSpPr>
          <p:spPr>
            <a:xfrm>
              <a:off x="7923357" y="4444245"/>
              <a:ext cx="72054" cy="20949"/>
            </a:xfrm>
            <a:custGeom>
              <a:avLst/>
              <a:gdLst/>
              <a:ahLst/>
              <a:cxnLst/>
              <a:rect l="l" t="t" r="r" b="b"/>
              <a:pathLst>
                <a:path w="2215" h="644" extrusionOk="0">
                  <a:moveTo>
                    <a:pt x="0" y="0"/>
                  </a:moveTo>
                  <a:cubicBezTo>
                    <a:pt x="95" y="214"/>
                    <a:pt x="95" y="429"/>
                    <a:pt x="0" y="643"/>
                  </a:cubicBezTo>
                  <a:lnTo>
                    <a:pt x="2215" y="643"/>
                  </a:lnTo>
                  <a:cubicBezTo>
                    <a:pt x="2120" y="429"/>
                    <a:pt x="2120" y="191"/>
                    <a:pt x="2215"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4" name="Google Shape;22794;p139"/>
            <p:cNvSpPr/>
            <p:nvPr/>
          </p:nvSpPr>
          <p:spPr>
            <a:xfrm>
              <a:off x="7959758" y="4444245"/>
              <a:ext cx="35653" cy="20949"/>
            </a:xfrm>
            <a:custGeom>
              <a:avLst/>
              <a:gdLst/>
              <a:ahLst/>
              <a:cxnLst/>
              <a:rect l="l" t="t" r="r" b="b"/>
              <a:pathLst>
                <a:path w="1096" h="644" extrusionOk="0">
                  <a:moveTo>
                    <a:pt x="1" y="0"/>
                  </a:moveTo>
                  <a:lnTo>
                    <a:pt x="1" y="643"/>
                  </a:lnTo>
                  <a:lnTo>
                    <a:pt x="1096" y="643"/>
                  </a:lnTo>
                  <a:cubicBezTo>
                    <a:pt x="1001" y="429"/>
                    <a:pt x="1001" y="191"/>
                    <a:pt x="109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5" name="Google Shape;22795;p139"/>
            <p:cNvSpPr/>
            <p:nvPr/>
          </p:nvSpPr>
          <p:spPr>
            <a:xfrm>
              <a:off x="7842000" y="4322616"/>
              <a:ext cx="92223" cy="20169"/>
            </a:xfrm>
            <a:custGeom>
              <a:avLst/>
              <a:gdLst/>
              <a:ahLst/>
              <a:cxnLst/>
              <a:rect l="l" t="t" r="r" b="b"/>
              <a:pathLst>
                <a:path w="2835" h="620" extrusionOk="0">
                  <a:moveTo>
                    <a:pt x="1" y="0"/>
                  </a:moveTo>
                  <a:cubicBezTo>
                    <a:pt x="96" y="215"/>
                    <a:pt x="96" y="405"/>
                    <a:pt x="1" y="619"/>
                  </a:cubicBezTo>
                  <a:lnTo>
                    <a:pt x="2811" y="619"/>
                  </a:lnTo>
                  <a:cubicBezTo>
                    <a:pt x="2739" y="405"/>
                    <a:pt x="2739" y="215"/>
                    <a:pt x="2835"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6" name="Google Shape;22796;p139"/>
            <p:cNvSpPr/>
            <p:nvPr/>
          </p:nvSpPr>
          <p:spPr>
            <a:xfrm>
              <a:off x="7983765" y="4322616"/>
              <a:ext cx="93003" cy="20169"/>
            </a:xfrm>
            <a:custGeom>
              <a:avLst/>
              <a:gdLst/>
              <a:ahLst/>
              <a:cxnLst/>
              <a:rect l="l" t="t" r="r" b="b"/>
              <a:pathLst>
                <a:path w="2859" h="620" extrusionOk="0">
                  <a:moveTo>
                    <a:pt x="1" y="0"/>
                  </a:moveTo>
                  <a:cubicBezTo>
                    <a:pt x="96" y="215"/>
                    <a:pt x="96" y="405"/>
                    <a:pt x="1" y="619"/>
                  </a:cubicBezTo>
                  <a:lnTo>
                    <a:pt x="2858" y="619"/>
                  </a:lnTo>
                  <a:cubicBezTo>
                    <a:pt x="2763" y="405"/>
                    <a:pt x="2763" y="167"/>
                    <a:pt x="285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7" name="Google Shape;22797;p139"/>
            <p:cNvSpPr/>
            <p:nvPr/>
          </p:nvSpPr>
          <p:spPr>
            <a:xfrm>
              <a:off x="7899318" y="4229645"/>
              <a:ext cx="57383" cy="85261"/>
            </a:xfrm>
            <a:custGeom>
              <a:avLst/>
              <a:gdLst/>
              <a:ahLst/>
              <a:cxnLst/>
              <a:rect l="l" t="t" r="r" b="b"/>
              <a:pathLst>
                <a:path w="1764" h="2621" extrusionOk="0">
                  <a:moveTo>
                    <a:pt x="573" y="1"/>
                  </a:moveTo>
                  <a:cubicBezTo>
                    <a:pt x="430" y="143"/>
                    <a:pt x="215" y="239"/>
                    <a:pt x="1" y="262"/>
                  </a:cubicBezTo>
                  <a:lnTo>
                    <a:pt x="1192" y="2620"/>
                  </a:lnTo>
                  <a:cubicBezTo>
                    <a:pt x="1335" y="2477"/>
                    <a:pt x="1549" y="2382"/>
                    <a:pt x="1763" y="2358"/>
                  </a:cubicBezTo>
                  <a:lnTo>
                    <a:pt x="573" y="1"/>
                  </a:ln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8" name="Google Shape;22798;p139"/>
            <p:cNvSpPr/>
            <p:nvPr/>
          </p:nvSpPr>
          <p:spPr>
            <a:xfrm>
              <a:off x="7899318" y="4350494"/>
              <a:ext cx="57383" cy="85261"/>
            </a:xfrm>
            <a:custGeom>
              <a:avLst/>
              <a:gdLst/>
              <a:ahLst/>
              <a:cxnLst/>
              <a:rect l="l" t="t" r="r" b="b"/>
              <a:pathLst>
                <a:path w="1764" h="2621" extrusionOk="0">
                  <a:moveTo>
                    <a:pt x="1192" y="1"/>
                  </a:moveTo>
                  <a:lnTo>
                    <a:pt x="1" y="2358"/>
                  </a:lnTo>
                  <a:cubicBezTo>
                    <a:pt x="239" y="2358"/>
                    <a:pt x="430" y="2477"/>
                    <a:pt x="573" y="2620"/>
                  </a:cubicBezTo>
                  <a:lnTo>
                    <a:pt x="1763" y="263"/>
                  </a:lnTo>
                  <a:cubicBezTo>
                    <a:pt x="1549" y="263"/>
                    <a:pt x="1335" y="143"/>
                    <a:pt x="1192" y="1"/>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9" name="Google Shape;22799;p139"/>
            <p:cNvSpPr/>
            <p:nvPr/>
          </p:nvSpPr>
          <p:spPr>
            <a:xfrm>
              <a:off x="7960539" y="4350494"/>
              <a:ext cx="57350" cy="85261"/>
            </a:xfrm>
            <a:custGeom>
              <a:avLst/>
              <a:gdLst/>
              <a:ahLst/>
              <a:cxnLst/>
              <a:rect l="l" t="t" r="r" b="b"/>
              <a:pathLst>
                <a:path w="1763" h="2621" extrusionOk="0">
                  <a:moveTo>
                    <a:pt x="572" y="1"/>
                  </a:moveTo>
                  <a:cubicBezTo>
                    <a:pt x="405" y="143"/>
                    <a:pt x="215" y="239"/>
                    <a:pt x="0" y="263"/>
                  </a:cubicBezTo>
                  <a:lnTo>
                    <a:pt x="1191" y="2620"/>
                  </a:lnTo>
                  <a:cubicBezTo>
                    <a:pt x="1334" y="2477"/>
                    <a:pt x="1548" y="2382"/>
                    <a:pt x="1763" y="2358"/>
                  </a:cubicBezTo>
                  <a:lnTo>
                    <a:pt x="572"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0" name="Google Shape;22800;p139"/>
            <p:cNvSpPr/>
            <p:nvPr/>
          </p:nvSpPr>
          <p:spPr>
            <a:xfrm>
              <a:off x="7786991" y="4303228"/>
              <a:ext cx="60473" cy="59693"/>
            </a:xfrm>
            <a:custGeom>
              <a:avLst/>
              <a:gdLst/>
              <a:ahLst/>
              <a:cxnLst/>
              <a:rect l="l" t="t" r="r" b="b"/>
              <a:pathLst>
                <a:path w="1859" h="1835" extrusionOk="0">
                  <a:moveTo>
                    <a:pt x="930" y="1"/>
                  </a:moveTo>
                  <a:cubicBezTo>
                    <a:pt x="406" y="1"/>
                    <a:pt x="1" y="406"/>
                    <a:pt x="1" y="930"/>
                  </a:cubicBezTo>
                  <a:cubicBezTo>
                    <a:pt x="1" y="1430"/>
                    <a:pt x="406" y="1835"/>
                    <a:pt x="930" y="1835"/>
                  </a:cubicBezTo>
                  <a:cubicBezTo>
                    <a:pt x="1430" y="1835"/>
                    <a:pt x="1858" y="1430"/>
                    <a:pt x="1858" y="930"/>
                  </a:cubicBezTo>
                  <a:cubicBezTo>
                    <a:pt x="1858" y="406"/>
                    <a:pt x="1430" y="1"/>
                    <a:pt x="930"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1" name="Google Shape;22801;p139"/>
            <p:cNvSpPr/>
            <p:nvPr/>
          </p:nvSpPr>
          <p:spPr>
            <a:xfrm>
              <a:off x="7868349" y="4180850"/>
              <a:ext cx="60441" cy="60441"/>
            </a:xfrm>
            <a:custGeom>
              <a:avLst/>
              <a:gdLst/>
              <a:ahLst/>
              <a:cxnLst/>
              <a:rect l="l" t="t" r="r" b="b"/>
              <a:pathLst>
                <a:path w="1858" h="1858" extrusionOk="0">
                  <a:moveTo>
                    <a:pt x="929" y="0"/>
                  </a:moveTo>
                  <a:cubicBezTo>
                    <a:pt x="429" y="0"/>
                    <a:pt x="0" y="429"/>
                    <a:pt x="0" y="929"/>
                  </a:cubicBezTo>
                  <a:cubicBezTo>
                    <a:pt x="0" y="1429"/>
                    <a:pt x="429" y="1858"/>
                    <a:pt x="929" y="1858"/>
                  </a:cubicBezTo>
                  <a:cubicBezTo>
                    <a:pt x="1429" y="1858"/>
                    <a:pt x="1858" y="1429"/>
                    <a:pt x="1858" y="929"/>
                  </a:cubicBezTo>
                  <a:cubicBezTo>
                    <a:pt x="1858" y="429"/>
                    <a:pt x="1429" y="0"/>
                    <a:pt x="92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2" name="Google Shape;22802;p139"/>
            <p:cNvSpPr/>
            <p:nvPr/>
          </p:nvSpPr>
          <p:spPr>
            <a:xfrm>
              <a:off x="7868349" y="4424077"/>
              <a:ext cx="60441" cy="60473"/>
            </a:xfrm>
            <a:custGeom>
              <a:avLst/>
              <a:gdLst/>
              <a:ahLst/>
              <a:cxnLst/>
              <a:rect l="l" t="t" r="r" b="b"/>
              <a:pathLst>
                <a:path w="1858" h="1859" extrusionOk="0">
                  <a:moveTo>
                    <a:pt x="929" y="1"/>
                  </a:moveTo>
                  <a:cubicBezTo>
                    <a:pt x="429" y="1"/>
                    <a:pt x="0" y="430"/>
                    <a:pt x="0" y="930"/>
                  </a:cubicBezTo>
                  <a:cubicBezTo>
                    <a:pt x="0" y="1430"/>
                    <a:pt x="429" y="1858"/>
                    <a:pt x="929" y="1858"/>
                  </a:cubicBezTo>
                  <a:cubicBezTo>
                    <a:pt x="1429" y="1858"/>
                    <a:pt x="1858" y="1430"/>
                    <a:pt x="1858" y="930"/>
                  </a:cubicBezTo>
                  <a:cubicBezTo>
                    <a:pt x="1858" y="430"/>
                    <a:pt x="1429" y="1"/>
                    <a:pt x="92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3" name="Google Shape;22803;p139"/>
            <p:cNvSpPr/>
            <p:nvPr/>
          </p:nvSpPr>
          <p:spPr>
            <a:xfrm>
              <a:off x="8072084" y="4302480"/>
              <a:ext cx="59693" cy="59660"/>
            </a:xfrm>
            <a:custGeom>
              <a:avLst/>
              <a:gdLst/>
              <a:ahLst/>
              <a:cxnLst/>
              <a:rect l="l" t="t" r="r" b="b"/>
              <a:pathLst>
                <a:path w="1835" h="1834" extrusionOk="0">
                  <a:moveTo>
                    <a:pt x="906" y="0"/>
                  </a:moveTo>
                  <a:cubicBezTo>
                    <a:pt x="405" y="0"/>
                    <a:pt x="1" y="405"/>
                    <a:pt x="1" y="905"/>
                  </a:cubicBezTo>
                  <a:cubicBezTo>
                    <a:pt x="1" y="1429"/>
                    <a:pt x="405" y="1834"/>
                    <a:pt x="906" y="1834"/>
                  </a:cubicBezTo>
                  <a:cubicBezTo>
                    <a:pt x="1429" y="1834"/>
                    <a:pt x="1834" y="1429"/>
                    <a:pt x="1834" y="905"/>
                  </a:cubicBezTo>
                  <a:cubicBezTo>
                    <a:pt x="1834" y="405"/>
                    <a:pt x="1429" y="0"/>
                    <a:pt x="906"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4" name="Google Shape;22804;p139"/>
            <p:cNvSpPr/>
            <p:nvPr/>
          </p:nvSpPr>
          <p:spPr>
            <a:xfrm>
              <a:off x="7989198" y="4424077"/>
              <a:ext cx="60441" cy="60473"/>
            </a:xfrm>
            <a:custGeom>
              <a:avLst/>
              <a:gdLst/>
              <a:ahLst/>
              <a:cxnLst/>
              <a:rect l="l" t="t" r="r" b="b"/>
              <a:pathLst>
                <a:path w="1858" h="1859" extrusionOk="0">
                  <a:moveTo>
                    <a:pt x="929" y="1"/>
                  </a:moveTo>
                  <a:cubicBezTo>
                    <a:pt x="429" y="1"/>
                    <a:pt x="0" y="430"/>
                    <a:pt x="0" y="930"/>
                  </a:cubicBezTo>
                  <a:cubicBezTo>
                    <a:pt x="0" y="1430"/>
                    <a:pt x="429" y="1858"/>
                    <a:pt x="929" y="1858"/>
                  </a:cubicBezTo>
                  <a:cubicBezTo>
                    <a:pt x="1429" y="1858"/>
                    <a:pt x="1858" y="1430"/>
                    <a:pt x="1858" y="930"/>
                  </a:cubicBezTo>
                  <a:cubicBezTo>
                    <a:pt x="1858" y="430"/>
                    <a:pt x="1477" y="1"/>
                    <a:pt x="92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5" name="Google Shape;22805;p139"/>
            <p:cNvSpPr/>
            <p:nvPr/>
          </p:nvSpPr>
          <p:spPr>
            <a:xfrm>
              <a:off x="7989198" y="4180850"/>
              <a:ext cx="61221" cy="60441"/>
            </a:xfrm>
            <a:custGeom>
              <a:avLst/>
              <a:gdLst/>
              <a:ahLst/>
              <a:cxnLst/>
              <a:rect l="l" t="t" r="r" b="b"/>
              <a:pathLst>
                <a:path w="1882" h="1858" extrusionOk="0">
                  <a:moveTo>
                    <a:pt x="929" y="0"/>
                  </a:moveTo>
                  <a:cubicBezTo>
                    <a:pt x="429" y="0"/>
                    <a:pt x="0" y="429"/>
                    <a:pt x="0" y="929"/>
                  </a:cubicBezTo>
                  <a:cubicBezTo>
                    <a:pt x="0" y="1429"/>
                    <a:pt x="429" y="1858"/>
                    <a:pt x="929" y="1858"/>
                  </a:cubicBezTo>
                  <a:cubicBezTo>
                    <a:pt x="1429" y="1858"/>
                    <a:pt x="1858" y="1429"/>
                    <a:pt x="1858" y="929"/>
                  </a:cubicBezTo>
                  <a:cubicBezTo>
                    <a:pt x="1882" y="429"/>
                    <a:pt x="1477" y="0"/>
                    <a:pt x="92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6" name="Google Shape;22806;p139"/>
            <p:cNvSpPr/>
            <p:nvPr/>
          </p:nvSpPr>
          <p:spPr>
            <a:xfrm>
              <a:off x="7928757" y="4303228"/>
              <a:ext cx="59693" cy="59693"/>
            </a:xfrm>
            <a:custGeom>
              <a:avLst/>
              <a:gdLst/>
              <a:ahLst/>
              <a:cxnLst/>
              <a:rect l="l" t="t" r="r" b="b"/>
              <a:pathLst>
                <a:path w="1835" h="1835" extrusionOk="0">
                  <a:moveTo>
                    <a:pt x="906" y="1"/>
                  </a:moveTo>
                  <a:cubicBezTo>
                    <a:pt x="406" y="1"/>
                    <a:pt x="1" y="406"/>
                    <a:pt x="1" y="930"/>
                  </a:cubicBezTo>
                  <a:cubicBezTo>
                    <a:pt x="1" y="1430"/>
                    <a:pt x="406" y="1835"/>
                    <a:pt x="906" y="1835"/>
                  </a:cubicBezTo>
                  <a:cubicBezTo>
                    <a:pt x="1430" y="1835"/>
                    <a:pt x="1835" y="1430"/>
                    <a:pt x="1835" y="930"/>
                  </a:cubicBezTo>
                  <a:cubicBezTo>
                    <a:pt x="1835" y="406"/>
                    <a:pt x="1430" y="1"/>
                    <a:pt x="90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7" name="Google Shape;22807;p139"/>
            <p:cNvSpPr/>
            <p:nvPr/>
          </p:nvSpPr>
          <p:spPr>
            <a:xfrm>
              <a:off x="7958197" y="4302480"/>
              <a:ext cx="30253" cy="60441"/>
            </a:xfrm>
            <a:custGeom>
              <a:avLst/>
              <a:gdLst/>
              <a:ahLst/>
              <a:cxnLst/>
              <a:rect l="l" t="t" r="r" b="b"/>
              <a:pathLst>
                <a:path w="930" h="1858" extrusionOk="0">
                  <a:moveTo>
                    <a:pt x="1" y="0"/>
                  </a:moveTo>
                  <a:lnTo>
                    <a:pt x="1" y="1858"/>
                  </a:lnTo>
                  <a:cubicBezTo>
                    <a:pt x="525" y="1858"/>
                    <a:pt x="930" y="1453"/>
                    <a:pt x="930" y="953"/>
                  </a:cubicBezTo>
                  <a:cubicBezTo>
                    <a:pt x="930" y="405"/>
                    <a:pt x="525" y="0"/>
                    <a:pt x="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8" name="Google Shape;22808;p139"/>
            <p:cNvSpPr/>
            <p:nvPr/>
          </p:nvSpPr>
          <p:spPr>
            <a:xfrm>
              <a:off x="7948926" y="4323396"/>
              <a:ext cx="19388" cy="19388"/>
            </a:xfrm>
            <a:custGeom>
              <a:avLst/>
              <a:gdLst/>
              <a:ahLst/>
              <a:cxnLst/>
              <a:rect l="l" t="t" r="r" b="b"/>
              <a:pathLst>
                <a:path w="596" h="596" extrusionOk="0">
                  <a:moveTo>
                    <a:pt x="286" y="0"/>
                  </a:moveTo>
                  <a:cubicBezTo>
                    <a:pt x="143" y="0"/>
                    <a:pt x="0" y="119"/>
                    <a:pt x="0" y="310"/>
                  </a:cubicBezTo>
                  <a:cubicBezTo>
                    <a:pt x="0" y="453"/>
                    <a:pt x="119" y="595"/>
                    <a:pt x="286" y="595"/>
                  </a:cubicBezTo>
                  <a:cubicBezTo>
                    <a:pt x="453" y="595"/>
                    <a:pt x="595" y="476"/>
                    <a:pt x="595" y="310"/>
                  </a:cubicBezTo>
                  <a:cubicBezTo>
                    <a:pt x="595" y="143"/>
                    <a:pt x="476" y="0"/>
                    <a:pt x="286"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9" name="Google Shape;22809;p139"/>
            <p:cNvSpPr/>
            <p:nvPr/>
          </p:nvSpPr>
          <p:spPr>
            <a:xfrm>
              <a:off x="7959758" y="4322616"/>
              <a:ext cx="9336" cy="20169"/>
            </a:xfrm>
            <a:custGeom>
              <a:avLst/>
              <a:gdLst/>
              <a:ahLst/>
              <a:cxnLst/>
              <a:rect l="l" t="t" r="r" b="b"/>
              <a:pathLst>
                <a:path w="287" h="620" extrusionOk="0">
                  <a:moveTo>
                    <a:pt x="1" y="0"/>
                  </a:moveTo>
                  <a:lnTo>
                    <a:pt x="1" y="619"/>
                  </a:lnTo>
                  <a:cubicBezTo>
                    <a:pt x="143" y="619"/>
                    <a:pt x="286" y="500"/>
                    <a:pt x="286" y="334"/>
                  </a:cubicBezTo>
                  <a:cubicBezTo>
                    <a:pt x="286" y="143"/>
                    <a:pt x="143" y="0"/>
                    <a:pt x="1"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0" name="Google Shape;22810;p139"/>
            <p:cNvSpPr/>
            <p:nvPr/>
          </p:nvSpPr>
          <p:spPr>
            <a:xfrm>
              <a:off x="8010115" y="4201767"/>
              <a:ext cx="19388" cy="19388"/>
            </a:xfrm>
            <a:custGeom>
              <a:avLst/>
              <a:gdLst/>
              <a:ahLst/>
              <a:cxnLst/>
              <a:rect l="l" t="t" r="r" b="b"/>
              <a:pathLst>
                <a:path w="596" h="596" extrusionOk="0">
                  <a:moveTo>
                    <a:pt x="286" y="0"/>
                  </a:moveTo>
                  <a:cubicBezTo>
                    <a:pt x="143" y="0"/>
                    <a:pt x="0" y="119"/>
                    <a:pt x="0" y="286"/>
                  </a:cubicBezTo>
                  <a:cubicBezTo>
                    <a:pt x="0" y="429"/>
                    <a:pt x="120" y="596"/>
                    <a:pt x="286" y="596"/>
                  </a:cubicBezTo>
                  <a:cubicBezTo>
                    <a:pt x="429" y="596"/>
                    <a:pt x="596" y="477"/>
                    <a:pt x="596" y="286"/>
                  </a:cubicBezTo>
                  <a:cubicBezTo>
                    <a:pt x="596" y="143"/>
                    <a:pt x="477" y="0"/>
                    <a:pt x="286"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1" name="Google Shape;22811;p139"/>
            <p:cNvSpPr/>
            <p:nvPr/>
          </p:nvSpPr>
          <p:spPr>
            <a:xfrm>
              <a:off x="7887704" y="4201767"/>
              <a:ext cx="20169" cy="19388"/>
            </a:xfrm>
            <a:custGeom>
              <a:avLst/>
              <a:gdLst/>
              <a:ahLst/>
              <a:cxnLst/>
              <a:rect l="l" t="t" r="r" b="b"/>
              <a:pathLst>
                <a:path w="620" h="596" extrusionOk="0">
                  <a:moveTo>
                    <a:pt x="334" y="0"/>
                  </a:moveTo>
                  <a:cubicBezTo>
                    <a:pt x="144" y="0"/>
                    <a:pt x="1" y="119"/>
                    <a:pt x="25" y="286"/>
                  </a:cubicBezTo>
                  <a:cubicBezTo>
                    <a:pt x="25" y="429"/>
                    <a:pt x="191" y="596"/>
                    <a:pt x="334" y="596"/>
                  </a:cubicBezTo>
                  <a:cubicBezTo>
                    <a:pt x="477" y="596"/>
                    <a:pt x="620" y="477"/>
                    <a:pt x="620" y="286"/>
                  </a:cubicBezTo>
                  <a:cubicBezTo>
                    <a:pt x="620" y="143"/>
                    <a:pt x="501" y="0"/>
                    <a:pt x="334"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2" name="Google Shape;22812;p139"/>
            <p:cNvSpPr/>
            <p:nvPr/>
          </p:nvSpPr>
          <p:spPr>
            <a:xfrm>
              <a:off x="7807160" y="4323396"/>
              <a:ext cx="19388" cy="19388"/>
            </a:xfrm>
            <a:custGeom>
              <a:avLst/>
              <a:gdLst/>
              <a:ahLst/>
              <a:cxnLst/>
              <a:rect l="l" t="t" r="r" b="b"/>
              <a:pathLst>
                <a:path w="596" h="596" extrusionOk="0">
                  <a:moveTo>
                    <a:pt x="310" y="0"/>
                  </a:moveTo>
                  <a:cubicBezTo>
                    <a:pt x="167" y="0"/>
                    <a:pt x="0" y="119"/>
                    <a:pt x="0" y="310"/>
                  </a:cubicBezTo>
                  <a:cubicBezTo>
                    <a:pt x="0" y="476"/>
                    <a:pt x="167" y="595"/>
                    <a:pt x="310" y="595"/>
                  </a:cubicBezTo>
                  <a:cubicBezTo>
                    <a:pt x="453" y="595"/>
                    <a:pt x="595" y="476"/>
                    <a:pt x="595" y="310"/>
                  </a:cubicBezTo>
                  <a:cubicBezTo>
                    <a:pt x="595" y="143"/>
                    <a:pt x="453" y="0"/>
                    <a:pt x="310" y="0"/>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3" name="Google Shape;22813;p139"/>
            <p:cNvSpPr/>
            <p:nvPr/>
          </p:nvSpPr>
          <p:spPr>
            <a:xfrm>
              <a:off x="7888485" y="4445774"/>
              <a:ext cx="19388" cy="19420"/>
            </a:xfrm>
            <a:custGeom>
              <a:avLst/>
              <a:gdLst/>
              <a:ahLst/>
              <a:cxnLst/>
              <a:rect l="l" t="t" r="r" b="b"/>
              <a:pathLst>
                <a:path w="596" h="597" extrusionOk="0">
                  <a:moveTo>
                    <a:pt x="310" y="1"/>
                  </a:moveTo>
                  <a:cubicBezTo>
                    <a:pt x="167" y="1"/>
                    <a:pt x="1" y="120"/>
                    <a:pt x="1" y="287"/>
                  </a:cubicBezTo>
                  <a:cubicBezTo>
                    <a:pt x="1" y="429"/>
                    <a:pt x="120" y="596"/>
                    <a:pt x="310" y="596"/>
                  </a:cubicBezTo>
                  <a:cubicBezTo>
                    <a:pt x="453" y="596"/>
                    <a:pt x="596" y="429"/>
                    <a:pt x="596" y="287"/>
                  </a:cubicBezTo>
                  <a:cubicBezTo>
                    <a:pt x="596" y="144"/>
                    <a:pt x="453" y="1"/>
                    <a:pt x="310" y="1"/>
                  </a:cubicBezTo>
                  <a:close/>
                </a:path>
              </a:pathLst>
            </a:custGeom>
            <a:solidFill>
              <a:srgbClr val="F1F3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4" name="Google Shape;22814;p139"/>
            <p:cNvSpPr/>
            <p:nvPr/>
          </p:nvSpPr>
          <p:spPr>
            <a:xfrm>
              <a:off x="8010115" y="4445774"/>
              <a:ext cx="20169" cy="19420"/>
            </a:xfrm>
            <a:custGeom>
              <a:avLst/>
              <a:gdLst/>
              <a:ahLst/>
              <a:cxnLst/>
              <a:rect l="l" t="t" r="r" b="b"/>
              <a:pathLst>
                <a:path w="620" h="597" extrusionOk="0">
                  <a:moveTo>
                    <a:pt x="286" y="1"/>
                  </a:moveTo>
                  <a:cubicBezTo>
                    <a:pt x="143" y="1"/>
                    <a:pt x="0" y="120"/>
                    <a:pt x="0" y="287"/>
                  </a:cubicBezTo>
                  <a:cubicBezTo>
                    <a:pt x="0" y="429"/>
                    <a:pt x="120" y="596"/>
                    <a:pt x="286" y="596"/>
                  </a:cubicBezTo>
                  <a:cubicBezTo>
                    <a:pt x="477" y="596"/>
                    <a:pt x="620" y="429"/>
                    <a:pt x="596" y="287"/>
                  </a:cubicBezTo>
                  <a:cubicBezTo>
                    <a:pt x="596" y="144"/>
                    <a:pt x="477" y="1"/>
                    <a:pt x="286" y="1"/>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5" name="Google Shape;22815;p139"/>
            <p:cNvSpPr/>
            <p:nvPr/>
          </p:nvSpPr>
          <p:spPr>
            <a:xfrm>
              <a:off x="8092220" y="4323396"/>
              <a:ext cx="19420" cy="19388"/>
            </a:xfrm>
            <a:custGeom>
              <a:avLst/>
              <a:gdLst/>
              <a:ahLst/>
              <a:cxnLst/>
              <a:rect l="l" t="t" r="r" b="b"/>
              <a:pathLst>
                <a:path w="597" h="596" extrusionOk="0">
                  <a:moveTo>
                    <a:pt x="287" y="0"/>
                  </a:moveTo>
                  <a:cubicBezTo>
                    <a:pt x="144" y="0"/>
                    <a:pt x="1" y="119"/>
                    <a:pt x="1" y="310"/>
                  </a:cubicBezTo>
                  <a:cubicBezTo>
                    <a:pt x="1" y="453"/>
                    <a:pt x="120" y="595"/>
                    <a:pt x="287" y="595"/>
                  </a:cubicBezTo>
                  <a:cubicBezTo>
                    <a:pt x="453" y="595"/>
                    <a:pt x="596" y="453"/>
                    <a:pt x="596" y="310"/>
                  </a:cubicBezTo>
                  <a:cubicBezTo>
                    <a:pt x="596" y="143"/>
                    <a:pt x="453" y="0"/>
                    <a:pt x="287" y="0"/>
                  </a:cubicBezTo>
                  <a:close/>
                </a:path>
              </a:pathLst>
            </a:custGeom>
            <a:solidFill>
              <a:srgbClr val="E6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816" name="Google Shape;22816;p139"/>
          <p:cNvSpPr txBox="1"/>
          <p:nvPr/>
        </p:nvSpPr>
        <p:spPr>
          <a:xfrm>
            <a:off x="1048350" y="11586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rgbClr val="FFFFFF"/>
                </a:solidFill>
              </a:rPr>
              <a:t>Laboratory</a:t>
            </a:r>
            <a:endParaRPr sz="1600">
              <a:solidFill>
                <a:srgbClr val="FFFFFF"/>
              </a:solidFill>
            </a:endParaRPr>
          </a:p>
        </p:txBody>
      </p:sp>
      <p:sp>
        <p:nvSpPr>
          <p:cNvPr id="22817" name="Google Shape;22817;p139"/>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Premium Icons</a:t>
            </a:r>
            <a:endParaRPr sz="2400">
              <a:solidFill>
                <a:srgbClr val="FFFFFF"/>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2821"/>
        <p:cNvGrpSpPr/>
        <p:nvPr/>
      </p:nvGrpSpPr>
      <p:grpSpPr>
        <a:xfrm>
          <a:off x="0" y="0"/>
          <a:ext cx="0" cy="0"/>
          <a:chOff x="0" y="0"/>
          <a:chExt cx="0" cy="0"/>
        </a:xfrm>
      </p:grpSpPr>
      <p:grpSp>
        <p:nvGrpSpPr>
          <p:cNvPr id="22822" name="Google Shape;22822;p140"/>
          <p:cNvGrpSpPr/>
          <p:nvPr/>
        </p:nvGrpSpPr>
        <p:grpSpPr>
          <a:xfrm>
            <a:off x="1031157" y="1768676"/>
            <a:ext cx="346749" cy="347520"/>
            <a:chOff x="1031157" y="1921076"/>
            <a:chExt cx="346749" cy="347520"/>
          </a:xfrm>
        </p:grpSpPr>
        <p:sp>
          <p:nvSpPr>
            <p:cNvPr id="22823" name="Google Shape;22823;p140"/>
            <p:cNvSpPr/>
            <p:nvPr/>
          </p:nvSpPr>
          <p:spPr>
            <a:xfrm>
              <a:off x="1072765" y="1970384"/>
              <a:ext cx="107904" cy="50118"/>
            </a:xfrm>
            <a:custGeom>
              <a:avLst/>
              <a:gdLst/>
              <a:ahLst/>
              <a:cxnLst/>
              <a:rect l="l" t="t" r="r" b="b"/>
              <a:pathLst>
                <a:path w="3335" h="1549" extrusionOk="0">
                  <a:moveTo>
                    <a:pt x="881" y="1"/>
                  </a:moveTo>
                  <a:cubicBezTo>
                    <a:pt x="738" y="48"/>
                    <a:pt x="596" y="167"/>
                    <a:pt x="477" y="286"/>
                  </a:cubicBezTo>
                  <a:cubicBezTo>
                    <a:pt x="143" y="644"/>
                    <a:pt x="0" y="1096"/>
                    <a:pt x="0" y="1549"/>
                  </a:cubicBezTo>
                  <a:lnTo>
                    <a:pt x="3287" y="1549"/>
                  </a:lnTo>
                  <a:cubicBezTo>
                    <a:pt x="3334" y="1096"/>
                    <a:pt x="3144" y="620"/>
                    <a:pt x="2810" y="286"/>
                  </a:cubicBezTo>
                  <a:cubicBezTo>
                    <a:pt x="2691" y="167"/>
                    <a:pt x="2548" y="72"/>
                    <a:pt x="2405"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4" name="Google Shape;22824;p140"/>
            <p:cNvSpPr/>
            <p:nvPr/>
          </p:nvSpPr>
          <p:spPr>
            <a:xfrm>
              <a:off x="1127476" y="1970384"/>
              <a:ext cx="53968" cy="50118"/>
            </a:xfrm>
            <a:custGeom>
              <a:avLst/>
              <a:gdLst/>
              <a:ahLst/>
              <a:cxnLst/>
              <a:rect l="l" t="t" r="r" b="b"/>
              <a:pathLst>
                <a:path w="1668" h="1549" extrusionOk="0">
                  <a:moveTo>
                    <a:pt x="0" y="1"/>
                  </a:moveTo>
                  <a:lnTo>
                    <a:pt x="0" y="1549"/>
                  </a:lnTo>
                  <a:lnTo>
                    <a:pt x="1667" y="1549"/>
                  </a:lnTo>
                  <a:cubicBezTo>
                    <a:pt x="1667" y="1096"/>
                    <a:pt x="1524" y="644"/>
                    <a:pt x="1191" y="286"/>
                  </a:cubicBezTo>
                  <a:cubicBezTo>
                    <a:pt x="1048" y="167"/>
                    <a:pt x="881" y="72"/>
                    <a:pt x="738"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5" name="Google Shape;22825;p140"/>
            <p:cNvSpPr/>
            <p:nvPr/>
          </p:nvSpPr>
          <p:spPr>
            <a:xfrm>
              <a:off x="1226870" y="2169169"/>
              <a:ext cx="107127" cy="50118"/>
            </a:xfrm>
            <a:custGeom>
              <a:avLst/>
              <a:gdLst/>
              <a:ahLst/>
              <a:cxnLst/>
              <a:rect l="l" t="t" r="r" b="b"/>
              <a:pathLst>
                <a:path w="3311" h="1549" extrusionOk="0">
                  <a:moveTo>
                    <a:pt x="0" y="1"/>
                  </a:moveTo>
                  <a:cubicBezTo>
                    <a:pt x="0" y="453"/>
                    <a:pt x="143" y="906"/>
                    <a:pt x="476" y="1263"/>
                  </a:cubicBezTo>
                  <a:cubicBezTo>
                    <a:pt x="595" y="1382"/>
                    <a:pt x="738" y="1501"/>
                    <a:pt x="881" y="1549"/>
                  </a:cubicBezTo>
                  <a:lnTo>
                    <a:pt x="2405" y="1549"/>
                  </a:lnTo>
                  <a:cubicBezTo>
                    <a:pt x="2548" y="1453"/>
                    <a:pt x="2691" y="1382"/>
                    <a:pt x="2810" y="1263"/>
                  </a:cubicBezTo>
                  <a:cubicBezTo>
                    <a:pt x="3144" y="929"/>
                    <a:pt x="3310" y="453"/>
                    <a:pt x="328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6" name="Google Shape;22826;p140"/>
            <p:cNvSpPr/>
            <p:nvPr/>
          </p:nvSpPr>
          <p:spPr>
            <a:xfrm>
              <a:off x="1281549" y="2169169"/>
              <a:ext cx="53968" cy="50118"/>
            </a:xfrm>
            <a:custGeom>
              <a:avLst/>
              <a:gdLst/>
              <a:ahLst/>
              <a:cxnLst/>
              <a:rect l="l" t="t" r="r" b="b"/>
              <a:pathLst>
                <a:path w="1668" h="1549" extrusionOk="0">
                  <a:moveTo>
                    <a:pt x="1" y="1"/>
                  </a:moveTo>
                  <a:lnTo>
                    <a:pt x="1" y="1549"/>
                  </a:lnTo>
                  <a:lnTo>
                    <a:pt x="739" y="1549"/>
                  </a:lnTo>
                  <a:cubicBezTo>
                    <a:pt x="882" y="1477"/>
                    <a:pt x="1025" y="1382"/>
                    <a:pt x="1192" y="1263"/>
                  </a:cubicBezTo>
                  <a:cubicBezTo>
                    <a:pt x="1501" y="906"/>
                    <a:pt x="1668" y="453"/>
                    <a:pt x="166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7" name="Google Shape;22827;p140"/>
            <p:cNvSpPr/>
            <p:nvPr/>
          </p:nvSpPr>
          <p:spPr>
            <a:xfrm>
              <a:off x="1072765" y="2169169"/>
              <a:ext cx="107904" cy="50118"/>
            </a:xfrm>
            <a:custGeom>
              <a:avLst/>
              <a:gdLst/>
              <a:ahLst/>
              <a:cxnLst/>
              <a:rect l="l" t="t" r="r" b="b"/>
              <a:pathLst>
                <a:path w="3335" h="1549" extrusionOk="0">
                  <a:moveTo>
                    <a:pt x="0" y="1"/>
                  </a:moveTo>
                  <a:cubicBezTo>
                    <a:pt x="0" y="453"/>
                    <a:pt x="143" y="906"/>
                    <a:pt x="477" y="1263"/>
                  </a:cubicBezTo>
                  <a:cubicBezTo>
                    <a:pt x="596" y="1382"/>
                    <a:pt x="738" y="1501"/>
                    <a:pt x="881" y="1549"/>
                  </a:cubicBezTo>
                  <a:lnTo>
                    <a:pt x="2405" y="1549"/>
                  </a:lnTo>
                  <a:cubicBezTo>
                    <a:pt x="2548" y="1453"/>
                    <a:pt x="2691" y="1382"/>
                    <a:pt x="2810" y="1263"/>
                  </a:cubicBezTo>
                  <a:cubicBezTo>
                    <a:pt x="3144" y="929"/>
                    <a:pt x="3334" y="453"/>
                    <a:pt x="3287"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8" name="Google Shape;22828;p140"/>
            <p:cNvSpPr/>
            <p:nvPr/>
          </p:nvSpPr>
          <p:spPr>
            <a:xfrm>
              <a:off x="1127476" y="2169169"/>
              <a:ext cx="53968" cy="50118"/>
            </a:xfrm>
            <a:custGeom>
              <a:avLst/>
              <a:gdLst/>
              <a:ahLst/>
              <a:cxnLst/>
              <a:rect l="l" t="t" r="r" b="b"/>
              <a:pathLst>
                <a:path w="1668" h="1549" extrusionOk="0">
                  <a:moveTo>
                    <a:pt x="0" y="1"/>
                  </a:moveTo>
                  <a:lnTo>
                    <a:pt x="0" y="1549"/>
                  </a:lnTo>
                  <a:lnTo>
                    <a:pt x="738" y="1549"/>
                  </a:lnTo>
                  <a:cubicBezTo>
                    <a:pt x="881" y="1477"/>
                    <a:pt x="1048" y="1382"/>
                    <a:pt x="1191" y="1263"/>
                  </a:cubicBezTo>
                  <a:cubicBezTo>
                    <a:pt x="1524" y="906"/>
                    <a:pt x="1667" y="453"/>
                    <a:pt x="1667"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9" name="Google Shape;22829;p140"/>
            <p:cNvSpPr/>
            <p:nvPr/>
          </p:nvSpPr>
          <p:spPr>
            <a:xfrm>
              <a:off x="1226870" y="1970384"/>
              <a:ext cx="107127" cy="50118"/>
            </a:xfrm>
            <a:custGeom>
              <a:avLst/>
              <a:gdLst/>
              <a:ahLst/>
              <a:cxnLst/>
              <a:rect l="l" t="t" r="r" b="b"/>
              <a:pathLst>
                <a:path w="3311" h="1549" extrusionOk="0">
                  <a:moveTo>
                    <a:pt x="881" y="1"/>
                  </a:moveTo>
                  <a:cubicBezTo>
                    <a:pt x="738" y="48"/>
                    <a:pt x="595" y="167"/>
                    <a:pt x="476" y="286"/>
                  </a:cubicBezTo>
                  <a:cubicBezTo>
                    <a:pt x="143" y="644"/>
                    <a:pt x="0" y="1096"/>
                    <a:pt x="0" y="1549"/>
                  </a:cubicBezTo>
                  <a:lnTo>
                    <a:pt x="3287" y="1549"/>
                  </a:lnTo>
                  <a:cubicBezTo>
                    <a:pt x="3310" y="1096"/>
                    <a:pt x="3144" y="620"/>
                    <a:pt x="2810" y="286"/>
                  </a:cubicBezTo>
                  <a:cubicBezTo>
                    <a:pt x="2691" y="167"/>
                    <a:pt x="2548" y="72"/>
                    <a:pt x="24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0" name="Google Shape;22830;p140"/>
            <p:cNvSpPr/>
            <p:nvPr/>
          </p:nvSpPr>
          <p:spPr>
            <a:xfrm>
              <a:off x="1281549" y="1970384"/>
              <a:ext cx="53968" cy="50118"/>
            </a:xfrm>
            <a:custGeom>
              <a:avLst/>
              <a:gdLst/>
              <a:ahLst/>
              <a:cxnLst/>
              <a:rect l="l" t="t" r="r" b="b"/>
              <a:pathLst>
                <a:path w="1668" h="1549" extrusionOk="0">
                  <a:moveTo>
                    <a:pt x="1" y="1"/>
                  </a:moveTo>
                  <a:lnTo>
                    <a:pt x="1" y="1549"/>
                  </a:lnTo>
                  <a:lnTo>
                    <a:pt x="1668" y="1549"/>
                  </a:lnTo>
                  <a:cubicBezTo>
                    <a:pt x="1668" y="1096"/>
                    <a:pt x="1501" y="644"/>
                    <a:pt x="1192" y="286"/>
                  </a:cubicBezTo>
                  <a:cubicBezTo>
                    <a:pt x="1025" y="167"/>
                    <a:pt x="882" y="72"/>
                    <a:pt x="739"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1" name="Google Shape;22831;p140"/>
            <p:cNvSpPr/>
            <p:nvPr/>
          </p:nvSpPr>
          <p:spPr>
            <a:xfrm>
              <a:off x="1031157" y="2009695"/>
              <a:ext cx="346749" cy="169540"/>
            </a:xfrm>
            <a:custGeom>
              <a:avLst/>
              <a:gdLst/>
              <a:ahLst/>
              <a:cxnLst/>
              <a:rect l="l" t="t" r="r" b="b"/>
              <a:pathLst>
                <a:path w="10717" h="5240" extrusionOk="0">
                  <a:moveTo>
                    <a:pt x="334" y="0"/>
                  </a:moveTo>
                  <a:cubicBezTo>
                    <a:pt x="143" y="0"/>
                    <a:pt x="0" y="143"/>
                    <a:pt x="0" y="334"/>
                  </a:cubicBezTo>
                  <a:lnTo>
                    <a:pt x="0" y="4906"/>
                  </a:lnTo>
                  <a:cubicBezTo>
                    <a:pt x="0" y="5096"/>
                    <a:pt x="143" y="5239"/>
                    <a:pt x="334" y="5239"/>
                  </a:cubicBezTo>
                  <a:lnTo>
                    <a:pt x="10383" y="5239"/>
                  </a:lnTo>
                  <a:cubicBezTo>
                    <a:pt x="10550" y="5239"/>
                    <a:pt x="10693" y="5120"/>
                    <a:pt x="10717" y="4906"/>
                  </a:cubicBezTo>
                  <a:lnTo>
                    <a:pt x="10717" y="334"/>
                  </a:lnTo>
                  <a:cubicBezTo>
                    <a:pt x="10717" y="143"/>
                    <a:pt x="10550" y="0"/>
                    <a:pt x="10383"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2" name="Google Shape;22832;p140"/>
            <p:cNvSpPr/>
            <p:nvPr/>
          </p:nvSpPr>
          <p:spPr>
            <a:xfrm>
              <a:off x="1204513" y="2010439"/>
              <a:ext cx="173390" cy="169573"/>
            </a:xfrm>
            <a:custGeom>
              <a:avLst/>
              <a:gdLst/>
              <a:ahLst/>
              <a:cxnLst/>
              <a:rect l="l" t="t" r="r" b="b"/>
              <a:pathLst>
                <a:path w="5359" h="5241" extrusionOk="0">
                  <a:moveTo>
                    <a:pt x="1" y="1"/>
                  </a:moveTo>
                  <a:lnTo>
                    <a:pt x="1" y="5240"/>
                  </a:lnTo>
                  <a:lnTo>
                    <a:pt x="5025" y="5240"/>
                  </a:lnTo>
                  <a:cubicBezTo>
                    <a:pt x="5192" y="5240"/>
                    <a:pt x="5359" y="5097"/>
                    <a:pt x="5359" y="4907"/>
                  </a:cubicBezTo>
                  <a:lnTo>
                    <a:pt x="5359" y="334"/>
                  </a:lnTo>
                  <a:cubicBezTo>
                    <a:pt x="5335" y="120"/>
                    <a:pt x="5192" y="1"/>
                    <a:pt x="5025" y="1"/>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3" name="Google Shape;22833;p140"/>
            <p:cNvSpPr/>
            <p:nvPr/>
          </p:nvSpPr>
          <p:spPr>
            <a:xfrm>
              <a:off x="1092792" y="2053599"/>
              <a:ext cx="68593" cy="82473"/>
            </a:xfrm>
            <a:custGeom>
              <a:avLst/>
              <a:gdLst/>
              <a:ahLst/>
              <a:cxnLst/>
              <a:rect l="l" t="t" r="r" b="b"/>
              <a:pathLst>
                <a:path w="2120" h="2549" extrusionOk="0">
                  <a:moveTo>
                    <a:pt x="310" y="1"/>
                  </a:moveTo>
                  <a:cubicBezTo>
                    <a:pt x="143" y="1"/>
                    <a:pt x="0" y="167"/>
                    <a:pt x="0" y="334"/>
                  </a:cubicBezTo>
                  <a:lnTo>
                    <a:pt x="0" y="2215"/>
                  </a:lnTo>
                  <a:cubicBezTo>
                    <a:pt x="0" y="2382"/>
                    <a:pt x="143" y="2549"/>
                    <a:pt x="310" y="2549"/>
                  </a:cubicBezTo>
                  <a:lnTo>
                    <a:pt x="1786" y="2549"/>
                  </a:lnTo>
                  <a:cubicBezTo>
                    <a:pt x="1953" y="2549"/>
                    <a:pt x="2120" y="2382"/>
                    <a:pt x="2096" y="2215"/>
                  </a:cubicBezTo>
                  <a:lnTo>
                    <a:pt x="2096" y="334"/>
                  </a:lnTo>
                  <a:cubicBezTo>
                    <a:pt x="2096" y="167"/>
                    <a:pt x="1953" y="1"/>
                    <a:pt x="1786"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4" name="Google Shape;22834;p140"/>
            <p:cNvSpPr/>
            <p:nvPr/>
          </p:nvSpPr>
          <p:spPr>
            <a:xfrm>
              <a:off x="1246897" y="2053599"/>
              <a:ext cx="67816" cy="82473"/>
            </a:xfrm>
            <a:custGeom>
              <a:avLst/>
              <a:gdLst/>
              <a:ahLst/>
              <a:cxnLst/>
              <a:rect l="l" t="t" r="r" b="b"/>
              <a:pathLst>
                <a:path w="2096" h="2549" extrusionOk="0">
                  <a:moveTo>
                    <a:pt x="310" y="1"/>
                  </a:moveTo>
                  <a:cubicBezTo>
                    <a:pt x="143" y="1"/>
                    <a:pt x="0" y="167"/>
                    <a:pt x="0" y="334"/>
                  </a:cubicBezTo>
                  <a:lnTo>
                    <a:pt x="0" y="2215"/>
                  </a:lnTo>
                  <a:cubicBezTo>
                    <a:pt x="0" y="2382"/>
                    <a:pt x="143" y="2549"/>
                    <a:pt x="310" y="2549"/>
                  </a:cubicBezTo>
                  <a:lnTo>
                    <a:pt x="1786" y="2549"/>
                  </a:lnTo>
                  <a:cubicBezTo>
                    <a:pt x="1953" y="2549"/>
                    <a:pt x="2096" y="2382"/>
                    <a:pt x="2096" y="2215"/>
                  </a:cubicBezTo>
                  <a:lnTo>
                    <a:pt x="2096" y="334"/>
                  </a:lnTo>
                  <a:cubicBezTo>
                    <a:pt x="2096" y="167"/>
                    <a:pt x="1953" y="1"/>
                    <a:pt x="1786"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5" name="Google Shape;22835;p140"/>
            <p:cNvSpPr/>
            <p:nvPr/>
          </p:nvSpPr>
          <p:spPr>
            <a:xfrm>
              <a:off x="1136697" y="2159172"/>
              <a:ext cx="53968" cy="73996"/>
            </a:xfrm>
            <a:custGeom>
              <a:avLst/>
              <a:gdLst/>
              <a:ahLst/>
              <a:cxnLst/>
              <a:rect l="l" t="t" r="r" b="b"/>
              <a:pathLst>
                <a:path w="1668" h="2287" extrusionOk="0">
                  <a:moveTo>
                    <a:pt x="1358" y="0"/>
                  </a:moveTo>
                  <a:cubicBezTo>
                    <a:pt x="1168" y="0"/>
                    <a:pt x="1049" y="143"/>
                    <a:pt x="1049" y="310"/>
                  </a:cubicBezTo>
                  <a:cubicBezTo>
                    <a:pt x="1049" y="715"/>
                    <a:pt x="906" y="1096"/>
                    <a:pt x="596" y="1358"/>
                  </a:cubicBezTo>
                  <a:cubicBezTo>
                    <a:pt x="525" y="1453"/>
                    <a:pt x="406" y="1500"/>
                    <a:pt x="287" y="1572"/>
                  </a:cubicBezTo>
                  <a:lnTo>
                    <a:pt x="1" y="1715"/>
                  </a:lnTo>
                  <a:lnTo>
                    <a:pt x="310" y="2286"/>
                  </a:lnTo>
                  <a:lnTo>
                    <a:pt x="572" y="2143"/>
                  </a:lnTo>
                  <a:cubicBezTo>
                    <a:pt x="763" y="2048"/>
                    <a:pt x="930" y="1929"/>
                    <a:pt x="1072" y="1786"/>
                  </a:cubicBezTo>
                  <a:cubicBezTo>
                    <a:pt x="1477" y="1381"/>
                    <a:pt x="1668" y="857"/>
                    <a:pt x="1644" y="310"/>
                  </a:cubicBezTo>
                  <a:cubicBezTo>
                    <a:pt x="1668" y="143"/>
                    <a:pt x="1525" y="0"/>
                    <a:pt x="1358"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6" name="Google Shape;22836;p140"/>
            <p:cNvSpPr/>
            <p:nvPr/>
          </p:nvSpPr>
          <p:spPr>
            <a:xfrm>
              <a:off x="1061958" y="2159172"/>
              <a:ext cx="53968" cy="73219"/>
            </a:xfrm>
            <a:custGeom>
              <a:avLst/>
              <a:gdLst/>
              <a:ahLst/>
              <a:cxnLst/>
              <a:rect l="l" t="t" r="r" b="b"/>
              <a:pathLst>
                <a:path w="1668" h="2263" extrusionOk="0">
                  <a:moveTo>
                    <a:pt x="358" y="0"/>
                  </a:moveTo>
                  <a:cubicBezTo>
                    <a:pt x="168" y="0"/>
                    <a:pt x="25" y="119"/>
                    <a:pt x="25" y="286"/>
                  </a:cubicBezTo>
                  <a:cubicBezTo>
                    <a:pt x="1" y="834"/>
                    <a:pt x="239" y="1358"/>
                    <a:pt x="596" y="1739"/>
                  </a:cubicBezTo>
                  <a:cubicBezTo>
                    <a:pt x="739" y="1905"/>
                    <a:pt x="930" y="2024"/>
                    <a:pt x="1096" y="2096"/>
                  </a:cubicBezTo>
                  <a:lnTo>
                    <a:pt x="1358" y="2262"/>
                  </a:lnTo>
                  <a:lnTo>
                    <a:pt x="1668" y="1691"/>
                  </a:lnTo>
                  <a:lnTo>
                    <a:pt x="1406" y="1548"/>
                  </a:lnTo>
                  <a:cubicBezTo>
                    <a:pt x="1287" y="1477"/>
                    <a:pt x="1192" y="1405"/>
                    <a:pt x="1072" y="1334"/>
                  </a:cubicBezTo>
                  <a:cubicBezTo>
                    <a:pt x="763" y="1072"/>
                    <a:pt x="620" y="667"/>
                    <a:pt x="620" y="286"/>
                  </a:cubicBezTo>
                  <a:cubicBezTo>
                    <a:pt x="644" y="167"/>
                    <a:pt x="501" y="24"/>
                    <a:pt x="358"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7" name="Google Shape;22837;p140"/>
            <p:cNvSpPr/>
            <p:nvPr/>
          </p:nvSpPr>
          <p:spPr>
            <a:xfrm>
              <a:off x="1088942" y="2193823"/>
              <a:ext cx="74772" cy="74772"/>
            </a:xfrm>
            <a:custGeom>
              <a:avLst/>
              <a:gdLst/>
              <a:ahLst/>
              <a:cxnLst/>
              <a:rect l="l" t="t" r="r" b="b"/>
              <a:pathLst>
                <a:path w="2311" h="2311" extrusionOk="0">
                  <a:moveTo>
                    <a:pt x="1167" y="1"/>
                  </a:moveTo>
                  <a:cubicBezTo>
                    <a:pt x="500" y="1"/>
                    <a:pt x="0" y="525"/>
                    <a:pt x="0" y="1144"/>
                  </a:cubicBezTo>
                  <a:cubicBezTo>
                    <a:pt x="0" y="1811"/>
                    <a:pt x="524" y="2311"/>
                    <a:pt x="1167" y="2311"/>
                  </a:cubicBezTo>
                  <a:cubicBezTo>
                    <a:pt x="1810" y="2311"/>
                    <a:pt x="2310" y="1787"/>
                    <a:pt x="2310" y="1144"/>
                  </a:cubicBezTo>
                  <a:cubicBezTo>
                    <a:pt x="2310" y="525"/>
                    <a:pt x="1810" y="1"/>
                    <a:pt x="1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8" name="Google Shape;22838;p140"/>
            <p:cNvSpPr/>
            <p:nvPr/>
          </p:nvSpPr>
          <p:spPr>
            <a:xfrm>
              <a:off x="1126700" y="2194568"/>
              <a:ext cx="37014" cy="74028"/>
            </a:xfrm>
            <a:custGeom>
              <a:avLst/>
              <a:gdLst/>
              <a:ahLst/>
              <a:cxnLst/>
              <a:rect l="l" t="t" r="r" b="b"/>
              <a:pathLst>
                <a:path w="1144" h="2288" extrusionOk="0">
                  <a:moveTo>
                    <a:pt x="42" y="1"/>
                  </a:moveTo>
                  <a:cubicBezTo>
                    <a:pt x="28" y="1"/>
                    <a:pt x="14" y="1"/>
                    <a:pt x="0" y="2"/>
                  </a:cubicBezTo>
                  <a:lnTo>
                    <a:pt x="0" y="2288"/>
                  </a:lnTo>
                  <a:cubicBezTo>
                    <a:pt x="643" y="2288"/>
                    <a:pt x="1143" y="1764"/>
                    <a:pt x="1143" y="1121"/>
                  </a:cubicBezTo>
                  <a:cubicBezTo>
                    <a:pt x="1143" y="515"/>
                    <a:pt x="665" y="1"/>
                    <a:pt x="42"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9" name="Google Shape;22839;p140"/>
            <p:cNvSpPr/>
            <p:nvPr/>
          </p:nvSpPr>
          <p:spPr>
            <a:xfrm>
              <a:off x="1290802" y="2159172"/>
              <a:ext cx="53968" cy="73996"/>
            </a:xfrm>
            <a:custGeom>
              <a:avLst/>
              <a:gdLst/>
              <a:ahLst/>
              <a:cxnLst/>
              <a:rect l="l" t="t" r="r" b="b"/>
              <a:pathLst>
                <a:path w="1668" h="2287" extrusionOk="0">
                  <a:moveTo>
                    <a:pt x="1334" y="0"/>
                  </a:moveTo>
                  <a:cubicBezTo>
                    <a:pt x="1168" y="0"/>
                    <a:pt x="1049" y="143"/>
                    <a:pt x="1049" y="310"/>
                  </a:cubicBezTo>
                  <a:cubicBezTo>
                    <a:pt x="1049" y="715"/>
                    <a:pt x="906" y="1096"/>
                    <a:pt x="596" y="1358"/>
                  </a:cubicBezTo>
                  <a:cubicBezTo>
                    <a:pt x="501" y="1453"/>
                    <a:pt x="406" y="1500"/>
                    <a:pt x="287" y="1572"/>
                  </a:cubicBezTo>
                  <a:lnTo>
                    <a:pt x="1" y="1715"/>
                  </a:lnTo>
                  <a:lnTo>
                    <a:pt x="310" y="2286"/>
                  </a:lnTo>
                  <a:lnTo>
                    <a:pt x="572" y="2143"/>
                  </a:lnTo>
                  <a:cubicBezTo>
                    <a:pt x="739" y="2048"/>
                    <a:pt x="929" y="1929"/>
                    <a:pt x="1072" y="1786"/>
                  </a:cubicBezTo>
                  <a:cubicBezTo>
                    <a:pt x="1477" y="1381"/>
                    <a:pt x="1668" y="857"/>
                    <a:pt x="1644" y="310"/>
                  </a:cubicBezTo>
                  <a:cubicBezTo>
                    <a:pt x="1668" y="143"/>
                    <a:pt x="1525" y="0"/>
                    <a:pt x="133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0" name="Google Shape;22840;p140"/>
            <p:cNvSpPr/>
            <p:nvPr/>
          </p:nvSpPr>
          <p:spPr>
            <a:xfrm>
              <a:off x="1216063" y="2159172"/>
              <a:ext cx="53968" cy="73219"/>
            </a:xfrm>
            <a:custGeom>
              <a:avLst/>
              <a:gdLst/>
              <a:ahLst/>
              <a:cxnLst/>
              <a:rect l="l" t="t" r="r" b="b"/>
              <a:pathLst>
                <a:path w="1668" h="2263" extrusionOk="0">
                  <a:moveTo>
                    <a:pt x="358" y="0"/>
                  </a:moveTo>
                  <a:cubicBezTo>
                    <a:pt x="167" y="0"/>
                    <a:pt x="25" y="119"/>
                    <a:pt x="25" y="286"/>
                  </a:cubicBezTo>
                  <a:cubicBezTo>
                    <a:pt x="1" y="834"/>
                    <a:pt x="239" y="1358"/>
                    <a:pt x="596" y="1739"/>
                  </a:cubicBezTo>
                  <a:cubicBezTo>
                    <a:pt x="739" y="1905"/>
                    <a:pt x="929" y="2024"/>
                    <a:pt x="1096" y="2096"/>
                  </a:cubicBezTo>
                  <a:lnTo>
                    <a:pt x="1358" y="2262"/>
                  </a:lnTo>
                  <a:lnTo>
                    <a:pt x="1668" y="1691"/>
                  </a:lnTo>
                  <a:lnTo>
                    <a:pt x="1406" y="1548"/>
                  </a:lnTo>
                  <a:cubicBezTo>
                    <a:pt x="1263" y="1477"/>
                    <a:pt x="1191" y="1405"/>
                    <a:pt x="1072" y="1334"/>
                  </a:cubicBezTo>
                  <a:cubicBezTo>
                    <a:pt x="763" y="1072"/>
                    <a:pt x="620" y="667"/>
                    <a:pt x="620" y="286"/>
                  </a:cubicBezTo>
                  <a:cubicBezTo>
                    <a:pt x="644" y="167"/>
                    <a:pt x="501" y="24"/>
                    <a:pt x="358"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1" name="Google Shape;22841;p140"/>
            <p:cNvSpPr/>
            <p:nvPr/>
          </p:nvSpPr>
          <p:spPr>
            <a:xfrm>
              <a:off x="1243047" y="2193823"/>
              <a:ext cx="74772" cy="74772"/>
            </a:xfrm>
            <a:custGeom>
              <a:avLst/>
              <a:gdLst/>
              <a:ahLst/>
              <a:cxnLst/>
              <a:rect l="l" t="t" r="r" b="b"/>
              <a:pathLst>
                <a:path w="2311" h="2311" extrusionOk="0">
                  <a:moveTo>
                    <a:pt x="1167" y="1"/>
                  </a:moveTo>
                  <a:cubicBezTo>
                    <a:pt x="500" y="1"/>
                    <a:pt x="0" y="525"/>
                    <a:pt x="0" y="1144"/>
                  </a:cubicBezTo>
                  <a:cubicBezTo>
                    <a:pt x="0" y="1811"/>
                    <a:pt x="524" y="2311"/>
                    <a:pt x="1167" y="2311"/>
                  </a:cubicBezTo>
                  <a:cubicBezTo>
                    <a:pt x="1810" y="2311"/>
                    <a:pt x="2310" y="1787"/>
                    <a:pt x="2310" y="1144"/>
                  </a:cubicBezTo>
                  <a:cubicBezTo>
                    <a:pt x="2310" y="525"/>
                    <a:pt x="1810" y="1"/>
                    <a:pt x="1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2" name="Google Shape;22842;p140"/>
            <p:cNvSpPr/>
            <p:nvPr/>
          </p:nvSpPr>
          <p:spPr>
            <a:xfrm>
              <a:off x="1280805" y="2194568"/>
              <a:ext cx="37014" cy="74028"/>
            </a:xfrm>
            <a:custGeom>
              <a:avLst/>
              <a:gdLst/>
              <a:ahLst/>
              <a:cxnLst/>
              <a:rect l="l" t="t" r="r" b="b"/>
              <a:pathLst>
                <a:path w="1144" h="2288" extrusionOk="0">
                  <a:moveTo>
                    <a:pt x="42" y="1"/>
                  </a:moveTo>
                  <a:cubicBezTo>
                    <a:pt x="28" y="1"/>
                    <a:pt x="14" y="1"/>
                    <a:pt x="0" y="2"/>
                  </a:cubicBezTo>
                  <a:lnTo>
                    <a:pt x="0" y="2288"/>
                  </a:lnTo>
                  <a:cubicBezTo>
                    <a:pt x="643" y="2288"/>
                    <a:pt x="1143" y="1764"/>
                    <a:pt x="1143" y="1121"/>
                  </a:cubicBezTo>
                  <a:cubicBezTo>
                    <a:pt x="1143" y="515"/>
                    <a:pt x="665" y="1"/>
                    <a:pt x="42"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3" name="Google Shape;22843;p140"/>
            <p:cNvSpPr/>
            <p:nvPr/>
          </p:nvSpPr>
          <p:spPr>
            <a:xfrm>
              <a:off x="1290802" y="1956504"/>
              <a:ext cx="53968" cy="74028"/>
            </a:xfrm>
            <a:custGeom>
              <a:avLst/>
              <a:gdLst/>
              <a:ahLst/>
              <a:cxnLst/>
              <a:rect l="l" t="t" r="r" b="b"/>
              <a:pathLst>
                <a:path w="1668" h="2288" extrusionOk="0">
                  <a:moveTo>
                    <a:pt x="310" y="1"/>
                  </a:moveTo>
                  <a:lnTo>
                    <a:pt x="1" y="572"/>
                  </a:lnTo>
                  <a:lnTo>
                    <a:pt x="287" y="715"/>
                  </a:lnTo>
                  <a:cubicBezTo>
                    <a:pt x="406" y="787"/>
                    <a:pt x="501" y="834"/>
                    <a:pt x="596" y="930"/>
                  </a:cubicBezTo>
                  <a:cubicBezTo>
                    <a:pt x="906" y="1192"/>
                    <a:pt x="1049" y="1573"/>
                    <a:pt x="1049" y="1978"/>
                  </a:cubicBezTo>
                  <a:cubicBezTo>
                    <a:pt x="1049" y="2144"/>
                    <a:pt x="1168" y="2287"/>
                    <a:pt x="1334" y="2287"/>
                  </a:cubicBezTo>
                  <a:cubicBezTo>
                    <a:pt x="1525" y="2287"/>
                    <a:pt x="1668" y="2168"/>
                    <a:pt x="1644" y="1978"/>
                  </a:cubicBezTo>
                  <a:cubicBezTo>
                    <a:pt x="1668" y="1430"/>
                    <a:pt x="1477" y="906"/>
                    <a:pt x="1072" y="501"/>
                  </a:cubicBezTo>
                  <a:cubicBezTo>
                    <a:pt x="929" y="358"/>
                    <a:pt x="739" y="239"/>
                    <a:pt x="572" y="144"/>
                  </a:cubicBezTo>
                  <a:lnTo>
                    <a:pt x="310"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4" name="Google Shape;22844;p140"/>
            <p:cNvSpPr/>
            <p:nvPr/>
          </p:nvSpPr>
          <p:spPr>
            <a:xfrm>
              <a:off x="1216063" y="1957280"/>
              <a:ext cx="53968" cy="73252"/>
            </a:xfrm>
            <a:custGeom>
              <a:avLst/>
              <a:gdLst/>
              <a:ahLst/>
              <a:cxnLst/>
              <a:rect l="l" t="t" r="r" b="b"/>
              <a:pathLst>
                <a:path w="1668" h="2264" extrusionOk="0">
                  <a:moveTo>
                    <a:pt x="1358" y="1"/>
                  </a:moveTo>
                  <a:lnTo>
                    <a:pt x="1096" y="167"/>
                  </a:lnTo>
                  <a:cubicBezTo>
                    <a:pt x="929" y="239"/>
                    <a:pt x="739" y="358"/>
                    <a:pt x="596" y="525"/>
                  </a:cubicBezTo>
                  <a:cubicBezTo>
                    <a:pt x="239" y="906"/>
                    <a:pt x="1" y="1430"/>
                    <a:pt x="25" y="1977"/>
                  </a:cubicBezTo>
                  <a:cubicBezTo>
                    <a:pt x="25" y="2144"/>
                    <a:pt x="167" y="2263"/>
                    <a:pt x="358" y="2263"/>
                  </a:cubicBezTo>
                  <a:cubicBezTo>
                    <a:pt x="501" y="2263"/>
                    <a:pt x="644" y="2120"/>
                    <a:pt x="620" y="1977"/>
                  </a:cubicBezTo>
                  <a:cubicBezTo>
                    <a:pt x="620" y="1596"/>
                    <a:pt x="763" y="1191"/>
                    <a:pt x="1072" y="929"/>
                  </a:cubicBezTo>
                  <a:cubicBezTo>
                    <a:pt x="1191" y="834"/>
                    <a:pt x="1263" y="787"/>
                    <a:pt x="1406" y="715"/>
                  </a:cubicBezTo>
                  <a:lnTo>
                    <a:pt x="1668" y="572"/>
                  </a:lnTo>
                  <a:lnTo>
                    <a:pt x="1358" y="1"/>
                  </a:ln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5" name="Google Shape;22845;p140"/>
            <p:cNvSpPr/>
            <p:nvPr/>
          </p:nvSpPr>
          <p:spPr>
            <a:xfrm>
              <a:off x="1243047" y="1921076"/>
              <a:ext cx="74772" cy="74772"/>
            </a:xfrm>
            <a:custGeom>
              <a:avLst/>
              <a:gdLst/>
              <a:ahLst/>
              <a:cxnLst/>
              <a:rect l="l" t="t" r="r" b="b"/>
              <a:pathLst>
                <a:path w="2311" h="2311" extrusionOk="0">
                  <a:moveTo>
                    <a:pt x="1167" y="0"/>
                  </a:moveTo>
                  <a:cubicBezTo>
                    <a:pt x="500" y="0"/>
                    <a:pt x="0" y="501"/>
                    <a:pt x="0" y="1167"/>
                  </a:cubicBezTo>
                  <a:cubicBezTo>
                    <a:pt x="0" y="1810"/>
                    <a:pt x="524" y="2310"/>
                    <a:pt x="1167" y="2310"/>
                  </a:cubicBezTo>
                  <a:cubicBezTo>
                    <a:pt x="1810" y="2310"/>
                    <a:pt x="2310" y="1810"/>
                    <a:pt x="2310" y="1167"/>
                  </a:cubicBezTo>
                  <a:cubicBezTo>
                    <a:pt x="2310" y="501"/>
                    <a:pt x="1786"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6" name="Google Shape;22846;p140"/>
            <p:cNvSpPr/>
            <p:nvPr/>
          </p:nvSpPr>
          <p:spPr>
            <a:xfrm>
              <a:off x="1280805" y="1921852"/>
              <a:ext cx="37014" cy="73996"/>
            </a:xfrm>
            <a:custGeom>
              <a:avLst/>
              <a:gdLst/>
              <a:ahLst/>
              <a:cxnLst/>
              <a:rect l="l" t="t" r="r" b="b"/>
              <a:pathLst>
                <a:path w="1144" h="2287" extrusionOk="0">
                  <a:moveTo>
                    <a:pt x="0" y="0"/>
                  </a:moveTo>
                  <a:lnTo>
                    <a:pt x="0" y="2286"/>
                  </a:lnTo>
                  <a:cubicBezTo>
                    <a:pt x="643" y="2286"/>
                    <a:pt x="1143" y="1786"/>
                    <a:pt x="1143" y="1167"/>
                  </a:cubicBezTo>
                  <a:cubicBezTo>
                    <a:pt x="1143" y="548"/>
                    <a:pt x="643"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7" name="Google Shape;22847;p140"/>
            <p:cNvSpPr/>
            <p:nvPr/>
          </p:nvSpPr>
          <p:spPr>
            <a:xfrm>
              <a:off x="1136697" y="1956504"/>
              <a:ext cx="53968" cy="74028"/>
            </a:xfrm>
            <a:custGeom>
              <a:avLst/>
              <a:gdLst/>
              <a:ahLst/>
              <a:cxnLst/>
              <a:rect l="l" t="t" r="r" b="b"/>
              <a:pathLst>
                <a:path w="1668" h="2288" extrusionOk="0">
                  <a:moveTo>
                    <a:pt x="310" y="1"/>
                  </a:moveTo>
                  <a:lnTo>
                    <a:pt x="1" y="572"/>
                  </a:lnTo>
                  <a:lnTo>
                    <a:pt x="287" y="715"/>
                  </a:lnTo>
                  <a:cubicBezTo>
                    <a:pt x="406" y="787"/>
                    <a:pt x="525" y="834"/>
                    <a:pt x="596" y="930"/>
                  </a:cubicBezTo>
                  <a:cubicBezTo>
                    <a:pt x="906" y="1192"/>
                    <a:pt x="1049" y="1573"/>
                    <a:pt x="1049" y="1978"/>
                  </a:cubicBezTo>
                  <a:cubicBezTo>
                    <a:pt x="1049" y="2144"/>
                    <a:pt x="1168" y="2287"/>
                    <a:pt x="1358" y="2287"/>
                  </a:cubicBezTo>
                  <a:cubicBezTo>
                    <a:pt x="1525" y="2287"/>
                    <a:pt x="1668" y="2168"/>
                    <a:pt x="1644" y="1978"/>
                  </a:cubicBezTo>
                  <a:cubicBezTo>
                    <a:pt x="1668" y="1430"/>
                    <a:pt x="1477" y="906"/>
                    <a:pt x="1072" y="501"/>
                  </a:cubicBezTo>
                  <a:cubicBezTo>
                    <a:pt x="930" y="358"/>
                    <a:pt x="763" y="239"/>
                    <a:pt x="572" y="144"/>
                  </a:cubicBezTo>
                  <a:lnTo>
                    <a:pt x="310"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8" name="Google Shape;22848;p140"/>
            <p:cNvSpPr/>
            <p:nvPr/>
          </p:nvSpPr>
          <p:spPr>
            <a:xfrm>
              <a:off x="1061958" y="1957280"/>
              <a:ext cx="53968" cy="73252"/>
            </a:xfrm>
            <a:custGeom>
              <a:avLst/>
              <a:gdLst/>
              <a:ahLst/>
              <a:cxnLst/>
              <a:rect l="l" t="t" r="r" b="b"/>
              <a:pathLst>
                <a:path w="1668" h="2264" extrusionOk="0">
                  <a:moveTo>
                    <a:pt x="1358" y="1"/>
                  </a:moveTo>
                  <a:lnTo>
                    <a:pt x="1096" y="167"/>
                  </a:lnTo>
                  <a:cubicBezTo>
                    <a:pt x="930" y="239"/>
                    <a:pt x="739" y="358"/>
                    <a:pt x="596" y="525"/>
                  </a:cubicBezTo>
                  <a:cubicBezTo>
                    <a:pt x="239" y="906"/>
                    <a:pt x="1" y="1430"/>
                    <a:pt x="25" y="1977"/>
                  </a:cubicBezTo>
                  <a:cubicBezTo>
                    <a:pt x="25" y="2144"/>
                    <a:pt x="168" y="2263"/>
                    <a:pt x="358" y="2263"/>
                  </a:cubicBezTo>
                  <a:cubicBezTo>
                    <a:pt x="501" y="2263"/>
                    <a:pt x="644" y="2120"/>
                    <a:pt x="620" y="1977"/>
                  </a:cubicBezTo>
                  <a:cubicBezTo>
                    <a:pt x="620" y="1596"/>
                    <a:pt x="763" y="1191"/>
                    <a:pt x="1072" y="929"/>
                  </a:cubicBezTo>
                  <a:cubicBezTo>
                    <a:pt x="1192" y="834"/>
                    <a:pt x="1287" y="787"/>
                    <a:pt x="1406" y="715"/>
                  </a:cubicBezTo>
                  <a:lnTo>
                    <a:pt x="1668" y="572"/>
                  </a:lnTo>
                  <a:lnTo>
                    <a:pt x="1358" y="1"/>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9" name="Google Shape;22849;p140"/>
            <p:cNvSpPr/>
            <p:nvPr/>
          </p:nvSpPr>
          <p:spPr>
            <a:xfrm>
              <a:off x="1088942" y="1921076"/>
              <a:ext cx="74772" cy="74772"/>
            </a:xfrm>
            <a:custGeom>
              <a:avLst/>
              <a:gdLst/>
              <a:ahLst/>
              <a:cxnLst/>
              <a:rect l="l" t="t" r="r" b="b"/>
              <a:pathLst>
                <a:path w="2311" h="2311" extrusionOk="0">
                  <a:moveTo>
                    <a:pt x="1167" y="0"/>
                  </a:moveTo>
                  <a:cubicBezTo>
                    <a:pt x="500" y="0"/>
                    <a:pt x="0" y="501"/>
                    <a:pt x="0" y="1167"/>
                  </a:cubicBezTo>
                  <a:cubicBezTo>
                    <a:pt x="0" y="1810"/>
                    <a:pt x="524" y="2310"/>
                    <a:pt x="1167" y="2310"/>
                  </a:cubicBezTo>
                  <a:cubicBezTo>
                    <a:pt x="1810" y="2310"/>
                    <a:pt x="2310" y="1810"/>
                    <a:pt x="2310" y="1167"/>
                  </a:cubicBezTo>
                  <a:cubicBezTo>
                    <a:pt x="2310" y="501"/>
                    <a:pt x="1786"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0" name="Google Shape;22850;p140"/>
            <p:cNvSpPr/>
            <p:nvPr/>
          </p:nvSpPr>
          <p:spPr>
            <a:xfrm>
              <a:off x="1126700" y="1921852"/>
              <a:ext cx="37014" cy="73996"/>
            </a:xfrm>
            <a:custGeom>
              <a:avLst/>
              <a:gdLst/>
              <a:ahLst/>
              <a:cxnLst/>
              <a:rect l="l" t="t" r="r" b="b"/>
              <a:pathLst>
                <a:path w="1144" h="2287" extrusionOk="0">
                  <a:moveTo>
                    <a:pt x="0" y="0"/>
                  </a:moveTo>
                  <a:lnTo>
                    <a:pt x="0" y="2286"/>
                  </a:lnTo>
                  <a:cubicBezTo>
                    <a:pt x="643" y="2286"/>
                    <a:pt x="1143" y="1786"/>
                    <a:pt x="1143" y="1167"/>
                  </a:cubicBezTo>
                  <a:cubicBezTo>
                    <a:pt x="1143" y="548"/>
                    <a:pt x="643"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1" name="Google Shape;22851;p140"/>
          <p:cNvGrpSpPr/>
          <p:nvPr/>
        </p:nvGrpSpPr>
        <p:grpSpPr>
          <a:xfrm>
            <a:off x="1774698" y="1778706"/>
            <a:ext cx="346749" cy="346749"/>
            <a:chOff x="1774698" y="1931106"/>
            <a:chExt cx="346749" cy="346749"/>
          </a:xfrm>
        </p:grpSpPr>
        <p:sp>
          <p:nvSpPr>
            <p:cNvPr id="22852" name="Google Shape;22852;p140"/>
            <p:cNvSpPr/>
            <p:nvPr/>
          </p:nvSpPr>
          <p:spPr>
            <a:xfrm>
              <a:off x="1884089" y="2115235"/>
              <a:ext cx="129485" cy="71699"/>
            </a:xfrm>
            <a:custGeom>
              <a:avLst/>
              <a:gdLst/>
              <a:ahLst/>
              <a:cxnLst/>
              <a:rect l="l" t="t" r="r" b="b"/>
              <a:pathLst>
                <a:path w="4002" h="2216" extrusionOk="0">
                  <a:moveTo>
                    <a:pt x="2001" y="1"/>
                  </a:moveTo>
                  <a:cubicBezTo>
                    <a:pt x="906" y="1"/>
                    <a:pt x="1" y="906"/>
                    <a:pt x="1" y="2001"/>
                  </a:cubicBezTo>
                  <a:lnTo>
                    <a:pt x="1" y="2215"/>
                  </a:lnTo>
                  <a:lnTo>
                    <a:pt x="4002" y="2215"/>
                  </a:lnTo>
                  <a:lnTo>
                    <a:pt x="4002" y="2001"/>
                  </a:lnTo>
                  <a:cubicBezTo>
                    <a:pt x="4002" y="906"/>
                    <a:pt x="3097" y="1"/>
                    <a:pt x="200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3" name="Google Shape;22853;p140"/>
            <p:cNvSpPr/>
            <p:nvPr/>
          </p:nvSpPr>
          <p:spPr>
            <a:xfrm>
              <a:off x="1948054" y="2115235"/>
              <a:ext cx="64742" cy="71699"/>
            </a:xfrm>
            <a:custGeom>
              <a:avLst/>
              <a:gdLst/>
              <a:ahLst/>
              <a:cxnLst/>
              <a:rect l="l" t="t" r="r" b="b"/>
              <a:pathLst>
                <a:path w="2001" h="2216" extrusionOk="0">
                  <a:moveTo>
                    <a:pt x="0" y="1"/>
                  </a:moveTo>
                  <a:lnTo>
                    <a:pt x="0" y="2215"/>
                  </a:lnTo>
                  <a:lnTo>
                    <a:pt x="2001" y="2215"/>
                  </a:lnTo>
                  <a:lnTo>
                    <a:pt x="2001" y="2001"/>
                  </a:lnTo>
                  <a:cubicBezTo>
                    <a:pt x="2001" y="906"/>
                    <a:pt x="1096" y="1"/>
                    <a:pt x="0"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4" name="Google Shape;22854;p140"/>
            <p:cNvSpPr/>
            <p:nvPr/>
          </p:nvSpPr>
          <p:spPr>
            <a:xfrm>
              <a:off x="1907222" y="2055152"/>
              <a:ext cx="80920" cy="80920"/>
            </a:xfrm>
            <a:custGeom>
              <a:avLst/>
              <a:gdLst/>
              <a:ahLst/>
              <a:cxnLst/>
              <a:rect l="l" t="t" r="r" b="b"/>
              <a:pathLst>
                <a:path w="2501" h="2501" extrusionOk="0">
                  <a:moveTo>
                    <a:pt x="1262" y="0"/>
                  </a:moveTo>
                  <a:cubicBezTo>
                    <a:pt x="572" y="0"/>
                    <a:pt x="0" y="548"/>
                    <a:pt x="0" y="1238"/>
                  </a:cubicBezTo>
                  <a:cubicBezTo>
                    <a:pt x="0" y="1929"/>
                    <a:pt x="572" y="2501"/>
                    <a:pt x="1262" y="2501"/>
                  </a:cubicBezTo>
                  <a:cubicBezTo>
                    <a:pt x="1977" y="2501"/>
                    <a:pt x="2501" y="1929"/>
                    <a:pt x="2501" y="1238"/>
                  </a:cubicBezTo>
                  <a:cubicBezTo>
                    <a:pt x="2501" y="548"/>
                    <a:pt x="1953" y="0"/>
                    <a:pt x="126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5" name="Google Shape;22855;p140"/>
            <p:cNvSpPr/>
            <p:nvPr/>
          </p:nvSpPr>
          <p:spPr>
            <a:xfrm>
              <a:off x="1948830" y="2055152"/>
              <a:ext cx="40864" cy="80920"/>
            </a:xfrm>
            <a:custGeom>
              <a:avLst/>
              <a:gdLst/>
              <a:ahLst/>
              <a:cxnLst/>
              <a:rect l="l" t="t" r="r" b="b"/>
              <a:pathLst>
                <a:path w="1263" h="2501" extrusionOk="0">
                  <a:moveTo>
                    <a:pt x="0" y="0"/>
                  </a:moveTo>
                  <a:lnTo>
                    <a:pt x="0" y="2501"/>
                  </a:lnTo>
                  <a:cubicBezTo>
                    <a:pt x="691" y="2501"/>
                    <a:pt x="1262" y="1929"/>
                    <a:pt x="1262" y="1238"/>
                  </a:cubicBezTo>
                  <a:cubicBezTo>
                    <a:pt x="1262" y="548"/>
                    <a:pt x="691"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6" name="Google Shape;22856;p140"/>
            <p:cNvSpPr/>
            <p:nvPr/>
          </p:nvSpPr>
          <p:spPr>
            <a:xfrm>
              <a:off x="1774698" y="1931106"/>
              <a:ext cx="346749" cy="346749"/>
            </a:xfrm>
            <a:custGeom>
              <a:avLst/>
              <a:gdLst/>
              <a:ahLst/>
              <a:cxnLst/>
              <a:rect l="l" t="t" r="r" b="b"/>
              <a:pathLst>
                <a:path w="10717" h="10717" extrusionOk="0">
                  <a:moveTo>
                    <a:pt x="10098" y="5263"/>
                  </a:moveTo>
                  <a:lnTo>
                    <a:pt x="10098" y="10097"/>
                  </a:lnTo>
                  <a:lnTo>
                    <a:pt x="7549" y="10097"/>
                  </a:lnTo>
                  <a:lnTo>
                    <a:pt x="7549" y="9478"/>
                  </a:lnTo>
                  <a:lnTo>
                    <a:pt x="9145" y="9478"/>
                  </a:lnTo>
                  <a:cubicBezTo>
                    <a:pt x="9312" y="9478"/>
                    <a:pt x="9455" y="9335"/>
                    <a:pt x="9455" y="9145"/>
                  </a:cubicBezTo>
                  <a:lnTo>
                    <a:pt x="9455" y="5263"/>
                  </a:lnTo>
                  <a:close/>
                  <a:moveTo>
                    <a:pt x="334" y="0"/>
                  </a:moveTo>
                  <a:cubicBezTo>
                    <a:pt x="143" y="0"/>
                    <a:pt x="0" y="167"/>
                    <a:pt x="0" y="333"/>
                  </a:cubicBezTo>
                  <a:lnTo>
                    <a:pt x="0" y="10407"/>
                  </a:lnTo>
                  <a:cubicBezTo>
                    <a:pt x="0" y="10574"/>
                    <a:pt x="143" y="10716"/>
                    <a:pt x="334" y="10716"/>
                  </a:cubicBezTo>
                  <a:lnTo>
                    <a:pt x="10383" y="10716"/>
                  </a:lnTo>
                  <a:cubicBezTo>
                    <a:pt x="10574" y="10716"/>
                    <a:pt x="10717" y="10574"/>
                    <a:pt x="10717" y="10407"/>
                  </a:cubicBezTo>
                  <a:lnTo>
                    <a:pt x="10717" y="333"/>
                  </a:lnTo>
                  <a:cubicBezTo>
                    <a:pt x="10717" y="167"/>
                    <a:pt x="10574" y="24"/>
                    <a:pt x="10407" y="24"/>
                  </a:cubicBezTo>
                  <a:lnTo>
                    <a:pt x="6001" y="24"/>
                  </a:lnTo>
                  <a:cubicBezTo>
                    <a:pt x="5835" y="24"/>
                    <a:pt x="5692" y="167"/>
                    <a:pt x="5692" y="333"/>
                  </a:cubicBezTo>
                  <a:cubicBezTo>
                    <a:pt x="5692" y="524"/>
                    <a:pt x="5835" y="667"/>
                    <a:pt x="6001" y="667"/>
                  </a:cubicBezTo>
                  <a:lnTo>
                    <a:pt x="10121" y="667"/>
                  </a:lnTo>
                  <a:lnTo>
                    <a:pt x="10121" y="4668"/>
                  </a:lnTo>
                  <a:lnTo>
                    <a:pt x="9502" y="4668"/>
                  </a:lnTo>
                  <a:lnTo>
                    <a:pt x="9502" y="4120"/>
                  </a:lnTo>
                  <a:cubicBezTo>
                    <a:pt x="9502" y="3953"/>
                    <a:pt x="9336" y="3787"/>
                    <a:pt x="9169" y="3787"/>
                  </a:cubicBezTo>
                  <a:cubicBezTo>
                    <a:pt x="8978" y="3787"/>
                    <a:pt x="8835" y="3953"/>
                    <a:pt x="8835" y="4120"/>
                  </a:cubicBezTo>
                  <a:lnTo>
                    <a:pt x="8835" y="6525"/>
                  </a:lnTo>
                  <a:lnTo>
                    <a:pt x="8216" y="6525"/>
                  </a:lnTo>
                  <a:lnTo>
                    <a:pt x="8216" y="6001"/>
                  </a:lnTo>
                  <a:cubicBezTo>
                    <a:pt x="8216" y="5811"/>
                    <a:pt x="8073" y="5668"/>
                    <a:pt x="7883" y="5668"/>
                  </a:cubicBezTo>
                  <a:cubicBezTo>
                    <a:pt x="7716" y="5668"/>
                    <a:pt x="7549" y="5811"/>
                    <a:pt x="7549" y="6001"/>
                  </a:cubicBezTo>
                  <a:lnTo>
                    <a:pt x="7549" y="7573"/>
                  </a:lnTo>
                  <a:lnTo>
                    <a:pt x="3120" y="7573"/>
                  </a:lnTo>
                  <a:lnTo>
                    <a:pt x="3120" y="4953"/>
                  </a:lnTo>
                  <a:cubicBezTo>
                    <a:pt x="3120" y="4763"/>
                    <a:pt x="2977" y="4620"/>
                    <a:pt x="2787" y="4620"/>
                  </a:cubicBezTo>
                  <a:cubicBezTo>
                    <a:pt x="2620" y="4620"/>
                    <a:pt x="2477" y="4763"/>
                    <a:pt x="2477" y="4953"/>
                  </a:cubicBezTo>
                  <a:lnTo>
                    <a:pt x="2477" y="7906"/>
                  </a:lnTo>
                  <a:cubicBezTo>
                    <a:pt x="2477" y="8073"/>
                    <a:pt x="2620" y="8216"/>
                    <a:pt x="2787" y="8216"/>
                  </a:cubicBezTo>
                  <a:lnTo>
                    <a:pt x="7859" y="8216"/>
                  </a:lnTo>
                  <a:cubicBezTo>
                    <a:pt x="8026" y="8216"/>
                    <a:pt x="8192" y="8073"/>
                    <a:pt x="8192" y="7906"/>
                  </a:cubicBezTo>
                  <a:lnTo>
                    <a:pt x="8192" y="7168"/>
                  </a:lnTo>
                  <a:lnTo>
                    <a:pt x="8812" y="7168"/>
                  </a:lnTo>
                  <a:lnTo>
                    <a:pt x="8812" y="8859"/>
                  </a:lnTo>
                  <a:lnTo>
                    <a:pt x="4073" y="8859"/>
                  </a:lnTo>
                  <a:cubicBezTo>
                    <a:pt x="3906" y="8859"/>
                    <a:pt x="3739" y="9002"/>
                    <a:pt x="3739" y="9192"/>
                  </a:cubicBezTo>
                  <a:cubicBezTo>
                    <a:pt x="3739" y="9359"/>
                    <a:pt x="3906" y="9502"/>
                    <a:pt x="4073" y="9502"/>
                  </a:cubicBezTo>
                  <a:lnTo>
                    <a:pt x="6906" y="9502"/>
                  </a:lnTo>
                  <a:lnTo>
                    <a:pt x="6906" y="10121"/>
                  </a:lnTo>
                  <a:lnTo>
                    <a:pt x="619" y="10121"/>
                  </a:lnTo>
                  <a:lnTo>
                    <a:pt x="619" y="3239"/>
                  </a:lnTo>
                  <a:lnTo>
                    <a:pt x="1239" y="3239"/>
                  </a:lnTo>
                  <a:lnTo>
                    <a:pt x="1239" y="9216"/>
                  </a:lnTo>
                  <a:cubicBezTo>
                    <a:pt x="1239" y="9383"/>
                    <a:pt x="1405" y="9526"/>
                    <a:pt x="1572" y="9526"/>
                  </a:cubicBezTo>
                  <a:lnTo>
                    <a:pt x="2858" y="9526"/>
                  </a:lnTo>
                  <a:cubicBezTo>
                    <a:pt x="3025" y="9526"/>
                    <a:pt x="3191" y="9383"/>
                    <a:pt x="3191" y="9216"/>
                  </a:cubicBezTo>
                  <a:cubicBezTo>
                    <a:pt x="3191" y="9026"/>
                    <a:pt x="3025" y="8883"/>
                    <a:pt x="2858" y="8883"/>
                  </a:cubicBezTo>
                  <a:lnTo>
                    <a:pt x="1905" y="8883"/>
                  </a:lnTo>
                  <a:lnTo>
                    <a:pt x="1905" y="1953"/>
                  </a:lnTo>
                  <a:lnTo>
                    <a:pt x="5049" y="1953"/>
                  </a:lnTo>
                  <a:lnTo>
                    <a:pt x="5049" y="2572"/>
                  </a:lnTo>
                  <a:lnTo>
                    <a:pt x="2858" y="2572"/>
                  </a:lnTo>
                  <a:cubicBezTo>
                    <a:pt x="2667" y="2572"/>
                    <a:pt x="2525" y="2715"/>
                    <a:pt x="2525" y="2905"/>
                  </a:cubicBezTo>
                  <a:lnTo>
                    <a:pt x="2525" y="3763"/>
                  </a:lnTo>
                  <a:cubicBezTo>
                    <a:pt x="2525" y="3929"/>
                    <a:pt x="2667" y="4096"/>
                    <a:pt x="2858" y="4096"/>
                  </a:cubicBezTo>
                  <a:cubicBezTo>
                    <a:pt x="3025" y="4096"/>
                    <a:pt x="3191" y="3929"/>
                    <a:pt x="3191" y="3763"/>
                  </a:cubicBezTo>
                  <a:lnTo>
                    <a:pt x="3191" y="3215"/>
                  </a:lnTo>
                  <a:lnTo>
                    <a:pt x="7621" y="3215"/>
                  </a:lnTo>
                  <a:lnTo>
                    <a:pt x="7621" y="4811"/>
                  </a:lnTo>
                  <a:cubicBezTo>
                    <a:pt x="7621" y="4977"/>
                    <a:pt x="7764" y="5120"/>
                    <a:pt x="7954" y="5120"/>
                  </a:cubicBezTo>
                  <a:cubicBezTo>
                    <a:pt x="8121" y="5120"/>
                    <a:pt x="8264" y="4977"/>
                    <a:pt x="8264" y="4811"/>
                  </a:cubicBezTo>
                  <a:lnTo>
                    <a:pt x="8264" y="2905"/>
                  </a:lnTo>
                  <a:cubicBezTo>
                    <a:pt x="8264" y="2715"/>
                    <a:pt x="8121" y="2572"/>
                    <a:pt x="7954" y="2572"/>
                  </a:cubicBezTo>
                  <a:lnTo>
                    <a:pt x="5692" y="2572"/>
                  </a:lnTo>
                  <a:lnTo>
                    <a:pt x="5692" y="1953"/>
                  </a:lnTo>
                  <a:lnTo>
                    <a:pt x="8835" y="1953"/>
                  </a:lnTo>
                  <a:lnTo>
                    <a:pt x="8835" y="2905"/>
                  </a:lnTo>
                  <a:cubicBezTo>
                    <a:pt x="8835" y="3072"/>
                    <a:pt x="8978" y="3215"/>
                    <a:pt x="9169" y="3215"/>
                  </a:cubicBezTo>
                  <a:cubicBezTo>
                    <a:pt x="9336" y="3215"/>
                    <a:pt x="9502" y="3072"/>
                    <a:pt x="9502" y="2905"/>
                  </a:cubicBezTo>
                  <a:lnTo>
                    <a:pt x="9502" y="1619"/>
                  </a:lnTo>
                  <a:cubicBezTo>
                    <a:pt x="9502" y="1429"/>
                    <a:pt x="9336" y="1286"/>
                    <a:pt x="9169" y="1286"/>
                  </a:cubicBezTo>
                  <a:lnTo>
                    <a:pt x="1596" y="1286"/>
                  </a:lnTo>
                  <a:cubicBezTo>
                    <a:pt x="1429" y="1286"/>
                    <a:pt x="1286" y="1429"/>
                    <a:pt x="1286" y="1619"/>
                  </a:cubicBezTo>
                  <a:lnTo>
                    <a:pt x="1286" y="2572"/>
                  </a:lnTo>
                  <a:lnTo>
                    <a:pt x="643" y="2572"/>
                  </a:lnTo>
                  <a:lnTo>
                    <a:pt x="643" y="667"/>
                  </a:lnTo>
                  <a:lnTo>
                    <a:pt x="4763" y="667"/>
                  </a:lnTo>
                  <a:cubicBezTo>
                    <a:pt x="4930" y="667"/>
                    <a:pt x="5097" y="524"/>
                    <a:pt x="5097" y="333"/>
                  </a:cubicBezTo>
                  <a:cubicBezTo>
                    <a:pt x="5097" y="167"/>
                    <a:pt x="4930" y="0"/>
                    <a:pt x="47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7" name="Google Shape;22857;p140"/>
            <p:cNvSpPr/>
            <p:nvPr/>
          </p:nvSpPr>
          <p:spPr>
            <a:xfrm>
              <a:off x="1948830" y="1971160"/>
              <a:ext cx="133335" cy="122528"/>
            </a:xfrm>
            <a:custGeom>
              <a:avLst/>
              <a:gdLst/>
              <a:ahLst/>
              <a:cxnLst/>
              <a:rect l="l" t="t" r="r" b="b"/>
              <a:pathLst>
                <a:path w="4121" h="3787" extrusionOk="0">
                  <a:moveTo>
                    <a:pt x="0" y="0"/>
                  </a:moveTo>
                  <a:lnTo>
                    <a:pt x="0" y="1882"/>
                  </a:lnTo>
                  <a:lnTo>
                    <a:pt x="2215" y="1882"/>
                  </a:lnTo>
                  <a:lnTo>
                    <a:pt x="2215" y="3453"/>
                  </a:lnTo>
                  <a:cubicBezTo>
                    <a:pt x="2215" y="3620"/>
                    <a:pt x="2358" y="3787"/>
                    <a:pt x="2525" y="3787"/>
                  </a:cubicBezTo>
                  <a:cubicBezTo>
                    <a:pt x="2715" y="3787"/>
                    <a:pt x="2858" y="3620"/>
                    <a:pt x="2858" y="3453"/>
                  </a:cubicBezTo>
                  <a:lnTo>
                    <a:pt x="2858" y="1548"/>
                  </a:lnTo>
                  <a:cubicBezTo>
                    <a:pt x="2858" y="1358"/>
                    <a:pt x="2715" y="1215"/>
                    <a:pt x="2525" y="1215"/>
                  </a:cubicBezTo>
                  <a:lnTo>
                    <a:pt x="310" y="1215"/>
                  </a:lnTo>
                  <a:lnTo>
                    <a:pt x="310" y="596"/>
                  </a:lnTo>
                  <a:lnTo>
                    <a:pt x="3453" y="596"/>
                  </a:lnTo>
                  <a:lnTo>
                    <a:pt x="3453" y="1548"/>
                  </a:lnTo>
                  <a:cubicBezTo>
                    <a:pt x="3453" y="1810"/>
                    <a:pt x="3596" y="1929"/>
                    <a:pt x="3787" y="1929"/>
                  </a:cubicBezTo>
                  <a:cubicBezTo>
                    <a:pt x="3954" y="1929"/>
                    <a:pt x="4120" y="1786"/>
                    <a:pt x="4120" y="1596"/>
                  </a:cubicBezTo>
                  <a:lnTo>
                    <a:pt x="4120" y="334"/>
                  </a:lnTo>
                  <a:cubicBezTo>
                    <a:pt x="4120" y="143"/>
                    <a:pt x="3954" y="0"/>
                    <a:pt x="3787"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8" name="Google Shape;22858;p140"/>
            <p:cNvSpPr/>
            <p:nvPr/>
          </p:nvSpPr>
          <p:spPr>
            <a:xfrm>
              <a:off x="1948054" y="1931850"/>
              <a:ext cx="173390" cy="346004"/>
            </a:xfrm>
            <a:custGeom>
              <a:avLst/>
              <a:gdLst/>
              <a:ahLst/>
              <a:cxnLst/>
              <a:rect l="l" t="t" r="r" b="b"/>
              <a:pathLst>
                <a:path w="5359" h="10694" extrusionOk="0">
                  <a:moveTo>
                    <a:pt x="4740" y="5240"/>
                  </a:moveTo>
                  <a:lnTo>
                    <a:pt x="4740" y="10074"/>
                  </a:lnTo>
                  <a:lnTo>
                    <a:pt x="2191" y="10074"/>
                  </a:lnTo>
                  <a:lnTo>
                    <a:pt x="2191" y="9455"/>
                  </a:lnTo>
                  <a:lnTo>
                    <a:pt x="3787" y="9455"/>
                  </a:lnTo>
                  <a:cubicBezTo>
                    <a:pt x="3954" y="9455"/>
                    <a:pt x="4097" y="9312"/>
                    <a:pt x="4097" y="9122"/>
                  </a:cubicBezTo>
                  <a:lnTo>
                    <a:pt x="4097" y="5240"/>
                  </a:lnTo>
                  <a:close/>
                  <a:moveTo>
                    <a:pt x="643" y="1"/>
                  </a:moveTo>
                  <a:cubicBezTo>
                    <a:pt x="477" y="1"/>
                    <a:pt x="334" y="144"/>
                    <a:pt x="334" y="310"/>
                  </a:cubicBezTo>
                  <a:cubicBezTo>
                    <a:pt x="334" y="501"/>
                    <a:pt x="477" y="644"/>
                    <a:pt x="643" y="644"/>
                  </a:cubicBezTo>
                  <a:lnTo>
                    <a:pt x="4763" y="644"/>
                  </a:lnTo>
                  <a:lnTo>
                    <a:pt x="4763" y="4645"/>
                  </a:lnTo>
                  <a:lnTo>
                    <a:pt x="4144" y="4645"/>
                  </a:lnTo>
                  <a:lnTo>
                    <a:pt x="4144" y="4097"/>
                  </a:lnTo>
                  <a:cubicBezTo>
                    <a:pt x="4144" y="3930"/>
                    <a:pt x="3978" y="3764"/>
                    <a:pt x="3811" y="3764"/>
                  </a:cubicBezTo>
                  <a:cubicBezTo>
                    <a:pt x="3620" y="3764"/>
                    <a:pt x="3477" y="3930"/>
                    <a:pt x="3477" y="4097"/>
                  </a:cubicBezTo>
                  <a:lnTo>
                    <a:pt x="3477" y="6502"/>
                  </a:lnTo>
                  <a:lnTo>
                    <a:pt x="2858" y="6502"/>
                  </a:lnTo>
                  <a:lnTo>
                    <a:pt x="2858" y="5978"/>
                  </a:lnTo>
                  <a:cubicBezTo>
                    <a:pt x="2858" y="5788"/>
                    <a:pt x="2715" y="5645"/>
                    <a:pt x="2525" y="5645"/>
                  </a:cubicBezTo>
                  <a:cubicBezTo>
                    <a:pt x="2358" y="5645"/>
                    <a:pt x="2191" y="5788"/>
                    <a:pt x="2191" y="5978"/>
                  </a:cubicBezTo>
                  <a:lnTo>
                    <a:pt x="2191" y="7550"/>
                  </a:lnTo>
                  <a:lnTo>
                    <a:pt x="0" y="7550"/>
                  </a:lnTo>
                  <a:lnTo>
                    <a:pt x="0" y="8169"/>
                  </a:lnTo>
                  <a:lnTo>
                    <a:pt x="2525" y="8169"/>
                  </a:lnTo>
                  <a:cubicBezTo>
                    <a:pt x="2715" y="8169"/>
                    <a:pt x="2858" y="8026"/>
                    <a:pt x="2858" y="7836"/>
                  </a:cubicBezTo>
                  <a:lnTo>
                    <a:pt x="2858" y="7145"/>
                  </a:lnTo>
                  <a:lnTo>
                    <a:pt x="3477" y="7145"/>
                  </a:lnTo>
                  <a:lnTo>
                    <a:pt x="3477" y="8836"/>
                  </a:lnTo>
                  <a:lnTo>
                    <a:pt x="0" y="8836"/>
                  </a:lnTo>
                  <a:lnTo>
                    <a:pt x="0" y="9455"/>
                  </a:lnTo>
                  <a:lnTo>
                    <a:pt x="1572" y="9455"/>
                  </a:lnTo>
                  <a:lnTo>
                    <a:pt x="1572" y="10074"/>
                  </a:lnTo>
                  <a:lnTo>
                    <a:pt x="0" y="10074"/>
                  </a:lnTo>
                  <a:lnTo>
                    <a:pt x="0" y="10693"/>
                  </a:lnTo>
                  <a:lnTo>
                    <a:pt x="5025" y="10693"/>
                  </a:lnTo>
                  <a:cubicBezTo>
                    <a:pt x="5216" y="10693"/>
                    <a:pt x="5359" y="10551"/>
                    <a:pt x="5359" y="10384"/>
                  </a:cubicBezTo>
                  <a:lnTo>
                    <a:pt x="5359" y="310"/>
                  </a:lnTo>
                  <a:cubicBezTo>
                    <a:pt x="5359" y="144"/>
                    <a:pt x="5216" y="1"/>
                    <a:pt x="5049"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9" name="Google Shape;22859;p140"/>
          <p:cNvGrpSpPr/>
          <p:nvPr/>
        </p:nvGrpSpPr>
        <p:grpSpPr>
          <a:xfrm>
            <a:off x="2529790" y="1779450"/>
            <a:ext cx="346745" cy="346776"/>
            <a:chOff x="2529790" y="1931850"/>
            <a:chExt cx="346745" cy="346776"/>
          </a:xfrm>
        </p:grpSpPr>
        <p:sp>
          <p:nvSpPr>
            <p:cNvPr id="22860" name="Google Shape;22860;p140"/>
            <p:cNvSpPr/>
            <p:nvPr/>
          </p:nvSpPr>
          <p:spPr>
            <a:xfrm>
              <a:off x="2587575" y="2114652"/>
              <a:ext cx="107904" cy="106189"/>
            </a:xfrm>
            <a:custGeom>
              <a:avLst/>
              <a:gdLst/>
              <a:ahLst/>
              <a:cxnLst/>
              <a:rect l="l" t="t" r="r" b="b"/>
              <a:pathLst>
                <a:path w="3335" h="3282" extrusionOk="0">
                  <a:moveTo>
                    <a:pt x="2989" y="1"/>
                  </a:moveTo>
                  <a:cubicBezTo>
                    <a:pt x="2906" y="1"/>
                    <a:pt x="2823" y="31"/>
                    <a:pt x="2763" y="90"/>
                  </a:cubicBezTo>
                  <a:lnTo>
                    <a:pt x="120" y="2734"/>
                  </a:lnTo>
                  <a:cubicBezTo>
                    <a:pt x="1" y="2853"/>
                    <a:pt x="1" y="3067"/>
                    <a:pt x="120" y="3186"/>
                  </a:cubicBezTo>
                  <a:cubicBezTo>
                    <a:pt x="167" y="3234"/>
                    <a:pt x="239" y="3281"/>
                    <a:pt x="310" y="3281"/>
                  </a:cubicBezTo>
                  <a:cubicBezTo>
                    <a:pt x="382" y="3281"/>
                    <a:pt x="477" y="3234"/>
                    <a:pt x="572" y="3186"/>
                  </a:cubicBezTo>
                  <a:lnTo>
                    <a:pt x="3215" y="543"/>
                  </a:lnTo>
                  <a:cubicBezTo>
                    <a:pt x="3335" y="400"/>
                    <a:pt x="3335" y="209"/>
                    <a:pt x="3215" y="90"/>
                  </a:cubicBezTo>
                  <a:cubicBezTo>
                    <a:pt x="3156" y="31"/>
                    <a:pt x="3073" y="1"/>
                    <a:pt x="298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1" name="Google Shape;22861;p140"/>
            <p:cNvSpPr/>
            <p:nvPr/>
          </p:nvSpPr>
          <p:spPr>
            <a:xfrm>
              <a:off x="2589872" y="2117564"/>
              <a:ext cx="104054" cy="103277"/>
            </a:xfrm>
            <a:custGeom>
              <a:avLst/>
              <a:gdLst/>
              <a:ahLst/>
              <a:cxnLst/>
              <a:rect l="l" t="t" r="r" b="b"/>
              <a:pathLst>
                <a:path w="3216" h="3192" extrusionOk="0">
                  <a:moveTo>
                    <a:pt x="3097" y="0"/>
                  </a:moveTo>
                  <a:lnTo>
                    <a:pt x="1" y="3096"/>
                  </a:lnTo>
                  <a:cubicBezTo>
                    <a:pt x="72" y="3144"/>
                    <a:pt x="168" y="3191"/>
                    <a:pt x="239" y="3191"/>
                  </a:cubicBezTo>
                  <a:cubicBezTo>
                    <a:pt x="334" y="3191"/>
                    <a:pt x="406" y="3144"/>
                    <a:pt x="453" y="3096"/>
                  </a:cubicBezTo>
                  <a:lnTo>
                    <a:pt x="3097" y="453"/>
                  </a:lnTo>
                  <a:cubicBezTo>
                    <a:pt x="3216" y="310"/>
                    <a:pt x="3216" y="119"/>
                    <a:pt x="3097"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2" name="Google Shape;22862;p140"/>
            <p:cNvSpPr/>
            <p:nvPr/>
          </p:nvSpPr>
          <p:spPr>
            <a:xfrm>
              <a:off x="2772482" y="2160595"/>
              <a:ext cx="64775" cy="30964"/>
            </a:xfrm>
            <a:custGeom>
              <a:avLst/>
              <a:gdLst/>
              <a:ahLst/>
              <a:cxnLst/>
              <a:rect l="l" t="t" r="r" b="b"/>
              <a:pathLst>
                <a:path w="2002" h="957" extrusionOk="0">
                  <a:moveTo>
                    <a:pt x="354" y="0"/>
                  </a:moveTo>
                  <a:cubicBezTo>
                    <a:pt x="202" y="0"/>
                    <a:pt x="46" y="92"/>
                    <a:pt x="25" y="242"/>
                  </a:cubicBezTo>
                  <a:cubicBezTo>
                    <a:pt x="1" y="432"/>
                    <a:pt x="96" y="599"/>
                    <a:pt x="263" y="623"/>
                  </a:cubicBezTo>
                  <a:lnTo>
                    <a:pt x="1573" y="956"/>
                  </a:lnTo>
                  <a:lnTo>
                    <a:pt x="1668" y="956"/>
                  </a:lnTo>
                  <a:cubicBezTo>
                    <a:pt x="1787" y="956"/>
                    <a:pt x="1930" y="861"/>
                    <a:pt x="1954" y="718"/>
                  </a:cubicBezTo>
                  <a:cubicBezTo>
                    <a:pt x="2001" y="528"/>
                    <a:pt x="1906" y="361"/>
                    <a:pt x="1716" y="337"/>
                  </a:cubicBezTo>
                  <a:lnTo>
                    <a:pt x="406" y="4"/>
                  </a:lnTo>
                  <a:cubicBezTo>
                    <a:pt x="389" y="1"/>
                    <a:pt x="372" y="0"/>
                    <a:pt x="35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3" name="Google Shape;22863;p140"/>
            <p:cNvSpPr/>
            <p:nvPr/>
          </p:nvSpPr>
          <p:spPr>
            <a:xfrm>
              <a:off x="2758634" y="2175187"/>
              <a:ext cx="33164" cy="62607"/>
            </a:xfrm>
            <a:custGeom>
              <a:avLst/>
              <a:gdLst/>
              <a:ahLst/>
              <a:cxnLst/>
              <a:rect l="l" t="t" r="r" b="b"/>
              <a:pathLst>
                <a:path w="1025" h="1935" extrusionOk="0">
                  <a:moveTo>
                    <a:pt x="346" y="1"/>
                  </a:moveTo>
                  <a:cubicBezTo>
                    <a:pt x="327" y="1"/>
                    <a:pt x="307" y="2"/>
                    <a:pt x="286" y="5"/>
                  </a:cubicBezTo>
                  <a:cubicBezTo>
                    <a:pt x="96" y="53"/>
                    <a:pt x="0" y="220"/>
                    <a:pt x="48" y="386"/>
                  </a:cubicBezTo>
                  <a:lnTo>
                    <a:pt x="358" y="1696"/>
                  </a:lnTo>
                  <a:cubicBezTo>
                    <a:pt x="405" y="1839"/>
                    <a:pt x="524" y="1934"/>
                    <a:pt x="667" y="1934"/>
                  </a:cubicBezTo>
                  <a:lnTo>
                    <a:pt x="762" y="1934"/>
                  </a:lnTo>
                  <a:cubicBezTo>
                    <a:pt x="929" y="1887"/>
                    <a:pt x="1024" y="1720"/>
                    <a:pt x="1001" y="1553"/>
                  </a:cubicBezTo>
                  <a:lnTo>
                    <a:pt x="667" y="243"/>
                  </a:lnTo>
                  <a:cubicBezTo>
                    <a:pt x="604" y="76"/>
                    <a:pt x="487" y="1"/>
                    <a:pt x="34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4" name="Google Shape;22864;p140"/>
            <p:cNvSpPr/>
            <p:nvPr/>
          </p:nvSpPr>
          <p:spPr>
            <a:xfrm>
              <a:off x="2615303" y="1970772"/>
              <a:ext cx="33164" cy="62833"/>
            </a:xfrm>
            <a:custGeom>
              <a:avLst/>
              <a:gdLst/>
              <a:ahLst/>
              <a:cxnLst/>
              <a:rect l="l" t="t" r="r" b="b"/>
              <a:pathLst>
                <a:path w="1025" h="1942" extrusionOk="0">
                  <a:moveTo>
                    <a:pt x="356" y="0"/>
                  </a:moveTo>
                  <a:cubicBezTo>
                    <a:pt x="327" y="0"/>
                    <a:pt x="295" y="4"/>
                    <a:pt x="263" y="12"/>
                  </a:cubicBezTo>
                  <a:cubicBezTo>
                    <a:pt x="96" y="60"/>
                    <a:pt x="1" y="227"/>
                    <a:pt x="25" y="393"/>
                  </a:cubicBezTo>
                  <a:lnTo>
                    <a:pt x="358" y="1703"/>
                  </a:lnTo>
                  <a:cubicBezTo>
                    <a:pt x="382" y="1846"/>
                    <a:pt x="501" y="1941"/>
                    <a:pt x="644" y="1941"/>
                  </a:cubicBezTo>
                  <a:lnTo>
                    <a:pt x="739" y="1941"/>
                  </a:lnTo>
                  <a:cubicBezTo>
                    <a:pt x="930" y="1870"/>
                    <a:pt x="1025" y="1727"/>
                    <a:pt x="977" y="1560"/>
                  </a:cubicBezTo>
                  <a:lnTo>
                    <a:pt x="644" y="251"/>
                  </a:lnTo>
                  <a:cubicBezTo>
                    <a:pt x="604" y="93"/>
                    <a:pt x="500" y="0"/>
                    <a:pt x="35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5" name="Google Shape;22865;p140"/>
            <p:cNvSpPr/>
            <p:nvPr/>
          </p:nvSpPr>
          <p:spPr>
            <a:xfrm>
              <a:off x="2568324" y="2018042"/>
              <a:ext cx="63966" cy="30964"/>
            </a:xfrm>
            <a:custGeom>
              <a:avLst/>
              <a:gdLst/>
              <a:ahLst/>
              <a:cxnLst/>
              <a:rect l="l" t="t" r="r" b="b"/>
              <a:pathLst>
                <a:path w="1977" h="957" extrusionOk="0">
                  <a:moveTo>
                    <a:pt x="353" y="0"/>
                  </a:moveTo>
                  <a:cubicBezTo>
                    <a:pt x="201" y="0"/>
                    <a:pt x="45" y="93"/>
                    <a:pt x="24" y="242"/>
                  </a:cubicBezTo>
                  <a:cubicBezTo>
                    <a:pt x="0" y="433"/>
                    <a:pt x="72" y="599"/>
                    <a:pt x="262" y="623"/>
                  </a:cubicBezTo>
                  <a:lnTo>
                    <a:pt x="1572" y="957"/>
                  </a:lnTo>
                  <a:lnTo>
                    <a:pt x="1667" y="957"/>
                  </a:lnTo>
                  <a:cubicBezTo>
                    <a:pt x="1786" y="957"/>
                    <a:pt x="1929" y="838"/>
                    <a:pt x="1953" y="718"/>
                  </a:cubicBezTo>
                  <a:cubicBezTo>
                    <a:pt x="1977" y="528"/>
                    <a:pt x="1905" y="361"/>
                    <a:pt x="1715" y="337"/>
                  </a:cubicBezTo>
                  <a:lnTo>
                    <a:pt x="405" y="4"/>
                  </a:lnTo>
                  <a:cubicBezTo>
                    <a:pt x="388" y="2"/>
                    <a:pt x="371" y="0"/>
                    <a:pt x="3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6" name="Google Shape;22866;p140"/>
            <p:cNvSpPr/>
            <p:nvPr/>
          </p:nvSpPr>
          <p:spPr>
            <a:xfrm>
              <a:off x="2717802" y="2062918"/>
              <a:ext cx="114051" cy="44650"/>
            </a:xfrm>
            <a:custGeom>
              <a:avLst/>
              <a:gdLst/>
              <a:ahLst/>
              <a:cxnLst/>
              <a:rect l="l" t="t" r="r" b="b"/>
              <a:pathLst>
                <a:path w="3525" h="1380" extrusionOk="0">
                  <a:moveTo>
                    <a:pt x="3196" y="1"/>
                  </a:moveTo>
                  <a:cubicBezTo>
                    <a:pt x="3164" y="1"/>
                    <a:pt x="3130" y="7"/>
                    <a:pt x="3096" y="22"/>
                  </a:cubicBezTo>
                  <a:lnTo>
                    <a:pt x="262" y="760"/>
                  </a:lnTo>
                  <a:cubicBezTo>
                    <a:pt x="119" y="832"/>
                    <a:pt x="0" y="975"/>
                    <a:pt x="48" y="1141"/>
                  </a:cubicBezTo>
                  <a:cubicBezTo>
                    <a:pt x="72" y="1308"/>
                    <a:pt x="191" y="1380"/>
                    <a:pt x="357" y="1380"/>
                  </a:cubicBezTo>
                  <a:cubicBezTo>
                    <a:pt x="381" y="1380"/>
                    <a:pt x="405" y="1380"/>
                    <a:pt x="429" y="1356"/>
                  </a:cubicBezTo>
                  <a:lnTo>
                    <a:pt x="3263" y="617"/>
                  </a:lnTo>
                  <a:cubicBezTo>
                    <a:pt x="3406" y="546"/>
                    <a:pt x="3525" y="403"/>
                    <a:pt x="3477" y="213"/>
                  </a:cubicBezTo>
                  <a:cubicBezTo>
                    <a:pt x="3420" y="99"/>
                    <a:pt x="3319" y="1"/>
                    <a:pt x="319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7" name="Google Shape;22867;p140"/>
            <p:cNvSpPr/>
            <p:nvPr/>
          </p:nvSpPr>
          <p:spPr>
            <a:xfrm>
              <a:off x="2573695" y="2101452"/>
              <a:ext cx="114860" cy="44650"/>
            </a:xfrm>
            <a:custGeom>
              <a:avLst/>
              <a:gdLst/>
              <a:ahLst/>
              <a:cxnLst/>
              <a:rect l="l" t="t" r="r" b="b"/>
              <a:pathLst>
                <a:path w="3550" h="1380" extrusionOk="0">
                  <a:moveTo>
                    <a:pt x="3208" y="0"/>
                  </a:moveTo>
                  <a:cubicBezTo>
                    <a:pt x="3173" y="0"/>
                    <a:pt x="3136" y="7"/>
                    <a:pt x="3097" y="22"/>
                  </a:cubicBezTo>
                  <a:lnTo>
                    <a:pt x="287" y="760"/>
                  </a:lnTo>
                  <a:cubicBezTo>
                    <a:pt x="120" y="832"/>
                    <a:pt x="1" y="974"/>
                    <a:pt x="72" y="1141"/>
                  </a:cubicBezTo>
                  <a:cubicBezTo>
                    <a:pt x="96" y="1308"/>
                    <a:pt x="215" y="1379"/>
                    <a:pt x="358" y="1379"/>
                  </a:cubicBezTo>
                  <a:cubicBezTo>
                    <a:pt x="406" y="1379"/>
                    <a:pt x="430" y="1379"/>
                    <a:pt x="453" y="1355"/>
                  </a:cubicBezTo>
                  <a:lnTo>
                    <a:pt x="3287" y="617"/>
                  </a:lnTo>
                  <a:cubicBezTo>
                    <a:pt x="3430" y="546"/>
                    <a:pt x="3549" y="403"/>
                    <a:pt x="3502" y="212"/>
                  </a:cubicBezTo>
                  <a:cubicBezTo>
                    <a:pt x="3445" y="99"/>
                    <a:pt x="3343" y="0"/>
                    <a:pt x="3208"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8" name="Google Shape;22868;p140"/>
            <p:cNvSpPr/>
            <p:nvPr/>
          </p:nvSpPr>
          <p:spPr>
            <a:xfrm>
              <a:off x="2698519" y="1978084"/>
              <a:ext cx="47044" cy="111754"/>
            </a:xfrm>
            <a:custGeom>
              <a:avLst/>
              <a:gdLst/>
              <a:ahLst/>
              <a:cxnLst/>
              <a:rect l="l" t="t" r="r" b="b"/>
              <a:pathLst>
                <a:path w="1454" h="3454" extrusionOk="0">
                  <a:moveTo>
                    <a:pt x="1070" y="1"/>
                  </a:moveTo>
                  <a:cubicBezTo>
                    <a:pt x="940" y="1"/>
                    <a:pt x="842" y="91"/>
                    <a:pt x="787" y="239"/>
                  </a:cubicBezTo>
                  <a:lnTo>
                    <a:pt x="48" y="3049"/>
                  </a:lnTo>
                  <a:cubicBezTo>
                    <a:pt x="1" y="3239"/>
                    <a:pt x="72" y="3382"/>
                    <a:pt x="263" y="3454"/>
                  </a:cubicBezTo>
                  <a:lnTo>
                    <a:pt x="358" y="3454"/>
                  </a:lnTo>
                  <a:cubicBezTo>
                    <a:pt x="501" y="3454"/>
                    <a:pt x="620" y="3335"/>
                    <a:pt x="644" y="3239"/>
                  </a:cubicBezTo>
                  <a:lnTo>
                    <a:pt x="1382" y="406"/>
                  </a:lnTo>
                  <a:cubicBezTo>
                    <a:pt x="1453" y="239"/>
                    <a:pt x="1358" y="72"/>
                    <a:pt x="1192" y="25"/>
                  </a:cubicBezTo>
                  <a:cubicBezTo>
                    <a:pt x="1149" y="8"/>
                    <a:pt x="1108" y="1"/>
                    <a:pt x="107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9" name="Google Shape;22869;p140"/>
            <p:cNvSpPr/>
            <p:nvPr/>
          </p:nvSpPr>
          <p:spPr>
            <a:xfrm>
              <a:off x="2660017" y="2121705"/>
              <a:ext cx="47012" cy="111463"/>
            </a:xfrm>
            <a:custGeom>
              <a:avLst/>
              <a:gdLst/>
              <a:ahLst/>
              <a:cxnLst/>
              <a:rect l="l" t="t" r="r" b="b"/>
              <a:pathLst>
                <a:path w="1453" h="3445" extrusionOk="0">
                  <a:moveTo>
                    <a:pt x="1082" y="1"/>
                  </a:moveTo>
                  <a:cubicBezTo>
                    <a:pt x="946" y="1"/>
                    <a:pt x="843" y="77"/>
                    <a:pt x="786" y="229"/>
                  </a:cubicBezTo>
                  <a:lnTo>
                    <a:pt x="48" y="3063"/>
                  </a:lnTo>
                  <a:cubicBezTo>
                    <a:pt x="0" y="3230"/>
                    <a:pt x="72" y="3373"/>
                    <a:pt x="262" y="3444"/>
                  </a:cubicBezTo>
                  <a:lnTo>
                    <a:pt x="357" y="3444"/>
                  </a:lnTo>
                  <a:cubicBezTo>
                    <a:pt x="500" y="3444"/>
                    <a:pt x="619" y="3349"/>
                    <a:pt x="643" y="3230"/>
                  </a:cubicBezTo>
                  <a:lnTo>
                    <a:pt x="1381" y="396"/>
                  </a:lnTo>
                  <a:cubicBezTo>
                    <a:pt x="1453" y="229"/>
                    <a:pt x="1357" y="86"/>
                    <a:pt x="1191" y="15"/>
                  </a:cubicBezTo>
                  <a:cubicBezTo>
                    <a:pt x="1153" y="5"/>
                    <a:pt x="1116" y="1"/>
                    <a:pt x="1082"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0" name="Google Shape;22870;p140"/>
            <p:cNvSpPr/>
            <p:nvPr/>
          </p:nvSpPr>
          <p:spPr>
            <a:xfrm>
              <a:off x="2711623" y="2114652"/>
              <a:ext cx="50118" cy="48403"/>
            </a:xfrm>
            <a:custGeom>
              <a:avLst/>
              <a:gdLst/>
              <a:ahLst/>
              <a:cxnLst/>
              <a:rect l="l" t="t" r="r" b="b"/>
              <a:pathLst>
                <a:path w="1549" h="1496" extrusionOk="0">
                  <a:moveTo>
                    <a:pt x="346" y="1"/>
                  </a:moveTo>
                  <a:cubicBezTo>
                    <a:pt x="263" y="1"/>
                    <a:pt x="179" y="31"/>
                    <a:pt x="120" y="90"/>
                  </a:cubicBezTo>
                  <a:cubicBezTo>
                    <a:pt x="1" y="209"/>
                    <a:pt x="1" y="400"/>
                    <a:pt x="120" y="543"/>
                  </a:cubicBezTo>
                  <a:lnTo>
                    <a:pt x="977" y="1400"/>
                  </a:lnTo>
                  <a:cubicBezTo>
                    <a:pt x="1048" y="1448"/>
                    <a:pt x="1096" y="1495"/>
                    <a:pt x="1191" y="1495"/>
                  </a:cubicBezTo>
                  <a:cubicBezTo>
                    <a:pt x="1239" y="1495"/>
                    <a:pt x="1334" y="1448"/>
                    <a:pt x="1430" y="1400"/>
                  </a:cubicBezTo>
                  <a:cubicBezTo>
                    <a:pt x="1549" y="1281"/>
                    <a:pt x="1549" y="1066"/>
                    <a:pt x="1430" y="947"/>
                  </a:cubicBezTo>
                  <a:lnTo>
                    <a:pt x="572" y="90"/>
                  </a:lnTo>
                  <a:cubicBezTo>
                    <a:pt x="513" y="31"/>
                    <a:pt x="429" y="1"/>
                    <a:pt x="34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1" name="Google Shape;22871;p140"/>
            <p:cNvSpPr/>
            <p:nvPr/>
          </p:nvSpPr>
          <p:spPr>
            <a:xfrm>
              <a:off x="2645360" y="2047614"/>
              <a:ext cx="50118" cy="48403"/>
            </a:xfrm>
            <a:custGeom>
              <a:avLst/>
              <a:gdLst/>
              <a:ahLst/>
              <a:cxnLst/>
              <a:rect l="l" t="t" r="r" b="b"/>
              <a:pathLst>
                <a:path w="1549" h="1496" extrusionOk="0">
                  <a:moveTo>
                    <a:pt x="346" y="1"/>
                  </a:moveTo>
                  <a:cubicBezTo>
                    <a:pt x="263" y="1"/>
                    <a:pt x="179" y="31"/>
                    <a:pt x="120" y="90"/>
                  </a:cubicBezTo>
                  <a:cubicBezTo>
                    <a:pt x="1" y="233"/>
                    <a:pt x="1" y="424"/>
                    <a:pt x="120" y="543"/>
                  </a:cubicBezTo>
                  <a:lnTo>
                    <a:pt x="977" y="1424"/>
                  </a:lnTo>
                  <a:cubicBezTo>
                    <a:pt x="1048" y="1471"/>
                    <a:pt x="1096" y="1495"/>
                    <a:pt x="1191" y="1495"/>
                  </a:cubicBezTo>
                  <a:cubicBezTo>
                    <a:pt x="1287" y="1495"/>
                    <a:pt x="1334" y="1471"/>
                    <a:pt x="1429" y="1424"/>
                  </a:cubicBezTo>
                  <a:cubicBezTo>
                    <a:pt x="1549" y="1281"/>
                    <a:pt x="1549" y="1090"/>
                    <a:pt x="1429" y="971"/>
                  </a:cubicBezTo>
                  <a:lnTo>
                    <a:pt x="572" y="90"/>
                  </a:lnTo>
                  <a:cubicBezTo>
                    <a:pt x="513" y="31"/>
                    <a:pt x="429" y="1"/>
                    <a:pt x="346"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2" name="Google Shape;22872;p140"/>
            <p:cNvSpPr/>
            <p:nvPr/>
          </p:nvSpPr>
          <p:spPr>
            <a:xfrm>
              <a:off x="2711623" y="1989829"/>
              <a:ext cx="107904" cy="106189"/>
            </a:xfrm>
            <a:custGeom>
              <a:avLst/>
              <a:gdLst/>
              <a:ahLst/>
              <a:cxnLst/>
              <a:rect l="l" t="t" r="r" b="b"/>
              <a:pathLst>
                <a:path w="3335" h="3282" extrusionOk="0">
                  <a:moveTo>
                    <a:pt x="2989" y="1"/>
                  </a:moveTo>
                  <a:cubicBezTo>
                    <a:pt x="2906" y="1"/>
                    <a:pt x="2823" y="31"/>
                    <a:pt x="2763" y="90"/>
                  </a:cubicBezTo>
                  <a:lnTo>
                    <a:pt x="120" y="2757"/>
                  </a:lnTo>
                  <a:cubicBezTo>
                    <a:pt x="1" y="2876"/>
                    <a:pt x="1" y="3067"/>
                    <a:pt x="120" y="3210"/>
                  </a:cubicBezTo>
                  <a:cubicBezTo>
                    <a:pt x="191" y="3257"/>
                    <a:pt x="239" y="3281"/>
                    <a:pt x="334" y="3281"/>
                  </a:cubicBezTo>
                  <a:cubicBezTo>
                    <a:pt x="382" y="3281"/>
                    <a:pt x="477" y="3257"/>
                    <a:pt x="572" y="3210"/>
                  </a:cubicBezTo>
                  <a:lnTo>
                    <a:pt x="3216" y="543"/>
                  </a:lnTo>
                  <a:cubicBezTo>
                    <a:pt x="3335" y="424"/>
                    <a:pt x="3335" y="233"/>
                    <a:pt x="3216" y="90"/>
                  </a:cubicBezTo>
                  <a:cubicBezTo>
                    <a:pt x="3156" y="31"/>
                    <a:pt x="3073" y="1"/>
                    <a:pt x="298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3" name="Google Shape;22873;p140"/>
            <p:cNvSpPr/>
            <p:nvPr/>
          </p:nvSpPr>
          <p:spPr>
            <a:xfrm>
              <a:off x="2714696" y="1992741"/>
              <a:ext cx="104054" cy="103277"/>
            </a:xfrm>
            <a:custGeom>
              <a:avLst/>
              <a:gdLst/>
              <a:ahLst/>
              <a:cxnLst/>
              <a:rect l="l" t="t" r="r" b="b"/>
              <a:pathLst>
                <a:path w="3216" h="3192" extrusionOk="0">
                  <a:moveTo>
                    <a:pt x="3097" y="0"/>
                  </a:moveTo>
                  <a:lnTo>
                    <a:pt x="1" y="3120"/>
                  </a:lnTo>
                  <a:cubicBezTo>
                    <a:pt x="49" y="3167"/>
                    <a:pt x="144" y="3191"/>
                    <a:pt x="239" y="3191"/>
                  </a:cubicBezTo>
                  <a:cubicBezTo>
                    <a:pt x="334" y="3191"/>
                    <a:pt x="382" y="3167"/>
                    <a:pt x="453" y="3120"/>
                  </a:cubicBezTo>
                  <a:lnTo>
                    <a:pt x="3097" y="453"/>
                  </a:lnTo>
                  <a:cubicBezTo>
                    <a:pt x="3216" y="334"/>
                    <a:pt x="3216" y="143"/>
                    <a:pt x="3097"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4" name="Google Shape;22874;p140"/>
            <p:cNvSpPr/>
            <p:nvPr/>
          </p:nvSpPr>
          <p:spPr>
            <a:xfrm>
              <a:off x="2530566" y="2111643"/>
              <a:ext cx="65519" cy="60633"/>
            </a:xfrm>
            <a:custGeom>
              <a:avLst/>
              <a:gdLst/>
              <a:ahLst/>
              <a:cxnLst/>
              <a:rect l="l" t="t" r="r" b="b"/>
              <a:pathLst>
                <a:path w="2025" h="1874" extrusionOk="0">
                  <a:moveTo>
                    <a:pt x="1084" y="0"/>
                  </a:moveTo>
                  <a:cubicBezTo>
                    <a:pt x="992" y="0"/>
                    <a:pt x="899" y="13"/>
                    <a:pt x="810" y="40"/>
                  </a:cubicBezTo>
                  <a:cubicBezTo>
                    <a:pt x="334" y="183"/>
                    <a:pt x="0" y="683"/>
                    <a:pt x="143" y="1183"/>
                  </a:cubicBezTo>
                  <a:cubicBezTo>
                    <a:pt x="215" y="1421"/>
                    <a:pt x="381" y="1636"/>
                    <a:pt x="596" y="1755"/>
                  </a:cubicBezTo>
                  <a:cubicBezTo>
                    <a:pt x="738" y="1850"/>
                    <a:pt x="929" y="1874"/>
                    <a:pt x="1072" y="1874"/>
                  </a:cubicBezTo>
                  <a:cubicBezTo>
                    <a:pt x="1167" y="1874"/>
                    <a:pt x="1262" y="1874"/>
                    <a:pt x="1310" y="1850"/>
                  </a:cubicBezTo>
                  <a:cubicBezTo>
                    <a:pt x="1548" y="1779"/>
                    <a:pt x="1763" y="1612"/>
                    <a:pt x="1882" y="1398"/>
                  </a:cubicBezTo>
                  <a:cubicBezTo>
                    <a:pt x="2001" y="1183"/>
                    <a:pt x="2024" y="921"/>
                    <a:pt x="1953" y="683"/>
                  </a:cubicBezTo>
                  <a:cubicBezTo>
                    <a:pt x="1905" y="445"/>
                    <a:pt x="1715" y="231"/>
                    <a:pt x="1524" y="112"/>
                  </a:cubicBezTo>
                  <a:cubicBezTo>
                    <a:pt x="1390" y="37"/>
                    <a:pt x="1238" y="0"/>
                    <a:pt x="108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5" name="Google Shape;22875;p140"/>
            <p:cNvSpPr/>
            <p:nvPr/>
          </p:nvSpPr>
          <p:spPr>
            <a:xfrm>
              <a:off x="2665388" y="2067480"/>
              <a:ext cx="75549" cy="74772"/>
            </a:xfrm>
            <a:custGeom>
              <a:avLst/>
              <a:gdLst/>
              <a:ahLst/>
              <a:cxnLst/>
              <a:rect l="l" t="t" r="r" b="b"/>
              <a:pathLst>
                <a:path w="2335" h="2311" extrusionOk="0">
                  <a:moveTo>
                    <a:pt x="1168" y="0"/>
                  </a:moveTo>
                  <a:cubicBezTo>
                    <a:pt x="501" y="0"/>
                    <a:pt x="1" y="500"/>
                    <a:pt x="1" y="1167"/>
                  </a:cubicBezTo>
                  <a:cubicBezTo>
                    <a:pt x="1" y="1810"/>
                    <a:pt x="549" y="2310"/>
                    <a:pt x="1168" y="2310"/>
                  </a:cubicBezTo>
                  <a:cubicBezTo>
                    <a:pt x="1787" y="2310"/>
                    <a:pt x="2335" y="1810"/>
                    <a:pt x="2335" y="1167"/>
                  </a:cubicBezTo>
                  <a:cubicBezTo>
                    <a:pt x="2335" y="500"/>
                    <a:pt x="1787" y="0"/>
                    <a:pt x="1168"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6" name="Google Shape;22876;p140"/>
            <p:cNvSpPr/>
            <p:nvPr/>
          </p:nvSpPr>
          <p:spPr>
            <a:xfrm>
              <a:off x="2676938" y="2079030"/>
              <a:ext cx="63998" cy="63222"/>
            </a:xfrm>
            <a:custGeom>
              <a:avLst/>
              <a:gdLst/>
              <a:ahLst/>
              <a:cxnLst/>
              <a:rect l="l" t="t" r="r" b="b"/>
              <a:pathLst>
                <a:path w="1978" h="1954" extrusionOk="0">
                  <a:moveTo>
                    <a:pt x="1644" y="0"/>
                  </a:moveTo>
                  <a:lnTo>
                    <a:pt x="1" y="1644"/>
                  </a:lnTo>
                  <a:cubicBezTo>
                    <a:pt x="192" y="1810"/>
                    <a:pt x="477" y="1953"/>
                    <a:pt x="811" y="1953"/>
                  </a:cubicBezTo>
                  <a:cubicBezTo>
                    <a:pt x="1430" y="1953"/>
                    <a:pt x="1978" y="1453"/>
                    <a:pt x="1978" y="810"/>
                  </a:cubicBezTo>
                  <a:cubicBezTo>
                    <a:pt x="1978" y="477"/>
                    <a:pt x="1859" y="215"/>
                    <a:pt x="1644"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7" name="Google Shape;22877;p140"/>
            <p:cNvSpPr/>
            <p:nvPr/>
          </p:nvSpPr>
          <p:spPr>
            <a:xfrm>
              <a:off x="2733980" y="2136038"/>
              <a:ext cx="61669" cy="61669"/>
            </a:xfrm>
            <a:custGeom>
              <a:avLst/>
              <a:gdLst/>
              <a:ahLst/>
              <a:cxnLst/>
              <a:rect l="l" t="t" r="r" b="b"/>
              <a:pathLst>
                <a:path w="1906" h="1906" extrusionOk="0">
                  <a:moveTo>
                    <a:pt x="953" y="1"/>
                  </a:moveTo>
                  <a:cubicBezTo>
                    <a:pt x="405" y="1"/>
                    <a:pt x="0" y="405"/>
                    <a:pt x="0" y="953"/>
                  </a:cubicBezTo>
                  <a:cubicBezTo>
                    <a:pt x="0" y="1477"/>
                    <a:pt x="453" y="1906"/>
                    <a:pt x="953" y="1906"/>
                  </a:cubicBezTo>
                  <a:cubicBezTo>
                    <a:pt x="1453" y="1906"/>
                    <a:pt x="1905" y="1477"/>
                    <a:pt x="1905" y="953"/>
                  </a:cubicBezTo>
                  <a:cubicBezTo>
                    <a:pt x="1905" y="405"/>
                    <a:pt x="1453" y="1"/>
                    <a:pt x="953"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8" name="Google Shape;22878;p140"/>
            <p:cNvSpPr/>
            <p:nvPr/>
          </p:nvSpPr>
          <p:spPr>
            <a:xfrm>
              <a:off x="2553667" y="2195376"/>
              <a:ext cx="59371" cy="60116"/>
            </a:xfrm>
            <a:custGeom>
              <a:avLst/>
              <a:gdLst/>
              <a:ahLst/>
              <a:cxnLst/>
              <a:rect l="l" t="t" r="r" b="b"/>
              <a:pathLst>
                <a:path w="1835" h="1858" extrusionOk="0">
                  <a:moveTo>
                    <a:pt x="929" y="0"/>
                  </a:moveTo>
                  <a:cubicBezTo>
                    <a:pt x="691" y="0"/>
                    <a:pt x="453" y="96"/>
                    <a:pt x="263" y="262"/>
                  </a:cubicBezTo>
                  <a:cubicBezTo>
                    <a:pt x="96" y="453"/>
                    <a:pt x="1" y="691"/>
                    <a:pt x="1" y="929"/>
                  </a:cubicBezTo>
                  <a:cubicBezTo>
                    <a:pt x="1" y="1167"/>
                    <a:pt x="96" y="1405"/>
                    <a:pt x="263" y="1572"/>
                  </a:cubicBezTo>
                  <a:cubicBezTo>
                    <a:pt x="453" y="1763"/>
                    <a:pt x="691" y="1858"/>
                    <a:pt x="929" y="1858"/>
                  </a:cubicBezTo>
                  <a:cubicBezTo>
                    <a:pt x="1168" y="1858"/>
                    <a:pt x="1406" y="1763"/>
                    <a:pt x="1572" y="1572"/>
                  </a:cubicBezTo>
                  <a:cubicBezTo>
                    <a:pt x="1763" y="1405"/>
                    <a:pt x="1834" y="1167"/>
                    <a:pt x="1834" y="929"/>
                  </a:cubicBezTo>
                  <a:cubicBezTo>
                    <a:pt x="1834" y="691"/>
                    <a:pt x="1763" y="453"/>
                    <a:pt x="1572" y="262"/>
                  </a:cubicBezTo>
                  <a:cubicBezTo>
                    <a:pt x="1406" y="96"/>
                    <a:pt x="1168" y="0"/>
                    <a:pt x="929"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9" name="Google Shape;22879;p140"/>
            <p:cNvSpPr/>
            <p:nvPr/>
          </p:nvSpPr>
          <p:spPr>
            <a:xfrm>
              <a:off x="2561368" y="2203853"/>
              <a:ext cx="51671" cy="51639"/>
            </a:xfrm>
            <a:custGeom>
              <a:avLst/>
              <a:gdLst/>
              <a:ahLst/>
              <a:cxnLst/>
              <a:rect l="l" t="t" r="r" b="b"/>
              <a:pathLst>
                <a:path w="1597" h="1596" extrusionOk="0">
                  <a:moveTo>
                    <a:pt x="1334" y="0"/>
                  </a:moveTo>
                  <a:lnTo>
                    <a:pt x="1" y="1358"/>
                  </a:lnTo>
                  <a:cubicBezTo>
                    <a:pt x="191" y="1501"/>
                    <a:pt x="429" y="1596"/>
                    <a:pt x="691" y="1596"/>
                  </a:cubicBezTo>
                  <a:cubicBezTo>
                    <a:pt x="930" y="1596"/>
                    <a:pt x="1168" y="1501"/>
                    <a:pt x="1334" y="1310"/>
                  </a:cubicBezTo>
                  <a:cubicBezTo>
                    <a:pt x="1525" y="1143"/>
                    <a:pt x="1596" y="905"/>
                    <a:pt x="1596" y="667"/>
                  </a:cubicBezTo>
                  <a:cubicBezTo>
                    <a:pt x="1596" y="429"/>
                    <a:pt x="1525" y="191"/>
                    <a:pt x="1334"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0" name="Google Shape;22880;p140"/>
            <p:cNvSpPr/>
            <p:nvPr/>
          </p:nvSpPr>
          <p:spPr>
            <a:xfrm>
              <a:off x="2635363" y="2211780"/>
              <a:ext cx="62413" cy="60666"/>
            </a:xfrm>
            <a:custGeom>
              <a:avLst/>
              <a:gdLst/>
              <a:ahLst/>
              <a:cxnLst/>
              <a:rect l="l" t="t" r="r" b="b"/>
              <a:pathLst>
                <a:path w="1929" h="1875" extrusionOk="0">
                  <a:moveTo>
                    <a:pt x="952" y="1"/>
                  </a:moveTo>
                  <a:cubicBezTo>
                    <a:pt x="799" y="1"/>
                    <a:pt x="643" y="38"/>
                    <a:pt x="524" y="113"/>
                  </a:cubicBezTo>
                  <a:cubicBezTo>
                    <a:pt x="286" y="232"/>
                    <a:pt x="119" y="446"/>
                    <a:pt x="71" y="684"/>
                  </a:cubicBezTo>
                  <a:cubicBezTo>
                    <a:pt x="0" y="922"/>
                    <a:pt x="48" y="1184"/>
                    <a:pt x="167" y="1399"/>
                  </a:cubicBezTo>
                  <a:cubicBezTo>
                    <a:pt x="286" y="1637"/>
                    <a:pt x="476" y="1780"/>
                    <a:pt x="714" y="1851"/>
                  </a:cubicBezTo>
                  <a:cubicBezTo>
                    <a:pt x="810" y="1875"/>
                    <a:pt x="881" y="1875"/>
                    <a:pt x="953" y="1875"/>
                  </a:cubicBezTo>
                  <a:cubicBezTo>
                    <a:pt x="1381" y="1875"/>
                    <a:pt x="1738" y="1613"/>
                    <a:pt x="1881" y="1184"/>
                  </a:cubicBezTo>
                  <a:cubicBezTo>
                    <a:pt x="1929" y="946"/>
                    <a:pt x="1905" y="684"/>
                    <a:pt x="1786" y="470"/>
                  </a:cubicBezTo>
                  <a:cubicBezTo>
                    <a:pt x="1667" y="232"/>
                    <a:pt x="1477" y="89"/>
                    <a:pt x="1215" y="41"/>
                  </a:cubicBezTo>
                  <a:cubicBezTo>
                    <a:pt x="1134" y="14"/>
                    <a:pt x="1044" y="1"/>
                    <a:pt x="95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1" name="Google Shape;22881;p140"/>
            <p:cNvSpPr/>
            <p:nvPr/>
          </p:nvSpPr>
          <p:spPr>
            <a:xfrm>
              <a:off x="2754007" y="2216957"/>
              <a:ext cx="61669" cy="61669"/>
            </a:xfrm>
            <a:custGeom>
              <a:avLst/>
              <a:gdLst/>
              <a:ahLst/>
              <a:cxnLst/>
              <a:rect l="l" t="t" r="r" b="b"/>
              <a:pathLst>
                <a:path w="1906" h="1906" extrusionOk="0">
                  <a:moveTo>
                    <a:pt x="953" y="0"/>
                  </a:moveTo>
                  <a:cubicBezTo>
                    <a:pt x="429" y="0"/>
                    <a:pt x="0" y="405"/>
                    <a:pt x="0" y="953"/>
                  </a:cubicBezTo>
                  <a:cubicBezTo>
                    <a:pt x="0" y="1477"/>
                    <a:pt x="453" y="1905"/>
                    <a:pt x="953" y="1905"/>
                  </a:cubicBezTo>
                  <a:cubicBezTo>
                    <a:pt x="1453" y="1905"/>
                    <a:pt x="1906" y="1477"/>
                    <a:pt x="1906" y="953"/>
                  </a:cubicBezTo>
                  <a:cubicBezTo>
                    <a:pt x="1906" y="405"/>
                    <a:pt x="1453" y="0"/>
                    <a:pt x="953"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2" name="Google Shape;22882;p140"/>
            <p:cNvSpPr/>
            <p:nvPr/>
          </p:nvSpPr>
          <p:spPr>
            <a:xfrm>
              <a:off x="2814866" y="2156066"/>
              <a:ext cx="61669" cy="61669"/>
            </a:xfrm>
            <a:custGeom>
              <a:avLst/>
              <a:gdLst/>
              <a:ahLst/>
              <a:cxnLst/>
              <a:rect l="l" t="t" r="r" b="b"/>
              <a:pathLst>
                <a:path w="1906" h="1906" extrusionOk="0">
                  <a:moveTo>
                    <a:pt x="953" y="1"/>
                  </a:moveTo>
                  <a:cubicBezTo>
                    <a:pt x="406" y="1"/>
                    <a:pt x="1" y="406"/>
                    <a:pt x="1" y="953"/>
                  </a:cubicBezTo>
                  <a:cubicBezTo>
                    <a:pt x="1" y="1477"/>
                    <a:pt x="453" y="1906"/>
                    <a:pt x="953" y="1906"/>
                  </a:cubicBezTo>
                  <a:cubicBezTo>
                    <a:pt x="1453" y="1906"/>
                    <a:pt x="1906" y="1477"/>
                    <a:pt x="1906" y="953"/>
                  </a:cubicBezTo>
                  <a:cubicBezTo>
                    <a:pt x="1906" y="406"/>
                    <a:pt x="1477" y="1"/>
                    <a:pt x="953"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3" name="Google Shape;22883;p140"/>
            <p:cNvSpPr/>
            <p:nvPr/>
          </p:nvSpPr>
          <p:spPr>
            <a:xfrm>
              <a:off x="2807942" y="2038425"/>
              <a:ext cx="65519" cy="60666"/>
            </a:xfrm>
            <a:custGeom>
              <a:avLst/>
              <a:gdLst/>
              <a:ahLst/>
              <a:cxnLst/>
              <a:rect l="l" t="t" r="r" b="b"/>
              <a:pathLst>
                <a:path w="2025" h="1875" extrusionOk="0">
                  <a:moveTo>
                    <a:pt x="989" y="1"/>
                  </a:moveTo>
                  <a:cubicBezTo>
                    <a:pt x="897" y="1"/>
                    <a:pt x="804" y="14"/>
                    <a:pt x="715" y="41"/>
                  </a:cubicBezTo>
                  <a:cubicBezTo>
                    <a:pt x="477" y="88"/>
                    <a:pt x="262" y="279"/>
                    <a:pt x="143" y="470"/>
                  </a:cubicBezTo>
                  <a:cubicBezTo>
                    <a:pt x="24" y="684"/>
                    <a:pt x="0" y="946"/>
                    <a:pt x="48" y="1184"/>
                  </a:cubicBezTo>
                  <a:cubicBezTo>
                    <a:pt x="191" y="1613"/>
                    <a:pt x="572" y="1875"/>
                    <a:pt x="977" y="1875"/>
                  </a:cubicBezTo>
                  <a:cubicBezTo>
                    <a:pt x="1072" y="1875"/>
                    <a:pt x="1167" y="1851"/>
                    <a:pt x="1215" y="1851"/>
                  </a:cubicBezTo>
                  <a:cubicBezTo>
                    <a:pt x="1691" y="1708"/>
                    <a:pt x="2025" y="1184"/>
                    <a:pt x="1882" y="684"/>
                  </a:cubicBezTo>
                  <a:cubicBezTo>
                    <a:pt x="1810" y="446"/>
                    <a:pt x="1644" y="231"/>
                    <a:pt x="1429" y="112"/>
                  </a:cubicBezTo>
                  <a:cubicBezTo>
                    <a:pt x="1295" y="38"/>
                    <a:pt x="1143" y="1"/>
                    <a:pt x="989"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4" name="Google Shape;22884;p140"/>
            <p:cNvSpPr/>
            <p:nvPr/>
          </p:nvSpPr>
          <p:spPr>
            <a:xfrm>
              <a:off x="2792541" y="1956310"/>
              <a:ext cx="60892" cy="60342"/>
            </a:xfrm>
            <a:custGeom>
              <a:avLst/>
              <a:gdLst/>
              <a:ahLst/>
              <a:cxnLst/>
              <a:rect l="l" t="t" r="r" b="b"/>
              <a:pathLst>
                <a:path w="1882" h="1865" extrusionOk="0">
                  <a:moveTo>
                    <a:pt x="923" y="1"/>
                  </a:moveTo>
                  <a:cubicBezTo>
                    <a:pt x="679" y="1"/>
                    <a:pt x="441" y="90"/>
                    <a:pt x="262" y="269"/>
                  </a:cubicBezTo>
                  <a:cubicBezTo>
                    <a:pt x="95" y="459"/>
                    <a:pt x="0" y="698"/>
                    <a:pt x="0" y="936"/>
                  </a:cubicBezTo>
                  <a:cubicBezTo>
                    <a:pt x="0" y="1174"/>
                    <a:pt x="95" y="1412"/>
                    <a:pt x="262" y="1579"/>
                  </a:cubicBezTo>
                  <a:cubicBezTo>
                    <a:pt x="453" y="1769"/>
                    <a:pt x="691" y="1864"/>
                    <a:pt x="929" y="1864"/>
                  </a:cubicBezTo>
                  <a:cubicBezTo>
                    <a:pt x="1167" y="1864"/>
                    <a:pt x="1405" y="1745"/>
                    <a:pt x="1620" y="1579"/>
                  </a:cubicBezTo>
                  <a:cubicBezTo>
                    <a:pt x="1786" y="1412"/>
                    <a:pt x="1882" y="1174"/>
                    <a:pt x="1882" y="936"/>
                  </a:cubicBezTo>
                  <a:cubicBezTo>
                    <a:pt x="1882" y="698"/>
                    <a:pt x="1786" y="459"/>
                    <a:pt x="1620" y="269"/>
                  </a:cubicBezTo>
                  <a:cubicBezTo>
                    <a:pt x="1417" y="90"/>
                    <a:pt x="1167" y="1"/>
                    <a:pt x="923"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5" name="Google Shape;22885;p140"/>
            <p:cNvSpPr/>
            <p:nvPr/>
          </p:nvSpPr>
          <p:spPr>
            <a:xfrm>
              <a:off x="2800242" y="1964981"/>
              <a:ext cx="51639" cy="51671"/>
            </a:xfrm>
            <a:custGeom>
              <a:avLst/>
              <a:gdLst/>
              <a:ahLst/>
              <a:cxnLst/>
              <a:rect l="l" t="t" r="r" b="b"/>
              <a:pathLst>
                <a:path w="1596" h="1597" extrusionOk="0">
                  <a:moveTo>
                    <a:pt x="1334" y="1"/>
                  </a:moveTo>
                  <a:lnTo>
                    <a:pt x="0" y="1358"/>
                  </a:lnTo>
                  <a:cubicBezTo>
                    <a:pt x="215" y="1477"/>
                    <a:pt x="453" y="1596"/>
                    <a:pt x="691" y="1596"/>
                  </a:cubicBezTo>
                  <a:cubicBezTo>
                    <a:pt x="929" y="1596"/>
                    <a:pt x="1167" y="1501"/>
                    <a:pt x="1334" y="1311"/>
                  </a:cubicBezTo>
                  <a:cubicBezTo>
                    <a:pt x="1524" y="1144"/>
                    <a:pt x="1596" y="906"/>
                    <a:pt x="1596" y="668"/>
                  </a:cubicBezTo>
                  <a:cubicBezTo>
                    <a:pt x="1596" y="430"/>
                    <a:pt x="1524" y="191"/>
                    <a:pt x="1334"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6" name="Google Shape;22886;p140"/>
            <p:cNvSpPr/>
            <p:nvPr/>
          </p:nvSpPr>
          <p:spPr>
            <a:xfrm>
              <a:off x="2708549" y="1937285"/>
              <a:ext cx="62445" cy="60860"/>
            </a:xfrm>
            <a:custGeom>
              <a:avLst/>
              <a:gdLst/>
              <a:ahLst/>
              <a:cxnLst/>
              <a:rect l="l" t="t" r="r" b="b"/>
              <a:pathLst>
                <a:path w="1930" h="1881" extrusionOk="0">
                  <a:moveTo>
                    <a:pt x="1003" y="0"/>
                  </a:moveTo>
                  <a:cubicBezTo>
                    <a:pt x="829" y="0"/>
                    <a:pt x="654" y="37"/>
                    <a:pt x="524" y="119"/>
                  </a:cubicBezTo>
                  <a:cubicBezTo>
                    <a:pt x="286" y="238"/>
                    <a:pt x="119" y="452"/>
                    <a:pt x="72" y="690"/>
                  </a:cubicBezTo>
                  <a:cubicBezTo>
                    <a:pt x="0" y="928"/>
                    <a:pt x="48" y="1190"/>
                    <a:pt x="167" y="1405"/>
                  </a:cubicBezTo>
                  <a:cubicBezTo>
                    <a:pt x="286" y="1643"/>
                    <a:pt x="477" y="1786"/>
                    <a:pt x="715" y="1857"/>
                  </a:cubicBezTo>
                  <a:cubicBezTo>
                    <a:pt x="786" y="1881"/>
                    <a:pt x="882" y="1881"/>
                    <a:pt x="953" y="1881"/>
                  </a:cubicBezTo>
                  <a:cubicBezTo>
                    <a:pt x="1120" y="1881"/>
                    <a:pt x="1286" y="1857"/>
                    <a:pt x="1429" y="1762"/>
                  </a:cubicBezTo>
                  <a:cubicBezTo>
                    <a:pt x="1667" y="1643"/>
                    <a:pt x="1834" y="1428"/>
                    <a:pt x="1882" y="1190"/>
                  </a:cubicBezTo>
                  <a:cubicBezTo>
                    <a:pt x="1929" y="952"/>
                    <a:pt x="1906" y="690"/>
                    <a:pt x="1786" y="476"/>
                  </a:cubicBezTo>
                  <a:cubicBezTo>
                    <a:pt x="1667" y="238"/>
                    <a:pt x="1477" y="95"/>
                    <a:pt x="1239" y="23"/>
                  </a:cubicBezTo>
                  <a:cubicBezTo>
                    <a:pt x="1163" y="8"/>
                    <a:pt x="1083" y="0"/>
                    <a:pt x="100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7" name="Google Shape;22887;p140"/>
            <p:cNvSpPr/>
            <p:nvPr/>
          </p:nvSpPr>
          <p:spPr>
            <a:xfrm>
              <a:off x="2590649" y="1931850"/>
              <a:ext cx="61669" cy="61669"/>
            </a:xfrm>
            <a:custGeom>
              <a:avLst/>
              <a:gdLst/>
              <a:ahLst/>
              <a:cxnLst/>
              <a:rect l="l" t="t" r="r" b="b"/>
              <a:pathLst>
                <a:path w="1906" h="1906" extrusionOk="0">
                  <a:moveTo>
                    <a:pt x="953" y="1"/>
                  </a:moveTo>
                  <a:cubicBezTo>
                    <a:pt x="406" y="1"/>
                    <a:pt x="1" y="406"/>
                    <a:pt x="1" y="953"/>
                  </a:cubicBezTo>
                  <a:cubicBezTo>
                    <a:pt x="1" y="1477"/>
                    <a:pt x="429" y="1906"/>
                    <a:pt x="953" y="1906"/>
                  </a:cubicBezTo>
                  <a:cubicBezTo>
                    <a:pt x="1453" y="1906"/>
                    <a:pt x="1906" y="1477"/>
                    <a:pt x="1906" y="953"/>
                  </a:cubicBezTo>
                  <a:cubicBezTo>
                    <a:pt x="1906" y="406"/>
                    <a:pt x="1477" y="1"/>
                    <a:pt x="953"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8" name="Google Shape;22888;p140"/>
            <p:cNvSpPr/>
            <p:nvPr/>
          </p:nvSpPr>
          <p:spPr>
            <a:xfrm>
              <a:off x="2610676" y="2012768"/>
              <a:ext cx="61701" cy="61669"/>
            </a:xfrm>
            <a:custGeom>
              <a:avLst/>
              <a:gdLst/>
              <a:ahLst/>
              <a:cxnLst/>
              <a:rect l="l" t="t" r="r" b="b"/>
              <a:pathLst>
                <a:path w="1907" h="1906" extrusionOk="0">
                  <a:moveTo>
                    <a:pt x="954" y="0"/>
                  </a:moveTo>
                  <a:cubicBezTo>
                    <a:pt x="406" y="0"/>
                    <a:pt x="1" y="429"/>
                    <a:pt x="1" y="953"/>
                  </a:cubicBezTo>
                  <a:cubicBezTo>
                    <a:pt x="1" y="1477"/>
                    <a:pt x="453" y="1906"/>
                    <a:pt x="954" y="1906"/>
                  </a:cubicBezTo>
                  <a:cubicBezTo>
                    <a:pt x="1454" y="1906"/>
                    <a:pt x="1882" y="1477"/>
                    <a:pt x="1906" y="953"/>
                  </a:cubicBezTo>
                  <a:cubicBezTo>
                    <a:pt x="1906" y="405"/>
                    <a:pt x="1477" y="0"/>
                    <a:pt x="954"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9" name="Google Shape;22889;p140"/>
            <p:cNvSpPr/>
            <p:nvPr/>
          </p:nvSpPr>
          <p:spPr>
            <a:xfrm>
              <a:off x="2529790" y="1991964"/>
              <a:ext cx="61669" cy="61669"/>
            </a:xfrm>
            <a:custGeom>
              <a:avLst/>
              <a:gdLst/>
              <a:ahLst/>
              <a:cxnLst/>
              <a:rect l="l" t="t" r="r" b="b"/>
              <a:pathLst>
                <a:path w="1906" h="1906" extrusionOk="0">
                  <a:moveTo>
                    <a:pt x="953" y="0"/>
                  </a:moveTo>
                  <a:cubicBezTo>
                    <a:pt x="405" y="0"/>
                    <a:pt x="0" y="453"/>
                    <a:pt x="0" y="953"/>
                  </a:cubicBezTo>
                  <a:cubicBezTo>
                    <a:pt x="0" y="1501"/>
                    <a:pt x="453" y="1906"/>
                    <a:pt x="953" y="1906"/>
                  </a:cubicBezTo>
                  <a:cubicBezTo>
                    <a:pt x="1453" y="1906"/>
                    <a:pt x="1882" y="1501"/>
                    <a:pt x="1906" y="953"/>
                  </a:cubicBezTo>
                  <a:cubicBezTo>
                    <a:pt x="1906" y="429"/>
                    <a:pt x="1453" y="0"/>
                    <a:pt x="953"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0" name="Google Shape;22890;p140"/>
          <p:cNvGrpSpPr/>
          <p:nvPr/>
        </p:nvGrpSpPr>
        <p:grpSpPr>
          <a:xfrm>
            <a:off x="3294911" y="1777929"/>
            <a:ext cx="293586" cy="349074"/>
            <a:chOff x="3294911" y="1930329"/>
            <a:chExt cx="293586" cy="349074"/>
          </a:xfrm>
        </p:grpSpPr>
        <p:sp>
          <p:nvSpPr>
            <p:cNvPr id="22891" name="Google Shape;22891;p140"/>
            <p:cNvSpPr/>
            <p:nvPr/>
          </p:nvSpPr>
          <p:spPr>
            <a:xfrm>
              <a:off x="3296432" y="2136815"/>
              <a:ext cx="290516" cy="142588"/>
            </a:xfrm>
            <a:custGeom>
              <a:avLst/>
              <a:gdLst/>
              <a:ahLst/>
              <a:cxnLst/>
              <a:rect l="l" t="t" r="r" b="b"/>
              <a:pathLst>
                <a:path w="8979" h="4407" extrusionOk="0">
                  <a:moveTo>
                    <a:pt x="4502" y="0"/>
                  </a:moveTo>
                  <a:lnTo>
                    <a:pt x="2906" y="643"/>
                  </a:lnTo>
                  <a:lnTo>
                    <a:pt x="1596" y="1048"/>
                  </a:lnTo>
                  <a:cubicBezTo>
                    <a:pt x="1120" y="1191"/>
                    <a:pt x="715" y="1453"/>
                    <a:pt x="406" y="1882"/>
                  </a:cubicBezTo>
                  <a:cubicBezTo>
                    <a:pt x="144" y="2263"/>
                    <a:pt x="1" y="2715"/>
                    <a:pt x="1" y="3192"/>
                  </a:cubicBezTo>
                  <a:lnTo>
                    <a:pt x="1" y="4073"/>
                  </a:lnTo>
                  <a:cubicBezTo>
                    <a:pt x="1" y="4263"/>
                    <a:pt x="144" y="4406"/>
                    <a:pt x="334" y="4406"/>
                  </a:cubicBezTo>
                  <a:lnTo>
                    <a:pt x="8669" y="4406"/>
                  </a:lnTo>
                  <a:cubicBezTo>
                    <a:pt x="8836" y="4406"/>
                    <a:pt x="8979" y="4263"/>
                    <a:pt x="8979" y="4073"/>
                  </a:cubicBezTo>
                  <a:lnTo>
                    <a:pt x="8979" y="3144"/>
                  </a:lnTo>
                  <a:cubicBezTo>
                    <a:pt x="8979" y="2644"/>
                    <a:pt x="8836" y="2191"/>
                    <a:pt x="8550" y="1810"/>
                  </a:cubicBezTo>
                  <a:cubicBezTo>
                    <a:pt x="8241" y="1429"/>
                    <a:pt x="7860" y="1167"/>
                    <a:pt x="7383" y="1048"/>
                  </a:cubicBezTo>
                  <a:lnTo>
                    <a:pt x="6074" y="643"/>
                  </a:lnTo>
                  <a:lnTo>
                    <a:pt x="4502"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2" name="Google Shape;22892;p140"/>
            <p:cNvSpPr/>
            <p:nvPr/>
          </p:nvSpPr>
          <p:spPr>
            <a:xfrm>
              <a:off x="3442060" y="2155322"/>
              <a:ext cx="144886" cy="123305"/>
            </a:xfrm>
            <a:custGeom>
              <a:avLst/>
              <a:gdLst/>
              <a:ahLst/>
              <a:cxnLst/>
              <a:rect l="l" t="t" r="r" b="b"/>
              <a:pathLst>
                <a:path w="4478" h="3811" extrusionOk="0">
                  <a:moveTo>
                    <a:pt x="1" y="0"/>
                  </a:moveTo>
                  <a:lnTo>
                    <a:pt x="1" y="3810"/>
                  </a:lnTo>
                  <a:lnTo>
                    <a:pt x="4168" y="3810"/>
                  </a:lnTo>
                  <a:cubicBezTo>
                    <a:pt x="4335" y="3810"/>
                    <a:pt x="4478" y="3644"/>
                    <a:pt x="4478" y="3477"/>
                  </a:cubicBezTo>
                  <a:lnTo>
                    <a:pt x="4478" y="2548"/>
                  </a:lnTo>
                  <a:cubicBezTo>
                    <a:pt x="4478" y="2072"/>
                    <a:pt x="4335" y="1619"/>
                    <a:pt x="4049" y="1238"/>
                  </a:cubicBezTo>
                  <a:cubicBezTo>
                    <a:pt x="3740" y="857"/>
                    <a:pt x="3359" y="595"/>
                    <a:pt x="2882" y="476"/>
                  </a:cubicBezTo>
                  <a:lnTo>
                    <a:pt x="1573" y="71"/>
                  </a:lnTo>
                  <a:lnTo>
                    <a:pt x="1"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3" name="Google Shape;22893;p140"/>
            <p:cNvSpPr/>
            <p:nvPr/>
          </p:nvSpPr>
          <p:spPr>
            <a:xfrm>
              <a:off x="3399676" y="2195376"/>
              <a:ext cx="85579" cy="83249"/>
            </a:xfrm>
            <a:custGeom>
              <a:avLst/>
              <a:gdLst/>
              <a:ahLst/>
              <a:cxnLst/>
              <a:rect l="l" t="t" r="r" b="b"/>
              <a:pathLst>
                <a:path w="2645" h="2573" extrusionOk="0">
                  <a:moveTo>
                    <a:pt x="549" y="0"/>
                  </a:moveTo>
                  <a:lnTo>
                    <a:pt x="1" y="2572"/>
                  </a:lnTo>
                  <a:lnTo>
                    <a:pt x="2644" y="2572"/>
                  </a:lnTo>
                  <a:lnTo>
                    <a:pt x="2097"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4" name="Google Shape;22894;p140"/>
            <p:cNvSpPr/>
            <p:nvPr/>
          </p:nvSpPr>
          <p:spPr>
            <a:xfrm>
              <a:off x="3442060" y="2195376"/>
              <a:ext cx="43194" cy="83249"/>
            </a:xfrm>
            <a:custGeom>
              <a:avLst/>
              <a:gdLst/>
              <a:ahLst/>
              <a:cxnLst/>
              <a:rect l="l" t="t" r="r" b="b"/>
              <a:pathLst>
                <a:path w="1335" h="2573" extrusionOk="0">
                  <a:moveTo>
                    <a:pt x="1" y="0"/>
                  </a:moveTo>
                  <a:lnTo>
                    <a:pt x="1" y="2572"/>
                  </a:lnTo>
                  <a:lnTo>
                    <a:pt x="1334" y="2572"/>
                  </a:lnTo>
                  <a:lnTo>
                    <a:pt x="763"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5" name="Google Shape;22895;p140"/>
            <p:cNvSpPr/>
            <p:nvPr/>
          </p:nvSpPr>
          <p:spPr>
            <a:xfrm>
              <a:off x="3390455" y="2156842"/>
              <a:ext cx="103277" cy="49341"/>
            </a:xfrm>
            <a:custGeom>
              <a:avLst/>
              <a:gdLst/>
              <a:ahLst/>
              <a:cxnLst/>
              <a:rect l="l" t="t" r="r" b="b"/>
              <a:pathLst>
                <a:path w="3192" h="1525" extrusionOk="0">
                  <a:moveTo>
                    <a:pt x="0" y="1"/>
                  </a:moveTo>
                  <a:lnTo>
                    <a:pt x="762" y="1525"/>
                  </a:lnTo>
                  <a:lnTo>
                    <a:pt x="2453" y="1525"/>
                  </a:lnTo>
                  <a:lnTo>
                    <a:pt x="3191" y="1"/>
                  </a:ln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6" name="Google Shape;22896;p140"/>
            <p:cNvSpPr/>
            <p:nvPr/>
          </p:nvSpPr>
          <p:spPr>
            <a:xfrm>
              <a:off x="3442060" y="2155322"/>
              <a:ext cx="50894" cy="50862"/>
            </a:xfrm>
            <a:custGeom>
              <a:avLst/>
              <a:gdLst/>
              <a:ahLst/>
              <a:cxnLst/>
              <a:rect l="l" t="t" r="r" b="b"/>
              <a:pathLst>
                <a:path w="1573" h="1572" extrusionOk="0">
                  <a:moveTo>
                    <a:pt x="1" y="0"/>
                  </a:moveTo>
                  <a:lnTo>
                    <a:pt x="1" y="1572"/>
                  </a:lnTo>
                  <a:lnTo>
                    <a:pt x="834" y="1572"/>
                  </a:lnTo>
                  <a:lnTo>
                    <a:pt x="1573" y="71"/>
                  </a:lnTo>
                  <a:lnTo>
                    <a:pt x="1"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7" name="Google Shape;22897;p140"/>
            <p:cNvSpPr/>
            <p:nvPr/>
          </p:nvSpPr>
          <p:spPr>
            <a:xfrm>
              <a:off x="3354217" y="1992838"/>
              <a:ext cx="171093" cy="164816"/>
            </a:xfrm>
            <a:custGeom>
              <a:avLst/>
              <a:gdLst/>
              <a:ahLst/>
              <a:cxnLst/>
              <a:rect l="l" t="t" r="r" b="b"/>
              <a:pathLst>
                <a:path w="5288" h="5094" extrusionOk="0">
                  <a:moveTo>
                    <a:pt x="2703" y="0"/>
                  </a:moveTo>
                  <a:cubicBezTo>
                    <a:pt x="2597" y="0"/>
                    <a:pt x="2489" y="7"/>
                    <a:pt x="2382" y="21"/>
                  </a:cubicBezTo>
                  <a:cubicBezTo>
                    <a:pt x="1192" y="140"/>
                    <a:pt x="215" y="1116"/>
                    <a:pt x="96" y="2307"/>
                  </a:cubicBezTo>
                  <a:cubicBezTo>
                    <a:pt x="1" y="3045"/>
                    <a:pt x="239" y="3760"/>
                    <a:pt x="715" y="4331"/>
                  </a:cubicBezTo>
                  <a:cubicBezTo>
                    <a:pt x="930" y="4570"/>
                    <a:pt x="1049" y="4808"/>
                    <a:pt x="1096" y="5093"/>
                  </a:cubicBezTo>
                  <a:lnTo>
                    <a:pt x="4288" y="5070"/>
                  </a:lnTo>
                  <a:cubicBezTo>
                    <a:pt x="4311" y="4808"/>
                    <a:pt x="4454" y="4546"/>
                    <a:pt x="4645" y="4331"/>
                  </a:cubicBezTo>
                  <a:cubicBezTo>
                    <a:pt x="5050" y="3855"/>
                    <a:pt x="5288" y="3236"/>
                    <a:pt x="5288" y="2593"/>
                  </a:cubicBezTo>
                  <a:cubicBezTo>
                    <a:pt x="5288" y="1855"/>
                    <a:pt x="4978" y="1140"/>
                    <a:pt x="4430" y="664"/>
                  </a:cubicBezTo>
                  <a:cubicBezTo>
                    <a:pt x="3942" y="236"/>
                    <a:pt x="3331" y="0"/>
                    <a:pt x="270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8" name="Google Shape;22898;p140"/>
            <p:cNvSpPr/>
            <p:nvPr/>
          </p:nvSpPr>
          <p:spPr>
            <a:xfrm>
              <a:off x="3354217" y="1992838"/>
              <a:ext cx="171093" cy="164816"/>
            </a:xfrm>
            <a:custGeom>
              <a:avLst/>
              <a:gdLst/>
              <a:ahLst/>
              <a:cxnLst/>
              <a:rect l="l" t="t" r="r" b="b"/>
              <a:pathLst>
                <a:path w="5288" h="5094" extrusionOk="0">
                  <a:moveTo>
                    <a:pt x="2703" y="0"/>
                  </a:moveTo>
                  <a:cubicBezTo>
                    <a:pt x="2597" y="0"/>
                    <a:pt x="2489" y="7"/>
                    <a:pt x="2382" y="21"/>
                  </a:cubicBezTo>
                  <a:cubicBezTo>
                    <a:pt x="1192" y="140"/>
                    <a:pt x="215" y="1116"/>
                    <a:pt x="96" y="2307"/>
                  </a:cubicBezTo>
                  <a:cubicBezTo>
                    <a:pt x="1" y="3045"/>
                    <a:pt x="239" y="3760"/>
                    <a:pt x="715" y="4331"/>
                  </a:cubicBezTo>
                  <a:cubicBezTo>
                    <a:pt x="930" y="4570"/>
                    <a:pt x="1049" y="4808"/>
                    <a:pt x="1096" y="5093"/>
                  </a:cubicBezTo>
                  <a:lnTo>
                    <a:pt x="4288" y="5070"/>
                  </a:lnTo>
                  <a:cubicBezTo>
                    <a:pt x="4311" y="4808"/>
                    <a:pt x="4454" y="4546"/>
                    <a:pt x="4645" y="4331"/>
                  </a:cubicBezTo>
                  <a:cubicBezTo>
                    <a:pt x="5050" y="3855"/>
                    <a:pt x="5288" y="3236"/>
                    <a:pt x="5288" y="2593"/>
                  </a:cubicBezTo>
                  <a:cubicBezTo>
                    <a:pt x="5288" y="1855"/>
                    <a:pt x="4978" y="1140"/>
                    <a:pt x="4430" y="664"/>
                  </a:cubicBezTo>
                  <a:cubicBezTo>
                    <a:pt x="3942" y="236"/>
                    <a:pt x="3331" y="0"/>
                    <a:pt x="270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9" name="Google Shape;22899;p140"/>
            <p:cNvSpPr/>
            <p:nvPr/>
          </p:nvSpPr>
          <p:spPr>
            <a:xfrm>
              <a:off x="3354217" y="1992838"/>
              <a:ext cx="171093" cy="164816"/>
            </a:xfrm>
            <a:custGeom>
              <a:avLst/>
              <a:gdLst/>
              <a:ahLst/>
              <a:cxnLst/>
              <a:rect l="l" t="t" r="r" b="b"/>
              <a:pathLst>
                <a:path w="5288" h="5094" extrusionOk="0">
                  <a:moveTo>
                    <a:pt x="2703" y="0"/>
                  </a:moveTo>
                  <a:cubicBezTo>
                    <a:pt x="2597" y="0"/>
                    <a:pt x="2489" y="7"/>
                    <a:pt x="2382" y="21"/>
                  </a:cubicBezTo>
                  <a:cubicBezTo>
                    <a:pt x="1192" y="140"/>
                    <a:pt x="215" y="1116"/>
                    <a:pt x="96" y="2307"/>
                  </a:cubicBezTo>
                  <a:cubicBezTo>
                    <a:pt x="1" y="3045"/>
                    <a:pt x="239" y="3760"/>
                    <a:pt x="715" y="4331"/>
                  </a:cubicBezTo>
                  <a:cubicBezTo>
                    <a:pt x="930" y="4570"/>
                    <a:pt x="1049" y="4808"/>
                    <a:pt x="1096" y="5093"/>
                  </a:cubicBezTo>
                  <a:lnTo>
                    <a:pt x="4288" y="5070"/>
                  </a:lnTo>
                  <a:cubicBezTo>
                    <a:pt x="4311" y="4808"/>
                    <a:pt x="4454" y="4546"/>
                    <a:pt x="4645" y="4331"/>
                  </a:cubicBezTo>
                  <a:cubicBezTo>
                    <a:pt x="5050" y="3855"/>
                    <a:pt x="5288" y="3236"/>
                    <a:pt x="5288" y="2593"/>
                  </a:cubicBezTo>
                  <a:cubicBezTo>
                    <a:pt x="5288" y="1855"/>
                    <a:pt x="4978" y="1140"/>
                    <a:pt x="4430" y="664"/>
                  </a:cubicBezTo>
                  <a:cubicBezTo>
                    <a:pt x="3942" y="236"/>
                    <a:pt x="3331" y="0"/>
                    <a:pt x="270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0" name="Google Shape;22900;p140"/>
            <p:cNvSpPr/>
            <p:nvPr/>
          </p:nvSpPr>
          <p:spPr>
            <a:xfrm>
              <a:off x="3442060" y="1991964"/>
              <a:ext cx="84802" cy="164913"/>
            </a:xfrm>
            <a:custGeom>
              <a:avLst/>
              <a:gdLst/>
              <a:ahLst/>
              <a:cxnLst/>
              <a:rect l="l" t="t" r="r" b="b"/>
              <a:pathLst>
                <a:path w="2621" h="5097" extrusionOk="0">
                  <a:moveTo>
                    <a:pt x="1" y="0"/>
                  </a:moveTo>
                  <a:lnTo>
                    <a:pt x="1" y="5097"/>
                  </a:lnTo>
                  <a:lnTo>
                    <a:pt x="1573" y="5097"/>
                  </a:lnTo>
                  <a:cubicBezTo>
                    <a:pt x="1596" y="4835"/>
                    <a:pt x="1739" y="4573"/>
                    <a:pt x="1930" y="4358"/>
                  </a:cubicBezTo>
                  <a:cubicBezTo>
                    <a:pt x="2335" y="3882"/>
                    <a:pt x="2573" y="3263"/>
                    <a:pt x="2573" y="2620"/>
                  </a:cubicBezTo>
                  <a:cubicBezTo>
                    <a:pt x="2620" y="1882"/>
                    <a:pt x="2287" y="1167"/>
                    <a:pt x="1739" y="667"/>
                  </a:cubicBezTo>
                  <a:cubicBezTo>
                    <a:pt x="1263" y="239"/>
                    <a:pt x="644" y="0"/>
                    <a:pt x="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1" name="Google Shape;22901;p140"/>
            <p:cNvSpPr/>
            <p:nvPr/>
          </p:nvSpPr>
          <p:spPr>
            <a:xfrm>
              <a:off x="3409706" y="2066121"/>
              <a:ext cx="63222" cy="90756"/>
            </a:xfrm>
            <a:custGeom>
              <a:avLst/>
              <a:gdLst/>
              <a:ahLst/>
              <a:cxnLst/>
              <a:rect l="l" t="t" r="r" b="b"/>
              <a:pathLst>
                <a:path w="1954" h="2805" extrusionOk="0">
                  <a:moveTo>
                    <a:pt x="1620" y="1"/>
                  </a:moveTo>
                  <a:cubicBezTo>
                    <a:pt x="1543" y="1"/>
                    <a:pt x="1465" y="30"/>
                    <a:pt x="1406" y="90"/>
                  </a:cubicBezTo>
                  <a:lnTo>
                    <a:pt x="1001" y="518"/>
                  </a:lnTo>
                  <a:lnTo>
                    <a:pt x="572" y="90"/>
                  </a:lnTo>
                  <a:cubicBezTo>
                    <a:pt x="518" y="35"/>
                    <a:pt x="438" y="6"/>
                    <a:pt x="356" y="6"/>
                  </a:cubicBezTo>
                  <a:cubicBezTo>
                    <a:pt x="260" y="6"/>
                    <a:pt x="160" y="47"/>
                    <a:pt x="96" y="137"/>
                  </a:cubicBezTo>
                  <a:cubicBezTo>
                    <a:pt x="1" y="257"/>
                    <a:pt x="1" y="423"/>
                    <a:pt x="120" y="542"/>
                  </a:cubicBezTo>
                  <a:lnTo>
                    <a:pt x="667" y="1090"/>
                  </a:lnTo>
                  <a:lnTo>
                    <a:pt x="667" y="2805"/>
                  </a:lnTo>
                  <a:lnTo>
                    <a:pt x="1287" y="2805"/>
                  </a:lnTo>
                  <a:lnTo>
                    <a:pt x="1287" y="1090"/>
                  </a:lnTo>
                  <a:lnTo>
                    <a:pt x="1834" y="542"/>
                  </a:lnTo>
                  <a:cubicBezTo>
                    <a:pt x="1953" y="423"/>
                    <a:pt x="1953" y="209"/>
                    <a:pt x="1834" y="90"/>
                  </a:cubicBezTo>
                  <a:cubicBezTo>
                    <a:pt x="1775" y="30"/>
                    <a:pt x="1697" y="1"/>
                    <a:pt x="162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2" name="Google Shape;22902;p140"/>
            <p:cNvSpPr/>
            <p:nvPr/>
          </p:nvSpPr>
          <p:spPr>
            <a:xfrm>
              <a:off x="3442060" y="2066218"/>
              <a:ext cx="31643" cy="90659"/>
            </a:xfrm>
            <a:custGeom>
              <a:avLst/>
              <a:gdLst/>
              <a:ahLst/>
              <a:cxnLst/>
              <a:rect l="l" t="t" r="r" b="b"/>
              <a:pathLst>
                <a:path w="978" h="2802" extrusionOk="0">
                  <a:moveTo>
                    <a:pt x="641" y="0"/>
                  </a:moveTo>
                  <a:cubicBezTo>
                    <a:pt x="558" y="0"/>
                    <a:pt x="474" y="30"/>
                    <a:pt x="406" y="87"/>
                  </a:cubicBezTo>
                  <a:lnTo>
                    <a:pt x="1" y="515"/>
                  </a:lnTo>
                  <a:lnTo>
                    <a:pt x="1" y="2802"/>
                  </a:lnTo>
                  <a:lnTo>
                    <a:pt x="310" y="2802"/>
                  </a:lnTo>
                  <a:lnTo>
                    <a:pt x="310" y="1087"/>
                  </a:lnTo>
                  <a:lnTo>
                    <a:pt x="858" y="539"/>
                  </a:lnTo>
                  <a:cubicBezTo>
                    <a:pt x="977" y="420"/>
                    <a:pt x="977" y="254"/>
                    <a:pt x="882" y="111"/>
                  </a:cubicBezTo>
                  <a:cubicBezTo>
                    <a:pt x="820" y="36"/>
                    <a:pt x="731" y="0"/>
                    <a:pt x="641"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3" name="Google Shape;22903;p140"/>
            <p:cNvSpPr/>
            <p:nvPr/>
          </p:nvSpPr>
          <p:spPr>
            <a:xfrm>
              <a:off x="3431286" y="1930329"/>
              <a:ext cx="20837" cy="41641"/>
            </a:xfrm>
            <a:custGeom>
              <a:avLst/>
              <a:gdLst/>
              <a:ahLst/>
              <a:cxnLst/>
              <a:rect l="l" t="t" r="r" b="b"/>
              <a:pathLst>
                <a:path w="644" h="1287" extrusionOk="0">
                  <a:moveTo>
                    <a:pt x="334" y="0"/>
                  </a:moveTo>
                  <a:cubicBezTo>
                    <a:pt x="143" y="0"/>
                    <a:pt x="0" y="167"/>
                    <a:pt x="0" y="334"/>
                  </a:cubicBezTo>
                  <a:lnTo>
                    <a:pt x="0" y="953"/>
                  </a:lnTo>
                  <a:cubicBezTo>
                    <a:pt x="0" y="1143"/>
                    <a:pt x="143" y="1286"/>
                    <a:pt x="334" y="1286"/>
                  </a:cubicBezTo>
                  <a:cubicBezTo>
                    <a:pt x="500" y="1286"/>
                    <a:pt x="643" y="1167"/>
                    <a:pt x="643" y="953"/>
                  </a:cubicBezTo>
                  <a:lnTo>
                    <a:pt x="643" y="334"/>
                  </a:lnTo>
                  <a:cubicBezTo>
                    <a:pt x="643" y="167"/>
                    <a:pt x="500" y="0"/>
                    <a:pt x="33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4" name="Google Shape;22904;p140"/>
            <p:cNvSpPr/>
            <p:nvPr/>
          </p:nvSpPr>
          <p:spPr>
            <a:xfrm>
              <a:off x="3545304" y="2067480"/>
              <a:ext cx="43194" cy="20060"/>
            </a:xfrm>
            <a:custGeom>
              <a:avLst/>
              <a:gdLst/>
              <a:ahLst/>
              <a:cxnLst/>
              <a:rect l="l" t="t" r="r" b="b"/>
              <a:pathLst>
                <a:path w="1335" h="620" extrusionOk="0">
                  <a:moveTo>
                    <a:pt x="334" y="0"/>
                  </a:moveTo>
                  <a:cubicBezTo>
                    <a:pt x="168" y="0"/>
                    <a:pt x="1" y="167"/>
                    <a:pt x="49" y="357"/>
                  </a:cubicBezTo>
                  <a:cubicBezTo>
                    <a:pt x="72" y="500"/>
                    <a:pt x="215" y="619"/>
                    <a:pt x="382" y="619"/>
                  </a:cubicBezTo>
                  <a:lnTo>
                    <a:pt x="977" y="619"/>
                  </a:lnTo>
                  <a:cubicBezTo>
                    <a:pt x="1168" y="619"/>
                    <a:pt x="1335" y="476"/>
                    <a:pt x="1287" y="262"/>
                  </a:cubicBezTo>
                  <a:cubicBezTo>
                    <a:pt x="1263" y="119"/>
                    <a:pt x="1120" y="0"/>
                    <a:pt x="977"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5" name="Google Shape;22905;p140"/>
            <p:cNvSpPr/>
            <p:nvPr/>
          </p:nvSpPr>
          <p:spPr>
            <a:xfrm>
              <a:off x="3294911" y="2067480"/>
              <a:ext cx="43162" cy="20060"/>
            </a:xfrm>
            <a:custGeom>
              <a:avLst/>
              <a:gdLst/>
              <a:ahLst/>
              <a:cxnLst/>
              <a:rect l="l" t="t" r="r" b="b"/>
              <a:pathLst>
                <a:path w="1334" h="620" extrusionOk="0">
                  <a:moveTo>
                    <a:pt x="334" y="0"/>
                  </a:moveTo>
                  <a:cubicBezTo>
                    <a:pt x="167" y="0"/>
                    <a:pt x="0" y="167"/>
                    <a:pt x="48" y="357"/>
                  </a:cubicBezTo>
                  <a:cubicBezTo>
                    <a:pt x="72" y="500"/>
                    <a:pt x="215" y="619"/>
                    <a:pt x="381" y="619"/>
                  </a:cubicBezTo>
                  <a:lnTo>
                    <a:pt x="1000" y="619"/>
                  </a:lnTo>
                  <a:cubicBezTo>
                    <a:pt x="1167" y="619"/>
                    <a:pt x="1334" y="476"/>
                    <a:pt x="1286" y="262"/>
                  </a:cubicBezTo>
                  <a:cubicBezTo>
                    <a:pt x="1262" y="119"/>
                    <a:pt x="1119" y="0"/>
                    <a:pt x="977"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6" name="Google Shape;22906;p140"/>
            <p:cNvSpPr/>
            <p:nvPr/>
          </p:nvSpPr>
          <p:spPr>
            <a:xfrm>
              <a:off x="3529126" y="1999632"/>
              <a:ext cx="40864" cy="30123"/>
            </a:xfrm>
            <a:custGeom>
              <a:avLst/>
              <a:gdLst/>
              <a:ahLst/>
              <a:cxnLst/>
              <a:rect l="l" t="t" r="r" b="b"/>
              <a:pathLst>
                <a:path w="1263" h="931" extrusionOk="0">
                  <a:moveTo>
                    <a:pt x="915" y="1"/>
                  </a:moveTo>
                  <a:cubicBezTo>
                    <a:pt x="864" y="1"/>
                    <a:pt x="812" y="16"/>
                    <a:pt x="763" y="49"/>
                  </a:cubicBezTo>
                  <a:lnTo>
                    <a:pt x="215" y="359"/>
                  </a:lnTo>
                  <a:cubicBezTo>
                    <a:pt x="72" y="454"/>
                    <a:pt x="1" y="645"/>
                    <a:pt x="96" y="787"/>
                  </a:cubicBezTo>
                  <a:cubicBezTo>
                    <a:pt x="168" y="883"/>
                    <a:pt x="239" y="930"/>
                    <a:pt x="358" y="930"/>
                  </a:cubicBezTo>
                  <a:cubicBezTo>
                    <a:pt x="429" y="930"/>
                    <a:pt x="477" y="930"/>
                    <a:pt x="525" y="906"/>
                  </a:cubicBezTo>
                  <a:lnTo>
                    <a:pt x="1049" y="573"/>
                  </a:lnTo>
                  <a:cubicBezTo>
                    <a:pt x="1192" y="478"/>
                    <a:pt x="1263" y="311"/>
                    <a:pt x="1168" y="168"/>
                  </a:cubicBezTo>
                  <a:cubicBezTo>
                    <a:pt x="1105" y="59"/>
                    <a:pt x="1012" y="1"/>
                    <a:pt x="915"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7" name="Google Shape;22907;p140"/>
            <p:cNvSpPr/>
            <p:nvPr/>
          </p:nvSpPr>
          <p:spPr>
            <a:xfrm>
              <a:off x="3488295" y="1950486"/>
              <a:ext cx="33164" cy="36885"/>
            </a:xfrm>
            <a:custGeom>
              <a:avLst/>
              <a:gdLst/>
              <a:ahLst/>
              <a:cxnLst/>
              <a:rect l="l" t="t" r="r" b="b"/>
              <a:pathLst>
                <a:path w="1025" h="1140" extrusionOk="0">
                  <a:moveTo>
                    <a:pt x="679" y="1"/>
                  </a:moveTo>
                  <a:cubicBezTo>
                    <a:pt x="570" y="1"/>
                    <a:pt x="471" y="65"/>
                    <a:pt x="405" y="163"/>
                  </a:cubicBezTo>
                  <a:lnTo>
                    <a:pt x="72" y="687"/>
                  </a:lnTo>
                  <a:cubicBezTo>
                    <a:pt x="1" y="854"/>
                    <a:pt x="48" y="1020"/>
                    <a:pt x="191" y="1116"/>
                  </a:cubicBezTo>
                  <a:cubicBezTo>
                    <a:pt x="239" y="1139"/>
                    <a:pt x="286" y="1139"/>
                    <a:pt x="358" y="1139"/>
                  </a:cubicBezTo>
                  <a:cubicBezTo>
                    <a:pt x="429" y="1139"/>
                    <a:pt x="548" y="1092"/>
                    <a:pt x="620" y="997"/>
                  </a:cubicBezTo>
                  <a:lnTo>
                    <a:pt x="953" y="449"/>
                  </a:lnTo>
                  <a:cubicBezTo>
                    <a:pt x="1025" y="306"/>
                    <a:pt x="977" y="139"/>
                    <a:pt x="834" y="44"/>
                  </a:cubicBezTo>
                  <a:cubicBezTo>
                    <a:pt x="782" y="14"/>
                    <a:pt x="730" y="1"/>
                    <a:pt x="679"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8" name="Google Shape;22908;p140"/>
            <p:cNvSpPr/>
            <p:nvPr/>
          </p:nvSpPr>
          <p:spPr>
            <a:xfrm>
              <a:off x="3361950" y="1950486"/>
              <a:ext cx="33908" cy="36885"/>
            </a:xfrm>
            <a:custGeom>
              <a:avLst/>
              <a:gdLst/>
              <a:ahLst/>
              <a:cxnLst/>
              <a:rect l="l" t="t" r="r" b="b"/>
              <a:pathLst>
                <a:path w="1048" h="1140" extrusionOk="0">
                  <a:moveTo>
                    <a:pt x="353" y="1"/>
                  </a:moveTo>
                  <a:cubicBezTo>
                    <a:pt x="306" y="1"/>
                    <a:pt x="259" y="14"/>
                    <a:pt x="214" y="44"/>
                  </a:cubicBezTo>
                  <a:cubicBezTo>
                    <a:pt x="48" y="139"/>
                    <a:pt x="0" y="306"/>
                    <a:pt x="95" y="449"/>
                  </a:cubicBezTo>
                  <a:lnTo>
                    <a:pt x="405" y="997"/>
                  </a:lnTo>
                  <a:cubicBezTo>
                    <a:pt x="476" y="1092"/>
                    <a:pt x="572" y="1139"/>
                    <a:pt x="691" y="1139"/>
                  </a:cubicBezTo>
                  <a:cubicBezTo>
                    <a:pt x="738" y="1139"/>
                    <a:pt x="810" y="1139"/>
                    <a:pt x="834" y="1116"/>
                  </a:cubicBezTo>
                  <a:cubicBezTo>
                    <a:pt x="976" y="1020"/>
                    <a:pt x="1048" y="854"/>
                    <a:pt x="953" y="687"/>
                  </a:cubicBezTo>
                  <a:lnTo>
                    <a:pt x="619" y="163"/>
                  </a:lnTo>
                  <a:cubicBezTo>
                    <a:pt x="554" y="65"/>
                    <a:pt x="455" y="1"/>
                    <a:pt x="353"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9" name="Google Shape;22909;p140"/>
            <p:cNvSpPr/>
            <p:nvPr/>
          </p:nvSpPr>
          <p:spPr>
            <a:xfrm>
              <a:off x="3313386" y="1999632"/>
              <a:ext cx="40864" cy="30123"/>
            </a:xfrm>
            <a:custGeom>
              <a:avLst/>
              <a:gdLst/>
              <a:ahLst/>
              <a:cxnLst/>
              <a:rect l="l" t="t" r="r" b="b"/>
              <a:pathLst>
                <a:path w="1263" h="931" extrusionOk="0">
                  <a:moveTo>
                    <a:pt x="356" y="1"/>
                  </a:moveTo>
                  <a:cubicBezTo>
                    <a:pt x="252" y="1"/>
                    <a:pt x="159" y="59"/>
                    <a:pt x="96" y="168"/>
                  </a:cubicBezTo>
                  <a:cubicBezTo>
                    <a:pt x="1" y="311"/>
                    <a:pt x="72" y="478"/>
                    <a:pt x="215" y="573"/>
                  </a:cubicBezTo>
                  <a:lnTo>
                    <a:pt x="763" y="906"/>
                  </a:lnTo>
                  <a:cubicBezTo>
                    <a:pt x="787" y="930"/>
                    <a:pt x="834" y="930"/>
                    <a:pt x="906" y="930"/>
                  </a:cubicBezTo>
                  <a:cubicBezTo>
                    <a:pt x="1001" y="930"/>
                    <a:pt x="1120" y="883"/>
                    <a:pt x="1168" y="787"/>
                  </a:cubicBezTo>
                  <a:cubicBezTo>
                    <a:pt x="1263" y="645"/>
                    <a:pt x="1191" y="454"/>
                    <a:pt x="1049" y="359"/>
                  </a:cubicBezTo>
                  <a:lnTo>
                    <a:pt x="525" y="49"/>
                  </a:lnTo>
                  <a:cubicBezTo>
                    <a:pt x="467" y="16"/>
                    <a:pt x="410" y="1"/>
                    <a:pt x="356"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0" name="Google Shape;22910;p140"/>
            <p:cNvSpPr/>
            <p:nvPr/>
          </p:nvSpPr>
          <p:spPr>
            <a:xfrm>
              <a:off x="3442060" y="1931850"/>
              <a:ext cx="10062" cy="40120"/>
            </a:xfrm>
            <a:custGeom>
              <a:avLst/>
              <a:gdLst/>
              <a:ahLst/>
              <a:cxnLst/>
              <a:rect l="l" t="t" r="r" b="b"/>
              <a:pathLst>
                <a:path w="311" h="1240" extrusionOk="0">
                  <a:moveTo>
                    <a:pt x="1" y="1"/>
                  </a:moveTo>
                  <a:lnTo>
                    <a:pt x="1" y="1239"/>
                  </a:lnTo>
                  <a:cubicBezTo>
                    <a:pt x="167" y="1239"/>
                    <a:pt x="310" y="1120"/>
                    <a:pt x="310" y="953"/>
                  </a:cubicBezTo>
                  <a:lnTo>
                    <a:pt x="310" y="310"/>
                  </a:lnTo>
                  <a:cubicBezTo>
                    <a:pt x="310" y="144"/>
                    <a:pt x="167" y="1"/>
                    <a:pt x="1"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11" name="Google Shape;22911;p140"/>
          <p:cNvGrpSpPr/>
          <p:nvPr/>
        </p:nvGrpSpPr>
        <p:grpSpPr>
          <a:xfrm>
            <a:off x="4019946" y="1778868"/>
            <a:ext cx="346781" cy="347361"/>
            <a:chOff x="4019946" y="1931268"/>
            <a:chExt cx="346781" cy="347361"/>
          </a:xfrm>
        </p:grpSpPr>
        <p:sp>
          <p:nvSpPr>
            <p:cNvPr id="22912" name="Google Shape;22912;p140"/>
            <p:cNvSpPr/>
            <p:nvPr/>
          </p:nvSpPr>
          <p:spPr>
            <a:xfrm>
              <a:off x="4202555" y="1931268"/>
              <a:ext cx="104830" cy="103115"/>
            </a:xfrm>
            <a:custGeom>
              <a:avLst/>
              <a:gdLst/>
              <a:ahLst/>
              <a:cxnLst/>
              <a:rect l="l" t="t" r="r" b="b"/>
              <a:pathLst>
                <a:path w="3240" h="3187" extrusionOk="0">
                  <a:moveTo>
                    <a:pt x="2906" y="1"/>
                  </a:moveTo>
                  <a:cubicBezTo>
                    <a:pt x="2829" y="1"/>
                    <a:pt x="2751" y="31"/>
                    <a:pt x="2692" y="90"/>
                  </a:cubicBezTo>
                  <a:lnTo>
                    <a:pt x="120" y="2662"/>
                  </a:lnTo>
                  <a:cubicBezTo>
                    <a:pt x="1" y="2781"/>
                    <a:pt x="1" y="2972"/>
                    <a:pt x="120" y="3091"/>
                  </a:cubicBezTo>
                  <a:cubicBezTo>
                    <a:pt x="191" y="3162"/>
                    <a:pt x="239" y="3186"/>
                    <a:pt x="334" y="3186"/>
                  </a:cubicBezTo>
                  <a:cubicBezTo>
                    <a:pt x="382" y="3186"/>
                    <a:pt x="477" y="3162"/>
                    <a:pt x="572" y="3091"/>
                  </a:cubicBezTo>
                  <a:lnTo>
                    <a:pt x="3120" y="543"/>
                  </a:lnTo>
                  <a:cubicBezTo>
                    <a:pt x="3239" y="424"/>
                    <a:pt x="3239" y="209"/>
                    <a:pt x="3120" y="90"/>
                  </a:cubicBezTo>
                  <a:cubicBezTo>
                    <a:pt x="3061" y="31"/>
                    <a:pt x="2983" y="1"/>
                    <a:pt x="290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3" name="Google Shape;22913;p140"/>
            <p:cNvSpPr/>
            <p:nvPr/>
          </p:nvSpPr>
          <p:spPr>
            <a:xfrm>
              <a:off x="4079284" y="1931268"/>
              <a:ext cx="104830" cy="103115"/>
            </a:xfrm>
            <a:custGeom>
              <a:avLst/>
              <a:gdLst/>
              <a:ahLst/>
              <a:cxnLst/>
              <a:rect l="l" t="t" r="r" b="b"/>
              <a:pathLst>
                <a:path w="3240" h="3187" extrusionOk="0">
                  <a:moveTo>
                    <a:pt x="346" y="1"/>
                  </a:moveTo>
                  <a:cubicBezTo>
                    <a:pt x="262" y="1"/>
                    <a:pt x="179" y="31"/>
                    <a:pt x="119" y="90"/>
                  </a:cubicBezTo>
                  <a:cubicBezTo>
                    <a:pt x="0" y="209"/>
                    <a:pt x="0" y="424"/>
                    <a:pt x="119" y="543"/>
                  </a:cubicBezTo>
                  <a:lnTo>
                    <a:pt x="2691" y="3091"/>
                  </a:lnTo>
                  <a:cubicBezTo>
                    <a:pt x="2739" y="3162"/>
                    <a:pt x="2810" y="3186"/>
                    <a:pt x="2882" y="3186"/>
                  </a:cubicBezTo>
                  <a:cubicBezTo>
                    <a:pt x="2953" y="3186"/>
                    <a:pt x="3049" y="3162"/>
                    <a:pt x="3120" y="3091"/>
                  </a:cubicBezTo>
                  <a:cubicBezTo>
                    <a:pt x="3239" y="2972"/>
                    <a:pt x="3239" y="2781"/>
                    <a:pt x="3120" y="2662"/>
                  </a:cubicBezTo>
                  <a:lnTo>
                    <a:pt x="572" y="90"/>
                  </a:lnTo>
                  <a:cubicBezTo>
                    <a:pt x="512" y="31"/>
                    <a:pt x="429" y="1"/>
                    <a:pt x="346"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4" name="Google Shape;22914;p140"/>
            <p:cNvSpPr/>
            <p:nvPr/>
          </p:nvSpPr>
          <p:spPr>
            <a:xfrm>
              <a:off x="4079284" y="1931268"/>
              <a:ext cx="104830" cy="103115"/>
            </a:xfrm>
            <a:custGeom>
              <a:avLst/>
              <a:gdLst/>
              <a:ahLst/>
              <a:cxnLst/>
              <a:rect l="l" t="t" r="r" b="b"/>
              <a:pathLst>
                <a:path w="3240" h="3187" extrusionOk="0">
                  <a:moveTo>
                    <a:pt x="346" y="1"/>
                  </a:moveTo>
                  <a:cubicBezTo>
                    <a:pt x="262" y="1"/>
                    <a:pt x="179" y="31"/>
                    <a:pt x="119" y="90"/>
                  </a:cubicBezTo>
                  <a:cubicBezTo>
                    <a:pt x="0" y="209"/>
                    <a:pt x="0" y="424"/>
                    <a:pt x="119" y="543"/>
                  </a:cubicBezTo>
                  <a:lnTo>
                    <a:pt x="2691" y="3091"/>
                  </a:lnTo>
                  <a:cubicBezTo>
                    <a:pt x="2739" y="3162"/>
                    <a:pt x="2810" y="3186"/>
                    <a:pt x="2882" y="3186"/>
                  </a:cubicBezTo>
                  <a:cubicBezTo>
                    <a:pt x="2953" y="3186"/>
                    <a:pt x="3049" y="3162"/>
                    <a:pt x="3120" y="3091"/>
                  </a:cubicBezTo>
                  <a:cubicBezTo>
                    <a:pt x="3239" y="2972"/>
                    <a:pt x="3239" y="2781"/>
                    <a:pt x="3120" y="2662"/>
                  </a:cubicBezTo>
                  <a:lnTo>
                    <a:pt x="572" y="90"/>
                  </a:lnTo>
                  <a:cubicBezTo>
                    <a:pt x="512" y="31"/>
                    <a:pt x="429" y="1"/>
                    <a:pt x="346"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5" name="Google Shape;22915;p140"/>
            <p:cNvSpPr/>
            <p:nvPr/>
          </p:nvSpPr>
          <p:spPr>
            <a:xfrm>
              <a:off x="4019946" y="2055152"/>
              <a:ext cx="346781" cy="223476"/>
            </a:xfrm>
            <a:custGeom>
              <a:avLst/>
              <a:gdLst/>
              <a:ahLst/>
              <a:cxnLst/>
              <a:rect l="l" t="t" r="r" b="b"/>
              <a:pathLst>
                <a:path w="10718" h="6907" extrusionOk="0">
                  <a:moveTo>
                    <a:pt x="1144" y="0"/>
                  </a:moveTo>
                  <a:cubicBezTo>
                    <a:pt x="501" y="0"/>
                    <a:pt x="1" y="524"/>
                    <a:pt x="1" y="1143"/>
                  </a:cubicBezTo>
                  <a:lnTo>
                    <a:pt x="1" y="5739"/>
                  </a:lnTo>
                  <a:cubicBezTo>
                    <a:pt x="1" y="6382"/>
                    <a:pt x="525" y="6906"/>
                    <a:pt x="1144" y="6906"/>
                  </a:cubicBezTo>
                  <a:lnTo>
                    <a:pt x="9550" y="6906"/>
                  </a:lnTo>
                  <a:cubicBezTo>
                    <a:pt x="10169" y="6906"/>
                    <a:pt x="10670" y="6382"/>
                    <a:pt x="10717" y="5739"/>
                  </a:cubicBezTo>
                  <a:lnTo>
                    <a:pt x="10717" y="1143"/>
                  </a:lnTo>
                  <a:cubicBezTo>
                    <a:pt x="10717" y="500"/>
                    <a:pt x="10169" y="0"/>
                    <a:pt x="9550"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6" name="Google Shape;22916;p140"/>
            <p:cNvSpPr/>
            <p:nvPr/>
          </p:nvSpPr>
          <p:spPr>
            <a:xfrm>
              <a:off x="4193302" y="2055152"/>
              <a:ext cx="173423" cy="223476"/>
            </a:xfrm>
            <a:custGeom>
              <a:avLst/>
              <a:gdLst/>
              <a:ahLst/>
              <a:cxnLst/>
              <a:rect l="l" t="t" r="r" b="b"/>
              <a:pathLst>
                <a:path w="5360" h="6907" extrusionOk="0">
                  <a:moveTo>
                    <a:pt x="1" y="0"/>
                  </a:moveTo>
                  <a:lnTo>
                    <a:pt x="1" y="6906"/>
                  </a:lnTo>
                  <a:lnTo>
                    <a:pt x="4192" y="6906"/>
                  </a:lnTo>
                  <a:cubicBezTo>
                    <a:pt x="4811" y="6906"/>
                    <a:pt x="5359" y="6382"/>
                    <a:pt x="5359" y="5739"/>
                  </a:cubicBezTo>
                  <a:lnTo>
                    <a:pt x="5359" y="1143"/>
                  </a:lnTo>
                  <a:cubicBezTo>
                    <a:pt x="5312" y="524"/>
                    <a:pt x="4811" y="0"/>
                    <a:pt x="4192"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7" name="Google Shape;22917;p140"/>
            <p:cNvSpPr/>
            <p:nvPr/>
          </p:nvSpPr>
          <p:spPr>
            <a:xfrm>
              <a:off x="4060777" y="2156842"/>
              <a:ext cx="128708" cy="80952"/>
            </a:xfrm>
            <a:custGeom>
              <a:avLst/>
              <a:gdLst/>
              <a:ahLst/>
              <a:cxnLst/>
              <a:rect l="l" t="t" r="r" b="b"/>
              <a:pathLst>
                <a:path w="3978" h="2502" extrusionOk="0">
                  <a:moveTo>
                    <a:pt x="1951" y="0"/>
                  </a:moveTo>
                  <a:cubicBezTo>
                    <a:pt x="1936" y="0"/>
                    <a:pt x="1921" y="0"/>
                    <a:pt x="1906" y="1"/>
                  </a:cubicBezTo>
                  <a:cubicBezTo>
                    <a:pt x="834" y="24"/>
                    <a:pt x="1" y="929"/>
                    <a:pt x="1" y="2001"/>
                  </a:cubicBezTo>
                  <a:lnTo>
                    <a:pt x="1" y="2168"/>
                  </a:lnTo>
                  <a:cubicBezTo>
                    <a:pt x="1" y="2358"/>
                    <a:pt x="168" y="2501"/>
                    <a:pt x="334" y="2501"/>
                  </a:cubicBezTo>
                  <a:lnTo>
                    <a:pt x="3668" y="2501"/>
                  </a:lnTo>
                  <a:cubicBezTo>
                    <a:pt x="3811" y="2501"/>
                    <a:pt x="3978" y="2358"/>
                    <a:pt x="3978" y="2215"/>
                  </a:cubicBezTo>
                  <a:lnTo>
                    <a:pt x="3978" y="2001"/>
                  </a:lnTo>
                  <a:cubicBezTo>
                    <a:pt x="3978" y="873"/>
                    <a:pt x="3073" y="0"/>
                    <a:pt x="1951"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8" name="Google Shape;22918;p140"/>
            <p:cNvSpPr/>
            <p:nvPr/>
          </p:nvSpPr>
          <p:spPr>
            <a:xfrm>
              <a:off x="4124742" y="2156842"/>
              <a:ext cx="64742" cy="80952"/>
            </a:xfrm>
            <a:custGeom>
              <a:avLst/>
              <a:gdLst/>
              <a:ahLst/>
              <a:cxnLst/>
              <a:rect l="l" t="t" r="r" b="b"/>
              <a:pathLst>
                <a:path w="2001" h="2502" extrusionOk="0">
                  <a:moveTo>
                    <a:pt x="0" y="1"/>
                  </a:moveTo>
                  <a:lnTo>
                    <a:pt x="0" y="2501"/>
                  </a:lnTo>
                  <a:lnTo>
                    <a:pt x="1667" y="2501"/>
                  </a:lnTo>
                  <a:cubicBezTo>
                    <a:pt x="1834" y="2501"/>
                    <a:pt x="2001" y="2358"/>
                    <a:pt x="2001" y="2168"/>
                  </a:cubicBezTo>
                  <a:lnTo>
                    <a:pt x="2001" y="1977"/>
                  </a:lnTo>
                  <a:cubicBezTo>
                    <a:pt x="2001" y="906"/>
                    <a:pt x="1096" y="1"/>
                    <a:pt x="0"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9" name="Google Shape;22919;p140"/>
            <p:cNvSpPr/>
            <p:nvPr/>
          </p:nvSpPr>
          <p:spPr>
            <a:xfrm>
              <a:off x="4208735" y="2217701"/>
              <a:ext cx="116381" cy="20092"/>
            </a:xfrm>
            <a:custGeom>
              <a:avLst/>
              <a:gdLst/>
              <a:ahLst/>
              <a:cxnLst/>
              <a:rect l="l" t="t" r="r" b="b"/>
              <a:pathLst>
                <a:path w="3597" h="621" extrusionOk="0">
                  <a:moveTo>
                    <a:pt x="310" y="1"/>
                  </a:moveTo>
                  <a:cubicBezTo>
                    <a:pt x="143" y="1"/>
                    <a:pt x="0" y="168"/>
                    <a:pt x="24" y="358"/>
                  </a:cubicBezTo>
                  <a:cubicBezTo>
                    <a:pt x="48" y="501"/>
                    <a:pt x="191" y="620"/>
                    <a:pt x="357" y="620"/>
                  </a:cubicBezTo>
                  <a:lnTo>
                    <a:pt x="3263" y="620"/>
                  </a:lnTo>
                  <a:cubicBezTo>
                    <a:pt x="3453" y="620"/>
                    <a:pt x="3596" y="477"/>
                    <a:pt x="3572" y="263"/>
                  </a:cubicBezTo>
                  <a:cubicBezTo>
                    <a:pt x="3525" y="120"/>
                    <a:pt x="3382" y="1"/>
                    <a:pt x="3239"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0" name="Google Shape;22920;p140"/>
            <p:cNvSpPr/>
            <p:nvPr/>
          </p:nvSpPr>
          <p:spPr>
            <a:xfrm>
              <a:off x="4208735" y="2176870"/>
              <a:ext cx="116381" cy="20837"/>
            </a:xfrm>
            <a:custGeom>
              <a:avLst/>
              <a:gdLst/>
              <a:ahLst/>
              <a:cxnLst/>
              <a:rect l="l" t="t" r="r" b="b"/>
              <a:pathLst>
                <a:path w="3597" h="644" extrusionOk="0">
                  <a:moveTo>
                    <a:pt x="310" y="1"/>
                  </a:moveTo>
                  <a:cubicBezTo>
                    <a:pt x="143" y="1"/>
                    <a:pt x="0" y="191"/>
                    <a:pt x="24" y="358"/>
                  </a:cubicBezTo>
                  <a:cubicBezTo>
                    <a:pt x="48" y="525"/>
                    <a:pt x="191" y="644"/>
                    <a:pt x="357" y="644"/>
                  </a:cubicBezTo>
                  <a:lnTo>
                    <a:pt x="3263" y="644"/>
                  </a:lnTo>
                  <a:cubicBezTo>
                    <a:pt x="3453" y="644"/>
                    <a:pt x="3596" y="453"/>
                    <a:pt x="3572" y="287"/>
                  </a:cubicBezTo>
                  <a:cubicBezTo>
                    <a:pt x="3525" y="120"/>
                    <a:pt x="3382" y="1"/>
                    <a:pt x="3239"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1" name="Google Shape;22921;p140"/>
            <p:cNvSpPr/>
            <p:nvPr/>
          </p:nvSpPr>
          <p:spPr>
            <a:xfrm>
              <a:off x="4208735" y="2136815"/>
              <a:ext cx="116381" cy="20060"/>
            </a:xfrm>
            <a:custGeom>
              <a:avLst/>
              <a:gdLst/>
              <a:ahLst/>
              <a:cxnLst/>
              <a:rect l="l" t="t" r="r" b="b"/>
              <a:pathLst>
                <a:path w="3597" h="620" extrusionOk="0">
                  <a:moveTo>
                    <a:pt x="310" y="0"/>
                  </a:moveTo>
                  <a:cubicBezTo>
                    <a:pt x="143" y="0"/>
                    <a:pt x="0" y="167"/>
                    <a:pt x="24" y="358"/>
                  </a:cubicBezTo>
                  <a:cubicBezTo>
                    <a:pt x="48" y="501"/>
                    <a:pt x="191" y="620"/>
                    <a:pt x="357" y="620"/>
                  </a:cubicBezTo>
                  <a:lnTo>
                    <a:pt x="3263" y="620"/>
                  </a:lnTo>
                  <a:cubicBezTo>
                    <a:pt x="3453" y="620"/>
                    <a:pt x="3596" y="453"/>
                    <a:pt x="3572" y="262"/>
                  </a:cubicBezTo>
                  <a:cubicBezTo>
                    <a:pt x="3525" y="120"/>
                    <a:pt x="3382" y="0"/>
                    <a:pt x="3239"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2" name="Google Shape;22922;p140"/>
            <p:cNvSpPr/>
            <p:nvPr/>
          </p:nvSpPr>
          <p:spPr>
            <a:xfrm>
              <a:off x="4162500" y="2013545"/>
              <a:ext cx="61669" cy="88620"/>
            </a:xfrm>
            <a:custGeom>
              <a:avLst/>
              <a:gdLst/>
              <a:ahLst/>
              <a:cxnLst/>
              <a:rect l="l" t="t" r="r" b="b"/>
              <a:pathLst>
                <a:path w="1906" h="2739" extrusionOk="0">
                  <a:moveTo>
                    <a:pt x="310" y="0"/>
                  </a:moveTo>
                  <a:cubicBezTo>
                    <a:pt x="143" y="0"/>
                    <a:pt x="0" y="143"/>
                    <a:pt x="0" y="334"/>
                  </a:cubicBezTo>
                  <a:lnTo>
                    <a:pt x="0" y="2405"/>
                  </a:lnTo>
                  <a:cubicBezTo>
                    <a:pt x="0" y="2596"/>
                    <a:pt x="143" y="2739"/>
                    <a:pt x="310" y="2739"/>
                  </a:cubicBezTo>
                  <a:lnTo>
                    <a:pt x="1572" y="2739"/>
                  </a:lnTo>
                  <a:cubicBezTo>
                    <a:pt x="1739" y="2739"/>
                    <a:pt x="1858" y="2620"/>
                    <a:pt x="1905" y="2405"/>
                  </a:cubicBezTo>
                  <a:lnTo>
                    <a:pt x="1905" y="334"/>
                  </a:lnTo>
                  <a:cubicBezTo>
                    <a:pt x="1905" y="143"/>
                    <a:pt x="1739" y="0"/>
                    <a:pt x="1572"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3" name="Google Shape;22923;p140"/>
            <p:cNvSpPr/>
            <p:nvPr/>
          </p:nvSpPr>
          <p:spPr>
            <a:xfrm>
              <a:off x="4193302" y="2014289"/>
              <a:ext cx="30867" cy="87876"/>
            </a:xfrm>
            <a:custGeom>
              <a:avLst/>
              <a:gdLst/>
              <a:ahLst/>
              <a:cxnLst/>
              <a:rect l="l" t="t" r="r" b="b"/>
              <a:pathLst>
                <a:path w="954" h="2716" extrusionOk="0">
                  <a:moveTo>
                    <a:pt x="1" y="1"/>
                  </a:moveTo>
                  <a:lnTo>
                    <a:pt x="1" y="2716"/>
                  </a:lnTo>
                  <a:lnTo>
                    <a:pt x="620" y="2716"/>
                  </a:lnTo>
                  <a:cubicBezTo>
                    <a:pt x="787" y="2716"/>
                    <a:pt x="953" y="2573"/>
                    <a:pt x="953" y="2382"/>
                  </a:cubicBezTo>
                  <a:lnTo>
                    <a:pt x="953" y="311"/>
                  </a:lnTo>
                  <a:cubicBezTo>
                    <a:pt x="906" y="144"/>
                    <a:pt x="787" y="1"/>
                    <a:pt x="62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4" name="Google Shape;22924;p140"/>
            <p:cNvSpPr/>
            <p:nvPr/>
          </p:nvSpPr>
          <p:spPr>
            <a:xfrm>
              <a:off x="4083911" y="2095207"/>
              <a:ext cx="80920" cy="80920"/>
            </a:xfrm>
            <a:custGeom>
              <a:avLst/>
              <a:gdLst/>
              <a:ahLst/>
              <a:cxnLst/>
              <a:rect l="l" t="t" r="r" b="b"/>
              <a:pathLst>
                <a:path w="2501" h="2501" extrusionOk="0">
                  <a:moveTo>
                    <a:pt x="1262" y="0"/>
                  </a:moveTo>
                  <a:cubicBezTo>
                    <a:pt x="572" y="0"/>
                    <a:pt x="0" y="572"/>
                    <a:pt x="0" y="1263"/>
                  </a:cubicBezTo>
                  <a:cubicBezTo>
                    <a:pt x="0" y="1929"/>
                    <a:pt x="572" y="2501"/>
                    <a:pt x="1262" y="2501"/>
                  </a:cubicBezTo>
                  <a:cubicBezTo>
                    <a:pt x="1977" y="2501"/>
                    <a:pt x="2501" y="1929"/>
                    <a:pt x="2501" y="1263"/>
                  </a:cubicBezTo>
                  <a:cubicBezTo>
                    <a:pt x="2501" y="572"/>
                    <a:pt x="1953" y="0"/>
                    <a:pt x="126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5" name="Google Shape;22925;p140"/>
            <p:cNvSpPr/>
            <p:nvPr/>
          </p:nvSpPr>
          <p:spPr>
            <a:xfrm>
              <a:off x="4124742" y="2095207"/>
              <a:ext cx="40088" cy="80920"/>
            </a:xfrm>
            <a:custGeom>
              <a:avLst/>
              <a:gdLst/>
              <a:ahLst/>
              <a:cxnLst/>
              <a:rect l="l" t="t" r="r" b="b"/>
              <a:pathLst>
                <a:path w="1239" h="2501" extrusionOk="0">
                  <a:moveTo>
                    <a:pt x="0" y="0"/>
                  </a:moveTo>
                  <a:lnTo>
                    <a:pt x="0" y="2501"/>
                  </a:lnTo>
                  <a:cubicBezTo>
                    <a:pt x="691" y="2501"/>
                    <a:pt x="1239" y="1929"/>
                    <a:pt x="1239" y="1263"/>
                  </a:cubicBezTo>
                  <a:cubicBezTo>
                    <a:pt x="1239" y="572"/>
                    <a:pt x="715"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26" name="Google Shape;22926;p140"/>
          <p:cNvGrpSpPr/>
          <p:nvPr/>
        </p:nvGrpSpPr>
        <p:grpSpPr>
          <a:xfrm>
            <a:off x="4781217" y="1779450"/>
            <a:ext cx="319019" cy="346780"/>
            <a:chOff x="4781217" y="1931850"/>
            <a:chExt cx="319019" cy="346780"/>
          </a:xfrm>
        </p:grpSpPr>
        <p:sp>
          <p:nvSpPr>
            <p:cNvPr id="22927" name="Google Shape;22927;p140"/>
            <p:cNvSpPr/>
            <p:nvPr/>
          </p:nvSpPr>
          <p:spPr>
            <a:xfrm>
              <a:off x="4781217" y="2011992"/>
              <a:ext cx="61669" cy="75549"/>
            </a:xfrm>
            <a:custGeom>
              <a:avLst/>
              <a:gdLst/>
              <a:ahLst/>
              <a:cxnLst/>
              <a:rect l="l" t="t" r="r" b="b"/>
              <a:pathLst>
                <a:path w="1906" h="2335" extrusionOk="0">
                  <a:moveTo>
                    <a:pt x="1167" y="1"/>
                  </a:moveTo>
                  <a:cubicBezTo>
                    <a:pt x="524" y="1"/>
                    <a:pt x="0" y="524"/>
                    <a:pt x="0" y="1167"/>
                  </a:cubicBezTo>
                  <a:cubicBezTo>
                    <a:pt x="0" y="1834"/>
                    <a:pt x="548" y="2334"/>
                    <a:pt x="1167" y="2334"/>
                  </a:cubicBezTo>
                  <a:cubicBezTo>
                    <a:pt x="1358" y="2334"/>
                    <a:pt x="1477" y="2191"/>
                    <a:pt x="1501" y="2072"/>
                  </a:cubicBezTo>
                  <a:cubicBezTo>
                    <a:pt x="1501" y="1882"/>
                    <a:pt x="1358" y="1739"/>
                    <a:pt x="1167" y="1739"/>
                  </a:cubicBezTo>
                  <a:cubicBezTo>
                    <a:pt x="881" y="1739"/>
                    <a:pt x="643" y="1501"/>
                    <a:pt x="643" y="1191"/>
                  </a:cubicBezTo>
                  <a:cubicBezTo>
                    <a:pt x="643" y="905"/>
                    <a:pt x="881" y="667"/>
                    <a:pt x="1167" y="667"/>
                  </a:cubicBezTo>
                  <a:lnTo>
                    <a:pt x="1596" y="667"/>
                  </a:lnTo>
                  <a:cubicBezTo>
                    <a:pt x="1763" y="667"/>
                    <a:pt x="1906" y="524"/>
                    <a:pt x="1906" y="334"/>
                  </a:cubicBezTo>
                  <a:cubicBezTo>
                    <a:pt x="1906" y="167"/>
                    <a:pt x="1763" y="1"/>
                    <a:pt x="1596"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8" name="Google Shape;22928;p140"/>
            <p:cNvSpPr/>
            <p:nvPr/>
          </p:nvSpPr>
          <p:spPr>
            <a:xfrm>
              <a:off x="4820496" y="1931850"/>
              <a:ext cx="238133" cy="305949"/>
            </a:xfrm>
            <a:custGeom>
              <a:avLst/>
              <a:gdLst/>
              <a:ahLst/>
              <a:cxnLst/>
              <a:rect l="l" t="t" r="r" b="b"/>
              <a:pathLst>
                <a:path w="7360" h="9456" extrusionOk="0">
                  <a:moveTo>
                    <a:pt x="334" y="1"/>
                  </a:moveTo>
                  <a:cubicBezTo>
                    <a:pt x="168" y="1"/>
                    <a:pt x="1" y="144"/>
                    <a:pt x="1" y="310"/>
                  </a:cubicBezTo>
                  <a:lnTo>
                    <a:pt x="1" y="9122"/>
                  </a:lnTo>
                  <a:cubicBezTo>
                    <a:pt x="1" y="9312"/>
                    <a:pt x="168" y="9455"/>
                    <a:pt x="334" y="9455"/>
                  </a:cubicBezTo>
                  <a:lnTo>
                    <a:pt x="7026" y="9455"/>
                  </a:lnTo>
                  <a:cubicBezTo>
                    <a:pt x="7217" y="9455"/>
                    <a:pt x="7360" y="9312"/>
                    <a:pt x="7360" y="9122"/>
                  </a:cubicBezTo>
                  <a:lnTo>
                    <a:pt x="7360" y="310"/>
                  </a:lnTo>
                  <a:cubicBezTo>
                    <a:pt x="7360" y="144"/>
                    <a:pt x="7217" y="1"/>
                    <a:pt x="7026"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9" name="Google Shape;22929;p140"/>
            <p:cNvSpPr/>
            <p:nvPr/>
          </p:nvSpPr>
          <p:spPr>
            <a:xfrm>
              <a:off x="4939949" y="1931850"/>
              <a:ext cx="118678" cy="305172"/>
            </a:xfrm>
            <a:custGeom>
              <a:avLst/>
              <a:gdLst/>
              <a:ahLst/>
              <a:cxnLst/>
              <a:rect l="l" t="t" r="r" b="b"/>
              <a:pathLst>
                <a:path w="3668" h="9432" extrusionOk="0">
                  <a:moveTo>
                    <a:pt x="0" y="1"/>
                  </a:moveTo>
                  <a:lnTo>
                    <a:pt x="0" y="9431"/>
                  </a:lnTo>
                  <a:lnTo>
                    <a:pt x="3334" y="9431"/>
                  </a:lnTo>
                  <a:cubicBezTo>
                    <a:pt x="3525" y="9431"/>
                    <a:pt x="3668" y="9288"/>
                    <a:pt x="3668" y="9098"/>
                  </a:cubicBezTo>
                  <a:lnTo>
                    <a:pt x="3668" y="287"/>
                  </a:lnTo>
                  <a:cubicBezTo>
                    <a:pt x="3668" y="144"/>
                    <a:pt x="3525" y="1"/>
                    <a:pt x="3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0" name="Google Shape;22930;p140"/>
            <p:cNvSpPr/>
            <p:nvPr/>
          </p:nvSpPr>
          <p:spPr>
            <a:xfrm>
              <a:off x="4862104" y="1971937"/>
              <a:ext cx="238133" cy="306693"/>
            </a:xfrm>
            <a:custGeom>
              <a:avLst/>
              <a:gdLst/>
              <a:ahLst/>
              <a:cxnLst/>
              <a:rect l="l" t="t" r="r" b="b"/>
              <a:pathLst>
                <a:path w="7360" h="9479" extrusionOk="0">
                  <a:moveTo>
                    <a:pt x="334" y="0"/>
                  </a:moveTo>
                  <a:cubicBezTo>
                    <a:pt x="168" y="0"/>
                    <a:pt x="1" y="143"/>
                    <a:pt x="1" y="334"/>
                  </a:cubicBezTo>
                  <a:lnTo>
                    <a:pt x="1" y="9145"/>
                  </a:lnTo>
                  <a:cubicBezTo>
                    <a:pt x="1" y="9312"/>
                    <a:pt x="168" y="9478"/>
                    <a:pt x="334" y="9478"/>
                  </a:cubicBezTo>
                  <a:lnTo>
                    <a:pt x="7026" y="9478"/>
                  </a:lnTo>
                  <a:cubicBezTo>
                    <a:pt x="7193" y="9478"/>
                    <a:pt x="7336" y="9312"/>
                    <a:pt x="7360" y="9145"/>
                  </a:cubicBezTo>
                  <a:lnTo>
                    <a:pt x="7360" y="334"/>
                  </a:lnTo>
                  <a:cubicBezTo>
                    <a:pt x="7360" y="143"/>
                    <a:pt x="7217" y="0"/>
                    <a:pt x="7026"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1" name="Google Shape;22931;p140"/>
            <p:cNvSpPr/>
            <p:nvPr/>
          </p:nvSpPr>
          <p:spPr>
            <a:xfrm>
              <a:off x="4984631" y="1971937"/>
              <a:ext cx="115604" cy="306693"/>
            </a:xfrm>
            <a:custGeom>
              <a:avLst/>
              <a:gdLst/>
              <a:ahLst/>
              <a:cxnLst/>
              <a:rect l="l" t="t" r="r" b="b"/>
              <a:pathLst>
                <a:path w="3573" h="9479" extrusionOk="0">
                  <a:moveTo>
                    <a:pt x="0" y="0"/>
                  </a:moveTo>
                  <a:lnTo>
                    <a:pt x="0" y="9478"/>
                  </a:lnTo>
                  <a:lnTo>
                    <a:pt x="3239" y="9478"/>
                  </a:lnTo>
                  <a:cubicBezTo>
                    <a:pt x="3430" y="9478"/>
                    <a:pt x="3573" y="9312"/>
                    <a:pt x="3573" y="9145"/>
                  </a:cubicBezTo>
                  <a:lnTo>
                    <a:pt x="3573" y="334"/>
                  </a:lnTo>
                  <a:cubicBezTo>
                    <a:pt x="3549" y="143"/>
                    <a:pt x="3406" y="0"/>
                    <a:pt x="3239"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2" name="Google Shape;22932;p140"/>
            <p:cNvSpPr/>
            <p:nvPr/>
          </p:nvSpPr>
          <p:spPr>
            <a:xfrm>
              <a:off x="4919889" y="2072850"/>
              <a:ext cx="129485" cy="82505"/>
            </a:xfrm>
            <a:custGeom>
              <a:avLst/>
              <a:gdLst/>
              <a:ahLst/>
              <a:cxnLst/>
              <a:rect l="l" t="t" r="r" b="b"/>
              <a:pathLst>
                <a:path w="4002" h="2550" extrusionOk="0">
                  <a:moveTo>
                    <a:pt x="2001" y="1"/>
                  </a:moveTo>
                  <a:cubicBezTo>
                    <a:pt x="906" y="1"/>
                    <a:pt x="1" y="906"/>
                    <a:pt x="1" y="2001"/>
                  </a:cubicBezTo>
                  <a:lnTo>
                    <a:pt x="1" y="2216"/>
                  </a:lnTo>
                  <a:cubicBezTo>
                    <a:pt x="1" y="2382"/>
                    <a:pt x="144" y="2549"/>
                    <a:pt x="334" y="2549"/>
                  </a:cubicBezTo>
                  <a:lnTo>
                    <a:pt x="3668" y="2549"/>
                  </a:lnTo>
                  <a:cubicBezTo>
                    <a:pt x="3859" y="2549"/>
                    <a:pt x="3954" y="2382"/>
                    <a:pt x="4002" y="2216"/>
                  </a:cubicBezTo>
                  <a:lnTo>
                    <a:pt x="4002" y="2001"/>
                  </a:lnTo>
                  <a:cubicBezTo>
                    <a:pt x="4002" y="906"/>
                    <a:pt x="3097" y="1"/>
                    <a:pt x="200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3" name="Google Shape;22933;p140"/>
            <p:cNvSpPr/>
            <p:nvPr/>
          </p:nvSpPr>
          <p:spPr>
            <a:xfrm>
              <a:off x="4960753" y="2174573"/>
              <a:ext cx="88620" cy="20837"/>
            </a:xfrm>
            <a:custGeom>
              <a:avLst/>
              <a:gdLst/>
              <a:ahLst/>
              <a:cxnLst/>
              <a:rect l="l" t="t" r="r" b="b"/>
              <a:pathLst>
                <a:path w="2739" h="644" extrusionOk="0">
                  <a:moveTo>
                    <a:pt x="310" y="0"/>
                  </a:moveTo>
                  <a:cubicBezTo>
                    <a:pt x="143" y="0"/>
                    <a:pt x="0" y="143"/>
                    <a:pt x="0" y="310"/>
                  </a:cubicBezTo>
                  <a:cubicBezTo>
                    <a:pt x="0" y="500"/>
                    <a:pt x="143" y="643"/>
                    <a:pt x="310" y="643"/>
                  </a:cubicBezTo>
                  <a:lnTo>
                    <a:pt x="2405" y="643"/>
                  </a:lnTo>
                  <a:cubicBezTo>
                    <a:pt x="2596" y="643"/>
                    <a:pt x="2691" y="500"/>
                    <a:pt x="2739" y="310"/>
                  </a:cubicBezTo>
                  <a:cubicBezTo>
                    <a:pt x="2739" y="143"/>
                    <a:pt x="2596" y="0"/>
                    <a:pt x="2405"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4" name="Google Shape;22934;p140"/>
            <p:cNvSpPr/>
            <p:nvPr/>
          </p:nvSpPr>
          <p:spPr>
            <a:xfrm>
              <a:off x="4984631" y="2175349"/>
              <a:ext cx="64742" cy="20060"/>
            </a:xfrm>
            <a:custGeom>
              <a:avLst/>
              <a:gdLst/>
              <a:ahLst/>
              <a:cxnLst/>
              <a:rect l="l" t="t" r="r" b="b"/>
              <a:pathLst>
                <a:path w="2001" h="620" extrusionOk="0">
                  <a:moveTo>
                    <a:pt x="0" y="0"/>
                  </a:moveTo>
                  <a:lnTo>
                    <a:pt x="0" y="619"/>
                  </a:lnTo>
                  <a:lnTo>
                    <a:pt x="1667" y="619"/>
                  </a:lnTo>
                  <a:cubicBezTo>
                    <a:pt x="1858" y="619"/>
                    <a:pt x="2001" y="476"/>
                    <a:pt x="2001" y="286"/>
                  </a:cubicBezTo>
                  <a:cubicBezTo>
                    <a:pt x="1953" y="143"/>
                    <a:pt x="1858" y="0"/>
                    <a:pt x="1667"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5" name="Google Shape;22935;p140"/>
            <p:cNvSpPr/>
            <p:nvPr/>
          </p:nvSpPr>
          <p:spPr>
            <a:xfrm>
              <a:off x="4892938" y="2214627"/>
              <a:ext cx="156436" cy="21613"/>
            </a:xfrm>
            <a:custGeom>
              <a:avLst/>
              <a:gdLst/>
              <a:ahLst/>
              <a:cxnLst/>
              <a:rect l="l" t="t" r="r" b="b"/>
              <a:pathLst>
                <a:path w="4835" h="668" extrusionOk="0">
                  <a:moveTo>
                    <a:pt x="334" y="1"/>
                  </a:moveTo>
                  <a:cubicBezTo>
                    <a:pt x="143" y="1"/>
                    <a:pt x="0" y="144"/>
                    <a:pt x="0" y="334"/>
                  </a:cubicBezTo>
                  <a:cubicBezTo>
                    <a:pt x="0" y="501"/>
                    <a:pt x="143" y="668"/>
                    <a:pt x="334" y="668"/>
                  </a:cubicBezTo>
                  <a:lnTo>
                    <a:pt x="4501" y="668"/>
                  </a:lnTo>
                  <a:cubicBezTo>
                    <a:pt x="4692" y="668"/>
                    <a:pt x="4835" y="501"/>
                    <a:pt x="4835" y="334"/>
                  </a:cubicBezTo>
                  <a:cubicBezTo>
                    <a:pt x="4835" y="144"/>
                    <a:pt x="4692" y="1"/>
                    <a:pt x="4501"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6" name="Google Shape;22936;p140"/>
            <p:cNvSpPr/>
            <p:nvPr/>
          </p:nvSpPr>
          <p:spPr>
            <a:xfrm>
              <a:off x="4984631" y="2215404"/>
              <a:ext cx="64742" cy="20837"/>
            </a:xfrm>
            <a:custGeom>
              <a:avLst/>
              <a:gdLst/>
              <a:ahLst/>
              <a:cxnLst/>
              <a:rect l="l" t="t" r="r" b="b"/>
              <a:pathLst>
                <a:path w="2001" h="644" extrusionOk="0">
                  <a:moveTo>
                    <a:pt x="0" y="1"/>
                  </a:moveTo>
                  <a:lnTo>
                    <a:pt x="0" y="644"/>
                  </a:lnTo>
                  <a:lnTo>
                    <a:pt x="1667" y="644"/>
                  </a:lnTo>
                  <a:cubicBezTo>
                    <a:pt x="1858" y="644"/>
                    <a:pt x="2001" y="477"/>
                    <a:pt x="2001" y="310"/>
                  </a:cubicBezTo>
                  <a:cubicBezTo>
                    <a:pt x="2001" y="120"/>
                    <a:pt x="1858" y="1"/>
                    <a:pt x="1667"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7" name="Google Shape;22937;p140"/>
            <p:cNvSpPr/>
            <p:nvPr/>
          </p:nvSpPr>
          <p:spPr>
            <a:xfrm>
              <a:off x="4984631" y="2074403"/>
              <a:ext cx="64742" cy="80952"/>
            </a:xfrm>
            <a:custGeom>
              <a:avLst/>
              <a:gdLst/>
              <a:ahLst/>
              <a:cxnLst/>
              <a:rect l="l" t="t" r="r" b="b"/>
              <a:pathLst>
                <a:path w="2001" h="2502" extrusionOk="0">
                  <a:moveTo>
                    <a:pt x="0" y="1"/>
                  </a:moveTo>
                  <a:lnTo>
                    <a:pt x="0" y="2501"/>
                  </a:lnTo>
                  <a:lnTo>
                    <a:pt x="1667" y="2501"/>
                  </a:lnTo>
                  <a:cubicBezTo>
                    <a:pt x="1858" y="2501"/>
                    <a:pt x="2001" y="2334"/>
                    <a:pt x="2001" y="2168"/>
                  </a:cubicBezTo>
                  <a:lnTo>
                    <a:pt x="2001" y="1953"/>
                  </a:lnTo>
                  <a:cubicBezTo>
                    <a:pt x="1953" y="882"/>
                    <a:pt x="1096" y="1"/>
                    <a:pt x="0"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8" name="Google Shape;22938;p140"/>
            <p:cNvSpPr/>
            <p:nvPr/>
          </p:nvSpPr>
          <p:spPr>
            <a:xfrm>
              <a:off x="4944576" y="2013545"/>
              <a:ext cx="80920" cy="80920"/>
            </a:xfrm>
            <a:custGeom>
              <a:avLst/>
              <a:gdLst/>
              <a:ahLst/>
              <a:cxnLst/>
              <a:rect l="l" t="t" r="r" b="b"/>
              <a:pathLst>
                <a:path w="2501" h="2501" extrusionOk="0">
                  <a:moveTo>
                    <a:pt x="1238" y="0"/>
                  </a:moveTo>
                  <a:cubicBezTo>
                    <a:pt x="548" y="0"/>
                    <a:pt x="0" y="572"/>
                    <a:pt x="0" y="1239"/>
                  </a:cubicBezTo>
                  <a:cubicBezTo>
                    <a:pt x="0" y="1929"/>
                    <a:pt x="548" y="2501"/>
                    <a:pt x="1238" y="2501"/>
                  </a:cubicBezTo>
                  <a:cubicBezTo>
                    <a:pt x="1929" y="2501"/>
                    <a:pt x="2501" y="1929"/>
                    <a:pt x="2501" y="1239"/>
                  </a:cubicBezTo>
                  <a:cubicBezTo>
                    <a:pt x="2501" y="572"/>
                    <a:pt x="1929" y="0"/>
                    <a:pt x="123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9" name="Google Shape;22939;p140"/>
            <p:cNvSpPr/>
            <p:nvPr/>
          </p:nvSpPr>
          <p:spPr>
            <a:xfrm>
              <a:off x="4984631" y="2013545"/>
              <a:ext cx="40864" cy="80920"/>
            </a:xfrm>
            <a:custGeom>
              <a:avLst/>
              <a:gdLst/>
              <a:ahLst/>
              <a:cxnLst/>
              <a:rect l="l" t="t" r="r" b="b"/>
              <a:pathLst>
                <a:path w="1263" h="2501" extrusionOk="0">
                  <a:moveTo>
                    <a:pt x="0" y="0"/>
                  </a:moveTo>
                  <a:lnTo>
                    <a:pt x="0" y="2501"/>
                  </a:lnTo>
                  <a:cubicBezTo>
                    <a:pt x="691" y="2501"/>
                    <a:pt x="1263" y="1929"/>
                    <a:pt x="1263" y="1239"/>
                  </a:cubicBezTo>
                  <a:cubicBezTo>
                    <a:pt x="1263" y="572"/>
                    <a:pt x="691"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0" name="Google Shape;22940;p140"/>
            <p:cNvSpPr/>
            <p:nvPr/>
          </p:nvSpPr>
          <p:spPr>
            <a:xfrm>
              <a:off x="4808169" y="2010439"/>
              <a:ext cx="115637" cy="77102"/>
            </a:xfrm>
            <a:custGeom>
              <a:avLst/>
              <a:gdLst/>
              <a:ahLst/>
              <a:cxnLst/>
              <a:rect l="l" t="t" r="r" b="b"/>
              <a:pathLst>
                <a:path w="3574" h="2383" extrusionOk="0">
                  <a:moveTo>
                    <a:pt x="2001" y="1"/>
                  </a:moveTo>
                  <a:cubicBezTo>
                    <a:pt x="1811" y="1"/>
                    <a:pt x="1668" y="144"/>
                    <a:pt x="1668" y="334"/>
                  </a:cubicBezTo>
                  <a:cubicBezTo>
                    <a:pt x="1668" y="501"/>
                    <a:pt x="1811" y="644"/>
                    <a:pt x="2001" y="644"/>
                  </a:cubicBezTo>
                  <a:lnTo>
                    <a:pt x="2406" y="644"/>
                  </a:lnTo>
                  <a:cubicBezTo>
                    <a:pt x="2716" y="644"/>
                    <a:pt x="2954" y="906"/>
                    <a:pt x="2954" y="1192"/>
                  </a:cubicBezTo>
                  <a:cubicBezTo>
                    <a:pt x="2954" y="1501"/>
                    <a:pt x="2716" y="1739"/>
                    <a:pt x="2430" y="1739"/>
                  </a:cubicBezTo>
                  <a:lnTo>
                    <a:pt x="334" y="1739"/>
                  </a:lnTo>
                  <a:cubicBezTo>
                    <a:pt x="168" y="1739"/>
                    <a:pt x="1" y="1882"/>
                    <a:pt x="1" y="2049"/>
                  </a:cubicBezTo>
                  <a:cubicBezTo>
                    <a:pt x="1" y="2239"/>
                    <a:pt x="168" y="2382"/>
                    <a:pt x="334" y="2382"/>
                  </a:cubicBezTo>
                  <a:lnTo>
                    <a:pt x="2430" y="2382"/>
                  </a:lnTo>
                  <a:cubicBezTo>
                    <a:pt x="3049" y="2382"/>
                    <a:pt x="3573" y="1811"/>
                    <a:pt x="3573" y="1168"/>
                  </a:cubicBezTo>
                  <a:cubicBezTo>
                    <a:pt x="3573" y="501"/>
                    <a:pt x="3049" y="1"/>
                    <a:pt x="2406"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41" name="Google Shape;22941;p140"/>
          <p:cNvGrpSpPr/>
          <p:nvPr/>
        </p:nvGrpSpPr>
        <p:grpSpPr>
          <a:xfrm>
            <a:off x="5520132" y="1777929"/>
            <a:ext cx="347524" cy="348302"/>
            <a:chOff x="5520132" y="1930329"/>
            <a:chExt cx="347524" cy="348302"/>
          </a:xfrm>
        </p:grpSpPr>
        <p:sp>
          <p:nvSpPr>
            <p:cNvPr id="22942" name="Google Shape;22942;p140"/>
            <p:cNvSpPr/>
            <p:nvPr/>
          </p:nvSpPr>
          <p:spPr>
            <a:xfrm>
              <a:off x="5616451" y="1931850"/>
              <a:ext cx="251204" cy="346781"/>
            </a:xfrm>
            <a:custGeom>
              <a:avLst/>
              <a:gdLst/>
              <a:ahLst/>
              <a:cxnLst/>
              <a:rect l="l" t="t" r="r" b="b"/>
              <a:pathLst>
                <a:path w="7764" h="10718" extrusionOk="0">
                  <a:moveTo>
                    <a:pt x="1167" y="1"/>
                  </a:moveTo>
                  <a:cubicBezTo>
                    <a:pt x="500" y="1"/>
                    <a:pt x="0" y="525"/>
                    <a:pt x="0" y="1144"/>
                  </a:cubicBezTo>
                  <a:lnTo>
                    <a:pt x="0" y="9550"/>
                  </a:lnTo>
                  <a:cubicBezTo>
                    <a:pt x="0" y="10193"/>
                    <a:pt x="548" y="10717"/>
                    <a:pt x="1167" y="10717"/>
                  </a:cubicBezTo>
                  <a:lnTo>
                    <a:pt x="6621" y="10717"/>
                  </a:lnTo>
                  <a:cubicBezTo>
                    <a:pt x="7240" y="10717"/>
                    <a:pt x="7740" y="10193"/>
                    <a:pt x="7764" y="9550"/>
                  </a:cubicBezTo>
                  <a:lnTo>
                    <a:pt x="7764" y="1144"/>
                  </a:lnTo>
                  <a:cubicBezTo>
                    <a:pt x="7764" y="501"/>
                    <a:pt x="7240" y="1"/>
                    <a:pt x="6621"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3" name="Google Shape;22943;p140"/>
            <p:cNvSpPr/>
            <p:nvPr/>
          </p:nvSpPr>
          <p:spPr>
            <a:xfrm>
              <a:off x="5742796" y="1931850"/>
              <a:ext cx="124858" cy="346781"/>
            </a:xfrm>
            <a:custGeom>
              <a:avLst/>
              <a:gdLst/>
              <a:ahLst/>
              <a:cxnLst/>
              <a:rect l="l" t="t" r="r" b="b"/>
              <a:pathLst>
                <a:path w="3859" h="10718" extrusionOk="0">
                  <a:moveTo>
                    <a:pt x="1" y="1"/>
                  </a:moveTo>
                  <a:lnTo>
                    <a:pt x="1" y="10717"/>
                  </a:lnTo>
                  <a:lnTo>
                    <a:pt x="2716" y="10717"/>
                  </a:lnTo>
                  <a:cubicBezTo>
                    <a:pt x="3335" y="10717"/>
                    <a:pt x="3859" y="10193"/>
                    <a:pt x="3859" y="9550"/>
                  </a:cubicBezTo>
                  <a:lnTo>
                    <a:pt x="3859" y="1144"/>
                  </a:lnTo>
                  <a:cubicBezTo>
                    <a:pt x="3835" y="525"/>
                    <a:pt x="3335" y="1"/>
                    <a:pt x="2716"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4" name="Google Shape;22944;p140"/>
            <p:cNvSpPr/>
            <p:nvPr/>
          </p:nvSpPr>
          <p:spPr>
            <a:xfrm>
              <a:off x="5650359" y="2102131"/>
              <a:ext cx="184165" cy="142588"/>
            </a:xfrm>
            <a:custGeom>
              <a:avLst/>
              <a:gdLst/>
              <a:ahLst/>
              <a:cxnLst/>
              <a:rect l="l" t="t" r="r" b="b"/>
              <a:pathLst>
                <a:path w="5692" h="4407" extrusionOk="0">
                  <a:moveTo>
                    <a:pt x="333" y="1"/>
                  </a:moveTo>
                  <a:cubicBezTo>
                    <a:pt x="143" y="1"/>
                    <a:pt x="0" y="144"/>
                    <a:pt x="0" y="334"/>
                  </a:cubicBezTo>
                  <a:lnTo>
                    <a:pt x="0" y="4073"/>
                  </a:lnTo>
                  <a:cubicBezTo>
                    <a:pt x="0" y="4240"/>
                    <a:pt x="143" y="4406"/>
                    <a:pt x="333" y="4406"/>
                  </a:cubicBezTo>
                  <a:lnTo>
                    <a:pt x="5358" y="4406"/>
                  </a:lnTo>
                  <a:cubicBezTo>
                    <a:pt x="5525" y="4406"/>
                    <a:pt x="5692" y="4240"/>
                    <a:pt x="5692" y="4073"/>
                  </a:cubicBezTo>
                  <a:lnTo>
                    <a:pt x="5692" y="334"/>
                  </a:lnTo>
                  <a:cubicBezTo>
                    <a:pt x="5644" y="144"/>
                    <a:pt x="5525" y="1"/>
                    <a:pt x="5358"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5" name="Google Shape;22945;p140"/>
            <p:cNvSpPr/>
            <p:nvPr/>
          </p:nvSpPr>
          <p:spPr>
            <a:xfrm>
              <a:off x="5650359" y="1964237"/>
              <a:ext cx="184165" cy="104021"/>
            </a:xfrm>
            <a:custGeom>
              <a:avLst/>
              <a:gdLst/>
              <a:ahLst/>
              <a:cxnLst/>
              <a:rect l="l" t="t" r="r" b="b"/>
              <a:pathLst>
                <a:path w="5692" h="3215" extrusionOk="0">
                  <a:moveTo>
                    <a:pt x="333" y="0"/>
                  </a:moveTo>
                  <a:cubicBezTo>
                    <a:pt x="143" y="0"/>
                    <a:pt x="0" y="143"/>
                    <a:pt x="0" y="333"/>
                  </a:cubicBezTo>
                  <a:lnTo>
                    <a:pt x="0" y="2882"/>
                  </a:lnTo>
                  <a:cubicBezTo>
                    <a:pt x="0" y="3072"/>
                    <a:pt x="143" y="3215"/>
                    <a:pt x="333" y="3215"/>
                  </a:cubicBezTo>
                  <a:lnTo>
                    <a:pt x="5358" y="3215"/>
                  </a:lnTo>
                  <a:cubicBezTo>
                    <a:pt x="5525" y="3215"/>
                    <a:pt x="5644" y="3072"/>
                    <a:pt x="5692" y="2882"/>
                  </a:cubicBezTo>
                  <a:lnTo>
                    <a:pt x="5692" y="333"/>
                  </a:lnTo>
                  <a:cubicBezTo>
                    <a:pt x="5692" y="143"/>
                    <a:pt x="5525" y="0"/>
                    <a:pt x="5358"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6" name="Google Shape;22946;p140"/>
            <p:cNvSpPr/>
            <p:nvPr/>
          </p:nvSpPr>
          <p:spPr>
            <a:xfrm>
              <a:off x="5742796" y="1964981"/>
              <a:ext cx="91726" cy="103277"/>
            </a:xfrm>
            <a:custGeom>
              <a:avLst/>
              <a:gdLst/>
              <a:ahLst/>
              <a:cxnLst/>
              <a:rect l="l" t="t" r="r" b="b"/>
              <a:pathLst>
                <a:path w="2835" h="3192" extrusionOk="0">
                  <a:moveTo>
                    <a:pt x="1" y="1"/>
                  </a:moveTo>
                  <a:lnTo>
                    <a:pt x="1" y="3192"/>
                  </a:lnTo>
                  <a:lnTo>
                    <a:pt x="2501" y="3192"/>
                  </a:lnTo>
                  <a:cubicBezTo>
                    <a:pt x="2668" y="3192"/>
                    <a:pt x="2835" y="3049"/>
                    <a:pt x="2835" y="2859"/>
                  </a:cubicBezTo>
                  <a:lnTo>
                    <a:pt x="2835" y="310"/>
                  </a:lnTo>
                  <a:cubicBezTo>
                    <a:pt x="2787" y="168"/>
                    <a:pt x="2668" y="1"/>
                    <a:pt x="250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7" name="Google Shape;22947;p140"/>
            <p:cNvSpPr/>
            <p:nvPr/>
          </p:nvSpPr>
          <p:spPr>
            <a:xfrm>
              <a:off x="5650359" y="2102131"/>
              <a:ext cx="46235" cy="47821"/>
            </a:xfrm>
            <a:custGeom>
              <a:avLst/>
              <a:gdLst/>
              <a:ahLst/>
              <a:cxnLst/>
              <a:rect l="l" t="t" r="r" b="b"/>
              <a:pathLst>
                <a:path w="1429" h="1478" extrusionOk="0">
                  <a:moveTo>
                    <a:pt x="333" y="1"/>
                  </a:moveTo>
                  <a:cubicBezTo>
                    <a:pt x="143" y="1"/>
                    <a:pt x="0" y="144"/>
                    <a:pt x="0" y="334"/>
                  </a:cubicBezTo>
                  <a:lnTo>
                    <a:pt x="0" y="1477"/>
                  </a:lnTo>
                  <a:lnTo>
                    <a:pt x="1429" y="1477"/>
                  </a:lnTo>
                  <a:lnTo>
                    <a:pt x="1429" y="1"/>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8" name="Google Shape;22948;p140"/>
            <p:cNvSpPr/>
            <p:nvPr/>
          </p:nvSpPr>
          <p:spPr>
            <a:xfrm>
              <a:off x="5741276" y="2149142"/>
              <a:ext cx="46268" cy="47044"/>
            </a:xfrm>
            <a:custGeom>
              <a:avLst/>
              <a:gdLst/>
              <a:ahLst/>
              <a:cxnLst/>
              <a:rect l="l" t="t" r="r" b="b"/>
              <a:pathLst>
                <a:path w="1430" h="1454" extrusionOk="0">
                  <a:moveTo>
                    <a:pt x="0" y="0"/>
                  </a:moveTo>
                  <a:lnTo>
                    <a:pt x="0" y="1453"/>
                  </a:lnTo>
                  <a:lnTo>
                    <a:pt x="1429" y="1453"/>
                  </a:lnTo>
                  <a:lnTo>
                    <a:pt x="1429"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9" name="Google Shape;22949;p140"/>
            <p:cNvSpPr/>
            <p:nvPr/>
          </p:nvSpPr>
          <p:spPr>
            <a:xfrm>
              <a:off x="5696561" y="2102131"/>
              <a:ext cx="46268" cy="47044"/>
            </a:xfrm>
            <a:custGeom>
              <a:avLst/>
              <a:gdLst/>
              <a:ahLst/>
              <a:cxnLst/>
              <a:rect l="l" t="t" r="r" b="b"/>
              <a:pathLst>
                <a:path w="1430" h="1454" extrusionOk="0">
                  <a:moveTo>
                    <a:pt x="1" y="1"/>
                  </a:moveTo>
                  <a:lnTo>
                    <a:pt x="1" y="1453"/>
                  </a:lnTo>
                  <a:lnTo>
                    <a:pt x="1430" y="1453"/>
                  </a:lnTo>
                  <a:lnTo>
                    <a:pt x="1430" y="1"/>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0" name="Google Shape;22950;p140"/>
            <p:cNvSpPr/>
            <p:nvPr/>
          </p:nvSpPr>
          <p:spPr>
            <a:xfrm>
              <a:off x="5788254" y="2149142"/>
              <a:ext cx="46268" cy="47044"/>
            </a:xfrm>
            <a:custGeom>
              <a:avLst/>
              <a:gdLst/>
              <a:ahLst/>
              <a:cxnLst/>
              <a:rect l="l" t="t" r="r" b="b"/>
              <a:pathLst>
                <a:path w="1430" h="1454" extrusionOk="0">
                  <a:moveTo>
                    <a:pt x="1" y="0"/>
                  </a:moveTo>
                  <a:lnTo>
                    <a:pt x="1" y="1453"/>
                  </a:lnTo>
                  <a:lnTo>
                    <a:pt x="1430" y="1453"/>
                  </a:lnTo>
                  <a:lnTo>
                    <a:pt x="1430" y="0"/>
                  </a:ln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1" name="Google Shape;22951;p140"/>
            <p:cNvSpPr/>
            <p:nvPr/>
          </p:nvSpPr>
          <p:spPr>
            <a:xfrm>
              <a:off x="5786734" y="2101387"/>
              <a:ext cx="46268" cy="47012"/>
            </a:xfrm>
            <a:custGeom>
              <a:avLst/>
              <a:gdLst/>
              <a:ahLst/>
              <a:cxnLst/>
              <a:rect l="l" t="t" r="r" b="b"/>
              <a:pathLst>
                <a:path w="1430" h="1453" extrusionOk="0">
                  <a:moveTo>
                    <a:pt x="0" y="0"/>
                  </a:moveTo>
                  <a:lnTo>
                    <a:pt x="0" y="1453"/>
                  </a:lnTo>
                  <a:lnTo>
                    <a:pt x="1429" y="1453"/>
                  </a:lnTo>
                  <a:lnTo>
                    <a:pt x="1429" y="310"/>
                  </a:lnTo>
                  <a:cubicBezTo>
                    <a:pt x="1429" y="143"/>
                    <a:pt x="1286" y="0"/>
                    <a:pt x="1096"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2" name="Google Shape;22952;p140"/>
            <p:cNvSpPr/>
            <p:nvPr/>
          </p:nvSpPr>
          <p:spPr>
            <a:xfrm>
              <a:off x="5696561" y="2149142"/>
              <a:ext cx="46268" cy="47044"/>
            </a:xfrm>
            <a:custGeom>
              <a:avLst/>
              <a:gdLst/>
              <a:ahLst/>
              <a:cxnLst/>
              <a:rect l="l" t="t" r="r" b="b"/>
              <a:pathLst>
                <a:path w="1430" h="1454" extrusionOk="0">
                  <a:moveTo>
                    <a:pt x="1" y="0"/>
                  </a:moveTo>
                  <a:lnTo>
                    <a:pt x="1" y="1453"/>
                  </a:lnTo>
                  <a:lnTo>
                    <a:pt x="1430" y="1453"/>
                  </a:lnTo>
                  <a:lnTo>
                    <a:pt x="1430"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3" name="Google Shape;22953;p140"/>
            <p:cNvSpPr/>
            <p:nvPr/>
          </p:nvSpPr>
          <p:spPr>
            <a:xfrm>
              <a:off x="5741276" y="2102131"/>
              <a:ext cx="46268" cy="47044"/>
            </a:xfrm>
            <a:custGeom>
              <a:avLst/>
              <a:gdLst/>
              <a:ahLst/>
              <a:cxnLst/>
              <a:rect l="l" t="t" r="r" b="b"/>
              <a:pathLst>
                <a:path w="1430" h="1454" extrusionOk="0">
                  <a:moveTo>
                    <a:pt x="0" y="1"/>
                  </a:moveTo>
                  <a:lnTo>
                    <a:pt x="0" y="1453"/>
                  </a:lnTo>
                  <a:lnTo>
                    <a:pt x="1429" y="1453"/>
                  </a:lnTo>
                  <a:lnTo>
                    <a:pt x="1429" y="1"/>
                  </a:ln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4" name="Google Shape;22954;p140"/>
            <p:cNvSpPr/>
            <p:nvPr/>
          </p:nvSpPr>
          <p:spPr>
            <a:xfrm>
              <a:off x="5788254" y="2196153"/>
              <a:ext cx="46268" cy="48565"/>
            </a:xfrm>
            <a:custGeom>
              <a:avLst/>
              <a:gdLst/>
              <a:ahLst/>
              <a:cxnLst/>
              <a:rect l="l" t="t" r="r" b="b"/>
              <a:pathLst>
                <a:path w="1430" h="1501" extrusionOk="0">
                  <a:moveTo>
                    <a:pt x="1" y="0"/>
                  </a:moveTo>
                  <a:lnTo>
                    <a:pt x="1" y="1500"/>
                  </a:lnTo>
                  <a:lnTo>
                    <a:pt x="1096" y="1500"/>
                  </a:lnTo>
                  <a:cubicBezTo>
                    <a:pt x="1263" y="1500"/>
                    <a:pt x="1430" y="1358"/>
                    <a:pt x="1430" y="1167"/>
                  </a:cubicBezTo>
                  <a:lnTo>
                    <a:pt x="1430"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5" name="Google Shape;22955;p140"/>
            <p:cNvSpPr/>
            <p:nvPr/>
          </p:nvSpPr>
          <p:spPr>
            <a:xfrm>
              <a:off x="5651103" y="2149142"/>
              <a:ext cx="46268" cy="47044"/>
            </a:xfrm>
            <a:custGeom>
              <a:avLst/>
              <a:gdLst/>
              <a:ahLst/>
              <a:cxnLst/>
              <a:rect l="l" t="t" r="r" b="b"/>
              <a:pathLst>
                <a:path w="1430" h="1454" extrusionOk="0">
                  <a:moveTo>
                    <a:pt x="1" y="0"/>
                  </a:moveTo>
                  <a:lnTo>
                    <a:pt x="1" y="1453"/>
                  </a:lnTo>
                  <a:lnTo>
                    <a:pt x="1430" y="1453"/>
                  </a:lnTo>
                  <a:lnTo>
                    <a:pt x="1430"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6" name="Google Shape;22956;p140"/>
            <p:cNvSpPr/>
            <p:nvPr/>
          </p:nvSpPr>
          <p:spPr>
            <a:xfrm>
              <a:off x="5741276" y="2197674"/>
              <a:ext cx="46268" cy="47044"/>
            </a:xfrm>
            <a:custGeom>
              <a:avLst/>
              <a:gdLst/>
              <a:ahLst/>
              <a:cxnLst/>
              <a:rect l="l" t="t" r="r" b="b"/>
              <a:pathLst>
                <a:path w="1430" h="1454" extrusionOk="0">
                  <a:moveTo>
                    <a:pt x="0" y="1"/>
                  </a:moveTo>
                  <a:lnTo>
                    <a:pt x="0" y="1453"/>
                  </a:lnTo>
                  <a:lnTo>
                    <a:pt x="1429" y="1453"/>
                  </a:lnTo>
                  <a:lnTo>
                    <a:pt x="1429" y="1"/>
                  </a:ln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7" name="Google Shape;22957;p140"/>
            <p:cNvSpPr/>
            <p:nvPr/>
          </p:nvSpPr>
          <p:spPr>
            <a:xfrm>
              <a:off x="5651103" y="2198450"/>
              <a:ext cx="46268" cy="47044"/>
            </a:xfrm>
            <a:custGeom>
              <a:avLst/>
              <a:gdLst/>
              <a:ahLst/>
              <a:cxnLst/>
              <a:rect l="l" t="t" r="r" b="b"/>
              <a:pathLst>
                <a:path w="1430" h="1454" extrusionOk="0">
                  <a:moveTo>
                    <a:pt x="1" y="1"/>
                  </a:moveTo>
                  <a:lnTo>
                    <a:pt x="1" y="1120"/>
                  </a:lnTo>
                  <a:cubicBezTo>
                    <a:pt x="1" y="1310"/>
                    <a:pt x="144" y="1453"/>
                    <a:pt x="334" y="1453"/>
                  </a:cubicBezTo>
                  <a:lnTo>
                    <a:pt x="1430" y="1453"/>
                  </a:lnTo>
                  <a:lnTo>
                    <a:pt x="1430" y="1"/>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8" name="Google Shape;22958;p140"/>
            <p:cNvSpPr/>
            <p:nvPr/>
          </p:nvSpPr>
          <p:spPr>
            <a:xfrm>
              <a:off x="5696561" y="2197674"/>
              <a:ext cx="46268" cy="47044"/>
            </a:xfrm>
            <a:custGeom>
              <a:avLst/>
              <a:gdLst/>
              <a:ahLst/>
              <a:cxnLst/>
              <a:rect l="l" t="t" r="r" b="b"/>
              <a:pathLst>
                <a:path w="1430" h="1454" extrusionOk="0">
                  <a:moveTo>
                    <a:pt x="1" y="1"/>
                  </a:moveTo>
                  <a:lnTo>
                    <a:pt x="1" y="1453"/>
                  </a:lnTo>
                  <a:lnTo>
                    <a:pt x="1430" y="1453"/>
                  </a:lnTo>
                  <a:lnTo>
                    <a:pt x="1430" y="1"/>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9" name="Google Shape;22959;p140"/>
            <p:cNvSpPr/>
            <p:nvPr/>
          </p:nvSpPr>
          <p:spPr>
            <a:xfrm>
              <a:off x="5520132" y="1930329"/>
              <a:ext cx="65519" cy="104054"/>
            </a:xfrm>
            <a:custGeom>
              <a:avLst/>
              <a:gdLst/>
              <a:ahLst/>
              <a:cxnLst/>
              <a:rect l="l" t="t" r="r" b="b"/>
              <a:pathLst>
                <a:path w="2025" h="3216" extrusionOk="0">
                  <a:moveTo>
                    <a:pt x="1001" y="0"/>
                  </a:moveTo>
                  <a:cubicBezTo>
                    <a:pt x="858" y="0"/>
                    <a:pt x="739" y="95"/>
                    <a:pt x="715" y="238"/>
                  </a:cubicBezTo>
                  <a:lnTo>
                    <a:pt x="24" y="2810"/>
                  </a:lnTo>
                  <a:cubicBezTo>
                    <a:pt x="0" y="2953"/>
                    <a:pt x="72" y="3072"/>
                    <a:pt x="191" y="3168"/>
                  </a:cubicBezTo>
                  <a:cubicBezTo>
                    <a:pt x="239" y="3215"/>
                    <a:pt x="286" y="3215"/>
                    <a:pt x="358" y="3215"/>
                  </a:cubicBezTo>
                  <a:lnTo>
                    <a:pt x="1691" y="3215"/>
                  </a:lnTo>
                  <a:cubicBezTo>
                    <a:pt x="1763" y="3215"/>
                    <a:pt x="1810" y="3215"/>
                    <a:pt x="1834" y="3168"/>
                  </a:cubicBezTo>
                  <a:cubicBezTo>
                    <a:pt x="1953" y="3072"/>
                    <a:pt x="2025" y="2929"/>
                    <a:pt x="2001" y="2810"/>
                  </a:cubicBezTo>
                  <a:lnTo>
                    <a:pt x="1310" y="238"/>
                  </a:lnTo>
                  <a:cubicBezTo>
                    <a:pt x="1286" y="95"/>
                    <a:pt x="1167" y="0"/>
                    <a:pt x="100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0" name="Google Shape;22960;p140"/>
            <p:cNvSpPr/>
            <p:nvPr/>
          </p:nvSpPr>
          <p:spPr>
            <a:xfrm>
              <a:off x="5554039" y="1930329"/>
              <a:ext cx="32387" cy="104054"/>
            </a:xfrm>
            <a:custGeom>
              <a:avLst/>
              <a:gdLst/>
              <a:ahLst/>
              <a:cxnLst/>
              <a:rect l="l" t="t" r="r" b="b"/>
              <a:pathLst>
                <a:path w="1001" h="3216" extrusionOk="0">
                  <a:moveTo>
                    <a:pt x="0" y="0"/>
                  </a:moveTo>
                  <a:lnTo>
                    <a:pt x="0" y="3191"/>
                  </a:lnTo>
                  <a:lnTo>
                    <a:pt x="643" y="3191"/>
                  </a:lnTo>
                  <a:lnTo>
                    <a:pt x="643" y="3215"/>
                  </a:lnTo>
                  <a:cubicBezTo>
                    <a:pt x="715" y="3215"/>
                    <a:pt x="762" y="3215"/>
                    <a:pt x="834" y="3168"/>
                  </a:cubicBezTo>
                  <a:cubicBezTo>
                    <a:pt x="953" y="3072"/>
                    <a:pt x="1000" y="2953"/>
                    <a:pt x="977" y="2810"/>
                  </a:cubicBezTo>
                  <a:lnTo>
                    <a:pt x="286" y="238"/>
                  </a:lnTo>
                  <a:cubicBezTo>
                    <a:pt x="262" y="95"/>
                    <a:pt x="143"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1" name="Google Shape;22961;p140"/>
            <p:cNvSpPr/>
            <p:nvPr/>
          </p:nvSpPr>
          <p:spPr>
            <a:xfrm>
              <a:off x="5520908" y="2025095"/>
              <a:ext cx="64742" cy="200375"/>
            </a:xfrm>
            <a:custGeom>
              <a:avLst/>
              <a:gdLst/>
              <a:ahLst/>
              <a:cxnLst/>
              <a:rect l="l" t="t" r="r" b="b"/>
              <a:pathLst>
                <a:path w="2001" h="6193" extrusionOk="0">
                  <a:moveTo>
                    <a:pt x="0" y="0"/>
                  </a:moveTo>
                  <a:lnTo>
                    <a:pt x="0" y="5859"/>
                  </a:lnTo>
                  <a:cubicBezTo>
                    <a:pt x="0" y="6025"/>
                    <a:pt x="119" y="6192"/>
                    <a:pt x="286" y="6192"/>
                  </a:cubicBezTo>
                  <a:lnTo>
                    <a:pt x="1739" y="6192"/>
                  </a:lnTo>
                  <a:cubicBezTo>
                    <a:pt x="1882" y="6192"/>
                    <a:pt x="2001" y="6025"/>
                    <a:pt x="2001" y="5859"/>
                  </a:cubicBezTo>
                  <a:lnTo>
                    <a:pt x="2001"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2" name="Google Shape;22962;p140"/>
            <p:cNvSpPr/>
            <p:nvPr/>
          </p:nvSpPr>
          <p:spPr>
            <a:xfrm>
              <a:off x="5553263" y="2024319"/>
              <a:ext cx="32387" cy="200375"/>
            </a:xfrm>
            <a:custGeom>
              <a:avLst/>
              <a:gdLst/>
              <a:ahLst/>
              <a:cxnLst/>
              <a:rect l="l" t="t" r="r" b="b"/>
              <a:pathLst>
                <a:path w="1001" h="6193" extrusionOk="0">
                  <a:moveTo>
                    <a:pt x="0" y="1"/>
                  </a:moveTo>
                  <a:lnTo>
                    <a:pt x="0" y="6192"/>
                  </a:lnTo>
                  <a:lnTo>
                    <a:pt x="739" y="6192"/>
                  </a:lnTo>
                  <a:cubicBezTo>
                    <a:pt x="882" y="6192"/>
                    <a:pt x="1001" y="6026"/>
                    <a:pt x="1001" y="5859"/>
                  </a:cubicBezTo>
                  <a:lnTo>
                    <a:pt x="1001"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3" name="Google Shape;22963;p140"/>
            <p:cNvSpPr/>
            <p:nvPr/>
          </p:nvSpPr>
          <p:spPr>
            <a:xfrm>
              <a:off x="5520908" y="2213851"/>
              <a:ext cx="64742" cy="64775"/>
            </a:xfrm>
            <a:custGeom>
              <a:avLst/>
              <a:gdLst/>
              <a:ahLst/>
              <a:cxnLst/>
              <a:rect l="l" t="t" r="r" b="b"/>
              <a:pathLst>
                <a:path w="2001" h="2002" extrusionOk="0">
                  <a:moveTo>
                    <a:pt x="0" y="1"/>
                  </a:moveTo>
                  <a:lnTo>
                    <a:pt x="0" y="1358"/>
                  </a:lnTo>
                  <a:cubicBezTo>
                    <a:pt x="0" y="1716"/>
                    <a:pt x="262" y="2001"/>
                    <a:pt x="643" y="2001"/>
                  </a:cubicBezTo>
                  <a:lnTo>
                    <a:pt x="1381" y="2001"/>
                  </a:lnTo>
                  <a:cubicBezTo>
                    <a:pt x="1739" y="2001"/>
                    <a:pt x="2001" y="1716"/>
                    <a:pt x="2001" y="1358"/>
                  </a:cubicBezTo>
                  <a:lnTo>
                    <a:pt x="200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4" name="Google Shape;22964;p140"/>
            <p:cNvSpPr/>
            <p:nvPr/>
          </p:nvSpPr>
          <p:spPr>
            <a:xfrm>
              <a:off x="5553263" y="2213851"/>
              <a:ext cx="32387" cy="64775"/>
            </a:xfrm>
            <a:custGeom>
              <a:avLst/>
              <a:gdLst/>
              <a:ahLst/>
              <a:cxnLst/>
              <a:rect l="l" t="t" r="r" b="b"/>
              <a:pathLst>
                <a:path w="1001" h="2002" extrusionOk="0">
                  <a:moveTo>
                    <a:pt x="0" y="1"/>
                  </a:moveTo>
                  <a:lnTo>
                    <a:pt x="0" y="2001"/>
                  </a:lnTo>
                  <a:lnTo>
                    <a:pt x="381" y="2001"/>
                  </a:lnTo>
                  <a:cubicBezTo>
                    <a:pt x="739" y="2001"/>
                    <a:pt x="1001" y="1716"/>
                    <a:pt x="1001" y="1358"/>
                  </a:cubicBezTo>
                  <a:lnTo>
                    <a:pt x="100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65" name="Google Shape;22965;p140"/>
          <p:cNvGrpSpPr/>
          <p:nvPr/>
        </p:nvGrpSpPr>
        <p:grpSpPr>
          <a:xfrm>
            <a:off x="6267523" y="1778706"/>
            <a:ext cx="349075" cy="347523"/>
            <a:chOff x="6267523" y="1931106"/>
            <a:chExt cx="349075" cy="347523"/>
          </a:xfrm>
        </p:grpSpPr>
        <p:sp>
          <p:nvSpPr>
            <p:cNvPr id="22966" name="Google Shape;22966;p140"/>
            <p:cNvSpPr/>
            <p:nvPr/>
          </p:nvSpPr>
          <p:spPr>
            <a:xfrm>
              <a:off x="6553376" y="2236984"/>
              <a:ext cx="21613" cy="41641"/>
            </a:xfrm>
            <a:custGeom>
              <a:avLst/>
              <a:gdLst/>
              <a:ahLst/>
              <a:cxnLst/>
              <a:rect l="l" t="t" r="r" b="b"/>
              <a:pathLst>
                <a:path w="668" h="1287" extrusionOk="0">
                  <a:moveTo>
                    <a:pt x="334" y="0"/>
                  </a:moveTo>
                  <a:cubicBezTo>
                    <a:pt x="167" y="0"/>
                    <a:pt x="1" y="143"/>
                    <a:pt x="1" y="334"/>
                  </a:cubicBezTo>
                  <a:lnTo>
                    <a:pt x="1" y="953"/>
                  </a:lnTo>
                  <a:cubicBezTo>
                    <a:pt x="1" y="1120"/>
                    <a:pt x="167" y="1286"/>
                    <a:pt x="334" y="1286"/>
                  </a:cubicBezTo>
                  <a:cubicBezTo>
                    <a:pt x="525" y="1286"/>
                    <a:pt x="667" y="1120"/>
                    <a:pt x="667" y="953"/>
                  </a:cubicBezTo>
                  <a:lnTo>
                    <a:pt x="667" y="334"/>
                  </a:lnTo>
                  <a:cubicBezTo>
                    <a:pt x="667" y="143"/>
                    <a:pt x="525" y="0"/>
                    <a:pt x="334"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7" name="Google Shape;22967;p140"/>
            <p:cNvSpPr/>
            <p:nvPr/>
          </p:nvSpPr>
          <p:spPr>
            <a:xfrm>
              <a:off x="6553376" y="2013545"/>
              <a:ext cx="21613" cy="41641"/>
            </a:xfrm>
            <a:custGeom>
              <a:avLst/>
              <a:gdLst/>
              <a:ahLst/>
              <a:cxnLst/>
              <a:rect l="l" t="t" r="r" b="b"/>
              <a:pathLst>
                <a:path w="668" h="1287" extrusionOk="0">
                  <a:moveTo>
                    <a:pt x="334" y="0"/>
                  </a:moveTo>
                  <a:cubicBezTo>
                    <a:pt x="167" y="0"/>
                    <a:pt x="1" y="143"/>
                    <a:pt x="1" y="334"/>
                  </a:cubicBezTo>
                  <a:lnTo>
                    <a:pt x="1" y="953"/>
                  </a:lnTo>
                  <a:cubicBezTo>
                    <a:pt x="1" y="1119"/>
                    <a:pt x="167" y="1286"/>
                    <a:pt x="334" y="1286"/>
                  </a:cubicBezTo>
                  <a:cubicBezTo>
                    <a:pt x="525" y="1286"/>
                    <a:pt x="667" y="1119"/>
                    <a:pt x="667" y="953"/>
                  </a:cubicBezTo>
                  <a:lnTo>
                    <a:pt x="667" y="334"/>
                  </a:lnTo>
                  <a:cubicBezTo>
                    <a:pt x="667" y="143"/>
                    <a:pt x="525" y="0"/>
                    <a:pt x="33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8" name="Google Shape;22968;p140"/>
            <p:cNvSpPr/>
            <p:nvPr/>
          </p:nvSpPr>
          <p:spPr>
            <a:xfrm>
              <a:off x="6553376" y="2115235"/>
              <a:ext cx="21613" cy="61669"/>
            </a:xfrm>
            <a:custGeom>
              <a:avLst/>
              <a:gdLst/>
              <a:ahLst/>
              <a:cxnLst/>
              <a:rect l="l" t="t" r="r" b="b"/>
              <a:pathLst>
                <a:path w="668" h="1906" extrusionOk="0">
                  <a:moveTo>
                    <a:pt x="334" y="1"/>
                  </a:moveTo>
                  <a:cubicBezTo>
                    <a:pt x="167" y="1"/>
                    <a:pt x="1" y="167"/>
                    <a:pt x="1" y="334"/>
                  </a:cubicBezTo>
                  <a:lnTo>
                    <a:pt x="1" y="1596"/>
                  </a:lnTo>
                  <a:cubicBezTo>
                    <a:pt x="1" y="1763"/>
                    <a:pt x="167" y="1906"/>
                    <a:pt x="334" y="1906"/>
                  </a:cubicBezTo>
                  <a:cubicBezTo>
                    <a:pt x="525" y="1906"/>
                    <a:pt x="667" y="1763"/>
                    <a:pt x="667" y="1596"/>
                  </a:cubicBezTo>
                  <a:lnTo>
                    <a:pt x="667" y="334"/>
                  </a:lnTo>
                  <a:cubicBezTo>
                    <a:pt x="667" y="167"/>
                    <a:pt x="525" y="1"/>
                    <a:pt x="334"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9" name="Google Shape;22969;p140"/>
            <p:cNvSpPr/>
            <p:nvPr/>
          </p:nvSpPr>
          <p:spPr>
            <a:xfrm>
              <a:off x="6554929" y="2146068"/>
              <a:ext cx="20060" cy="24687"/>
            </a:xfrm>
            <a:custGeom>
              <a:avLst/>
              <a:gdLst/>
              <a:ahLst/>
              <a:cxnLst/>
              <a:rect l="l" t="t" r="r" b="b"/>
              <a:pathLst>
                <a:path w="620" h="763" extrusionOk="0">
                  <a:moveTo>
                    <a:pt x="0" y="0"/>
                  </a:moveTo>
                  <a:lnTo>
                    <a:pt x="0" y="762"/>
                  </a:lnTo>
                  <a:lnTo>
                    <a:pt x="619" y="762"/>
                  </a:lnTo>
                  <a:lnTo>
                    <a:pt x="619"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0" name="Google Shape;22970;p140"/>
            <p:cNvSpPr/>
            <p:nvPr/>
          </p:nvSpPr>
          <p:spPr>
            <a:xfrm>
              <a:off x="6524095" y="2166872"/>
              <a:ext cx="80952" cy="80920"/>
            </a:xfrm>
            <a:custGeom>
              <a:avLst/>
              <a:gdLst/>
              <a:ahLst/>
              <a:cxnLst/>
              <a:rect l="l" t="t" r="r" b="b"/>
              <a:pathLst>
                <a:path w="2502" h="2501" extrusionOk="0">
                  <a:moveTo>
                    <a:pt x="1239" y="0"/>
                  </a:moveTo>
                  <a:cubicBezTo>
                    <a:pt x="548" y="0"/>
                    <a:pt x="1" y="548"/>
                    <a:pt x="1" y="1239"/>
                  </a:cubicBezTo>
                  <a:cubicBezTo>
                    <a:pt x="1" y="1929"/>
                    <a:pt x="548" y="2501"/>
                    <a:pt x="1239" y="2501"/>
                  </a:cubicBezTo>
                  <a:cubicBezTo>
                    <a:pt x="1930" y="2501"/>
                    <a:pt x="2501" y="1929"/>
                    <a:pt x="2501" y="1239"/>
                  </a:cubicBezTo>
                  <a:cubicBezTo>
                    <a:pt x="2501" y="548"/>
                    <a:pt x="1930" y="0"/>
                    <a:pt x="1239"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1" name="Google Shape;22971;p140"/>
            <p:cNvSpPr/>
            <p:nvPr/>
          </p:nvSpPr>
          <p:spPr>
            <a:xfrm>
              <a:off x="6524095" y="2045123"/>
              <a:ext cx="80952" cy="80952"/>
            </a:xfrm>
            <a:custGeom>
              <a:avLst/>
              <a:gdLst/>
              <a:ahLst/>
              <a:cxnLst/>
              <a:rect l="l" t="t" r="r" b="b"/>
              <a:pathLst>
                <a:path w="2502" h="2502" extrusionOk="0">
                  <a:moveTo>
                    <a:pt x="1239" y="1"/>
                  </a:moveTo>
                  <a:cubicBezTo>
                    <a:pt x="548" y="1"/>
                    <a:pt x="1" y="572"/>
                    <a:pt x="1" y="1263"/>
                  </a:cubicBezTo>
                  <a:cubicBezTo>
                    <a:pt x="1" y="1930"/>
                    <a:pt x="548" y="2501"/>
                    <a:pt x="1239" y="2501"/>
                  </a:cubicBezTo>
                  <a:cubicBezTo>
                    <a:pt x="1930" y="2501"/>
                    <a:pt x="2501" y="1930"/>
                    <a:pt x="2501" y="1263"/>
                  </a:cubicBezTo>
                  <a:cubicBezTo>
                    <a:pt x="2501" y="572"/>
                    <a:pt x="1930" y="1"/>
                    <a:pt x="1239"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2" name="Google Shape;22972;p140"/>
            <p:cNvSpPr/>
            <p:nvPr/>
          </p:nvSpPr>
          <p:spPr>
            <a:xfrm>
              <a:off x="6513321" y="2156066"/>
              <a:ext cx="101724" cy="101756"/>
            </a:xfrm>
            <a:custGeom>
              <a:avLst/>
              <a:gdLst/>
              <a:ahLst/>
              <a:cxnLst/>
              <a:rect l="l" t="t" r="r" b="b"/>
              <a:pathLst>
                <a:path w="3144" h="3145" extrusionOk="0">
                  <a:moveTo>
                    <a:pt x="1572" y="644"/>
                  </a:moveTo>
                  <a:cubicBezTo>
                    <a:pt x="2120" y="644"/>
                    <a:pt x="2525" y="1072"/>
                    <a:pt x="2525" y="1596"/>
                  </a:cubicBezTo>
                  <a:cubicBezTo>
                    <a:pt x="2525" y="2144"/>
                    <a:pt x="2120" y="2549"/>
                    <a:pt x="1572" y="2549"/>
                  </a:cubicBezTo>
                  <a:cubicBezTo>
                    <a:pt x="1048" y="2549"/>
                    <a:pt x="619" y="2144"/>
                    <a:pt x="619" y="1596"/>
                  </a:cubicBezTo>
                  <a:cubicBezTo>
                    <a:pt x="619" y="1072"/>
                    <a:pt x="1072" y="644"/>
                    <a:pt x="1572" y="644"/>
                  </a:cubicBezTo>
                  <a:close/>
                  <a:moveTo>
                    <a:pt x="1572" y="1"/>
                  </a:moveTo>
                  <a:cubicBezTo>
                    <a:pt x="715" y="1"/>
                    <a:pt x="0" y="715"/>
                    <a:pt x="0" y="1573"/>
                  </a:cubicBezTo>
                  <a:cubicBezTo>
                    <a:pt x="0" y="2430"/>
                    <a:pt x="715" y="3144"/>
                    <a:pt x="1572" y="3144"/>
                  </a:cubicBezTo>
                  <a:cubicBezTo>
                    <a:pt x="2429" y="3144"/>
                    <a:pt x="3144" y="2430"/>
                    <a:pt x="3144" y="1573"/>
                  </a:cubicBezTo>
                  <a:cubicBezTo>
                    <a:pt x="3144" y="715"/>
                    <a:pt x="2429" y="1"/>
                    <a:pt x="1572"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3" name="Google Shape;22973;p140"/>
            <p:cNvSpPr/>
            <p:nvPr/>
          </p:nvSpPr>
          <p:spPr>
            <a:xfrm>
              <a:off x="6513321" y="2033572"/>
              <a:ext cx="101724" cy="102501"/>
            </a:xfrm>
            <a:custGeom>
              <a:avLst/>
              <a:gdLst/>
              <a:ahLst/>
              <a:cxnLst/>
              <a:rect l="l" t="t" r="r" b="b"/>
              <a:pathLst>
                <a:path w="3144" h="3168" extrusionOk="0">
                  <a:moveTo>
                    <a:pt x="1572" y="667"/>
                  </a:moveTo>
                  <a:cubicBezTo>
                    <a:pt x="2120" y="667"/>
                    <a:pt x="2525" y="1072"/>
                    <a:pt x="2525" y="1620"/>
                  </a:cubicBezTo>
                  <a:cubicBezTo>
                    <a:pt x="2525" y="2144"/>
                    <a:pt x="2120" y="2572"/>
                    <a:pt x="1572" y="2572"/>
                  </a:cubicBezTo>
                  <a:cubicBezTo>
                    <a:pt x="1048" y="2572"/>
                    <a:pt x="619" y="2120"/>
                    <a:pt x="619" y="1620"/>
                  </a:cubicBezTo>
                  <a:cubicBezTo>
                    <a:pt x="619" y="1072"/>
                    <a:pt x="1072" y="667"/>
                    <a:pt x="1572" y="667"/>
                  </a:cubicBezTo>
                  <a:close/>
                  <a:moveTo>
                    <a:pt x="1572" y="0"/>
                  </a:moveTo>
                  <a:cubicBezTo>
                    <a:pt x="715" y="0"/>
                    <a:pt x="0" y="715"/>
                    <a:pt x="0" y="1572"/>
                  </a:cubicBezTo>
                  <a:cubicBezTo>
                    <a:pt x="0" y="2453"/>
                    <a:pt x="715" y="3168"/>
                    <a:pt x="1572" y="3168"/>
                  </a:cubicBezTo>
                  <a:cubicBezTo>
                    <a:pt x="2429" y="3168"/>
                    <a:pt x="3144" y="2477"/>
                    <a:pt x="3144" y="1572"/>
                  </a:cubicBezTo>
                  <a:cubicBezTo>
                    <a:pt x="3144" y="715"/>
                    <a:pt x="2429" y="0"/>
                    <a:pt x="1572"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4" name="Google Shape;22974;p140"/>
            <p:cNvSpPr/>
            <p:nvPr/>
          </p:nvSpPr>
          <p:spPr>
            <a:xfrm>
              <a:off x="6267523" y="2026648"/>
              <a:ext cx="211149" cy="251981"/>
            </a:xfrm>
            <a:custGeom>
              <a:avLst/>
              <a:gdLst/>
              <a:ahLst/>
              <a:cxnLst/>
              <a:rect l="l" t="t" r="r" b="b"/>
              <a:pathLst>
                <a:path w="6526" h="7788" extrusionOk="0">
                  <a:moveTo>
                    <a:pt x="334" y="0"/>
                  </a:moveTo>
                  <a:cubicBezTo>
                    <a:pt x="143" y="0"/>
                    <a:pt x="0" y="167"/>
                    <a:pt x="0" y="333"/>
                  </a:cubicBezTo>
                  <a:lnTo>
                    <a:pt x="0" y="7454"/>
                  </a:lnTo>
                  <a:cubicBezTo>
                    <a:pt x="0" y="7621"/>
                    <a:pt x="143" y="7787"/>
                    <a:pt x="334" y="7787"/>
                  </a:cubicBezTo>
                  <a:lnTo>
                    <a:pt x="6192" y="7787"/>
                  </a:lnTo>
                  <a:cubicBezTo>
                    <a:pt x="6383" y="7787"/>
                    <a:pt x="6526" y="7621"/>
                    <a:pt x="6526" y="7454"/>
                  </a:cubicBezTo>
                  <a:lnTo>
                    <a:pt x="6526" y="333"/>
                  </a:lnTo>
                  <a:cubicBezTo>
                    <a:pt x="6526" y="167"/>
                    <a:pt x="6383" y="0"/>
                    <a:pt x="6192"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5" name="Google Shape;22975;p140"/>
            <p:cNvSpPr/>
            <p:nvPr/>
          </p:nvSpPr>
          <p:spPr>
            <a:xfrm>
              <a:off x="6373840" y="2028169"/>
              <a:ext cx="104830" cy="250460"/>
            </a:xfrm>
            <a:custGeom>
              <a:avLst/>
              <a:gdLst/>
              <a:ahLst/>
              <a:cxnLst/>
              <a:rect l="l" t="t" r="r" b="b"/>
              <a:pathLst>
                <a:path w="3240" h="7741" extrusionOk="0">
                  <a:moveTo>
                    <a:pt x="1" y="1"/>
                  </a:moveTo>
                  <a:lnTo>
                    <a:pt x="1" y="7740"/>
                  </a:lnTo>
                  <a:lnTo>
                    <a:pt x="2906" y="7740"/>
                  </a:lnTo>
                  <a:cubicBezTo>
                    <a:pt x="3097" y="7740"/>
                    <a:pt x="3240" y="7574"/>
                    <a:pt x="3240" y="7407"/>
                  </a:cubicBezTo>
                  <a:lnTo>
                    <a:pt x="3240" y="286"/>
                  </a:lnTo>
                  <a:cubicBezTo>
                    <a:pt x="3240" y="144"/>
                    <a:pt x="3097" y="1"/>
                    <a:pt x="2906"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6" name="Google Shape;22976;p140"/>
            <p:cNvSpPr/>
            <p:nvPr/>
          </p:nvSpPr>
          <p:spPr>
            <a:xfrm>
              <a:off x="6390794" y="2084336"/>
              <a:ext cx="54745" cy="108098"/>
            </a:xfrm>
            <a:custGeom>
              <a:avLst/>
              <a:gdLst/>
              <a:ahLst/>
              <a:cxnLst/>
              <a:rect l="l" t="t" r="r" b="b"/>
              <a:pathLst>
                <a:path w="1692" h="3341" extrusionOk="0">
                  <a:moveTo>
                    <a:pt x="596" y="789"/>
                  </a:moveTo>
                  <a:lnTo>
                    <a:pt x="596" y="1241"/>
                  </a:lnTo>
                  <a:cubicBezTo>
                    <a:pt x="572" y="1194"/>
                    <a:pt x="572" y="1170"/>
                    <a:pt x="549" y="1170"/>
                  </a:cubicBezTo>
                  <a:cubicBezTo>
                    <a:pt x="477" y="1146"/>
                    <a:pt x="477" y="1051"/>
                    <a:pt x="477" y="956"/>
                  </a:cubicBezTo>
                  <a:cubicBezTo>
                    <a:pt x="477" y="908"/>
                    <a:pt x="549" y="813"/>
                    <a:pt x="596" y="789"/>
                  </a:cubicBezTo>
                  <a:close/>
                  <a:moveTo>
                    <a:pt x="1001" y="1837"/>
                  </a:moveTo>
                  <a:cubicBezTo>
                    <a:pt x="1263" y="1956"/>
                    <a:pt x="1263" y="2123"/>
                    <a:pt x="1215" y="2218"/>
                  </a:cubicBezTo>
                  <a:cubicBezTo>
                    <a:pt x="1192" y="2337"/>
                    <a:pt x="1144" y="2456"/>
                    <a:pt x="1001" y="2504"/>
                  </a:cubicBezTo>
                  <a:lnTo>
                    <a:pt x="1001" y="1837"/>
                  </a:lnTo>
                  <a:close/>
                  <a:moveTo>
                    <a:pt x="803" y="0"/>
                  </a:moveTo>
                  <a:cubicBezTo>
                    <a:pt x="695" y="0"/>
                    <a:pt x="596" y="109"/>
                    <a:pt x="596" y="217"/>
                  </a:cubicBezTo>
                  <a:lnTo>
                    <a:pt x="596" y="336"/>
                  </a:lnTo>
                  <a:lnTo>
                    <a:pt x="572" y="336"/>
                  </a:lnTo>
                  <a:cubicBezTo>
                    <a:pt x="334" y="432"/>
                    <a:pt x="120" y="622"/>
                    <a:pt x="96" y="908"/>
                  </a:cubicBezTo>
                  <a:cubicBezTo>
                    <a:pt x="25" y="1146"/>
                    <a:pt x="120" y="1384"/>
                    <a:pt x="310" y="1527"/>
                  </a:cubicBezTo>
                  <a:cubicBezTo>
                    <a:pt x="382" y="1575"/>
                    <a:pt x="477" y="1646"/>
                    <a:pt x="620" y="1694"/>
                  </a:cubicBezTo>
                  <a:lnTo>
                    <a:pt x="620" y="2599"/>
                  </a:lnTo>
                  <a:cubicBezTo>
                    <a:pt x="549" y="2599"/>
                    <a:pt x="477" y="2575"/>
                    <a:pt x="358" y="2480"/>
                  </a:cubicBezTo>
                  <a:cubicBezTo>
                    <a:pt x="314" y="2447"/>
                    <a:pt x="264" y="2429"/>
                    <a:pt x="220" y="2429"/>
                  </a:cubicBezTo>
                  <a:cubicBezTo>
                    <a:pt x="168" y="2429"/>
                    <a:pt x="122" y="2453"/>
                    <a:pt x="96" y="2504"/>
                  </a:cubicBezTo>
                  <a:cubicBezTo>
                    <a:pt x="1" y="2599"/>
                    <a:pt x="25" y="2742"/>
                    <a:pt x="120" y="2837"/>
                  </a:cubicBezTo>
                  <a:cubicBezTo>
                    <a:pt x="334" y="2956"/>
                    <a:pt x="453" y="3004"/>
                    <a:pt x="620" y="3004"/>
                  </a:cubicBezTo>
                  <a:lnTo>
                    <a:pt x="620" y="3123"/>
                  </a:lnTo>
                  <a:cubicBezTo>
                    <a:pt x="620" y="3242"/>
                    <a:pt x="691" y="3337"/>
                    <a:pt x="811" y="3337"/>
                  </a:cubicBezTo>
                  <a:cubicBezTo>
                    <a:pt x="821" y="3339"/>
                    <a:pt x="831" y="3340"/>
                    <a:pt x="842" y="3340"/>
                  </a:cubicBezTo>
                  <a:cubicBezTo>
                    <a:pt x="949" y="3340"/>
                    <a:pt x="1049" y="3231"/>
                    <a:pt x="1049" y="3123"/>
                  </a:cubicBezTo>
                  <a:lnTo>
                    <a:pt x="1049" y="2980"/>
                  </a:lnTo>
                  <a:cubicBezTo>
                    <a:pt x="1406" y="2885"/>
                    <a:pt x="1620" y="2599"/>
                    <a:pt x="1668" y="2289"/>
                  </a:cubicBezTo>
                  <a:cubicBezTo>
                    <a:pt x="1692" y="1908"/>
                    <a:pt x="1501" y="1551"/>
                    <a:pt x="1144" y="1432"/>
                  </a:cubicBezTo>
                  <a:cubicBezTo>
                    <a:pt x="1096" y="1432"/>
                    <a:pt x="1072" y="1408"/>
                    <a:pt x="1025" y="1408"/>
                  </a:cubicBezTo>
                  <a:lnTo>
                    <a:pt x="1025" y="718"/>
                  </a:lnTo>
                  <a:cubicBezTo>
                    <a:pt x="1072" y="741"/>
                    <a:pt x="1096" y="789"/>
                    <a:pt x="1096" y="789"/>
                  </a:cubicBezTo>
                  <a:cubicBezTo>
                    <a:pt x="1147" y="840"/>
                    <a:pt x="1205" y="864"/>
                    <a:pt x="1263" y="864"/>
                  </a:cubicBezTo>
                  <a:cubicBezTo>
                    <a:pt x="1312" y="864"/>
                    <a:pt x="1362" y="846"/>
                    <a:pt x="1406" y="813"/>
                  </a:cubicBezTo>
                  <a:cubicBezTo>
                    <a:pt x="1501" y="718"/>
                    <a:pt x="1501" y="598"/>
                    <a:pt x="1430" y="503"/>
                  </a:cubicBezTo>
                  <a:cubicBezTo>
                    <a:pt x="1382" y="432"/>
                    <a:pt x="1215" y="336"/>
                    <a:pt x="1025" y="313"/>
                  </a:cubicBezTo>
                  <a:lnTo>
                    <a:pt x="1025" y="217"/>
                  </a:lnTo>
                  <a:cubicBezTo>
                    <a:pt x="1025" y="98"/>
                    <a:pt x="953" y="3"/>
                    <a:pt x="834" y="3"/>
                  </a:cubicBezTo>
                  <a:cubicBezTo>
                    <a:pt x="824" y="1"/>
                    <a:pt x="814" y="0"/>
                    <a:pt x="8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7" name="Google Shape;22977;p140"/>
            <p:cNvSpPr/>
            <p:nvPr/>
          </p:nvSpPr>
          <p:spPr>
            <a:xfrm>
              <a:off x="6305281" y="2083657"/>
              <a:ext cx="69369" cy="20060"/>
            </a:xfrm>
            <a:custGeom>
              <a:avLst/>
              <a:gdLst/>
              <a:ahLst/>
              <a:cxnLst/>
              <a:rect l="l" t="t" r="r" b="b"/>
              <a:pathLst>
                <a:path w="2144" h="620" extrusionOk="0">
                  <a:moveTo>
                    <a:pt x="334" y="0"/>
                  </a:moveTo>
                  <a:cubicBezTo>
                    <a:pt x="143" y="0"/>
                    <a:pt x="0" y="191"/>
                    <a:pt x="24" y="357"/>
                  </a:cubicBezTo>
                  <a:cubicBezTo>
                    <a:pt x="48" y="500"/>
                    <a:pt x="215" y="619"/>
                    <a:pt x="358" y="619"/>
                  </a:cubicBezTo>
                  <a:lnTo>
                    <a:pt x="1810" y="619"/>
                  </a:lnTo>
                  <a:cubicBezTo>
                    <a:pt x="2001" y="619"/>
                    <a:pt x="2144" y="477"/>
                    <a:pt x="2120" y="262"/>
                  </a:cubicBezTo>
                  <a:cubicBezTo>
                    <a:pt x="2072" y="119"/>
                    <a:pt x="1929" y="0"/>
                    <a:pt x="1786"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8" name="Google Shape;22978;p140"/>
            <p:cNvSpPr/>
            <p:nvPr/>
          </p:nvSpPr>
          <p:spPr>
            <a:xfrm>
              <a:off x="6305281" y="2125264"/>
              <a:ext cx="69369" cy="20060"/>
            </a:xfrm>
            <a:custGeom>
              <a:avLst/>
              <a:gdLst/>
              <a:ahLst/>
              <a:cxnLst/>
              <a:rect l="l" t="t" r="r" b="b"/>
              <a:pathLst>
                <a:path w="2144" h="620" extrusionOk="0">
                  <a:moveTo>
                    <a:pt x="334" y="0"/>
                  </a:moveTo>
                  <a:cubicBezTo>
                    <a:pt x="143" y="0"/>
                    <a:pt x="0" y="167"/>
                    <a:pt x="24" y="357"/>
                  </a:cubicBezTo>
                  <a:cubicBezTo>
                    <a:pt x="48" y="500"/>
                    <a:pt x="215" y="619"/>
                    <a:pt x="358" y="619"/>
                  </a:cubicBezTo>
                  <a:lnTo>
                    <a:pt x="1810" y="619"/>
                  </a:lnTo>
                  <a:cubicBezTo>
                    <a:pt x="2001" y="619"/>
                    <a:pt x="2144" y="453"/>
                    <a:pt x="2120" y="262"/>
                  </a:cubicBezTo>
                  <a:cubicBezTo>
                    <a:pt x="2072" y="119"/>
                    <a:pt x="1929" y="0"/>
                    <a:pt x="1786"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9" name="Google Shape;22979;p140"/>
            <p:cNvSpPr/>
            <p:nvPr/>
          </p:nvSpPr>
          <p:spPr>
            <a:xfrm>
              <a:off x="6305281" y="2165319"/>
              <a:ext cx="69369" cy="20837"/>
            </a:xfrm>
            <a:custGeom>
              <a:avLst/>
              <a:gdLst/>
              <a:ahLst/>
              <a:cxnLst/>
              <a:rect l="l" t="t" r="r" b="b"/>
              <a:pathLst>
                <a:path w="2144" h="644" extrusionOk="0">
                  <a:moveTo>
                    <a:pt x="334" y="1"/>
                  </a:moveTo>
                  <a:cubicBezTo>
                    <a:pt x="143" y="1"/>
                    <a:pt x="0" y="191"/>
                    <a:pt x="24" y="358"/>
                  </a:cubicBezTo>
                  <a:cubicBezTo>
                    <a:pt x="48" y="525"/>
                    <a:pt x="215" y="644"/>
                    <a:pt x="358" y="644"/>
                  </a:cubicBezTo>
                  <a:lnTo>
                    <a:pt x="1810" y="644"/>
                  </a:lnTo>
                  <a:cubicBezTo>
                    <a:pt x="2001" y="644"/>
                    <a:pt x="2144" y="453"/>
                    <a:pt x="2120" y="286"/>
                  </a:cubicBezTo>
                  <a:cubicBezTo>
                    <a:pt x="2072" y="120"/>
                    <a:pt x="1929" y="1"/>
                    <a:pt x="1786"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0" name="Google Shape;22980;p140"/>
            <p:cNvSpPr/>
            <p:nvPr/>
          </p:nvSpPr>
          <p:spPr>
            <a:xfrm>
              <a:off x="6305281" y="2206150"/>
              <a:ext cx="130261" cy="20060"/>
            </a:xfrm>
            <a:custGeom>
              <a:avLst/>
              <a:gdLst/>
              <a:ahLst/>
              <a:cxnLst/>
              <a:rect l="l" t="t" r="r" b="b"/>
              <a:pathLst>
                <a:path w="4026" h="620" extrusionOk="0">
                  <a:moveTo>
                    <a:pt x="334" y="1"/>
                  </a:moveTo>
                  <a:cubicBezTo>
                    <a:pt x="143" y="1"/>
                    <a:pt x="0" y="167"/>
                    <a:pt x="24" y="358"/>
                  </a:cubicBezTo>
                  <a:cubicBezTo>
                    <a:pt x="48" y="501"/>
                    <a:pt x="215" y="620"/>
                    <a:pt x="358" y="620"/>
                  </a:cubicBezTo>
                  <a:lnTo>
                    <a:pt x="3692" y="620"/>
                  </a:lnTo>
                  <a:cubicBezTo>
                    <a:pt x="3858" y="620"/>
                    <a:pt x="4025" y="453"/>
                    <a:pt x="3977" y="263"/>
                  </a:cubicBezTo>
                  <a:cubicBezTo>
                    <a:pt x="3954" y="120"/>
                    <a:pt x="3811" y="1"/>
                    <a:pt x="3668"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1" name="Google Shape;22981;p140"/>
            <p:cNvSpPr/>
            <p:nvPr/>
          </p:nvSpPr>
          <p:spPr>
            <a:xfrm>
              <a:off x="6374617" y="2206150"/>
              <a:ext cx="61669" cy="20060"/>
            </a:xfrm>
            <a:custGeom>
              <a:avLst/>
              <a:gdLst/>
              <a:ahLst/>
              <a:cxnLst/>
              <a:rect l="l" t="t" r="r" b="b"/>
              <a:pathLst>
                <a:path w="1906" h="620" extrusionOk="0">
                  <a:moveTo>
                    <a:pt x="1" y="1"/>
                  </a:moveTo>
                  <a:lnTo>
                    <a:pt x="1" y="620"/>
                  </a:lnTo>
                  <a:lnTo>
                    <a:pt x="1572" y="620"/>
                  </a:lnTo>
                  <a:cubicBezTo>
                    <a:pt x="1763" y="620"/>
                    <a:pt x="1906" y="477"/>
                    <a:pt x="1882" y="263"/>
                  </a:cubicBezTo>
                  <a:cubicBezTo>
                    <a:pt x="1834" y="120"/>
                    <a:pt x="1692" y="1"/>
                    <a:pt x="1549"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2" name="Google Shape;22982;p140"/>
            <p:cNvSpPr/>
            <p:nvPr/>
          </p:nvSpPr>
          <p:spPr>
            <a:xfrm>
              <a:off x="6512545" y="1931979"/>
              <a:ext cx="102501" cy="64516"/>
            </a:xfrm>
            <a:custGeom>
              <a:avLst/>
              <a:gdLst/>
              <a:ahLst/>
              <a:cxnLst/>
              <a:rect l="l" t="t" r="r" b="b"/>
              <a:pathLst>
                <a:path w="3168" h="1994" extrusionOk="0">
                  <a:moveTo>
                    <a:pt x="298" y="1"/>
                  </a:moveTo>
                  <a:cubicBezTo>
                    <a:pt x="233" y="1"/>
                    <a:pt x="170" y="35"/>
                    <a:pt x="120" y="68"/>
                  </a:cubicBezTo>
                  <a:cubicBezTo>
                    <a:pt x="48" y="140"/>
                    <a:pt x="0" y="235"/>
                    <a:pt x="0" y="306"/>
                  </a:cubicBezTo>
                  <a:lnTo>
                    <a:pt x="0" y="1688"/>
                  </a:lnTo>
                  <a:cubicBezTo>
                    <a:pt x="0" y="1783"/>
                    <a:pt x="48" y="1854"/>
                    <a:pt x="120" y="1926"/>
                  </a:cubicBezTo>
                  <a:cubicBezTo>
                    <a:pt x="153" y="1959"/>
                    <a:pt x="223" y="1993"/>
                    <a:pt x="294" y="1993"/>
                  </a:cubicBezTo>
                  <a:cubicBezTo>
                    <a:pt x="324" y="1993"/>
                    <a:pt x="354" y="1987"/>
                    <a:pt x="382" y="1973"/>
                  </a:cubicBezTo>
                  <a:lnTo>
                    <a:pt x="2930" y="1307"/>
                  </a:lnTo>
                  <a:cubicBezTo>
                    <a:pt x="3096" y="1259"/>
                    <a:pt x="3168" y="1140"/>
                    <a:pt x="3168" y="997"/>
                  </a:cubicBezTo>
                  <a:cubicBezTo>
                    <a:pt x="3168" y="854"/>
                    <a:pt x="3096" y="735"/>
                    <a:pt x="2930" y="711"/>
                  </a:cubicBezTo>
                  <a:lnTo>
                    <a:pt x="382" y="21"/>
                  </a:lnTo>
                  <a:cubicBezTo>
                    <a:pt x="354" y="7"/>
                    <a:pt x="326" y="1"/>
                    <a:pt x="29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3" name="Google Shape;22983;p140"/>
            <p:cNvSpPr/>
            <p:nvPr/>
          </p:nvSpPr>
          <p:spPr>
            <a:xfrm>
              <a:off x="6512545" y="1964981"/>
              <a:ext cx="104054" cy="32549"/>
            </a:xfrm>
            <a:custGeom>
              <a:avLst/>
              <a:gdLst/>
              <a:ahLst/>
              <a:cxnLst/>
              <a:rect l="l" t="t" r="r" b="b"/>
              <a:pathLst>
                <a:path w="3216" h="1006" extrusionOk="0">
                  <a:moveTo>
                    <a:pt x="24" y="1"/>
                  </a:moveTo>
                  <a:lnTo>
                    <a:pt x="24" y="668"/>
                  </a:lnTo>
                  <a:lnTo>
                    <a:pt x="0" y="668"/>
                  </a:lnTo>
                  <a:cubicBezTo>
                    <a:pt x="0" y="715"/>
                    <a:pt x="0" y="787"/>
                    <a:pt x="48" y="834"/>
                  </a:cubicBezTo>
                  <a:cubicBezTo>
                    <a:pt x="131" y="938"/>
                    <a:pt x="232" y="1006"/>
                    <a:pt x="351" y="1006"/>
                  </a:cubicBezTo>
                  <a:cubicBezTo>
                    <a:pt x="369" y="1006"/>
                    <a:pt x="387" y="1004"/>
                    <a:pt x="405" y="1001"/>
                  </a:cubicBezTo>
                  <a:lnTo>
                    <a:pt x="2977" y="310"/>
                  </a:lnTo>
                  <a:cubicBezTo>
                    <a:pt x="3120" y="263"/>
                    <a:pt x="3215" y="144"/>
                    <a:pt x="3215"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4" name="Google Shape;22984;p140"/>
            <p:cNvSpPr/>
            <p:nvPr/>
          </p:nvSpPr>
          <p:spPr>
            <a:xfrm>
              <a:off x="6322235" y="1931106"/>
              <a:ext cx="200375" cy="64742"/>
            </a:xfrm>
            <a:custGeom>
              <a:avLst/>
              <a:gdLst/>
              <a:ahLst/>
              <a:cxnLst/>
              <a:rect l="l" t="t" r="r" b="b"/>
              <a:pathLst>
                <a:path w="6193" h="2001" extrusionOk="0">
                  <a:moveTo>
                    <a:pt x="334" y="0"/>
                  </a:moveTo>
                  <a:cubicBezTo>
                    <a:pt x="143" y="0"/>
                    <a:pt x="0" y="119"/>
                    <a:pt x="0" y="286"/>
                  </a:cubicBezTo>
                  <a:lnTo>
                    <a:pt x="0" y="1738"/>
                  </a:lnTo>
                  <a:cubicBezTo>
                    <a:pt x="0" y="1881"/>
                    <a:pt x="143" y="2000"/>
                    <a:pt x="334" y="2000"/>
                  </a:cubicBezTo>
                  <a:lnTo>
                    <a:pt x="6192" y="2000"/>
                  </a:lnTo>
                  <a:lnTo>
                    <a:pt x="6192"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5" name="Google Shape;22985;p140"/>
            <p:cNvSpPr/>
            <p:nvPr/>
          </p:nvSpPr>
          <p:spPr>
            <a:xfrm>
              <a:off x="6323756" y="1963460"/>
              <a:ext cx="200375" cy="32387"/>
            </a:xfrm>
            <a:custGeom>
              <a:avLst/>
              <a:gdLst/>
              <a:ahLst/>
              <a:cxnLst/>
              <a:rect l="l" t="t" r="r" b="b"/>
              <a:pathLst>
                <a:path w="6193" h="1001" extrusionOk="0">
                  <a:moveTo>
                    <a:pt x="1" y="0"/>
                  </a:moveTo>
                  <a:lnTo>
                    <a:pt x="1" y="738"/>
                  </a:lnTo>
                  <a:cubicBezTo>
                    <a:pt x="1" y="881"/>
                    <a:pt x="144" y="1000"/>
                    <a:pt x="311" y="1000"/>
                  </a:cubicBezTo>
                  <a:lnTo>
                    <a:pt x="6193" y="1000"/>
                  </a:lnTo>
                  <a:lnTo>
                    <a:pt x="6193" y="0"/>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6" name="Google Shape;22986;p140"/>
            <p:cNvSpPr/>
            <p:nvPr/>
          </p:nvSpPr>
          <p:spPr>
            <a:xfrm>
              <a:off x="6268300" y="1931850"/>
              <a:ext cx="64742" cy="63998"/>
            </a:xfrm>
            <a:custGeom>
              <a:avLst/>
              <a:gdLst/>
              <a:ahLst/>
              <a:cxnLst/>
              <a:rect l="l" t="t" r="r" b="b"/>
              <a:pathLst>
                <a:path w="2001" h="1978" extrusionOk="0">
                  <a:moveTo>
                    <a:pt x="643" y="1"/>
                  </a:moveTo>
                  <a:cubicBezTo>
                    <a:pt x="286" y="1"/>
                    <a:pt x="0" y="263"/>
                    <a:pt x="0" y="620"/>
                  </a:cubicBezTo>
                  <a:lnTo>
                    <a:pt x="0" y="1358"/>
                  </a:lnTo>
                  <a:cubicBezTo>
                    <a:pt x="0" y="1715"/>
                    <a:pt x="286" y="1977"/>
                    <a:pt x="643" y="1977"/>
                  </a:cubicBezTo>
                  <a:lnTo>
                    <a:pt x="2001" y="1977"/>
                  </a:lnTo>
                  <a:lnTo>
                    <a:pt x="200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7" name="Google Shape;22987;p140"/>
            <p:cNvSpPr/>
            <p:nvPr/>
          </p:nvSpPr>
          <p:spPr>
            <a:xfrm>
              <a:off x="6268300" y="1963460"/>
              <a:ext cx="64742" cy="32387"/>
            </a:xfrm>
            <a:custGeom>
              <a:avLst/>
              <a:gdLst/>
              <a:ahLst/>
              <a:cxnLst/>
              <a:rect l="l" t="t" r="r" b="b"/>
              <a:pathLst>
                <a:path w="2001" h="1001" extrusionOk="0">
                  <a:moveTo>
                    <a:pt x="0" y="0"/>
                  </a:moveTo>
                  <a:lnTo>
                    <a:pt x="0" y="381"/>
                  </a:lnTo>
                  <a:cubicBezTo>
                    <a:pt x="0" y="738"/>
                    <a:pt x="286" y="1000"/>
                    <a:pt x="643" y="1000"/>
                  </a:cubicBezTo>
                  <a:lnTo>
                    <a:pt x="2001" y="1000"/>
                  </a:lnTo>
                  <a:lnTo>
                    <a:pt x="2001"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88" name="Google Shape;22988;p140"/>
          <p:cNvGrpSpPr/>
          <p:nvPr/>
        </p:nvGrpSpPr>
        <p:grpSpPr>
          <a:xfrm>
            <a:off x="7017988" y="1777929"/>
            <a:ext cx="348298" cy="348301"/>
            <a:chOff x="7017988" y="1930329"/>
            <a:chExt cx="348298" cy="348301"/>
          </a:xfrm>
        </p:grpSpPr>
        <p:sp>
          <p:nvSpPr>
            <p:cNvPr id="22989" name="Google Shape;22989;p140"/>
            <p:cNvSpPr/>
            <p:nvPr/>
          </p:nvSpPr>
          <p:spPr>
            <a:xfrm>
              <a:off x="7017988" y="1959610"/>
              <a:ext cx="251237" cy="319020"/>
            </a:xfrm>
            <a:custGeom>
              <a:avLst/>
              <a:gdLst/>
              <a:ahLst/>
              <a:cxnLst/>
              <a:rect l="l" t="t" r="r" b="b"/>
              <a:pathLst>
                <a:path w="7765" h="9860" extrusionOk="0">
                  <a:moveTo>
                    <a:pt x="1168" y="0"/>
                  </a:moveTo>
                  <a:cubicBezTo>
                    <a:pt x="501" y="0"/>
                    <a:pt x="1" y="524"/>
                    <a:pt x="1" y="1167"/>
                  </a:cubicBezTo>
                  <a:lnTo>
                    <a:pt x="1" y="8692"/>
                  </a:lnTo>
                  <a:cubicBezTo>
                    <a:pt x="1" y="9335"/>
                    <a:pt x="525" y="9859"/>
                    <a:pt x="1168" y="9859"/>
                  </a:cubicBezTo>
                  <a:lnTo>
                    <a:pt x="6597" y="9859"/>
                  </a:lnTo>
                  <a:cubicBezTo>
                    <a:pt x="7264" y="9859"/>
                    <a:pt x="7764" y="9335"/>
                    <a:pt x="7764" y="8692"/>
                  </a:cubicBezTo>
                  <a:lnTo>
                    <a:pt x="7764" y="1167"/>
                  </a:lnTo>
                  <a:cubicBezTo>
                    <a:pt x="7764" y="500"/>
                    <a:pt x="7240" y="0"/>
                    <a:pt x="6597"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0" name="Google Shape;22990;p140"/>
            <p:cNvSpPr/>
            <p:nvPr/>
          </p:nvSpPr>
          <p:spPr>
            <a:xfrm>
              <a:off x="7144365" y="1960354"/>
              <a:ext cx="124858" cy="318276"/>
            </a:xfrm>
            <a:custGeom>
              <a:avLst/>
              <a:gdLst/>
              <a:ahLst/>
              <a:cxnLst/>
              <a:rect l="l" t="t" r="r" b="b"/>
              <a:pathLst>
                <a:path w="3859" h="9837" extrusionOk="0">
                  <a:moveTo>
                    <a:pt x="0" y="1"/>
                  </a:moveTo>
                  <a:lnTo>
                    <a:pt x="0" y="9836"/>
                  </a:lnTo>
                  <a:lnTo>
                    <a:pt x="2691" y="9836"/>
                  </a:lnTo>
                  <a:cubicBezTo>
                    <a:pt x="3334" y="9836"/>
                    <a:pt x="3858" y="9312"/>
                    <a:pt x="3858" y="8669"/>
                  </a:cubicBezTo>
                  <a:lnTo>
                    <a:pt x="3858" y="1144"/>
                  </a:lnTo>
                  <a:cubicBezTo>
                    <a:pt x="3858" y="501"/>
                    <a:pt x="3358" y="1"/>
                    <a:pt x="2691"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1" name="Google Shape;22991;p140"/>
            <p:cNvSpPr/>
            <p:nvPr/>
          </p:nvSpPr>
          <p:spPr>
            <a:xfrm>
              <a:off x="7059596" y="1999665"/>
              <a:ext cx="169540" cy="238133"/>
            </a:xfrm>
            <a:custGeom>
              <a:avLst/>
              <a:gdLst/>
              <a:ahLst/>
              <a:cxnLst/>
              <a:rect l="l" t="t" r="r" b="b"/>
              <a:pathLst>
                <a:path w="5240" h="7360" extrusionOk="0">
                  <a:moveTo>
                    <a:pt x="310" y="1"/>
                  </a:moveTo>
                  <a:cubicBezTo>
                    <a:pt x="144" y="1"/>
                    <a:pt x="1" y="167"/>
                    <a:pt x="1" y="334"/>
                  </a:cubicBezTo>
                  <a:lnTo>
                    <a:pt x="1" y="7026"/>
                  </a:lnTo>
                  <a:cubicBezTo>
                    <a:pt x="1" y="7216"/>
                    <a:pt x="144" y="7359"/>
                    <a:pt x="310" y="7359"/>
                  </a:cubicBezTo>
                  <a:lnTo>
                    <a:pt x="4907" y="7359"/>
                  </a:lnTo>
                  <a:cubicBezTo>
                    <a:pt x="5073" y="7359"/>
                    <a:pt x="5240" y="7216"/>
                    <a:pt x="5240" y="7026"/>
                  </a:cubicBezTo>
                  <a:lnTo>
                    <a:pt x="5240" y="334"/>
                  </a:lnTo>
                  <a:cubicBezTo>
                    <a:pt x="5240" y="167"/>
                    <a:pt x="5073" y="1"/>
                    <a:pt x="4907"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2" name="Google Shape;22992;p140"/>
            <p:cNvSpPr/>
            <p:nvPr/>
          </p:nvSpPr>
          <p:spPr>
            <a:xfrm>
              <a:off x="7144365" y="2001218"/>
              <a:ext cx="84770" cy="236580"/>
            </a:xfrm>
            <a:custGeom>
              <a:avLst/>
              <a:gdLst/>
              <a:ahLst/>
              <a:cxnLst/>
              <a:rect l="l" t="t" r="r" b="b"/>
              <a:pathLst>
                <a:path w="2620" h="7312" extrusionOk="0">
                  <a:moveTo>
                    <a:pt x="0" y="0"/>
                  </a:moveTo>
                  <a:lnTo>
                    <a:pt x="0" y="7311"/>
                  </a:lnTo>
                  <a:lnTo>
                    <a:pt x="2287" y="7311"/>
                  </a:lnTo>
                  <a:cubicBezTo>
                    <a:pt x="2453" y="7311"/>
                    <a:pt x="2620" y="7168"/>
                    <a:pt x="2620" y="6978"/>
                  </a:cubicBezTo>
                  <a:lnTo>
                    <a:pt x="2620" y="286"/>
                  </a:lnTo>
                  <a:cubicBezTo>
                    <a:pt x="2620" y="143"/>
                    <a:pt x="2453" y="0"/>
                    <a:pt x="2287"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3" name="Google Shape;22993;p140"/>
            <p:cNvSpPr/>
            <p:nvPr/>
          </p:nvSpPr>
          <p:spPr>
            <a:xfrm>
              <a:off x="7086580" y="1932626"/>
              <a:ext cx="115604" cy="88653"/>
            </a:xfrm>
            <a:custGeom>
              <a:avLst/>
              <a:gdLst/>
              <a:ahLst/>
              <a:cxnLst/>
              <a:rect l="l" t="t" r="r" b="b"/>
              <a:pathLst>
                <a:path w="3573" h="2740" extrusionOk="0">
                  <a:moveTo>
                    <a:pt x="1143" y="1"/>
                  </a:moveTo>
                  <a:cubicBezTo>
                    <a:pt x="1000" y="1"/>
                    <a:pt x="881" y="96"/>
                    <a:pt x="858" y="239"/>
                  </a:cubicBezTo>
                  <a:lnTo>
                    <a:pt x="667" y="953"/>
                  </a:lnTo>
                  <a:cubicBezTo>
                    <a:pt x="262" y="1168"/>
                    <a:pt x="0" y="1572"/>
                    <a:pt x="0" y="2049"/>
                  </a:cubicBezTo>
                  <a:lnTo>
                    <a:pt x="0" y="2406"/>
                  </a:lnTo>
                  <a:cubicBezTo>
                    <a:pt x="0" y="2596"/>
                    <a:pt x="143" y="2739"/>
                    <a:pt x="310" y="2739"/>
                  </a:cubicBezTo>
                  <a:lnTo>
                    <a:pt x="3239" y="2739"/>
                  </a:lnTo>
                  <a:cubicBezTo>
                    <a:pt x="3406" y="2739"/>
                    <a:pt x="3572" y="2596"/>
                    <a:pt x="3572" y="2430"/>
                  </a:cubicBezTo>
                  <a:lnTo>
                    <a:pt x="3572" y="2049"/>
                  </a:lnTo>
                  <a:cubicBezTo>
                    <a:pt x="3572" y="1572"/>
                    <a:pt x="3287" y="1168"/>
                    <a:pt x="2882" y="953"/>
                  </a:cubicBezTo>
                  <a:lnTo>
                    <a:pt x="2691" y="239"/>
                  </a:lnTo>
                  <a:cubicBezTo>
                    <a:pt x="2668" y="96"/>
                    <a:pt x="2548" y="1"/>
                    <a:pt x="2406"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4" name="Google Shape;22994;p140"/>
            <p:cNvSpPr/>
            <p:nvPr/>
          </p:nvSpPr>
          <p:spPr>
            <a:xfrm>
              <a:off x="7144365" y="1932626"/>
              <a:ext cx="57818" cy="89429"/>
            </a:xfrm>
            <a:custGeom>
              <a:avLst/>
              <a:gdLst/>
              <a:ahLst/>
              <a:cxnLst/>
              <a:rect l="l" t="t" r="r" b="b"/>
              <a:pathLst>
                <a:path w="1787" h="2764" extrusionOk="0">
                  <a:moveTo>
                    <a:pt x="0" y="1"/>
                  </a:moveTo>
                  <a:lnTo>
                    <a:pt x="0" y="2763"/>
                  </a:lnTo>
                  <a:lnTo>
                    <a:pt x="1453" y="2763"/>
                  </a:lnTo>
                  <a:cubicBezTo>
                    <a:pt x="1620" y="2763"/>
                    <a:pt x="1786" y="2620"/>
                    <a:pt x="1786" y="2430"/>
                  </a:cubicBezTo>
                  <a:lnTo>
                    <a:pt x="1786" y="2049"/>
                  </a:lnTo>
                  <a:cubicBezTo>
                    <a:pt x="1786" y="1572"/>
                    <a:pt x="1501" y="1168"/>
                    <a:pt x="1096" y="953"/>
                  </a:cubicBezTo>
                  <a:lnTo>
                    <a:pt x="905" y="239"/>
                  </a:lnTo>
                  <a:cubicBezTo>
                    <a:pt x="882" y="96"/>
                    <a:pt x="762" y="1"/>
                    <a:pt x="62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5" name="Google Shape;22995;p140"/>
            <p:cNvSpPr/>
            <p:nvPr/>
          </p:nvSpPr>
          <p:spPr>
            <a:xfrm>
              <a:off x="7125859" y="2041272"/>
              <a:ext cx="69401" cy="20060"/>
            </a:xfrm>
            <a:custGeom>
              <a:avLst/>
              <a:gdLst/>
              <a:ahLst/>
              <a:cxnLst/>
              <a:rect l="l" t="t" r="r" b="b"/>
              <a:pathLst>
                <a:path w="2145" h="620" extrusionOk="0">
                  <a:moveTo>
                    <a:pt x="334" y="0"/>
                  </a:moveTo>
                  <a:cubicBezTo>
                    <a:pt x="144" y="0"/>
                    <a:pt x="1" y="191"/>
                    <a:pt x="25" y="358"/>
                  </a:cubicBezTo>
                  <a:cubicBezTo>
                    <a:pt x="48" y="501"/>
                    <a:pt x="215" y="620"/>
                    <a:pt x="358" y="620"/>
                  </a:cubicBezTo>
                  <a:lnTo>
                    <a:pt x="1811" y="620"/>
                  </a:lnTo>
                  <a:cubicBezTo>
                    <a:pt x="2001" y="620"/>
                    <a:pt x="2144" y="477"/>
                    <a:pt x="2120" y="262"/>
                  </a:cubicBezTo>
                  <a:cubicBezTo>
                    <a:pt x="2073" y="120"/>
                    <a:pt x="1930" y="0"/>
                    <a:pt x="1787"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6" name="Google Shape;22996;p140"/>
            <p:cNvSpPr/>
            <p:nvPr/>
          </p:nvSpPr>
          <p:spPr>
            <a:xfrm>
              <a:off x="7092727" y="2040496"/>
              <a:ext cx="21613" cy="20837"/>
            </a:xfrm>
            <a:custGeom>
              <a:avLst/>
              <a:gdLst/>
              <a:ahLst/>
              <a:cxnLst/>
              <a:rect l="l" t="t" r="r" b="b"/>
              <a:pathLst>
                <a:path w="668" h="644" extrusionOk="0">
                  <a:moveTo>
                    <a:pt x="334" y="1"/>
                  </a:moveTo>
                  <a:cubicBezTo>
                    <a:pt x="144" y="1"/>
                    <a:pt x="1" y="144"/>
                    <a:pt x="1" y="310"/>
                  </a:cubicBezTo>
                  <a:cubicBezTo>
                    <a:pt x="1" y="501"/>
                    <a:pt x="144" y="644"/>
                    <a:pt x="334" y="644"/>
                  </a:cubicBezTo>
                  <a:cubicBezTo>
                    <a:pt x="525" y="644"/>
                    <a:pt x="668" y="501"/>
                    <a:pt x="668" y="310"/>
                  </a:cubicBezTo>
                  <a:cubicBezTo>
                    <a:pt x="668" y="144"/>
                    <a:pt x="525" y="1"/>
                    <a:pt x="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7" name="Google Shape;22997;p140"/>
            <p:cNvSpPr/>
            <p:nvPr/>
          </p:nvSpPr>
          <p:spPr>
            <a:xfrm>
              <a:off x="7125859" y="2082104"/>
              <a:ext cx="69401" cy="20060"/>
            </a:xfrm>
            <a:custGeom>
              <a:avLst/>
              <a:gdLst/>
              <a:ahLst/>
              <a:cxnLst/>
              <a:rect l="l" t="t" r="r" b="b"/>
              <a:pathLst>
                <a:path w="2145" h="620" extrusionOk="0">
                  <a:moveTo>
                    <a:pt x="334" y="1"/>
                  </a:moveTo>
                  <a:cubicBezTo>
                    <a:pt x="144" y="1"/>
                    <a:pt x="1" y="167"/>
                    <a:pt x="25" y="358"/>
                  </a:cubicBezTo>
                  <a:cubicBezTo>
                    <a:pt x="48" y="501"/>
                    <a:pt x="215" y="620"/>
                    <a:pt x="358" y="620"/>
                  </a:cubicBezTo>
                  <a:lnTo>
                    <a:pt x="1811" y="620"/>
                  </a:lnTo>
                  <a:cubicBezTo>
                    <a:pt x="2001" y="620"/>
                    <a:pt x="2144" y="477"/>
                    <a:pt x="2120" y="263"/>
                  </a:cubicBezTo>
                  <a:cubicBezTo>
                    <a:pt x="2073" y="120"/>
                    <a:pt x="1930" y="1"/>
                    <a:pt x="1787"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8" name="Google Shape;22998;p140"/>
            <p:cNvSpPr/>
            <p:nvPr/>
          </p:nvSpPr>
          <p:spPr>
            <a:xfrm>
              <a:off x="7092727" y="2081327"/>
              <a:ext cx="21613" cy="21613"/>
            </a:xfrm>
            <a:custGeom>
              <a:avLst/>
              <a:gdLst/>
              <a:ahLst/>
              <a:cxnLst/>
              <a:rect l="l" t="t" r="r" b="b"/>
              <a:pathLst>
                <a:path w="668" h="668" extrusionOk="0">
                  <a:moveTo>
                    <a:pt x="334" y="1"/>
                  </a:moveTo>
                  <a:cubicBezTo>
                    <a:pt x="144" y="1"/>
                    <a:pt x="1" y="168"/>
                    <a:pt x="1" y="334"/>
                  </a:cubicBezTo>
                  <a:cubicBezTo>
                    <a:pt x="1" y="525"/>
                    <a:pt x="144" y="668"/>
                    <a:pt x="334" y="668"/>
                  </a:cubicBezTo>
                  <a:cubicBezTo>
                    <a:pt x="525" y="668"/>
                    <a:pt x="668" y="525"/>
                    <a:pt x="668" y="334"/>
                  </a:cubicBezTo>
                  <a:cubicBezTo>
                    <a:pt x="668" y="168"/>
                    <a:pt x="525" y="1"/>
                    <a:pt x="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9" name="Google Shape;22999;p140"/>
            <p:cNvSpPr/>
            <p:nvPr/>
          </p:nvSpPr>
          <p:spPr>
            <a:xfrm>
              <a:off x="7125859" y="2122158"/>
              <a:ext cx="69401" cy="20092"/>
            </a:xfrm>
            <a:custGeom>
              <a:avLst/>
              <a:gdLst/>
              <a:ahLst/>
              <a:cxnLst/>
              <a:rect l="l" t="t" r="r" b="b"/>
              <a:pathLst>
                <a:path w="2145" h="621" extrusionOk="0">
                  <a:moveTo>
                    <a:pt x="334" y="1"/>
                  </a:moveTo>
                  <a:cubicBezTo>
                    <a:pt x="144" y="1"/>
                    <a:pt x="1" y="192"/>
                    <a:pt x="25" y="358"/>
                  </a:cubicBezTo>
                  <a:cubicBezTo>
                    <a:pt x="48" y="501"/>
                    <a:pt x="215" y="620"/>
                    <a:pt x="358" y="620"/>
                  </a:cubicBezTo>
                  <a:lnTo>
                    <a:pt x="1811" y="620"/>
                  </a:lnTo>
                  <a:cubicBezTo>
                    <a:pt x="2001" y="620"/>
                    <a:pt x="2144" y="477"/>
                    <a:pt x="2120" y="263"/>
                  </a:cubicBezTo>
                  <a:cubicBezTo>
                    <a:pt x="2073" y="120"/>
                    <a:pt x="1930" y="1"/>
                    <a:pt x="1787"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0" name="Google Shape;23000;p140"/>
            <p:cNvSpPr/>
            <p:nvPr/>
          </p:nvSpPr>
          <p:spPr>
            <a:xfrm>
              <a:off x="7092727" y="2122158"/>
              <a:ext cx="21613" cy="20837"/>
            </a:xfrm>
            <a:custGeom>
              <a:avLst/>
              <a:gdLst/>
              <a:ahLst/>
              <a:cxnLst/>
              <a:rect l="l" t="t" r="r" b="b"/>
              <a:pathLst>
                <a:path w="668" h="644" extrusionOk="0">
                  <a:moveTo>
                    <a:pt x="334" y="1"/>
                  </a:moveTo>
                  <a:cubicBezTo>
                    <a:pt x="144" y="1"/>
                    <a:pt x="1" y="144"/>
                    <a:pt x="1" y="334"/>
                  </a:cubicBezTo>
                  <a:cubicBezTo>
                    <a:pt x="1" y="501"/>
                    <a:pt x="144" y="644"/>
                    <a:pt x="334" y="644"/>
                  </a:cubicBezTo>
                  <a:cubicBezTo>
                    <a:pt x="525" y="644"/>
                    <a:pt x="668" y="501"/>
                    <a:pt x="668" y="334"/>
                  </a:cubicBezTo>
                  <a:cubicBezTo>
                    <a:pt x="668" y="144"/>
                    <a:pt x="525" y="1"/>
                    <a:pt x="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1" name="Google Shape;23001;p140"/>
            <p:cNvSpPr/>
            <p:nvPr/>
          </p:nvSpPr>
          <p:spPr>
            <a:xfrm>
              <a:off x="7125859" y="2163766"/>
              <a:ext cx="69401" cy="20092"/>
            </a:xfrm>
            <a:custGeom>
              <a:avLst/>
              <a:gdLst/>
              <a:ahLst/>
              <a:cxnLst/>
              <a:rect l="l" t="t" r="r" b="b"/>
              <a:pathLst>
                <a:path w="2145" h="621" extrusionOk="0">
                  <a:moveTo>
                    <a:pt x="334" y="1"/>
                  </a:moveTo>
                  <a:cubicBezTo>
                    <a:pt x="144" y="1"/>
                    <a:pt x="1" y="168"/>
                    <a:pt x="25" y="358"/>
                  </a:cubicBezTo>
                  <a:cubicBezTo>
                    <a:pt x="48" y="501"/>
                    <a:pt x="215" y="620"/>
                    <a:pt x="358" y="620"/>
                  </a:cubicBezTo>
                  <a:lnTo>
                    <a:pt x="1811" y="620"/>
                  </a:lnTo>
                  <a:cubicBezTo>
                    <a:pt x="2001" y="620"/>
                    <a:pt x="2144" y="453"/>
                    <a:pt x="2120" y="263"/>
                  </a:cubicBezTo>
                  <a:cubicBezTo>
                    <a:pt x="2073" y="120"/>
                    <a:pt x="1930" y="1"/>
                    <a:pt x="1787"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2" name="Google Shape;23002;p140"/>
            <p:cNvSpPr/>
            <p:nvPr/>
          </p:nvSpPr>
          <p:spPr>
            <a:xfrm>
              <a:off x="7144365" y="2041272"/>
              <a:ext cx="50894" cy="20060"/>
            </a:xfrm>
            <a:custGeom>
              <a:avLst/>
              <a:gdLst/>
              <a:ahLst/>
              <a:cxnLst/>
              <a:rect l="l" t="t" r="r" b="b"/>
              <a:pathLst>
                <a:path w="1573" h="620" extrusionOk="0">
                  <a:moveTo>
                    <a:pt x="0" y="0"/>
                  </a:moveTo>
                  <a:lnTo>
                    <a:pt x="0" y="620"/>
                  </a:lnTo>
                  <a:lnTo>
                    <a:pt x="1239" y="620"/>
                  </a:lnTo>
                  <a:cubicBezTo>
                    <a:pt x="1429" y="620"/>
                    <a:pt x="1572" y="477"/>
                    <a:pt x="1548" y="262"/>
                  </a:cubicBezTo>
                  <a:cubicBezTo>
                    <a:pt x="1548" y="120"/>
                    <a:pt x="1382" y="0"/>
                    <a:pt x="1239"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3" name="Google Shape;23003;p140"/>
            <p:cNvSpPr/>
            <p:nvPr/>
          </p:nvSpPr>
          <p:spPr>
            <a:xfrm>
              <a:off x="7144365" y="2082104"/>
              <a:ext cx="50894" cy="20060"/>
            </a:xfrm>
            <a:custGeom>
              <a:avLst/>
              <a:gdLst/>
              <a:ahLst/>
              <a:cxnLst/>
              <a:rect l="l" t="t" r="r" b="b"/>
              <a:pathLst>
                <a:path w="1573" h="620" extrusionOk="0">
                  <a:moveTo>
                    <a:pt x="0" y="1"/>
                  </a:moveTo>
                  <a:lnTo>
                    <a:pt x="0" y="620"/>
                  </a:lnTo>
                  <a:lnTo>
                    <a:pt x="1239" y="620"/>
                  </a:lnTo>
                  <a:cubicBezTo>
                    <a:pt x="1429" y="620"/>
                    <a:pt x="1572" y="477"/>
                    <a:pt x="1548" y="263"/>
                  </a:cubicBezTo>
                  <a:cubicBezTo>
                    <a:pt x="1548" y="120"/>
                    <a:pt x="1382" y="1"/>
                    <a:pt x="1239"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4" name="Google Shape;23004;p140"/>
            <p:cNvSpPr/>
            <p:nvPr/>
          </p:nvSpPr>
          <p:spPr>
            <a:xfrm>
              <a:off x="7144365" y="2122158"/>
              <a:ext cx="50894" cy="20092"/>
            </a:xfrm>
            <a:custGeom>
              <a:avLst/>
              <a:gdLst/>
              <a:ahLst/>
              <a:cxnLst/>
              <a:rect l="l" t="t" r="r" b="b"/>
              <a:pathLst>
                <a:path w="1573" h="621" extrusionOk="0">
                  <a:moveTo>
                    <a:pt x="0" y="1"/>
                  </a:moveTo>
                  <a:lnTo>
                    <a:pt x="0" y="620"/>
                  </a:lnTo>
                  <a:lnTo>
                    <a:pt x="1239" y="620"/>
                  </a:lnTo>
                  <a:cubicBezTo>
                    <a:pt x="1429" y="620"/>
                    <a:pt x="1572" y="477"/>
                    <a:pt x="1548" y="263"/>
                  </a:cubicBezTo>
                  <a:cubicBezTo>
                    <a:pt x="1548" y="120"/>
                    <a:pt x="1382" y="1"/>
                    <a:pt x="1239"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5" name="Google Shape;23005;p140"/>
            <p:cNvSpPr/>
            <p:nvPr/>
          </p:nvSpPr>
          <p:spPr>
            <a:xfrm>
              <a:off x="7144365" y="2163022"/>
              <a:ext cx="50894" cy="20060"/>
            </a:xfrm>
            <a:custGeom>
              <a:avLst/>
              <a:gdLst/>
              <a:ahLst/>
              <a:cxnLst/>
              <a:rect l="l" t="t" r="r" b="b"/>
              <a:pathLst>
                <a:path w="1573" h="620" extrusionOk="0">
                  <a:moveTo>
                    <a:pt x="0" y="0"/>
                  </a:moveTo>
                  <a:lnTo>
                    <a:pt x="0" y="619"/>
                  </a:lnTo>
                  <a:lnTo>
                    <a:pt x="1239" y="619"/>
                  </a:lnTo>
                  <a:cubicBezTo>
                    <a:pt x="1429" y="619"/>
                    <a:pt x="1572" y="476"/>
                    <a:pt x="1548" y="262"/>
                  </a:cubicBezTo>
                  <a:cubicBezTo>
                    <a:pt x="1548" y="119"/>
                    <a:pt x="1382" y="0"/>
                    <a:pt x="1239"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6" name="Google Shape;23006;p140"/>
            <p:cNvSpPr/>
            <p:nvPr/>
          </p:nvSpPr>
          <p:spPr>
            <a:xfrm>
              <a:off x="7092727" y="2163022"/>
              <a:ext cx="21613" cy="20837"/>
            </a:xfrm>
            <a:custGeom>
              <a:avLst/>
              <a:gdLst/>
              <a:ahLst/>
              <a:cxnLst/>
              <a:rect l="l" t="t" r="r" b="b"/>
              <a:pathLst>
                <a:path w="668" h="644" extrusionOk="0">
                  <a:moveTo>
                    <a:pt x="334" y="0"/>
                  </a:moveTo>
                  <a:cubicBezTo>
                    <a:pt x="144" y="0"/>
                    <a:pt x="1" y="143"/>
                    <a:pt x="1" y="310"/>
                  </a:cubicBezTo>
                  <a:cubicBezTo>
                    <a:pt x="1" y="500"/>
                    <a:pt x="144" y="643"/>
                    <a:pt x="334" y="643"/>
                  </a:cubicBezTo>
                  <a:cubicBezTo>
                    <a:pt x="525" y="643"/>
                    <a:pt x="668" y="500"/>
                    <a:pt x="668" y="310"/>
                  </a:cubicBezTo>
                  <a:cubicBezTo>
                    <a:pt x="668" y="143"/>
                    <a:pt x="525" y="0"/>
                    <a:pt x="334"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7" name="Google Shape;23007;p140"/>
            <p:cNvSpPr/>
            <p:nvPr/>
          </p:nvSpPr>
          <p:spPr>
            <a:xfrm>
              <a:off x="7299991" y="1930329"/>
              <a:ext cx="65551" cy="104054"/>
            </a:xfrm>
            <a:custGeom>
              <a:avLst/>
              <a:gdLst/>
              <a:ahLst/>
              <a:cxnLst/>
              <a:rect l="l" t="t" r="r" b="b"/>
              <a:pathLst>
                <a:path w="2026" h="3216" extrusionOk="0">
                  <a:moveTo>
                    <a:pt x="1001" y="0"/>
                  </a:moveTo>
                  <a:cubicBezTo>
                    <a:pt x="858" y="0"/>
                    <a:pt x="739" y="95"/>
                    <a:pt x="715" y="238"/>
                  </a:cubicBezTo>
                  <a:lnTo>
                    <a:pt x="25" y="2810"/>
                  </a:lnTo>
                  <a:cubicBezTo>
                    <a:pt x="1" y="2953"/>
                    <a:pt x="72" y="3072"/>
                    <a:pt x="191" y="3168"/>
                  </a:cubicBezTo>
                  <a:cubicBezTo>
                    <a:pt x="239" y="3215"/>
                    <a:pt x="287" y="3215"/>
                    <a:pt x="358" y="3215"/>
                  </a:cubicBezTo>
                  <a:lnTo>
                    <a:pt x="1692" y="3215"/>
                  </a:lnTo>
                  <a:cubicBezTo>
                    <a:pt x="1787" y="3215"/>
                    <a:pt x="1906" y="3191"/>
                    <a:pt x="1930" y="3072"/>
                  </a:cubicBezTo>
                  <a:cubicBezTo>
                    <a:pt x="2001" y="3025"/>
                    <a:pt x="2025" y="2906"/>
                    <a:pt x="2001" y="2810"/>
                  </a:cubicBezTo>
                  <a:lnTo>
                    <a:pt x="1311" y="238"/>
                  </a:lnTo>
                  <a:cubicBezTo>
                    <a:pt x="1287" y="95"/>
                    <a:pt x="1168" y="0"/>
                    <a:pt x="1001"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8" name="Google Shape;23008;p140"/>
            <p:cNvSpPr/>
            <p:nvPr/>
          </p:nvSpPr>
          <p:spPr>
            <a:xfrm>
              <a:off x="7333899" y="1930329"/>
              <a:ext cx="32387" cy="104054"/>
            </a:xfrm>
            <a:custGeom>
              <a:avLst/>
              <a:gdLst/>
              <a:ahLst/>
              <a:cxnLst/>
              <a:rect l="l" t="t" r="r" b="b"/>
              <a:pathLst>
                <a:path w="1001" h="3216" extrusionOk="0">
                  <a:moveTo>
                    <a:pt x="1" y="0"/>
                  </a:moveTo>
                  <a:lnTo>
                    <a:pt x="1" y="3191"/>
                  </a:lnTo>
                  <a:lnTo>
                    <a:pt x="644" y="3191"/>
                  </a:lnTo>
                  <a:lnTo>
                    <a:pt x="644" y="3215"/>
                  </a:lnTo>
                  <a:cubicBezTo>
                    <a:pt x="715" y="3215"/>
                    <a:pt x="763" y="3215"/>
                    <a:pt x="834" y="3168"/>
                  </a:cubicBezTo>
                  <a:cubicBezTo>
                    <a:pt x="953" y="3072"/>
                    <a:pt x="1001" y="2953"/>
                    <a:pt x="977" y="2810"/>
                  </a:cubicBezTo>
                  <a:lnTo>
                    <a:pt x="287" y="238"/>
                  </a:lnTo>
                  <a:cubicBezTo>
                    <a:pt x="263" y="95"/>
                    <a:pt x="144"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9" name="Google Shape;23009;p140"/>
            <p:cNvSpPr/>
            <p:nvPr/>
          </p:nvSpPr>
          <p:spPr>
            <a:xfrm>
              <a:off x="7300768" y="2025095"/>
              <a:ext cx="64775" cy="200375"/>
            </a:xfrm>
            <a:custGeom>
              <a:avLst/>
              <a:gdLst/>
              <a:ahLst/>
              <a:cxnLst/>
              <a:rect l="l" t="t" r="r" b="b"/>
              <a:pathLst>
                <a:path w="2002" h="6193" extrusionOk="0">
                  <a:moveTo>
                    <a:pt x="1" y="0"/>
                  </a:moveTo>
                  <a:lnTo>
                    <a:pt x="1" y="5859"/>
                  </a:lnTo>
                  <a:cubicBezTo>
                    <a:pt x="1" y="6025"/>
                    <a:pt x="120" y="6192"/>
                    <a:pt x="286" y="6192"/>
                  </a:cubicBezTo>
                  <a:lnTo>
                    <a:pt x="1739" y="6192"/>
                  </a:lnTo>
                  <a:cubicBezTo>
                    <a:pt x="1882" y="6192"/>
                    <a:pt x="2001" y="6025"/>
                    <a:pt x="2001" y="5859"/>
                  </a:cubicBezTo>
                  <a:lnTo>
                    <a:pt x="2001"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0" name="Google Shape;23010;p140"/>
            <p:cNvSpPr/>
            <p:nvPr/>
          </p:nvSpPr>
          <p:spPr>
            <a:xfrm>
              <a:off x="7333122" y="2024319"/>
              <a:ext cx="32420" cy="200375"/>
            </a:xfrm>
            <a:custGeom>
              <a:avLst/>
              <a:gdLst/>
              <a:ahLst/>
              <a:cxnLst/>
              <a:rect l="l" t="t" r="r" b="b"/>
              <a:pathLst>
                <a:path w="1002" h="6193" extrusionOk="0">
                  <a:moveTo>
                    <a:pt x="1" y="1"/>
                  </a:moveTo>
                  <a:lnTo>
                    <a:pt x="1" y="6192"/>
                  </a:lnTo>
                  <a:lnTo>
                    <a:pt x="739" y="6192"/>
                  </a:lnTo>
                  <a:cubicBezTo>
                    <a:pt x="882" y="6192"/>
                    <a:pt x="1001" y="6026"/>
                    <a:pt x="1001" y="5859"/>
                  </a:cubicBezTo>
                  <a:lnTo>
                    <a:pt x="1001"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1" name="Google Shape;23011;p140"/>
            <p:cNvSpPr/>
            <p:nvPr/>
          </p:nvSpPr>
          <p:spPr>
            <a:xfrm>
              <a:off x="7300768" y="2213851"/>
              <a:ext cx="64775" cy="64775"/>
            </a:xfrm>
            <a:custGeom>
              <a:avLst/>
              <a:gdLst/>
              <a:ahLst/>
              <a:cxnLst/>
              <a:rect l="l" t="t" r="r" b="b"/>
              <a:pathLst>
                <a:path w="2002" h="2002" extrusionOk="0">
                  <a:moveTo>
                    <a:pt x="1" y="1"/>
                  </a:moveTo>
                  <a:lnTo>
                    <a:pt x="1" y="1358"/>
                  </a:lnTo>
                  <a:cubicBezTo>
                    <a:pt x="1" y="1716"/>
                    <a:pt x="263" y="2001"/>
                    <a:pt x="644" y="2001"/>
                  </a:cubicBezTo>
                  <a:lnTo>
                    <a:pt x="1382" y="2001"/>
                  </a:lnTo>
                  <a:cubicBezTo>
                    <a:pt x="1739" y="2001"/>
                    <a:pt x="2001" y="1716"/>
                    <a:pt x="2001" y="1358"/>
                  </a:cubicBezTo>
                  <a:lnTo>
                    <a:pt x="200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2" name="Google Shape;23012;p140"/>
            <p:cNvSpPr/>
            <p:nvPr/>
          </p:nvSpPr>
          <p:spPr>
            <a:xfrm>
              <a:off x="7333122" y="2213851"/>
              <a:ext cx="32420" cy="64775"/>
            </a:xfrm>
            <a:custGeom>
              <a:avLst/>
              <a:gdLst/>
              <a:ahLst/>
              <a:cxnLst/>
              <a:rect l="l" t="t" r="r" b="b"/>
              <a:pathLst>
                <a:path w="1002" h="2002" extrusionOk="0">
                  <a:moveTo>
                    <a:pt x="1" y="1"/>
                  </a:moveTo>
                  <a:lnTo>
                    <a:pt x="1" y="2001"/>
                  </a:lnTo>
                  <a:lnTo>
                    <a:pt x="382" y="2001"/>
                  </a:lnTo>
                  <a:cubicBezTo>
                    <a:pt x="739" y="2001"/>
                    <a:pt x="1001" y="1716"/>
                    <a:pt x="1001" y="1358"/>
                  </a:cubicBezTo>
                  <a:lnTo>
                    <a:pt x="100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13" name="Google Shape;23013;p140"/>
          <p:cNvGrpSpPr/>
          <p:nvPr/>
        </p:nvGrpSpPr>
        <p:grpSpPr>
          <a:xfrm>
            <a:off x="7775410" y="1779450"/>
            <a:ext cx="332897" cy="346781"/>
            <a:chOff x="7775410" y="1931850"/>
            <a:chExt cx="332897" cy="346781"/>
          </a:xfrm>
        </p:grpSpPr>
        <p:sp>
          <p:nvSpPr>
            <p:cNvPr id="23014" name="Google Shape;23014;p140"/>
            <p:cNvSpPr/>
            <p:nvPr/>
          </p:nvSpPr>
          <p:spPr>
            <a:xfrm>
              <a:off x="7775410" y="2072850"/>
              <a:ext cx="62445" cy="61701"/>
            </a:xfrm>
            <a:custGeom>
              <a:avLst/>
              <a:gdLst/>
              <a:ahLst/>
              <a:cxnLst/>
              <a:rect l="l" t="t" r="r" b="b"/>
              <a:pathLst>
                <a:path w="1930" h="1907" extrusionOk="0">
                  <a:moveTo>
                    <a:pt x="977" y="1"/>
                  </a:moveTo>
                  <a:cubicBezTo>
                    <a:pt x="429" y="1"/>
                    <a:pt x="0" y="453"/>
                    <a:pt x="0" y="953"/>
                  </a:cubicBezTo>
                  <a:cubicBezTo>
                    <a:pt x="0" y="1501"/>
                    <a:pt x="453" y="1906"/>
                    <a:pt x="977" y="1906"/>
                  </a:cubicBezTo>
                  <a:lnTo>
                    <a:pt x="1596" y="1906"/>
                  </a:lnTo>
                  <a:cubicBezTo>
                    <a:pt x="1739" y="1906"/>
                    <a:pt x="1882" y="1763"/>
                    <a:pt x="1929" y="1644"/>
                  </a:cubicBezTo>
                  <a:cubicBezTo>
                    <a:pt x="1929" y="1477"/>
                    <a:pt x="1763" y="1311"/>
                    <a:pt x="1596" y="1311"/>
                  </a:cubicBezTo>
                  <a:lnTo>
                    <a:pt x="977" y="1311"/>
                  </a:lnTo>
                  <a:cubicBezTo>
                    <a:pt x="786" y="1311"/>
                    <a:pt x="643" y="1168"/>
                    <a:pt x="643" y="1001"/>
                  </a:cubicBezTo>
                  <a:cubicBezTo>
                    <a:pt x="643" y="811"/>
                    <a:pt x="786" y="668"/>
                    <a:pt x="977" y="668"/>
                  </a:cubicBezTo>
                  <a:lnTo>
                    <a:pt x="1596" y="668"/>
                  </a:lnTo>
                  <a:cubicBezTo>
                    <a:pt x="1763" y="668"/>
                    <a:pt x="1929" y="525"/>
                    <a:pt x="1929" y="334"/>
                  </a:cubicBezTo>
                  <a:cubicBezTo>
                    <a:pt x="1929" y="168"/>
                    <a:pt x="1763" y="1"/>
                    <a:pt x="1596"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5" name="Google Shape;23015;p140"/>
            <p:cNvSpPr/>
            <p:nvPr/>
          </p:nvSpPr>
          <p:spPr>
            <a:xfrm>
              <a:off x="7775410" y="1964981"/>
              <a:ext cx="62445" cy="61701"/>
            </a:xfrm>
            <a:custGeom>
              <a:avLst/>
              <a:gdLst/>
              <a:ahLst/>
              <a:cxnLst/>
              <a:rect l="l" t="t" r="r" b="b"/>
              <a:pathLst>
                <a:path w="1930" h="1907" extrusionOk="0">
                  <a:moveTo>
                    <a:pt x="977" y="1"/>
                  </a:moveTo>
                  <a:cubicBezTo>
                    <a:pt x="429" y="1"/>
                    <a:pt x="0" y="453"/>
                    <a:pt x="0" y="953"/>
                  </a:cubicBezTo>
                  <a:cubicBezTo>
                    <a:pt x="0" y="1501"/>
                    <a:pt x="453" y="1906"/>
                    <a:pt x="977" y="1906"/>
                  </a:cubicBezTo>
                  <a:lnTo>
                    <a:pt x="1596" y="1906"/>
                  </a:lnTo>
                  <a:cubicBezTo>
                    <a:pt x="1739" y="1906"/>
                    <a:pt x="1882" y="1763"/>
                    <a:pt x="1929" y="1644"/>
                  </a:cubicBezTo>
                  <a:cubicBezTo>
                    <a:pt x="1929" y="1477"/>
                    <a:pt x="1763" y="1311"/>
                    <a:pt x="1596" y="1311"/>
                  </a:cubicBezTo>
                  <a:lnTo>
                    <a:pt x="977" y="1311"/>
                  </a:lnTo>
                  <a:cubicBezTo>
                    <a:pt x="786" y="1311"/>
                    <a:pt x="643" y="1168"/>
                    <a:pt x="643" y="1001"/>
                  </a:cubicBezTo>
                  <a:cubicBezTo>
                    <a:pt x="643" y="811"/>
                    <a:pt x="786" y="668"/>
                    <a:pt x="977" y="668"/>
                  </a:cubicBezTo>
                  <a:lnTo>
                    <a:pt x="1596" y="668"/>
                  </a:lnTo>
                  <a:cubicBezTo>
                    <a:pt x="1763" y="668"/>
                    <a:pt x="1929" y="525"/>
                    <a:pt x="1929" y="334"/>
                  </a:cubicBezTo>
                  <a:cubicBezTo>
                    <a:pt x="1929" y="168"/>
                    <a:pt x="1763" y="1"/>
                    <a:pt x="1596"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6" name="Google Shape;23016;p140"/>
            <p:cNvSpPr/>
            <p:nvPr/>
          </p:nvSpPr>
          <p:spPr>
            <a:xfrm>
              <a:off x="7775410" y="2183049"/>
              <a:ext cx="62445" cy="61669"/>
            </a:xfrm>
            <a:custGeom>
              <a:avLst/>
              <a:gdLst/>
              <a:ahLst/>
              <a:cxnLst/>
              <a:rect l="l" t="t" r="r" b="b"/>
              <a:pathLst>
                <a:path w="1930" h="1906" extrusionOk="0">
                  <a:moveTo>
                    <a:pt x="977" y="0"/>
                  </a:moveTo>
                  <a:cubicBezTo>
                    <a:pt x="429" y="0"/>
                    <a:pt x="0" y="453"/>
                    <a:pt x="0" y="953"/>
                  </a:cubicBezTo>
                  <a:cubicBezTo>
                    <a:pt x="0" y="1477"/>
                    <a:pt x="453" y="1905"/>
                    <a:pt x="977" y="1905"/>
                  </a:cubicBezTo>
                  <a:lnTo>
                    <a:pt x="1596" y="1905"/>
                  </a:lnTo>
                  <a:cubicBezTo>
                    <a:pt x="1739" y="1905"/>
                    <a:pt x="1882" y="1763"/>
                    <a:pt x="1929" y="1644"/>
                  </a:cubicBezTo>
                  <a:cubicBezTo>
                    <a:pt x="1929" y="1453"/>
                    <a:pt x="1763" y="1310"/>
                    <a:pt x="1596" y="1310"/>
                  </a:cubicBezTo>
                  <a:lnTo>
                    <a:pt x="977" y="1310"/>
                  </a:lnTo>
                  <a:cubicBezTo>
                    <a:pt x="786" y="1310"/>
                    <a:pt x="643" y="1167"/>
                    <a:pt x="643" y="977"/>
                  </a:cubicBezTo>
                  <a:cubicBezTo>
                    <a:pt x="643" y="810"/>
                    <a:pt x="786" y="643"/>
                    <a:pt x="977" y="643"/>
                  </a:cubicBezTo>
                  <a:lnTo>
                    <a:pt x="1596" y="643"/>
                  </a:lnTo>
                  <a:cubicBezTo>
                    <a:pt x="1763" y="643"/>
                    <a:pt x="1929" y="500"/>
                    <a:pt x="1929" y="334"/>
                  </a:cubicBezTo>
                  <a:cubicBezTo>
                    <a:pt x="1929" y="143"/>
                    <a:pt x="1763" y="0"/>
                    <a:pt x="159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7" name="Google Shape;23017;p140"/>
            <p:cNvSpPr/>
            <p:nvPr/>
          </p:nvSpPr>
          <p:spPr>
            <a:xfrm>
              <a:off x="7816241" y="1931850"/>
              <a:ext cx="61669" cy="346781"/>
            </a:xfrm>
            <a:custGeom>
              <a:avLst/>
              <a:gdLst/>
              <a:ahLst/>
              <a:cxnLst/>
              <a:rect l="l" t="t" r="r" b="b"/>
              <a:pathLst>
                <a:path w="1906" h="10718" extrusionOk="0">
                  <a:moveTo>
                    <a:pt x="1168" y="1"/>
                  </a:moveTo>
                  <a:cubicBezTo>
                    <a:pt x="501" y="1"/>
                    <a:pt x="1" y="525"/>
                    <a:pt x="1" y="1144"/>
                  </a:cubicBezTo>
                  <a:lnTo>
                    <a:pt x="1" y="9550"/>
                  </a:lnTo>
                  <a:cubicBezTo>
                    <a:pt x="1" y="10193"/>
                    <a:pt x="548" y="10717"/>
                    <a:pt x="1168" y="10717"/>
                  </a:cubicBezTo>
                  <a:lnTo>
                    <a:pt x="1572" y="10717"/>
                  </a:lnTo>
                  <a:cubicBezTo>
                    <a:pt x="1763" y="10717"/>
                    <a:pt x="1882" y="10551"/>
                    <a:pt x="1906" y="10384"/>
                  </a:cubicBezTo>
                  <a:lnTo>
                    <a:pt x="1906" y="310"/>
                  </a:lnTo>
                  <a:cubicBezTo>
                    <a:pt x="1906" y="144"/>
                    <a:pt x="1763" y="1"/>
                    <a:pt x="1572"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8" name="Google Shape;23018;p140"/>
            <p:cNvSpPr/>
            <p:nvPr/>
          </p:nvSpPr>
          <p:spPr>
            <a:xfrm>
              <a:off x="8046638" y="1931850"/>
              <a:ext cx="61669" cy="150289"/>
            </a:xfrm>
            <a:custGeom>
              <a:avLst/>
              <a:gdLst/>
              <a:ahLst/>
              <a:cxnLst/>
              <a:rect l="l" t="t" r="r" b="b"/>
              <a:pathLst>
                <a:path w="1906" h="4645" extrusionOk="0">
                  <a:moveTo>
                    <a:pt x="334" y="1"/>
                  </a:moveTo>
                  <a:cubicBezTo>
                    <a:pt x="143" y="1"/>
                    <a:pt x="0" y="144"/>
                    <a:pt x="0" y="310"/>
                  </a:cubicBezTo>
                  <a:lnTo>
                    <a:pt x="0" y="4311"/>
                  </a:lnTo>
                  <a:cubicBezTo>
                    <a:pt x="0" y="4478"/>
                    <a:pt x="143" y="4645"/>
                    <a:pt x="334" y="4645"/>
                  </a:cubicBezTo>
                  <a:lnTo>
                    <a:pt x="1572" y="4645"/>
                  </a:lnTo>
                  <a:cubicBezTo>
                    <a:pt x="1715" y="4645"/>
                    <a:pt x="1881" y="4478"/>
                    <a:pt x="1905" y="4311"/>
                  </a:cubicBezTo>
                  <a:lnTo>
                    <a:pt x="1905" y="1573"/>
                  </a:lnTo>
                  <a:cubicBezTo>
                    <a:pt x="1905" y="715"/>
                    <a:pt x="1191" y="1"/>
                    <a:pt x="334"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9" name="Google Shape;23019;p140"/>
            <p:cNvSpPr/>
            <p:nvPr/>
          </p:nvSpPr>
          <p:spPr>
            <a:xfrm>
              <a:off x="8046638" y="2012768"/>
              <a:ext cx="61669" cy="150289"/>
            </a:xfrm>
            <a:custGeom>
              <a:avLst/>
              <a:gdLst/>
              <a:ahLst/>
              <a:cxnLst/>
              <a:rect l="l" t="t" r="r" b="b"/>
              <a:pathLst>
                <a:path w="1906" h="4645" extrusionOk="0">
                  <a:moveTo>
                    <a:pt x="334" y="0"/>
                  </a:moveTo>
                  <a:cubicBezTo>
                    <a:pt x="143" y="0"/>
                    <a:pt x="0" y="143"/>
                    <a:pt x="0" y="310"/>
                  </a:cubicBezTo>
                  <a:lnTo>
                    <a:pt x="0" y="4311"/>
                  </a:lnTo>
                  <a:cubicBezTo>
                    <a:pt x="0" y="4477"/>
                    <a:pt x="143" y="4644"/>
                    <a:pt x="334" y="4644"/>
                  </a:cubicBezTo>
                  <a:lnTo>
                    <a:pt x="1572" y="4644"/>
                  </a:lnTo>
                  <a:cubicBezTo>
                    <a:pt x="1715" y="4644"/>
                    <a:pt x="1881" y="4477"/>
                    <a:pt x="1905" y="4311"/>
                  </a:cubicBezTo>
                  <a:lnTo>
                    <a:pt x="1905" y="1572"/>
                  </a:lnTo>
                  <a:cubicBezTo>
                    <a:pt x="1905" y="715"/>
                    <a:pt x="1191" y="0"/>
                    <a:pt x="334"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0" name="Google Shape;23020;p140"/>
            <p:cNvSpPr/>
            <p:nvPr/>
          </p:nvSpPr>
          <p:spPr>
            <a:xfrm>
              <a:off x="8046638" y="2094431"/>
              <a:ext cx="61669" cy="184197"/>
            </a:xfrm>
            <a:custGeom>
              <a:avLst/>
              <a:gdLst/>
              <a:ahLst/>
              <a:cxnLst/>
              <a:rect l="l" t="t" r="r" b="b"/>
              <a:pathLst>
                <a:path w="1906" h="5693" extrusionOk="0">
                  <a:moveTo>
                    <a:pt x="334" y="1"/>
                  </a:moveTo>
                  <a:cubicBezTo>
                    <a:pt x="143" y="1"/>
                    <a:pt x="0" y="144"/>
                    <a:pt x="0" y="334"/>
                  </a:cubicBezTo>
                  <a:lnTo>
                    <a:pt x="0" y="5359"/>
                  </a:lnTo>
                  <a:cubicBezTo>
                    <a:pt x="0" y="5526"/>
                    <a:pt x="143" y="5692"/>
                    <a:pt x="334" y="5692"/>
                  </a:cubicBezTo>
                  <a:lnTo>
                    <a:pt x="1572" y="5692"/>
                  </a:lnTo>
                  <a:cubicBezTo>
                    <a:pt x="1715" y="5692"/>
                    <a:pt x="1881" y="5526"/>
                    <a:pt x="1905" y="5359"/>
                  </a:cubicBezTo>
                  <a:lnTo>
                    <a:pt x="1905" y="1572"/>
                  </a:lnTo>
                  <a:cubicBezTo>
                    <a:pt x="1905" y="715"/>
                    <a:pt x="1191" y="1"/>
                    <a:pt x="334"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1" name="Google Shape;23021;p140"/>
            <p:cNvSpPr/>
            <p:nvPr/>
          </p:nvSpPr>
          <p:spPr>
            <a:xfrm>
              <a:off x="8046638" y="2175349"/>
              <a:ext cx="61669" cy="103277"/>
            </a:xfrm>
            <a:custGeom>
              <a:avLst/>
              <a:gdLst/>
              <a:ahLst/>
              <a:cxnLst/>
              <a:rect l="l" t="t" r="r" b="b"/>
              <a:pathLst>
                <a:path w="1906" h="3192" extrusionOk="0">
                  <a:moveTo>
                    <a:pt x="334" y="0"/>
                  </a:moveTo>
                  <a:cubicBezTo>
                    <a:pt x="143" y="0"/>
                    <a:pt x="0" y="143"/>
                    <a:pt x="0" y="334"/>
                  </a:cubicBezTo>
                  <a:lnTo>
                    <a:pt x="0" y="2858"/>
                  </a:lnTo>
                  <a:cubicBezTo>
                    <a:pt x="0" y="3025"/>
                    <a:pt x="143" y="3191"/>
                    <a:pt x="334" y="3191"/>
                  </a:cubicBezTo>
                  <a:lnTo>
                    <a:pt x="1572" y="3191"/>
                  </a:lnTo>
                  <a:cubicBezTo>
                    <a:pt x="1715" y="3191"/>
                    <a:pt x="1881" y="3025"/>
                    <a:pt x="1905" y="2834"/>
                  </a:cubicBezTo>
                  <a:lnTo>
                    <a:pt x="1905" y="1572"/>
                  </a:lnTo>
                  <a:cubicBezTo>
                    <a:pt x="1905" y="715"/>
                    <a:pt x="1191" y="0"/>
                    <a:pt x="334"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2" name="Google Shape;23022;p140"/>
            <p:cNvSpPr/>
            <p:nvPr/>
          </p:nvSpPr>
          <p:spPr>
            <a:xfrm>
              <a:off x="7867103" y="1931850"/>
              <a:ext cx="190344" cy="346781"/>
            </a:xfrm>
            <a:custGeom>
              <a:avLst/>
              <a:gdLst/>
              <a:ahLst/>
              <a:cxnLst/>
              <a:rect l="l" t="t" r="r" b="b"/>
              <a:pathLst>
                <a:path w="5883" h="10718" extrusionOk="0">
                  <a:moveTo>
                    <a:pt x="0" y="1"/>
                  </a:moveTo>
                  <a:lnTo>
                    <a:pt x="0" y="10717"/>
                  </a:lnTo>
                  <a:lnTo>
                    <a:pt x="5883" y="10717"/>
                  </a:lnTo>
                  <a:lnTo>
                    <a:pt x="5883"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3" name="Google Shape;23023;p140"/>
            <p:cNvSpPr/>
            <p:nvPr/>
          </p:nvSpPr>
          <p:spPr>
            <a:xfrm>
              <a:off x="7961869" y="1931850"/>
              <a:ext cx="94024" cy="346781"/>
            </a:xfrm>
            <a:custGeom>
              <a:avLst/>
              <a:gdLst/>
              <a:ahLst/>
              <a:cxnLst/>
              <a:rect l="l" t="t" r="r" b="b"/>
              <a:pathLst>
                <a:path w="2906" h="10718" extrusionOk="0">
                  <a:moveTo>
                    <a:pt x="1" y="1"/>
                  </a:moveTo>
                  <a:lnTo>
                    <a:pt x="1" y="10717"/>
                  </a:lnTo>
                  <a:lnTo>
                    <a:pt x="2906" y="10717"/>
                  </a:lnTo>
                  <a:lnTo>
                    <a:pt x="2906"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4" name="Google Shape;23024;p140"/>
            <p:cNvSpPr/>
            <p:nvPr/>
          </p:nvSpPr>
          <p:spPr>
            <a:xfrm>
              <a:off x="7897160" y="2153769"/>
              <a:ext cx="129452" cy="21613"/>
            </a:xfrm>
            <a:custGeom>
              <a:avLst/>
              <a:gdLst/>
              <a:ahLst/>
              <a:cxnLst/>
              <a:rect l="l" t="t" r="r" b="b"/>
              <a:pathLst>
                <a:path w="4001" h="668" extrusionOk="0">
                  <a:moveTo>
                    <a:pt x="334" y="0"/>
                  </a:moveTo>
                  <a:cubicBezTo>
                    <a:pt x="143" y="0"/>
                    <a:pt x="0" y="167"/>
                    <a:pt x="0" y="334"/>
                  </a:cubicBezTo>
                  <a:cubicBezTo>
                    <a:pt x="0" y="524"/>
                    <a:pt x="143" y="667"/>
                    <a:pt x="334" y="667"/>
                  </a:cubicBezTo>
                  <a:lnTo>
                    <a:pt x="3668" y="667"/>
                  </a:lnTo>
                  <a:cubicBezTo>
                    <a:pt x="3834" y="667"/>
                    <a:pt x="4001" y="524"/>
                    <a:pt x="4001" y="334"/>
                  </a:cubicBezTo>
                  <a:cubicBezTo>
                    <a:pt x="4001" y="167"/>
                    <a:pt x="3834" y="0"/>
                    <a:pt x="3668"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5" name="Google Shape;23025;p140"/>
            <p:cNvSpPr/>
            <p:nvPr/>
          </p:nvSpPr>
          <p:spPr>
            <a:xfrm>
              <a:off x="7897160" y="2194600"/>
              <a:ext cx="129452" cy="20837"/>
            </a:xfrm>
            <a:custGeom>
              <a:avLst/>
              <a:gdLst/>
              <a:ahLst/>
              <a:cxnLst/>
              <a:rect l="l" t="t" r="r" b="b"/>
              <a:pathLst>
                <a:path w="4001" h="644" extrusionOk="0">
                  <a:moveTo>
                    <a:pt x="334" y="1"/>
                  </a:moveTo>
                  <a:cubicBezTo>
                    <a:pt x="143" y="1"/>
                    <a:pt x="0" y="143"/>
                    <a:pt x="0" y="334"/>
                  </a:cubicBezTo>
                  <a:cubicBezTo>
                    <a:pt x="0" y="501"/>
                    <a:pt x="143" y="644"/>
                    <a:pt x="334" y="644"/>
                  </a:cubicBezTo>
                  <a:lnTo>
                    <a:pt x="3668" y="644"/>
                  </a:lnTo>
                  <a:cubicBezTo>
                    <a:pt x="3834" y="644"/>
                    <a:pt x="4001" y="524"/>
                    <a:pt x="4001" y="334"/>
                  </a:cubicBezTo>
                  <a:cubicBezTo>
                    <a:pt x="4001" y="143"/>
                    <a:pt x="3834" y="1"/>
                    <a:pt x="3668"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6" name="Google Shape;23026;p140"/>
            <p:cNvSpPr/>
            <p:nvPr/>
          </p:nvSpPr>
          <p:spPr>
            <a:xfrm>
              <a:off x="7961869" y="2155322"/>
              <a:ext cx="64742" cy="20060"/>
            </a:xfrm>
            <a:custGeom>
              <a:avLst/>
              <a:gdLst/>
              <a:ahLst/>
              <a:cxnLst/>
              <a:rect l="l" t="t" r="r" b="b"/>
              <a:pathLst>
                <a:path w="2001" h="620" extrusionOk="0">
                  <a:moveTo>
                    <a:pt x="1" y="0"/>
                  </a:moveTo>
                  <a:lnTo>
                    <a:pt x="1" y="619"/>
                  </a:lnTo>
                  <a:lnTo>
                    <a:pt x="1668" y="619"/>
                  </a:lnTo>
                  <a:cubicBezTo>
                    <a:pt x="1834" y="619"/>
                    <a:pt x="2001" y="476"/>
                    <a:pt x="2001" y="286"/>
                  </a:cubicBezTo>
                  <a:cubicBezTo>
                    <a:pt x="2001" y="143"/>
                    <a:pt x="1834" y="0"/>
                    <a:pt x="1668"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7" name="Google Shape;23027;p140"/>
            <p:cNvSpPr/>
            <p:nvPr/>
          </p:nvSpPr>
          <p:spPr>
            <a:xfrm>
              <a:off x="7961869" y="2195376"/>
              <a:ext cx="64742" cy="20060"/>
            </a:xfrm>
            <a:custGeom>
              <a:avLst/>
              <a:gdLst/>
              <a:ahLst/>
              <a:cxnLst/>
              <a:rect l="l" t="t" r="r" b="b"/>
              <a:pathLst>
                <a:path w="2001" h="620" extrusionOk="0">
                  <a:moveTo>
                    <a:pt x="1" y="0"/>
                  </a:moveTo>
                  <a:lnTo>
                    <a:pt x="1" y="620"/>
                  </a:lnTo>
                  <a:lnTo>
                    <a:pt x="1668" y="620"/>
                  </a:lnTo>
                  <a:cubicBezTo>
                    <a:pt x="1834" y="620"/>
                    <a:pt x="2001" y="477"/>
                    <a:pt x="2001" y="310"/>
                  </a:cubicBezTo>
                  <a:cubicBezTo>
                    <a:pt x="2001" y="143"/>
                    <a:pt x="1834" y="0"/>
                    <a:pt x="1668"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8" name="Google Shape;23028;p140"/>
            <p:cNvSpPr/>
            <p:nvPr/>
          </p:nvSpPr>
          <p:spPr>
            <a:xfrm>
              <a:off x="7897160" y="2052823"/>
              <a:ext cx="129452" cy="81729"/>
            </a:xfrm>
            <a:custGeom>
              <a:avLst/>
              <a:gdLst/>
              <a:ahLst/>
              <a:cxnLst/>
              <a:rect l="l" t="t" r="r" b="b"/>
              <a:pathLst>
                <a:path w="4001" h="2526" extrusionOk="0">
                  <a:moveTo>
                    <a:pt x="2001" y="1"/>
                  </a:moveTo>
                  <a:cubicBezTo>
                    <a:pt x="881" y="1"/>
                    <a:pt x="0" y="906"/>
                    <a:pt x="0" y="2001"/>
                  </a:cubicBezTo>
                  <a:lnTo>
                    <a:pt x="0" y="2215"/>
                  </a:lnTo>
                  <a:cubicBezTo>
                    <a:pt x="0" y="2382"/>
                    <a:pt x="143" y="2525"/>
                    <a:pt x="334" y="2525"/>
                  </a:cubicBezTo>
                  <a:lnTo>
                    <a:pt x="3668" y="2525"/>
                  </a:lnTo>
                  <a:cubicBezTo>
                    <a:pt x="3834" y="2525"/>
                    <a:pt x="4001" y="2382"/>
                    <a:pt x="4001" y="2215"/>
                  </a:cubicBezTo>
                  <a:lnTo>
                    <a:pt x="4001" y="2001"/>
                  </a:lnTo>
                  <a:cubicBezTo>
                    <a:pt x="4001" y="906"/>
                    <a:pt x="3096" y="1"/>
                    <a:pt x="200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9" name="Google Shape;23029;p140"/>
            <p:cNvSpPr/>
            <p:nvPr/>
          </p:nvSpPr>
          <p:spPr>
            <a:xfrm>
              <a:off x="7961869" y="2052823"/>
              <a:ext cx="64742" cy="81729"/>
            </a:xfrm>
            <a:custGeom>
              <a:avLst/>
              <a:gdLst/>
              <a:ahLst/>
              <a:cxnLst/>
              <a:rect l="l" t="t" r="r" b="b"/>
              <a:pathLst>
                <a:path w="2001" h="2526" extrusionOk="0">
                  <a:moveTo>
                    <a:pt x="1" y="1"/>
                  </a:moveTo>
                  <a:lnTo>
                    <a:pt x="1" y="2501"/>
                  </a:lnTo>
                  <a:lnTo>
                    <a:pt x="1668" y="2501"/>
                  </a:lnTo>
                  <a:lnTo>
                    <a:pt x="1668" y="2525"/>
                  </a:lnTo>
                  <a:cubicBezTo>
                    <a:pt x="1834" y="2525"/>
                    <a:pt x="2001" y="2382"/>
                    <a:pt x="2001" y="2215"/>
                  </a:cubicBezTo>
                  <a:lnTo>
                    <a:pt x="2001" y="2001"/>
                  </a:lnTo>
                  <a:cubicBezTo>
                    <a:pt x="2001" y="906"/>
                    <a:pt x="1096" y="1"/>
                    <a:pt x="1"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0" name="Google Shape;23030;p140"/>
            <p:cNvSpPr/>
            <p:nvPr/>
          </p:nvSpPr>
          <p:spPr>
            <a:xfrm>
              <a:off x="7921038" y="1993485"/>
              <a:ext cx="80920" cy="80952"/>
            </a:xfrm>
            <a:custGeom>
              <a:avLst/>
              <a:gdLst/>
              <a:ahLst/>
              <a:cxnLst/>
              <a:rect l="l" t="t" r="r" b="b"/>
              <a:pathLst>
                <a:path w="2501" h="2502" extrusionOk="0">
                  <a:moveTo>
                    <a:pt x="1263" y="1"/>
                  </a:moveTo>
                  <a:cubicBezTo>
                    <a:pt x="572" y="1"/>
                    <a:pt x="0" y="549"/>
                    <a:pt x="0" y="1239"/>
                  </a:cubicBezTo>
                  <a:cubicBezTo>
                    <a:pt x="0" y="1930"/>
                    <a:pt x="572" y="2502"/>
                    <a:pt x="1263" y="2502"/>
                  </a:cubicBezTo>
                  <a:cubicBezTo>
                    <a:pt x="1953" y="2502"/>
                    <a:pt x="2501" y="1930"/>
                    <a:pt x="2501" y="1239"/>
                  </a:cubicBezTo>
                  <a:cubicBezTo>
                    <a:pt x="2501" y="549"/>
                    <a:pt x="1953" y="1"/>
                    <a:pt x="126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1" name="Google Shape;23031;p140"/>
            <p:cNvSpPr/>
            <p:nvPr/>
          </p:nvSpPr>
          <p:spPr>
            <a:xfrm>
              <a:off x="7961869" y="1993485"/>
              <a:ext cx="40088" cy="80952"/>
            </a:xfrm>
            <a:custGeom>
              <a:avLst/>
              <a:gdLst/>
              <a:ahLst/>
              <a:cxnLst/>
              <a:rect l="l" t="t" r="r" b="b"/>
              <a:pathLst>
                <a:path w="1239" h="2502" extrusionOk="0">
                  <a:moveTo>
                    <a:pt x="1" y="1"/>
                  </a:moveTo>
                  <a:lnTo>
                    <a:pt x="1" y="2502"/>
                  </a:lnTo>
                  <a:cubicBezTo>
                    <a:pt x="691" y="2502"/>
                    <a:pt x="1239" y="1930"/>
                    <a:pt x="1239" y="1239"/>
                  </a:cubicBezTo>
                  <a:cubicBezTo>
                    <a:pt x="1239" y="549"/>
                    <a:pt x="691" y="1"/>
                    <a:pt x="1"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32" name="Google Shape;23032;p140"/>
          <p:cNvGrpSpPr/>
          <p:nvPr/>
        </p:nvGrpSpPr>
        <p:grpSpPr>
          <a:xfrm>
            <a:off x="7768486" y="2338210"/>
            <a:ext cx="347525" cy="347393"/>
            <a:chOff x="7768486" y="2490610"/>
            <a:chExt cx="347525" cy="347393"/>
          </a:xfrm>
        </p:grpSpPr>
        <p:sp>
          <p:nvSpPr>
            <p:cNvPr id="23033" name="Google Shape;23033;p140"/>
            <p:cNvSpPr/>
            <p:nvPr/>
          </p:nvSpPr>
          <p:spPr>
            <a:xfrm>
              <a:off x="8011954" y="2490610"/>
              <a:ext cx="103277" cy="64484"/>
            </a:xfrm>
            <a:custGeom>
              <a:avLst/>
              <a:gdLst/>
              <a:ahLst/>
              <a:cxnLst/>
              <a:rect l="l" t="t" r="r" b="b"/>
              <a:pathLst>
                <a:path w="3192" h="1993" extrusionOk="0">
                  <a:moveTo>
                    <a:pt x="303" y="0"/>
                  </a:moveTo>
                  <a:cubicBezTo>
                    <a:pt x="242" y="0"/>
                    <a:pt x="187" y="34"/>
                    <a:pt x="120" y="68"/>
                  </a:cubicBezTo>
                  <a:cubicBezTo>
                    <a:pt x="48" y="139"/>
                    <a:pt x="0" y="211"/>
                    <a:pt x="0" y="306"/>
                  </a:cubicBezTo>
                  <a:lnTo>
                    <a:pt x="0" y="1687"/>
                  </a:lnTo>
                  <a:cubicBezTo>
                    <a:pt x="0" y="1806"/>
                    <a:pt x="48" y="1878"/>
                    <a:pt x="120" y="1925"/>
                  </a:cubicBezTo>
                  <a:cubicBezTo>
                    <a:pt x="153" y="1959"/>
                    <a:pt x="223" y="1993"/>
                    <a:pt x="294" y="1993"/>
                  </a:cubicBezTo>
                  <a:cubicBezTo>
                    <a:pt x="324" y="1993"/>
                    <a:pt x="354" y="1987"/>
                    <a:pt x="382" y="1973"/>
                  </a:cubicBezTo>
                  <a:lnTo>
                    <a:pt x="2953" y="1282"/>
                  </a:lnTo>
                  <a:cubicBezTo>
                    <a:pt x="3096" y="1258"/>
                    <a:pt x="3192" y="1139"/>
                    <a:pt x="3192" y="996"/>
                  </a:cubicBezTo>
                  <a:cubicBezTo>
                    <a:pt x="3192" y="854"/>
                    <a:pt x="3096" y="735"/>
                    <a:pt x="2953" y="687"/>
                  </a:cubicBezTo>
                  <a:lnTo>
                    <a:pt x="382" y="20"/>
                  </a:lnTo>
                  <a:cubicBezTo>
                    <a:pt x="354" y="6"/>
                    <a:pt x="328" y="0"/>
                    <a:pt x="30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4" name="Google Shape;23034;p140"/>
            <p:cNvSpPr/>
            <p:nvPr/>
          </p:nvSpPr>
          <p:spPr>
            <a:xfrm>
              <a:off x="8011954" y="2523612"/>
              <a:ext cx="104054" cy="32549"/>
            </a:xfrm>
            <a:custGeom>
              <a:avLst/>
              <a:gdLst/>
              <a:ahLst/>
              <a:cxnLst/>
              <a:rect l="l" t="t" r="r" b="b"/>
              <a:pathLst>
                <a:path w="3216" h="1006" extrusionOk="0">
                  <a:moveTo>
                    <a:pt x="24" y="0"/>
                  </a:moveTo>
                  <a:lnTo>
                    <a:pt x="24" y="667"/>
                  </a:lnTo>
                  <a:lnTo>
                    <a:pt x="0" y="667"/>
                  </a:lnTo>
                  <a:cubicBezTo>
                    <a:pt x="0" y="715"/>
                    <a:pt x="0" y="786"/>
                    <a:pt x="48" y="834"/>
                  </a:cubicBezTo>
                  <a:cubicBezTo>
                    <a:pt x="131" y="937"/>
                    <a:pt x="232" y="1005"/>
                    <a:pt x="351" y="1005"/>
                  </a:cubicBezTo>
                  <a:cubicBezTo>
                    <a:pt x="369" y="1005"/>
                    <a:pt x="387" y="1004"/>
                    <a:pt x="405" y="1000"/>
                  </a:cubicBezTo>
                  <a:lnTo>
                    <a:pt x="2977" y="310"/>
                  </a:lnTo>
                  <a:cubicBezTo>
                    <a:pt x="3120" y="262"/>
                    <a:pt x="3215" y="167"/>
                    <a:pt x="3215"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5" name="Google Shape;23035;p140"/>
            <p:cNvSpPr/>
            <p:nvPr/>
          </p:nvSpPr>
          <p:spPr>
            <a:xfrm>
              <a:off x="7822421" y="2491257"/>
              <a:ext cx="200342" cy="64742"/>
            </a:xfrm>
            <a:custGeom>
              <a:avLst/>
              <a:gdLst/>
              <a:ahLst/>
              <a:cxnLst/>
              <a:rect l="l" t="t" r="r" b="b"/>
              <a:pathLst>
                <a:path w="6192" h="2001" extrusionOk="0">
                  <a:moveTo>
                    <a:pt x="310" y="0"/>
                  </a:moveTo>
                  <a:cubicBezTo>
                    <a:pt x="143" y="0"/>
                    <a:pt x="0" y="119"/>
                    <a:pt x="0" y="262"/>
                  </a:cubicBezTo>
                  <a:lnTo>
                    <a:pt x="0" y="1715"/>
                  </a:lnTo>
                  <a:cubicBezTo>
                    <a:pt x="0" y="1881"/>
                    <a:pt x="143" y="2000"/>
                    <a:pt x="310" y="2000"/>
                  </a:cubicBezTo>
                  <a:lnTo>
                    <a:pt x="6192" y="2000"/>
                  </a:lnTo>
                  <a:lnTo>
                    <a:pt x="6192"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6" name="Google Shape;23036;p140"/>
            <p:cNvSpPr/>
            <p:nvPr/>
          </p:nvSpPr>
          <p:spPr>
            <a:xfrm>
              <a:off x="7822421" y="2522835"/>
              <a:ext cx="200342" cy="32387"/>
            </a:xfrm>
            <a:custGeom>
              <a:avLst/>
              <a:gdLst/>
              <a:ahLst/>
              <a:cxnLst/>
              <a:rect l="l" t="t" r="r" b="b"/>
              <a:pathLst>
                <a:path w="6192" h="1001" extrusionOk="0">
                  <a:moveTo>
                    <a:pt x="0" y="0"/>
                  </a:moveTo>
                  <a:lnTo>
                    <a:pt x="0" y="739"/>
                  </a:lnTo>
                  <a:cubicBezTo>
                    <a:pt x="0" y="882"/>
                    <a:pt x="143" y="1001"/>
                    <a:pt x="310" y="1001"/>
                  </a:cubicBezTo>
                  <a:lnTo>
                    <a:pt x="6192" y="1001"/>
                  </a:lnTo>
                  <a:lnTo>
                    <a:pt x="6192" y="0"/>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7" name="Google Shape;23037;p140"/>
            <p:cNvSpPr/>
            <p:nvPr/>
          </p:nvSpPr>
          <p:spPr>
            <a:xfrm>
              <a:off x="7768486" y="2491257"/>
              <a:ext cx="63966" cy="64742"/>
            </a:xfrm>
            <a:custGeom>
              <a:avLst/>
              <a:gdLst/>
              <a:ahLst/>
              <a:cxnLst/>
              <a:rect l="l" t="t" r="r" b="b"/>
              <a:pathLst>
                <a:path w="1977" h="2001" extrusionOk="0">
                  <a:moveTo>
                    <a:pt x="619" y="0"/>
                  </a:moveTo>
                  <a:cubicBezTo>
                    <a:pt x="262" y="0"/>
                    <a:pt x="0" y="262"/>
                    <a:pt x="0" y="619"/>
                  </a:cubicBezTo>
                  <a:lnTo>
                    <a:pt x="0" y="1357"/>
                  </a:lnTo>
                  <a:cubicBezTo>
                    <a:pt x="0" y="1715"/>
                    <a:pt x="262" y="2000"/>
                    <a:pt x="619" y="2000"/>
                  </a:cubicBezTo>
                  <a:lnTo>
                    <a:pt x="1977" y="2000"/>
                  </a:lnTo>
                  <a:lnTo>
                    <a:pt x="1977"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8" name="Google Shape;23038;p140"/>
            <p:cNvSpPr/>
            <p:nvPr/>
          </p:nvSpPr>
          <p:spPr>
            <a:xfrm>
              <a:off x="7768486" y="2522835"/>
              <a:ext cx="63966" cy="33164"/>
            </a:xfrm>
            <a:custGeom>
              <a:avLst/>
              <a:gdLst/>
              <a:ahLst/>
              <a:cxnLst/>
              <a:rect l="l" t="t" r="r" b="b"/>
              <a:pathLst>
                <a:path w="1977" h="1025" extrusionOk="0">
                  <a:moveTo>
                    <a:pt x="0" y="0"/>
                  </a:moveTo>
                  <a:lnTo>
                    <a:pt x="0" y="381"/>
                  </a:lnTo>
                  <a:cubicBezTo>
                    <a:pt x="0" y="739"/>
                    <a:pt x="262" y="1024"/>
                    <a:pt x="619" y="1024"/>
                  </a:cubicBezTo>
                  <a:lnTo>
                    <a:pt x="1977" y="1024"/>
                  </a:lnTo>
                  <a:lnTo>
                    <a:pt x="1977"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9" name="Google Shape;23039;p140"/>
            <p:cNvSpPr/>
            <p:nvPr/>
          </p:nvSpPr>
          <p:spPr>
            <a:xfrm>
              <a:off x="7768486" y="2614528"/>
              <a:ext cx="62445" cy="223476"/>
            </a:xfrm>
            <a:custGeom>
              <a:avLst/>
              <a:gdLst/>
              <a:ahLst/>
              <a:cxnLst/>
              <a:rect l="l" t="t" r="r" b="b"/>
              <a:pathLst>
                <a:path w="1930" h="6907" extrusionOk="0">
                  <a:moveTo>
                    <a:pt x="310" y="0"/>
                  </a:moveTo>
                  <a:cubicBezTo>
                    <a:pt x="143" y="0"/>
                    <a:pt x="0" y="143"/>
                    <a:pt x="0" y="334"/>
                  </a:cubicBezTo>
                  <a:lnTo>
                    <a:pt x="0" y="6573"/>
                  </a:lnTo>
                  <a:cubicBezTo>
                    <a:pt x="0" y="6764"/>
                    <a:pt x="143" y="6907"/>
                    <a:pt x="310" y="6907"/>
                  </a:cubicBezTo>
                  <a:lnTo>
                    <a:pt x="1929" y="6907"/>
                  </a:lnTo>
                  <a:lnTo>
                    <a:pt x="1929" y="0"/>
                  </a:ln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0" name="Google Shape;23040;p140"/>
            <p:cNvSpPr/>
            <p:nvPr/>
          </p:nvSpPr>
          <p:spPr>
            <a:xfrm>
              <a:off x="7810838" y="2614528"/>
              <a:ext cx="305172" cy="223476"/>
            </a:xfrm>
            <a:custGeom>
              <a:avLst/>
              <a:gdLst/>
              <a:ahLst/>
              <a:cxnLst/>
              <a:rect l="l" t="t" r="r" b="b"/>
              <a:pathLst>
                <a:path w="9432" h="6907" extrusionOk="0">
                  <a:moveTo>
                    <a:pt x="310" y="0"/>
                  </a:moveTo>
                  <a:cubicBezTo>
                    <a:pt x="144" y="0"/>
                    <a:pt x="1" y="143"/>
                    <a:pt x="1" y="334"/>
                  </a:cubicBezTo>
                  <a:lnTo>
                    <a:pt x="1" y="6287"/>
                  </a:lnTo>
                  <a:cubicBezTo>
                    <a:pt x="1" y="6645"/>
                    <a:pt x="263" y="6907"/>
                    <a:pt x="620" y="6907"/>
                  </a:cubicBezTo>
                  <a:lnTo>
                    <a:pt x="9074" y="6907"/>
                  </a:lnTo>
                  <a:cubicBezTo>
                    <a:pt x="9241" y="6907"/>
                    <a:pt x="9408" y="6764"/>
                    <a:pt x="9431" y="6573"/>
                  </a:cubicBezTo>
                  <a:lnTo>
                    <a:pt x="9431" y="334"/>
                  </a:lnTo>
                  <a:cubicBezTo>
                    <a:pt x="9431" y="143"/>
                    <a:pt x="9289" y="0"/>
                    <a:pt x="9098"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1" name="Google Shape;23041;p140"/>
            <p:cNvSpPr/>
            <p:nvPr/>
          </p:nvSpPr>
          <p:spPr>
            <a:xfrm>
              <a:off x="7941842" y="2614528"/>
              <a:ext cx="173390" cy="223476"/>
            </a:xfrm>
            <a:custGeom>
              <a:avLst/>
              <a:gdLst/>
              <a:ahLst/>
              <a:cxnLst/>
              <a:rect l="l" t="t" r="r" b="b"/>
              <a:pathLst>
                <a:path w="5359" h="6907" extrusionOk="0">
                  <a:moveTo>
                    <a:pt x="0" y="0"/>
                  </a:moveTo>
                  <a:lnTo>
                    <a:pt x="0" y="6907"/>
                  </a:lnTo>
                  <a:lnTo>
                    <a:pt x="5025" y="6907"/>
                  </a:lnTo>
                  <a:cubicBezTo>
                    <a:pt x="5192" y="6907"/>
                    <a:pt x="5359" y="6740"/>
                    <a:pt x="5359" y="6573"/>
                  </a:cubicBezTo>
                  <a:lnTo>
                    <a:pt x="5359" y="334"/>
                  </a:lnTo>
                  <a:cubicBezTo>
                    <a:pt x="5359" y="143"/>
                    <a:pt x="5192" y="0"/>
                    <a:pt x="5025"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2" name="Google Shape;23042;p140"/>
            <p:cNvSpPr/>
            <p:nvPr/>
          </p:nvSpPr>
          <p:spPr>
            <a:xfrm>
              <a:off x="8027355" y="2655779"/>
              <a:ext cx="54745" cy="108357"/>
            </a:xfrm>
            <a:custGeom>
              <a:avLst/>
              <a:gdLst/>
              <a:ahLst/>
              <a:cxnLst/>
              <a:rect l="l" t="t" r="r" b="b"/>
              <a:pathLst>
                <a:path w="1692" h="3349" extrusionOk="0">
                  <a:moveTo>
                    <a:pt x="596" y="773"/>
                  </a:moveTo>
                  <a:lnTo>
                    <a:pt x="596" y="1226"/>
                  </a:lnTo>
                  <a:cubicBezTo>
                    <a:pt x="572" y="1202"/>
                    <a:pt x="572" y="1154"/>
                    <a:pt x="525" y="1154"/>
                  </a:cubicBezTo>
                  <a:cubicBezTo>
                    <a:pt x="477" y="1131"/>
                    <a:pt x="477" y="1035"/>
                    <a:pt x="477" y="964"/>
                  </a:cubicBezTo>
                  <a:cubicBezTo>
                    <a:pt x="477" y="892"/>
                    <a:pt x="525" y="797"/>
                    <a:pt x="596" y="773"/>
                  </a:cubicBezTo>
                  <a:close/>
                  <a:moveTo>
                    <a:pt x="1001" y="1821"/>
                  </a:moveTo>
                  <a:cubicBezTo>
                    <a:pt x="1215" y="1940"/>
                    <a:pt x="1215" y="2131"/>
                    <a:pt x="1215" y="2202"/>
                  </a:cubicBezTo>
                  <a:cubicBezTo>
                    <a:pt x="1191" y="2321"/>
                    <a:pt x="1120" y="2440"/>
                    <a:pt x="1001" y="2512"/>
                  </a:cubicBezTo>
                  <a:lnTo>
                    <a:pt x="1001" y="1821"/>
                  </a:lnTo>
                  <a:close/>
                  <a:moveTo>
                    <a:pt x="779" y="1"/>
                  </a:moveTo>
                  <a:cubicBezTo>
                    <a:pt x="681" y="1"/>
                    <a:pt x="596" y="101"/>
                    <a:pt x="596" y="202"/>
                  </a:cubicBezTo>
                  <a:lnTo>
                    <a:pt x="596" y="321"/>
                  </a:lnTo>
                  <a:lnTo>
                    <a:pt x="572" y="321"/>
                  </a:lnTo>
                  <a:cubicBezTo>
                    <a:pt x="334" y="416"/>
                    <a:pt x="120" y="631"/>
                    <a:pt x="96" y="892"/>
                  </a:cubicBezTo>
                  <a:cubicBezTo>
                    <a:pt x="25" y="1131"/>
                    <a:pt x="120" y="1369"/>
                    <a:pt x="287" y="1512"/>
                  </a:cubicBezTo>
                  <a:cubicBezTo>
                    <a:pt x="382" y="1583"/>
                    <a:pt x="477" y="1631"/>
                    <a:pt x="620" y="1702"/>
                  </a:cubicBezTo>
                  <a:lnTo>
                    <a:pt x="620" y="2583"/>
                  </a:lnTo>
                  <a:cubicBezTo>
                    <a:pt x="525" y="2583"/>
                    <a:pt x="477" y="2559"/>
                    <a:pt x="358" y="2464"/>
                  </a:cubicBezTo>
                  <a:cubicBezTo>
                    <a:pt x="319" y="2444"/>
                    <a:pt x="275" y="2433"/>
                    <a:pt x="234" y="2433"/>
                  </a:cubicBezTo>
                  <a:cubicBezTo>
                    <a:pt x="176" y="2433"/>
                    <a:pt x="124" y="2456"/>
                    <a:pt x="96" y="2512"/>
                  </a:cubicBezTo>
                  <a:cubicBezTo>
                    <a:pt x="1" y="2583"/>
                    <a:pt x="25" y="2750"/>
                    <a:pt x="120" y="2821"/>
                  </a:cubicBezTo>
                  <a:cubicBezTo>
                    <a:pt x="334" y="2941"/>
                    <a:pt x="453" y="3012"/>
                    <a:pt x="620" y="3012"/>
                  </a:cubicBezTo>
                  <a:lnTo>
                    <a:pt x="620" y="3131"/>
                  </a:lnTo>
                  <a:cubicBezTo>
                    <a:pt x="620" y="3250"/>
                    <a:pt x="691" y="3345"/>
                    <a:pt x="810" y="3345"/>
                  </a:cubicBezTo>
                  <a:cubicBezTo>
                    <a:pt x="821" y="3347"/>
                    <a:pt x="831" y="3348"/>
                    <a:pt x="842" y="3348"/>
                  </a:cubicBezTo>
                  <a:cubicBezTo>
                    <a:pt x="949" y="3348"/>
                    <a:pt x="1049" y="3240"/>
                    <a:pt x="1049" y="3131"/>
                  </a:cubicBezTo>
                  <a:lnTo>
                    <a:pt x="1049" y="2988"/>
                  </a:lnTo>
                  <a:cubicBezTo>
                    <a:pt x="1406" y="2893"/>
                    <a:pt x="1596" y="2583"/>
                    <a:pt x="1668" y="2298"/>
                  </a:cubicBezTo>
                  <a:cubicBezTo>
                    <a:pt x="1692" y="1916"/>
                    <a:pt x="1477" y="1583"/>
                    <a:pt x="1120" y="1440"/>
                  </a:cubicBezTo>
                  <a:cubicBezTo>
                    <a:pt x="1096" y="1440"/>
                    <a:pt x="1072" y="1393"/>
                    <a:pt x="1001" y="1393"/>
                  </a:cubicBezTo>
                  <a:lnTo>
                    <a:pt x="1001" y="702"/>
                  </a:lnTo>
                  <a:cubicBezTo>
                    <a:pt x="1072" y="750"/>
                    <a:pt x="1096" y="773"/>
                    <a:pt x="1096" y="773"/>
                  </a:cubicBezTo>
                  <a:cubicBezTo>
                    <a:pt x="1147" y="824"/>
                    <a:pt x="1205" y="848"/>
                    <a:pt x="1263" y="848"/>
                  </a:cubicBezTo>
                  <a:cubicBezTo>
                    <a:pt x="1312" y="848"/>
                    <a:pt x="1362" y="830"/>
                    <a:pt x="1406" y="797"/>
                  </a:cubicBezTo>
                  <a:cubicBezTo>
                    <a:pt x="1477" y="702"/>
                    <a:pt x="1477" y="607"/>
                    <a:pt x="1430" y="511"/>
                  </a:cubicBezTo>
                  <a:cubicBezTo>
                    <a:pt x="1358" y="416"/>
                    <a:pt x="1215" y="321"/>
                    <a:pt x="1001" y="297"/>
                  </a:cubicBezTo>
                  <a:lnTo>
                    <a:pt x="1001" y="202"/>
                  </a:lnTo>
                  <a:cubicBezTo>
                    <a:pt x="1001" y="83"/>
                    <a:pt x="953" y="11"/>
                    <a:pt x="834" y="11"/>
                  </a:cubicBezTo>
                  <a:cubicBezTo>
                    <a:pt x="816" y="4"/>
                    <a:pt x="797" y="1"/>
                    <a:pt x="7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3" name="Google Shape;23043;p140"/>
            <p:cNvSpPr/>
            <p:nvPr/>
          </p:nvSpPr>
          <p:spPr>
            <a:xfrm>
              <a:off x="7890204" y="2654582"/>
              <a:ext cx="123337" cy="20837"/>
            </a:xfrm>
            <a:custGeom>
              <a:avLst/>
              <a:gdLst/>
              <a:ahLst/>
              <a:cxnLst/>
              <a:rect l="l" t="t" r="r" b="b"/>
              <a:pathLst>
                <a:path w="3812" h="644" extrusionOk="0">
                  <a:moveTo>
                    <a:pt x="334" y="1"/>
                  </a:moveTo>
                  <a:cubicBezTo>
                    <a:pt x="167" y="1"/>
                    <a:pt x="1" y="191"/>
                    <a:pt x="48" y="358"/>
                  </a:cubicBezTo>
                  <a:cubicBezTo>
                    <a:pt x="72" y="525"/>
                    <a:pt x="215" y="644"/>
                    <a:pt x="358" y="644"/>
                  </a:cubicBezTo>
                  <a:lnTo>
                    <a:pt x="3502" y="644"/>
                  </a:lnTo>
                  <a:cubicBezTo>
                    <a:pt x="3668" y="644"/>
                    <a:pt x="3811" y="477"/>
                    <a:pt x="3787" y="286"/>
                  </a:cubicBezTo>
                  <a:cubicBezTo>
                    <a:pt x="3763" y="120"/>
                    <a:pt x="3621" y="1"/>
                    <a:pt x="345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4" name="Google Shape;23044;p140"/>
            <p:cNvSpPr/>
            <p:nvPr/>
          </p:nvSpPr>
          <p:spPr>
            <a:xfrm>
              <a:off x="7890204" y="2695414"/>
              <a:ext cx="123337" cy="20092"/>
            </a:xfrm>
            <a:custGeom>
              <a:avLst/>
              <a:gdLst/>
              <a:ahLst/>
              <a:cxnLst/>
              <a:rect l="l" t="t" r="r" b="b"/>
              <a:pathLst>
                <a:path w="3812" h="621" extrusionOk="0">
                  <a:moveTo>
                    <a:pt x="334" y="1"/>
                  </a:moveTo>
                  <a:cubicBezTo>
                    <a:pt x="167" y="1"/>
                    <a:pt x="1" y="168"/>
                    <a:pt x="48" y="358"/>
                  </a:cubicBezTo>
                  <a:cubicBezTo>
                    <a:pt x="72" y="501"/>
                    <a:pt x="215" y="620"/>
                    <a:pt x="358" y="620"/>
                  </a:cubicBezTo>
                  <a:lnTo>
                    <a:pt x="3502" y="620"/>
                  </a:lnTo>
                  <a:cubicBezTo>
                    <a:pt x="3668" y="620"/>
                    <a:pt x="3811" y="477"/>
                    <a:pt x="3787" y="263"/>
                  </a:cubicBezTo>
                  <a:cubicBezTo>
                    <a:pt x="3763" y="120"/>
                    <a:pt x="3621" y="1"/>
                    <a:pt x="345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5" name="Google Shape;23045;p140"/>
            <p:cNvSpPr/>
            <p:nvPr/>
          </p:nvSpPr>
          <p:spPr>
            <a:xfrm>
              <a:off x="7890204" y="2737021"/>
              <a:ext cx="123337" cy="20092"/>
            </a:xfrm>
            <a:custGeom>
              <a:avLst/>
              <a:gdLst/>
              <a:ahLst/>
              <a:cxnLst/>
              <a:rect l="l" t="t" r="r" b="b"/>
              <a:pathLst>
                <a:path w="3812" h="621" extrusionOk="0">
                  <a:moveTo>
                    <a:pt x="334" y="1"/>
                  </a:moveTo>
                  <a:cubicBezTo>
                    <a:pt x="167" y="1"/>
                    <a:pt x="1" y="168"/>
                    <a:pt x="48" y="358"/>
                  </a:cubicBezTo>
                  <a:cubicBezTo>
                    <a:pt x="72" y="501"/>
                    <a:pt x="215" y="620"/>
                    <a:pt x="358" y="620"/>
                  </a:cubicBezTo>
                  <a:lnTo>
                    <a:pt x="3502" y="620"/>
                  </a:lnTo>
                  <a:cubicBezTo>
                    <a:pt x="3668" y="620"/>
                    <a:pt x="3811" y="430"/>
                    <a:pt x="3787" y="263"/>
                  </a:cubicBezTo>
                  <a:cubicBezTo>
                    <a:pt x="3763" y="120"/>
                    <a:pt x="3621" y="1"/>
                    <a:pt x="345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6" name="Google Shape;23046;p140"/>
            <p:cNvSpPr/>
            <p:nvPr/>
          </p:nvSpPr>
          <p:spPr>
            <a:xfrm>
              <a:off x="7890204" y="2777108"/>
              <a:ext cx="184197" cy="20060"/>
            </a:xfrm>
            <a:custGeom>
              <a:avLst/>
              <a:gdLst/>
              <a:ahLst/>
              <a:cxnLst/>
              <a:rect l="l" t="t" r="r" b="b"/>
              <a:pathLst>
                <a:path w="5693" h="620" extrusionOk="0">
                  <a:moveTo>
                    <a:pt x="334" y="0"/>
                  </a:moveTo>
                  <a:cubicBezTo>
                    <a:pt x="167" y="0"/>
                    <a:pt x="1" y="167"/>
                    <a:pt x="48" y="357"/>
                  </a:cubicBezTo>
                  <a:cubicBezTo>
                    <a:pt x="72" y="500"/>
                    <a:pt x="215" y="619"/>
                    <a:pt x="358" y="619"/>
                  </a:cubicBezTo>
                  <a:lnTo>
                    <a:pt x="5359" y="619"/>
                  </a:lnTo>
                  <a:cubicBezTo>
                    <a:pt x="5550" y="619"/>
                    <a:pt x="5692" y="453"/>
                    <a:pt x="5669" y="262"/>
                  </a:cubicBezTo>
                  <a:cubicBezTo>
                    <a:pt x="5645" y="119"/>
                    <a:pt x="5478" y="0"/>
                    <a:pt x="5335"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7" name="Google Shape;23047;p140"/>
            <p:cNvSpPr/>
            <p:nvPr/>
          </p:nvSpPr>
          <p:spPr>
            <a:xfrm>
              <a:off x="7941842" y="2654582"/>
              <a:ext cx="71699" cy="20837"/>
            </a:xfrm>
            <a:custGeom>
              <a:avLst/>
              <a:gdLst/>
              <a:ahLst/>
              <a:cxnLst/>
              <a:rect l="l" t="t" r="r" b="b"/>
              <a:pathLst>
                <a:path w="2216" h="644" extrusionOk="0">
                  <a:moveTo>
                    <a:pt x="0" y="1"/>
                  </a:moveTo>
                  <a:lnTo>
                    <a:pt x="0" y="644"/>
                  </a:lnTo>
                  <a:lnTo>
                    <a:pt x="1906" y="644"/>
                  </a:lnTo>
                  <a:cubicBezTo>
                    <a:pt x="2072" y="644"/>
                    <a:pt x="2215" y="477"/>
                    <a:pt x="2191" y="286"/>
                  </a:cubicBezTo>
                  <a:cubicBezTo>
                    <a:pt x="2191" y="120"/>
                    <a:pt x="2048" y="1"/>
                    <a:pt x="1906"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8" name="Google Shape;23048;p140"/>
            <p:cNvSpPr/>
            <p:nvPr/>
          </p:nvSpPr>
          <p:spPr>
            <a:xfrm>
              <a:off x="7941842" y="2695414"/>
              <a:ext cx="71699" cy="20092"/>
            </a:xfrm>
            <a:custGeom>
              <a:avLst/>
              <a:gdLst/>
              <a:ahLst/>
              <a:cxnLst/>
              <a:rect l="l" t="t" r="r" b="b"/>
              <a:pathLst>
                <a:path w="2216" h="621" extrusionOk="0">
                  <a:moveTo>
                    <a:pt x="0" y="1"/>
                  </a:moveTo>
                  <a:lnTo>
                    <a:pt x="0" y="620"/>
                  </a:lnTo>
                  <a:lnTo>
                    <a:pt x="1906" y="620"/>
                  </a:lnTo>
                  <a:cubicBezTo>
                    <a:pt x="2072" y="620"/>
                    <a:pt x="2215" y="477"/>
                    <a:pt x="2191" y="263"/>
                  </a:cubicBezTo>
                  <a:cubicBezTo>
                    <a:pt x="2191" y="120"/>
                    <a:pt x="2048" y="1"/>
                    <a:pt x="1906"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9" name="Google Shape;23049;p140"/>
            <p:cNvSpPr/>
            <p:nvPr/>
          </p:nvSpPr>
          <p:spPr>
            <a:xfrm>
              <a:off x="7941842" y="2737021"/>
              <a:ext cx="71699" cy="20092"/>
            </a:xfrm>
            <a:custGeom>
              <a:avLst/>
              <a:gdLst/>
              <a:ahLst/>
              <a:cxnLst/>
              <a:rect l="l" t="t" r="r" b="b"/>
              <a:pathLst>
                <a:path w="2216" h="621" extrusionOk="0">
                  <a:moveTo>
                    <a:pt x="0" y="1"/>
                  </a:moveTo>
                  <a:lnTo>
                    <a:pt x="0" y="620"/>
                  </a:lnTo>
                  <a:lnTo>
                    <a:pt x="1906" y="620"/>
                  </a:lnTo>
                  <a:cubicBezTo>
                    <a:pt x="2072" y="620"/>
                    <a:pt x="2215" y="477"/>
                    <a:pt x="2191" y="263"/>
                  </a:cubicBezTo>
                  <a:cubicBezTo>
                    <a:pt x="2191" y="120"/>
                    <a:pt x="2048" y="1"/>
                    <a:pt x="1906"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0" name="Google Shape;23050;p140"/>
            <p:cNvSpPr/>
            <p:nvPr/>
          </p:nvSpPr>
          <p:spPr>
            <a:xfrm>
              <a:off x="7941842" y="2777108"/>
              <a:ext cx="132558" cy="20060"/>
            </a:xfrm>
            <a:custGeom>
              <a:avLst/>
              <a:gdLst/>
              <a:ahLst/>
              <a:cxnLst/>
              <a:rect l="l" t="t" r="r" b="b"/>
              <a:pathLst>
                <a:path w="4097" h="620" extrusionOk="0">
                  <a:moveTo>
                    <a:pt x="0" y="0"/>
                  </a:moveTo>
                  <a:lnTo>
                    <a:pt x="0" y="619"/>
                  </a:lnTo>
                  <a:lnTo>
                    <a:pt x="3763" y="619"/>
                  </a:lnTo>
                  <a:cubicBezTo>
                    <a:pt x="3954" y="619"/>
                    <a:pt x="4096" y="476"/>
                    <a:pt x="4073" y="262"/>
                  </a:cubicBezTo>
                  <a:cubicBezTo>
                    <a:pt x="4073" y="119"/>
                    <a:pt x="3930" y="0"/>
                    <a:pt x="3763"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1" name="Google Shape;23051;p140"/>
            <p:cNvSpPr/>
            <p:nvPr/>
          </p:nvSpPr>
          <p:spPr>
            <a:xfrm>
              <a:off x="7809317" y="2587544"/>
              <a:ext cx="61669" cy="230432"/>
            </a:xfrm>
            <a:custGeom>
              <a:avLst/>
              <a:gdLst/>
              <a:ahLst/>
              <a:cxnLst/>
              <a:rect l="l" t="t" r="r" b="b"/>
              <a:pathLst>
                <a:path w="1906" h="7122" extrusionOk="0">
                  <a:moveTo>
                    <a:pt x="1167" y="1"/>
                  </a:moveTo>
                  <a:cubicBezTo>
                    <a:pt x="548" y="1"/>
                    <a:pt x="0" y="501"/>
                    <a:pt x="0" y="1168"/>
                  </a:cubicBezTo>
                  <a:lnTo>
                    <a:pt x="0" y="7121"/>
                  </a:lnTo>
                  <a:cubicBezTo>
                    <a:pt x="0" y="6764"/>
                    <a:pt x="286" y="6478"/>
                    <a:pt x="643" y="6478"/>
                  </a:cubicBezTo>
                  <a:lnTo>
                    <a:pt x="1882" y="6478"/>
                  </a:lnTo>
                  <a:lnTo>
                    <a:pt x="1882" y="334"/>
                  </a:lnTo>
                  <a:cubicBezTo>
                    <a:pt x="1905" y="144"/>
                    <a:pt x="1763" y="1"/>
                    <a:pt x="1596"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52" name="Google Shape;23052;p140"/>
          <p:cNvGrpSpPr/>
          <p:nvPr/>
        </p:nvGrpSpPr>
        <p:grpSpPr>
          <a:xfrm>
            <a:off x="7019541" y="2338857"/>
            <a:ext cx="346001" cy="346748"/>
            <a:chOff x="7019541" y="2491257"/>
            <a:chExt cx="346001" cy="346748"/>
          </a:xfrm>
        </p:grpSpPr>
        <p:sp>
          <p:nvSpPr>
            <p:cNvPr id="23053" name="Google Shape;23053;p140"/>
            <p:cNvSpPr/>
            <p:nvPr/>
          </p:nvSpPr>
          <p:spPr>
            <a:xfrm>
              <a:off x="7236835" y="2502031"/>
              <a:ext cx="20060" cy="41641"/>
            </a:xfrm>
            <a:custGeom>
              <a:avLst/>
              <a:gdLst/>
              <a:ahLst/>
              <a:cxnLst/>
              <a:rect l="l" t="t" r="r" b="b"/>
              <a:pathLst>
                <a:path w="620" h="1287" extrusionOk="0">
                  <a:moveTo>
                    <a:pt x="0" y="0"/>
                  </a:moveTo>
                  <a:lnTo>
                    <a:pt x="0" y="1286"/>
                  </a:lnTo>
                  <a:lnTo>
                    <a:pt x="619" y="1286"/>
                  </a:lnTo>
                  <a:lnTo>
                    <a:pt x="619"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4" name="Google Shape;23054;p140"/>
            <p:cNvSpPr/>
            <p:nvPr/>
          </p:nvSpPr>
          <p:spPr>
            <a:xfrm>
              <a:off x="7127412" y="2502031"/>
              <a:ext cx="20837" cy="41641"/>
            </a:xfrm>
            <a:custGeom>
              <a:avLst/>
              <a:gdLst/>
              <a:ahLst/>
              <a:cxnLst/>
              <a:rect l="l" t="t" r="r" b="b"/>
              <a:pathLst>
                <a:path w="644" h="1287" extrusionOk="0">
                  <a:moveTo>
                    <a:pt x="0" y="0"/>
                  </a:moveTo>
                  <a:lnTo>
                    <a:pt x="0" y="1286"/>
                  </a:lnTo>
                  <a:lnTo>
                    <a:pt x="643" y="1286"/>
                  </a:lnTo>
                  <a:lnTo>
                    <a:pt x="643"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5" name="Google Shape;23055;p140"/>
            <p:cNvSpPr/>
            <p:nvPr/>
          </p:nvSpPr>
          <p:spPr>
            <a:xfrm>
              <a:off x="7099684" y="2491257"/>
              <a:ext cx="184941" cy="20060"/>
            </a:xfrm>
            <a:custGeom>
              <a:avLst/>
              <a:gdLst/>
              <a:ahLst/>
              <a:cxnLst/>
              <a:rect l="l" t="t" r="r" b="b"/>
              <a:pathLst>
                <a:path w="5716" h="620" extrusionOk="0">
                  <a:moveTo>
                    <a:pt x="334" y="0"/>
                  </a:moveTo>
                  <a:cubicBezTo>
                    <a:pt x="143" y="0"/>
                    <a:pt x="0" y="167"/>
                    <a:pt x="24" y="357"/>
                  </a:cubicBezTo>
                  <a:cubicBezTo>
                    <a:pt x="72" y="500"/>
                    <a:pt x="214" y="619"/>
                    <a:pt x="357" y="619"/>
                  </a:cubicBezTo>
                  <a:lnTo>
                    <a:pt x="5358" y="619"/>
                  </a:lnTo>
                  <a:cubicBezTo>
                    <a:pt x="5573" y="619"/>
                    <a:pt x="5716" y="476"/>
                    <a:pt x="5668" y="262"/>
                  </a:cubicBezTo>
                  <a:cubicBezTo>
                    <a:pt x="5620" y="119"/>
                    <a:pt x="5477" y="0"/>
                    <a:pt x="5335"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6" name="Google Shape;23056;p140"/>
            <p:cNvSpPr/>
            <p:nvPr/>
          </p:nvSpPr>
          <p:spPr>
            <a:xfrm>
              <a:off x="7192121" y="2491257"/>
              <a:ext cx="91726" cy="20060"/>
            </a:xfrm>
            <a:custGeom>
              <a:avLst/>
              <a:gdLst/>
              <a:ahLst/>
              <a:cxnLst/>
              <a:rect l="l" t="t" r="r" b="b"/>
              <a:pathLst>
                <a:path w="2835" h="620" extrusionOk="0">
                  <a:moveTo>
                    <a:pt x="1" y="0"/>
                  </a:moveTo>
                  <a:lnTo>
                    <a:pt x="1" y="619"/>
                  </a:lnTo>
                  <a:lnTo>
                    <a:pt x="2501" y="619"/>
                  </a:lnTo>
                  <a:cubicBezTo>
                    <a:pt x="2692" y="619"/>
                    <a:pt x="2835" y="476"/>
                    <a:pt x="2811" y="262"/>
                  </a:cubicBezTo>
                  <a:cubicBezTo>
                    <a:pt x="2811" y="119"/>
                    <a:pt x="2692" y="0"/>
                    <a:pt x="250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7" name="Google Shape;23057;p140"/>
            <p:cNvSpPr/>
            <p:nvPr/>
          </p:nvSpPr>
          <p:spPr>
            <a:xfrm>
              <a:off x="7019541" y="2614528"/>
              <a:ext cx="102501" cy="223476"/>
            </a:xfrm>
            <a:custGeom>
              <a:avLst/>
              <a:gdLst/>
              <a:ahLst/>
              <a:cxnLst/>
              <a:rect l="l" t="t" r="r" b="b"/>
              <a:pathLst>
                <a:path w="3168" h="6907" extrusionOk="0">
                  <a:moveTo>
                    <a:pt x="334" y="0"/>
                  </a:moveTo>
                  <a:cubicBezTo>
                    <a:pt x="167" y="0"/>
                    <a:pt x="0" y="143"/>
                    <a:pt x="0" y="334"/>
                  </a:cubicBezTo>
                  <a:lnTo>
                    <a:pt x="0" y="6573"/>
                  </a:lnTo>
                  <a:cubicBezTo>
                    <a:pt x="0" y="6764"/>
                    <a:pt x="167" y="6907"/>
                    <a:pt x="334" y="6907"/>
                  </a:cubicBezTo>
                  <a:lnTo>
                    <a:pt x="2834" y="6907"/>
                  </a:lnTo>
                  <a:cubicBezTo>
                    <a:pt x="3025" y="6907"/>
                    <a:pt x="3144" y="6764"/>
                    <a:pt x="3168" y="6573"/>
                  </a:cubicBezTo>
                  <a:lnTo>
                    <a:pt x="3168" y="334"/>
                  </a:lnTo>
                  <a:cubicBezTo>
                    <a:pt x="3168" y="143"/>
                    <a:pt x="3025" y="0"/>
                    <a:pt x="283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8" name="Google Shape;23058;p140"/>
            <p:cNvSpPr/>
            <p:nvPr/>
          </p:nvSpPr>
          <p:spPr>
            <a:xfrm>
              <a:off x="7060373" y="2654570"/>
              <a:ext cx="20837" cy="21613"/>
            </a:xfrm>
            <a:custGeom>
              <a:avLst/>
              <a:gdLst/>
              <a:ahLst/>
              <a:cxnLst/>
              <a:rect l="l" t="t" r="r" b="b"/>
              <a:pathLst>
                <a:path w="644" h="668" extrusionOk="0">
                  <a:moveTo>
                    <a:pt x="310" y="1"/>
                  </a:moveTo>
                  <a:cubicBezTo>
                    <a:pt x="143" y="1"/>
                    <a:pt x="1" y="144"/>
                    <a:pt x="1" y="334"/>
                  </a:cubicBezTo>
                  <a:cubicBezTo>
                    <a:pt x="1" y="525"/>
                    <a:pt x="143" y="668"/>
                    <a:pt x="310" y="668"/>
                  </a:cubicBezTo>
                  <a:cubicBezTo>
                    <a:pt x="501" y="668"/>
                    <a:pt x="644" y="525"/>
                    <a:pt x="644" y="334"/>
                  </a:cubicBezTo>
                  <a:cubicBezTo>
                    <a:pt x="644" y="144"/>
                    <a:pt x="501" y="1"/>
                    <a:pt x="31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9" name="Google Shape;23059;p140"/>
            <p:cNvSpPr/>
            <p:nvPr/>
          </p:nvSpPr>
          <p:spPr>
            <a:xfrm>
              <a:off x="7060373" y="2695401"/>
              <a:ext cx="20837" cy="20837"/>
            </a:xfrm>
            <a:custGeom>
              <a:avLst/>
              <a:gdLst/>
              <a:ahLst/>
              <a:cxnLst/>
              <a:rect l="l" t="t" r="r" b="b"/>
              <a:pathLst>
                <a:path w="644" h="644" extrusionOk="0">
                  <a:moveTo>
                    <a:pt x="310" y="1"/>
                  </a:moveTo>
                  <a:cubicBezTo>
                    <a:pt x="143" y="1"/>
                    <a:pt x="1" y="144"/>
                    <a:pt x="1" y="310"/>
                  </a:cubicBezTo>
                  <a:cubicBezTo>
                    <a:pt x="1" y="501"/>
                    <a:pt x="143" y="644"/>
                    <a:pt x="310" y="644"/>
                  </a:cubicBezTo>
                  <a:cubicBezTo>
                    <a:pt x="501" y="644"/>
                    <a:pt x="644" y="501"/>
                    <a:pt x="644" y="310"/>
                  </a:cubicBezTo>
                  <a:cubicBezTo>
                    <a:pt x="644" y="144"/>
                    <a:pt x="501" y="1"/>
                    <a:pt x="31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0" name="Google Shape;23060;p140"/>
            <p:cNvSpPr/>
            <p:nvPr/>
          </p:nvSpPr>
          <p:spPr>
            <a:xfrm>
              <a:off x="7060373" y="2735488"/>
              <a:ext cx="20837" cy="21613"/>
            </a:xfrm>
            <a:custGeom>
              <a:avLst/>
              <a:gdLst/>
              <a:ahLst/>
              <a:cxnLst/>
              <a:rect l="l" t="t" r="r" b="b"/>
              <a:pathLst>
                <a:path w="644" h="668" extrusionOk="0">
                  <a:moveTo>
                    <a:pt x="310" y="0"/>
                  </a:moveTo>
                  <a:cubicBezTo>
                    <a:pt x="143" y="0"/>
                    <a:pt x="1" y="143"/>
                    <a:pt x="1" y="334"/>
                  </a:cubicBezTo>
                  <a:cubicBezTo>
                    <a:pt x="1" y="524"/>
                    <a:pt x="143" y="667"/>
                    <a:pt x="310" y="667"/>
                  </a:cubicBezTo>
                  <a:cubicBezTo>
                    <a:pt x="501" y="667"/>
                    <a:pt x="644" y="524"/>
                    <a:pt x="644" y="334"/>
                  </a:cubicBezTo>
                  <a:cubicBezTo>
                    <a:pt x="644" y="143"/>
                    <a:pt x="501" y="0"/>
                    <a:pt x="31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1" name="Google Shape;23061;p140"/>
            <p:cNvSpPr/>
            <p:nvPr/>
          </p:nvSpPr>
          <p:spPr>
            <a:xfrm>
              <a:off x="7060373" y="2777011"/>
              <a:ext cx="20060" cy="60989"/>
            </a:xfrm>
            <a:custGeom>
              <a:avLst/>
              <a:gdLst/>
              <a:ahLst/>
              <a:cxnLst/>
              <a:rect l="l" t="t" r="r" b="b"/>
              <a:pathLst>
                <a:path w="620" h="1885" extrusionOk="0">
                  <a:moveTo>
                    <a:pt x="304" y="1"/>
                  </a:moveTo>
                  <a:cubicBezTo>
                    <a:pt x="290" y="1"/>
                    <a:pt x="277" y="1"/>
                    <a:pt x="263" y="3"/>
                  </a:cubicBezTo>
                  <a:cubicBezTo>
                    <a:pt x="120" y="27"/>
                    <a:pt x="1" y="194"/>
                    <a:pt x="1" y="337"/>
                  </a:cubicBezTo>
                  <a:lnTo>
                    <a:pt x="1" y="1885"/>
                  </a:lnTo>
                  <a:lnTo>
                    <a:pt x="620" y="1885"/>
                  </a:lnTo>
                  <a:lnTo>
                    <a:pt x="620" y="313"/>
                  </a:lnTo>
                  <a:cubicBezTo>
                    <a:pt x="620" y="136"/>
                    <a:pt x="477" y="1"/>
                    <a:pt x="304"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2" name="Google Shape;23062;p140"/>
            <p:cNvSpPr/>
            <p:nvPr/>
          </p:nvSpPr>
          <p:spPr>
            <a:xfrm>
              <a:off x="7263786" y="2614528"/>
              <a:ext cx="101756" cy="223476"/>
            </a:xfrm>
            <a:custGeom>
              <a:avLst/>
              <a:gdLst/>
              <a:ahLst/>
              <a:cxnLst/>
              <a:rect l="l" t="t" r="r" b="b"/>
              <a:pathLst>
                <a:path w="3145" h="6907" extrusionOk="0">
                  <a:moveTo>
                    <a:pt x="310" y="0"/>
                  </a:moveTo>
                  <a:cubicBezTo>
                    <a:pt x="144" y="0"/>
                    <a:pt x="1" y="143"/>
                    <a:pt x="1" y="334"/>
                  </a:cubicBezTo>
                  <a:lnTo>
                    <a:pt x="1" y="6573"/>
                  </a:lnTo>
                  <a:cubicBezTo>
                    <a:pt x="1" y="6764"/>
                    <a:pt x="144" y="6907"/>
                    <a:pt x="310" y="6907"/>
                  </a:cubicBezTo>
                  <a:lnTo>
                    <a:pt x="2811" y="6907"/>
                  </a:lnTo>
                  <a:cubicBezTo>
                    <a:pt x="3001" y="6907"/>
                    <a:pt x="3120" y="6764"/>
                    <a:pt x="3144" y="6573"/>
                  </a:cubicBezTo>
                  <a:lnTo>
                    <a:pt x="3144" y="334"/>
                  </a:lnTo>
                  <a:cubicBezTo>
                    <a:pt x="3144" y="143"/>
                    <a:pt x="3001" y="0"/>
                    <a:pt x="2811"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3" name="Google Shape;23063;p140"/>
            <p:cNvSpPr/>
            <p:nvPr/>
          </p:nvSpPr>
          <p:spPr>
            <a:xfrm>
              <a:off x="7303841" y="2654582"/>
              <a:ext cx="20837" cy="21613"/>
            </a:xfrm>
            <a:custGeom>
              <a:avLst/>
              <a:gdLst/>
              <a:ahLst/>
              <a:cxnLst/>
              <a:rect l="l" t="t" r="r" b="b"/>
              <a:pathLst>
                <a:path w="644" h="668" extrusionOk="0">
                  <a:moveTo>
                    <a:pt x="334" y="1"/>
                  </a:moveTo>
                  <a:cubicBezTo>
                    <a:pt x="144" y="1"/>
                    <a:pt x="1" y="144"/>
                    <a:pt x="1" y="334"/>
                  </a:cubicBezTo>
                  <a:cubicBezTo>
                    <a:pt x="1" y="525"/>
                    <a:pt x="144" y="668"/>
                    <a:pt x="334" y="668"/>
                  </a:cubicBezTo>
                  <a:cubicBezTo>
                    <a:pt x="501" y="668"/>
                    <a:pt x="644" y="525"/>
                    <a:pt x="644" y="334"/>
                  </a:cubicBezTo>
                  <a:cubicBezTo>
                    <a:pt x="644" y="144"/>
                    <a:pt x="501" y="1"/>
                    <a:pt x="33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4" name="Google Shape;23064;p140"/>
            <p:cNvSpPr/>
            <p:nvPr/>
          </p:nvSpPr>
          <p:spPr>
            <a:xfrm>
              <a:off x="7303841" y="2695414"/>
              <a:ext cx="20837" cy="20837"/>
            </a:xfrm>
            <a:custGeom>
              <a:avLst/>
              <a:gdLst/>
              <a:ahLst/>
              <a:cxnLst/>
              <a:rect l="l" t="t" r="r" b="b"/>
              <a:pathLst>
                <a:path w="644" h="644" extrusionOk="0">
                  <a:moveTo>
                    <a:pt x="334" y="1"/>
                  </a:moveTo>
                  <a:cubicBezTo>
                    <a:pt x="144" y="1"/>
                    <a:pt x="1" y="144"/>
                    <a:pt x="1" y="310"/>
                  </a:cubicBezTo>
                  <a:cubicBezTo>
                    <a:pt x="1" y="501"/>
                    <a:pt x="144" y="644"/>
                    <a:pt x="334" y="644"/>
                  </a:cubicBezTo>
                  <a:cubicBezTo>
                    <a:pt x="501" y="644"/>
                    <a:pt x="644" y="501"/>
                    <a:pt x="644" y="310"/>
                  </a:cubicBezTo>
                  <a:cubicBezTo>
                    <a:pt x="644" y="144"/>
                    <a:pt x="501" y="1"/>
                    <a:pt x="33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5" name="Google Shape;23065;p140"/>
            <p:cNvSpPr/>
            <p:nvPr/>
          </p:nvSpPr>
          <p:spPr>
            <a:xfrm>
              <a:off x="7303841" y="2735501"/>
              <a:ext cx="20837" cy="21613"/>
            </a:xfrm>
            <a:custGeom>
              <a:avLst/>
              <a:gdLst/>
              <a:ahLst/>
              <a:cxnLst/>
              <a:rect l="l" t="t" r="r" b="b"/>
              <a:pathLst>
                <a:path w="644" h="668" extrusionOk="0">
                  <a:moveTo>
                    <a:pt x="334" y="0"/>
                  </a:moveTo>
                  <a:cubicBezTo>
                    <a:pt x="144" y="0"/>
                    <a:pt x="1" y="143"/>
                    <a:pt x="1" y="334"/>
                  </a:cubicBezTo>
                  <a:cubicBezTo>
                    <a:pt x="1" y="524"/>
                    <a:pt x="144" y="667"/>
                    <a:pt x="334" y="667"/>
                  </a:cubicBezTo>
                  <a:cubicBezTo>
                    <a:pt x="501" y="667"/>
                    <a:pt x="644" y="524"/>
                    <a:pt x="644" y="334"/>
                  </a:cubicBezTo>
                  <a:cubicBezTo>
                    <a:pt x="644" y="143"/>
                    <a:pt x="501" y="0"/>
                    <a:pt x="334"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6" name="Google Shape;23066;p140"/>
            <p:cNvSpPr/>
            <p:nvPr/>
          </p:nvSpPr>
          <p:spPr>
            <a:xfrm>
              <a:off x="7303841" y="2777011"/>
              <a:ext cx="20092" cy="60989"/>
            </a:xfrm>
            <a:custGeom>
              <a:avLst/>
              <a:gdLst/>
              <a:ahLst/>
              <a:cxnLst/>
              <a:rect l="l" t="t" r="r" b="b"/>
              <a:pathLst>
                <a:path w="621" h="1885" extrusionOk="0">
                  <a:moveTo>
                    <a:pt x="304" y="1"/>
                  </a:moveTo>
                  <a:cubicBezTo>
                    <a:pt x="291" y="1"/>
                    <a:pt x="277" y="1"/>
                    <a:pt x="263" y="3"/>
                  </a:cubicBezTo>
                  <a:cubicBezTo>
                    <a:pt x="120" y="27"/>
                    <a:pt x="1" y="194"/>
                    <a:pt x="1" y="337"/>
                  </a:cubicBezTo>
                  <a:lnTo>
                    <a:pt x="1" y="1885"/>
                  </a:lnTo>
                  <a:lnTo>
                    <a:pt x="620" y="1885"/>
                  </a:lnTo>
                  <a:lnTo>
                    <a:pt x="620" y="313"/>
                  </a:lnTo>
                  <a:cubicBezTo>
                    <a:pt x="620" y="136"/>
                    <a:pt x="477" y="1"/>
                    <a:pt x="304"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7" name="Google Shape;23067;p140"/>
            <p:cNvSpPr/>
            <p:nvPr/>
          </p:nvSpPr>
          <p:spPr>
            <a:xfrm>
              <a:off x="7100428" y="2533609"/>
              <a:ext cx="184197" cy="304396"/>
            </a:xfrm>
            <a:custGeom>
              <a:avLst/>
              <a:gdLst/>
              <a:ahLst/>
              <a:cxnLst/>
              <a:rect l="l" t="t" r="r" b="b"/>
              <a:pathLst>
                <a:path w="5693" h="9408" extrusionOk="0">
                  <a:moveTo>
                    <a:pt x="334" y="1"/>
                  </a:moveTo>
                  <a:cubicBezTo>
                    <a:pt x="168" y="1"/>
                    <a:pt x="1" y="144"/>
                    <a:pt x="1" y="334"/>
                  </a:cubicBezTo>
                  <a:lnTo>
                    <a:pt x="1" y="9408"/>
                  </a:lnTo>
                  <a:lnTo>
                    <a:pt x="5693" y="9408"/>
                  </a:lnTo>
                  <a:lnTo>
                    <a:pt x="5693" y="334"/>
                  </a:lnTo>
                  <a:cubicBezTo>
                    <a:pt x="5693" y="144"/>
                    <a:pt x="5550" y="1"/>
                    <a:pt x="5359"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8" name="Google Shape;23068;p140"/>
            <p:cNvSpPr/>
            <p:nvPr/>
          </p:nvSpPr>
          <p:spPr>
            <a:xfrm>
              <a:off x="7192121" y="2533609"/>
              <a:ext cx="91726" cy="304396"/>
            </a:xfrm>
            <a:custGeom>
              <a:avLst/>
              <a:gdLst/>
              <a:ahLst/>
              <a:cxnLst/>
              <a:rect l="l" t="t" r="r" b="b"/>
              <a:pathLst>
                <a:path w="2835" h="9408" extrusionOk="0">
                  <a:moveTo>
                    <a:pt x="1" y="1"/>
                  </a:moveTo>
                  <a:lnTo>
                    <a:pt x="1" y="9408"/>
                  </a:lnTo>
                  <a:lnTo>
                    <a:pt x="2835" y="9408"/>
                  </a:lnTo>
                  <a:lnTo>
                    <a:pt x="2835" y="334"/>
                  </a:lnTo>
                  <a:cubicBezTo>
                    <a:pt x="2835" y="144"/>
                    <a:pt x="2692" y="1"/>
                    <a:pt x="250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9" name="Google Shape;23069;p140"/>
            <p:cNvSpPr/>
            <p:nvPr/>
          </p:nvSpPr>
          <p:spPr>
            <a:xfrm>
              <a:off x="7148992" y="2735501"/>
              <a:ext cx="88620" cy="102501"/>
            </a:xfrm>
            <a:custGeom>
              <a:avLst/>
              <a:gdLst/>
              <a:ahLst/>
              <a:cxnLst/>
              <a:rect l="l" t="t" r="r" b="b"/>
              <a:pathLst>
                <a:path w="2739" h="3168" extrusionOk="0">
                  <a:moveTo>
                    <a:pt x="334" y="0"/>
                  </a:moveTo>
                  <a:cubicBezTo>
                    <a:pt x="143" y="0"/>
                    <a:pt x="0" y="167"/>
                    <a:pt x="0" y="334"/>
                  </a:cubicBezTo>
                  <a:lnTo>
                    <a:pt x="0" y="3168"/>
                  </a:lnTo>
                  <a:lnTo>
                    <a:pt x="2739" y="3168"/>
                  </a:lnTo>
                  <a:lnTo>
                    <a:pt x="2739" y="334"/>
                  </a:lnTo>
                  <a:cubicBezTo>
                    <a:pt x="2739" y="167"/>
                    <a:pt x="2596" y="0"/>
                    <a:pt x="240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0" name="Google Shape;23070;p140"/>
            <p:cNvSpPr/>
            <p:nvPr/>
          </p:nvSpPr>
          <p:spPr>
            <a:xfrm>
              <a:off x="7192121" y="2735501"/>
              <a:ext cx="44747" cy="101724"/>
            </a:xfrm>
            <a:custGeom>
              <a:avLst/>
              <a:gdLst/>
              <a:ahLst/>
              <a:cxnLst/>
              <a:rect l="l" t="t" r="r" b="b"/>
              <a:pathLst>
                <a:path w="1383" h="3144" extrusionOk="0">
                  <a:moveTo>
                    <a:pt x="1" y="0"/>
                  </a:moveTo>
                  <a:lnTo>
                    <a:pt x="1" y="3144"/>
                  </a:lnTo>
                  <a:lnTo>
                    <a:pt x="1382" y="3144"/>
                  </a:lnTo>
                  <a:lnTo>
                    <a:pt x="1382" y="310"/>
                  </a:lnTo>
                  <a:cubicBezTo>
                    <a:pt x="1382" y="167"/>
                    <a:pt x="1215" y="0"/>
                    <a:pt x="1049"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1" name="Google Shape;23071;p140"/>
            <p:cNvSpPr/>
            <p:nvPr/>
          </p:nvSpPr>
          <p:spPr>
            <a:xfrm>
              <a:off x="7181347" y="2573696"/>
              <a:ext cx="21613" cy="21613"/>
            </a:xfrm>
            <a:custGeom>
              <a:avLst/>
              <a:gdLst/>
              <a:ahLst/>
              <a:cxnLst/>
              <a:rect l="l" t="t" r="r" b="b"/>
              <a:pathLst>
                <a:path w="668" h="668" extrusionOk="0">
                  <a:moveTo>
                    <a:pt x="334" y="0"/>
                  </a:moveTo>
                  <a:cubicBezTo>
                    <a:pt x="143" y="0"/>
                    <a:pt x="0" y="143"/>
                    <a:pt x="0" y="334"/>
                  </a:cubicBezTo>
                  <a:cubicBezTo>
                    <a:pt x="0" y="524"/>
                    <a:pt x="143" y="667"/>
                    <a:pt x="334" y="667"/>
                  </a:cubicBezTo>
                  <a:cubicBezTo>
                    <a:pt x="524" y="667"/>
                    <a:pt x="667" y="524"/>
                    <a:pt x="667" y="334"/>
                  </a:cubicBezTo>
                  <a:cubicBezTo>
                    <a:pt x="667" y="143"/>
                    <a:pt x="524" y="0"/>
                    <a:pt x="33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2" name="Google Shape;23072;p140"/>
            <p:cNvSpPr/>
            <p:nvPr/>
          </p:nvSpPr>
          <p:spPr>
            <a:xfrm>
              <a:off x="7222178" y="2573696"/>
              <a:ext cx="20837" cy="21613"/>
            </a:xfrm>
            <a:custGeom>
              <a:avLst/>
              <a:gdLst/>
              <a:ahLst/>
              <a:cxnLst/>
              <a:rect l="l" t="t" r="r" b="b"/>
              <a:pathLst>
                <a:path w="644" h="668" extrusionOk="0">
                  <a:moveTo>
                    <a:pt x="310" y="0"/>
                  </a:moveTo>
                  <a:cubicBezTo>
                    <a:pt x="144" y="0"/>
                    <a:pt x="1" y="143"/>
                    <a:pt x="1" y="334"/>
                  </a:cubicBezTo>
                  <a:cubicBezTo>
                    <a:pt x="1" y="524"/>
                    <a:pt x="144" y="667"/>
                    <a:pt x="310" y="667"/>
                  </a:cubicBezTo>
                  <a:cubicBezTo>
                    <a:pt x="501" y="667"/>
                    <a:pt x="644" y="524"/>
                    <a:pt x="644" y="334"/>
                  </a:cubicBezTo>
                  <a:cubicBezTo>
                    <a:pt x="644" y="143"/>
                    <a:pt x="501" y="0"/>
                    <a:pt x="31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3" name="Google Shape;23073;p140"/>
            <p:cNvSpPr/>
            <p:nvPr/>
          </p:nvSpPr>
          <p:spPr>
            <a:xfrm>
              <a:off x="7141292" y="2573696"/>
              <a:ext cx="20837" cy="21613"/>
            </a:xfrm>
            <a:custGeom>
              <a:avLst/>
              <a:gdLst/>
              <a:ahLst/>
              <a:cxnLst/>
              <a:rect l="l" t="t" r="r" b="b"/>
              <a:pathLst>
                <a:path w="644" h="668" extrusionOk="0">
                  <a:moveTo>
                    <a:pt x="334" y="0"/>
                  </a:moveTo>
                  <a:cubicBezTo>
                    <a:pt x="143" y="0"/>
                    <a:pt x="0" y="143"/>
                    <a:pt x="0" y="334"/>
                  </a:cubicBezTo>
                  <a:cubicBezTo>
                    <a:pt x="0" y="524"/>
                    <a:pt x="143" y="667"/>
                    <a:pt x="334" y="667"/>
                  </a:cubicBezTo>
                  <a:cubicBezTo>
                    <a:pt x="500" y="667"/>
                    <a:pt x="643" y="524"/>
                    <a:pt x="643" y="334"/>
                  </a:cubicBezTo>
                  <a:cubicBezTo>
                    <a:pt x="643" y="143"/>
                    <a:pt x="500" y="0"/>
                    <a:pt x="33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4" name="Google Shape;23074;p140"/>
            <p:cNvSpPr/>
            <p:nvPr/>
          </p:nvSpPr>
          <p:spPr>
            <a:xfrm>
              <a:off x="7181347" y="2614528"/>
              <a:ext cx="21613" cy="20837"/>
            </a:xfrm>
            <a:custGeom>
              <a:avLst/>
              <a:gdLst/>
              <a:ahLst/>
              <a:cxnLst/>
              <a:rect l="l" t="t" r="r" b="b"/>
              <a:pathLst>
                <a:path w="668" h="644" extrusionOk="0">
                  <a:moveTo>
                    <a:pt x="334" y="0"/>
                  </a:moveTo>
                  <a:cubicBezTo>
                    <a:pt x="143" y="0"/>
                    <a:pt x="0" y="143"/>
                    <a:pt x="0" y="334"/>
                  </a:cubicBezTo>
                  <a:cubicBezTo>
                    <a:pt x="0" y="500"/>
                    <a:pt x="143" y="643"/>
                    <a:pt x="334" y="643"/>
                  </a:cubicBezTo>
                  <a:cubicBezTo>
                    <a:pt x="524" y="643"/>
                    <a:pt x="667" y="500"/>
                    <a:pt x="667" y="334"/>
                  </a:cubicBezTo>
                  <a:cubicBezTo>
                    <a:pt x="667" y="143"/>
                    <a:pt x="524" y="0"/>
                    <a:pt x="33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5" name="Google Shape;23075;p140"/>
            <p:cNvSpPr/>
            <p:nvPr/>
          </p:nvSpPr>
          <p:spPr>
            <a:xfrm>
              <a:off x="7222178" y="2614528"/>
              <a:ext cx="20837" cy="20837"/>
            </a:xfrm>
            <a:custGeom>
              <a:avLst/>
              <a:gdLst/>
              <a:ahLst/>
              <a:cxnLst/>
              <a:rect l="l" t="t" r="r" b="b"/>
              <a:pathLst>
                <a:path w="644" h="644" extrusionOk="0">
                  <a:moveTo>
                    <a:pt x="310" y="0"/>
                  </a:moveTo>
                  <a:cubicBezTo>
                    <a:pt x="144" y="0"/>
                    <a:pt x="1" y="143"/>
                    <a:pt x="1" y="334"/>
                  </a:cubicBezTo>
                  <a:cubicBezTo>
                    <a:pt x="1" y="500"/>
                    <a:pt x="144" y="643"/>
                    <a:pt x="310" y="643"/>
                  </a:cubicBezTo>
                  <a:cubicBezTo>
                    <a:pt x="501" y="643"/>
                    <a:pt x="644" y="500"/>
                    <a:pt x="644" y="334"/>
                  </a:cubicBezTo>
                  <a:cubicBezTo>
                    <a:pt x="644" y="143"/>
                    <a:pt x="501" y="0"/>
                    <a:pt x="31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6" name="Google Shape;23076;p140"/>
            <p:cNvSpPr/>
            <p:nvPr/>
          </p:nvSpPr>
          <p:spPr>
            <a:xfrm>
              <a:off x="7141292" y="2614528"/>
              <a:ext cx="20837" cy="20837"/>
            </a:xfrm>
            <a:custGeom>
              <a:avLst/>
              <a:gdLst/>
              <a:ahLst/>
              <a:cxnLst/>
              <a:rect l="l" t="t" r="r" b="b"/>
              <a:pathLst>
                <a:path w="644" h="644" extrusionOk="0">
                  <a:moveTo>
                    <a:pt x="334" y="0"/>
                  </a:moveTo>
                  <a:cubicBezTo>
                    <a:pt x="143" y="0"/>
                    <a:pt x="0" y="143"/>
                    <a:pt x="0" y="334"/>
                  </a:cubicBezTo>
                  <a:cubicBezTo>
                    <a:pt x="0" y="500"/>
                    <a:pt x="143" y="643"/>
                    <a:pt x="334" y="643"/>
                  </a:cubicBezTo>
                  <a:cubicBezTo>
                    <a:pt x="500" y="643"/>
                    <a:pt x="643" y="500"/>
                    <a:pt x="643" y="334"/>
                  </a:cubicBezTo>
                  <a:cubicBezTo>
                    <a:pt x="643" y="143"/>
                    <a:pt x="500" y="0"/>
                    <a:pt x="33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7" name="Google Shape;23077;p140"/>
            <p:cNvSpPr/>
            <p:nvPr/>
          </p:nvSpPr>
          <p:spPr>
            <a:xfrm>
              <a:off x="7181347" y="2654582"/>
              <a:ext cx="21613" cy="21613"/>
            </a:xfrm>
            <a:custGeom>
              <a:avLst/>
              <a:gdLst/>
              <a:ahLst/>
              <a:cxnLst/>
              <a:rect l="l" t="t" r="r" b="b"/>
              <a:pathLst>
                <a:path w="668" h="668" extrusionOk="0">
                  <a:moveTo>
                    <a:pt x="334" y="1"/>
                  </a:moveTo>
                  <a:cubicBezTo>
                    <a:pt x="143" y="1"/>
                    <a:pt x="0" y="144"/>
                    <a:pt x="0" y="334"/>
                  </a:cubicBezTo>
                  <a:cubicBezTo>
                    <a:pt x="0" y="525"/>
                    <a:pt x="143" y="668"/>
                    <a:pt x="334" y="668"/>
                  </a:cubicBezTo>
                  <a:cubicBezTo>
                    <a:pt x="524" y="668"/>
                    <a:pt x="667" y="525"/>
                    <a:pt x="667" y="334"/>
                  </a:cubicBezTo>
                  <a:cubicBezTo>
                    <a:pt x="667" y="144"/>
                    <a:pt x="524" y="1"/>
                    <a:pt x="334"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8" name="Google Shape;23078;p140"/>
            <p:cNvSpPr/>
            <p:nvPr/>
          </p:nvSpPr>
          <p:spPr>
            <a:xfrm>
              <a:off x="7222178" y="2654582"/>
              <a:ext cx="20837" cy="21613"/>
            </a:xfrm>
            <a:custGeom>
              <a:avLst/>
              <a:gdLst/>
              <a:ahLst/>
              <a:cxnLst/>
              <a:rect l="l" t="t" r="r" b="b"/>
              <a:pathLst>
                <a:path w="644" h="668" extrusionOk="0">
                  <a:moveTo>
                    <a:pt x="310" y="1"/>
                  </a:moveTo>
                  <a:cubicBezTo>
                    <a:pt x="144" y="1"/>
                    <a:pt x="1" y="144"/>
                    <a:pt x="1" y="334"/>
                  </a:cubicBezTo>
                  <a:cubicBezTo>
                    <a:pt x="1" y="525"/>
                    <a:pt x="144" y="668"/>
                    <a:pt x="310" y="668"/>
                  </a:cubicBezTo>
                  <a:cubicBezTo>
                    <a:pt x="501" y="668"/>
                    <a:pt x="644" y="525"/>
                    <a:pt x="644" y="334"/>
                  </a:cubicBezTo>
                  <a:cubicBezTo>
                    <a:pt x="644" y="144"/>
                    <a:pt x="501" y="1"/>
                    <a:pt x="31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9" name="Google Shape;23079;p140"/>
            <p:cNvSpPr/>
            <p:nvPr/>
          </p:nvSpPr>
          <p:spPr>
            <a:xfrm>
              <a:off x="7141292" y="2654582"/>
              <a:ext cx="20837" cy="21613"/>
            </a:xfrm>
            <a:custGeom>
              <a:avLst/>
              <a:gdLst/>
              <a:ahLst/>
              <a:cxnLst/>
              <a:rect l="l" t="t" r="r" b="b"/>
              <a:pathLst>
                <a:path w="644" h="668" extrusionOk="0">
                  <a:moveTo>
                    <a:pt x="334" y="1"/>
                  </a:moveTo>
                  <a:cubicBezTo>
                    <a:pt x="143" y="1"/>
                    <a:pt x="0" y="144"/>
                    <a:pt x="0" y="334"/>
                  </a:cubicBezTo>
                  <a:cubicBezTo>
                    <a:pt x="0" y="525"/>
                    <a:pt x="143" y="668"/>
                    <a:pt x="334" y="668"/>
                  </a:cubicBezTo>
                  <a:cubicBezTo>
                    <a:pt x="500" y="668"/>
                    <a:pt x="643" y="525"/>
                    <a:pt x="643" y="334"/>
                  </a:cubicBezTo>
                  <a:cubicBezTo>
                    <a:pt x="643" y="144"/>
                    <a:pt x="500" y="1"/>
                    <a:pt x="334"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0" name="Google Shape;23080;p140"/>
            <p:cNvSpPr/>
            <p:nvPr/>
          </p:nvSpPr>
          <p:spPr>
            <a:xfrm>
              <a:off x="7181347" y="2695414"/>
              <a:ext cx="21613" cy="20837"/>
            </a:xfrm>
            <a:custGeom>
              <a:avLst/>
              <a:gdLst/>
              <a:ahLst/>
              <a:cxnLst/>
              <a:rect l="l" t="t" r="r" b="b"/>
              <a:pathLst>
                <a:path w="668" h="644" extrusionOk="0">
                  <a:moveTo>
                    <a:pt x="334" y="1"/>
                  </a:moveTo>
                  <a:cubicBezTo>
                    <a:pt x="143" y="1"/>
                    <a:pt x="0" y="144"/>
                    <a:pt x="0" y="310"/>
                  </a:cubicBezTo>
                  <a:cubicBezTo>
                    <a:pt x="0" y="501"/>
                    <a:pt x="143" y="644"/>
                    <a:pt x="334" y="644"/>
                  </a:cubicBezTo>
                  <a:cubicBezTo>
                    <a:pt x="524" y="644"/>
                    <a:pt x="667" y="501"/>
                    <a:pt x="667" y="310"/>
                  </a:cubicBezTo>
                  <a:cubicBezTo>
                    <a:pt x="667" y="144"/>
                    <a:pt x="524" y="1"/>
                    <a:pt x="334"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1" name="Google Shape;23081;p140"/>
            <p:cNvSpPr/>
            <p:nvPr/>
          </p:nvSpPr>
          <p:spPr>
            <a:xfrm>
              <a:off x="7222178" y="2695414"/>
              <a:ext cx="20837" cy="20837"/>
            </a:xfrm>
            <a:custGeom>
              <a:avLst/>
              <a:gdLst/>
              <a:ahLst/>
              <a:cxnLst/>
              <a:rect l="l" t="t" r="r" b="b"/>
              <a:pathLst>
                <a:path w="644" h="644" extrusionOk="0">
                  <a:moveTo>
                    <a:pt x="310" y="1"/>
                  </a:moveTo>
                  <a:cubicBezTo>
                    <a:pt x="144" y="1"/>
                    <a:pt x="1" y="144"/>
                    <a:pt x="1" y="310"/>
                  </a:cubicBezTo>
                  <a:cubicBezTo>
                    <a:pt x="1" y="501"/>
                    <a:pt x="144" y="644"/>
                    <a:pt x="310" y="644"/>
                  </a:cubicBezTo>
                  <a:cubicBezTo>
                    <a:pt x="501" y="644"/>
                    <a:pt x="644" y="501"/>
                    <a:pt x="644" y="310"/>
                  </a:cubicBezTo>
                  <a:cubicBezTo>
                    <a:pt x="644" y="144"/>
                    <a:pt x="501" y="1"/>
                    <a:pt x="31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2" name="Google Shape;23082;p140"/>
            <p:cNvSpPr/>
            <p:nvPr/>
          </p:nvSpPr>
          <p:spPr>
            <a:xfrm>
              <a:off x="7141292" y="2695414"/>
              <a:ext cx="20837" cy="20837"/>
            </a:xfrm>
            <a:custGeom>
              <a:avLst/>
              <a:gdLst/>
              <a:ahLst/>
              <a:cxnLst/>
              <a:rect l="l" t="t" r="r" b="b"/>
              <a:pathLst>
                <a:path w="644" h="644" extrusionOk="0">
                  <a:moveTo>
                    <a:pt x="334" y="1"/>
                  </a:moveTo>
                  <a:cubicBezTo>
                    <a:pt x="143" y="1"/>
                    <a:pt x="0" y="144"/>
                    <a:pt x="0" y="310"/>
                  </a:cubicBezTo>
                  <a:cubicBezTo>
                    <a:pt x="0" y="501"/>
                    <a:pt x="143" y="644"/>
                    <a:pt x="334" y="644"/>
                  </a:cubicBezTo>
                  <a:cubicBezTo>
                    <a:pt x="500" y="644"/>
                    <a:pt x="643" y="501"/>
                    <a:pt x="643" y="310"/>
                  </a:cubicBezTo>
                  <a:cubicBezTo>
                    <a:pt x="643" y="144"/>
                    <a:pt x="500" y="1"/>
                    <a:pt x="334"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3" name="Google Shape;23083;p140"/>
            <p:cNvSpPr/>
            <p:nvPr/>
          </p:nvSpPr>
          <p:spPr>
            <a:xfrm>
              <a:off x="7169020" y="2756305"/>
              <a:ext cx="47044" cy="80920"/>
            </a:xfrm>
            <a:custGeom>
              <a:avLst/>
              <a:gdLst/>
              <a:ahLst/>
              <a:cxnLst/>
              <a:rect l="l" t="t" r="r" b="b"/>
              <a:pathLst>
                <a:path w="1454" h="2501" extrusionOk="0">
                  <a:moveTo>
                    <a:pt x="0" y="0"/>
                  </a:moveTo>
                  <a:lnTo>
                    <a:pt x="0" y="2501"/>
                  </a:lnTo>
                  <a:lnTo>
                    <a:pt x="1453" y="2501"/>
                  </a:lnTo>
                  <a:lnTo>
                    <a:pt x="1453"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4" name="Google Shape;23084;p140"/>
            <p:cNvSpPr/>
            <p:nvPr/>
          </p:nvSpPr>
          <p:spPr>
            <a:xfrm>
              <a:off x="7192121" y="2573696"/>
              <a:ext cx="10839" cy="20837"/>
            </a:xfrm>
            <a:custGeom>
              <a:avLst/>
              <a:gdLst/>
              <a:ahLst/>
              <a:cxnLst/>
              <a:rect l="l" t="t" r="r" b="b"/>
              <a:pathLst>
                <a:path w="335" h="644" extrusionOk="0">
                  <a:moveTo>
                    <a:pt x="1" y="0"/>
                  </a:moveTo>
                  <a:lnTo>
                    <a:pt x="1" y="643"/>
                  </a:lnTo>
                  <a:cubicBezTo>
                    <a:pt x="191" y="643"/>
                    <a:pt x="334" y="500"/>
                    <a:pt x="334" y="334"/>
                  </a:cubicBezTo>
                  <a:cubicBezTo>
                    <a:pt x="334" y="167"/>
                    <a:pt x="191"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5" name="Google Shape;23085;p140"/>
            <p:cNvSpPr/>
            <p:nvPr/>
          </p:nvSpPr>
          <p:spPr>
            <a:xfrm>
              <a:off x="7192121" y="2614528"/>
              <a:ext cx="10839" cy="20060"/>
            </a:xfrm>
            <a:custGeom>
              <a:avLst/>
              <a:gdLst/>
              <a:ahLst/>
              <a:cxnLst/>
              <a:rect l="l" t="t" r="r" b="b"/>
              <a:pathLst>
                <a:path w="335" h="620" extrusionOk="0">
                  <a:moveTo>
                    <a:pt x="1" y="0"/>
                  </a:moveTo>
                  <a:lnTo>
                    <a:pt x="1" y="620"/>
                  </a:lnTo>
                  <a:cubicBezTo>
                    <a:pt x="191" y="620"/>
                    <a:pt x="334" y="500"/>
                    <a:pt x="334" y="334"/>
                  </a:cubicBezTo>
                  <a:cubicBezTo>
                    <a:pt x="334" y="143"/>
                    <a:pt x="191"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6" name="Google Shape;23086;p140"/>
            <p:cNvSpPr/>
            <p:nvPr/>
          </p:nvSpPr>
          <p:spPr>
            <a:xfrm>
              <a:off x="7192121" y="2654582"/>
              <a:ext cx="10839" cy="20837"/>
            </a:xfrm>
            <a:custGeom>
              <a:avLst/>
              <a:gdLst/>
              <a:ahLst/>
              <a:cxnLst/>
              <a:rect l="l" t="t" r="r" b="b"/>
              <a:pathLst>
                <a:path w="335" h="644" extrusionOk="0">
                  <a:moveTo>
                    <a:pt x="1" y="1"/>
                  </a:moveTo>
                  <a:lnTo>
                    <a:pt x="1" y="644"/>
                  </a:lnTo>
                  <a:cubicBezTo>
                    <a:pt x="191" y="644"/>
                    <a:pt x="334" y="525"/>
                    <a:pt x="334" y="334"/>
                  </a:cubicBezTo>
                  <a:cubicBezTo>
                    <a:pt x="334" y="144"/>
                    <a:pt x="191"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7" name="Google Shape;23087;p140"/>
            <p:cNvSpPr/>
            <p:nvPr/>
          </p:nvSpPr>
          <p:spPr>
            <a:xfrm>
              <a:off x="7192121" y="2695414"/>
              <a:ext cx="10839" cy="20157"/>
            </a:xfrm>
            <a:custGeom>
              <a:avLst/>
              <a:gdLst/>
              <a:ahLst/>
              <a:cxnLst/>
              <a:rect l="l" t="t" r="r" b="b"/>
              <a:pathLst>
                <a:path w="335" h="623" extrusionOk="0">
                  <a:moveTo>
                    <a:pt x="1" y="1"/>
                  </a:moveTo>
                  <a:lnTo>
                    <a:pt x="1" y="620"/>
                  </a:lnTo>
                  <a:cubicBezTo>
                    <a:pt x="15" y="622"/>
                    <a:pt x="29" y="623"/>
                    <a:pt x="42" y="623"/>
                  </a:cubicBezTo>
                  <a:cubicBezTo>
                    <a:pt x="212" y="623"/>
                    <a:pt x="334" y="487"/>
                    <a:pt x="334" y="310"/>
                  </a:cubicBezTo>
                  <a:cubicBezTo>
                    <a:pt x="334" y="144"/>
                    <a:pt x="191" y="1"/>
                    <a:pt x="1"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8" name="Google Shape;23088;p140"/>
            <p:cNvSpPr/>
            <p:nvPr/>
          </p:nvSpPr>
          <p:spPr>
            <a:xfrm>
              <a:off x="7192121" y="2756305"/>
              <a:ext cx="23943" cy="80920"/>
            </a:xfrm>
            <a:custGeom>
              <a:avLst/>
              <a:gdLst/>
              <a:ahLst/>
              <a:cxnLst/>
              <a:rect l="l" t="t" r="r" b="b"/>
              <a:pathLst>
                <a:path w="740" h="2501" extrusionOk="0">
                  <a:moveTo>
                    <a:pt x="1" y="0"/>
                  </a:moveTo>
                  <a:lnTo>
                    <a:pt x="1" y="2501"/>
                  </a:lnTo>
                  <a:lnTo>
                    <a:pt x="739" y="2501"/>
                  </a:lnTo>
                  <a:lnTo>
                    <a:pt x="739"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89" name="Google Shape;23089;p140"/>
          <p:cNvGrpSpPr/>
          <p:nvPr/>
        </p:nvGrpSpPr>
        <p:grpSpPr>
          <a:xfrm>
            <a:off x="6268300" y="2351929"/>
            <a:ext cx="346749" cy="319793"/>
            <a:chOff x="6268300" y="2504329"/>
            <a:chExt cx="346749" cy="319793"/>
          </a:xfrm>
        </p:grpSpPr>
        <p:sp>
          <p:nvSpPr>
            <p:cNvPr id="23090" name="Google Shape;23090;p140"/>
            <p:cNvSpPr/>
            <p:nvPr/>
          </p:nvSpPr>
          <p:spPr>
            <a:xfrm>
              <a:off x="6493294" y="2602977"/>
              <a:ext cx="74772" cy="61669"/>
            </a:xfrm>
            <a:custGeom>
              <a:avLst/>
              <a:gdLst/>
              <a:ahLst/>
              <a:cxnLst/>
              <a:rect l="l" t="t" r="r" b="b"/>
              <a:pathLst>
                <a:path w="2311" h="1906" extrusionOk="0">
                  <a:moveTo>
                    <a:pt x="524" y="0"/>
                  </a:moveTo>
                  <a:cubicBezTo>
                    <a:pt x="381" y="0"/>
                    <a:pt x="262" y="119"/>
                    <a:pt x="238" y="262"/>
                  </a:cubicBezTo>
                  <a:lnTo>
                    <a:pt x="24" y="1524"/>
                  </a:lnTo>
                  <a:cubicBezTo>
                    <a:pt x="0" y="1643"/>
                    <a:pt x="24" y="1715"/>
                    <a:pt x="72" y="1786"/>
                  </a:cubicBezTo>
                  <a:cubicBezTo>
                    <a:pt x="143" y="1881"/>
                    <a:pt x="238" y="1905"/>
                    <a:pt x="310" y="1905"/>
                  </a:cubicBezTo>
                  <a:lnTo>
                    <a:pt x="1977" y="1905"/>
                  </a:lnTo>
                  <a:cubicBezTo>
                    <a:pt x="2072" y="1905"/>
                    <a:pt x="2167" y="1881"/>
                    <a:pt x="2215" y="1786"/>
                  </a:cubicBezTo>
                  <a:cubicBezTo>
                    <a:pt x="2286" y="1691"/>
                    <a:pt x="2310" y="1596"/>
                    <a:pt x="2286" y="1524"/>
                  </a:cubicBezTo>
                  <a:lnTo>
                    <a:pt x="2072" y="262"/>
                  </a:lnTo>
                  <a:cubicBezTo>
                    <a:pt x="2072" y="119"/>
                    <a:pt x="1929" y="0"/>
                    <a:pt x="1786"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1" name="Google Shape;23091;p140"/>
            <p:cNvSpPr/>
            <p:nvPr/>
          </p:nvSpPr>
          <p:spPr>
            <a:xfrm>
              <a:off x="6531796" y="2603721"/>
              <a:ext cx="37014" cy="60924"/>
            </a:xfrm>
            <a:custGeom>
              <a:avLst/>
              <a:gdLst/>
              <a:ahLst/>
              <a:cxnLst/>
              <a:rect l="l" t="t" r="r" b="b"/>
              <a:pathLst>
                <a:path w="1144" h="1883" extrusionOk="0">
                  <a:moveTo>
                    <a:pt x="1" y="1"/>
                  </a:moveTo>
                  <a:lnTo>
                    <a:pt x="1" y="1882"/>
                  </a:lnTo>
                  <a:lnTo>
                    <a:pt x="811" y="1882"/>
                  </a:lnTo>
                  <a:cubicBezTo>
                    <a:pt x="906" y="1882"/>
                    <a:pt x="1001" y="1858"/>
                    <a:pt x="1049" y="1763"/>
                  </a:cubicBezTo>
                  <a:cubicBezTo>
                    <a:pt x="1120" y="1692"/>
                    <a:pt x="1144" y="1620"/>
                    <a:pt x="1120" y="1501"/>
                  </a:cubicBezTo>
                  <a:lnTo>
                    <a:pt x="906" y="263"/>
                  </a:lnTo>
                  <a:cubicBezTo>
                    <a:pt x="882" y="120"/>
                    <a:pt x="763" y="1"/>
                    <a:pt x="620"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2" name="Google Shape;23092;p140"/>
            <p:cNvSpPr/>
            <p:nvPr/>
          </p:nvSpPr>
          <p:spPr>
            <a:xfrm>
              <a:off x="6445506" y="2504329"/>
              <a:ext cx="169540" cy="115637"/>
            </a:xfrm>
            <a:custGeom>
              <a:avLst/>
              <a:gdLst/>
              <a:ahLst/>
              <a:cxnLst/>
              <a:rect l="l" t="t" r="r" b="b"/>
              <a:pathLst>
                <a:path w="5240" h="3574" extrusionOk="0">
                  <a:moveTo>
                    <a:pt x="334" y="1"/>
                  </a:moveTo>
                  <a:cubicBezTo>
                    <a:pt x="167" y="1"/>
                    <a:pt x="1" y="144"/>
                    <a:pt x="1" y="334"/>
                  </a:cubicBezTo>
                  <a:lnTo>
                    <a:pt x="1" y="3240"/>
                  </a:lnTo>
                  <a:cubicBezTo>
                    <a:pt x="1" y="3430"/>
                    <a:pt x="167" y="3573"/>
                    <a:pt x="334" y="3573"/>
                  </a:cubicBezTo>
                  <a:lnTo>
                    <a:pt x="4930" y="3573"/>
                  </a:lnTo>
                  <a:cubicBezTo>
                    <a:pt x="5097" y="3573"/>
                    <a:pt x="5240" y="3454"/>
                    <a:pt x="5240" y="3240"/>
                  </a:cubicBezTo>
                  <a:lnTo>
                    <a:pt x="5240" y="334"/>
                  </a:lnTo>
                  <a:cubicBezTo>
                    <a:pt x="5240" y="144"/>
                    <a:pt x="5097" y="1"/>
                    <a:pt x="4930"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3" name="Google Shape;23093;p140"/>
            <p:cNvSpPr/>
            <p:nvPr/>
          </p:nvSpPr>
          <p:spPr>
            <a:xfrm>
              <a:off x="6530275" y="2505882"/>
              <a:ext cx="84770" cy="114084"/>
            </a:xfrm>
            <a:custGeom>
              <a:avLst/>
              <a:gdLst/>
              <a:ahLst/>
              <a:cxnLst/>
              <a:rect l="l" t="t" r="r" b="b"/>
              <a:pathLst>
                <a:path w="2620" h="3526" extrusionOk="0">
                  <a:moveTo>
                    <a:pt x="0" y="1"/>
                  </a:moveTo>
                  <a:lnTo>
                    <a:pt x="0" y="3525"/>
                  </a:lnTo>
                  <a:lnTo>
                    <a:pt x="2310" y="3525"/>
                  </a:lnTo>
                  <a:cubicBezTo>
                    <a:pt x="2477" y="3525"/>
                    <a:pt x="2620" y="3382"/>
                    <a:pt x="2620" y="3192"/>
                  </a:cubicBezTo>
                  <a:lnTo>
                    <a:pt x="2620" y="286"/>
                  </a:lnTo>
                  <a:cubicBezTo>
                    <a:pt x="2620" y="143"/>
                    <a:pt x="2477" y="1"/>
                    <a:pt x="2310"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4" name="Google Shape;23094;p140"/>
            <p:cNvSpPr/>
            <p:nvPr/>
          </p:nvSpPr>
          <p:spPr>
            <a:xfrm>
              <a:off x="6466310" y="2525909"/>
              <a:ext cx="127932" cy="73996"/>
            </a:xfrm>
            <a:custGeom>
              <a:avLst/>
              <a:gdLst/>
              <a:ahLst/>
              <a:cxnLst/>
              <a:rect l="l" t="t" r="r" b="b"/>
              <a:pathLst>
                <a:path w="3954" h="2287" extrusionOk="0">
                  <a:moveTo>
                    <a:pt x="1" y="1"/>
                  </a:moveTo>
                  <a:lnTo>
                    <a:pt x="1" y="2287"/>
                  </a:lnTo>
                  <a:lnTo>
                    <a:pt x="3954" y="2287"/>
                  </a:lnTo>
                  <a:lnTo>
                    <a:pt x="3954" y="1"/>
                  </a:ln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5" name="Google Shape;23095;p140"/>
            <p:cNvSpPr/>
            <p:nvPr/>
          </p:nvSpPr>
          <p:spPr>
            <a:xfrm>
              <a:off x="6530275" y="2525909"/>
              <a:ext cx="64742" cy="73996"/>
            </a:xfrm>
            <a:custGeom>
              <a:avLst/>
              <a:gdLst/>
              <a:ahLst/>
              <a:cxnLst/>
              <a:rect l="l" t="t" r="r" b="b"/>
              <a:pathLst>
                <a:path w="2001" h="2287" extrusionOk="0">
                  <a:moveTo>
                    <a:pt x="0" y="1"/>
                  </a:moveTo>
                  <a:lnTo>
                    <a:pt x="0" y="2287"/>
                  </a:lnTo>
                  <a:lnTo>
                    <a:pt x="2001" y="2287"/>
                  </a:lnTo>
                  <a:lnTo>
                    <a:pt x="2001" y="1"/>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6" name="Google Shape;23096;p140"/>
            <p:cNvSpPr/>
            <p:nvPr/>
          </p:nvSpPr>
          <p:spPr>
            <a:xfrm>
              <a:off x="6334562" y="2707741"/>
              <a:ext cx="91726" cy="116381"/>
            </a:xfrm>
            <a:custGeom>
              <a:avLst/>
              <a:gdLst/>
              <a:ahLst/>
              <a:cxnLst/>
              <a:rect l="l" t="t" r="r" b="b"/>
              <a:pathLst>
                <a:path w="2835" h="3597" extrusionOk="0">
                  <a:moveTo>
                    <a:pt x="1405" y="1"/>
                  </a:moveTo>
                  <a:cubicBezTo>
                    <a:pt x="1239" y="1"/>
                    <a:pt x="1072" y="144"/>
                    <a:pt x="1072" y="334"/>
                  </a:cubicBezTo>
                  <a:lnTo>
                    <a:pt x="1072" y="2097"/>
                  </a:lnTo>
                  <a:lnTo>
                    <a:pt x="119" y="3049"/>
                  </a:lnTo>
                  <a:cubicBezTo>
                    <a:pt x="0" y="3168"/>
                    <a:pt x="0" y="3359"/>
                    <a:pt x="119" y="3478"/>
                  </a:cubicBezTo>
                  <a:cubicBezTo>
                    <a:pt x="179" y="3537"/>
                    <a:pt x="262" y="3567"/>
                    <a:pt x="346" y="3567"/>
                  </a:cubicBezTo>
                  <a:cubicBezTo>
                    <a:pt x="429" y="3567"/>
                    <a:pt x="512" y="3537"/>
                    <a:pt x="572" y="3478"/>
                  </a:cubicBezTo>
                  <a:lnTo>
                    <a:pt x="1072" y="2978"/>
                  </a:lnTo>
                  <a:lnTo>
                    <a:pt x="1072" y="3287"/>
                  </a:lnTo>
                  <a:cubicBezTo>
                    <a:pt x="1072" y="3454"/>
                    <a:pt x="1239" y="3597"/>
                    <a:pt x="1405" y="3597"/>
                  </a:cubicBezTo>
                  <a:cubicBezTo>
                    <a:pt x="1596" y="3597"/>
                    <a:pt x="1739" y="3454"/>
                    <a:pt x="1739" y="3287"/>
                  </a:cubicBezTo>
                  <a:lnTo>
                    <a:pt x="1739" y="2978"/>
                  </a:lnTo>
                  <a:lnTo>
                    <a:pt x="2239" y="3478"/>
                  </a:lnTo>
                  <a:cubicBezTo>
                    <a:pt x="2310" y="3549"/>
                    <a:pt x="2406" y="3573"/>
                    <a:pt x="2453" y="3573"/>
                  </a:cubicBezTo>
                  <a:cubicBezTo>
                    <a:pt x="2525" y="3573"/>
                    <a:pt x="2596" y="3549"/>
                    <a:pt x="2668" y="3478"/>
                  </a:cubicBezTo>
                  <a:cubicBezTo>
                    <a:pt x="2834" y="3359"/>
                    <a:pt x="2834" y="3168"/>
                    <a:pt x="2691" y="3049"/>
                  </a:cubicBezTo>
                  <a:lnTo>
                    <a:pt x="1739" y="2097"/>
                  </a:lnTo>
                  <a:lnTo>
                    <a:pt x="1739" y="334"/>
                  </a:lnTo>
                  <a:cubicBezTo>
                    <a:pt x="1739" y="144"/>
                    <a:pt x="1596" y="1"/>
                    <a:pt x="1405"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7" name="Google Shape;23097;p140"/>
            <p:cNvSpPr/>
            <p:nvPr/>
          </p:nvSpPr>
          <p:spPr>
            <a:xfrm>
              <a:off x="6379244" y="2706997"/>
              <a:ext cx="45491" cy="115604"/>
            </a:xfrm>
            <a:custGeom>
              <a:avLst/>
              <a:gdLst/>
              <a:ahLst/>
              <a:cxnLst/>
              <a:rect l="l" t="t" r="r" b="b"/>
              <a:pathLst>
                <a:path w="1406" h="3573" extrusionOk="0">
                  <a:moveTo>
                    <a:pt x="1" y="0"/>
                  </a:moveTo>
                  <a:lnTo>
                    <a:pt x="1" y="3525"/>
                  </a:lnTo>
                  <a:cubicBezTo>
                    <a:pt x="43" y="3537"/>
                    <a:pt x="82" y="3543"/>
                    <a:pt x="117" y="3543"/>
                  </a:cubicBezTo>
                  <a:cubicBezTo>
                    <a:pt x="278" y="3543"/>
                    <a:pt x="358" y="3419"/>
                    <a:pt x="358" y="3263"/>
                  </a:cubicBezTo>
                  <a:lnTo>
                    <a:pt x="358" y="2977"/>
                  </a:lnTo>
                  <a:lnTo>
                    <a:pt x="858" y="3477"/>
                  </a:lnTo>
                  <a:cubicBezTo>
                    <a:pt x="929" y="3525"/>
                    <a:pt x="1025" y="3572"/>
                    <a:pt x="1072" y="3572"/>
                  </a:cubicBezTo>
                  <a:cubicBezTo>
                    <a:pt x="1144" y="3572"/>
                    <a:pt x="1215" y="3525"/>
                    <a:pt x="1287" y="3477"/>
                  </a:cubicBezTo>
                  <a:cubicBezTo>
                    <a:pt x="1406" y="3358"/>
                    <a:pt x="1406" y="3144"/>
                    <a:pt x="1287" y="3025"/>
                  </a:cubicBezTo>
                  <a:lnTo>
                    <a:pt x="334" y="2072"/>
                  </a:lnTo>
                  <a:lnTo>
                    <a:pt x="334" y="333"/>
                  </a:lnTo>
                  <a:cubicBezTo>
                    <a:pt x="334" y="143"/>
                    <a:pt x="191" y="0"/>
                    <a:pt x="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8" name="Google Shape;23098;p140"/>
            <p:cNvSpPr/>
            <p:nvPr/>
          </p:nvSpPr>
          <p:spPr>
            <a:xfrm>
              <a:off x="6289880" y="2680789"/>
              <a:ext cx="20837" cy="142588"/>
            </a:xfrm>
            <a:custGeom>
              <a:avLst/>
              <a:gdLst/>
              <a:ahLst/>
              <a:cxnLst/>
              <a:rect l="l" t="t" r="r" b="b"/>
              <a:pathLst>
                <a:path w="644" h="4407" extrusionOk="0">
                  <a:moveTo>
                    <a:pt x="334" y="0"/>
                  </a:moveTo>
                  <a:cubicBezTo>
                    <a:pt x="143" y="0"/>
                    <a:pt x="0" y="143"/>
                    <a:pt x="0" y="334"/>
                  </a:cubicBezTo>
                  <a:lnTo>
                    <a:pt x="0" y="4073"/>
                  </a:lnTo>
                  <a:cubicBezTo>
                    <a:pt x="0" y="4263"/>
                    <a:pt x="143" y="4406"/>
                    <a:pt x="334" y="4406"/>
                  </a:cubicBezTo>
                  <a:cubicBezTo>
                    <a:pt x="476" y="4406"/>
                    <a:pt x="619" y="4263"/>
                    <a:pt x="643" y="4073"/>
                  </a:cubicBezTo>
                  <a:lnTo>
                    <a:pt x="643" y="334"/>
                  </a:lnTo>
                  <a:cubicBezTo>
                    <a:pt x="643" y="143"/>
                    <a:pt x="500" y="0"/>
                    <a:pt x="334"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9" name="Google Shape;23099;p140"/>
            <p:cNvSpPr/>
            <p:nvPr/>
          </p:nvSpPr>
          <p:spPr>
            <a:xfrm>
              <a:off x="6462460" y="2681566"/>
              <a:ext cx="121008" cy="100948"/>
            </a:xfrm>
            <a:custGeom>
              <a:avLst/>
              <a:gdLst/>
              <a:ahLst/>
              <a:cxnLst/>
              <a:rect l="l" t="t" r="r" b="b"/>
              <a:pathLst>
                <a:path w="3740" h="3120" extrusionOk="0">
                  <a:moveTo>
                    <a:pt x="1" y="0"/>
                  </a:moveTo>
                  <a:lnTo>
                    <a:pt x="1" y="3120"/>
                  </a:lnTo>
                  <a:lnTo>
                    <a:pt x="3739" y="3120"/>
                  </a:lnTo>
                  <a:lnTo>
                    <a:pt x="3739" y="0"/>
                  </a:ln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0" name="Google Shape;23100;p140"/>
            <p:cNvSpPr/>
            <p:nvPr/>
          </p:nvSpPr>
          <p:spPr>
            <a:xfrm>
              <a:off x="6574180" y="2680789"/>
              <a:ext cx="20837" cy="142588"/>
            </a:xfrm>
            <a:custGeom>
              <a:avLst/>
              <a:gdLst/>
              <a:ahLst/>
              <a:cxnLst/>
              <a:rect l="l" t="t" r="r" b="b"/>
              <a:pathLst>
                <a:path w="644" h="4407" extrusionOk="0">
                  <a:moveTo>
                    <a:pt x="310" y="0"/>
                  </a:moveTo>
                  <a:cubicBezTo>
                    <a:pt x="144" y="0"/>
                    <a:pt x="1" y="143"/>
                    <a:pt x="1" y="334"/>
                  </a:cubicBezTo>
                  <a:lnTo>
                    <a:pt x="1" y="4073"/>
                  </a:lnTo>
                  <a:cubicBezTo>
                    <a:pt x="1" y="4263"/>
                    <a:pt x="144" y="4406"/>
                    <a:pt x="310" y="4406"/>
                  </a:cubicBezTo>
                  <a:cubicBezTo>
                    <a:pt x="477" y="4406"/>
                    <a:pt x="620" y="4263"/>
                    <a:pt x="644" y="4073"/>
                  </a:cubicBezTo>
                  <a:lnTo>
                    <a:pt x="644" y="334"/>
                  </a:lnTo>
                  <a:cubicBezTo>
                    <a:pt x="644" y="143"/>
                    <a:pt x="501" y="0"/>
                    <a:pt x="310"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1" name="Google Shape;23101;p140"/>
            <p:cNvSpPr/>
            <p:nvPr/>
          </p:nvSpPr>
          <p:spPr>
            <a:xfrm>
              <a:off x="6451686" y="2680789"/>
              <a:ext cx="20837" cy="142588"/>
            </a:xfrm>
            <a:custGeom>
              <a:avLst/>
              <a:gdLst/>
              <a:ahLst/>
              <a:cxnLst/>
              <a:rect l="l" t="t" r="r" b="b"/>
              <a:pathLst>
                <a:path w="644" h="4407" extrusionOk="0">
                  <a:moveTo>
                    <a:pt x="334" y="0"/>
                  </a:moveTo>
                  <a:cubicBezTo>
                    <a:pt x="143" y="0"/>
                    <a:pt x="0" y="143"/>
                    <a:pt x="0" y="334"/>
                  </a:cubicBezTo>
                  <a:lnTo>
                    <a:pt x="0" y="4073"/>
                  </a:lnTo>
                  <a:cubicBezTo>
                    <a:pt x="0" y="4263"/>
                    <a:pt x="143" y="4406"/>
                    <a:pt x="334" y="4406"/>
                  </a:cubicBezTo>
                  <a:cubicBezTo>
                    <a:pt x="500" y="4406"/>
                    <a:pt x="643" y="4263"/>
                    <a:pt x="643" y="4073"/>
                  </a:cubicBezTo>
                  <a:lnTo>
                    <a:pt x="643" y="334"/>
                  </a:lnTo>
                  <a:cubicBezTo>
                    <a:pt x="643" y="143"/>
                    <a:pt x="500" y="0"/>
                    <a:pt x="334"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2" name="Google Shape;23102;p140"/>
            <p:cNvSpPr/>
            <p:nvPr/>
          </p:nvSpPr>
          <p:spPr>
            <a:xfrm>
              <a:off x="6498665" y="2720844"/>
              <a:ext cx="48597" cy="21613"/>
            </a:xfrm>
            <a:custGeom>
              <a:avLst/>
              <a:gdLst/>
              <a:ahLst/>
              <a:cxnLst/>
              <a:rect l="l" t="t" r="r" b="b"/>
              <a:pathLst>
                <a:path w="1502" h="668" extrusionOk="0">
                  <a:moveTo>
                    <a:pt x="334" y="1"/>
                  </a:moveTo>
                  <a:cubicBezTo>
                    <a:pt x="144" y="1"/>
                    <a:pt x="1" y="167"/>
                    <a:pt x="1" y="334"/>
                  </a:cubicBezTo>
                  <a:cubicBezTo>
                    <a:pt x="1" y="525"/>
                    <a:pt x="144" y="668"/>
                    <a:pt x="334" y="668"/>
                  </a:cubicBezTo>
                  <a:lnTo>
                    <a:pt x="1168" y="668"/>
                  </a:lnTo>
                  <a:cubicBezTo>
                    <a:pt x="1334" y="668"/>
                    <a:pt x="1501" y="525"/>
                    <a:pt x="1501" y="334"/>
                  </a:cubicBezTo>
                  <a:cubicBezTo>
                    <a:pt x="1501" y="167"/>
                    <a:pt x="1334" y="1"/>
                    <a:pt x="1168"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3" name="Google Shape;23103;p140"/>
            <p:cNvSpPr/>
            <p:nvPr/>
          </p:nvSpPr>
          <p:spPr>
            <a:xfrm>
              <a:off x="6268300" y="2649956"/>
              <a:ext cx="346749" cy="41641"/>
            </a:xfrm>
            <a:custGeom>
              <a:avLst/>
              <a:gdLst/>
              <a:ahLst/>
              <a:cxnLst/>
              <a:rect l="l" t="t" r="r" b="b"/>
              <a:pathLst>
                <a:path w="10717" h="1287" extrusionOk="0">
                  <a:moveTo>
                    <a:pt x="334" y="1"/>
                  </a:moveTo>
                  <a:cubicBezTo>
                    <a:pt x="167" y="1"/>
                    <a:pt x="0" y="144"/>
                    <a:pt x="0" y="334"/>
                  </a:cubicBezTo>
                  <a:lnTo>
                    <a:pt x="0" y="953"/>
                  </a:lnTo>
                  <a:cubicBezTo>
                    <a:pt x="0" y="1120"/>
                    <a:pt x="167" y="1287"/>
                    <a:pt x="334" y="1287"/>
                  </a:cubicBezTo>
                  <a:lnTo>
                    <a:pt x="10407" y="1287"/>
                  </a:lnTo>
                  <a:cubicBezTo>
                    <a:pt x="10574" y="1287"/>
                    <a:pt x="10717" y="1120"/>
                    <a:pt x="10717" y="953"/>
                  </a:cubicBezTo>
                  <a:lnTo>
                    <a:pt x="10717" y="334"/>
                  </a:lnTo>
                  <a:cubicBezTo>
                    <a:pt x="10717" y="144"/>
                    <a:pt x="10574" y="1"/>
                    <a:pt x="1040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4" name="Google Shape;23104;p140"/>
            <p:cNvSpPr/>
            <p:nvPr/>
          </p:nvSpPr>
          <p:spPr>
            <a:xfrm>
              <a:off x="6381573" y="2650732"/>
              <a:ext cx="233474" cy="40864"/>
            </a:xfrm>
            <a:custGeom>
              <a:avLst/>
              <a:gdLst/>
              <a:ahLst/>
              <a:cxnLst/>
              <a:rect l="l" t="t" r="r" b="b"/>
              <a:pathLst>
                <a:path w="7216" h="1263" extrusionOk="0">
                  <a:moveTo>
                    <a:pt x="0" y="1"/>
                  </a:moveTo>
                  <a:lnTo>
                    <a:pt x="0" y="1263"/>
                  </a:lnTo>
                  <a:lnTo>
                    <a:pt x="6906" y="1263"/>
                  </a:lnTo>
                  <a:cubicBezTo>
                    <a:pt x="7073" y="1263"/>
                    <a:pt x="7216" y="1096"/>
                    <a:pt x="7216" y="929"/>
                  </a:cubicBezTo>
                  <a:lnTo>
                    <a:pt x="7216" y="310"/>
                  </a:lnTo>
                  <a:cubicBezTo>
                    <a:pt x="7216" y="167"/>
                    <a:pt x="7073" y="1"/>
                    <a:pt x="690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5" name="Google Shape;23105;p140"/>
            <p:cNvSpPr/>
            <p:nvPr/>
          </p:nvSpPr>
          <p:spPr>
            <a:xfrm>
              <a:off x="6323756" y="2586023"/>
              <a:ext cx="115637" cy="143333"/>
            </a:xfrm>
            <a:custGeom>
              <a:avLst/>
              <a:gdLst/>
              <a:ahLst/>
              <a:cxnLst/>
              <a:rect l="l" t="t" r="r" b="b"/>
              <a:pathLst>
                <a:path w="3574" h="4430" extrusionOk="0">
                  <a:moveTo>
                    <a:pt x="1358" y="0"/>
                  </a:moveTo>
                  <a:cubicBezTo>
                    <a:pt x="596" y="0"/>
                    <a:pt x="1" y="643"/>
                    <a:pt x="1" y="1381"/>
                  </a:cubicBezTo>
                  <a:lnTo>
                    <a:pt x="1" y="4096"/>
                  </a:lnTo>
                  <a:cubicBezTo>
                    <a:pt x="1" y="4263"/>
                    <a:pt x="144" y="4430"/>
                    <a:pt x="311" y="4430"/>
                  </a:cubicBezTo>
                  <a:lnTo>
                    <a:pt x="3240" y="4430"/>
                  </a:lnTo>
                  <a:cubicBezTo>
                    <a:pt x="3406" y="4430"/>
                    <a:pt x="3573" y="4263"/>
                    <a:pt x="3573" y="4096"/>
                  </a:cubicBezTo>
                  <a:lnTo>
                    <a:pt x="3573" y="1381"/>
                  </a:lnTo>
                  <a:cubicBezTo>
                    <a:pt x="3573" y="596"/>
                    <a:pt x="2930" y="0"/>
                    <a:pt x="2192"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6" name="Google Shape;23106;p140"/>
            <p:cNvSpPr/>
            <p:nvPr/>
          </p:nvSpPr>
          <p:spPr>
            <a:xfrm>
              <a:off x="6381573" y="2586800"/>
              <a:ext cx="57818" cy="141035"/>
            </a:xfrm>
            <a:custGeom>
              <a:avLst/>
              <a:gdLst/>
              <a:ahLst/>
              <a:cxnLst/>
              <a:rect l="l" t="t" r="r" b="b"/>
              <a:pathLst>
                <a:path w="1787" h="4359" extrusionOk="0">
                  <a:moveTo>
                    <a:pt x="0" y="0"/>
                  </a:moveTo>
                  <a:lnTo>
                    <a:pt x="0" y="4358"/>
                  </a:lnTo>
                  <a:lnTo>
                    <a:pt x="1453" y="4358"/>
                  </a:lnTo>
                  <a:cubicBezTo>
                    <a:pt x="1619" y="4358"/>
                    <a:pt x="1786" y="4215"/>
                    <a:pt x="1786" y="4025"/>
                  </a:cubicBezTo>
                  <a:lnTo>
                    <a:pt x="1786" y="1334"/>
                  </a:lnTo>
                  <a:cubicBezTo>
                    <a:pt x="1786" y="619"/>
                    <a:pt x="1143" y="0"/>
                    <a:pt x="405"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07" name="Google Shape;23107;p140"/>
          <p:cNvGrpSpPr/>
          <p:nvPr/>
        </p:nvGrpSpPr>
        <p:grpSpPr>
          <a:xfrm>
            <a:off x="5520908" y="2338081"/>
            <a:ext cx="349077" cy="348297"/>
            <a:chOff x="5520908" y="2490481"/>
            <a:chExt cx="349077" cy="348297"/>
          </a:xfrm>
        </p:grpSpPr>
        <p:sp>
          <p:nvSpPr>
            <p:cNvPr id="23108" name="Google Shape;23108;p140"/>
            <p:cNvSpPr/>
            <p:nvPr/>
          </p:nvSpPr>
          <p:spPr>
            <a:xfrm>
              <a:off x="5732022" y="2544901"/>
              <a:ext cx="20060" cy="75322"/>
            </a:xfrm>
            <a:custGeom>
              <a:avLst/>
              <a:gdLst/>
              <a:ahLst/>
              <a:cxnLst/>
              <a:rect l="l" t="t" r="r" b="b"/>
              <a:pathLst>
                <a:path w="620" h="2328" extrusionOk="0">
                  <a:moveTo>
                    <a:pt x="329" y="1"/>
                  </a:moveTo>
                  <a:cubicBezTo>
                    <a:pt x="307" y="1"/>
                    <a:pt x="285" y="3"/>
                    <a:pt x="262" y="9"/>
                  </a:cubicBezTo>
                  <a:cubicBezTo>
                    <a:pt x="119" y="33"/>
                    <a:pt x="0" y="176"/>
                    <a:pt x="0" y="342"/>
                  </a:cubicBezTo>
                  <a:lnTo>
                    <a:pt x="0" y="2033"/>
                  </a:lnTo>
                  <a:cubicBezTo>
                    <a:pt x="0" y="2176"/>
                    <a:pt x="119" y="2319"/>
                    <a:pt x="262" y="2319"/>
                  </a:cubicBezTo>
                  <a:cubicBezTo>
                    <a:pt x="288" y="2325"/>
                    <a:pt x="312" y="2327"/>
                    <a:pt x="335" y="2327"/>
                  </a:cubicBezTo>
                  <a:cubicBezTo>
                    <a:pt x="508" y="2327"/>
                    <a:pt x="620" y="2180"/>
                    <a:pt x="620" y="2033"/>
                  </a:cubicBezTo>
                  <a:lnTo>
                    <a:pt x="620" y="295"/>
                  </a:lnTo>
                  <a:cubicBezTo>
                    <a:pt x="620" y="148"/>
                    <a:pt x="490" y="1"/>
                    <a:pt x="329" y="1"/>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9" name="Google Shape;23109;p140"/>
            <p:cNvSpPr/>
            <p:nvPr/>
          </p:nvSpPr>
          <p:spPr>
            <a:xfrm>
              <a:off x="5741276" y="2543639"/>
              <a:ext cx="10807" cy="76584"/>
            </a:xfrm>
            <a:custGeom>
              <a:avLst/>
              <a:gdLst/>
              <a:ahLst/>
              <a:cxnLst/>
              <a:rect l="l" t="t" r="r" b="b"/>
              <a:pathLst>
                <a:path w="334" h="2367" extrusionOk="0">
                  <a:moveTo>
                    <a:pt x="0" y="0"/>
                  </a:moveTo>
                  <a:lnTo>
                    <a:pt x="0" y="2358"/>
                  </a:lnTo>
                  <a:cubicBezTo>
                    <a:pt x="23" y="2364"/>
                    <a:pt x="45" y="2366"/>
                    <a:pt x="66" y="2366"/>
                  </a:cubicBezTo>
                  <a:cubicBezTo>
                    <a:pt x="222" y="2366"/>
                    <a:pt x="334" y="2219"/>
                    <a:pt x="334" y="2072"/>
                  </a:cubicBezTo>
                  <a:lnTo>
                    <a:pt x="334" y="334"/>
                  </a:lnTo>
                  <a:cubicBezTo>
                    <a:pt x="334" y="167"/>
                    <a:pt x="191" y="0"/>
                    <a:pt x="0" y="0"/>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0" name="Google Shape;23110;p140"/>
            <p:cNvSpPr/>
            <p:nvPr/>
          </p:nvSpPr>
          <p:spPr>
            <a:xfrm>
              <a:off x="5731246" y="2490481"/>
              <a:ext cx="101756" cy="74772"/>
            </a:xfrm>
            <a:custGeom>
              <a:avLst/>
              <a:gdLst/>
              <a:ahLst/>
              <a:cxnLst/>
              <a:rect l="l" t="t" r="r" b="b"/>
              <a:pathLst>
                <a:path w="3145" h="2311" extrusionOk="0">
                  <a:moveTo>
                    <a:pt x="334" y="0"/>
                  </a:moveTo>
                  <a:cubicBezTo>
                    <a:pt x="143" y="0"/>
                    <a:pt x="1" y="143"/>
                    <a:pt x="1" y="310"/>
                  </a:cubicBezTo>
                  <a:lnTo>
                    <a:pt x="1" y="2310"/>
                  </a:lnTo>
                  <a:lnTo>
                    <a:pt x="2835" y="2310"/>
                  </a:lnTo>
                  <a:cubicBezTo>
                    <a:pt x="2977" y="2310"/>
                    <a:pt x="3096" y="2215"/>
                    <a:pt x="3120" y="2072"/>
                  </a:cubicBezTo>
                  <a:cubicBezTo>
                    <a:pt x="3144" y="1977"/>
                    <a:pt x="3120" y="1882"/>
                    <a:pt x="3073" y="1810"/>
                  </a:cubicBezTo>
                  <a:lnTo>
                    <a:pt x="2596" y="1143"/>
                  </a:lnTo>
                  <a:lnTo>
                    <a:pt x="3073" y="500"/>
                  </a:lnTo>
                  <a:cubicBezTo>
                    <a:pt x="3144" y="381"/>
                    <a:pt x="3144" y="215"/>
                    <a:pt x="3073" y="96"/>
                  </a:cubicBezTo>
                  <a:cubicBezTo>
                    <a:pt x="3001" y="24"/>
                    <a:pt x="2906" y="0"/>
                    <a:pt x="2835"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1" name="Google Shape;23111;p140"/>
            <p:cNvSpPr/>
            <p:nvPr/>
          </p:nvSpPr>
          <p:spPr>
            <a:xfrm>
              <a:off x="5742052" y="2490481"/>
              <a:ext cx="90950" cy="74772"/>
            </a:xfrm>
            <a:custGeom>
              <a:avLst/>
              <a:gdLst/>
              <a:ahLst/>
              <a:cxnLst/>
              <a:rect l="l" t="t" r="r" b="b"/>
              <a:pathLst>
                <a:path w="2811" h="2311" extrusionOk="0">
                  <a:moveTo>
                    <a:pt x="0" y="0"/>
                  </a:moveTo>
                  <a:lnTo>
                    <a:pt x="0" y="2286"/>
                  </a:lnTo>
                  <a:lnTo>
                    <a:pt x="2501" y="2286"/>
                  </a:lnTo>
                  <a:lnTo>
                    <a:pt x="2501" y="2310"/>
                  </a:lnTo>
                  <a:cubicBezTo>
                    <a:pt x="2643" y="2310"/>
                    <a:pt x="2762" y="2215"/>
                    <a:pt x="2786" y="2072"/>
                  </a:cubicBezTo>
                  <a:cubicBezTo>
                    <a:pt x="2810" y="1977"/>
                    <a:pt x="2786" y="1858"/>
                    <a:pt x="2739" y="1810"/>
                  </a:cubicBezTo>
                  <a:lnTo>
                    <a:pt x="2262" y="1143"/>
                  </a:lnTo>
                  <a:lnTo>
                    <a:pt x="2739" y="500"/>
                  </a:lnTo>
                  <a:cubicBezTo>
                    <a:pt x="2810" y="381"/>
                    <a:pt x="2810" y="238"/>
                    <a:pt x="2739" y="119"/>
                  </a:cubicBezTo>
                  <a:cubicBezTo>
                    <a:pt x="2667" y="48"/>
                    <a:pt x="2572" y="0"/>
                    <a:pt x="2501"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2" name="Google Shape;23112;p140"/>
            <p:cNvSpPr/>
            <p:nvPr/>
          </p:nvSpPr>
          <p:spPr>
            <a:xfrm>
              <a:off x="5520908" y="2725471"/>
              <a:ext cx="156436" cy="113307"/>
            </a:xfrm>
            <a:custGeom>
              <a:avLst/>
              <a:gdLst/>
              <a:ahLst/>
              <a:cxnLst/>
              <a:rect l="l" t="t" r="r" b="b"/>
              <a:pathLst>
                <a:path w="4835" h="3502" extrusionOk="0">
                  <a:moveTo>
                    <a:pt x="4382" y="1"/>
                  </a:moveTo>
                  <a:lnTo>
                    <a:pt x="4120" y="48"/>
                  </a:lnTo>
                  <a:cubicBezTo>
                    <a:pt x="4001" y="72"/>
                    <a:pt x="3930" y="120"/>
                    <a:pt x="3811" y="191"/>
                  </a:cubicBezTo>
                  <a:cubicBezTo>
                    <a:pt x="3644" y="310"/>
                    <a:pt x="3430" y="477"/>
                    <a:pt x="3049" y="477"/>
                  </a:cubicBezTo>
                  <a:cubicBezTo>
                    <a:pt x="2644" y="477"/>
                    <a:pt x="2429" y="310"/>
                    <a:pt x="2263" y="191"/>
                  </a:cubicBezTo>
                  <a:cubicBezTo>
                    <a:pt x="2191" y="144"/>
                    <a:pt x="2096" y="72"/>
                    <a:pt x="1977" y="48"/>
                  </a:cubicBezTo>
                  <a:lnTo>
                    <a:pt x="1548" y="286"/>
                  </a:lnTo>
                  <a:lnTo>
                    <a:pt x="72" y="3025"/>
                  </a:lnTo>
                  <a:cubicBezTo>
                    <a:pt x="0" y="3144"/>
                    <a:pt x="48" y="3335"/>
                    <a:pt x="119" y="3406"/>
                  </a:cubicBezTo>
                  <a:cubicBezTo>
                    <a:pt x="191" y="3478"/>
                    <a:pt x="286" y="3501"/>
                    <a:pt x="334" y="3501"/>
                  </a:cubicBezTo>
                  <a:lnTo>
                    <a:pt x="4501" y="3501"/>
                  </a:lnTo>
                  <a:cubicBezTo>
                    <a:pt x="4692" y="3501"/>
                    <a:pt x="4835" y="3358"/>
                    <a:pt x="4835" y="3168"/>
                  </a:cubicBezTo>
                  <a:lnTo>
                    <a:pt x="4835" y="882"/>
                  </a:lnTo>
                  <a:cubicBezTo>
                    <a:pt x="4835" y="787"/>
                    <a:pt x="4811" y="763"/>
                    <a:pt x="4763" y="715"/>
                  </a:cubicBezTo>
                  <a:lnTo>
                    <a:pt x="4382" y="1"/>
                  </a:ln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3" name="Google Shape;23113;p140"/>
            <p:cNvSpPr/>
            <p:nvPr/>
          </p:nvSpPr>
          <p:spPr>
            <a:xfrm>
              <a:off x="5620302" y="2725471"/>
              <a:ext cx="57042" cy="113307"/>
            </a:xfrm>
            <a:custGeom>
              <a:avLst/>
              <a:gdLst/>
              <a:ahLst/>
              <a:cxnLst/>
              <a:rect l="l" t="t" r="r" b="b"/>
              <a:pathLst>
                <a:path w="1763" h="3502" extrusionOk="0">
                  <a:moveTo>
                    <a:pt x="1334" y="1"/>
                  </a:moveTo>
                  <a:lnTo>
                    <a:pt x="1072" y="48"/>
                  </a:lnTo>
                  <a:cubicBezTo>
                    <a:pt x="953" y="72"/>
                    <a:pt x="905" y="120"/>
                    <a:pt x="786" y="191"/>
                  </a:cubicBezTo>
                  <a:cubicBezTo>
                    <a:pt x="596" y="310"/>
                    <a:pt x="381" y="477"/>
                    <a:pt x="0" y="477"/>
                  </a:cubicBezTo>
                  <a:lnTo>
                    <a:pt x="0" y="3501"/>
                  </a:lnTo>
                  <a:lnTo>
                    <a:pt x="1429" y="3501"/>
                  </a:lnTo>
                  <a:lnTo>
                    <a:pt x="1429" y="3478"/>
                  </a:lnTo>
                  <a:cubicBezTo>
                    <a:pt x="1620" y="3478"/>
                    <a:pt x="1763" y="3335"/>
                    <a:pt x="1763" y="3144"/>
                  </a:cubicBezTo>
                  <a:lnTo>
                    <a:pt x="1763" y="858"/>
                  </a:lnTo>
                  <a:cubicBezTo>
                    <a:pt x="1763" y="787"/>
                    <a:pt x="1763" y="763"/>
                    <a:pt x="1739" y="715"/>
                  </a:cubicBezTo>
                  <a:lnTo>
                    <a:pt x="133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4" name="Google Shape;23114;p140"/>
            <p:cNvSpPr/>
            <p:nvPr/>
          </p:nvSpPr>
          <p:spPr>
            <a:xfrm>
              <a:off x="5570993" y="2653806"/>
              <a:ext cx="96321" cy="96353"/>
            </a:xfrm>
            <a:custGeom>
              <a:avLst/>
              <a:gdLst/>
              <a:ahLst/>
              <a:cxnLst/>
              <a:rect l="l" t="t" r="r" b="b"/>
              <a:pathLst>
                <a:path w="2977" h="2978" extrusionOk="0">
                  <a:moveTo>
                    <a:pt x="1501" y="1"/>
                  </a:moveTo>
                  <a:cubicBezTo>
                    <a:pt x="1381" y="1"/>
                    <a:pt x="1286" y="72"/>
                    <a:pt x="1239" y="191"/>
                  </a:cubicBezTo>
                  <a:lnTo>
                    <a:pt x="0" y="2478"/>
                  </a:lnTo>
                  <a:lnTo>
                    <a:pt x="429" y="2573"/>
                  </a:lnTo>
                  <a:cubicBezTo>
                    <a:pt x="548" y="2597"/>
                    <a:pt x="596" y="2620"/>
                    <a:pt x="715" y="2716"/>
                  </a:cubicBezTo>
                  <a:cubicBezTo>
                    <a:pt x="905" y="2835"/>
                    <a:pt x="1096" y="2978"/>
                    <a:pt x="1501" y="2978"/>
                  </a:cubicBezTo>
                  <a:cubicBezTo>
                    <a:pt x="1882" y="2978"/>
                    <a:pt x="2120" y="2835"/>
                    <a:pt x="2263" y="2716"/>
                  </a:cubicBezTo>
                  <a:cubicBezTo>
                    <a:pt x="2358" y="2644"/>
                    <a:pt x="2453" y="2597"/>
                    <a:pt x="2572" y="2573"/>
                  </a:cubicBezTo>
                  <a:lnTo>
                    <a:pt x="2977" y="2478"/>
                  </a:lnTo>
                  <a:lnTo>
                    <a:pt x="1762" y="191"/>
                  </a:lnTo>
                  <a:cubicBezTo>
                    <a:pt x="1691" y="96"/>
                    <a:pt x="1620" y="1"/>
                    <a:pt x="1501"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5" name="Google Shape;23115;p140"/>
            <p:cNvSpPr/>
            <p:nvPr/>
          </p:nvSpPr>
          <p:spPr>
            <a:xfrm>
              <a:off x="5619525" y="2653062"/>
              <a:ext cx="47788" cy="94574"/>
            </a:xfrm>
            <a:custGeom>
              <a:avLst/>
              <a:gdLst/>
              <a:ahLst/>
              <a:cxnLst/>
              <a:rect l="l" t="t" r="r" b="b"/>
              <a:pathLst>
                <a:path w="1477" h="2923" extrusionOk="0">
                  <a:moveTo>
                    <a:pt x="1" y="0"/>
                  </a:moveTo>
                  <a:lnTo>
                    <a:pt x="1" y="2905"/>
                  </a:lnTo>
                  <a:cubicBezTo>
                    <a:pt x="65" y="2917"/>
                    <a:pt x="125" y="2923"/>
                    <a:pt x="181" y="2923"/>
                  </a:cubicBezTo>
                  <a:cubicBezTo>
                    <a:pt x="459" y="2923"/>
                    <a:pt x="644" y="2794"/>
                    <a:pt x="763" y="2715"/>
                  </a:cubicBezTo>
                  <a:cubicBezTo>
                    <a:pt x="858" y="2643"/>
                    <a:pt x="953" y="2596"/>
                    <a:pt x="1072" y="2548"/>
                  </a:cubicBezTo>
                  <a:lnTo>
                    <a:pt x="1477" y="2477"/>
                  </a:lnTo>
                  <a:lnTo>
                    <a:pt x="262" y="167"/>
                  </a:lnTo>
                  <a:cubicBezTo>
                    <a:pt x="191" y="95"/>
                    <a:pt x="120" y="0"/>
                    <a:pt x="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6" name="Google Shape;23116;p140"/>
            <p:cNvSpPr/>
            <p:nvPr/>
          </p:nvSpPr>
          <p:spPr>
            <a:xfrm>
              <a:off x="5609495" y="2695414"/>
              <a:ext cx="260490" cy="142588"/>
            </a:xfrm>
            <a:custGeom>
              <a:avLst/>
              <a:gdLst/>
              <a:ahLst/>
              <a:cxnLst/>
              <a:rect l="l" t="t" r="r" b="b"/>
              <a:pathLst>
                <a:path w="8051" h="4407" extrusionOk="0">
                  <a:moveTo>
                    <a:pt x="2692" y="1"/>
                  </a:moveTo>
                  <a:lnTo>
                    <a:pt x="2168" y="287"/>
                  </a:lnTo>
                  <a:lnTo>
                    <a:pt x="1" y="4407"/>
                  </a:lnTo>
                  <a:lnTo>
                    <a:pt x="7622" y="4407"/>
                  </a:lnTo>
                  <a:cubicBezTo>
                    <a:pt x="7907" y="4407"/>
                    <a:pt x="8050" y="4145"/>
                    <a:pt x="7931" y="3930"/>
                  </a:cubicBezTo>
                  <a:lnTo>
                    <a:pt x="6002" y="287"/>
                  </a:lnTo>
                  <a:lnTo>
                    <a:pt x="5478" y="1"/>
                  </a:lnTo>
                  <a:cubicBezTo>
                    <a:pt x="5240" y="1"/>
                    <a:pt x="5121" y="96"/>
                    <a:pt x="4978" y="168"/>
                  </a:cubicBezTo>
                  <a:cubicBezTo>
                    <a:pt x="4764" y="287"/>
                    <a:pt x="4526" y="406"/>
                    <a:pt x="4073" y="406"/>
                  </a:cubicBezTo>
                  <a:cubicBezTo>
                    <a:pt x="3645" y="406"/>
                    <a:pt x="3406" y="263"/>
                    <a:pt x="3192" y="168"/>
                  </a:cubicBezTo>
                  <a:cubicBezTo>
                    <a:pt x="3049" y="96"/>
                    <a:pt x="2930" y="25"/>
                    <a:pt x="2692" y="1"/>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7" name="Google Shape;23117;p140"/>
            <p:cNvSpPr/>
            <p:nvPr/>
          </p:nvSpPr>
          <p:spPr>
            <a:xfrm>
              <a:off x="5740499" y="2696190"/>
              <a:ext cx="128708" cy="141812"/>
            </a:xfrm>
            <a:custGeom>
              <a:avLst/>
              <a:gdLst/>
              <a:ahLst/>
              <a:cxnLst/>
              <a:rect l="l" t="t" r="r" b="b"/>
              <a:pathLst>
                <a:path w="3978" h="4383" extrusionOk="0">
                  <a:moveTo>
                    <a:pt x="1405" y="1"/>
                  </a:moveTo>
                  <a:cubicBezTo>
                    <a:pt x="1167" y="1"/>
                    <a:pt x="1048" y="96"/>
                    <a:pt x="905" y="191"/>
                  </a:cubicBezTo>
                  <a:cubicBezTo>
                    <a:pt x="691" y="310"/>
                    <a:pt x="453" y="429"/>
                    <a:pt x="0" y="429"/>
                  </a:cubicBezTo>
                  <a:lnTo>
                    <a:pt x="0" y="4383"/>
                  </a:lnTo>
                  <a:lnTo>
                    <a:pt x="3573" y="4383"/>
                  </a:lnTo>
                  <a:cubicBezTo>
                    <a:pt x="3811" y="4383"/>
                    <a:pt x="3977" y="4144"/>
                    <a:pt x="3858" y="3930"/>
                  </a:cubicBezTo>
                  <a:lnTo>
                    <a:pt x="1906" y="310"/>
                  </a:lnTo>
                  <a:lnTo>
                    <a:pt x="1405" y="1"/>
                  </a:ln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8" name="Google Shape;23118;p140"/>
            <p:cNvSpPr/>
            <p:nvPr/>
          </p:nvSpPr>
          <p:spPr>
            <a:xfrm>
              <a:off x="5680384" y="2599321"/>
              <a:ext cx="124081" cy="119261"/>
            </a:xfrm>
            <a:custGeom>
              <a:avLst/>
              <a:gdLst/>
              <a:ahLst/>
              <a:cxnLst/>
              <a:rect l="l" t="t" r="r" b="b"/>
              <a:pathLst>
                <a:path w="3835" h="3686" extrusionOk="0">
                  <a:moveTo>
                    <a:pt x="1906" y="0"/>
                  </a:moveTo>
                  <a:cubicBezTo>
                    <a:pt x="1793" y="0"/>
                    <a:pt x="1680" y="54"/>
                    <a:pt x="1620" y="161"/>
                  </a:cubicBezTo>
                  <a:lnTo>
                    <a:pt x="1" y="3233"/>
                  </a:lnTo>
                  <a:lnTo>
                    <a:pt x="501" y="3257"/>
                  </a:lnTo>
                  <a:cubicBezTo>
                    <a:pt x="739" y="3280"/>
                    <a:pt x="858" y="3352"/>
                    <a:pt x="1025" y="3447"/>
                  </a:cubicBezTo>
                  <a:cubicBezTo>
                    <a:pt x="1239" y="3566"/>
                    <a:pt x="1477" y="3685"/>
                    <a:pt x="1930" y="3685"/>
                  </a:cubicBezTo>
                  <a:cubicBezTo>
                    <a:pt x="2382" y="3685"/>
                    <a:pt x="2597" y="3542"/>
                    <a:pt x="2811" y="3447"/>
                  </a:cubicBezTo>
                  <a:cubicBezTo>
                    <a:pt x="2978" y="3352"/>
                    <a:pt x="3073" y="3280"/>
                    <a:pt x="3335" y="3257"/>
                  </a:cubicBezTo>
                  <a:lnTo>
                    <a:pt x="3835" y="3233"/>
                  </a:lnTo>
                  <a:lnTo>
                    <a:pt x="2192" y="161"/>
                  </a:lnTo>
                  <a:cubicBezTo>
                    <a:pt x="2132" y="54"/>
                    <a:pt x="2019" y="0"/>
                    <a:pt x="1906"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9" name="Google Shape;23119;p140"/>
            <p:cNvSpPr/>
            <p:nvPr/>
          </p:nvSpPr>
          <p:spPr>
            <a:xfrm>
              <a:off x="5742052" y="2599127"/>
              <a:ext cx="61669" cy="118516"/>
            </a:xfrm>
            <a:custGeom>
              <a:avLst/>
              <a:gdLst/>
              <a:ahLst/>
              <a:cxnLst/>
              <a:rect l="l" t="t" r="r" b="b"/>
              <a:pathLst>
                <a:path w="1906" h="3663" extrusionOk="0">
                  <a:moveTo>
                    <a:pt x="0" y="0"/>
                  </a:moveTo>
                  <a:lnTo>
                    <a:pt x="0" y="3644"/>
                  </a:lnTo>
                  <a:cubicBezTo>
                    <a:pt x="80" y="3657"/>
                    <a:pt x="153" y="3663"/>
                    <a:pt x="220" y="3663"/>
                  </a:cubicBezTo>
                  <a:cubicBezTo>
                    <a:pt x="516" y="3663"/>
                    <a:pt x="707" y="3550"/>
                    <a:pt x="881" y="3453"/>
                  </a:cubicBezTo>
                  <a:cubicBezTo>
                    <a:pt x="1024" y="3358"/>
                    <a:pt x="1143" y="3286"/>
                    <a:pt x="1381" y="3263"/>
                  </a:cubicBezTo>
                  <a:lnTo>
                    <a:pt x="1905" y="3239"/>
                  </a:lnTo>
                  <a:lnTo>
                    <a:pt x="262" y="167"/>
                  </a:lnTo>
                  <a:cubicBezTo>
                    <a:pt x="191" y="48"/>
                    <a:pt x="71" y="0"/>
                    <a:pt x="0"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20" name="Google Shape;23120;p140"/>
          <p:cNvGrpSpPr/>
          <p:nvPr/>
        </p:nvGrpSpPr>
        <p:grpSpPr>
          <a:xfrm>
            <a:off x="4767337" y="2337304"/>
            <a:ext cx="346778" cy="348297"/>
            <a:chOff x="4767337" y="2489704"/>
            <a:chExt cx="346778" cy="348297"/>
          </a:xfrm>
        </p:grpSpPr>
        <p:sp>
          <p:nvSpPr>
            <p:cNvPr id="23121" name="Google Shape;23121;p140"/>
            <p:cNvSpPr/>
            <p:nvPr/>
          </p:nvSpPr>
          <p:spPr>
            <a:xfrm>
              <a:off x="5051669" y="2489704"/>
              <a:ext cx="62445" cy="21613"/>
            </a:xfrm>
            <a:custGeom>
              <a:avLst/>
              <a:gdLst/>
              <a:ahLst/>
              <a:cxnLst/>
              <a:rect l="l" t="t" r="r" b="b"/>
              <a:pathLst>
                <a:path w="1930" h="668" extrusionOk="0">
                  <a:moveTo>
                    <a:pt x="334" y="0"/>
                  </a:moveTo>
                  <a:cubicBezTo>
                    <a:pt x="167" y="0"/>
                    <a:pt x="0" y="167"/>
                    <a:pt x="0" y="334"/>
                  </a:cubicBezTo>
                  <a:cubicBezTo>
                    <a:pt x="0" y="524"/>
                    <a:pt x="167" y="667"/>
                    <a:pt x="334" y="667"/>
                  </a:cubicBezTo>
                  <a:lnTo>
                    <a:pt x="1596" y="667"/>
                  </a:lnTo>
                  <a:cubicBezTo>
                    <a:pt x="1763" y="667"/>
                    <a:pt x="1929" y="548"/>
                    <a:pt x="1929" y="334"/>
                  </a:cubicBezTo>
                  <a:cubicBezTo>
                    <a:pt x="1929" y="167"/>
                    <a:pt x="1763" y="0"/>
                    <a:pt x="159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2" name="Google Shape;23122;p140"/>
            <p:cNvSpPr/>
            <p:nvPr/>
          </p:nvSpPr>
          <p:spPr>
            <a:xfrm>
              <a:off x="4767337" y="2776332"/>
              <a:ext cx="47821" cy="20837"/>
            </a:xfrm>
            <a:custGeom>
              <a:avLst/>
              <a:gdLst/>
              <a:ahLst/>
              <a:cxnLst/>
              <a:rect l="l" t="t" r="r" b="b"/>
              <a:pathLst>
                <a:path w="1478" h="644" extrusionOk="0">
                  <a:moveTo>
                    <a:pt x="310" y="0"/>
                  </a:moveTo>
                  <a:cubicBezTo>
                    <a:pt x="144" y="0"/>
                    <a:pt x="1" y="143"/>
                    <a:pt x="1" y="310"/>
                  </a:cubicBezTo>
                  <a:cubicBezTo>
                    <a:pt x="1" y="500"/>
                    <a:pt x="144" y="643"/>
                    <a:pt x="310" y="643"/>
                  </a:cubicBezTo>
                  <a:lnTo>
                    <a:pt x="1144" y="643"/>
                  </a:lnTo>
                  <a:cubicBezTo>
                    <a:pt x="1334" y="643"/>
                    <a:pt x="1477" y="500"/>
                    <a:pt x="1477" y="310"/>
                  </a:cubicBezTo>
                  <a:cubicBezTo>
                    <a:pt x="1477" y="143"/>
                    <a:pt x="1334" y="0"/>
                    <a:pt x="1144"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3" name="Google Shape;23123;p140"/>
            <p:cNvSpPr/>
            <p:nvPr/>
          </p:nvSpPr>
          <p:spPr>
            <a:xfrm>
              <a:off x="4768114" y="2491257"/>
              <a:ext cx="142588" cy="142556"/>
            </a:xfrm>
            <a:custGeom>
              <a:avLst/>
              <a:gdLst/>
              <a:ahLst/>
              <a:cxnLst/>
              <a:rect l="l" t="t" r="r" b="b"/>
              <a:pathLst>
                <a:path w="4407" h="4406" extrusionOk="0">
                  <a:moveTo>
                    <a:pt x="4073" y="0"/>
                  </a:moveTo>
                  <a:cubicBezTo>
                    <a:pt x="1810" y="0"/>
                    <a:pt x="1" y="1834"/>
                    <a:pt x="1" y="4072"/>
                  </a:cubicBezTo>
                  <a:cubicBezTo>
                    <a:pt x="1" y="4239"/>
                    <a:pt x="143" y="4406"/>
                    <a:pt x="310" y="4406"/>
                  </a:cubicBezTo>
                  <a:lnTo>
                    <a:pt x="4073" y="4406"/>
                  </a:lnTo>
                  <a:cubicBezTo>
                    <a:pt x="4263" y="4406"/>
                    <a:pt x="4406" y="4287"/>
                    <a:pt x="4406" y="4072"/>
                  </a:cubicBezTo>
                  <a:lnTo>
                    <a:pt x="4406" y="333"/>
                  </a:lnTo>
                  <a:cubicBezTo>
                    <a:pt x="4406" y="143"/>
                    <a:pt x="4263" y="0"/>
                    <a:pt x="407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4" name="Google Shape;23124;p140"/>
            <p:cNvSpPr/>
            <p:nvPr/>
          </p:nvSpPr>
          <p:spPr>
            <a:xfrm>
              <a:off x="4768114" y="2586800"/>
              <a:ext cx="142588" cy="47788"/>
            </a:xfrm>
            <a:custGeom>
              <a:avLst/>
              <a:gdLst/>
              <a:ahLst/>
              <a:cxnLst/>
              <a:rect l="l" t="t" r="r" b="b"/>
              <a:pathLst>
                <a:path w="4407" h="1477" extrusionOk="0">
                  <a:moveTo>
                    <a:pt x="167" y="0"/>
                  </a:moveTo>
                  <a:cubicBezTo>
                    <a:pt x="48" y="381"/>
                    <a:pt x="1" y="738"/>
                    <a:pt x="1" y="1143"/>
                  </a:cubicBezTo>
                  <a:cubicBezTo>
                    <a:pt x="1" y="1334"/>
                    <a:pt x="143" y="1477"/>
                    <a:pt x="334" y="1477"/>
                  </a:cubicBezTo>
                  <a:lnTo>
                    <a:pt x="4073" y="1477"/>
                  </a:lnTo>
                  <a:cubicBezTo>
                    <a:pt x="4263" y="1477"/>
                    <a:pt x="4406" y="1334"/>
                    <a:pt x="4406" y="1143"/>
                  </a:cubicBezTo>
                  <a:lnTo>
                    <a:pt x="4406"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5" name="Google Shape;23125;p140"/>
            <p:cNvSpPr/>
            <p:nvPr/>
          </p:nvSpPr>
          <p:spPr>
            <a:xfrm>
              <a:off x="4773517" y="2539012"/>
              <a:ext cx="137185" cy="47821"/>
            </a:xfrm>
            <a:custGeom>
              <a:avLst/>
              <a:gdLst/>
              <a:ahLst/>
              <a:cxnLst/>
              <a:rect l="l" t="t" r="r" b="b"/>
              <a:pathLst>
                <a:path w="4240" h="1478" extrusionOk="0">
                  <a:moveTo>
                    <a:pt x="786" y="1"/>
                  </a:moveTo>
                  <a:cubicBezTo>
                    <a:pt x="429" y="429"/>
                    <a:pt x="143" y="929"/>
                    <a:pt x="0" y="1477"/>
                  </a:cubicBezTo>
                  <a:lnTo>
                    <a:pt x="4239" y="1477"/>
                  </a:lnTo>
                  <a:lnTo>
                    <a:pt x="423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6" name="Google Shape;23126;p140"/>
            <p:cNvSpPr/>
            <p:nvPr/>
          </p:nvSpPr>
          <p:spPr>
            <a:xfrm>
              <a:off x="4808169" y="2531312"/>
              <a:ext cx="265117" cy="265085"/>
            </a:xfrm>
            <a:custGeom>
              <a:avLst/>
              <a:gdLst/>
              <a:ahLst/>
              <a:cxnLst/>
              <a:rect l="l" t="t" r="r" b="b"/>
              <a:pathLst>
                <a:path w="8194" h="8193" extrusionOk="0">
                  <a:moveTo>
                    <a:pt x="4121" y="0"/>
                  </a:moveTo>
                  <a:cubicBezTo>
                    <a:pt x="3930" y="0"/>
                    <a:pt x="3787" y="143"/>
                    <a:pt x="3787" y="334"/>
                  </a:cubicBezTo>
                  <a:lnTo>
                    <a:pt x="3787" y="3787"/>
                  </a:lnTo>
                  <a:lnTo>
                    <a:pt x="334" y="3787"/>
                  </a:lnTo>
                  <a:cubicBezTo>
                    <a:pt x="168" y="3787"/>
                    <a:pt x="1" y="3930"/>
                    <a:pt x="1" y="4120"/>
                  </a:cubicBezTo>
                  <a:cubicBezTo>
                    <a:pt x="1" y="6383"/>
                    <a:pt x="1858" y="8193"/>
                    <a:pt x="4097" y="8193"/>
                  </a:cubicBezTo>
                  <a:cubicBezTo>
                    <a:pt x="6359" y="8193"/>
                    <a:pt x="8169" y="6383"/>
                    <a:pt x="8193" y="4073"/>
                  </a:cubicBezTo>
                  <a:cubicBezTo>
                    <a:pt x="8193" y="1810"/>
                    <a:pt x="6359" y="0"/>
                    <a:pt x="4121"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7" name="Google Shape;23127;p140"/>
            <p:cNvSpPr/>
            <p:nvPr/>
          </p:nvSpPr>
          <p:spPr>
            <a:xfrm>
              <a:off x="4939949" y="2532865"/>
              <a:ext cx="132558" cy="263531"/>
            </a:xfrm>
            <a:custGeom>
              <a:avLst/>
              <a:gdLst/>
              <a:ahLst/>
              <a:cxnLst/>
              <a:rect l="l" t="t" r="r" b="b"/>
              <a:pathLst>
                <a:path w="4097" h="8145" extrusionOk="0">
                  <a:moveTo>
                    <a:pt x="0" y="0"/>
                  </a:moveTo>
                  <a:lnTo>
                    <a:pt x="0" y="8145"/>
                  </a:lnTo>
                  <a:cubicBezTo>
                    <a:pt x="2286" y="8145"/>
                    <a:pt x="4096" y="6335"/>
                    <a:pt x="4096" y="4072"/>
                  </a:cubicBezTo>
                  <a:cubicBezTo>
                    <a:pt x="4096" y="1834"/>
                    <a:pt x="2263" y="0"/>
                    <a:pt x="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8" name="Google Shape;23128;p140"/>
            <p:cNvSpPr/>
            <p:nvPr/>
          </p:nvSpPr>
          <p:spPr>
            <a:xfrm>
              <a:off x="5015432" y="2531312"/>
              <a:ext cx="98683" cy="57042"/>
            </a:xfrm>
            <a:custGeom>
              <a:avLst/>
              <a:gdLst/>
              <a:ahLst/>
              <a:cxnLst/>
              <a:rect l="l" t="t" r="r" b="b"/>
              <a:pathLst>
                <a:path w="3050" h="1763" extrusionOk="0">
                  <a:moveTo>
                    <a:pt x="1454" y="0"/>
                  </a:moveTo>
                  <a:cubicBezTo>
                    <a:pt x="1406" y="0"/>
                    <a:pt x="1311" y="24"/>
                    <a:pt x="1239" y="96"/>
                  </a:cubicBezTo>
                  <a:lnTo>
                    <a:pt x="120" y="1215"/>
                  </a:lnTo>
                  <a:cubicBezTo>
                    <a:pt x="1" y="1334"/>
                    <a:pt x="1" y="1548"/>
                    <a:pt x="120" y="1667"/>
                  </a:cubicBezTo>
                  <a:cubicBezTo>
                    <a:pt x="191" y="1739"/>
                    <a:pt x="239" y="1763"/>
                    <a:pt x="334" y="1763"/>
                  </a:cubicBezTo>
                  <a:cubicBezTo>
                    <a:pt x="406" y="1763"/>
                    <a:pt x="501" y="1739"/>
                    <a:pt x="549" y="1715"/>
                  </a:cubicBezTo>
                  <a:lnTo>
                    <a:pt x="1573" y="667"/>
                  </a:lnTo>
                  <a:lnTo>
                    <a:pt x="2716" y="667"/>
                  </a:lnTo>
                  <a:cubicBezTo>
                    <a:pt x="2883" y="667"/>
                    <a:pt x="3049" y="524"/>
                    <a:pt x="3049" y="334"/>
                  </a:cubicBezTo>
                  <a:cubicBezTo>
                    <a:pt x="3049" y="143"/>
                    <a:pt x="2883" y="0"/>
                    <a:pt x="271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9" name="Google Shape;23129;p140"/>
            <p:cNvSpPr/>
            <p:nvPr/>
          </p:nvSpPr>
          <p:spPr>
            <a:xfrm>
              <a:off x="4767337" y="2758019"/>
              <a:ext cx="121008" cy="79982"/>
            </a:xfrm>
            <a:custGeom>
              <a:avLst/>
              <a:gdLst/>
              <a:ahLst/>
              <a:cxnLst/>
              <a:rect l="l" t="t" r="r" b="b"/>
              <a:pathLst>
                <a:path w="3740" h="2472" extrusionOk="0">
                  <a:moveTo>
                    <a:pt x="3394" y="1"/>
                  </a:moveTo>
                  <a:cubicBezTo>
                    <a:pt x="3311" y="1"/>
                    <a:pt x="3228" y="31"/>
                    <a:pt x="3168" y="90"/>
                  </a:cubicBezTo>
                  <a:lnTo>
                    <a:pt x="1453" y="1805"/>
                  </a:lnTo>
                  <a:lnTo>
                    <a:pt x="310" y="1805"/>
                  </a:lnTo>
                  <a:cubicBezTo>
                    <a:pt x="144" y="1805"/>
                    <a:pt x="1" y="1948"/>
                    <a:pt x="1" y="2138"/>
                  </a:cubicBezTo>
                  <a:cubicBezTo>
                    <a:pt x="1" y="2329"/>
                    <a:pt x="144" y="2472"/>
                    <a:pt x="310" y="2472"/>
                  </a:cubicBezTo>
                  <a:lnTo>
                    <a:pt x="1572" y="2472"/>
                  </a:lnTo>
                  <a:cubicBezTo>
                    <a:pt x="1668" y="2472"/>
                    <a:pt x="1715" y="2448"/>
                    <a:pt x="1811" y="2352"/>
                  </a:cubicBezTo>
                  <a:lnTo>
                    <a:pt x="3620" y="519"/>
                  </a:lnTo>
                  <a:cubicBezTo>
                    <a:pt x="3740" y="424"/>
                    <a:pt x="3740" y="209"/>
                    <a:pt x="3620" y="90"/>
                  </a:cubicBezTo>
                  <a:cubicBezTo>
                    <a:pt x="3561" y="31"/>
                    <a:pt x="3478" y="1"/>
                    <a:pt x="339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30" name="Google Shape;23130;p140"/>
          <p:cNvGrpSpPr/>
          <p:nvPr/>
        </p:nvGrpSpPr>
        <p:grpSpPr>
          <a:xfrm>
            <a:off x="4018425" y="2337304"/>
            <a:ext cx="349043" cy="348297"/>
            <a:chOff x="4018425" y="2489704"/>
            <a:chExt cx="349043" cy="348297"/>
          </a:xfrm>
        </p:grpSpPr>
        <p:sp>
          <p:nvSpPr>
            <p:cNvPr id="23131" name="Google Shape;23131;p140"/>
            <p:cNvSpPr/>
            <p:nvPr/>
          </p:nvSpPr>
          <p:spPr>
            <a:xfrm>
              <a:off x="4019169" y="2560593"/>
              <a:ext cx="347557" cy="208852"/>
            </a:xfrm>
            <a:custGeom>
              <a:avLst/>
              <a:gdLst/>
              <a:ahLst/>
              <a:cxnLst/>
              <a:rect l="l" t="t" r="r" b="b"/>
              <a:pathLst>
                <a:path w="10742" h="6455" extrusionOk="0">
                  <a:moveTo>
                    <a:pt x="5383" y="0"/>
                  </a:moveTo>
                  <a:cubicBezTo>
                    <a:pt x="4692" y="0"/>
                    <a:pt x="4002" y="143"/>
                    <a:pt x="3287" y="477"/>
                  </a:cubicBezTo>
                  <a:cubicBezTo>
                    <a:pt x="2716" y="715"/>
                    <a:pt x="2168" y="1072"/>
                    <a:pt x="1620" y="1501"/>
                  </a:cubicBezTo>
                  <a:cubicBezTo>
                    <a:pt x="691" y="2263"/>
                    <a:pt x="144" y="3001"/>
                    <a:pt x="96" y="3025"/>
                  </a:cubicBezTo>
                  <a:cubicBezTo>
                    <a:pt x="1" y="3144"/>
                    <a:pt x="1" y="3287"/>
                    <a:pt x="96" y="3406"/>
                  </a:cubicBezTo>
                  <a:cubicBezTo>
                    <a:pt x="96" y="3453"/>
                    <a:pt x="691" y="4192"/>
                    <a:pt x="1620" y="4930"/>
                  </a:cubicBezTo>
                  <a:cubicBezTo>
                    <a:pt x="2168" y="5382"/>
                    <a:pt x="2716" y="5716"/>
                    <a:pt x="3287" y="5978"/>
                  </a:cubicBezTo>
                  <a:cubicBezTo>
                    <a:pt x="4002" y="6311"/>
                    <a:pt x="4692" y="6454"/>
                    <a:pt x="5383" y="6454"/>
                  </a:cubicBezTo>
                  <a:cubicBezTo>
                    <a:pt x="6050" y="6454"/>
                    <a:pt x="6740" y="6264"/>
                    <a:pt x="7455" y="5978"/>
                  </a:cubicBezTo>
                  <a:cubicBezTo>
                    <a:pt x="8026" y="5740"/>
                    <a:pt x="8598" y="5382"/>
                    <a:pt x="9122" y="4930"/>
                  </a:cubicBezTo>
                  <a:cubicBezTo>
                    <a:pt x="10051" y="4192"/>
                    <a:pt x="10622" y="3453"/>
                    <a:pt x="10646" y="3406"/>
                  </a:cubicBezTo>
                  <a:cubicBezTo>
                    <a:pt x="10741" y="3287"/>
                    <a:pt x="10741" y="3144"/>
                    <a:pt x="10646" y="3025"/>
                  </a:cubicBezTo>
                  <a:cubicBezTo>
                    <a:pt x="10646" y="3001"/>
                    <a:pt x="10051" y="2263"/>
                    <a:pt x="9122" y="1501"/>
                  </a:cubicBezTo>
                  <a:cubicBezTo>
                    <a:pt x="8598" y="1072"/>
                    <a:pt x="8026" y="739"/>
                    <a:pt x="7455" y="477"/>
                  </a:cubicBezTo>
                  <a:cubicBezTo>
                    <a:pt x="6740" y="143"/>
                    <a:pt x="6050" y="0"/>
                    <a:pt x="538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2" name="Google Shape;23132;p140"/>
            <p:cNvSpPr/>
            <p:nvPr/>
          </p:nvSpPr>
          <p:spPr>
            <a:xfrm>
              <a:off x="4193302" y="2560593"/>
              <a:ext cx="173423" cy="208852"/>
            </a:xfrm>
            <a:custGeom>
              <a:avLst/>
              <a:gdLst/>
              <a:ahLst/>
              <a:cxnLst/>
              <a:rect l="l" t="t" r="r" b="b"/>
              <a:pathLst>
                <a:path w="5360" h="6455" extrusionOk="0">
                  <a:moveTo>
                    <a:pt x="1" y="0"/>
                  </a:moveTo>
                  <a:lnTo>
                    <a:pt x="1" y="6454"/>
                  </a:lnTo>
                  <a:cubicBezTo>
                    <a:pt x="668" y="6454"/>
                    <a:pt x="1358" y="6264"/>
                    <a:pt x="2073" y="5978"/>
                  </a:cubicBezTo>
                  <a:cubicBezTo>
                    <a:pt x="2644" y="5716"/>
                    <a:pt x="3216" y="5382"/>
                    <a:pt x="3740" y="4930"/>
                  </a:cubicBezTo>
                  <a:cubicBezTo>
                    <a:pt x="4669" y="4192"/>
                    <a:pt x="5264" y="3453"/>
                    <a:pt x="5264" y="3406"/>
                  </a:cubicBezTo>
                  <a:cubicBezTo>
                    <a:pt x="5359" y="3287"/>
                    <a:pt x="5359" y="3144"/>
                    <a:pt x="5264" y="3025"/>
                  </a:cubicBezTo>
                  <a:cubicBezTo>
                    <a:pt x="5240" y="3001"/>
                    <a:pt x="4669" y="2263"/>
                    <a:pt x="3740" y="1501"/>
                  </a:cubicBezTo>
                  <a:cubicBezTo>
                    <a:pt x="3216" y="1072"/>
                    <a:pt x="2644" y="715"/>
                    <a:pt x="2073" y="477"/>
                  </a:cubicBezTo>
                  <a:cubicBezTo>
                    <a:pt x="1358" y="143"/>
                    <a:pt x="668" y="0"/>
                    <a:pt x="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3" name="Google Shape;23133;p140"/>
            <p:cNvSpPr/>
            <p:nvPr/>
          </p:nvSpPr>
          <p:spPr>
            <a:xfrm>
              <a:off x="4087761" y="2559816"/>
              <a:ext cx="210372" cy="209628"/>
            </a:xfrm>
            <a:custGeom>
              <a:avLst/>
              <a:gdLst/>
              <a:ahLst/>
              <a:cxnLst/>
              <a:rect l="l" t="t" r="r" b="b"/>
              <a:pathLst>
                <a:path w="6502" h="6479" extrusionOk="0">
                  <a:moveTo>
                    <a:pt x="3263" y="1"/>
                  </a:moveTo>
                  <a:cubicBezTo>
                    <a:pt x="1477" y="1"/>
                    <a:pt x="0" y="1453"/>
                    <a:pt x="0" y="3239"/>
                  </a:cubicBezTo>
                  <a:cubicBezTo>
                    <a:pt x="0" y="5025"/>
                    <a:pt x="1477" y="6478"/>
                    <a:pt x="3263" y="6478"/>
                  </a:cubicBezTo>
                  <a:cubicBezTo>
                    <a:pt x="5049" y="6478"/>
                    <a:pt x="6502" y="5025"/>
                    <a:pt x="6502" y="3239"/>
                  </a:cubicBezTo>
                  <a:cubicBezTo>
                    <a:pt x="6502" y="1453"/>
                    <a:pt x="5049" y="1"/>
                    <a:pt x="3263"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4" name="Google Shape;23134;p140"/>
            <p:cNvSpPr/>
            <p:nvPr/>
          </p:nvSpPr>
          <p:spPr>
            <a:xfrm>
              <a:off x="4193302" y="2559816"/>
              <a:ext cx="104830" cy="209628"/>
            </a:xfrm>
            <a:custGeom>
              <a:avLst/>
              <a:gdLst/>
              <a:ahLst/>
              <a:cxnLst/>
              <a:rect l="l" t="t" r="r" b="b"/>
              <a:pathLst>
                <a:path w="3240" h="6479" extrusionOk="0">
                  <a:moveTo>
                    <a:pt x="1" y="1"/>
                  </a:moveTo>
                  <a:lnTo>
                    <a:pt x="1" y="6478"/>
                  </a:lnTo>
                  <a:cubicBezTo>
                    <a:pt x="1787" y="6478"/>
                    <a:pt x="3240" y="5025"/>
                    <a:pt x="3240" y="3239"/>
                  </a:cubicBezTo>
                  <a:cubicBezTo>
                    <a:pt x="3240" y="1453"/>
                    <a:pt x="1787"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5" name="Google Shape;23135;p140"/>
            <p:cNvSpPr/>
            <p:nvPr/>
          </p:nvSpPr>
          <p:spPr>
            <a:xfrm>
              <a:off x="4159426" y="2630705"/>
              <a:ext cx="67040" cy="67848"/>
            </a:xfrm>
            <a:custGeom>
              <a:avLst/>
              <a:gdLst/>
              <a:ahLst/>
              <a:cxnLst/>
              <a:rect l="l" t="t" r="r" b="b"/>
              <a:pathLst>
                <a:path w="2072" h="2097" extrusionOk="0">
                  <a:moveTo>
                    <a:pt x="1048" y="0"/>
                  </a:moveTo>
                  <a:cubicBezTo>
                    <a:pt x="476" y="0"/>
                    <a:pt x="0" y="477"/>
                    <a:pt x="0" y="1048"/>
                  </a:cubicBezTo>
                  <a:cubicBezTo>
                    <a:pt x="0" y="1620"/>
                    <a:pt x="476" y="2096"/>
                    <a:pt x="1048" y="2096"/>
                  </a:cubicBezTo>
                  <a:cubicBezTo>
                    <a:pt x="1596" y="2096"/>
                    <a:pt x="2072" y="1620"/>
                    <a:pt x="2072" y="1048"/>
                  </a:cubicBezTo>
                  <a:cubicBezTo>
                    <a:pt x="2072" y="477"/>
                    <a:pt x="1596" y="0"/>
                    <a:pt x="104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6" name="Google Shape;23136;p140"/>
            <p:cNvSpPr/>
            <p:nvPr/>
          </p:nvSpPr>
          <p:spPr>
            <a:xfrm>
              <a:off x="4193302" y="2630705"/>
              <a:ext cx="33164" cy="67848"/>
            </a:xfrm>
            <a:custGeom>
              <a:avLst/>
              <a:gdLst/>
              <a:ahLst/>
              <a:cxnLst/>
              <a:rect l="l" t="t" r="r" b="b"/>
              <a:pathLst>
                <a:path w="1025" h="2097" extrusionOk="0">
                  <a:moveTo>
                    <a:pt x="1" y="0"/>
                  </a:moveTo>
                  <a:lnTo>
                    <a:pt x="1" y="2096"/>
                  </a:lnTo>
                  <a:cubicBezTo>
                    <a:pt x="549" y="2096"/>
                    <a:pt x="1025" y="1620"/>
                    <a:pt x="1025" y="1048"/>
                  </a:cubicBezTo>
                  <a:cubicBezTo>
                    <a:pt x="1025" y="477"/>
                    <a:pt x="549" y="0"/>
                    <a:pt x="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7" name="Google Shape;23137;p140"/>
            <p:cNvSpPr/>
            <p:nvPr/>
          </p:nvSpPr>
          <p:spPr>
            <a:xfrm>
              <a:off x="4018425" y="2491257"/>
              <a:ext cx="88620" cy="88620"/>
            </a:xfrm>
            <a:custGeom>
              <a:avLst/>
              <a:gdLst/>
              <a:ahLst/>
              <a:cxnLst/>
              <a:rect l="l" t="t" r="r" b="b"/>
              <a:pathLst>
                <a:path w="2739" h="2739" extrusionOk="0">
                  <a:moveTo>
                    <a:pt x="333" y="0"/>
                  </a:moveTo>
                  <a:cubicBezTo>
                    <a:pt x="167" y="0"/>
                    <a:pt x="0" y="143"/>
                    <a:pt x="0" y="333"/>
                  </a:cubicBezTo>
                  <a:lnTo>
                    <a:pt x="0" y="2405"/>
                  </a:lnTo>
                  <a:cubicBezTo>
                    <a:pt x="0" y="2596"/>
                    <a:pt x="167" y="2739"/>
                    <a:pt x="333" y="2739"/>
                  </a:cubicBezTo>
                  <a:cubicBezTo>
                    <a:pt x="524" y="2739"/>
                    <a:pt x="667" y="2596"/>
                    <a:pt x="643" y="2429"/>
                  </a:cubicBezTo>
                  <a:lnTo>
                    <a:pt x="643" y="643"/>
                  </a:lnTo>
                  <a:lnTo>
                    <a:pt x="2429" y="643"/>
                  </a:lnTo>
                  <a:cubicBezTo>
                    <a:pt x="2596" y="643"/>
                    <a:pt x="2739" y="500"/>
                    <a:pt x="2739" y="333"/>
                  </a:cubicBezTo>
                  <a:cubicBezTo>
                    <a:pt x="2739" y="143"/>
                    <a:pt x="2596" y="0"/>
                    <a:pt x="2429"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8" name="Google Shape;23138;p140"/>
            <p:cNvSpPr/>
            <p:nvPr/>
          </p:nvSpPr>
          <p:spPr>
            <a:xfrm>
              <a:off x="4276518" y="2489704"/>
              <a:ext cx="88653" cy="90173"/>
            </a:xfrm>
            <a:custGeom>
              <a:avLst/>
              <a:gdLst/>
              <a:ahLst/>
              <a:cxnLst/>
              <a:rect l="l" t="t" r="r" b="b"/>
              <a:pathLst>
                <a:path w="2740" h="2787" extrusionOk="0">
                  <a:moveTo>
                    <a:pt x="334" y="0"/>
                  </a:moveTo>
                  <a:cubicBezTo>
                    <a:pt x="144" y="0"/>
                    <a:pt x="1" y="167"/>
                    <a:pt x="1" y="334"/>
                  </a:cubicBezTo>
                  <a:cubicBezTo>
                    <a:pt x="1" y="524"/>
                    <a:pt x="144" y="667"/>
                    <a:pt x="334" y="667"/>
                  </a:cubicBezTo>
                  <a:lnTo>
                    <a:pt x="2120" y="667"/>
                  </a:lnTo>
                  <a:lnTo>
                    <a:pt x="2120" y="2453"/>
                  </a:lnTo>
                  <a:cubicBezTo>
                    <a:pt x="2120" y="2644"/>
                    <a:pt x="2263" y="2787"/>
                    <a:pt x="2454" y="2787"/>
                  </a:cubicBezTo>
                  <a:cubicBezTo>
                    <a:pt x="2620" y="2787"/>
                    <a:pt x="2740" y="2644"/>
                    <a:pt x="2740" y="2430"/>
                  </a:cubicBezTo>
                  <a:lnTo>
                    <a:pt x="2740" y="334"/>
                  </a:lnTo>
                  <a:cubicBezTo>
                    <a:pt x="2740" y="167"/>
                    <a:pt x="2597" y="0"/>
                    <a:pt x="2406"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9" name="Google Shape;23139;p140"/>
            <p:cNvSpPr/>
            <p:nvPr/>
          </p:nvSpPr>
          <p:spPr>
            <a:xfrm>
              <a:off x="4019946" y="2749348"/>
              <a:ext cx="89429" cy="88653"/>
            </a:xfrm>
            <a:custGeom>
              <a:avLst/>
              <a:gdLst/>
              <a:ahLst/>
              <a:cxnLst/>
              <a:rect l="l" t="t" r="r" b="b"/>
              <a:pathLst>
                <a:path w="2764" h="2740" extrusionOk="0">
                  <a:moveTo>
                    <a:pt x="310" y="1"/>
                  </a:moveTo>
                  <a:cubicBezTo>
                    <a:pt x="144" y="1"/>
                    <a:pt x="1" y="144"/>
                    <a:pt x="1" y="334"/>
                  </a:cubicBezTo>
                  <a:lnTo>
                    <a:pt x="1" y="2406"/>
                  </a:lnTo>
                  <a:cubicBezTo>
                    <a:pt x="1" y="2597"/>
                    <a:pt x="144" y="2740"/>
                    <a:pt x="310" y="2740"/>
                  </a:cubicBezTo>
                  <a:lnTo>
                    <a:pt x="2406" y="2740"/>
                  </a:lnTo>
                  <a:cubicBezTo>
                    <a:pt x="2549" y="2740"/>
                    <a:pt x="2692" y="2597"/>
                    <a:pt x="2763" y="2430"/>
                  </a:cubicBezTo>
                  <a:cubicBezTo>
                    <a:pt x="2763" y="2263"/>
                    <a:pt x="2620" y="2120"/>
                    <a:pt x="2430" y="2120"/>
                  </a:cubicBezTo>
                  <a:lnTo>
                    <a:pt x="644" y="2120"/>
                  </a:lnTo>
                  <a:lnTo>
                    <a:pt x="644" y="334"/>
                  </a:lnTo>
                  <a:cubicBezTo>
                    <a:pt x="644" y="144"/>
                    <a:pt x="501" y="1"/>
                    <a:pt x="310"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0" name="Google Shape;23140;p140"/>
            <p:cNvSpPr/>
            <p:nvPr/>
          </p:nvSpPr>
          <p:spPr>
            <a:xfrm>
              <a:off x="4277294" y="2747828"/>
              <a:ext cx="90173" cy="90173"/>
            </a:xfrm>
            <a:custGeom>
              <a:avLst/>
              <a:gdLst/>
              <a:ahLst/>
              <a:cxnLst/>
              <a:rect l="l" t="t" r="r" b="b"/>
              <a:pathLst>
                <a:path w="2787" h="2787" extrusionOk="0">
                  <a:moveTo>
                    <a:pt x="2454" y="0"/>
                  </a:moveTo>
                  <a:cubicBezTo>
                    <a:pt x="2287" y="0"/>
                    <a:pt x="2120" y="167"/>
                    <a:pt x="2120" y="334"/>
                  </a:cubicBezTo>
                  <a:lnTo>
                    <a:pt x="2120" y="2120"/>
                  </a:lnTo>
                  <a:lnTo>
                    <a:pt x="334" y="2120"/>
                  </a:lnTo>
                  <a:cubicBezTo>
                    <a:pt x="167" y="2120"/>
                    <a:pt x="1" y="2263"/>
                    <a:pt x="1" y="2453"/>
                  </a:cubicBezTo>
                  <a:cubicBezTo>
                    <a:pt x="1" y="2644"/>
                    <a:pt x="167" y="2787"/>
                    <a:pt x="334" y="2787"/>
                  </a:cubicBezTo>
                  <a:lnTo>
                    <a:pt x="2430" y="2787"/>
                  </a:lnTo>
                  <a:cubicBezTo>
                    <a:pt x="2596" y="2787"/>
                    <a:pt x="2716" y="2644"/>
                    <a:pt x="2787" y="2429"/>
                  </a:cubicBezTo>
                  <a:lnTo>
                    <a:pt x="2787" y="334"/>
                  </a:lnTo>
                  <a:cubicBezTo>
                    <a:pt x="2787" y="167"/>
                    <a:pt x="2644" y="0"/>
                    <a:pt x="2454"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41" name="Google Shape;23141;p140"/>
          <p:cNvGrpSpPr/>
          <p:nvPr/>
        </p:nvGrpSpPr>
        <p:grpSpPr>
          <a:xfrm>
            <a:off x="3296432" y="2338857"/>
            <a:ext cx="290516" cy="346748"/>
            <a:chOff x="3296432" y="2491257"/>
            <a:chExt cx="290516" cy="346748"/>
          </a:xfrm>
        </p:grpSpPr>
        <p:sp>
          <p:nvSpPr>
            <p:cNvPr id="23142" name="Google Shape;23142;p140"/>
            <p:cNvSpPr/>
            <p:nvPr/>
          </p:nvSpPr>
          <p:spPr>
            <a:xfrm>
              <a:off x="3296432" y="2531312"/>
              <a:ext cx="290516" cy="306693"/>
            </a:xfrm>
            <a:custGeom>
              <a:avLst/>
              <a:gdLst/>
              <a:ahLst/>
              <a:cxnLst/>
              <a:rect l="l" t="t" r="r" b="b"/>
              <a:pathLst>
                <a:path w="8979" h="9479" extrusionOk="0">
                  <a:moveTo>
                    <a:pt x="334" y="0"/>
                  </a:moveTo>
                  <a:cubicBezTo>
                    <a:pt x="144" y="0"/>
                    <a:pt x="1" y="143"/>
                    <a:pt x="1" y="334"/>
                  </a:cubicBezTo>
                  <a:lnTo>
                    <a:pt x="1" y="9145"/>
                  </a:lnTo>
                  <a:cubicBezTo>
                    <a:pt x="1" y="9336"/>
                    <a:pt x="144" y="9479"/>
                    <a:pt x="334" y="9479"/>
                  </a:cubicBezTo>
                  <a:lnTo>
                    <a:pt x="8669" y="9479"/>
                  </a:lnTo>
                  <a:cubicBezTo>
                    <a:pt x="8836" y="9479"/>
                    <a:pt x="8979" y="9336"/>
                    <a:pt x="8979" y="9145"/>
                  </a:cubicBezTo>
                  <a:lnTo>
                    <a:pt x="8979" y="334"/>
                  </a:lnTo>
                  <a:cubicBezTo>
                    <a:pt x="8979" y="143"/>
                    <a:pt x="8836" y="0"/>
                    <a:pt x="8669"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3" name="Google Shape;23143;p140"/>
            <p:cNvSpPr/>
            <p:nvPr/>
          </p:nvSpPr>
          <p:spPr>
            <a:xfrm>
              <a:off x="3442060" y="2531312"/>
              <a:ext cx="144886" cy="305917"/>
            </a:xfrm>
            <a:custGeom>
              <a:avLst/>
              <a:gdLst/>
              <a:ahLst/>
              <a:cxnLst/>
              <a:rect l="l" t="t" r="r" b="b"/>
              <a:pathLst>
                <a:path w="4478" h="9455" extrusionOk="0">
                  <a:moveTo>
                    <a:pt x="1" y="0"/>
                  </a:moveTo>
                  <a:lnTo>
                    <a:pt x="1" y="9455"/>
                  </a:lnTo>
                  <a:lnTo>
                    <a:pt x="4168" y="9455"/>
                  </a:lnTo>
                  <a:cubicBezTo>
                    <a:pt x="4335" y="9455"/>
                    <a:pt x="4478" y="9288"/>
                    <a:pt x="4478" y="9121"/>
                  </a:cubicBezTo>
                  <a:lnTo>
                    <a:pt x="4478" y="310"/>
                  </a:lnTo>
                  <a:cubicBezTo>
                    <a:pt x="4478" y="167"/>
                    <a:pt x="4335" y="0"/>
                    <a:pt x="416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4" name="Google Shape;23144;p140"/>
            <p:cNvSpPr/>
            <p:nvPr/>
          </p:nvSpPr>
          <p:spPr>
            <a:xfrm>
              <a:off x="3389678" y="2612975"/>
              <a:ext cx="102501" cy="224867"/>
            </a:xfrm>
            <a:custGeom>
              <a:avLst/>
              <a:gdLst/>
              <a:ahLst/>
              <a:cxnLst/>
              <a:rect l="l" t="t" r="r" b="b"/>
              <a:pathLst>
                <a:path w="3168" h="6950" extrusionOk="0">
                  <a:moveTo>
                    <a:pt x="1072" y="1"/>
                  </a:moveTo>
                  <a:cubicBezTo>
                    <a:pt x="929" y="1"/>
                    <a:pt x="810" y="120"/>
                    <a:pt x="786" y="287"/>
                  </a:cubicBezTo>
                  <a:lnTo>
                    <a:pt x="24" y="5073"/>
                  </a:lnTo>
                  <a:cubicBezTo>
                    <a:pt x="0" y="5168"/>
                    <a:pt x="24" y="5240"/>
                    <a:pt x="96" y="5311"/>
                  </a:cubicBezTo>
                  <a:lnTo>
                    <a:pt x="1334" y="6835"/>
                  </a:lnTo>
                  <a:cubicBezTo>
                    <a:pt x="1404" y="6905"/>
                    <a:pt x="1499" y="6949"/>
                    <a:pt x="1592" y="6949"/>
                  </a:cubicBezTo>
                  <a:cubicBezTo>
                    <a:pt x="1626" y="6949"/>
                    <a:pt x="1659" y="6943"/>
                    <a:pt x="1691" y="6931"/>
                  </a:cubicBezTo>
                  <a:cubicBezTo>
                    <a:pt x="1763" y="6931"/>
                    <a:pt x="1810" y="6859"/>
                    <a:pt x="1858" y="6835"/>
                  </a:cubicBezTo>
                  <a:lnTo>
                    <a:pt x="3096" y="5311"/>
                  </a:lnTo>
                  <a:cubicBezTo>
                    <a:pt x="3168" y="5240"/>
                    <a:pt x="3168" y="5168"/>
                    <a:pt x="3168" y="5073"/>
                  </a:cubicBezTo>
                  <a:lnTo>
                    <a:pt x="2406" y="287"/>
                  </a:lnTo>
                  <a:cubicBezTo>
                    <a:pt x="2406" y="120"/>
                    <a:pt x="2263" y="1"/>
                    <a:pt x="2120"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5" name="Google Shape;23145;p140"/>
            <p:cNvSpPr/>
            <p:nvPr/>
          </p:nvSpPr>
          <p:spPr>
            <a:xfrm>
              <a:off x="3442060" y="2613751"/>
              <a:ext cx="50894" cy="224253"/>
            </a:xfrm>
            <a:custGeom>
              <a:avLst/>
              <a:gdLst/>
              <a:ahLst/>
              <a:cxnLst/>
              <a:rect l="l" t="t" r="r" b="b"/>
              <a:pathLst>
                <a:path w="1573" h="6931" extrusionOk="0">
                  <a:moveTo>
                    <a:pt x="1" y="1"/>
                  </a:moveTo>
                  <a:lnTo>
                    <a:pt x="1" y="6931"/>
                  </a:lnTo>
                  <a:cubicBezTo>
                    <a:pt x="72" y="6931"/>
                    <a:pt x="167" y="6907"/>
                    <a:pt x="239" y="6811"/>
                  </a:cubicBezTo>
                  <a:lnTo>
                    <a:pt x="1477" y="5287"/>
                  </a:lnTo>
                  <a:cubicBezTo>
                    <a:pt x="1549" y="5240"/>
                    <a:pt x="1573" y="5144"/>
                    <a:pt x="1549" y="5049"/>
                  </a:cubicBezTo>
                  <a:lnTo>
                    <a:pt x="834" y="263"/>
                  </a:lnTo>
                  <a:cubicBezTo>
                    <a:pt x="787" y="120"/>
                    <a:pt x="668" y="1"/>
                    <a:pt x="525"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6" name="Google Shape;23146;p140"/>
            <p:cNvSpPr/>
            <p:nvPr/>
          </p:nvSpPr>
          <p:spPr>
            <a:xfrm>
              <a:off x="3443613" y="2700817"/>
              <a:ext cx="62445" cy="20837"/>
            </a:xfrm>
            <a:custGeom>
              <a:avLst/>
              <a:gdLst/>
              <a:ahLst/>
              <a:cxnLst/>
              <a:rect l="l" t="t" r="r" b="b"/>
              <a:pathLst>
                <a:path w="1930" h="644" extrusionOk="0">
                  <a:moveTo>
                    <a:pt x="334" y="1"/>
                  </a:moveTo>
                  <a:cubicBezTo>
                    <a:pt x="143" y="1"/>
                    <a:pt x="0" y="191"/>
                    <a:pt x="24" y="358"/>
                  </a:cubicBezTo>
                  <a:cubicBezTo>
                    <a:pt x="72" y="524"/>
                    <a:pt x="215" y="644"/>
                    <a:pt x="358" y="644"/>
                  </a:cubicBezTo>
                  <a:lnTo>
                    <a:pt x="1620" y="644"/>
                  </a:lnTo>
                  <a:cubicBezTo>
                    <a:pt x="1786" y="644"/>
                    <a:pt x="1929" y="477"/>
                    <a:pt x="1906" y="286"/>
                  </a:cubicBezTo>
                  <a:cubicBezTo>
                    <a:pt x="1882" y="120"/>
                    <a:pt x="1739" y="1"/>
                    <a:pt x="1572"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7" name="Google Shape;23147;p140"/>
            <p:cNvSpPr/>
            <p:nvPr/>
          </p:nvSpPr>
          <p:spPr>
            <a:xfrm>
              <a:off x="3403558" y="2572920"/>
              <a:ext cx="77846" cy="52415"/>
            </a:xfrm>
            <a:custGeom>
              <a:avLst/>
              <a:gdLst/>
              <a:ahLst/>
              <a:cxnLst/>
              <a:rect l="l" t="t" r="r" b="b"/>
              <a:pathLst>
                <a:path w="2406" h="1620" extrusionOk="0">
                  <a:moveTo>
                    <a:pt x="310" y="0"/>
                  </a:moveTo>
                  <a:cubicBezTo>
                    <a:pt x="143" y="0"/>
                    <a:pt x="0" y="143"/>
                    <a:pt x="0" y="334"/>
                  </a:cubicBezTo>
                  <a:lnTo>
                    <a:pt x="0" y="834"/>
                  </a:lnTo>
                  <a:cubicBezTo>
                    <a:pt x="0" y="905"/>
                    <a:pt x="0" y="929"/>
                    <a:pt x="24" y="953"/>
                  </a:cubicBezTo>
                  <a:lnTo>
                    <a:pt x="357" y="1620"/>
                  </a:lnTo>
                  <a:lnTo>
                    <a:pt x="2048" y="1620"/>
                  </a:lnTo>
                  <a:lnTo>
                    <a:pt x="2381" y="953"/>
                  </a:lnTo>
                  <a:cubicBezTo>
                    <a:pt x="2405" y="929"/>
                    <a:pt x="2405" y="858"/>
                    <a:pt x="2405" y="834"/>
                  </a:cubicBezTo>
                  <a:lnTo>
                    <a:pt x="2405" y="334"/>
                  </a:lnTo>
                  <a:cubicBezTo>
                    <a:pt x="2405" y="143"/>
                    <a:pt x="2262" y="0"/>
                    <a:pt x="2072"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8" name="Google Shape;23148;p140"/>
            <p:cNvSpPr/>
            <p:nvPr/>
          </p:nvSpPr>
          <p:spPr>
            <a:xfrm>
              <a:off x="3442060" y="2572920"/>
              <a:ext cx="38567" cy="52415"/>
            </a:xfrm>
            <a:custGeom>
              <a:avLst/>
              <a:gdLst/>
              <a:ahLst/>
              <a:cxnLst/>
              <a:rect l="l" t="t" r="r" b="b"/>
              <a:pathLst>
                <a:path w="1192" h="1620" extrusionOk="0">
                  <a:moveTo>
                    <a:pt x="1" y="0"/>
                  </a:moveTo>
                  <a:lnTo>
                    <a:pt x="1" y="1620"/>
                  </a:lnTo>
                  <a:lnTo>
                    <a:pt x="834" y="1620"/>
                  </a:lnTo>
                  <a:lnTo>
                    <a:pt x="1144" y="953"/>
                  </a:lnTo>
                  <a:cubicBezTo>
                    <a:pt x="1191" y="929"/>
                    <a:pt x="1191" y="858"/>
                    <a:pt x="1191" y="834"/>
                  </a:cubicBezTo>
                  <a:lnTo>
                    <a:pt x="1191" y="334"/>
                  </a:lnTo>
                  <a:cubicBezTo>
                    <a:pt x="1191" y="119"/>
                    <a:pt x="1025" y="0"/>
                    <a:pt x="88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9" name="Google Shape;23149;p140"/>
            <p:cNvSpPr/>
            <p:nvPr/>
          </p:nvSpPr>
          <p:spPr>
            <a:xfrm>
              <a:off x="3363471" y="2492002"/>
              <a:ext cx="156469" cy="100980"/>
            </a:xfrm>
            <a:custGeom>
              <a:avLst/>
              <a:gdLst/>
              <a:ahLst/>
              <a:cxnLst/>
              <a:rect l="l" t="t" r="r" b="b"/>
              <a:pathLst>
                <a:path w="4836" h="3121" extrusionOk="0">
                  <a:moveTo>
                    <a:pt x="334" y="1"/>
                  </a:moveTo>
                  <a:cubicBezTo>
                    <a:pt x="239" y="1"/>
                    <a:pt x="167" y="72"/>
                    <a:pt x="96" y="120"/>
                  </a:cubicBezTo>
                  <a:cubicBezTo>
                    <a:pt x="1" y="239"/>
                    <a:pt x="1" y="382"/>
                    <a:pt x="96" y="501"/>
                  </a:cubicBezTo>
                  <a:lnTo>
                    <a:pt x="2192" y="3001"/>
                  </a:lnTo>
                  <a:cubicBezTo>
                    <a:pt x="2239" y="3097"/>
                    <a:pt x="2335" y="3121"/>
                    <a:pt x="2430" y="3121"/>
                  </a:cubicBezTo>
                  <a:cubicBezTo>
                    <a:pt x="2501" y="3121"/>
                    <a:pt x="2596" y="3073"/>
                    <a:pt x="2668" y="3001"/>
                  </a:cubicBezTo>
                  <a:lnTo>
                    <a:pt x="4740" y="501"/>
                  </a:lnTo>
                  <a:cubicBezTo>
                    <a:pt x="4835" y="430"/>
                    <a:pt x="4835" y="239"/>
                    <a:pt x="4740" y="120"/>
                  </a:cubicBezTo>
                  <a:cubicBezTo>
                    <a:pt x="4692" y="25"/>
                    <a:pt x="4597" y="1"/>
                    <a:pt x="4502" y="1"/>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0" name="Google Shape;23150;p140"/>
            <p:cNvSpPr/>
            <p:nvPr/>
          </p:nvSpPr>
          <p:spPr>
            <a:xfrm>
              <a:off x="3442060" y="2491257"/>
              <a:ext cx="77878" cy="100948"/>
            </a:xfrm>
            <a:custGeom>
              <a:avLst/>
              <a:gdLst/>
              <a:ahLst/>
              <a:cxnLst/>
              <a:rect l="l" t="t" r="r" b="b"/>
              <a:pathLst>
                <a:path w="2407" h="3120" extrusionOk="0">
                  <a:moveTo>
                    <a:pt x="1" y="0"/>
                  </a:moveTo>
                  <a:lnTo>
                    <a:pt x="1" y="3120"/>
                  </a:lnTo>
                  <a:cubicBezTo>
                    <a:pt x="72" y="3120"/>
                    <a:pt x="167" y="3096"/>
                    <a:pt x="239" y="3001"/>
                  </a:cubicBezTo>
                  <a:lnTo>
                    <a:pt x="2311" y="500"/>
                  </a:lnTo>
                  <a:cubicBezTo>
                    <a:pt x="2406" y="381"/>
                    <a:pt x="2406" y="238"/>
                    <a:pt x="2311" y="119"/>
                  </a:cubicBezTo>
                  <a:cubicBezTo>
                    <a:pt x="2263" y="48"/>
                    <a:pt x="2168" y="0"/>
                    <a:pt x="2073"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1" name="Google Shape;23151;p140"/>
            <p:cNvSpPr/>
            <p:nvPr/>
          </p:nvSpPr>
          <p:spPr>
            <a:xfrm>
              <a:off x="3341890" y="2496628"/>
              <a:ext cx="198077" cy="122852"/>
            </a:xfrm>
            <a:custGeom>
              <a:avLst/>
              <a:gdLst/>
              <a:ahLst/>
              <a:cxnLst/>
              <a:rect l="l" t="t" r="r" b="b"/>
              <a:pathLst>
                <a:path w="6122" h="3797" extrusionOk="0">
                  <a:moveTo>
                    <a:pt x="668" y="1"/>
                  </a:moveTo>
                  <a:lnTo>
                    <a:pt x="49" y="1263"/>
                  </a:lnTo>
                  <a:cubicBezTo>
                    <a:pt x="1" y="1358"/>
                    <a:pt x="25" y="1453"/>
                    <a:pt x="49" y="1549"/>
                  </a:cubicBezTo>
                  <a:lnTo>
                    <a:pt x="1287" y="3644"/>
                  </a:lnTo>
                  <a:cubicBezTo>
                    <a:pt x="1353" y="3743"/>
                    <a:pt x="1464" y="3796"/>
                    <a:pt x="1573" y="3796"/>
                  </a:cubicBezTo>
                  <a:cubicBezTo>
                    <a:pt x="1622" y="3796"/>
                    <a:pt x="1671" y="3786"/>
                    <a:pt x="1716" y="3763"/>
                  </a:cubicBezTo>
                  <a:lnTo>
                    <a:pt x="3025" y="3001"/>
                  </a:lnTo>
                  <a:lnTo>
                    <a:pt x="4335" y="3763"/>
                  </a:lnTo>
                  <a:cubicBezTo>
                    <a:pt x="4379" y="3786"/>
                    <a:pt x="4428" y="3796"/>
                    <a:pt x="4477" y="3796"/>
                  </a:cubicBezTo>
                  <a:cubicBezTo>
                    <a:pt x="4585" y="3796"/>
                    <a:pt x="4691" y="3743"/>
                    <a:pt x="4740" y="3644"/>
                  </a:cubicBezTo>
                  <a:lnTo>
                    <a:pt x="6002" y="1549"/>
                  </a:lnTo>
                  <a:cubicBezTo>
                    <a:pt x="6121" y="1477"/>
                    <a:pt x="6121" y="1358"/>
                    <a:pt x="6074" y="1263"/>
                  </a:cubicBezTo>
                  <a:lnTo>
                    <a:pt x="5431" y="1"/>
                  </a:lnTo>
                  <a:lnTo>
                    <a:pt x="3049" y="2739"/>
                  </a:lnTo>
                  <a:lnTo>
                    <a:pt x="668" y="1"/>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2" name="Google Shape;23152;p140"/>
            <p:cNvSpPr/>
            <p:nvPr/>
          </p:nvSpPr>
          <p:spPr>
            <a:xfrm>
              <a:off x="3440539" y="2496628"/>
              <a:ext cx="99427" cy="123175"/>
            </a:xfrm>
            <a:custGeom>
              <a:avLst/>
              <a:gdLst/>
              <a:ahLst/>
              <a:cxnLst/>
              <a:rect l="l" t="t" r="r" b="b"/>
              <a:pathLst>
                <a:path w="3073" h="3807" extrusionOk="0">
                  <a:moveTo>
                    <a:pt x="2382" y="1"/>
                  </a:moveTo>
                  <a:lnTo>
                    <a:pt x="0" y="2739"/>
                  </a:lnTo>
                  <a:lnTo>
                    <a:pt x="0" y="3025"/>
                  </a:lnTo>
                  <a:lnTo>
                    <a:pt x="1358" y="3763"/>
                  </a:lnTo>
                  <a:cubicBezTo>
                    <a:pt x="1402" y="3793"/>
                    <a:pt x="1450" y="3807"/>
                    <a:pt x="1496" y="3807"/>
                  </a:cubicBezTo>
                  <a:cubicBezTo>
                    <a:pt x="1598" y="3807"/>
                    <a:pt x="1697" y="3742"/>
                    <a:pt x="1762" y="3644"/>
                  </a:cubicBezTo>
                  <a:lnTo>
                    <a:pt x="3001" y="1549"/>
                  </a:lnTo>
                  <a:cubicBezTo>
                    <a:pt x="3072" y="1477"/>
                    <a:pt x="3072" y="1358"/>
                    <a:pt x="3001" y="1263"/>
                  </a:cubicBezTo>
                  <a:lnTo>
                    <a:pt x="2382" y="1"/>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53" name="Google Shape;23153;p140"/>
          <p:cNvGrpSpPr/>
          <p:nvPr/>
        </p:nvGrpSpPr>
        <p:grpSpPr>
          <a:xfrm>
            <a:off x="2530566" y="2341155"/>
            <a:ext cx="345226" cy="346004"/>
            <a:chOff x="2530566" y="2493555"/>
            <a:chExt cx="345226" cy="346004"/>
          </a:xfrm>
        </p:grpSpPr>
        <p:sp>
          <p:nvSpPr>
            <p:cNvPr id="23154" name="Google Shape;23154;p140"/>
            <p:cNvSpPr/>
            <p:nvPr/>
          </p:nvSpPr>
          <p:spPr>
            <a:xfrm>
              <a:off x="2530566" y="2493555"/>
              <a:ext cx="344451" cy="344451"/>
            </a:xfrm>
            <a:custGeom>
              <a:avLst/>
              <a:gdLst/>
              <a:ahLst/>
              <a:cxnLst/>
              <a:rect l="l" t="t" r="r" b="b"/>
              <a:pathLst>
                <a:path w="10646" h="10646" extrusionOk="0">
                  <a:moveTo>
                    <a:pt x="5335" y="1"/>
                  </a:moveTo>
                  <a:cubicBezTo>
                    <a:pt x="5239" y="1"/>
                    <a:pt x="5144" y="48"/>
                    <a:pt x="5097" y="120"/>
                  </a:cubicBezTo>
                  <a:lnTo>
                    <a:pt x="3834" y="1787"/>
                  </a:lnTo>
                  <a:cubicBezTo>
                    <a:pt x="3739" y="1929"/>
                    <a:pt x="3739" y="2072"/>
                    <a:pt x="3834" y="2191"/>
                  </a:cubicBezTo>
                  <a:cubicBezTo>
                    <a:pt x="3906" y="2263"/>
                    <a:pt x="3977" y="2311"/>
                    <a:pt x="4073" y="2311"/>
                  </a:cubicBezTo>
                  <a:lnTo>
                    <a:pt x="4382" y="2311"/>
                  </a:lnTo>
                  <a:lnTo>
                    <a:pt x="4382" y="3049"/>
                  </a:lnTo>
                  <a:cubicBezTo>
                    <a:pt x="3739" y="2596"/>
                    <a:pt x="3025" y="2358"/>
                    <a:pt x="2286" y="2311"/>
                  </a:cubicBezTo>
                  <a:lnTo>
                    <a:pt x="2286" y="1953"/>
                  </a:lnTo>
                  <a:cubicBezTo>
                    <a:pt x="2286" y="1929"/>
                    <a:pt x="2286" y="1858"/>
                    <a:pt x="2263" y="1834"/>
                  </a:cubicBezTo>
                  <a:cubicBezTo>
                    <a:pt x="2192" y="1721"/>
                    <a:pt x="2087" y="1666"/>
                    <a:pt x="1983" y="1666"/>
                  </a:cubicBezTo>
                  <a:cubicBezTo>
                    <a:pt x="1913" y="1666"/>
                    <a:pt x="1844" y="1691"/>
                    <a:pt x="1786" y="1739"/>
                  </a:cubicBezTo>
                  <a:lnTo>
                    <a:pt x="119" y="2977"/>
                  </a:lnTo>
                  <a:cubicBezTo>
                    <a:pt x="48" y="3049"/>
                    <a:pt x="0" y="3144"/>
                    <a:pt x="0" y="3239"/>
                  </a:cubicBezTo>
                  <a:cubicBezTo>
                    <a:pt x="0" y="3311"/>
                    <a:pt x="24" y="3406"/>
                    <a:pt x="119" y="3477"/>
                  </a:cubicBezTo>
                  <a:lnTo>
                    <a:pt x="1786" y="4716"/>
                  </a:lnTo>
                  <a:cubicBezTo>
                    <a:pt x="1840" y="4751"/>
                    <a:pt x="1903" y="4770"/>
                    <a:pt x="1967" y="4770"/>
                  </a:cubicBezTo>
                  <a:cubicBezTo>
                    <a:pt x="2076" y="4770"/>
                    <a:pt x="2188" y="4716"/>
                    <a:pt x="2263" y="4597"/>
                  </a:cubicBezTo>
                  <a:cubicBezTo>
                    <a:pt x="2286" y="4573"/>
                    <a:pt x="2286" y="4501"/>
                    <a:pt x="2286" y="4478"/>
                  </a:cubicBezTo>
                  <a:lnTo>
                    <a:pt x="2286" y="4144"/>
                  </a:lnTo>
                  <a:cubicBezTo>
                    <a:pt x="3453" y="4311"/>
                    <a:pt x="4382" y="5311"/>
                    <a:pt x="4382" y="6526"/>
                  </a:cubicBezTo>
                  <a:lnTo>
                    <a:pt x="4382" y="10407"/>
                  </a:lnTo>
                  <a:cubicBezTo>
                    <a:pt x="4382" y="10526"/>
                    <a:pt x="4501" y="10646"/>
                    <a:pt x="4620" y="10646"/>
                  </a:cubicBezTo>
                  <a:lnTo>
                    <a:pt x="5954" y="10646"/>
                  </a:lnTo>
                  <a:cubicBezTo>
                    <a:pt x="6144" y="10646"/>
                    <a:pt x="6240" y="10503"/>
                    <a:pt x="6287" y="10384"/>
                  </a:cubicBezTo>
                  <a:lnTo>
                    <a:pt x="6287" y="8645"/>
                  </a:lnTo>
                  <a:cubicBezTo>
                    <a:pt x="6287" y="7431"/>
                    <a:pt x="7168" y="6407"/>
                    <a:pt x="8359" y="6264"/>
                  </a:cubicBezTo>
                  <a:lnTo>
                    <a:pt x="8359" y="6549"/>
                  </a:lnTo>
                  <a:cubicBezTo>
                    <a:pt x="8359" y="6669"/>
                    <a:pt x="8431" y="6764"/>
                    <a:pt x="8550" y="6835"/>
                  </a:cubicBezTo>
                  <a:cubicBezTo>
                    <a:pt x="8592" y="6852"/>
                    <a:pt x="8634" y="6860"/>
                    <a:pt x="8674" y="6860"/>
                  </a:cubicBezTo>
                  <a:cubicBezTo>
                    <a:pt x="8747" y="6860"/>
                    <a:pt x="8813" y="6834"/>
                    <a:pt x="8859" y="6788"/>
                  </a:cubicBezTo>
                  <a:lnTo>
                    <a:pt x="10526" y="5549"/>
                  </a:lnTo>
                  <a:cubicBezTo>
                    <a:pt x="10598" y="5478"/>
                    <a:pt x="10645" y="5406"/>
                    <a:pt x="10645" y="5311"/>
                  </a:cubicBezTo>
                  <a:cubicBezTo>
                    <a:pt x="10645" y="5216"/>
                    <a:pt x="10621" y="5121"/>
                    <a:pt x="10526" y="5073"/>
                  </a:cubicBezTo>
                  <a:lnTo>
                    <a:pt x="8859" y="3811"/>
                  </a:lnTo>
                  <a:cubicBezTo>
                    <a:pt x="8800" y="3775"/>
                    <a:pt x="8734" y="3757"/>
                    <a:pt x="8669" y="3757"/>
                  </a:cubicBezTo>
                  <a:cubicBezTo>
                    <a:pt x="8603" y="3757"/>
                    <a:pt x="8538" y="3775"/>
                    <a:pt x="8478" y="3811"/>
                  </a:cubicBezTo>
                  <a:cubicBezTo>
                    <a:pt x="8383" y="3882"/>
                    <a:pt x="8359" y="3978"/>
                    <a:pt x="8359" y="4049"/>
                  </a:cubicBezTo>
                  <a:lnTo>
                    <a:pt x="8359" y="4382"/>
                  </a:lnTo>
                  <a:cubicBezTo>
                    <a:pt x="7621" y="4454"/>
                    <a:pt x="6906" y="4716"/>
                    <a:pt x="6287" y="5121"/>
                  </a:cubicBezTo>
                  <a:lnTo>
                    <a:pt x="6287" y="2311"/>
                  </a:lnTo>
                  <a:lnTo>
                    <a:pt x="6573" y="2311"/>
                  </a:lnTo>
                  <a:cubicBezTo>
                    <a:pt x="6668" y="2311"/>
                    <a:pt x="6764" y="2239"/>
                    <a:pt x="6811" y="2191"/>
                  </a:cubicBezTo>
                  <a:cubicBezTo>
                    <a:pt x="6906" y="2072"/>
                    <a:pt x="6906" y="1906"/>
                    <a:pt x="6811" y="1787"/>
                  </a:cubicBezTo>
                  <a:lnTo>
                    <a:pt x="5573" y="120"/>
                  </a:lnTo>
                  <a:cubicBezTo>
                    <a:pt x="5501" y="72"/>
                    <a:pt x="5406" y="1"/>
                    <a:pt x="5335"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5" name="Google Shape;23155;p140"/>
            <p:cNvSpPr/>
            <p:nvPr/>
          </p:nvSpPr>
          <p:spPr>
            <a:xfrm>
              <a:off x="2703146" y="2493555"/>
              <a:ext cx="172646" cy="346004"/>
            </a:xfrm>
            <a:custGeom>
              <a:avLst/>
              <a:gdLst/>
              <a:ahLst/>
              <a:cxnLst/>
              <a:rect l="l" t="t" r="r" b="b"/>
              <a:pathLst>
                <a:path w="5336" h="10694" extrusionOk="0">
                  <a:moveTo>
                    <a:pt x="1" y="1"/>
                  </a:moveTo>
                  <a:lnTo>
                    <a:pt x="1" y="10693"/>
                  </a:lnTo>
                  <a:lnTo>
                    <a:pt x="620" y="10693"/>
                  </a:lnTo>
                  <a:lnTo>
                    <a:pt x="620" y="10646"/>
                  </a:lnTo>
                  <a:cubicBezTo>
                    <a:pt x="810" y="10646"/>
                    <a:pt x="953" y="10503"/>
                    <a:pt x="953" y="10312"/>
                  </a:cubicBezTo>
                  <a:lnTo>
                    <a:pt x="953" y="8621"/>
                  </a:lnTo>
                  <a:cubicBezTo>
                    <a:pt x="953" y="7407"/>
                    <a:pt x="1882" y="6383"/>
                    <a:pt x="3025" y="6240"/>
                  </a:cubicBezTo>
                  <a:lnTo>
                    <a:pt x="3025" y="6573"/>
                  </a:lnTo>
                  <a:cubicBezTo>
                    <a:pt x="3025" y="6621"/>
                    <a:pt x="3025" y="6645"/>
                    <a:pt x="3073" y="6692"/>
                  </a:cubicBezTo>
                  <a:cubicBezTo>
                    <a:pt x="3142" y="6790"/>
                    <a:pt x="3236" y="6838"/>
                    <a:pt x="3335" y="6838"/>
                  </a:cubicBezTo>
                  <a:cubicBezTo>
                    <a:pt x="3406" y="6838"/>
                    <a:pt x="3480" y="6813"/>
                    <a:pt x="3549" y="6764"/>
                  </a:cubicBezTo>
                  <a:lnTo>
                    <a:pt x="5216" y="5525"/>
                  </a:lnTo>
                  <a:cubicBezTo>
                    <a:pt x="5287" y="5454"/>
                    <a:pt x="5335" y="5383"/>
                    <a:pt x="5335" y="5287"/>
                  </a:cubicBezTo>
                  <a:cubicBezTo>
                    <a:pt x="5335" y="5192"/>
                    <a:pt x="5264" y="5097"/>
                    <a:pt x="5216" y="5049"/>
                  </a:cubicBezTo>
                  <a:lnTo>
                    <a:pt x="3549" y="3787"/>
                  </a:lnTo>
                  <a:cubicBezTo>
                    <a:pt x="3488" y="3743"/>
                    <a:pt x="3424" y="3722"/>
                    <a:pt x="3361" y="3722"/>
                  </a:cubicBezTo>
                  <a:cubicBezTo>
                    <a:pt x="3252" y="3722"/>
                    <a:pt x="3148" y="3785"/>
                    <a:pt x="3073" y="3906"/>
                  </a:cubicBezTo>
                  <a:cubicBezTo>
                    <a:pt x="3025" y="3954"/>
                    <a:pt x="3025" y="4001"/>
                    <a:pt x="3025" y="4025"/>
                  </a:cubicBezTo>
                  <a:lnTo>
                    <a:pt x="3025" y="4382"/>
                  </a:lnTo>
                  <a:cubicBezTo>
                    <a:pt x="2287" y="4454"/>
                    <a:pt x="1572" y="4692"/>
                    <a:pt x="953" y="5121"/>
                  </a:cubicBezTo>
                  <a:lnTo>
                    <a:pt x="953" y="2311"/>
                  </a:lnTo>
                  <a:lnTo>
                    <a:pt x="1239" y="2311"/>
                  </a:lnTo>
                  <a:cubicBezTo>
                    <a:pt x="1334" y="2311"/>
                    <a:pt x="1430" y="2263"/>
                    <a:pt x="1477" y="2191"/>
                  </a:cubicBezTo>
                  <a:cubicBezTo>
                    <a:pt x="1572" y="2072"/>
                    <a:pt x="1572" y="1929"/>
                    <a:pt x="1477" y="1787"/>
                  </a:cubicBezTo>
                  <a:lnTo>
                    <a:pt x="239" y="120"/>
                  </a:lnTo>
                  <a:cubicBezTo>
                    <a:pt x="167" y="48"/>
                    <a:pt x="96"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6" name="Google Shape;23156;p140"/>
            <p:cNvSpPr/>
            <p:nvPr/>
          </p:nvSpPr>
          <p:spPr>
            <a:xfrm>
              <a:off x="2576024" y="2726247"/>
              <a:ext cx="76293" cy="20060"/>
            </a:xfrm>
            <a:custGeom>
              <a:avLst/>
              <a:gdLst/>
              <a:ahLst/>
              <a:cxnLst/>
              <a:rect l="l" t="t" r="r" b="b"/>
              <a:pathLst>
                <a:path w="2358" h="620" extrusionOk="0">
                  <a:moveTo>
                    <a:pt x="310" y="0"/>
                  </a:moveTo>
                  <a:cubicBezTo>
                    <a:pt x="143" y="0"/>
                    <a:pt x="0" y="167"/>
                    <a:pt x="24" y="358"/>
                  </a:cubicBezTo>
                  <a:cubicBezTo>
                    <a:pt x="48" y="501"/>
                    <a:pt x="191" y="620"/>
                    <a:pt x="358" y="620"/>
                  </a:cubicBezTo>
                  <a:lnTo>
                    <a:pt x="2025" y="620"/>
                  </a:lnTo>
                  <a:cubicBezTo>
                    <a:pt x="2191" y="620"/>
                    <a:pt x="2358" y="477"/>
                    <a:pt x="2310" y="262"/>
                  </a:cubicBezTo>
                  <a:cubicBezTo>
                    <a:pt x="2286" y="120"/>
                    <a:pt x="2144" y="0"/>
                    <a:pt x="1977"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7" name="Google Shape;23157;p140"/>
            <p:cNvSpPr/>
            <p:nvPr/>
          </p:nvSpPr>
          <p:spPr>
            <a:xfrm>
              <a:off x="2539043" y="2726247"/>
              <a:ext cx="21581" cy="20837"/>
            </a:xfrm>
            <a:custGeom>
              <a:avLst/>
              <a:gdLst/>
              <a:ahLst/>
              <a:cxnLst/>
              <a:rect l="l" t="t" r="r" b="b"/>
              <a:pathLst>
                <a:path w="667" h="644" extrusionOk="0">
                  <a:moveTo>
                    <a:pt x="334" y="0"/>
                  </a:moveTo>
                  <a:cubicBezTo>
                    <a:pt x="143" y="0"/>
                    <a:pt x="0" y="143"/>
                    <a:pt x="0" y="334"/>
                  </a:cubicBezTo>
                  <a:cubicBezTo>
                    <a:pt x="0" y="501"/>
                    <a:pt x="143" y="643"/>
                    <a:pt x="334" y="643"/>
                  </a:cubicBezTo>
                  <a:cubicBezTo>
                    <a:pt x="524" y="643"/>
                    <a:pt x="667" y="501"/>
                    <a:pt x="667" y="334"/>
                  </a:cubicBezTo>
                  <a:cubicBezTo>
                    <a:pt x="667" y="143"/>
                    <a:pt x="524" y="0"/>
                    <a:pt x="334"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8" name="Google Shape;23158;p140"/>
            <p:cNvSpPr/>
            <p:nvPr/>
          </p:nvSpPr>
          <p:spPr>
            <a:xfrm>
              <a:off x="2576024" y="2726247"/>
              <a:ext cx="76293" cy="20060"/>
            </a:xfrm>
            <a:custGeom>
              <a:avLst/>
              <a:gdLst/>
              <a:ahLst/>
              <a:cxnLst/>
              <a:rect l="l" t="t" r="r" b="b"/>
              <a:pathLst>
                <a:path w="2358" h="620" extrusionOk="0">
                  <a:moveTo>
                    <a:pt x="310" y="0"/>
                  </a:moveTo>
                  <a:cubicBezTo>
                    <a:pt x="143" y="0"/>
                    <a:pt x="0" y="167"/>
                    <a:pt x="24" y="358"/>
                  </a:cubicBezTo>
                  <a:cubicBezTo>
                    <a:pt x="48" y="501"/>
                    <a:pt x="191" y="620"/>
                    <a:pt x="358" y="620"/>
                  </a:cubicBezTo>
                  <a:lnTo>
                    <a:pt x="2025" y="620"/>
                  </a:lnTo>
                  <a:cubicBezTo>
                    <a:pt x="2191" y="620"/>
                    <a:pt x="2358" y="477"/>
                    <a:pt x="2310" y="262"/>
                  </a:cubicBezTo>
                  <a:cubicBezTo>
                    <a:pt x="2286" y="120"/>
                    <a:pt x="2144" y="0"/>
                    <a:pt x="1977"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9" name="Google Shape;23159;p140"/>
            <p:cNvSpPr/>
            <p:nvPr/>
          </p:nvSpPr>
          <p:spPr>
            <a:xfrm>
              <a:off x="2539043" y="2726247"/>
              <a:ext cx="21581" cy="20837"/>
            </a:xfrm>
            <a:custGeom>
              <a:avLst/>
              <a:gdLst/>
              <a:ahLst/>
              <a:cxnLst/>
              <a:rect l="l" t="t" r="r" b="b"/>
              <a:pathLst>
                <a:path w="667" h="644" extrusionOk="0">
                  <a:moveTo>
                    <a:pt x="334" y="0"/>
                  </a:moveTo>
                  <a:cubicBezTo>
                    <a:pt x="143" y="0"/>
                    <a:pt x="0" y="143"/>
                    <a:pt x="0" y="334"/>
                  </a:cubicBezTo>
                  <a:cubicBezTo>
                    <a:pt x="0" y="501"/>
                    <a:pt x="143" y="643"/>
                    <a:pt x="334" y="643"/>
                  </a:cubicBezTo>
                  <a:cubicBezTo>
                    <a:pt x="524" y="643"/>
                    <a:pt x="667" y="501"/>
                    <a:pt x="667" y="334"/>
                  </a:cubicBezTo>
                  <a:cubicBezTo>
                    <a:pt x="667" y="143"/>
                    <a:pt x="524" y="0"/>
                    <a:pt x="334"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0" name="Google Shape;23160;p140"/>
            <p:cNvSpPr/>
            <p:nvPr/>
          </p:nvSpPr>
          <p:spPr>
            <a:xfrm>
              <a:off x="2576024" y="2685416"/>
              <a:ext cx="76293" cy="20060"/>
            </a:xfrm>
            <a:custGeom>
              <a:avLst/>
              <a:gdLst/>
              <a:ahLst/>
              <a:cxnLst/>
              <a:rect l="l" t="t" r="r" b="b"/>
              <a:pathLst>
                <a:path w="2358" h="620" extrusionOk="0">
                  <a:moveTo>
                    <a:pt x="310" y="0"/>
                  </a:moveTo>
                  <a:cubicBezTo>
                    <a:pt x="143" y="0"/>
                    <a:pt x="0" y="191"/>
                    <a:pt x="24" y="358"/>
                  </a:cubicBezTo>
                  <a:cubicBezTo>
                    <a:pt x="48" y="524"/>
                    <a:pt x="191" y="619"/>
                    <a:pt x="358" y="619"/>
                  </a:cubicBezTo>
                  <a:lnTo>
                    <a:pt x="2025" y="619"/>
                  </a:lnTo>
                  <a:cubicBezTo>
                    <a:pt x="2191" y="619"/>
                    <a:pt x="2358" y="453"/>
                    <a:pt x="2310" y="286"/>
                  </a:cubicBezTo>
                  <a:cubicBezTo>
                    <a:pt x="2286" y="119"/>
                    <a:pt x="2144" y="0"/>
                    <a:pt x="1977"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1" name="Google Shape;23161;p140"/>
            <p:cNvSpPr/>
            <p:nvPr/>
          </p:nvSpPr>
          <p:spPr>
            <a:xfrm>
              <a:off x="2539043" y="2685416"/>
              <a:ext cx="21581" cy="21613"/>
            </a:xfrm>
            <a:custGeom>
              <a:avLst/>
              <a:gdLst/>
              <a:ahLst/>
              <a:cxnLst/>
              <a:rect l="l" t="t" r="r" b="b"/>
              <a:pathLst>
                <a:path w="667" h="668" extrusionOk="0">
                  <a:moveTo>
                    <a:pt x="334" y="0"/>
                  </a:moveTo>
                  <a:cubicBezTo>
                    <a:pt x="143" y="0"/>
                    <a:pt x="0" y="143"/>
                    <a:pt x="0" y="334"/>
                  </a:cubicBezTo>
                  <a:cubicBezTo>
                    <a:pt x="0" y="524"/>
                    <a:pt x="143" y="667"/>
                    <a:pt x="334" y="667"/>
                  </a:cubicBezTo>
                  <a:cubicBezTo>
                    <a:pt x="524" y="667"/>
                    <a:pt x="667" y="524"/>
                    <a:pt x="667" y="334"/>
                  </a:cubicBezTo>
                  <a:cubicBezTo>
                    <a:pt x="667" y="143"/>
                    <a:pt x="524" y="0"/>
                    <a:pt x="334"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2" name="Google Shape;23162;p140"/>
            <p:cNvSpPr/>
            <p:nvPr/>
          </p:nvSpPr>
          <p:spPr>
            <a:xfrm>
              <a:off x="2576024" y="2766302"/>
              <a:ext cx="76293" cy="20837"/>
            </a:xfrm>
            <a:custGeom>
              <a:avLst/>
              <a:gdLst/>
              <a:ahLst/>
              <a:cxnLst/>
              <a:rect l="l" t="t" r="r" b="b"/>
              <a:pathLst>
                <a:path w="2358" h="644" extrusionOk="0">
                  <a:moveTo>
                    <a:pt x="310" y="1"/>
                  </a:moveTo>
                  <a:cubicBezTo>
                    <a:pt x="143" y="1"/>
                    <a:pt x="0" y="191"/>
                    <a:pt x="24" y="358"/>
                  </a:cubicBezTo>
                  <a:cubicBezTo>
                    <a:pt x="48" y="525"/>
                    <a:pt x="191" y="644"/>
                    <a:pt x="358" y="644"/>
                  </a:cubicBezTo>
                  <a:lnTo>
                    <a:pt x="2025" y="644"/>
                  </a:lnTo>
                  <a:cubicBezTo>
                    <a:pt x="2191" y="644"/>
                    <a:pt x="2358" y="477"/>
                    <a:pt x="2310" y="287"/>
                  </a:cubicBezTo>
                  <a:cubicBezTo>
                    <a:pt x="2286" y="120"/>
                    <a:pt x="2144" y="1"/>
                    <a:pt x="1977"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3" name="Google Shape;23163;p140"/>
            <p:cNvSpPr/>
            <p:nvPr/>
          </p:nvSpPr>
          <p:spPr>
            <a:xfrm>
              <a:off x="2539043" y="2766302"/>
              <a:ext cx="21581" cy="21613"/>
            </a:xfrm>
            <a:custGeom>
              <a:avLst/>
              <a:gdLst/>
              <a:ahLst/>
              <a:cxnLst/>
              <a:rect l="l" t="t" r="r" b="b"/>
              <a:pathLst>
                <a:path w="667" h="668" extrusionOk="0">
                  <a:moveTo>
                    <a:pt x="334" y="1"/>
                  </a:moveTo>
                  <a:cubicBezTo>
                    <a:pt x="143" y="1"/>
                    <a:pt x="0" y="144"/>
                    <a:pt x="0" y="334"/>
                  </a:cubicBezTo>
                  <a:cubicBezTo>
                    <a:pt x="0" y="525"/>
                    <a:pt x="143" y="668"/>
                    <a:pt x="334" y="668"/>
                  </a:cubicBezTo>
                  <a:cubicBezTo>
                    <a:pt x="524" y="668"/>
                    <a:pt x="667" y="525"/>
                    <a:pt x="667" y="334"/>
                  </a:cubicBezTo>
                  <a:cubicBezTo>
                    <a:pt x="667" y="144"/>
                    <a:pt x="524" y="1"/>
                    <a:pt x="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4" name="Google Shape;23164;p140"/>
            <p:cNvSpPr/>
            <p:nvPr/>
          </p:nvSpPr>
          <p:spPr>
            <a:xfrm>
              <a:off x="2576024" y="2807133"/>
              <a:ext cx="76293" cy="20092"/>
            </a:xfrm>
            <a:custGeom>
              <a:avLst/>
              <a:gdLst/>
              <a:ahLst/>
              <a:cxnLst/>
              <a:rect l="l" t="t" r="r" b="b"/>
              <a:pathLst>
                <a:path w="2358" h="621" extrusionOk="0">
                  <a:moveTo>
                    <a:pt x="310" y="1"/>
                  </a:moveTo>
                  <a:cubicBezTo>
                    <a:pt x="143" y="1"/>
                    <a:pt x="0" y="168"/>
                    <a:pt x="24" y="358"/>
                  </a:cubicBezTo>
                  <a:cubicBezTo>
                    <a:pt x="48" y="501"/>
                    <a:pt x="191" y="620"/>
                    <a:pt x="358" y="620"/>
                  </a:cubicBezTo>
                  <a:lnTo>
                    <a:pt x="2025" y="620"/>
                  </a:lnTo>
                  <a:cubicBezTo>
                    <a:pt x="2191" y="620"/>
                    <a:pt x="2358" y="477"/>
                    <a:pt x="2310" y="263"/>
                  </a:cubicBezTo>
                  <a:cubicBezTo>
                    <a:pt x="2286" y="120"/>
                    <a:pt x="2144" y="1"/>
                    <a:pt x="1977"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5" name="Google Shape;23165;p140"/>
            <p:cNvSpPr/>
            <p:nvPr/>
          </p:nvSpPr>
          <p:spPr>
            <a:xfrm>
              <a:off x="2539043" y="2807133"/>
              <a:ext cx="21581" cy="20837"/>
            </a:xfrm>
            <a:custGeom>
              <a:avLst/>
              <a:gdLst/>
              <a:ahLst/>
              <a:cxnLst/>
              <a:rect l="l" t="t" r="r" b="b"/>
              <a:pathLst>
                <a:path w="667" h="644" extrusionOk="0">
                  <a:moveTo>
                    <a:pt x="334" y="1"/>
                  </a:moveTo>
                  <a:cubicBezTo>
                    <a:pt x="143" y="1"/>
                    <a:pt x="0" y="144"/>
                    <a:pt x="0" y="334"/>
                  </a:cubicBezTo>
                  <a:cubicBezTo>
                    <a:pt x="0" y="501"/>
                    <a:pt x="143" y="644"/>
                    <a:pt x="334" y="644"/>
                  </a:cubicBezTo>
                  <a:cubicBezTo>
                    <a:pt x="524" y="644"/>
                    <a:pt x="667" y="501"/>
                    <a:pt x="667" y="334"/>
                  </a:cubicBezTo>
                  <a:cubicBezTo>
                    <a:pt x="667" y="144"/>
                    <a:pt x="524" y="1"/>
                    <a:pt x="334"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66" name="Google Shape;23166;p140"/>
          <p:cNvGrpSpPr/>
          <p:nvPr/>
        </p:nvGrpSpPr>
        <p:grpSpPr>
          <a:xfrm>
            <a:off x="1771592" y="2338857"/>
            <a:ext cx="349853" cy="346745"/>
            <a:chOff x="1771592" y="2491257"/>
            <a:chExt cx="349853" cy="346745"/>
          </a:xfrm>
        </p:grpSpPr>
        <p:sp>
          <p:nvSpPr>
            <p:cNvPr id="23167" name="Google Shape;23167;p140"/>
            <p:cNvSpPr/>
            <p:nvPr/>
          </p:nvSpPr>
          <p:spPr>
            <a:xfrm>
              <a:off x="1855584" y="2648435"/>
              <a:ext cx="109457" cy="109425"/>
            </a:xfrm>
            <a:custGeom>
              <a:avLst/>
              <a:gdLst/>
              <a:ahLst/>
              <a:cxnLst/>
              <a:rect l="l" t="t" r="r" b="b"/>
              <a:pathLst>
                <a:path w="3383" h="3382" extrusionOk="0">
                  <a:moveTo>
                    <a:pt x="2358" y="0"/>
                  </a:moveTo>
                  <a:lnTo>
                    <a:pt x="1" y="2334"/>
                  </a:lnTo>
                  <a:lnTo>
                    <a:pt x="1049" y="3382"/>
                  </a:lnTo>
                  <a:lnTo>
                    <a:pt x="3382" y="1024"/>
                  </a:lnTo>
                  <a:lnTo>
                    <a:pt x="2358"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8" name="Google Shape;23168;p140"/>
            <p:cNvSpPr/>
            <p:nvPr/>
          </p:nvSpPr>
          <p:spPr>
            <a:xfrm>
              <a:off x="1871762" y="2664612"/>
              <a:ext cx="93279" cy="92503"/>
            </a:xfrm>
            <a:custGeom>
              <a:avLst/>
              <a:gdLst/>
              <a:ahLst/>
              <a:cxnLst/>
              <a:rect l="l" t="t" r="r" b="b"/>
              <a:pathLst>
                <a:path w="2883" h="2859" extrusionOk="0">
                  <a:moveTo>
                    <a:pt x="2382" y="0"/>
                  </a:moveTo>
                  <a:lnTo>
                    <a:pt x="1" y="2358"/>
                  </a:lnTo>
                  <a:cubicBezTo>
                    <a:pt x="263" y="2620"/>
                    <a:pt x="549" y="2858"/>
                    <a:pt x="549" y="2858"/>
                  </a:cubicBezTo>
                  <a:lnTo>
                    <a:pt x="2882" y="500"/>
                  </a:lnTo>
                  <a:lnTo>
                    <a:pt x="2382"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9" name="Google Shape;23169;p140"/>
            <p:cNvSpPr/>
            <p:nvPr/>
          </p:nvSpPr>
          <p:spPr>
            <a:xfrm>
              <a:off x="1897969" y="2491257"/>
              <a:ext cx="223476" cy="223476"/>
            </a:xfrm>
            <a:custGeom>
              <a:avLst/>
              <a:gdLst/>
              <a:ahLst/>
              <a:cxnLst/>
              <a:rect l="l" t="t" r="r" b="b"/>
              <a:pathLst>
                <a:path w="6907" h="6907" extrusionOk="0">
                  <a:moveTo>
                    <a:pt x="3454" y="0"/>
                  </a:moveTo>
                  <a:cubicBezTo>
                    <a:pt x="1548" y="0"/>
                    <a:pt x="1" y="1548"/>
                    <a:pt x="1" y="3453"/>
                  </a:cubicBezTo>
                  <a:cubicBezTo>
                    <a:pt x="1" y="5358"/>
                    <a:pt x="1548" y="6906"/>
                    <a:pt x="3454" y="6906"/>
                  </a:cubicBezTo>
                  <a:cubicBezTo>
                    <a:pt x="5359" y="6906"/>
                    <a:pt x="6907" y="5358"/>
                    <a:pt x="6907" y="3453"/>
                  </a:cubicBezTo>
                  <a:cubicBezTo>
                    <a:pt x="6907" y="1548"/>
                    <a:pt x="5359" y="0"/>
                    <a:pt x="3454"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0" name="Google Shape;23170;p140"/>
            <p:cNvSpPr/>
            <p:nvPr/>
          </p:nvSpPr>
          <p:spPr>
            <a:xfrm>
              <a:off x="1930324" y="2523612"/>
              <a:ext cx="191121" cy="191121"/>
            </a:xfrm>
            <a:custGeom>
              <a:avLst/>
              <a:gdLst/>
              <a:ahLst/>
              <a:cxnLst/>
              <a:rect l="l" t="t" r="r" b="b"/>
              <a:pathLst>
                <a:path w="5907" h="5907" extrusionOk="0">
                  <a:moveTo>
                    <a:pt x="4883" y="0"/>
                  </a:moveTo>
                  <a:lnTo>
                    <a:pt x="1" y="4882"/>
                  </a:lnTo>
                  <a:cubicBezTo>
                    <a:pt x="644" y="5525"/>
                    <a:pt x="1501" y="5906"/>
                    <a:pt x="2454" y="5906"/>
                  </a:cubicBezTo>
                  <a:cubicBezTo>
                    <a:pt x="4359" y="5906"/>
                    <a:pt x="5907" y="4358"/>
                    <a:pt x="5907" y="2453"/>
                  </a:cubicBezTo>
                  <a:cubicBezTo>
                    <a:pt x="5907" y="1501"/>
                    <a:pt x="5526" y="619"/>
                    <a:pt x="4883"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1" name="Google Shape;23171;p140"/>
            <p:cNvSpPr/>
            <p:nvPr/>
          </p:nvSpPr>
          <p:spPr>
            <a:xfrm>
              <a:off x="1917996" y="2511285"/>
              <a:ext cx="183420" cy="183420"/>
            </a:xfrm>
            <a:custGeom>
              <a:avLst/>
              <a:gdLst/>
              <a:ahLst/>
              <a:cxnLst/>
              <a:rect l="l" t="t" r="r" b="b"/>
              <a:pathLst>
                <a:path w="5669" h="5669" extrusionOk="0">
                  <a:moveTo>
                    <a:pt x="2835" y="0"/>
                  </a:moveTo>
                  <a:cubicBezTo>
                    <a:pt x="1263" y="0"/>
                    <a:pt x="1" y="1262"/>
                    <a:pt x="1" y="2834"/>
                  </a:cubicBezTo>
                  <a:cubicBezTo>
                    <a:pt x="1" y="4382"/>
                    <a:pt x="1263" y="5668"/>
                    <a:pt x="2835" y="5668"/>
                  </a:cubicBezTo>
                  <a:cubicBezTo>
                    <a:pt x="4383" y="5668"/>
                    <a:pt x="5669" y="4382"/>
                    <a:pt x="5669" y="2834"/>
                  </a:cubicBezTo>
                  <a:cubicBezTo>
                    <a:pt x="5669" y="1262"/>
                    <a:pt x="4383" y="0"/>
                    <a:pt x="2835"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2" name="Google Shape;23172;p140"/>
            <p:cNvSpPr/>
            <p:nvPr/>
          </p:nvSpPr>
          <p:spPr>
            <a:xfrm>
              <a:off x="1944980" y="2538236"/>
              <a:ext cx="156436" cy="156469"/>
            </a:xfrm>
            <a:custGeom>
              <a:avLst/>
              <a:gdLst/>
              <a:ahLst/>
              <a:cxnLst/>
              <a:rect l="l" t="t" r="r" b="b"/>
              <a:pathLst>
                <a:path w="4835" h="4836" extrusionOk="0">
                  <a:moveTo>
                    <a:pt x="4001" y="1"/>
                  </a:moveTo>
                  <a:lnTo>
                    <a:pt x="0" y="3978"/>
                  </a:lnTo>
                  <a:cubicBezTo>
                    <a:pt x="548" y="4502"/>
                    <a:pt x="1215" y="4835"/>
                    <a:pt x="2001" y="4835"/>
                  </a:cubicBezTo>
                  <a:cubicBezTo>
                    <a:pt x="3549" y="4835"/>
                    <a:pt x="4835" y="3549"/>
                    <a:pt x="4835" y="2001"/>
                  </a:cubicBezTo>
                  <a:cubicBezTo>
                    <a:pt x="4835" y="1215"/>
                    <a:pt x="4501" y="501"/>
                    <a:pt x="4001"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3" name="Google Shape;23173;p140"/>
            <p:cNvSpPr/>
            <p:nvPr/>
          </p:nvSpPr>
          <p:spPr>
            <a:xfrm>
              <a:off x="1771592" y="2705638"/>
              <a:ext cx="137185" cy="132364"/>
            </a:xfrm>
            <a:custGeom>
              <a:avLst/>
              <a:gdLst/>
              <a:ahLst/>
              <a:cxnLst/>
              <a:rect l="l" t="t" r="r" b="b"/>
              <a:pathLst>
                <a:path w="4240" h="4091" extrusionOk="0">
                  <a:moveTo>
                    <a:pt x="2760" y="0"/>
                  </a:moveTo>
                  <a:cubicBezTo>
                    <a:pt x="2627" y="0"/>
                    <a:pt x="2490" y="54"/>
                    <a:pt x="2382" y="161"/>
                  </a:cubicBezTo>
                  <a:lnTo>
                    <a:pt x="453" y="2090"/>
                  </a:lnTo>
                  <a:cubicBezTo>
                    <a:pt x="1" y="2543"/>
                    <a:pt x="1" y="3281"/>
                    <a:pt x="453" y="3733"/>
                  </a:cubicBezTo>
                  <a:cubicBezTo>
                    <a:pt x="680" y="3971"/>
                    <a:pt x="977" y="4091"/>
                    <a:pt x="1275" y="4091"/>
                  </a:cubicBezTo>
                  <a:cubicBezTo>
                    <a:pt x="1573" y="4091"/>
                    <a:pt x="1870" y="3971"/>
                    <a:pt x="2097" y="3733"/>
                  </a:cubicBezTo>
                  <a:lnTo>
                    <a:pt x="4026" y="1781"/>
                  </a:lnTo>
                  <a:cubicBezTo>
                    <a:pt x="4240" y="1590"/>
                    <a:pt x="4240" y="1257"/>
                    <a:pt x="4026" y="1042"/>
                  </a:cubicBezTo>
                  <a:lnTo>
                    <a:pt x="3121" y="161"/>
                  </a:lnTo>
                  <a:cubicBezTo>
                    <a:pt x="3025" y="54"/>
                    <a:pt x="2894" y="0"/>
                    <a:pt x="2760"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4" name="Google Shape;23174;p140"/>
            <p:cNvSpPr/>
            <p:nvPr/>
          </p:nvSpPr>
          <p:spPr>
            <a:xfrm>
              <a:off x="1786248" y="2724694"/>
              <a:ext cx="122528" cy="112142"/>
            </a:xfrm>
            <a:custGeom>
              <a:avLst/>
              <a:gdLst/>
              <a:ahLst/>
              <a:cxnLst/>
              <a:rect l="l" t="t" r="r" b="b"/>
              <a:pathLst>
                <a:path w="3787" h="3466" extrusionOk="0">
                  <a:moveTo>
                    <a:pt x="3120" y="1"/>
                  </a:moveTo>
                  <a:lnTo>
                    <a:pt x="0" y="3144"/>
                  </a:lnTo>
                  <a:cubicBezTo>
                    <a:pt x="227" y="3359"/>
                    <a:pt x="524" y="3466"/>
                    <a:pt x="822" y="3466"/>
                  </a:cubicBezTo>
                  <a:cubicBezTo>
                    <a:pt x="1120" y="3466"/>
                    <a:pt x="1417" y="3359"/>
                    <a:pt x="1644" y="3144"/>
                  </a:cubicBezTo>
                  <a:lnTo>
                    <a:pt x="3573" y="1192"/>
                  </a:lnTo>
                  <a:cubicBezTo>
                    <a:pt x="3787" y="1001"/>
                    <a:pt x="3787" y="668"/>
                    <a:pt x="3573" y="453"/>
                  </a:cubicBezTo>
                  <a:lnTo>
                    <a:pt x="3120"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5" name="Google Shape;23175;p140"/>
            <p:cNvSpPr/>
            <p:nvPr/>
          </p:nvSpPr>
          <p:spPr>
            <a:xfrm>
              <a:off x="1971932" y="2566190"/>
              <a:ext cx="76325" cy="74578"/>
            </a:xfrm>
            <a:custGeom>
              <a:avLst/>
              <a:gdLst/>
              <a:ahLst/>
              <a:cxnLst/>
              <a:rect l="l" t="t" r="r" b="b"/>
              <a:pathLst>
                <a:path w="2359" h="2305" extrusionOk="0">
                  <a:moveTo>
                    <a:pt x="2013" y="0"/>
                  </a:moveTo>
                  <a:cubicBezTo>
                    <a:pt x="1930" y="0"/>
                    <a:pt x="1846" y="30"/>
                    <a:pt x="1787" y="89"/>
                  </a:cubicBezTo>
                  <a:lnTo>
                    <a:pt x="120" y="1756"/>
                  </a:lnTo>
                  <a:cubicBezTo>
                    <a:pt x="1" y="1875"/>
                    <a:pt x="1" y="2090"/>
                    <a:pt x="120" y="2209"/>
                  </a:cubicBezTo>
                  <a:cubicBezTo>
                    <a:pt x="191" y="2256"/>
                    <a:pt x="239" y="2304"/>
                    <a:pt x="334" y="2304"/>
                  </a:cubicBezTo>
                  <a:cubicBezTo>
                    <a:pt x="429" y="2304"/>
                    <a:pt x="501" y="2256"/>
                    <a:pt x="572" y="2209"/>
                  </a:cubicBezTo>
                  <a:lnTo>
                    <a:pt x="2239" y="542"/>
                  </a:lnTo>
                  <a:cubicBezTo>
                    <a:pt x="2358" y="423"/>
                    <a:pt x="2358" y="208"/>
                    <a:pt x="2239" y="89"/>
                  </a:cubicBezTo>
                  <a:cubicBezTo>
                    <a:pt x="2180" y="30"/>
                    <a:pt x="2096" y="0"/>
                    <a:pt x="2013"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6" name="Google Shape;23176;p140"/>
            <p:cNvSpPr/>
            <p:nvPr/>
          </p:nvSpPr>
          <p:spPr>
            <a:xfrm>
              <a:off x="2022793" y="2616081"/>
              <a:ext cx="21613" cy="21581"/>
            </a:xfrm>
            <a:custGeom>
              <a:avLst/>
              <a:gdLst/>
              <a:ahLst/>
              <a:cxnLst/>
              <a:rect l="l" t="t" r="r" b="b"/>
              <a:pathLst>
                <a:path w="668" h="667" extrusionOk="0">
                  <a:moveTo>
                    <a:pt x="334" y="0"/>
                  </a:moveTo>
                  <a:cubicBezTo>
                    <a:pt x="143" y="0"/>
                    <a:pt x="0" y="143"/>
                    <a:pt x="0" y="333"/>
                  </a:cubicBezTo>
                  <a:cubicBezTo>
                    <a:pt x="0" y="524"/>
                    <a:pt x="143" y="667"/>
                    <a:pt x="334" y="667"/>
                  </a:cubicBezTo>
                  <a:cubicBezTo>
                    <a:pt x="524" y="667"/>
                    <a:pt x="667" y="524"/>
                    <a:pt x="667" y="333"/>
                  </a:cubicBezTo>
                  <a:cubicBezTo>
                    <a:pt x="667" y="143"/>
                    <a:pt x="524" y="0"/>
                    <a:pt x="334"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7" name="Google Shape;23177;p140"/>
            <p:cNvSpPr/>
            <p:nvPr/>
          </p:nvSpPr>
          <p:spPr>
            <a:xfrm>
              <a:off x="1975782" y="2569070"/>
              <a:ext cx="20837" cy="20837"/>
            </a:xfrm>
            <a:custGeom>
              <a:avLst/>
              <a:gdLst/>
              <a:ahLst/>
              <a:cxnLst/>
              <a:rect l="l" t="t" r="r" b="b"/>
              <a:pathLst>
                <a:path w="644" h="644" extrusionOk="0">
                  <a:moveTo>
                    <a:pt x="334" y="0"/>
                  </a:moveTo>
                  <a:cubicBezTo>
                    <a:pt x="144" y="0"/>
                    <a:pt x="1" y="143"/>
                    <a:pt x="1" y="334"/>
                  </a:cubicBezTo>
                  <a:cubicBezTo>
                    <a:pt x="1" y="500"/>
                    <a:pt x="144" y="643"/>
                    <a:pt x="334" y="643"/>
                  </a:cubicBezTo>
                  <a:cubicBezTo>
                    <a:pt x="501" y="643"/>
                    <a:pt x="644" y="500"/>
                    <a:pt x="644" y="334"/>
                  </a:cubicBezTo>
                  <a:cubicBezTo>
                    <a:pt x="644" y="143"/>
                    <a:pt x="501" y="0"/>
                    <a:pt x="334"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8" name="Google Shape;23178;p140"/>
            <p:cNvSpPr/>
            <p:nvPr/>
          </p:nvSpPr>
          <p:spPr>
            <a:xfrm>
              <a:off x="1975005" y="2569070"/>
              <a:ext cx="72475" cy="71699"/>
            </a:xfrm>
            <a:custGeom>
              <a:avLst/>
              <a:gdLst/>
              <a:ahLst/>
              <a:cxnLst/>
              <a:rect l="l" t="t" r="r" b="b"/>
              <a:pathLst>
                <a:path w="2240" h="2216" extrusionOk="0">
                  <a:moveTo>
                    <a:pt x="2120" y="0"/>
                  </a:moveTo>
                  <a:lnTo>
                    <a:pt x="1" y="2120"/>
                  </a:lnTo>
                  <a:cubicBezTo>
                    <a:pt x="96" y="2167"/>
                    <a:pt x="168" y="2215"/>
                    <a:pt x="239" y="2215"/>
                  </a:cubicBezTo>
                  <a:cubicBezTo>
                    <a:pt x="334" y="2215"/>
                    <a:pt x="382" y="2167"/>
                    <a:pt x="453" y="2120"/>
                  </a:cubicBezTo>
                  <a:lnTo>
                    <a:pt x="2120" y="453"/>
                  </a:lnTo>
                  <a:cubicBezTo>
                    <a:pt x="2240" y="334"/>
                    <a:pt x="2240" y="119"/>
                    <a:pt x="2120"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79" name="Google Shape;23179;p140"/>
          <p:cNvGrpSpPr/>
          <p:nvPr/>
        </p:nvGrpSpPr>
        <p:grpSpPr>
          <a:xfrm>
            <a:off x="1028827" y="2341931"/>
            <a:ext cx="349076" cy="346749"/>
            <a:chOff x="1028827" y="2494331"/>
            <a:chExt cx="349076" cy="346749"/>
          </a:xfrm>
        </p:grpSpPr>
        <p:sp>
          <p:nvSpPr>
            <p:cNvPr id="23180" name="Google Shape;23180;p140"/>
            <p:cNvSpPr/>
            <p:nvPr/>
          </p:nvSpPr>
          <p:spPr>
            <a:xfrm>
              <a:off x="1193739" y="2527365"/>
              <a:ext cx="20060" cy="40282"/>
            </a:xfrm>
            <a:custGeom>
              <a:avLst/>
              <a:gdLst/>
              <a:ahLst/>
              <a:cxnLst/>
              <a:rect l="l" t="t" r="r" b="b"/>
              <a:pathLst>
                <a:path w="620" h="1245" extrusionOk="0">
                  <a:moveTo>
                    <a:pt x="304" y="1"/>
                  </a:moveTo>
                  <a:cubicBezTo>
                    <a:pt x="290" y="1"/>
                    <a:pt x="276" y="2"/>
                    <a:pt x="262" y="3"/>
                  </a:cubicBezTo>
                  <a:cubicBezTo>
                    <a:pt x="119" y="51"/>
                    <a:pt x="0" y="194"/>
                    <a:pt x="0" y="337"/>
                  </a:cubicBezTo>
                  <a:lnTo>
                    <a:pt x="0" y="932"/>
                  </a:lnTo>
                  <a:cubicBezTo>
                    <a:pt x="0" y="1123"/>
                    <a:pt x="119" y="1242"/>
                    <a:pt x="262" y="1242"/>
                  </a:cubicBezTo>
                  <a:cubicBezTo>
                    <a:pt x="278" y="1243"/>
                    <a:pt x="293" y="1244"/>
                    <a:pt x="308" y="1244"/>
                  </a:cubicBezTo>
                  <a:cubicBezTo>
                    <a:pt x="497" y="1244"/>
                    <a:pt x="619" y="1109"/>
                    <a:pt x="619" y="932"/>
                  </a:cubicBezTo>
                  <a:lnTo>
                    <a:pt x="619" y="313"/>
                  </a:lnTo>
                  <a:cubicBezTo>
                    <a:pt x="619" y="136"/>
                    <a:pt x="476" y="1"/>
                    <a:pt x="30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1" name="Google Shape;23181;p140"/>
            <p:cNvSpPr/>
            <p:nvPr/>
          </p:nvSpPr>
          <p:spPr>
            <a:xfrm>
              <a:off x="1193739" y="2527365"/>
              <a:ext cx="20060" cy="40282"/>
            </a:xfrm>
            <a:custGeom>
              <a:avLst/>
              <a:gdLst/>
              <a:ahLst/>
              <a:cxnLst/>
              <a:rect l="l" t="t" r="r" b="b"/>
              <a:pathLst>
                <a:path w="620" h="1245" extrusionOk="0">
                  <a:moveTo>
                    <a:pt x="304" y="1"/>
                  </a:moveTo>
                  <a:cubicBezTo>
                    <a:pt x="290" y="1"/>
                    <a:pt x="276" y="2"/>
                    <a:pt x="262" y="3"/>
                  </a:cubicBezTo>
                  <a:cubicBezTo>
                    <a:pt x="119" y="51"/>
                    <a:pt x="0" y="194"/>
                    <a:pt x="0" y="337"/>
                  </a:cubicBezTo>
                  <a:lnTo>
                    <a:pt x="0" y="932"/>
                  </a:lnTo>
                  <a:cubicBezTo>
                    <a:pt x="0" y="1123"/>
                    <a:pt x="119" y="1242"/>
                    <a:pt x="262" y="1242"/>
                  </a:cubicBezTo>
                  <a:cubicBezTo>
                    <a:pt x="278" y="1243"/>
                    <a:pt x="293" y="1244"/>
                    <a:pt x="308" y="1244"/>
                  </a:cubicBezTo>
                  <a:cubicBezTo>
                    <a:pt x="497" y="1244"/>
                    <a:pt x="619" y="1109"/>
                    <a:pt x="619" y="932"/>
                  </a:cubicBezTo>
                  <a:lnTo>
                    <a:pt x="619" y="313"/>
                  </a:lnTo>
                  <a:cubicBezTo>
                    <a:pt x="619" y="136"/>
                    <a:pt x="476" y="1"/>
                    <a:pt x="30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2" name="Google Shape;23182;p140"/>
            <p:cNvSpPr/>
            <p:nvPr/>
          </p:nvSpPr>
          <p:spPr>
            <a:xfrm>
              <a:off x="1127476" y="2545645"/>
              <a:ext cx="33908" cy="37338"/>
            </a:xfrm>
            <a:custGeom>
              <a:avLst/>
              <a:gdLst/>
              <a:ahLst/>
              <a:cxnLst/>
              <a:rect l="l" t="t" r="r" b="b"/>
              <a:pathLst>
                <a:path w="1048" h="1154" extrusionOk="0">
                  <a:moveTo>
                    <a:pt x="351" y="1"/>
                  </a:moveTo>
                  <a:cubicBezTo>
                    <a:pt x="305" y="1"/>
                    <a:pt x="259" y="12"/>
                    <a:pt x="214" y="34"/>
                  </a:cubicBezTo>
                  <a:cubicBezTo>
                    <a:pt x="48" y="129"/>
                    <a:pt x="0" y="319"/>
                    <a:pt x="95" y="462"/>
                  </a:cubicBezTo>
                  <a:lnTo>
                    <a:pt x="405" y="986"/>
                  </a:lnTo>
                  <a:cubicBezTo>
                    <a:pt x="467" y="1096"/>
                    <a:pt x="571" y="1154"/>
                    <a:pt x="675" y="1154"/>
                  </a:cubicBezTo>
                  <a:cubicBezTo>
                    <a:pt x="730" y="1154"/>
                    <a:pt x="785" y="1138"/>
                    <a:pt x="834" y="1105"/>
                  </a:cubicBezTo>
                  <a:cubicBezTo>
                    <a:pt x="976" y="1034"/>
                    <a:pt x="1048" y="820"/>
                    <a:pt x="953" y="701"/>
                  </a:cubicBezTo>
                  <a:lnTo>
                    <a:pt x="619" y="153"/>
                  </a:lnTo>
                  <a:cubicBezTo>
                    <a:pt x="553" y="54"/>
                    <a:pt x="454" y="1"/>
                    <a:pt x="35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3" name="Google Shape;23183;p140"/>
            <p:cNvSpPr/>
            <p:nvPr/>
          </p:nvSpPr>
          <p:spPr>
            <a:xfrm>
              <a:off x="1081242" y="2591556"/>
              <a:ext cx="40088" cy="30770"/>
            </a:xfrm>
            <a:custGeom>
              <a:avLst/>
              <a:gdLst/>
              <a:ahLst/>
              <a:cxnLst/>
              <a:rect l="l" t="t" r="r" b="b"/>
              <a:pathLst>
                <a:path w="1239" h="951" extrusionOk="0">
                  <a:moveTo>
                    <a:pt x="356" y="0"/>
                  </a:moveTo>
                  <a:cubicBezTo>
                    <a:pt x="247" y="0"/>
                    <a:pt x="137" y="65"/>
                    <a:pt x="72" y="163"/>
                  </a:cubicBezTo>
                  <a:cubicBezTo>
                    <a:pt x="0" y="306"/>
                    <a:pt x="48" y="496"/>
                    <a:pt x="215" y="591"/>
                  </a:cubicBezTo>
                  <a:lnTo>
                    <a:pt x="738" y="901"/>
                  </a:lnTo>
                  <a:cubicBezTo>
                    <a:pt x="789" y="935"/>
                    <a:pt x="846" y="950"/>
                    <a:pt x="902" y="950"/>
                  </a:cubicBezTo>
                  <a:cubicBezTo>
                    <a:pt x="1004" y="950"/>
                    <a:pt x="1106" y="898"/>
                    <a:pt x="1167" y="806"/>
                  </a:cubicBezTo>
                  <a:cubicBezTo>
                    <a:pt x="1239" y="639"/>
                    <a:pt x="1191" y="472"/>
                    <a:pt x="1048" y="377"/>
                  </a:cubicBezTo>
                  <a:lnTo>
                    <a:pt x="500" y="44"/>
                  </a:lnTo>
                  <a:cubicBezTo>
                    <a:pt x="455" y="14"/>
                    <a:pt x="406" y="0"/>
                    <a:pt x="35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4" name="Google Shape;23184;p140"/>
            <p:cNvSpPr/>
            <p:nvPr/>
          </p:nvSpPr>
          <p:spPr>
            <a:xfrm>
              <a:off x="1063511" y="2656912"/>
              <a:ext cx="41641" cy="20837"/>
            </a:xfrm>
            <a:custGeom>
              <a:avLst/>
              <a:gdLst/>
              <a:ahLst/>
              <a:cxnLst/>
              <a:rect l="l" t="t" r="r" b="b"/>
              <a:pathLst>
                <a:path w="1287" h="644" extrusionOk="0">
                  <a:moveTo>
                    <a:pt x="334" y="0"/>
                  </a:moveTo>
                  <a:cubicBezTo>
                    <a:pt x="167" y="0"/>
                    <a:pt x="0" y="143"/>
                    <a:pt x="0" y="310"/>
                  </a:cubicBezTo>
                  <a:cubicBezTo>
                    <a:pt x="0" y="500"/>
                    <a:pt x="167" y="643"/>
                    <a:pt x="334" y="643"/>
                  </a:cubicBezTo>
                  <a:lnTo>
                    <a:pt x="953" y="643"/>
                  </a:lnTo>
                  <a:cubicBezTo>
                    <a:pt x="1144" y="643"/>
                    <a:pt x="1286" y="500"/>
                    <a:pt x="1286" y="310"/>
                  </a:cubicBezTo>
                  <a:cubicBezTo>
                    <a:pt x="1286" y="143"/>
                    <a:pt x="1144"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5" name="Google Shape;23185;p140"/>
            <p:cNvSpPr/>
            <p:nvPr/>
          </p:nvSpPr>
          <p:spPr>
            <a:xfrm>
              <a:off x="1081242" y="2711300"/>
              <a:ext cx="40088" cy="30673"/>
            </a:xfrm>
            <a:custGeom>
              <a:avLst/>
              <a:gdLst/>
              <a:ahLst/>
              <a:cxnLst/>
              <a:rect l="l" t="t" r="r" b="b"/>
              <a:pathLst>
                <a:path w="1239" h="948" extrusionOk="0">
                  <a:moveTo>
                    <a:pt x="870" y="1"/>
                  </a:moveTo>
                  <a:cubicBezTo>
                    <a:pt x="821" y="1"/>
                    <a:pt x="775" y="12"/>
                    <a:pt x="738" y="34"/>
                  </a:cubicBezTo>
                  <a:lnTo>
                    <a:pt x="215" y="367"/>
                  </a:lnTo>
                  <a:cubicBezTo>
                    <a:pt x="48" y="462"/>
                    <a:pt x="0" y="629"/>
                    <a:pt x="72" y="796"/>
                  </a:cubicBezTo>
                  <a:cubicBezTo>
                    <a:pt x="137" y="895"/>
                    <a:pt x="249" y="948"/>
                    <a:pt x="358" y="948"/>
                  </a:cubicBezTo>
                  <a:cubicBezTo>
                    <a:pt x="407" y="948"/>
                    <a:pt x="456" y="937"/>
                    <a:pt x="500" y="915"/>
                  </a:cubicBezTo>
                  <a:lnTo>
                    <a:pt x="1048" y="582"/>
                  </a:lnTo>
                  <a:cubicBezTo>
                    <a:pt x="1191" y="486"/>
                    <a:pt x="1239" y="320"/>
                    <a:pt x="1167" y="153"/>
                  </a:cubicBezTo>
                  <a:cubicBezTo>
                    <a:pt x="1101" y="54"/>
                    <a:pt x="979" y="1"/>
                    <a:pt x="87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6" name="Google Shape;23186;p140"/>
            <p:cNvSpPr/>
            <p:nvPr/>
          </p:nvSpPr>
          <p:spPr>
            <a:xfrm>
              <a:off x="1127476" y="2750837"/>
              <a:ext cx="33908" cy="37111"/>
            </a:xfrm>
            <a:custGeom>
              <a:avLst/>
              <a:gdLst/>
              <a:ahLst/>
              <a:cxnLst/>
              <a:rect l="l" t="t" r="r" b="b"/>
              <a:pathLst>
                <a:path w="1048" h="1147" extrusionOk="0">
                  <a:moveTo>
                    <a:pt x="670" y="1"/>
                  </a:moveTo>
                  <a:cubicBezTo>
                    <a:pt x="568" y="1"/>
                    <a:pt x="466" y="53"/>
                    <a:pt x="405" y="145"/>
                  </a:cubicBezTo>
                  <a:lnTo>
                    <a:pt x="95" y="693"/>
                  </a:lnTo>
                  <a:cubicBezTo>
                    <a:pt x="0" y="836"/>
                    <a:pt x="48" y="1027"/>
                    <a:pt x="214" y="1098"/>
                  </a:cubicBezTo>
                  <a:cubicBezTo>
                    <a:pt x="263" y="1131"/>
                    <a:pt x="315" y="1147"/>
                    <a:pt x="366" y="1147"/>
                  </a:cubicBezTo>
                  <a:cubicBezTo>
                    <a:pt x="463" y="1147"/>
                    <a:pt x="557" y="1088"/>
                    <a:pt x="619" y="979"/>
                  </a:cubicBezTo>
                  <a:lnTo>
                    <a:pt x="953" y="455"/>
                  </a:lnTo>
                  <a:cubicBezTo>
                    <a:pt x="1048" y="312"/>
                    <a:pt x="976" y="122"/>
                    <a:pt x="834" y="50"/>
                  </a:cubicBezTo>
                  <a:cubicBezTo>
                    <a:pt x="783" y="16"/>
                    <a:pt x="726" y="1"/>
                    <a:pt x="67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7" name="Google Shape;23187;p140"/>
            <p:cNvSpPr/>
            <p:nvPr/>
          </p:nvSpPr>
          <p:spPr>
            <a:xfrm>
              <a:off x="1193739" y="2767499"/>
              <a:ext cx="20060" cy="39764"/>
            </a:xfrm>
            <a:custGeom>
              <a:avLst/>
              <a:gdLst/>
              <a:ahLst/>
              <a:cxnLst/>
              <a:rect l="l" t="t" r="r" b="b"/>
              <a:pathLst>
                <a:path w="620" h="1229" extrusionOk="0">
                  <a:moveTo>
                    <a:pt x="419" y="1"/>
                  </a:moveTo>
                  <a:cubicBezTo>
                    <a:pt x="399" y="1"/>
                    <a:pt x="379" y="4"/>
                    <a:pt x="357" y="11"/>
                  </a:cubicBezTo>
                  <a:cubicBezTo>
                    <a:pt x="332" y="6"/>
                    <a:pt x="308" y="3"/>
                    <a:pt x="285" y="3"/>
                  </a:cubicBezTo>
                  <a:cubicBezTo>
                    <a:pt x="111" y="3"/>
                    <a:pt x="0" y="150"/>
                    <a:pt x="0" y="297"/>
                  </a:cubicBezTo>
                  <a:lnTo>
                    <a:pt x="0" y="916"/>
                  </a:lnTo>
                  <a:cubicBezTo>
                    <a:pt x="0" y="1093"/>
                    <a:pt x="143" y="1229"/>
                    <a:pt x="316" y="1229"/>
                  </a:cubicBezTo>
                  <a:cubicBezTo>
                    <a:pt x="330" y="1229"/>
                    <a:pt x="343" y="1228"/>
                    <a:pt x="357" y="1226"/>
                  </a:cubicBezTo>
                  <a:cubicBezTo>
                    <a:pt x="500" y="1202"/>
                    <a:pt x="619" y="1035"/>
                    <a:pt x="619" y="893"/>
                  </a:cubicBezTo>
                  <a:lnTo>
                    <a:pt x="619" y="273"/>
                  </a:lnTo>
                  <a:cubicBezTo>
                    <a:pt x="619" y="111"/>
                    <a:pt x="533" y="1"/>
                    <a:pt x="41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8" name="Google Shape;23188;p140"/>
            <p:cNvSpPr/>
            <p:nvPr/>
          </p:nvSpPr>
          <p:spPr>
            <a:xfrm>
              <a:off x="1246897" y="2750837"/>
              <a:ext cx="33940" cy="37111"/>
            </a:xfrm>
            <a:custGeom>
              <a:avLst/>
              <a:gdLst/>
              <a:ahLst/>
              <a:cxnLst/>
              <a:rect l="l" t="t" r="r" b="b"/>
              <a:pathLst>
                <a:path w="1049" h="1147" extrusionOk="0">
                  <a:moveTo>
                    <a:pt x="371" y="1"/>
                  </a:moveTo>
                  <a:cubicBezTo>
                    <a:pt x="319" y="1"/>
                    <a:pt x="265" y="16"/>
                    <a:pt x="215" y="50"/>
                  </a:cubicBezTo>
                  <a:cubicBezTo>
                    <a:pt x="48" y="122"/>
                    <a:pt x="0" y="336"/>
                    <a:pt x="96" y="455"/>
                  </a:cubicBezTo>
                  <a:lnTo>
                    <a:pt x="405" y="979"/>
                  </a:lnTo>
                  <a:cubicBezTo>
                    <a:pt x="468" y="1088"/>
                    <a:pt x="571" y="1147"/>
                    <a:pt x="676" y="1147"/>
                  </a:cubicBezTo>
                  <a:cubicBezTo>
                    <a:pt x="730" y="1147"/>
                    <a:pt x="785" y="1131"/>
                    <a:pt x="834" y="1098"/>
                  </a:cubicBezTo>
                  <a:cubicBezTo>
                    <a:pt x="977" y="1027"/>
                    <a:pt x="1048" y="836"/>
                    <a:pt x="953" y="693"/>
                  </a:cubicBezTo>
                  <a:lnTo>
                    <a:pt x="619" y="145"/>
                  </a:lnTo>
                  <a:cubicBezTo>
                    <a:pt x="558" y="53"/>
                    <a:pt x="467" y="1"/>
                    <a:pt x="37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9" name="Google Shape;23189;p140"/>
            <p:cNvSpPr/>
            <p:nvPr/>
          </p:nvSpPr>
          <p:spPr>
            <a:xfrm>
              <a:off x="1286176" y="2711300"/>
              <a:ext cx="40897" cy="30673"/>
            </a:xfrm>
            <a:custGeom>
              <a:avLst/>
              <a:gdLst/>
              <a:ahLst/>
              <a:cxnLst/>
              <a:rect l="l" t="t" r="r" b="b"/>
              <a:pathLst>
                <a:path w="1264" h="948" extrusionOk="0">
                  <a:moveTo>
                    <a:pt x="364" y="1"/>
                  </a:moveTo>
                  <a:cubicBezTo>
                    <a:pt x="262" y="1"/>
                    <a:pt x="162" y="54"/>
                    <a:pt x="96" y="153"/>
                  </a:cubicBezTo>
                  <a:cubicBezTo>
                    <a:pt x="1" y="320"/>
                    <a:pt x="72" y="486"/>
                    <a:pt x="215" y="582"/>
                  </a:cubicBezTo>
                  <a:lnTo>
                    <a:pt x="739" y="915"/>
                  </a:lnTo>
                  <a:cubicBezTo>
                    <a:pt x="791" y="937"/>
                    <a:pt x="842" y="948"/>
                    <a:pt x="892" y="948"/>
                  </a:cubicBezTo>
                  <a:cubicBezTo>
                    <a:pt x="1002" y="948"/>
                    <a:pt x="1102" y="895"/>
                    <a:pt x="1168" y="796"/>
                  </a:cubicBezTo>
                  <a:cubicBezTo>
                    <a:pt x="1263" y="629"/>
                    <a:pt x="1192" y="462"/>
                    <a:pt x="1049" y="367"/>
                  </a:cubicBezTo>
                  <a:lnTo>
                    <a:pt x="501" y="34"/>
                  </a:lnTo>
                  <a:cubicBezTo>
                    <a:pt x="457" y="12"/>
                    <a:pt x="410" y="1"/>
                    <a:pt x="364"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0" name="Google Shape;23190;p140"/>
            <p:cNvSpPr/>
            <p:nvPr/>
          </p:nvSpPr>
          <p:spPr>
            <a:xfrm>
              <a:off x="1302353" y="2656912"/>
              <a:ext cx="30867" cy="20837"/>
            </a:xfrm>
            <a:custGeom>
              <a:avLst/>
              <a:gdLst/>
              <a:ahLst/>
              <a:cxnLst/>
              <a:rect l="l" t="t" r="r" b="b"/>
              <a:pathLst>
                <a:path w="954" h="644" extrusionOk="0">
                  <a:moveTo>
                    <a:pt x="334" y="0"/>
                  </a:moveTo>
                  <a:cubicBezTo>
                    <a:pt x="168" y="0"/>
                    <a:pt x="1" y="143"/>
                    <a:pt x="1" y="334"/>
                  </a:cubicBezTo>
                  <a:cubicBezTo>
                    <a:pt x="1" y="500"/>
                    <a:pt x="168" y="643"/>
                    <a:pt x="334" y="643"/>
                  </a:cubicBezTo>
                  <a:lnTo>
                    <a:pt x="954" y="643"/>
                  </a:lnTo>
                  <a:lnTo>
                    <a:pt x="811" y="24"/>
                  </a:lnTo>
                  <a:lnTo>
                    <a:pt x="334" y="24"/>
                  </a:lnTo>
                  <a:lnTo>
                    <a:pt x="334"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1" name="Google Shape;23191;p140"/>
            <p:cNvSpPr/>
            <p:nvPr/>
          </p:nvSpPr>
          <p:spPr>
            <a:xfrm>
              <a:off x="1203736" y="2526685"/>
              <a:ext cx="10062" cy="40411"/>
            </a:xfrm>
            <a:custGeom>
              <a:avLst/>
              <a:gdLst/>
              <a:ahLst/>
              <a:cxnLst/>
              <a:rect l="l" t="t" r="r" b="b"/>
              <a:pathLst>
                <a:path w="311" h="1249" extrusionOk="0">
                  <a:moveTo>
                    <a:pt x="1" y="1"/>
                  </a:moveTo>
                  <a:lnTo>
                    <a:pt x="1" y="1239"/>
                  </a:lnTo>
                  <a:cubicBezTo>
                    <a:pt x="26" y="1245"/>
                    <a:pt x="50" y="1248"/>
                    <a:pt x="72" y="1248"/>
                  </a:cubicBezTo>
                  <a:cubicBezTo>
                    <a:pt x="220" y="1248"/>
                    <a:pt x="310" y="1119"/>
                    <a:pt x="310" y="953"/>
                  </a:cubicBezTo>
                  <a:lnTo>
                    <a:pt x="310" y="334"/>
                  </a:lnTo>
                  <a:cubicBezTo>
                    <a:pt x="310" y="143"/>
                    <a:pt x="167"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2" name="Google Shape;23192;p140"/>
            <p:cNvSpPr/>
            <p:nvPr/>
          </p:nvSpPr>
          <p:spPr>
            <a:xfrm>
              <a:off x="1203736" y="2765526"/>
              <a:ext cx="10062" cy="40185"/>
            </a:xfrm>
            <a:custGeom>
              <a:avLst/>
              <a:gdLst/>
              <a:ahLst/>
              <a:cxnLst/>
              <a:rect l="l" t="t" r="r" b="b"/>
              <a:pathLst>
                <a:path w="311" h="1242" extrusionOk="0">
                  <a:moveTo>
                    <a:pt x="1" y="1"/>
                  </a:moveTo>
                  <a:lnTo>
                    <a:pt x="1" y="1239"/>
                  </a:lnTo>
                  <a:cubicBezTo>
                    <a:pt x="13" y="1241"/>
                    <a:pt x="25" y="1242"/>
                    <a:pt x="37" y="1242"/>
                  </a:cubicBezTo>
                  <a:cubicBezTo>
                    <a:pt x="206" y="1242"/>
                    <a:pt x="310" y="1087"/>
                    <a:pt x="310" y="954"/>
                  </a:cubicBezTo>
                  <a:lnTo>
                    <a:pt x="310" y="334"/>
                  </a:lnTo>
                  <a:cubicBezTo>
                    <a:pt x="310" y="144"/>
                    <a:pt x="167"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3" name="Google Shape;23193;p140"/>
            <p:cNvSpPr/>
            <p:nvPr/>
          </p:nvSpPr>
          <p:spPr>
            <a:xfrm>
              <a:off x="1209139" y="2666877"/>
              <a:ext cx="64742" cy="44003"/>
            </a:xfrm>
            <a:custGeom>
              <a:avLst/>
              <a:gdLst/>
              <a:ahLst/>
              <a:cxnLst/>
              <a:rect l="l" t="t" r="r" b="b"/>
              <a:pathLst>
                <a:path w="2001" h="1360" extrusionOk="0">
                  <a:moveTo>
                    <a:pt x="343" y="1"/>
                  </a:moveTo>
                  <a:cubicBezTo>
                    <a:pt x="241" y="1"/>
                    <a:pt x="143" y="59"/>
                    <a:pt x="96" y="168"/>
                  </a:cubicBezTo>
                  <a:cubicBezTo>
                    <a:pt x="0" y="311"/>
                    <a:pt x="48" y="478"/>
                    <a:pt x="215" y="573"/>
                  </a:cubicBezTo>
                  <a:lnTo>
                    <a:pt x="1477" y="1312"/>
                  </a:lnTo>
                  <a:cubicBezTo>
                    <a:pt x="1525" y="1359"/>
                    <a:pt x="1572" y="1359"/>
                    <a:pt x="1644" y="1359"/>
                  </a:cubicBezTo>
                  <a:cubicBezTo>
                    <a:pt x="1763" y="1359"/>
                    <a:pt x="1882" y="1288"/>
                    <a:pt x="1906" y="1192"/>
                  </a:cubicBezTo>
                  <a:cubicBezTo>
                    <a:pt x="2001" y="1050"/>
                    <a:pt x="1929" y="883"/>
                    <a:pt x="1786" y="788"/>
                  </a:cubicBezTo>
                  <a:lnTo>
                    <a:pt x="500" y="49"/>
                  </a:lnTo>
                  <a:cubicBezTo>
                    <a:pt x="451" y="17"/>
                    <a:pt x="397" y="1"/>
                    <a:pt x="343"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4" name="Google Shape;23194;p140"/>
            <p:cNvSpPr/>
            <p:nvPr/>
          </p:nvSpPr>
          <p:spPr>
            <a:xfrm>
              <a:off x="1155204" y="2592915"/>
              <a:ext cx="50118" cy="67104"/>
            </a:xfrm>
            <a:custGeom>
              <a:avLst/>
              <a:gdLst/>
              <a:ahLst/>
              <a:cxnLst/>
              <a:rect l="l" t="t" r="r" b="b"/>
              <a:pathLst>
                <a:path w="1549" h="2074" extrusionOk="0">
                  <a:moveTo>
                    <a:pt x="372" y="1"/>
                  </a:moveTo>
                  <a:cubicBezTo>
                    <a:pt x="318" y="1"/>
                    <a:pt x="264" y="17"/>
                    <a:pt x="215" y="49"/>
                  </a:cubicBezTo>
                  <a:cubicBezTo>
                    <a:pt x="72" y="121"/>
                    <a:pt x="0" y="311"/>
                    <a:pt x="96" y="454"/>
                  </a:cubicBezTo>
                  <a:lnTo>
                    <a:pt x="929" y="1907"/>
                  </a:lnTo>
                  <a:cubicBezTo>
                    <a:pt x="977" y="2002"/>
                    <a:pt x="1072" y="2073"/>
                    <a:pt x="1191" y="2073"/>
                  </a:cubicBezTo>
                  <a:cubicBezTo>
                    <a:pt x="1263" y="2073"/>
                    <a:pt x="1310" y="2026"/>
                    <a:pt x="1334" y="2026"/>
                  </a:cubicBezTo>
                  <a:cubicBezTo>
                    <a:pt x="1501" y="1954"/>
                    <a:pt x="1548" y="1764"/>
                    <a:pt x="1453" y="1621"/>
                  </a:cubicBezTo>
                  <a:lnTo>
                    <a:pt x="620" y="168"/>
                  </a:lnTo>
                  <a:cubicBezTo>
                    <a:pt x="573" y="59"/>
                    <a:pt x="474" y="1"/>
                    <a:pt x="372"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5" name="Google Shape;23195;p140"/>
            <p:cNvSpPr/>
            <p:nvPr/>
          </p:nvSpPr>
          <p:spPr>
            <a:xfrm>
              <a:off x="1179082" y="2642255"/>
              <a:ext cx="50118" cy="50118"/>
            </a:xfrm>
            <a:custGeom>
              <a:avLst/>
              <a:gdLst/>
              <a:ahLst/>
              <a:cxnLst/>
              <a:rect l="l" t="t" r="r" b="b"/>
              <a:pathLst>
                <a:path w="1549" h="1549" extrusionOk="0">
                  <a:moveTo>
                    <a:pt x="787" y="1"/>
                  </a:moveTo>
                  <a:cubicBezTo>
                    <a:pt x="358" y="1"/>
                    <a:pt x="1" y="334"/>
                    <a:pt x="1" y="763"/>
                  </a:cubicBezTo>
                  <a:cubicBezTo>
                    <a:pt x="1" y="1191"/>
                    <a:pt x="334" y="1549"/>
                    <a:pt x="787" y="1549"/>
                  </a:cubicBezTo>
                  <a:cubicBezTo>
                    <a:pt x="1191" y="1549"/>
                    <a:pt x="1549" y="1191"/>
                    <a:pt x="1549" y="763"/>
                  </a:cubicBezTo>
                  <a:cubicBezTo>
                    <a:pt x="1549" y="358"/>
                    <a:pt x="1215" y="1"/>
                    <a:pt x="78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6" name="Google Shape;23196;p140"/>
            <p:cNvSpPr/>
            <p:nvPr/>
          </p:nvSpPr>
          <p:spPr>
            <a:xfrm>
              <a:off x="1204513" y="2642255"/>
              <a:ext cx="24687" cy="50894"/>
            </a:xfrm>
            <a:custGeom>
              <a:avLst/>
              <a:gdLst/>
              <a:ahLst/>
              <a:cxnLst/>
              <a:rect l="l" t="t" r="r" b="b"/>
              <a:pathLst>
                <a:path w="763" h="1573" extrusionOk="0">
                  <a:moveTo>
                    <a:pt x="1" y="1"/>
                  </a:moveTo>
                  <a:lnTo>
                    <a:pt x="1" y="1572"/>
                  </a:lnTo>
                  <a:cubicBezTo>
                    <a:pt x="405" y="1549"/>
                    <a:pt x="763" y="1191"/>
                    <a:pt x="763" y="763"/>
                  </a:cubicBezTo>
                  <a:cubicBezTo>
                    <a:pt x="763" y="334"/>
                    <a:pt x="405"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7" name="Google Shape;23197;p140"/>
            <p:cNvSpPr/>
            <p:nvPr/>
          </p:nvSpPr>
          <p:spPr>
            <a:xfrm>
              <a:off x="1028827" y="2494331"/>
              <a:ext cx="346781" cy="346749"/>
            </a:xfrm>
            <a:custGeom>
              <a:avLst/>
              <a:gdLst/>
              <a:ahLst/>
              <a:cxnLst/>
              <a:rect l="l" t="t" r="r" b="b"/>
              <a:pathLst>
                <a:path w="10718" h="10717" extrusionOk="0">
                  <a:moveTo>
                    <a:pt x="5359" y="0"/>
                  </a:moveTo>
                  <a:cubicBezTo>
                    <a:pt x="3930" y="0"/>
                    <a:pt x="2597" y="548"/>
                    <a:pt x="1596" y="1572"/>
                  </a:cubicBezTo>
                  <a:cubicBezTo>
                    <a:pt x="572" y="2572"/>
                    <a:pt x="1" y="3930"/>
                    <a:pt x="1" y="5359"/>
                  </a:cubicBezTo>
                  <a:cubicBezTo>
                    <a:pt x="1" y="6787"/>
                    <a:pt x="572" y="8121"/>
                    <a:pt x="1596" y="9121"/>
                  </a:cubicBezTo>
                  <a:cubicBezTo>
                    <a:pt x="2597" y="10145"/>
                    <a:pt x="3930" y="10717"/>
                    <a:pt x="5359" y="10717"/>
                  </a:cubicBezTo>
                  <a:cubicBezTo>
                    <a:pt x="6788" y="10717"/>
                    <a:pt x="8145" y="10145"/>
                    <a:pt x="9146" y="9121"/>
                  </a:cubicBezTo>
                  <a:cubicBezTo>
                    <a:pt x="10170" y="8121"/>
                    <a:pt x="10717" y="6787"/>
                    <a:pt x="10717" y="5359"/>
                  </a:cubicBezTo>
                  <a:cubicBezTo>
                    <a:pt x="10717" y="5168"/>
                    <a:pt x="10574" y="5049"/>
                    <a:pt x="10408" y="5049"/>
                  </a:cubicBezTo>
                  <a:lnTo>
                    <a:pt x="9217" y="5049"/>
                  </a:lnTo>
                  <a:lnTo>
                    <a:pt x="9217" y="5335"/>
                  </a:lnTo>
                  <a:lnTo>
                    <a:pt x="9241" y="5335"/>
                  </a:lnTo>
                  <a:cubicBezTo>
                    <a:pt x="9241" y="7454"/>
                    <a:pt x="7502" y="9193"/>
                    <a:pt x="5407" y="9193"/>
                  </a:cubicBezTo>
                  <a:cubicBezTo>
                    <a:pt x="3287" y="9193"/>
                    <a:pt x="1596" y="7454"/>
                    <a:pt x="1549" y="5335"/>
                  </a:cubicBezTo>
                  <a:cubicBezTo>
                    <a:pt x="1549" y="3239"/>
                    <a:pt x="3287" y="1501"/>
                    <a:pt x="5407" y="1501"/>
                  </a:cubicBezTo>
                  <a:cubicBezTo>
                    <a:pt x="6073" y="1501"/>
                    <a:pt x="6740" y="1691"/>
                    <a:pt x="7312" y="2025"/>
                  </a:cubicBezTo>
                  <a:lnTo>
                    <a:pt x="7121" y="2191"/>
                  </a:lnTo>
                  <a:cubicBezTo>
                    <a:pt x="7074" y="2263"/>
                    <a:pt x="7026" y="2334"/>
                    <a:pt x="7026" y="2429"/>
                  </a:cubicBezTo>
                  <a:cubicBezTo>
                    <a:pt x="7026" y="2572"/>
                    <a:pt x="7145" y="2691"/>
                    <a:pt x="7312" y="2739"/>
                  </a:cubicBezTo>
                  <a:lnTo>
                    <a:pt x="9026" y="2906"/>
                  </a:lnTo>
                  <a:cubicBezTo>
                    <a:pt x="9122" y="2906"/>
                    <a:pt x="9217" y="2882"/>
                    <a:pt x="9288" y="2810"/>
                  </a:cubicBezTo>
                  <a:cubicBezTo>
                    <a:pt x="9360" y="2763"/>
                    <a:pt x="9384" y="2668"/>
                    <a:pt x="9384" y="2548"/>
                  </a:cubicBezTo>
                  <a:lnTo>
                    <a:pt x="9217" y="834"/>
                  </a:lnTo>
                  <a:cubicBezTo>
                    <a:pt x="9217" y="715"/>
                    <a:pt x="9122" y="620"/>
                    <a:pt x="9003" y="548"/>
                  </a:cubicBezTo>
                  <a:cubicBezTo>
                    <a:pt x="8973" y="542"/>
                    <a:pt x="8943" y="539"/>
                    <a:pt x="8914" y="539"/>
                  </a:cubicBezTo>
                  <a:cubicBezTo>
                    <a:pt x="8826" y="539"/>
                    <a:pt x="8741" y="566"/>
                    <a:pt x="8669" y="620"/>
                  </a:cubicBezTo>
                  <a:lnTo>
                    <a:pt x="8384" y="905"/>
                  </a:lnTo>
                  <a:cubicBezTo>
                    <a:pt x="7479" y="310"/>
                    <a:pt x="6431" y="0"/>
                    <a:pt x="5359"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8" name="Google Shape;23198;p140"/>
            <p:cNvSpPr/>
            <p:nvPr/>
          </p:nvSpPr>
          <p:spPr>
            <a:xfrm>
              <a:off x="1203736" y="2494331"/>
              <a:ext cx="129485" cy="94024"/>
            </a:xfrm>
            <a:custGeom>
              <a:avLst/>
              <a:gdLst/>
              <a:ahLst/>
              <a:cxnLst/>
              <a:rect l="l" t="t" r="r" b="b"/>
              <a:pathLst>
                <a:path w="4002" h="2906" extrusionOk="0">
                  <a:moveTo>
                    <a:pt x="1" y="0"/>
                  </a:moveTo>
                  <a:lnTo>
                    <a:pt x="1" y="1501"/>
                  </a:lnTo>
                  <a:cubicBezTo>
                    <a:pt x="715" y="1501"/>
                    <a:pt x="1358" y="1691"/>
                    <a:pt x="1930" y="2025"/>
                  </a:cubicBezTo>
                  <a:lnTo>
                    <a:pt x="1739" y="2191"/>
                  </a:lnTo>
                  <a:cubicBezTo>
                    <a:pt x="1692" y="2263"/>
                    <a:pt x="1644" y="2334"/>
                    <a:pt x="1644" y="2429"/>
                  </a:cubicBezTo>
                  <a:cubicBezTo>
                    <a:pt x="1644" y="2572"/>
                    <a:pt x="1787" y="2691"/>
                    <a:pt x="1930" y="2739"/>
                  </a:cubicBezTo>
                  <a:lnTo>
                    <a:pt x="3644" y="2906"/>
                  </a:lnTo>
                  <a:cubicBezTo>
                    <a:pt x="3740" y="2906"/>
                    <a:pt x="3835" y="2882"/>
                    <a:pt x="3930" y="2810"/>
                  </a:cubicBezTo>
                  <a:cubicBezTo>
                    <a:pt x="3978" y="2763"/>
                    <a:pt x="4002" y="2668"/>
                    <a:pt x="4002" y="2548"/>
                  </a:cubicBezTo>
                  <a:lnTo>
                    <a:pt x="3835" y="834"/>
                  </a:lnTo>
                  <a:cubicBezTo>
                    <a:pt x="3835" y="715"/>
                    <a:pt x="3740" y="620"/>
                    <a:pt x="3620" y="548"/>
                  </a:cubicBezTo>
                  <a:cubicBezTo>
                    <a:pt x="3591" y="542"/>
                    <a:pt x="3561" y="539"/>
                    <a:pt x="3532" y="539"/>
                  </a:cubicBezTo>
                  <a:cubicBezTo>
                    <a:pt x="3443" y="539"/>
                    <a:pt x="3359" y="566"/>
                    <a:pt x="3287" y="620"/>
                  </a:cubicBezTo>
                  <a:lnTo>
                    <a:pt x="3001" y="905"/>
                  </a:lnTo>
                  <a:cubicBezTo>
                    <a:pt x="2096" y="310"/>
                    <a:pt x="1072"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9" name="Google Shape;23199;p140"/>
            <p:cNvSpPr/>
            <p:nvPr/>
          </p:nvSpPr>
          <p:spPr>
            <a:xfrm>
              <a:off x="1204513" y="2656912"/>
              <a:ext cx="173390" cy="184165"/>
            </a:xfrm>
            <a:custGeom>
              <a:avLst/>
              <a:gdLst/>
              <a:ahLst/>
              <a:cxnLst/>
              <a:rect l="l" t="t" r="r" b="b"/>
              <a:pathLst>
                <a:path w="5359" h="5692" extrusionOk="0">
                  <a:moveTo>
                    <a:pt x="3835" y="0"/>
                  </a:moveTo>
                  <a:lnTo>
                    <a:pt x="3835" y="334"/>
                  </a:lnTo>
                  <a:cubicBezTo>
                    <a:pt x="3835" y="2429"/>
                    <a:pt x="2096" y="4168"/>
                    <a:pt x="1" y="4168"/>
                  </a:cubicBezTo>
                  <a:lnTo>
                    <a:pt x="1" y="5692"/>
                  </a:lnTo>
                  <a:cubicBezTo>
                    <a:pt x="1429" y="5692"/>
                    <a:pt x="2763" y="5120"/>
                    <a:pt x="3763" y="4096"/>
                  </a:cubicBezTo>
                  <a:cubicBezTo>
                    <a:pt x="4787" y="3096"/>
                    <a:pt x="5359" y="1762"/>
                    <a:pt x="5359" y="334"/>
                  </a:cubicBezTo>
                  <a:cubicBezTo>
                    <a:pt x="5335" y="143"/>
                    <a:pt x="5192" y="0"/>
                    <a:pt x="5025"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00" name="Google Shape;23200;p140"/>
          <p:cNvGrpSpPr/>
          <p:nvPr/>
        </p:nvGrpSpPr>
        <p:grpSpPr>
          <a:xfrm>
            <a:off x="1030335" y="2908136"/>
            <a:ext cx="346731" cy="347507"/>
            <a:chOff x="1054614" y="3128406"/>
            <a:chExt cx="319420" cy="320136"/>
          </a:xfrm>
        </p:grpSpPr>
        <p:sp>
          <p:nvSpPr>
            <p:cNvPr id="23201" name="Google Shape;23201;p140"/>
            <p:cNvSpPr/>
            <p:nvPr/>
          </p:nvSpPr>
          <p:spPr>
            <a:xfrm>
              <a:off x="1169602" y="3176690"/>
              <a:ext cx="18479" cy="38359"/>
            </a:xfrm>
            <a:custGeom>
              <a:avLst/>
              <a:gdLst/>
              <a:ahLst/>
              <a:cxnLst/>
              <a:rect l="l" t="t" r="r" b="b"/>
              <a:pathLst>
                <a:path w="620" h="1287" extrusionOk="0">
                  <a:moveTo>
                    <a:pt x="0" y="0"/>
                  </a:moveTo>
                  <a:lnTo>
                    <a:pt x="0" y="1286"/>
                  </a:lnTo>
                  <a:lnTo>
                    <a:pt x="620" y="1286"/>
                  </a:lnTo>
                  <a:lnTo>
                    <a:pt x="620"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2" name="Google Shape;23202;p140"/>
            <p:cNvSpPr/>
            <p:nvPr/>
          </p:nvSpPr>
          <p:spPr>
            <a:xfrm>
              <a:off x="1179527" y="3176690"/>
              <a:ext cx="9985" cy="38359"/>
            </a:xfrm>
            <a:custGeom>
              <a:avLst/>
              <a:gdLst/>
              <a:ahLst/>
              <a:cxnLst/>
              <a:rect l="l" t="t" r="r" b="b"/>
              <a:pathLst>
                <a:path w="335" h="1287" extrusionOk="0">
                  <a:moveTo>
                    <a:pt x="1" y="0"/>
                  </a:moveTo>
                  <a:lnTo>
                    <a:pt x="1" y="1286"/>
                  </a:lnTo>
                  <a:lnTo>
                    <a:pt x="334" y="1286"/>
                  </a:lnTo>
                  <a:lnTo>
                    <a:pt x="334"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3" name="Google Shape;23203;p140"/>
            <p:cNvSpPr/>
            <p:nvPr/>
          </p:nvSpPr>
          <p:spPr>
            <a:xfrm>
              <a:off x="1251923" y="3214304"/>
              <a:ext cx="40505" cy="40475"/>
            </a:xfrm>
            <a:custGeom>
              <a:avLst/>
              <a:gdLst/>
              <a:ahLst/>
              <a:cxnLst/>
              <a:rect l="l" t="t" r="r" b="b"/>
              <a:pathLst>
                <a:path w="1359" h="1358" extrusionOk="0">
                  <a:moveTo>
                    <a:pt x="906" y="0"/>
                  </a:moveTo>
                  <a:lnTo>
                    <a:pt x="1" y="905"/>
                  </a:lnTo>
                  <a:lnTo>
                    <a:pt x="453" y="1358"/>
                  </a:lnTo>
                  <a:lnTo>
                    <a:pt x="1358" y="453"/>
                  </a:lnTo>
                  <a:lnTo>
                    <a:pt x="906"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4" name="Google Shape;23204;p140"/>
            <p:cNvSpPr/>
            <p:nvPr/>
          </p:nvSpPr>
          <p:spPr>
            <a:xfrm>
              <a:off x="1066685" y="3214304"/>
              <a:ext cx="39760" cy="40475"/>
            </a:xfrm>
            <a:custGeom>
              <a:avLst/>
              <a:gdLst/>
              <a:ahLst/>
              <a:cxnLst/>
              <a:rect l="l" t="t" r="r" b="b"/>
              <a:pathLst>
                <a:path w="1334" h="1358" extrusionOk="0">
                  <a:moveTo>
                    <a:pt x="453" y="0"/>
                  </a:moveTo>
                  <a:lnTo>
                    <a:pt x="0" y="453"/>
                  </a:lnTo>
                  <a:lnTo>
                    <a:pt x="905" y="1358"/>
                  </a:lnTo>
                  <a:lnTo>
                    <a:pt x="1334" y="905"/>
                  </a:lnTo>
                  <a:lnTo>
                    <a:pt x="453"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5" name="Google Shape;23205;p140"/>
            <p:cNvSpPr/>
            <p:nvPr/>
          </p:nvSpPr>
          <p:spPr>
            <a:xfrm>
              <a:off x="1067400" y="3215019"/>
              <a:ext cx="223597" cy="223597"/>
            </a:xfrm>
            <a:custGeom>
              <a:avLst/>
              <a:gdLst/>
              <a:ahLst/>
              <a:cxnLst/>
              <a:rect l="l" t="t" r="r" b="b"/>
              <a:pathLst>
                <a:path w="7502" h="7502" extrusionOk="0">
                  <a:moveTo>
                    <a:pt x="3763" y="0"/>
                  </a:moveTo>
                  <a:cubicBezTo>
                    <a:pt x="1691" y="0"/>
                    <a:pt x="0" y="1691"/>
                    <a:pt x="0" y="3763"/>
                  </a:cubicBezTo>
                  <a:cubicBezTo>
                    <a:pt x="0" y="5835"/>
                    <a:pt x="1691" y="7502"/>
                    <a:pt x="3763" y="7502"/>
                  </a:cubicBezTo>
                  <a:cubicBezTo>
                    <a:pt x="5835" y="7502"/>
                    <a:pt x="7502" y="5835"/>
                    <a:pt x="7502" y="3763"/>
                  </a:cubicBezTo>
                  <a:cubicBezTo>
                    <a:pt x="7502" y="1691"/>
                    <a:pt x="5835" y="0"/>
                    <a:pt x="37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6" name="Google Shape;23206;p140"/>
            <p:cNvSpPr/>
            <p:nvPr/>
          </p:nvSpPr>
          <p:spPr>
            <a:xfrm>
              <a:off x="1179527" y="3214304"/>
              <a:ext cx="111471" cy="225028"/>
            </a:xfrm>
            <a:custGeom>
              <a:avLst/>
              <a:gdLst/>
              <a:ahLst/>
              <a:cxnLst/>
              <a:rect l="l" t="t" r="r" b="b"/>
              <a:pathLst>
                <a:path w="3740" h="7550" extrusionOk="0">
                  <a:moveTo>
                    <a:pt x="1" y="0"/>
                  </a:moveTo>
                  <a:lnTo>
                    <a:pt x="1" y="7549"/>
                  </a:lnTo>
                  <a:cubicBezTo>
                    <a:pt x="2073" y="7549"/>
                    <a:pt x="3740" y="5835"/>
                    <a:pt x="3740" y="3787"/>
                  </a:cubicBezTo>
                  <a:cubicBezTo>
                    <a:pt x="3740" y="1715"/>
                    <a:pt x="2049" y="48"/>
                    <a:pt x="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7" name="Google Shape;23207;p140"/>
            <p:cNvSpPr/>
            <p:nvPr/>
          </p:nvSpPr>
          <p:spPr>
            <a:xfrm>
              <a:off x="1066685" y="3317220"/>
              <a:ext cx="29119" cy="19194"/>
            </a:xfrm>
            <a:custGeom>
              <a:avLst/>
              <a:gdLst/>
              <a:ahLst/>
              <a:cxnLst/>
              <a:rect l="l" t="t" r="r" b="b"/>
              <a:pathLst>
                <a:path w="977" h="644" extrusionOk="0">
                  <a:moveTo>
                    <a:pt x="0" y="0"/>
                  </a:moveTo>
                  <a:lnTo>
                    <a:pt x="0" y="643"/>
                  </a:lnTo>
                  <a:lnTo>
                    <a:pt x="643" y="643"/>
                  </a:lnTo>
                  <a:cubicBezTo>
                    <a:pt x="834" y="643"/>
                    <a:pt x="977" y="453"/>
                    <a:pt x="953" y="286"/>
                  </a:cubicBezTo>
                  <a:cubicBezTo>
                    <a:pt x="929" y="119"/>
                    <a:pt x="786" y="0"/>
                    <a:pt x="619"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8" name="Google Shape;23208;p140"/>
            <p:cNvSpPr/>
            <p:nvPr/>
          </p:nvSpPr>
          <p:spPr>
            <a:xfrm>
              <a:off x="1250522" y="3263273"/>
              <a:ext cx="30550" cy="27003"/>
            </a:xfrm>
            <a:custGeom>
              <a:avLst/>
              <a:gdLst/>
              <a:ahLst/>
              <a:cxnLst/>
              <a:rect l="l" t="t" r="r" b="b"/>
              <a:pathLst>
                <a:path w="1025" h="906" extrusionOk="0">
                  <a:moveTo>
                    <a:pt x="738" y="0"/>
                  </a:moveTo>
                  <a:lnTo>
                    <a:pt x="191" y="334"/>
                  </a:lnTo>
                  <a:cubicBezTo>
                    <a:pt x="48" y="429"/>
                    <a:pt x="0" y="596"/>
                    <a:pt x="72" y="739"/>
                  </a:cubicBezTo>
                  <a:cubicBezTo>
                    <a:pt x="143" y="834"/>
                    <a:pt x="238" y="905"/>
                    <a:pt x="357" y="905"/>
                  </a:cubicBezTo>
                  <a:cubicBezTo>
                    <a:pt x="405" y="905"/>
                    <a:pt x="429" y="905"/>
                    <a:pt x="500" y="858"/>
                  </a:cubicBezTo>
                  <a:lnTo>
                    <a:pt x="1024" y="548"/>
                  </a:lnTo>
                  <a:lnTo>
                    <a:pt x="738"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9" name="Google Shape;23209;p140"/>
            <p:cNvSpPr/>
            <p:nvPr/>
          </p:nvSpPr>
          <p:spPr>
            <a:xfrm>
              <a:off x="1077325" y="3364193"/>
              <a:ext cx="31265" cy="26854"/>
            </a:xfrm>
            <a:custGeom>
              <a:avLst/>
              <a:gdLst/>
              <a:ahLst/>
              <a:cxnLst/>
              <a:rect l="l" t="t" r="r" b="b"/>
              <a:pathLst>
                <a:path w="1049" h="901" extrusionOk="0">
                  <a:moveTo>
                    <a:pt x="687" y="0"/>
                  </a:moveTo>
                  <a:cubicBezTo>
                    <a:pt x="640" y="0"/>
                    <a:pt x="593" y="14"/>
                    <a:pt x="548" y="44"/>
                  </a:cubicBezTo>
                  <a:lnTo>
                    <a:pt x="0" y="377"/>
                  </a:lnTo>
                  <a:lnTo>
                    <a:pt x="310" y="901"/>
                  </a:lnTo>
                  <a:lnTo>
                    <a:pt x="834" y="568"/>
                  </a:lnTo>
                  <a:cubicBezTo>
                    <a:pt x="977" y="496"/>
                    <a:pt x="1048" y="306"/>
                    <a:pt x="953" y="163"/>
                  </a:cubicBezTo>
                  <a:cubicBezTo>
                    <a:pt x="888" y="65"/>
                    <a:pt x="789" y="0"/>
                    <a:pt x="687"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0" name="Google Shape;23210;p140"/>
            <p:cNvSpPr/>
            <p:nvPr/>
          </p:nvSpPr>
          <p:spPr>
            <a:xfrm>
              <a:off x="1215024" y="3226375"/>
              <a:ext cx="28434" cy="29119"/>
            </a:xfrm>
            <a:custGeom>
              <a:avLst/>
              <a:gdLst/>
              <a:ahLst/>
              <a:cxnLst/>
              <a:rect l="l" t="t" r="r" b="b"/>
              <a:pathLst>
                <a:path w="954" h="977" extrusionOk="0">
                  <a:moveTo>
                    <a:pt x="405" y="0"/>
                  </a:moveTo>
                  <a:lnTo>
                    <a:pt x="96" y="524"/>
                  </a:lnTo>
                  <a:cubicBezTo>
                    <a:pt x="1" y="667"/>
                    <a:pt x="48" y="857"/>
                    <a:pt x="215" y="953"/>
                  </a:cubicBezTo>
                  <a:cubicBezTo>
                    <a:pt x="239" y="976"/>
                    <a:pt x="286" y="976"/>
                    <a:pt x="358" y="976"/>
                  </a:cubicBezTo>
                  <a:cubicBezTo>
                    <a:pt x="477" y="976"/>
                    <a:pt x="572" y="905"/>
                    <a:pt x="620" y="834"/>
                  </a:cubicBezTo>
                  <a:lnTo>
                    <a:pt x="953" y="286"/>
                  </a:lnTo>
                  <a:lnTo>
                    <a:pt x="405"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1" name="Google Shape;23211;p140"/>
            <p:cNvSpPr/>
            <p:nvPr/>
          </p:nvSpPr>
          <p:spPr>
            <a:xfrm>
              <a:off x="1115655" y="3398827"/>
              <a:ext cx="28434" cy="29865"/>
            </a:xfrm>
            <a:custGeom>
              <a:avLst/>
              <a:gdLst/>
              <a:ahLst/>
              <a:cxnLst/>
              <a:rect l="l" t="t" r="r" b="b"/>
              <a:pathLst>
                <a:path w="954" h="1002" extrusionOk="0">
                  <a:moveTo>
                    <a:pt x="582" y="0"/>
                  </a:moveTo>
                  <a:cubicBezTo>
                    <a:pt x="479" y="0"/>
                    <a:pt x="381" y="58"/>
                    <a:pt x="334" y="168"/>
                  </a:cubicBezTo>
                  <a:lnTo>
                    <a:pt x="0" y="692"/>
                  </a:lnTo>
                  <a:lnTo>
                    <a:pt x="524" y="1001"/>
                  </a:lnTo>
                  <a:lnTo>
                    <a:pt x="858" y="453"/>
                  </a:lnTo>
                  <a:cubicBezTo>
                    <a:pt x="953" y="311"/>
                    <a:pt x="882" y="120"/>
                    <a:pt x="739" y="49"/>
                  </a:cubicBezTo>
                  <a:cubicBezTo>
                    <a:pt x="690" y="16"/>
                    <a:pt x="635" y="0"/>
                    <a:pt x="582"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2" name="Google Shape;23212;p140"/>
            <p:cNvSpPr/>
            <p:nvPr/>
          </p:nvSpPr>
          <p:spPr>
            <a:xfrm>
              <a:off x="1169602" y="3215705"/>
              <a:ext cx="18479" cy="27272"/>
            </a:xfrm>
            <a:custGeom>
              <a:avLst/>
              <a:gdLst/>
              <a:ahLst/>
              <a:cxnLst/>
              <a:rect l="l" t="t" r="r" b="b"/>
              <a:pathLst>
                <a:path w="620" h="915" extrusionOk="0">
                  <a:moveTo>
                    <a:pt x="0" y="1"/>
                  </a:moveTo>
                  <a:lnTo>
                    <a:pt x="0" y="620"/>
                  </a:lnTo>
                  <a:cubicBezTo>
                    <a:pt x="0" y="767"/>
                    <a:pt x="149" y="914"/>
                    <a:pt x="298" y="914"/>
                  </a:cubicBezTo>
                  <a:cubicBezTo>
                    <a:pt x="318" y="914"/>
                    <a:pt x="338" y="911"/>
                    <a:pt x="358" y="906"/>
                  </a:cubicBezTo>
                  <a:cubicBezTo>
                    <a:pt x="500" y="882"/>
                    <a:pt x="620" y="739"/>
                    <a:pt x="620" y="596"/>
                  </a:cubicBezTo>
                  <a:lnTo>
                    <a:pt x="620"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3" name="Google Shape;23213;p140"/>
            <p:cNvSpPr/>
            <p:nvPr/>
          </p:nvSpPr>
          <p:spPr>
            <a:xfrm>
              <a:off x="1169602" y="3410123"/>
              <a:ext cx="18479" cy="27778"/>
            </a:xfrm>
            <a:custGeom>
              <a:avLst/>
              <a:gdLst/>
              <a:ahLst/>
              <a:cxnLst/>
              <a:rect l="l" t="t" r="r" b="b"/>
              <a:pathLst>
                <a:path w="620" h="932" extrusionOk="0">
                  <a:moveTo>
                    <a:pt x="304" y="0"/>
                  </a:moveTo>
                  <a:cubicBezTo>
                    <a:pt x="290" y="0"/>
                    <a:pt x="276" y="1"/>
                    <a:pt x="262" y="3"/>
                  </a:cubicBezTo>
                  <a:cubicBezTo>
                    <a:pt x="119" y="51"/>
                    <a:pt x="0" y="193"/>
                    <a:pt x="0" y="336"/>
                  </a:cubicBezTo>
                  <a:lnTo>
                    <a:pt x="0" y="932"/>
                  </a:lnTo>
                  <a:lnTo>
                    <a:pt x="620" y="932"/>
                  </a:lnTo>
                  <a:lnTo>
                    <a:pt x="620" y="313"/>
                  </a:lnTo>
                  <a:cubicBezTo>
                    <a:pt x="620" y="136"/>
                    <a:pt x="476" y="0"/>
                    <a:pt x="304"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4" name="Google Shape;23214;p140"/>
            <p:cNvSpPr/>
            <p:nvPr/>
          </p:nvSpPr>
          <p:spPr>
            <a:xfrm>
              <a:off x="1115655" y="3224944"/>
              <a:ext cx="28434" cy="29835"/>
            </a:xfrm>
            <a:custGeom>
              <a:avLst/>
              <a:gdLst/>
              <a:ahLst/>
              <a:cxnLst/>
              <a:rect l="l" t="t" r="r" b="b"/>
              <a:pathLst>
                <a:path w="954" h="1001" extrusionOk="0">
                  <a:moveTo>
                    <a:pt x="524" y="0"/>
                  </a:moveTo>
                  <a:lnTo>
                    <a:pt x="0" y="310"/>
                  </a:lnTo>
                  <a:lnTo>
                    <a:pt x="310" y="834"/>
                  </a:lnTo>
                  <a:cubicBezTo>
                    <a:pt x="382" y="929"/>
                    <a:pt x="477" y="1001"/>
                    <a:pt x="596" y="1001"/>
                  </a:cubicBezTo>
                  <a:cubicBezTo>
                    <a:pt x="643" y="1001"/>
                    <a:pt x="667" y="1001"/>
                    <a:pt x="739" y="953"/>
                  </a:cubicBezTo>
                  <a:cubicBezTo>
                    <a:pt x="882" y="882"/>
                    <a:pt x="953" y="691"/>
                    <a:pt x="858" y="548"/>
                  </a:cubicBezTo>
                  <a:lnTo>
                    <a:pt x="524"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5" name="Google Shape;23215;p140"/>
            <p:cNvSpPr/>
            <p:nvPr/>
          </p:nvSpPr>
          <p:spPr>
            <a:xfrm>
              <a:off x="1215024" y="3398827"/>
              <a:ext cx="28434" cy="29865"/>
            </a:xfrm>
            <a:custGeom>
              <a:avLst/>
              <a:gdLst/>
              <a:ahLst/>
              <a:cxnLst/>
              <a:rect l="l" t="t" r="r" b="b"/>
              <a:pathLst>
                <a:path w="954" h="1002" extrusionOk="0">
                  <a:moveTo>
                    <a:pt x="366" y="0"/>
                  </a:moveTo>
                  <a:cubicBezTo>
                    <a:pt x="316" y="0"/>
                    <a:pt x="264" y="16"/>
                    <a:pt x="215" y="49"/>
                  </a:cubicBezTo>
                  <a:cubicBezTo>
                    <a:pt x="48" y="120"/>
                    <a:pt x="1" y="311"/>
                    <a:pt x="96" y="453"/>
                  </a:cubicBezTo>
                  <a:lnTo>
                    <a:pt x="405" y="1001"/>
                  </a:lnTo>
                  <a:lnTo>
                    <a:pt x="953" y="692"/>
                  </a:lnTo>
                  <a:lnTo>
                    <a:pt x="620" y="168"/>
                  </a:lnTo>
                  <a:cubicBezTo>
                    <a:pt x="557" y="58"/>
                    <a:pt x="464" y="0"/>
                    <a:pt x="36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6" name="Google Shape;23216;p140"/>
            <p:cNvSpPr/>
            <p:nvPr/>
          </p:nvSpPr>
          <p:spPr>
            <a:xfrm>
              <a:off x="1078041" y="3262558"/>
              <a:ext cx="31265" cy="26288"/>
            </a:xfrm>
            <a:custGeom>
              <a:avLst/>
              <a:gdLst/>
              <a:ahLst/>
              <a:cxnLst/>
              <a:rect l="l" t="t" r="r" b="b"/>
              <a:pathLst>
                <a:path w="1049" h="882" extrusionOk="0">
                  <a:moveTo>
                    <a:pt x="310" y="1"/>
                  </a:moveTo>
                  <a:lnTo>
                    <a:pt x="0" y="525"/>
                  </a:lnTo>
                  <a:lnTo>
                    <a:pt x="548" y="858"/>
                  </a:lnTo>
                  <a:cubicBezTo>
                    <a:pt x="572" y="882"/>
                    <a:pt x="643" y="882"/>
                    <a:pt x="691" y="882"/>
                  </a:cubicBezTo>
                  <a:cubicBezTo>
                    <a:pt x="810" y="882"/>
                    <a:pt x="905" y="834"/>
                    <a:pt x="953" y="739"/>
                  </a:cubicBezTo>
                  <a:cubicBezTo>
                    <a:pt x="1048" y="596"/>
                    <a:pt x="1001" y="405"/>
                    <a:pt x="834" y="334"/>
                  </a:cubicBezTo>
                  <a:lnTo>
                    <a:pt x="310"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7" name="Google Shape;23217;p140"/>
            <p:cNvSpPr/>
            <p:nvPr/>
          </p:nvSpPr>
          <p:spPr>
            <a:xfrm>
              <a:off x="1140482" y="3333971"/>
              <a:ext cx="39790" cy="50698"/>
            </a:xfrm>
            <a:custGeom>
              <a:avLst/>
              <a:gdLst/>
              <a:ahLst/>
              <a:cxnLst/>
              <a:rect l="l" t="t" r="r" b="b"/>
              <a:pathLst>
                <a:path w="1335" h="1701" extrusionOk="0">
                  <a:moveTo>
                    <a:pt x="979" y="1"/>
                  </a:moveTo>
                  <a:cubicBezTo>
                    <a:pt x="871" y="1"/>
                    <a:pt x="765" y="54"/>
                    <a:pt x="715" y="153"/>
                  </a:cubicBezTo>
                  <a:lnTo>
                    <a:pt x="96" y="1272"/>
                  </a:lnTo>
                  <a:cubicBezTo>
                    <a:pt x="1" y="1415"/>
                    <a:pt x="49" y="1582"/>
                    <a:pt x="215" y="1677"/>
                  </a:cubicBezTo>
                  <a:cubicBezTo>
                    <a:pt x="239" y="1701"/>
                    <a:pt x="287" y="1701"/>
                    <a:pt x="358" y="1701"/>
                  </a:cubicBezTo>
                  <a:cubicBezTo>
                    <a:pt x="477" y="1701"/>
                    <a:pt x="596" y="1653"/>
                    <a:pt x="620" y="1558"/>
                  </a:cubicBezTo>
                  <a:lnTo>
                    <a:pt x="1239" y="462"/>
                  </a:lnTo>
                  <a:cubicBezTo>
                    <a:pt x="1335" y="319"/>
                    <a:pt x="1287" y="129"/>
                    <a:pt x="1120" y="34"/>
                  </a:cubicBezTo>
                  <a:cubicBezTo>
                    <a:pt x="1076" y="12"/>
                    <a:pt x="1027" y="1"/>
                    <a:pt x="97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8" name="Google Shape;23218;p140"/>
            <p:cNvSpPr/>
            <p:nvPr/>
          </p:nvSpPr>
          <p:spPr>
            <a:xfrm>
              <a:off x="1136935" y="3263959"/>
              <a:ext cx="43336" cy="56123"/>
            </a:xfrm>
            <a:custGeom>
              <a:avLst/>
              <a:gdLst/>
              <a:ahLst/>
              <a:cxnLst/>
              <a:rect l="l" t="t" r="r" b="b"/>
              <a:pathLst>
                <a:path w="1454" h="1883" extrusionOk="0">
                  <a:moveTo>
                    <a:pt x="367" y="0"/>
                  </a:moveTo>
                  <a:cubicBezTo>
                    <a:pt x="316" y="0"/>
                    <a:pt x="264" y="16"/>
                    <a:pt x="215" y="49"/>
                  </a:cubicBezTo>
                  <a:cubicBezTo>
                    <a:pt x="49" y="120"/>
                    <a:pt x="1" y="311"/>
                    <a:pt x="72" y="454"/>
                  </a:cubicBezTo>
                  <a:lnTo>
                    <a:pt x="834" y="1740"/>
                  </a:lnTo>
                  <a:cubicBezTo>
                    <a:pt x="882" y="1835"/>
                    <a:pt x="977" y="1883"/>
                    <a:pt x="1096" y="1883"/>
                  </a:cubicBezTo>
                  <a:cubicBezTo>
                    <a:pt x="1168" y="1883"/>
                    <a:pt x="1215" y="1883"/>
                    <a:pt x="1239" y="1859"/>
                  </a:cubicBezTo>
                  <a:cubicBezTo>
                    <a:pt x="1406" y="1763"/>
                    <a:pt x="1454" y="1597"/>
                    <a:pt x="1358" y="1430"/>
                  </a:cubicBezTo>
                  <a:lnTo>
                    <a:pt x="620" y="168"/>
                  </a:lnTo>
                  <a:cubicBezTo>
                    <a:pt x="558" y="58"/>
                    <a:pt x="464" y="0"/>
                    <a:pt x="367"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9" name="Google Shape;23219;p140"/>
            <p:cNvSpPr/>
            <p:nvPr/>
          </p:nvSpPr>
          <p:spPr>
            <a:xfrm>
              <a:off x="1156100" y="3303719"/>
              <a:ext cx="46168" cy="46883"/>
            </a:xfrm>
            <a:custGeom>
              <a:avLst/>
              <a:gdLst/>
              <a:ahLst/>
              <a:cxnLst/>
              <a:rect l="l" t="t" r="r" b="b"/>
              <a:pathLst>
                <a:path w="1549" h="1573" extrusionOk="0">
                  <a:moveTo>
                    <a:pt x="787" y="1"/>
                  </a:moveTo>
                  <a:cubicBezTo>
                    <a:pt x="358" y="1"/>
                    <a:pt x="1" y="334"/>
                    <a:pt x="1" y="787"/>
                  </a:cubicBezTo>
                  <a:cubicBezTo>
                    <a:pt x="1" y="1215"/>
                    <a:pt x="334" y="1573"/>
                    <a:pt x="787" y="1573"/>
                  </a:cubicBezTo>
                  <a:cubicBezTo>
                    <a:pt x="1192" y="1573"/>
                    <a:pt x="1549" y="1215"/>
                    <a:pt x="1549" y="787"/>
                  </a:cubicBezTo>
                  <a:cubicBezTo>
                    <a:pt x="1549" y="358"/>
                    <a:pt x="1239" y="1"/>
                    <a:pt x="78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0" name="Google Shape;23220;p140"/>
            <p:cNvSpPr/>
            <p:nvPr/>
          </p:nvSpPr>
          <p:spPr>
            <a:xfrm>
              <a:off x="1266140" y="3203127"/>
              <a:ext cx="39045" cy="37465"/>
            </a:xfrm>
            <a:custGeom>
              <a:avLst/>
              <a:gdLst/>
              <a:ahLst/>
              <a:cxnLst/>
              <a:rect l="l" t="t" r="r" b="b"/>
              <a:pathLst>
                <a:path w="1310" h="1257" extrusionOk="0">
                  <a:moveTo>
                    <a:pt x="345" y="0"/>
                  </a:moveTo>
                  <a:cubicBezTo>
                    <a:pt x="262" y="0"/>
                    <a:pt x="179" y="30"/>
                    <a:pt x="119" y="89"/>
                  </a:cubicBezTo>
                  <a:cubicBezTo>
                    <a:pt x="0" y="209"/>
                    <a:pt x="0" y="423"/>
                    <a:pt x="119" y="542"/>
                  </a:cubicBezTo>
                  <a:lnTo>
                    <a:pt x="762" y="1161"/>
                  </a:lnTo>
                  <a:cubicBezTo>
                    <a:pt x="810" y="1209"/>
                    <a:pt x="857" y="1256"/>
                    <a:pt x="953" y="1256"/>
                  </a:cubicBezTo>
                  <a:cubicBezTo>
                    <a:pt x="1024" y="1256"/>
                    <a:pt x="1096" y="1209"/>
                    <a:pt x="1191" y="1161"/>
                  </a:cubicBezTo>
                  <a:cubicBezTo>
                    <a:pt x="1310" y="1042"/>
                    <a:pt x="1310" y="828"/>
                    <a:pt x="1191" y="709"/>
                  </a:cubicBezTo>
                  <a:lnTo>
                    <a:pt x="572" y="89"/>
                  </a:lnTo>
                  <a:cubicBezTo>
                    <a:pt x="512" y="30"/>
                    <a:pt x="429" y="0"/>
                    <a:pt x="345"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1" name="Google Shape;23221;p140"/>
            <p:cNvSpPr/>
            <p:nvPr/>
          </p:nvSpPr>
          <p:spPr>
            <a:xfrm>
              <a:off x="1054614" y="3203127"/>
              <a:ext cx="39074" cy="37465"/>
            </a:xfrm>
            <a:custGeom>
              <a:avLst/>
              <a:gdLst/>
              <a:ahLst/>
              <a:cxnLst/>
              <a:rect l="l" t="t" r="r" b="b"/>
              <a:pathLst>
                <a:path w="1311" h="1257" extrusionOk="0">
                  <a:moveTo>
                    <a:pt x="956" y="0"/>
                  </a:moveTo>
                  <a:cubicBezTo>
                    <a:pt x="876" y="0"/>
                    <a:pt x="798" y="30"/>
                    <a:pt x="739" y="89"/>
                  </a:cubicBezTo>
                  <a:lnTo>
                    <a:pt x="120" y="709"/>
                  </a:lnTo>
                  <a:cubicBezTo>
                    <a:pt x="0" y="828"/>
                    <a:pt x="0" y="1042"/>
                    <a:pt x="120" y="1161"/>
                  </a:cubicBezTo>
                  <a:cubicBezTo>
                    <a:pt x="167" y="1209"/>
                    <a:pt x="239" y="1256"/>
                    <a:pt x="310" y="1256"/>
                  </a:cubicBezTo>
                  <a:cubicBezTo>
                    <a:pt x="405" y="1256"/>
                    <a:pt x="501" y="1209"/>
                    <a:pt x="548" y="1161"/>
                  </a:cubicBezTo>
                  <a:lnTo>
                    <a:pt x="1191" y="542"/>
                  </a:lnTo>
                  <a:cubicBezTo>
                    <a:pt x="1310" y="423"/>
                    <a:pt x="1310" y="209"/>
                    <a:pt x="1191" y="89"/>
                  </a:cubicBezTo>
                  <a:cubicBezTo>
                    <a:pt x="1120" y="30"/>
                    <a:pt x="1036" y="0"/>
                    <a:pt x="956"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2" name="Google Shape;23222;p140"/>
            <p:cNvSpPr/>
            <p:nvPr/>
          </p:nvSpPr>
          <p:spPr>
            <a:xfrm>
              <a:off x="1179527" y="3214304"/>
              <a:ext cx="9985" cy="28404"/>
            </a:xfrm>
            <a:custGeom>
              <a:avLst/>
              <a:gdLst/>
              <a:ahLst/>
              <a:cxnLst/>
              <a:rect l="l" t="t" r="r" b="b"/>
              <a:pathLst>
                <a:path w="335" h="953" extrusionOk="0">
                  <a:moveTo>
                    <a:pt x="1" y="0"/>
                  </a:moveTo>
                  <a:lnTo>
                    <a:pt x="1" y="953"/>
                  </a:lnTo>
                  <a:cubicBezTo>
                    <a:pt x="167" y="953"/>
                    <a:pt x="334" y="810"/>
                    <a:pt x="334" y="619"/>
                  </a:cubicBezTo>
                  <a:lnTo>
                    <a:pt x="334"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3" name="Google Shape;23223;p140"/>
            <p:cNvSpPr/>
            <p:nvPr/>
          </p:nvSpPr>
          <p:spPr>
            <a:xfrm>
              <a:off x="1179527" y="3411613"/>
              <a:ext cx="9985" cy="28434"/>
            </a:xfrm>
            <a:custGeom>
              <a:avLst/>
              <a:gdLst/>
              <a:ahLst/>
              <a:cxnLst/>
              <a:rect l="l" t="t" r="r" b="b"/>
              <a:pathLst>
                <a:path w="335" h="954" extrusionOk="0">
                  <a:moveTo>
                    <a:pt x="1" y="1"/>
                  </a:moveTo>
                  <a:lnTo>
                    <a:pt x="1" y="953"/>
                  </a:lnTo>
                  <a:lnTo>
                    <a:pt x="334" y="953"/>
                  </a:lnTo>
                  <a:lnTo>
                    <a:pt x="334" y="310"/>
                  </a:lnTo>
                  <a:cubicBezTo>
                    <a:pt x="287" y="120"/>
                    <a:pt x="167"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4" name="Google Shape;23224;p140"/>
            <p:cNvSpPr/>
            <p:nvPr/>
          </p:nvSpPr>
          <p:spPr>
            <a:xfrm>
              <a:off x="1179527" y="3303033"/>
              <a:ext cx="22741" cy="47569"/>
            </a:xfrm>
            <a:custGeom>
              <a:avLst/>
              <a:gdLst/>
              <a:ahLst/>
              <a:cxnLst/>
              <a:rect l="l" t="t" r="r" b="b"/>
              <a:pathLst>
                <a:path w="763" h="1596" extrusionOk="0">
                  <a:moveTo>
                    <a:pt x="1" y="0"/>
                  </a:moveTo>
                  <a:lnTo>
                    <a:pt x="1" y="1596"/>
                  </a:lnTo>
                  <a:cubicBezTo>
                    <a:pt x="453" y="1596"/>
                    <a:pt x="763" y="1238"/>
                    <a:pt x="763" y="810"/>
                  </a:cubicBezTo>
                  <a:cubicBezTo>
                    <a:pt x="763" y="357"/>
                    <a:pt x="406" y="0"/>
                    <a:pt x="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5" name="Google Shape;23225;p140"/>
            <p:cNvSpPr/>
            <p:nvPr/>
          </p:nvSpPr>
          <p:spPr>
            <a:xfrm>
              <a:off x="1058161" y="3205780"/>
              <a:ext cx="242792" cy="242762"/>
            </a:xfrm>
            <a:custGeom>
              <a:avLst/>
              <a:gdLst/>
              <a:ahLst/>
              <a:cxnLst/>
              <a:rect l="l" t="t" r="r" b="b"/>
              <a:pathLst>
                <a:path w="8146" h="8145" extrusionOk="0">
                  <a:moveTo>
                    <a:pt x="4073" y="620"/>
                  </a:moveTo>
                  <a:cubicBezTo>
                    <a:pt x="5978" y="620"/>
                    <a:pt x="7478" y="2168"/>
                    <a:pt x="7526" y="4073"/>
                  </a:cubicBezTo>
                  <a:cubicBezTo>
                    <a:pt x="7526" y="5978"/>
                    <a:pt x="5978" y="7526"/>
                    <a:pt x="4073" y="7526"/>
                  </a:cubicBezTo>
                  <a:cubicBezTo>
                    <a:pt x="2168" y="7526"/>
                    <a:pt x="620" y="5978"/>
                    <a:pt x="620" y="4073"/>
                  </a:cubicBezTo>
                  <a:cubicBezTo>
                    <a:pt x="620" y="2168"/>
                    <a:pt x="2168" y="620"/>
                    <a:pt x="4073" y="620"/>
                  </a:cubicBezTo>
                  <a:close/>
                  <a:moveTo>
                    <a:pt x="4073" y="0"/>
                  </a:moveTo>
                  <a:cubicBezTo>
                    <a:pt x="1810" y="0"/>
                    <a:pt x="1" y="1834"/>
                    <a:pt x="1" y="4073"/>
                  </a:cubicBezTo>
                  <a:cubicBezTo>
                    <a:pt x="1" y="6335"/>
                    <a:pt x="1834" y="8145"/>
                    <a:pt x="4073" y="8145"/>
                  </a:cubicBezTo>
                  <a:cubicBezTo>
                    <a:pt x="6288" y="8145"/>
                    <a:pt x="8145" y="6311"/>
                    <a:pt x="8145" y="4073"/>
                  </a:cubicBezTo>
                  <a:cubicBezTo>
                    <a:pt x="8145" y="1810"/>
                    <a:pt x="6288" y="0"/>
                    <a:pt x="4073"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6" name="Google Shape;23226;p140"/>
            <p:cNvSpPr/>
            <p:nvPr/>
          </p:nvSpPr>
          <p:spPr>
            <a:xfrm>
              <a:off x="1179527" y="3205780"/>
              <a:ext cx="121426" cy="242762"/>
            </a:xfrm>
            <a:custGeom>
              <a:avLst/>
              <a:gdLst/>
              <a:ahLst/>
              <a:cxnLst/>
              <a:rect l="l" t="t" r="r" b="b"/>
              <a:pathLst>
                <a:path w="4074" h="8145" extrusionOk="0">
                  <a:moveTo>
                    <a:pt x="1" y="0"/>
                  </a:moveTo>
                  <a:lnTo>
                    <a:pt x="1" y="620"/>
                  </a:lnTo>
                  <a:cubicBezTo>
                    <a:pt x="1906" y="620"/>
                    <a:pt x="3454" y="2168"/>
                    <a:pt x="3454" y="4073"/>
                  </a:cubicBezTo>
                  <a:cubicBezTo>
                    <a:pt x="3454" y="5978"/>
                    <a:pt x="1906" y="7526"/>
                    <a:pt x="1" y="7526"/>
                  </a:cubicBezTo>
                  <a:lnTo>
                    <a:pt x="1" y="8145"/>
                  </a:lnTo>
                  <a:cubicBezTo>
                    <a:pt x="2239" y="8145"/>
                    <a:pt x="4073" y="6311"/>
                    <a:pt x="4073" y="4073"/>
                  </a:cubicBezTo>
                  <a:cubicBezTo>
                    <a:pt x="4049" y="1810"/>
                    <a:pt x="2216"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7" name="Google Shape;23227;p140"/>
            <p:cNvSpPr/>
            <p:nvPr/>
          </p:nvSpPr>
          <p:spPr>
            <a:xfrm>
              <a:off x="1151152" y="3128406"/>
              <a:ext cx="56808" cy="56808"/>
            </a:xfrm>
            <a:custGeom>
              <a:avLst/>
              <a:gdLst/>
              <a:ahLst/>
              <a:cxnLst/>
              <a:rect l="l" t="t" r="r" b="b"/>
              <a:pathLst>
                <a:path w="1906" h="1906" extrusionOk="0">
                  <a:moveTo>
                    <a:pt x="953" y="667"/>
                  </a:moveTo>
                  <a:cubicBezTo>
                    <a:pt x="1119" y="667"/>
                    <a:pt x="1239" y="810"/>
                    <a:pt x="1286" y="977"/>
                  </a:cubicBezTo>
                  <a:cubicBezTo>
                    <a:pt x="1286" y="1168"/>
                    <a:pt x="1119" y="1310"/>
                    <a:pt x="953" y="1310"/>
                  </a:cubicBezTo>
                  <a:cubicBezTo>
                    <a:pt x="762" y="1310"/>
                    <a:pt x="619" y="1168"/>
                    <a:pt x="619" y="977"/>
                  </a:cubicBezTo>
                  <a:cubicBezTo>
                    <a:pt x="619" y="810"/>
                    <a:pt x="762" y="667"/>
                    <a:pt x="953" y="667"/>
                  </a:cubicBezTo>
                  <a:close/>
                  <a:moveTo>
                    <a:pt x="953" y="1"/>
                  </a:moveTo>
                  <a:cubicBezTo>
                    <a:pt x="405" y="1"/>
                    <a:pt x="0" y="453"/>
                    <a:pt x="0" y="953"/>
                  </a:cubicBezTo>
                  <a:cubicBezTo>
                    <a:pt x="0" y="1501"/>
                    <a:pt x="453" y="1906"/>
                    <a:pt x="953" y="1906"/>
                  </a:cubicBezTo>
                  <a:cubicBezTo>
                    <a:pt x="1453" y="1906"/>
                    <a:pt x="1905" y="1501"/>
                    <a:pt x="1905" y="953"/>
                  </a:cubicBezTo>
                  <a:cubicBezTo>
                    <a:pt x="1905" y="429"/>
                    <a:pt x="1453" y="1"/>
                    <a:pt x="953"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8" name="Google Shape;23228;p140"/>
            <p:cNvSpPr/>
            <p:nvPr/>
          </p:nvSpPr>
          <p:spPr>
            <a:xfrm>
              <a:off x="1179527" y="3129121"/>
              <a:ext cx="28434" cy="56808"/>
            </a:xfrm>
            <a:custGeom>
              <a:avLst/>
              <a:gdLst/>
              <a:ahLst/>
              <a:cxnLst/>
              <a:rect l="l" t="t" r="r" b="b"/>
              <a:pathLst>
                <a:path w="954" h="1906" extrusionOk="0">
                  <a:moveTo>
                    <a:pt x="1" y="0"/>
                  </a:moveTo>
                  <a:lnTo>
                    <a:pt x="1" y="643"/>
                  </a:lnTo>
                  <a:cubicBezTo>
                    <a:pt x="167" y="643"/>
                    <a:pt x="334" y="786"/>
                    <a:pt x="334" y="953"/>
                  </a:cubicBezTo>
                  <a:cubicBezTo>
                    <a:pt x="334" y="1144"/>
                    <a:pt x="167" y="1286"/>
                    <a:pt x="1" y="1286"/>
                  </a:cubicBezTo>
                  <a:lnTo>
                    <a:pt x="1" y="1906"/>
                  </a:lnTo>
                  <a:cubicBezTo>
                    <a:pt x="501" y="1906"/>
                    <a:pt x="953" y="1501"/>
                    <a:pt x="953" y="953"/>
                  </a:cubicBezTo>
                  <a:cubicBezTo>
                    <a:pt x="930" y="429"/>
                    <a:pt x="501"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9" name="Google Shape;23229;p140"/>
            <p:cNvSpPr/>
            <p:nvPr/>
          </p:nvSpPr>
          <p:spPr>
            <a:xfrm>
              <a:off x="1229927" y="3305149"/>
              <a:ext cx="144107" cy="143392"/>
            </a:xfrm>
            <a:custGeom>
              <a:avLst/>
              <a:gdLst/>
              <a:ahLst/>
              <a:cxnLst/>
              <a:rect l="l" t="t" r="r" b="b"/>
              <a:pathLst>
                <a:path w="4835" h="4811" extrusionOk="0">
                  <a:moveTo>
                    <a:pt x="2406" y="0"/>
                  </a:moveTo>
                  <a:cubicBezTo>
                    <a:pt x="1072" y="0"/>
                    <a:pt x="1" y="1072"/>
                    <a:pt x="1" y="2406"/>
                  </a:cubicBezTo>
                  <a:cubicBezTo>
                    <a:pt x="1" y="3739"/>
                    <a:pt x="1072" y="4811"/>
                    <a:pt x="2406" y="4811"/>
                  </a:cubicBezTo>
                  <a:cubicBezTo>
                    <a:pt x="3739" y="4811"/>
                    <a:pt x="4835" y="3739"/>
                    <a:pt x="4835" y="2406"/>
                  </a:cubicBezTo>
                  <a:cubicBezTo>
                    <a:pt x="4835" y="1072"/>
                    <a:pt x="3739" y="0"/>
                    <a:pt x="2406"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0" name="Google Shape;23230;p140"/>
            <p:cNvSpPr/>
            <p:nvPr/>
          </p:nvSpPr>
          <p:spPr>
            <a:xfrm>
              <a:off x="1301608" y="3305149"/>
              <a:ext cx="72426" cy="142706"/>
            </a:xfrm>
            <a:custGeom>
              <a:avLst/>
              <a:gdLst/>
              <a:ahLst/>
              <a:cxnLst/>
              <a:rect l="l" t="t" r="r" b="b"/>
              <a:pathLst>
                <a:path w="2430" h="4788" extrusionOk="0">
                  <a:moveTo>
                    <a:pt x="1" y="0"/>
                  </a:moveTo>
                  <a:lnTo>
                    <a:pt x="1" y="4787"/>
                  </a:lnTo>
                  <a:cubicBezTo>
                    <a:pt x="15" y="4787"/>
                    <a:pt x="30" y="4788"/>
                    <a:pt x="44" y="4788"/>
                  </a:cubicBezTo>
                  <a:cubicBezTo>
                    <a:pt x="1381" y="4788"/>
                    <a:pt x="2430" y="3701"/>
                    <a:pt x="2430" y="2406"/>
                  </a:cubicBezTo>
                  <a:cubicBezTo>
                    <a:pt x="2430" y="1072"/>
                    <a:pt x="1358"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1" name="Google Shape;23231;p140"/>
            <p:cNvSpPr/>
            <p:nvPr/>
          </p:nvSpPr>
          <p:spPr>
            <a:xfrm>
              <a:off x="1248376" y="3323599"/>
              <a:ext cx="106493" cy="106493"/>
            </a:xfrm>
            <a:custGeom>
              <a:avLst/>
              <a:gdLst/>
              <a:ahLst/>
              <a:cxnLst/>
              <a:rect l="l" t="t" r="r" b="b"/>
              <a:pathLst>
                <a:path w="3573" h="3573" extrusionOk="0">
                  <a:moveTo>
                    <a:pt x="1787" y="1"/>
                  </a:moveTo>
                  <a:cubicBezTo>
                    <a:pt x="810" y="1"/>
                    <a:pt x="1" y="810"/>
                    <a:pt x="1" y="1787"/>
                  </a:cubicBezTo>
                  <a:cubicBezTo>
                    <a:pt x="1" y="2763"/>
                    <a:pt x="810" y="3573"/>
                    <a:pt x="1787" y="3573"/>
                  </a:cubicBezTo>
                  <a:cubicBezTo>
                    <a:pt x="2787" y="3573"/>
                    <a:pt x="3573" y="2763"/>
                    <a:pt x="3573" y="1787"/>
                  </a:cubicBezTo>
                  <a:cubicBezTo>
                    <a:pt x="3573" y="810"/>
                    <a:pt x="2787" y="1"/>
                    <a:pt x="178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2" name="Google Shape;23232;p140"/>
            <p:cNvSpPr/>
            <p:nvPr/>
          </p:nvSpPr>
          <p:spPr>
            <a:xfrm>
              <a:off x="1301608" y="3323599"/>
              <a:ext cx="53262" cy="106493"/>
            </a:xfrm>
            <a:custGeom>
              <a:avLst/>
              <a:gdLst/>
              <a:ahLst/>
              <a:cxnLst/>
              <a:rect l="l" t="t" r="r" b="b"/>
              <a:pathLst>
                <a:path w="1787" h="3573" extrusionOk="0">
                  <a:moveTo>
                    <a:pt x="1" y="1"/>
                  </a:moveTo>
                  <a:lnTo>
                    <a:pt x="1" y="3573"/>
                  </a:lnTo>
                  <a:cubicBezTo>
                    <a:pt x="1025" y="3573"/>
                    <a:pt x="1787" y="2763"/>
                    <a:pt x="1787" y="1787"/>
                  </a:cubicBezTo>
                  <a:cubicBezTo>
                    <a:pt x="1787" y="810"/>
                    <a:pt x="1001"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3" name="Google Shape;23233;p140"/>
            <p:cNvSpPr/>
            <p:nvPr/>
          </p:nvSpPr>
          <p:spPr>
            <a:xfrm>
              <a:off x="1284589" y="3335640"/>
              <a:ext cx="40475" cy="83096"/>
            </a:xfrm>
            <a:custGeom>
              <a:avLst/>
              <a:gdLst/>
              <a:ahLst/>
              <a:cxnLst/>
              <a:rect l="l" t="t" r="r" b="b"/>
              <a:pathLst>
                <a:path w="1358" h="2788" extrusionOk="0">
                  <a:moveTo>
                    <a:pt x="429" y="573"/>
                  </a:moveTo>
                  <a:lnTo>
                    <a:pt x="429" y="1025"/>
                  </a:lnTo>
                  <a:cubicBezTo>
                    <a:pt x="405" y="1025"/>
                    <a:pt x="381" y="1002"/>
                    <a:pt x="334" y="1002"/>
                  </a:cubicBezTo>
                  <a:cubicBezTo>
                    <a:pt x="286" y="978"/>
                    <a:pt x="286" y="883"/>
                    <a:pt x="286" y="787"/>
                  </a:cubicBezTo>
                  <a:cubicBezTo>
                    <a:pt x="286" y="740"/>
                    <a:pt x="334" y="644"/>
                    <a:pt x="429" y="573"/>
                  </a:cubicBezTo>
                  <a:close/>
                  <a:moveTo>
                    <a:pt x="762" y="1502"/>
                  </a:moveTo>
                  <a:cubicBezTo>
                    <a:pt x="1001" y="1597"/>
                    <a:pt x="977" y="1811"/>
                    <a:pt x="977" y="1859"/>
                  </a:cubicBezTo>
                  <a:cubicBezTo>
                    <a:pt x="929" y="1978"/>
                    <a:pt x="881" y="2097"/>
                    <a:pt x="762" y="2169"/>
                  </a:cubicBezTo>
                  <a:lnTo>
                    <a:pt x="762" y="1502"/>
                  </a:lnTo>
                  <a:close/>
                  <a:moveTo>
                    <a:pt x="607" y="1"/>
                  </a:moveTo>
                  <a:cubicBezTo>
                    <a:pt x="522" y="1"/>
                    <a:pt x="453" y="78"/>
                    <a:pt x="453" y="168"/>
                  </a:cubicBezTo>
                  <a:lnTo>
                    <a:pt x="453" y="311"/>
                  </a:lnTo>
                  <a:lnTo>
                    <a:pt x="429" y="311"/>
                  </a:lnTo>
                  <a:cubicBezTo>
                    <a:pt x="215" y="383"/>
                    <a:pt x="72" y="549"/>
                    <a:pt x="48" y="764"/>
                  </a:cubicBezTo>
                  <a:cubicBezTo>
                    <a:pt x="0" y="978"/>
                    <a:pt x="72" y="1145"/>
                    <a:pt x="215" y="1264"/>
                  </a:cubicBezTo>
                  <a:cubicBezTo>
                    <a:pt x="286" y="1311"/>
                    <a:pt x="524" y="1407"/>
                    <a:pt x="524" y="1407"/>
                  </a:cubicBezTo>
                  <a:lnTo>
                    <a:pt x="524" y="2216"/>
                  </a:lnTo>
                  <a:cubicBezTo>
                    <a:pt x="429" y="2216"/>
                    <a:pt x="358" y="2192"/>
                    <a:pt x="286" y="2121"/>
                  </a:cubicBezTo>
                  <a:cubicBezTo>
                    <a:pt x="260" y="2112"/>
                    <a:pt x="231" y="2107"/>
                    <a:pt x="202" y="2107"/>
                  </a:cubicBezTo>
                  <a:cubicBezTo>
                    <a:pt x="151" y="2107"/>
                    <a:pt x="102" y="2123"/>
                    <a:pt x="72" y="2169"/>
                  </a:cubicBezTo>
                  <a:cubicBezTo>
                    <a:pt x="0" y="2216"/>
                    <a:pt x="48" y="2311"/>
                    <a:pt x="96" y="2359"/>
                  </a:cubicBezTo>
                  <a:cubicBezTo>
                    <a:pt x="238" y="2478"/>
                    <a:pt x="358" y="2502"/>
                    <a:pt x="524" y="2502"/>
                  </a:cubicBezTo>
                  <a:lnTo>
                    <a:pt x="524" y="2621"/>
                  </a:lnTo>
                  <a:cubicBezTo>
                    <a:pt x="524" y="2716"/>
                    <a:pt x="572" y="2788"/>
                    <a:pt x="667" y="2788"/>
                  </a:cubicBezTo>
                  <a:cubicBezTo>
                    <a:pt x="762" y="2788"/>
                    <a:pt x="810" y="2716"/>
                    <a:pt x="810" y="2621"/>
                  </a:cubicBezTo>
                  <a:lnTo>
                    <a:pt x="810" y="2502"/>
                  </a:lnTo>
                  <a:cubicBezTo>
                    <a:pt x="810" y="2502"/>
                    <a:pt x="1310" y="2192"/>
                    <a:pt x="1358" y="1954"/>
                  </a:cubicBezTo>
                  <a:cubicBezTo>
                    <a:pt x="1334" y="1621"/>
                    <a:pt x="1143" y="1335"/>
                    <a:pt x="858" y="1240"/>
                  </a:cubicBezTo>
                  <a:cubicBezTo>
                    <a:pt x="810" y="1240"/>
                    <a:pt x="762" y="1216"/>
                    <a:pt x="762" y="1216"/>
                  </a:cubicBezTo>
                  <a:lnTo>
                    <a:pt x="762" y="621"/>
                  </a:lnTo>
                  <a:cubicBezTo>
                    <a:pt x="858" y="644"/>
                    <a:pt x="881" y="668"/>
                    <a:pt x="905" y="668"/>
                  </a:cubicBezTo>
                  <a:cubicBezTo>
                    <a:pt x="935" y="698"/>
                    <a:pt x="994" y="729"/>
                    <a:pt x="1051" y="729"/>
                  </a:cubicBezTo>
                  <a:cubicBezTo>
                    <a:pt x="1084" y="729"/>
                    <a:pt x="1117" y="718"/>
                    <a:pt x="1143" y="692"/>
                  </a:cubicBezTo>
                  <a:cubicBezTo>
                    <a:pt x="1215" y="644"/>
                    <a:pt x="1239" y="525"/>
                    <a:pt x="1167" y="454"/>
                  </a:cubicBezTo>
                  <a:cubicBezTo>
                    <a:pt x="1120" y="406"/>
                    <a:pt x="977" y="287"/>
                    <a:pt x="786" y="287"/>
                  </a:cubicBezTo>
                  <a:lnTo>
                    <a:pt x="786" y="168"/>
                  </a:lnTo>
                  <a:cubicBezTo>
                    <a:pt x="786" y="97"/>
                    <a:pt x="762" y="49"/>
                    <a:pt x="691" y="25"/>
                  </a:cubicBezTo>
                  <a:cubicBezTo>
                    <a:pt x="663" y="8"/>
                    <a:pt x="634" y="1"/>
                    <a:pt x="607"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4" name="Google Shape;23234;p140"/>
            <p:cNvSpPr/>
            <p:nvPr/>
          </p:nvSpPr>
          <p:spPr>
            <a:xfrm>
              <a:off x="1303039" y="3334239"/>
              <a:ext cx="22026" cy="85212"/>
            </a:xfrm>
            <a:custGeom>
              <a:avLst/>
              <a:gdLst/>
              <a:ahLst/>
              <a:cxnLst/>
              <a:rect l="l" t="t" r="r" b="b"/>
              <a:pathLst>
                <a:path w="739" h="2859" extrusionOk="0">
                  <a:moveTo>
                    <a:pt x="143" y="1549"/>
                  </a:moveTo>
                  <a:cubicBezTo>
                    <a:pt x="382" y="1644"/>
                    <a:pt x="358" y="1858"/>
                    <a:pt x="358" y="1906"/>
                  </a:cubicBezTo>
                  <a:cubicBezTo>
                    <a:pt x="310" y="2025"/>
                    <a:pt x="262" y="2144"/>
                    <a:pt x="143" y="2216"/>
                  </a:cubicBezTo>
                  <a:lnTo>
                    <a:pt x="143" y="1549"/>
                  </a:lnTo>
                  <a:close/>
                  <a:moveTo>
                    <a:pt x="1" y="1"/>
                  </a:moveTo>
                  <a:lnTo>
                    <a:pt x="1" y="2859"/>
                  </a:lnTo>
                  <a:cubicBezTo>
                    <a:pt x="72" y="2859"/>
                    <a:pt x="143" y="2763"/>
                    <a:pt x="143" y="2716"/>
                  </a:cubicBezTo>
                  <a:lnTo>
                    <a:pt x="143" y="2549"/>
                  </a:lnTo>
                  <a:cubicBezTo>
                    <a:pt x="429" y="2501"/>
                    <a:pt x="643" y="2239"/>
                    <a:pt x="667" y="2001"/>
                  </a:cubicBezTo>
                  <a:cubicBezTo>
                    <a:pt x="739" y="1668"/>
                    <a:pt x="548" y="1382"/>
                    <a:pt x="239" y="1287"/>
                  </a:cubicBezTo>
                  <a:cubicBezTo>
                    <a:pt x="191" y="1287"/>
                    <a:pt x="167" y="1263"/>
                    <a:pt x="120" y="1263"/>
                  </a:cubicBezTo>
                  <a:lnTo>
                    <a:pt x="120" y="620"/>
                  </a:lnTo>
                  <a:cubicBezTo>
                    <a:pt x="191" y="668"/>
                    <a:pt x="239" y="691"/>
                    <a:pt x="239" y="691"/>
                  </a:cubicBezTo>
                  <a:cubicBezTo>
                    <a:pt x="262" y="715"/>
                    <a:pt x="298" y="727"/>
                    <a:pt x="340" y="727"/>
                  </a:cubicBezTo>
                  <a:cubicBezTo>
                    <a:pt x="382" y="727"/>
                    <a:pt x="429" y="715"/>
                    <a:pt x="477" y="691"/>
                  </a:cubicBezTo>
                  <a:cubicBezTo>
                    <a:pt x="524" y="620"/>
                    <a:pt x="524" y="525"/>
                    <a:pt x="501" y="453"/>
                  </a:cubicBezTo>
                  <a:cubicBezTo>
                    <a:pt x="429" y="382"/>
                    <a:pt x="310" y="287"/>
                    <a:pt x="143" y="263"/>
                  </a:cubicBezTo>
                  <a:lnTo>
                    <a:pt x="143" y="144"/>
                  </a:lnTo>
                  <a:cubicBezTo>
                    <a:pt x="143" y="48"/>
                    <a:pt x="72"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35" name="Google Shape;23235;p140"/>
          <p:cNvGrpSpPr/>
          <p:nvPr/>
        </p:nvGrpSpPr>
        <p:grpSpPr>
          <a:xfrm>
            <a:off x="1774698" y="2890435"/>
            <a:ext cx="346745" cy="347619"/>
            <a:chOff x="1774698" y="3042835"/>
            <a:chExt cx="346745" cy="347619"/>
          </a:xfrm>
        </p:grpSpPr>
        <p:sp>
          <p:nvSpPr>
            <p:cNvPr id="23236" name="Google Shape;23236;p140"/>
            <p:cNvSpPr/>
            <p:nvPr/>
          </p:nvSpPr>
          <p:spPr>
            <a:xfrm>
              <a:off x="1863285" y="3254821"/>
              <a:ext cx="61701" cy="47012"/>
            </a:xfrm>
            <a:custGeom>
              <a:avLst/>
              <a:gdLst/>
              <a:ahLst/>
              <a:cxnLst/>
              <a:rect l="l" t="t" r="r" b="b"/>
              <a:pathLst>
                <a:path w="1907" h="1453" extrusionOk="0">
                  <a:moveTo>
                    <a:pt x="1" y="0"/>
                  </a:moveTo>
                  <a:lnTo>
                    <a:pt x="1" y="1453"/>
                  </a:lnTo>
                  <a:lnTo>
                    <a:pt x="1358" y="1453"/>
                  </a:lnTo>
                  <a:cubicBezTo>
                    <a:pt x="1644" y="1453"/>
                    <a:pt x="1882" y="1215"/>
                    <a:pt x="1906" y="953"/>
                  </a:cubicBezTo>
                  <a:lnTo>
                    <a:pt x="1906" y="548"/>
                  </a:lnTo>
                  <a:cubicBezTo>
                    <a:pt x="1906" y="238"/>
                    <a:pt x="1668" y="0"/>
                    <a:pt x="1358"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7" name="Google Shape;23237;p140"/>
            <p:cNvSpPr/>
            <p:nvPr/>
          </p:nvSpPr>
          <p:spPr>
            <a:xfrm>
              <a:off x="1822453" y="3207810"/>
              <a:ext cx="60924" cy="182644"/>
            </a:xfrm>
            <a:custGeom>
              <a:avLst/>
              <a:gdLst/>
              <a:ahLst/>
              <a:cxnLst/>
              <a:rect l="l" t="t" r="r" b="b"/>
              <a:pathLst>
                <a:path w="1883" h="5645" extrusionOk="0">
                  <a:moveTo>
                    <a:pt x="1" y="0"/>
                  </a:moveTo>
                  <a:lnTo>
                    <a:pt x="1" y="4668"/>
                  </a:lnTo>
                  <a:cubicBezTo>
                    <a:pt x="1" y="5168"/>
                    <a:pt x="406" y="5597"/>
                    <a:pt x="906" y="5644"/>
                  </a:cubicBezTo>
                  <a:cubicBezTo>
                    <a:pt x="1430" y="5644"/>
                    <a:pt x="1882" y="5240"/>
                    <a:pt x="1882" y="4692"/>
                  </a:cubicBezTo>
                  <a:lnTo>
                    <a:pt x="1882"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8" name="Google Shape;23238;p140"/>
            <p:cNvSpPr/>
            <p:nvPr/>
          </p:nvSpPr>
          <p:spPr>
            <a:xfrm>
              <a:off x="1774698" y="3112268"/>
              <a:ext cx="130229" cy="114828"/>
            </a:xfrm>
            <a:custGeom>
              <a:avLst/>
              <a:gdLst/>
              <a:ahLst/>
              <a:cxnLst/>
              <a:rect l="l" t="t" r="r" b="b"/>
              <a:pathLst>
                <a:path w="4025" h="3549" extrusionOk="0">
                  <a:moveTo>
                    <a:pt x="1810" y="0"/>
                  </a:moveTo>
                  <a:cubicBezTo>
                    <a:pt x="810" y="0"/>
                    <a:pt x="0" y="834"/>
                    <a:pt x="24" y="1858"/>
                  </a:cubicBezTo>
                  <a:cubicBezTo>
                    <a:pt x="48" y="2811"/>
                    <a:pt x="858" y="3549"/>
                    <a:pt x="1810" y="3549"/>
                  </a:cubicBezTo>
                  <a:lnTo>
                    <a:pt x="3691" y="3549"/>
                  </a:lnTo>
                  <a:cubicBezTo>
                    <a:pt x="3834" y="3549"/>
                    <a:pt x="3977" y="3430"/>
                    <a:pt x="4025" y="3239"/>
                  </a:cubicBezTo>
                  <a:lnTo>
                    <a:pt x="4025" y="334"/>
                  </a:lnTo>
                  <a:cubicBezTo>
                    <a:pt x="4025" y="143"/>
                    <a:pt x="3858" y="0"/>
                    <a:pt x="3691"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9" name="Google Shape;23239;p140"/>
            <p:cNvSpPr/>
            <p:nvPr/>
          </p:nvSpPr>
          <p:spPr>
            <a:xfrm>
              <a:off x="1775474" y="3169276"/>
              <a:ext cx="127932" cy="57818"/>
            </a:xfrm>
            <a:custGeom>
              <a:avLst/>
              <a:gdLst/>
              <a:ahLst/>
              <a:cxnLst/>
              <a:rect l="l" t="t" r="r" b="b"/>
              <a:pathLst>
                <a:path w="3954" h="1787" extrusionOk="0">
                  <a:moveTo>
                    <a:pt x="0" y="1"/>
                  </a:moveTo>
                  <a:cubicBezTo>
                    <a:pt x="0" y="1001"/>
                    <a:pt x="786" y="1787"/>
                    <a:pt x="1762" y="1787"/>
                  </a:cubicBezTo>
                  <a:lnTo>
                    <a:pt x="3644" y="1787"/>
                  </a:lnTo>
                  <a:cubicBezTo>
                    <a:pt x="3810" y="1787"/>
                    <a:pt x="3953" y="1644"/>
                    <a:pt x="3953" y="1453"/>
                  </a:cubicBezTo>
                  <a:lnTo>
                    <a:pt x="3953"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0" name="Google Shape;23240;p140"/>
            <p:cNvSpPr/>
            <p:nvPr/>
          </p:nvSpPr>
          <p:spPr>
            <a:xfrm>
              <a:off x="1894119" y="3061407"/>
              <a:ext cx="169540" cy="218849"/>
            </a:xfrm>
            <a:custGeom>
              <a:avLst/>
              <a:gdLst/>
              <a:ahLst/>
              <a:cxnLst/>
              <a:rect l="l" t="t" r="r" b="b"/>
              <a:pathLst>
                <a:path w="5240" h="6764" extrusionOk="0">
                  <a:moveTo>
                    <a:pt x="5240" y="1"/>
                  </a:moveTo>
                  <a:cubicBezTo>
                    <a:pt x="3811" y="1049"/>
                    <a:pt x="2072" y="1596"/>
                    <a:pt x="286" y="1596"/>
                  </a:cubicBezTo>
                  <a:lnTo>
                    <a:pt x="0" y="1596"/>
                  </a:lnTo>
                  <a:lnTo>
                    <a:pt x="0" y="5145"/>
                  </a:lnTo>
                  <a:lnTo>
                    <a:pt x="286" y="5145"/>
                  </a:lnTo>
                  <a:cubicBezTo>
                    <a:pt x="2072" y="5145"/>
                    <a:pt x="3787" y="5716"/>
                    <a:pt x="5240" y="6764"/>
                  </a:cubicBezTo>
                  <a:lnTo>
                    <a:pt x="5240"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1" name="Google Shape;23241;p140"/>
            <p:cNvSpPr/>
            <p:nvPr/>
          </p:nvSpPr>
          <p:spPr>
            <a:xfrm>
              <a:off x="1894119" y="3170053"/>
              <a:ext cx="169540" cy="110201"/>
            </a:xfrm>
            <a:custGeom>
              <a:avLst/>
              <a:gdLst/>
              <a:ahLst/>
              <a:cxnLst/>
              <a:rect l="l" t="t" r="r" b="b"/>
              <a:pathLst>
                <a:path w="5240" h="3406" extrusionOk="0">
                  <a:moveTo>
                    <a:pt x="0" y="1"/>
                  </a:moveTo>
                  <a:lnTo>
                    <a:pt x="0" y="1787"/>
                  </a:lnTo>
                  <a:lnTo>
                    <a:pt x="286" y="1787"/>
                  </a:lnTo>
                  <a:cubicBezTo>
                    <a:pt x="2072" y="1787"/>
                    <a:pt x="3811" y="2358"/>
                    <a:pt x="5240" y="3406"/>
                  </a:cubicBezTo>
                  <a:lnTo>
                    <a:pt x="5240"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2" name="Google Shape;23242;p140"/>
            <p:cNvSpPr/>
            <p:nvPr/>
          </p:nvSpPr>
          <p:spPr>
            <a:xfrm>
              <a:off x="2074431" y="3113044"/>
              <a:ext cx="47012" cy="111754"/>
            </a:xfrm>
            <a:custGeom>
              <a:avLst/>
              <a:gdLst/>
              <a:ahLst/>
              <a:cxnLst/>
              <a:rect l="l" t="t" r="r" b="b"/>
              <a:pathLst>
                <a:path w="1453" h="3454" extrusionOk="0">
                  <a:moveTo>
                    <a:pt x="0" y="0"/>
                  </a:moveTo>
                  <a:lnTo>
                    <a:pt x="0" y="3453"/>
                  </a:lnTo>
                  <a:lnTo>
                    <a:pt x="1262" y="2834"/>
                  </a:lnTo>
                  <a:cubicBezTo>
                    <a:pt x="1381" y="2810"/>
                    <a:pt x="1453" y="2691"/>
                    <a:pt x="1453" y="2572"/>
                  </a:cubicBezTo>
                  <a:lnTo>
                    <a:pt x="1453" y="905"/>
                  </a:lnTo>
                  <a:cubicBezTo>
                    <a:pt x="1453" y="786"/>
                    <a:pt x="1381" y="691"/>
                    <a:pt x="1262" y="643"/>
                  </a:cubicBezTo>
                  <a:lnTo>
                    <a:pt x="0"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3" name="Google Shape;23243;p140"/>
            <p:cNvSpPr/>
            <p:nvPr/>
          </p:nvSpPr>
          <p:spPr>
            <a:xfrm>
              <a:off x="2074431" y="3170829"/>
              <a:ext cx="47012" cy="56265"/>
            </a:xfrm>
            <a:custGeom>
              <a:avLst/>
              <a:gdLst/>
              <a:ahLst/>
              <a:cxnLst/>
              <a:rect l="l" t="t" r="r" b="b"/>
              <a:pathLst>
                <a:path w="1453" h="1739" extrusionOk="0">
                  <a:moveTo>
                    <a:pt x="0" y="0"/>
                  </a:moveTo>
                  <a:lnTo>
                    <a:pt x="0" y="1739"/>
                  </a:lnTo>
                  <a:lnTo>
                    <a:pt x="1262" y="1120"/>
                  </a:lnTo>
                  <a:cubicBezTo>
                    <a:pt x="1381" y="1048"/>
                    <a:pt x="1453" y="953"/>
                    <a:pt x="1453" y="834"/>
                  </a:cubicBezTo>
                  <a:lnTo>
                    <a:pt x="1453" y="0"/>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4" name="Google Shape;23244;p140"/>
            <p:cNvSpPr/>
            <p:nvPr/>
          </p:nvSpPr>
          <p:spPr>
            <a:xfrm>
              <a:off x="2059774" y="3042835"/>
              <a:ext cx="20060" cy="252919"/>
            </a:xfrm>
            <a:custGeom>
              <a:avLst/>
              <a:gdLst/>
              <a:ahLst/>
              <a:cxnLst/>
              <a:rect l="l" t="t" r="r" b="b"/>
              <a:pathLst>
                <a:path w="620" h="7817" extrusionOk="0">
                  <a:moveTo>
                    <a:pt x="304" y="1"/>
                  </a:moveTo>
                  <a:cubicBezTo>
                    <a:pt x="291" y="1"/>
                    <a:pt x="277" y="1"/>
                    <a:pt x="263" y="3"/>
                  </a:cubicBezTo>
                  <a:cubicBezTo>
                    <a:pt x="120" y="27"/>
                    <a:pt x="1" y="194"/>
                    <a:pt x="1" y="337"/>
                  </a:cubicBezTo>
                  <a:lnTo>
                    <a:pt x="1" y="7505"/>
                  </a:lnTo>
                  <a:cubicBezTo>
                    <a:pt x="1" y="7695"/>
                    <a:pt x="120" y="7814"/>
                    <a:pt x="263" y="7814"/>
                  </a:cubicBezTo>
                  <a:cubicBezTo>
                    <a:pt x="278" y="7816"/>
                    <a:pt x="294" y="7817"/>
                    <a:pt x="309" y="7817"/>
                  </a:cubicBezTo>
                  <a:cubicBezTo>
                    <a:pt x="497" y="7817"/>
                    <a:pt x="620" y="7681"/>
                    <a:pt x="620" y="7505"/>
                  </a:cubicBezTo>
                  <a:lnTo>
                    <a:pt x="620" y="289"/>
                  </a:lnTo>
                  <a:cubicBezTo>
                    <a:pt x="620" y="135"/>
                    <a:pt x="477" y="1"/>
                    <a:pt x="304"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5" name="Google Shape;23245;p140"/>
            <p:cNvSpPr/>
            <p:nvPr/>
          </p:nvSpPr>
          <p:spPr>
            <a:xfrm>
              <a:off x="2059774" y="3170053"/>
              <a:ext cx="20060" cy="126476"/>
            </a:xfrm>
            <a:custGeom>
              <a:avLst/>
              <a:gdLst/>
              <a:ahLst/>
              <a:cxnLst/>
              <a:rect l="l" t="t" r="r" b="b"/>
              <a:pathLst>
                <a:path w="620" h="3909" extrusionOk="0">
                  <a:moveTo>
                    <a:pt x="1" y="1"/>
                  </a:moveTo>
                  <a:lnTo>
                    <a:pt x="1" y="3573"/>
                  </a:lnTo>
                  <a:cubicBezTo>
                    <a:pt x="1" y="3716"/>
                    <a:pt x="120" y="3882"/>
                    <a:pt x="263" y="3906"/>
                  </a:cubicBezTo>
                  <a:cubicBezTo>
                    <a:pt x="277" y="3908"/>
                    <a:pt x="290" y="3909"/>
                    <a:pt x="304" y="3909"/>
                  </a:cubicBezTo>
                  <a:cubicBezTo>
                    <a:pt x="477" y="3909"/>
                    <a:pt x="620" y="3773"/>
                    <a:pt x="620" y="3596"/>
                  </a:cubicBezTo>
                  <a:lnTo>
                    <a:pt x="620" y="1"/>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46" name="Google Shape;23246;p140"/>
          <p:cNvGrpSpPr/>
          <p:nvPr/>
        </p:nvGrpSpPr>
        <p:grpSpPr>
          <a:xfrm>
            <a:off x="2542893" y="2891276"/>
            <a:ext cx="319018" cy="346001"/>
            <a:chOff x="2542893" y="3043676"/>
            <a:chExt cx="319018" cy="346001"/>
          </a:xfrm>
        </p:grpSpPr>
        <p:sp>
          <p:nvSpPr>
            <p:cNvPr id="23247" name="Google Shape;23247;p140"/>
            <p:cNvSpPr/>
            <p:nvPr/>
          </p:nvSpPr>
          <p:spPr>
            <a:xfrm>
              <a:off x="2564474" y="3045974"/>
              <a:ext cx="168764" cy="141909"/>
            </a:xfrm>
            <a:custGeom>
              <a:avLst/>
              <a:gdLst/>
              <a:ahLst/>
              <a:cxnLst/>
              <a:rect l="l" t="t" r="r" b="b"/>
              <a:pathLst>
                <a:path w="5216" h="4386" extrusionOk="0">
                  <a:moveTo>
                    <a:pt x="2613" y="0"/>
                  </a:moveTo>
                  <a:cubicBezTo>
                    <a:pt x="2584" y="0"/>
                    <a:pt x="2554" y="0"/>
                    <a:pt x="2524" y="1"/>
                  </a:cubicBezTo>
                  <a:cubicBezTo>
                    <a:pt x="1119" y="49"/>
                    <a:pt x="0" y="1216"/>
                    <a:pt x="0" y="2645"/>
                  </a:cubicBezTo>
                  <a:lnTo>
                    <a:pt x="0" y="4074"/>
                  </a:lnTo>
                  <a:cubicBezTo>
                    <a:pt x="0" y="4250"/>
                    <a:pt x="143" y="4386"/>
                    <a:pt x="316" y="4386"/>
                  </a:cubicBezTo>
                  <a:cubicBezTo>
                    <a:pt x="329" y="4386"/>
                    <a:pt x="343" y="4385"/>
                    <a:pt x="357" y="4383"/>
                  </a:cubicBezTo>
                  <a:cubicBezTo>
                    <a:pt x="500" y="4336"/>
                    <a:pt x="619" y="4193"/>
                    <a:pt x="619" y="4050"/>
                  </a:cubicBezTo>
                  <a:lnTo>
                    <a:pt x="619" y="2573"/>
                  </a:lnTo>
                  <a:cubicBezTo>
                    <a:pt x="619" y="1482"/>
                    <a:pt x="1502" y="595"/>
                    <a:pt x="2583" y="595"/>
                  </a:cubicBezTo>
                  <a:cubicBezTo>
                    <a:pt x="2611" y="595"/>
                    <a:pt x="2639" y="596"/>
                    <a:pt x="2667" y="597"/>
                  </a:cubicBezTo>
                  <a:cubicBezTo>
                    <a:pt x="3739" y="621"/>
                    <a:pt x="4572" y="1502"/>
                    <a:pt x="4572" y="2573"/>
                  </a:cubicBezTo>
                  <a:lnTo>
                    <a:pt x="4572" y="4026"/>
                  </a:lnTo>
                  <a:cubicBezTo>
                    <a:pt x="4572" y="4180"/>
                    <a:pt x="4736" y="4314"/>
                    <a:pt x="4892" y="4314"/>
                  </a:cubicBezTo>
                  <a:cubicBezTo>
                    <a:pt x="4905" y="4314"/>
                    <a:pt x="4917" y="4314"/>
                    <a:pt x="4930" y="4312"/>
                  </a:cubicBezTo>
                  <a:cubicBezTo>
                    <a:pt x="5096" y="4288"/>
                    <a:pt x="5192" y="4145"/>
                    <a:pt x="5215" y="4074"/>
                  </a:cubicBezTo>
                  <a:lnTo>
                    <a:pt x="5215" y="2621"/>
                  </a:lnTo>
                  <a:cubicBezTo>
                    <a:pt x="5215" y="1150"/>
                    <a:pt x="4071" y="0"/>
                    <a:pt x="261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8" name="Google Shape;23248;p140"/>
            <p:cNvSpPr/>
            <p:nvPr/>
          </p:nvSpPr>
          <p:spPr>
            <a:xfrm>
              <a:off x="2647690" y="3043676"/>
              <a:ext cx="84770" cy="141909"/>
            </a:xfrm>
            <a:custGeom>
              <a:avLst/>
              <a:gdLst/>
              <a:ahLst/>
              <a:cxnLst/>
              <a:rect l="l" t="t" r="r" b="b"/>
              <a:pathLst>
                <a:path w="2620" h="4386" extrusionOk="0">
                  <a:moveTo>
                    <a:pt x="0" y="1"/>
                  </a:moveTo>
                  <a:lnTo>
                    <a:pt x="0" y="644"/>
                  </a:lnTo>
                  <a:cubicBezTo>
                    <a:pt x="28" y="643"/>
                    <a:pt x="56" y="642"/>
                    <a:pt x="84" y="642"/>
                  </a:cubicBezTo>
                  <a:cubicBezTo>
                    <a:pt x="1163" y="642"/>
                    <a:pt x="2000" y="1529"/>
                    <a:pt x="2000" y="2597"/>
                  </a:cubicBezTo>
                  <a:lnTo>
                    <a:pt x="2000" y="4049"/>
                  </a:lnTo>
                  <a:cubicBezTo>
                    <a:pt x="2000" y="4216"/>
                    <a:pt x="2120" y="4359"/>
                    <a:pt x="2286" y="4383"/>
                  </a:cubicBezTo>
                  <a:cubicBezTo>
                    <a:pt x="2299" y="4385"/>
                    <a:pt x="2311" y="4385"/>
                    <a:pt x="2323" y="4385"/>
                  </a:cubicBezTo>
                  <a:cubicBezTo>
                    <a:pt x="2477" y="4385"/>
                    <a:pt x="2620" y="4251"/>
                    <a:pt x="2620" y="4097"/>
                  </a:cubicBezTo>
                  <a:lnTo>
                    <a:pt x="2620" y="2621"/>
                  </a:lnTo>
                  <a:cubicBezTo>
                    <a:pt x="2620" y="1192"/>
                    <a:pt x="1477" y="1"/>
                    <a:pt x="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9" name="Google Shape;23249;p140"/>
            <p:cNvSpPr/>
            <p:nvPr/>
          </p:nvSpPr>
          <p:spPr>
            <a:xfrm>
              <a:off x="2542893" y="3164649"/>
              <a:ext cx="211149" cy="183420"/>
            </a:xfrm>
            <a:custGeom>
              <a:avLst/>
              <a:gdLst/>
              <a:ahLst/>
              <a:cxnLst/>
              <a:rect l="l" t="t" r="r" b="b"/>
              <a:pathLst>
                <a:path w="6526" h="5669" extrusionOk="0">
                  <a:moveTo>
                    <a:pt x="334" y="1"/>
                  </a:moveTo>
                  <a:cubicBezTo>
                    <a:pt x="167" y="1"/>
                    <a:pt x="0" y="144"/>
                    <a:pt x="0" y="310"/>
                  </a:cubicBezTo>
                  <a:lnTo>
                    <a:pt x="0" y="5359"/>
                  </a:lnTo>
                  <a:cubicBezTo>
                    <a:pt x="0" y="5526"/>
                    <a:pt x="167" y="5669"/>
                    <a:pt x="334" y="5669"/>
                  </a:cubicBezTo>
                  <a:lnTo>
                    <a:pt x="6192" y="5669"/>
                  </a:lnTo>
                  <a:cubicBezTo>
                    <a:pt x="6383" y="5669"/>
                    <a:pt x="6502" y="5526"/>
                    <a:pt x="6525" y="5359"/>
                  </a:cubicBezTo>
                  <a:lnTo>
                    <a:pt x="6525" y="310"/>
                  </a:lnTo>
                  <a:cubicBezTo>
                    <a:pt x="6525" y="144"/>
                    <a:pt x="6383" y="1"/>
                    <a:pt x="6192"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0" name="Google Shape;23250;p140"/>
            <p:cNvSpPr/>
            <p:nvPr/>
          </p:nvSpPr>
          <p:spPr>
            <a:xfrm>
              <a:off x="2649211" y="3165426"/>
              <a:ext cx="104830" cy="182644"/>
            </a:xfrm>
            <a:custGeom>
              <a:avLst/>
              <a:gdLst/>
              <a:ahLst/>
              <a:cxnLst/>
              <a:rect l="l" t="t" r="r" b="b"/>
              <a:pathLst>
                <a:path w="3240" h="5645" extrusionOk="0">
                  <a:moveTo>
                    <a:pt x="1" y="1"/>
                  </a:moveTo>
                  <a:lnTo>
                    <a:pt x="1" y="5645"/>
                  </a:lnTo>
                  <a:lnTo>
                    <a:pt x="2906" y="5645"/>
                  </a:lnTo>
                  <a:cubicBezTo>
                    <a:pt x="3097" y="5645"/>
                    <a:pt x="3239" y="5502"/>
                    <a:pt x="3239" y="5335"/>
                  </a:cubicBezTo>
                  <a:lnTo>
                    <a:pt x="3239" y="286"/>
                  </a:lnTo>
                  <a:cubicBezTo>
                    <a:pt x="3216" y="144"/>
                    <a:pt x="3097" y="1"/>
                    <a:pt x="2906"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1" name="Google Shape;23251;p140"/>
            <p:cNvSpPr/>
            <p:nvPr/>
          </p:nvSpPr>
          <p:spPr>
            <a:xfrm>
              <a:off x="2616856" y="3211660"/>
              <a:ext cx="62445" cy="95674"/>
            </a:xfrm>
            <a:custGeom>
              <a:avLst/>
              <a:gdLst/>
              <a:ahLst/>
              <a:cxnLst/>
              <a:rect l="l" t="t" r="r" b="b"/>
              <a:pathLst>
                <a:path w="1930" h="2957" extrusionOk="0">
                  <a:moveTo>
                    <a:pt x="929" y="1"/>
                  </a:moveTo>
                  <a:cubicBezTo>
                    <a:pt x="453" y="24"/>
                    <a:pt x="72" y="405"/>
                    <a:pt x="48" y="882"/>
                  </a:cubicBezTo>
                  <a:cubicBezTo>
                    <a:pt x="0" y="1334"/>
                    <a:pt x="286" y="1691"/>
                    <a:pt x="667" y="1834"/>
                  </a:cubicBezTo>
                  <a:lnTo>
                    <a:pt x="667" y="2620"/>
                  </a:lnTo>
                  <a:cubicBezTo>
                    <a:pt x="667" y="2763"/>
                    <a:pt x="786" y="2906"/>
                    <a:pt x="929" y="2953"/>
                  </a:cubicBezTo>
                  <a:cubicBezTo>
                    <a:pt x="943" y="2955"/>
                    <a:pt x="957" y="2956"/>
                    <a:pt x="971" y="2956"/>
                  </a:cubicBezTo>
                  <a:cubicBezTo>
                    <a:pt x="1143" y="2956"/>
                    <a:pt x="1286" y="2820"/>
                    <a:pt x="1286" y="2644"/>
                  </a:cubicBezTo>
                  <a:lnTo>
                    <a:pt x="1286" y="1882"/>
                  </a:lnTo>
                  <a:cubicBezTo>
                    <a:pt x="1644" y="1715"/>
                    <a:pt x="1929" y="1358"/>
                    <a:pt x="1929" y="953"/>
                  </a:cubicBezTo>
                  <a:cubicBezTo>
                    <a:pt x="1929" y="405"/>
                    <a:pt x="1477" y="1"/>
                    <a:pt x="92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2" name="Google Shape;23252;p140"/>
            <p:cNvSpPr/>
            <p:nvPr/>
          </p:nvSpPr>
          <p:spPr>
            <a:xfrm>
              <a:off x="2649211" y="3211660"/>
              <a:ext cx="30867" cy="95577"/>
            </a:xfrm>
            <a:custGeom>
              <a:avLst/>
              <a:gdLst/>
              <a:ahLst/>
              <a:cxnLst/>
              <a:rect l="l" t="t" r="r" b="b"/>
              <a:pathLst>
                <a:path w="954" h="2954" extrusionOk="0">
                  <a:moveTo>
                    <a:pt x="1" y="1"/>
                  </a:moveTo>
                  <a:lnTo>
                    <a:pt x="1" y="2953"/>
                  </a:lnTo>
                  <a:cubicBezTo>
                    <a:pt x="167" y="2953"/>
                    <a:pt x="334" y="2787"/>
                    <a:pt x="334" y="2620"/>
                  </a:cubicBezTo>
                  <a:lnTo>
                    <a:pt x="334" y="1834"/>
                  </a:lnTo>
                  <a:cubicBezTo>
                    <a:pt x="691" y="1715"/>
                    <a:pt x="953" y="1358"/>
                    <a:pt x="953" y="953"/>
                  </a:cubicBezTo>
                  <a:cubicBezTo>
                    <a:pt x="953" y="453"/>
                    <a:pt x="525"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3" name="Google Shape;23253;p140"/>
            <p:cNvSpPr/>
            <p:nvPr/>
          </p:nvSpPr>
          <p:spPr>
            <a:xfrm>
              <a:off x="2706219" y="3233241"/>
              <a:ext cx="155692" cy="156436"/>
            </a:xfrm>
            <a:custGeom>
              <a:avLst/>
              <a:gdLst/>
              <a:ahLst/>
              <a:cxnLst/>
              <a:rect l="l" t="t" r="r" b="b"/>
              <a:pathLst>
                <a:path w="4812" h="4835" extrusionOk="0">
                  <a:moveTo>
                    <a:pt x="2406" y="0"/>
                  </a:moveTo>
                  <a:cubicBezTo>
                    <a:pt x="1073" y="0"/>
                    <a:pt x="1" y="1096"/>
                    <a:pt x="1" y="2429"/>
                  </a:cubicBezTo>
                  <a:cubicBezTo>
                    <a:pt x="1" y="3763"/>
                    <a:pt x="1073" y="4835"/>
                    <a:pt x="2406" y="4835"/>
                  </a:cubicBezTo>
                  <a:cubicBezTo>
                    <a:pt x="3740" y="4835"/>
                    <a:pt x="4811" y="3763"/>
                    <a:pt x="4811" y="2429"/>
                  </a:cubicBezTo>
                  <a:cubicBezTo>
                    <a:pt x="4811" y="1096"/>
                    <a:pt x="3740" y="0"/>
                    <a:pt x="2406"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4" name="Google Shape;23254;p140"/>
            <p:cNvSpPr/>
            <p:nvPr/>
          </p:nvSpPr>
          <p:spPr>
            <a:xfrm>
              <a:off x="2784065" y="3234017"/>
              <a:ext cx="77846" cy="154916"/>
            </a:xfrm>
            <a:custGeom>
              <a:avLst/>
              <a:gdLst/>
              <a:ahLst/>
              <a:cxnLst/>
              <a:rect l="l" t="t" r="r" b="b"/>
              <a:pathLst>
                <a:path w="2406" h="4788" extrusionOk="0">
                  <a:moveTo>
                    <a:pt x="0" y="0"/>
                  </a:moveTo>
                  <a:lnTo>
                    <a:pt x="0" y="4787"/>
                  </a:lnTo>
                  <a:cubicBezTo>
                    <a:pt x="15" y="4787"/>
                    <a:pt x="29" y="4787"/>
                    <a:pt x="44" y="4787"/>
                  </a:cubicBezTo>
                  <a:cubicBezTo>
                    <a:pt x="1357" y="4787"/>
                    <a:pt x="2405" y="3724"/>
                    <a:pt x="2405" y="2405"/>
                  </a:cubicBezTo>
                  <a:cubicBezTo>
                    <a:pt x="2405" y="1072"/>
                    <a:pt x="1334"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5" name="Google Shape;23255;p140"/>
            <p:cNvSpPr/>
            <p:nvPr/>
          </p:nvSpPr>
          <p:spPr>
            <a:xfrm>
              <a:off x="2726279" y="3254045"/>
              <a:ext cx="115604" cy="115604"/>
            </a:xfrm>
            <a:custGeom>
              <a:avLst/>
              <a:gdLst/>
              <a:ahLst/>
              <a:cxnLst/>
              <a:rect l="l" t="t" r="r" b="b"/>
              <a:pathLst>
                <a:path w="3573" h="3573" extrusionOk="0">
                  <a:moveTo>
                    <a:pt x="1786" y="0"/>
                  </a:moveTo>
                  <a:cubicBezTo>
                    <a:pt x="786" y="0"/>
                    <a:pt x="0" y="786"/>
                    <a:pt x="0" y="1786"/>
                  </a:cubicBezTo>
                  <a:cubicBezTo>
                    <a:pt x="0" y="2763"/>
                    <a:pt x="786" y="3572"/>
                    <a:pt x="1786" y="3572"/>
                  </a:cubicBezTo>
                  <a:cubicBezTo>
                    <a:pt x="2763" y="3572"/>
                    <a:pt x="3572" y="2763"/>
                    <a:pt x="3572" y="1786"/>
                  </a:cubicBezTo>
                  <a:cubicBezTo>
                    <a:pt x="3572" y="786"/>
                    <a:pt x="2763" y="0"/>
                    <a:pt x="1786"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6" name="Google Shape;23256;p140"/>
            <p:cNvSpPr/>
            <p:nvPr/>
          </p:nvSpPr>
          <p:spPr>
            <a:xfrm>
              <a:off x="2784065" y="3254045"/>
              <a:ext cx="57818" cy="114860"/>
            </a:xfrm>
            <a:custGeom>
              <a:avLst/>
              <a:gdLst/>
              <a:ahLst/>
              <a:cxnLst/>
              <a:rect l="l" t="t" r="r" b="b"/>
              <a:pathLst>
                <a:path w="1787" h="3550" extrusionOk="0">
                  <a:moveTo>
                    <a:pt x="0" y="0"/>
                  </a:moveTo>
                  <a:lnTo>
                    <a:pt x="0" y="3549"/>
                  </a:lnTo>
                  <a:cubicBezTo>
                    <a:pt x="14" y="3549"/>
                    <a:pt x="28" y="3549"/>
                    <a:pt x="42" y="3549"/>
                  </a:cubicBezTo>
                  <a:cubicBezTo>
                    <a:pt x="1000" y="3549"/>
                    <a:pt x="1786" y="2749"/>
                    <a:pt x="1786" y="1786"/>
                  </a:cubicBezTo>
                  <a:cubicBezTo>
                    <a:pt x="1786" y="810"/>
                    <a:pt x="977" y="0"/>
                    <a:pt x="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7" name="Google Shape;23257;p140"/>
            <p:cNvSpPr/>
            <p:nvPr/>
          </p:nvSpPr>
          <p:spPr>
            <a:xfrm>
              <a:off x="2760931" y="3266372"/>
              <a:ext cx="47044" cy="88620"/>
            </a:xfrm>
            <a:custGeom>
              <a:avLst/>
              <a:gdLst/>
              <a:ahLst/>
              <a:cxnLst/>
              <a:rect l="l" t="t" r="r" b="b"/>
              <a:pathLst>
                <a:path w="1454" h="2739" extrusionOk="0">
                  <a:moveTo>
                    <a:pt x="572" y="596"/>
                  </a:moveTo>
                  <a:lnTo>
                    <a:pt x="572" y="1048"/>
                  </a:lnTo>
                  <a:cubicBezTo>
                    <a:pt x="501" y="1048"/>
                    <a:pt x="477" y="1024"/>
                    <a:pt x="477" y="1024"/>
                  </a:cubicBezTo>
                  <a:cubicBezTo>
                    <a:pt x="406" y="977"/>
                    <a:pt x="406" y="905"/>
                    <a:pt x="406" y="810"/>
                  </a:cubicBezTo>
                  <a:cubicBezTo>
                    <a:pt x="406" y="739"/>
                    <a:pt x="477" y="667"/>
                    <a:pt x="572" y="596"/>
                  </a:cubicBezTo>
                  <a:close/>
                  <a:moveTo>
                    <a:pt x="858" y="1548"/>
                  </a:moveTo>
                  <a:cubicBezTo>
                    <a:pt x="1096" y="1644"/>
                    <a:pt x="1096" y="1858"/>
                    <a:pt x="1072" y="1905"/>
                  </a:cubicBezTo>
                  <a:cubicBezTo>
                    <a:pt x="1025" y="2025"/>
                    <a:pt x="977" y="2144"/>
                    <a:pt x="858" y="2215"/>
                  </a:cubicBezTo>
                  <a:lnTo>
                    <a:pt x="858" y="1548"/>
                  </a:lnTo>
                  <a:close/>
                  <a:moveTo>
                    <a:pt x="715" y="0"/>
                  </a:moveTo>
                  <a:cubicBezTo>
                    <a:pt x="620" y="0"/>
                    <a:pt x="525" y="48"/>
                    <a:pt x="525" y="143"/>
                  </a:cubicBezTo>
                  <a:lnTo>
                    <a:pt x="525" y="262"/>
                  </a:lnTo>
                  <a:lnTo>
                    <a:pt x="477" y="262"/>
                  </a:lnTo>
                  <a:cubicBezTo>
                    <a:pt x="263" y="334"/>
                    <a:pt x="120" y="500"/>
                    <a:pt x="96" y="715"/>
                  </a:cubicBezTo>
                  <a:cubicBezTo>
                    <a:pt x="48" y="929"/>
                    <a:pt x="120" y="1096"/>
                    <a:pt x="263" y="1215"/>
                  </a:cubicBezTo>
                  <a:cubicBezTo>
                    <a:pt x="334" y="1286"/>
                    <a:pt x="406" y="1334"/>
                    <a:pt x="525" y="1358"/>
                  </a:cubicBezTo>
                  <a:lnTo>
                    <a:pt x="525" y="2167"/>
                  </a:lnTo>
                  <a:cubicBezTo>
                    <a:pt x="453" y="2167"/>
                    <a:pt x="382" y="2144"/>
                    <a:pt x="263" y="2048"/>
                  </a:cubicBezTo>
                  <a:cubicBezTo>
                    <a:pt x="245" y="2040"/>
                    <a:pt x="221" y="2034"/>
                    <a:pt x="195" y="2034"/>
                  </a:cubicBezTo>
                  <a:cubicBezTo>
                    <a:pt x="149" y="2034"/>
                    <a:pt x="94" y="2051"/>
                    <a:pt x="48" y="2096"/>
                  </a:cubicBezTo>
                  <a:cubicBezTo>
                    <a:pt x="1" y="2144"/>
                    <a:pt x="1" y="2263"/>
                    <a:pt x="96" y="2334"/>
                  </a:cubicBezTo>
                  <a:cubicBezTo>
                    <a:pt x="263" y="2429"/>
                    <a:pt x="382" y="2477"/>
                    <a:pt x="525" y="2477"/>
                  </a:cubicBezTo>
                  <a:lnTo>
                    <a:pt x="525" y="2596"/>
                  </a:lnTo>
                  <a:cubicBezTo>
                    <a:pt x="525" y="2691"/>
                    <a:pt x="596" y="2739"/>
                    <a:pt x="691" y="2739"/>
                  </a:cubicBezTo>
                  <a:cubicBezTo>
                    <a:pt x="763" y="2739"/>
                    <a:pt x="858" y="2691"/>
                    <a:pt x="858" y="2596"/>
                  </a:cubicBezTo>
                  <a:lnTo>
                    <a:pt x="858" y="2501"/>
                  </a:lnTo>
                  <a:cubicBezTo>
                    <a:pt x="1168" y="2453"/>
                    <a:pt x="1334" y="2167"/>
                    <a:pt x="1406" y="1929"/>
                  </a:cubicBezTo>
                  <a:cubicBezTo>
                    <a:pt x="1453" y="1644"/>
                    <a:pt x="1287" y="1334"/>
                    <a:pt x="977" y="1262"/>
                  </a:cubicBezTo>
                  <a:cubicBezTo>
                    <a:pt x="953" y="1262"/>
                    <a:pt x="930" y="1215"/>
                    <a:pt x="858" y="1215"/>
                  </a:cubicBezTo>
                  <a:lnTo>
                    <a:pt x="858" y="596"/>
                  </a:lnTo>
                  <a:cubicBezTo>
                    <a:pt x="953" y="619"/>
                    <a:pt x="977" y="643"/>
                    <a:pt x="977" y="643"/>
                  </a:cubicBezTo>
                  <a:cubicBezTo>
                    <a:pt x="1013" y="679"/>
                    <a:pt x="1049" y="697"/>
                    <a:pt x="1084" y="697"/>
                  </a:cubicBezTo>
                  <a:cubicBezTo>
                    <a:pt x="1120" y="697"/>
                    <a:pt x="1156" y="679"/>
                    <a:pt x="1191" y="643"/>
                  </a:cubicBezTo>
                  <a:cubicBezTo>
                    <a:pt x="1239" y="596"/>
                    <a:pt x="1239" y="500"/>
                    <a:pt x="1215" y="453"/>
                  </a:cubicBezTo>
                  <a:cubicBezTo>
                    <a:pt x="1168" y="381"/>
                    <a:pt x="1049" y="310"/>
                    <a:pt x="858" y="262"/>
                  </a:cubicBezTo>
                  <a:lnTo>
                    <a:pt x="858" y="143"/>
                  </a:lnTo>
                  <a:cubicBezTo>
                    <a:pt x="858" y="48"/>
                    <a:pt x="810" y="0"/>
                    <a:pt x="715"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8" name="Google Shape;23258;p140"/>
            <p:cNvSpPr/>
            <p:nvPr/>
          </p:nvSpPr>
          <p:spPr>
            <a:xfrm>
              <a:off x="2784841" y="3265595"/>
              <a:ext cx="23134" cy="92503"/>
            </a:xfrm>
            <a:custGeom>
              <a:avLst/>
              <a:gdLst/>
              <a:ahLst/>
              <a:cxnLst/>
              <a:rect l="l" t="t" r="r" b="b"/>
              <a:pathLst>
                <a:path w="715" h="2859" extrusionOk="0">
                  <a:moveTo>
                    <a:pt x="119" y="1572"/>
                  </a:moveTo>
                  <a:cubicBezTo>
                    <a:pt x="357" y="1668"/>
                    <a:pt x="357" y="1882"/>
                    <a:pt x="333" y="1929"/>
                  </a:cubicBezTo>
                  <a:cubicBezTo>
                    <a:pt x="286" y="2049"/>
                    <a:pt x="238" y="2168"/>
                    <a:pt x="119" y="2239"/>
                  </a:cubicBezTo>
                  <a:lnTo>
                    <a:pt x="119" y="1572"/>
                  </a:lnTo>
                  <a:close/>
                  <a:moveTo>
                    <a:pt x="0" y="1"/>
                  </a:moveTo>
                  <a:lnTo>
                    <a:pt x="0" y="2858"/>
                  </a:lnTo>
                  <a:cubicBezTo>
                    <a:pt x="95" y="2858"/>
                    <a:pt x="143" y="2763"/>
                    <a:pt x="143" y="2715"/>
                  </a:cubicBezTo>
                  <a:lnTo>
                    <a:pt x="143" y="2549"/>
                  </a:lnTo>
                  <a:cubicBezTo>
                    <a:pt x="452" y="2501"/>
                    <a:pt x="667" y="2239"/>
                    <a:pt x="691" y="2001"/>
                  </a:cubicBezTo>
                  <a:cubicBezTo>
                    <a:pt x="714" y="1668"/>
                    <a:pt x="548" y="1358"/>
                    <a:pt x="238" y="1286"/>
                  </a:cubicBezTo>
                  <a:cubicBezTo>
                    <a:pt x="214" y="1286"/>
                    <a:pt x="191" y="1239"/>
                    <a:pt x="119" y="1239"/>
                  </a:cubicBezTo>
                  <a:lnTo>
                    <a:pt x="119" y="620"/>
                  </a:lnTo>
                  <a:cubicBezTo>
                    <a:pt x="214" y="643"/>
                    <a:pt x="238" y="667"/>
                    <a:pt x="238" y="667"/>
                  </a:cubicBezTo>
                  <a:cubicBezTo>
                    <a:pt x="274" y="703"/>
                    <a:pt x="310" y="721"/>
                    <a:pt x="348" y="721"/>
                  </a:cubicBezTo>
                  <a:cubicBezTo>
                    <a:pt x="387" y="721"/>
                    <a:pt x="429" y="703"/>
                    <a:pt x="476" y="667"/>
                  </a:cubicBezTo>
                  <a:cubicBezTo>
                    <a:pt x="548" y="620"/>
                    <a:pt x="548" y="524"/>
                    <a:pt x="500" y="429"/>
                  </a:cubicBezTo>
                  <a:cubicBezTo>
                    <a:pt x="452" y="382"/>
                    <a:pt x="333" y="286"/>
                    <a:pt x="143" y="262"/>
                  </a:cubicBezTo>
                  <a:lnTo>
                    <a:pt x="143" y="143"/>
                  </a:lnTo>
                  <a:cubicBezTo>
                    <a:pt x="143" y="48"/>
                    <a:pt x="95" y="1"/>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259" name="Google Shape;23259;p140"/>
          <p:cNvSpPr/>
          <p:nvPr/>
        </p:nvSpPr>
        <p:spPr>
          <a:xfrm>
            <a:off x="3307238" y="2897456"/>
            <a:ext cx="308990" cy="308246"/>
          </a:xfrm>
          <a:custGeom>
            <a:avLst/>
            <a:gdLst/>
            <a:ahLst/>
            <a:cxnLst/>
            <a:rect l="l" t="t" r="r" b="b"/>
            <a:pathLst>
              <a:path w="9550" h="9527" extrusionOk="0">
                <a:moveTo>
                  <a:pt x="6252" y="0"/>
                </a:moveTo>
                <a:cubicBezTo>
                  <a:pt x="6168" y="0"/>
                  <a:pt x="6085" y="24"/>
                  <a:pt x="6025" y="72"/>
                </a:cubicBezTo>
                <a:lnTo>
                  <a:pt x="5954" y="167"/>
                </a:lnTo>
                <a:cubicBezTo>
                  <a:pt x="5787" y="313"/>
                  <a:pt x="5602" y="386"/>
                  <a:pt x="5399" y="386"/>
                </a:cubicBezTo>
                <a:cubicBezTo>
                  <a:pt x="5370" y="386"/>
                  <a:pt x="5341" y="384"/>
                  <a:pt x="5311" y="382"/>
                </a:cubicBezTo>
                <a:cubicBezTo>
                  <a:pt x="5259" y="375"/>
                  <a:pt x="5207" y="372"/>
                  <a:pt x="5155" y="372"/>
                </a:cubicBezTo>
                <a:cubicBezTo>
                  <a:pt x="4794" y="372"/>
                  <a:pt x="4417" y="513"/>
                  <a:pt x="4168" y="763"/>
                </a:cubicBezTo>
                <a:lnTo>
                  <a:pt x="0" y="4930"/>
                </a:lnTo>
                <a:lnTo>
                  <a:pt x="4549" y="9526"/>
                </a:lnTo>
                <a:lnTo>
                  <a:pt x="8740" y="5359"/>
                </a:lnTo>
                <a:cubicBezTo>
                  <a:pt x="9050" y="5049"/>
                  <a:pt x="9193" y="4620"/>
                  <a:pt x="9121" y="4192"/>
                </a:cubicBezTo>
                <a:cubicBezTo>
                  <a:pt x="9097" y="3954"/>
                  <a:pt x="9193" y="3716"/>
                  <a:pt x="9336" y="3573"/>
                </a:cubicBezTo>
                <a:lnTo>
                  <a:pt x="9431" y="3477"/>
                </a:lnTo>
                <a:cubicBezTo>
                  <a:pt x="9550" y="3358"/>
                  <a:pt x="9550" y="3144"/>
                  <a:pt x="9431" y="3025"/>
                </a:cubicBezTo>
                <a:lnTo>
                  <a:pt x="6478" y="72"/>
                </a:lnTo>
                <a:cubicBezTo>
                  <a:pt x="6418" y="24"/>
                  <a:pt x="6335" y="0"/>
                  <a:pt x="6252"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0" name="Google Shape;23260;p140"/>
          <p:cNvSpPr/>
          <p:nvPr/>
        </p:nvSpPr>
        <p:spPr>
          <a:xfrm>
            <a:off x="3381406" y="2946559"/>
            <a:ext cx="235059" cy="258161"/>
          </a:xfrm>
          <a:custGeom>
            <a:avLst/>
            <a:gdLst/>
            <a:ahLst/>
            <a:cxnLst/>
            <a:rect l="l" t="t" r="r" b="b"/>
            <a:pathLst>
              <a:path w="7265" h="7979" extrusionOk="0">
                <a:moveTo>
                  <a:pt x="5645" y="0"/>
                </a:moveTo>
                <a:lnTo>
                  <a:pt x="1" y="5692"/>
                </a:lnTo>
                <a:lnTo>
                  <a:pt x="2287" y="7978"/>
                </a:lnTo>
                <a:lnTo>
                  <a:pt x="6454" y="3811"/>
                </a:lnTo>
                <a:cubicBezTo>
                  <a:pt x="6740" y="3501"/>
                  <a:pt x="6907" y="3072"/>
                  <a:pt x="6835" y="2644"/>
                </a:cubicBezTo>
                <a:cubicBezTo>
                  <a:pt x="6812" y="2406"/>
                  <a:pt x="6907" y="2191"/>
                  <a:pt x="7050" y="2025"/>
                </a:cubicBezTo>
                <a:lnTo>
                  <a:pt x="7145" y="1929"/>
                </a:lnTo>
                <a:cubicBezTo>
                  <a:pt x="7264" y="1810"/>
                  <a:pt x="7264" y="1596"/>
                  <a:pt x="7145" y="1477"/>
                </a:cubicBezTo>
                <a:lnTo>
                  <a:pt x="5645"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261" name="Google Shape;23261;p140"/>
          <p:cNvGrpSpPr/>
          <p:nvPr/>
        </p:nvGrpSpPr>
        <p:grpSpPr>
          <a:xfrm>
            <a:off x="3267151" y="2896097"/>
            <a:ext cx="338301" cy="335582"/>
            <a:chOff x="3267151" y="3048497"/>
            <a:chExt cx="338301" cy="335582"/>
          </a:xfrm>
        </p:grpSpPr>
        <p:sp>
          <p:nvSpPr>
            <p:cNvPr id="23262" name="Google Shape;23262;p140"/>
            <p:cNvSpPr/>
            <p:nvPr/>
          </p:nvSpPr>
          <p:spPr>
            <a:xfrm>
              <a:off x="3267151" y="3048497"/>
              <a:ext cx="292069" cy="290127"/>
            </a:xfrm>
            <a:custGeom>
              <a:avLst/>
              <a:gdLst/>
              <a:ahLst/>
              <a:cxnLst/>
              <a:rect l="l" t="t" r="r" b="b"/>
              <a:pathLst>
                <a:path w="9027" h="8967" extrusionOk="0">
                  <a:moveTo>
                    <a:pt x="3299" y="1"/>
                  </a:moveTo>
                  <a:cubicBezTo>
                    <a:pt x="3216" y="1"/>
                    <a:pt x="3132" y="31"/>
                    <a:pt x="3073" y="90"/>
                  </a:cubicBezTo>
                  <a:lnTo>
                    <a:pt x="120" y="3043"/>
                  </a:lnTo>
                  <a:cubicBezTo>
                    <a:pt x="1" y="3162"/>
                    <a:pt x="1" y="3376"/>
                    <a:pt x="120" y="3496"/>
                  </a:cubicBezTo>
                  <a:lnTo>
                    <a:pt x="215" y="3591"/>
                  </a:lnTo>
                  <a:cubicBezTo>
                    <a:pt x="358" y="3758"/>
                    <a:pt x="453" y="3972"/>
                    <a:pt x="430" y="4210"/>
                  </a:cubicBezTo>
                  <a:cubicBezTo>
                    <a:pt x="358" y="4615"/>
                    <a:pt x="525" y="5067"/>
                    <a:pt x="811" y="5377"/>
                  </a:cubicBezTo>
                  <a:lnTo>
                    <a:pt x="4335" y="8878"/>
                  </a:lnTo>
                  <a:cubicBezTo>
                    <a:pt x="4395" y="8937"/>
                    <a:pt x="4472" y="8967"/>
                    <a:pt x="4549" y="8967"/>
                  </a:cubicBezTo>
                  <a:cubicBezTo>
                    <a:pt x="4627" y="8967"/>
                    <a:pt x="4704" y="8937"/>
                    <a:pt x="4764" y="8878"/>
                  </a:cubicBezTo>
                  <a:lnTo>
                    <a:pt x="8908" y="4734"/>
                  </a:lnTo>
                  <a:cubicBezTo>
                    <a:pt x="9027" y="4615"/>
                    <a:pt x="9027" y="4424"/>
                    <a:pt x="8908" y="4305"/>
                  </a:cubicBezTo>
                  <a:lnTo>
                    <a:pt x="5407" y="781"/>
                  </a:lnTo>
                  <a:cubicBezTo>
                    <a:pt x="5146" y="540"/>
                    <a:pt x="4782" y="383"/>
                    <a:pt x="4432" y="383"/>
                  </a:cubicBezTo>
                  <a:cubicBezTo>
                    <a:pt x="4367" y="383"/>
                    <a:pt x="4303" y="389"/>
                    <a:pt x="4240" y="400"/>
                  </a:cubicBezTo>
                  <a:cubicBezTo>
                    <a:pt x="4215" y="402"/>
                    <a:pt x="4191" y="403"/>
                    <a:pt x="4166" y="403"/>
                  </a:cubicBezTo>
                  <a:cubicBezTo>
                    <a:pt x="3954" y="403"/>
                    <a:pt x="3749" y="314"/>
                    <a:pt x="3621" y="185"/>
                  </a:cubicBezTo>
                  <a:lnTo>
                    <a:pt x="3525" y="90"/>
                  </a:lnTo>
                  <a:cubicBezTo>
                    <a:pt x="3466" y="31"/>
                    <a:pt x="3383" y="1"/>
                    <a:pt x="3299"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3" name="Google Shape;23263;p140"/>
            <p:cNvSpPr/>
            <p:nvPr/>
          </p:nvSpPr>
          <p:spPr>
            <a:xfrm>
              <a:off x="3318789" y="3048497"/>
              <a:ext cx="239653" cy="220208"/>
            </a:xfrm>
            <a:custGeom>
              <a:avLst/>
              <a:gdLst/>
              <a:ahLst/>
              <a:cxnLst/>
              <a:rect l="l" t="t" r="r" b="b"/>
              <a:pathLst>
                <a:path w="7407" h="6806" extrusionOk="0">
                  <a:moveTo>
                    <a:pt x="1703" y="1"/>
                  </a:moveTo>
                  <a:cubicBezTo>
                    <a:pt x="1620" y="1"/>
                    <a:pt x="1536" y="31"/>
                    <a:pt x="1477" y="90"/>
                  </a:cubicBezTo>
                  <a:lnTo>
                    <a:pt x="0" y="1590"/>
                  </a:lnTo>
                  <a:lnTo>
                    <a:pt x="5192" y="6806"/>
                  </a:lnTo>
                  <a:lnTo>
                    <a:pt x="7288" y="4710"/>
                  </a:lnTo>
                  <a:cubicBezTo>
                    <a:pt x="7407" y="4591"/>
                    <a:pt x="7407" y="4377"/>
                    <a:pt x="7288" y="4258"/>
                  </a:cubicBezTo>
                  <a:lnTo>
                    <a:pt x="3811" y="781"/>
                  </a:lnTo>
                  <a:cubicBezTo>
                    <a:pt x="3550" y="540"/>
                    <a:pt x="3186" y="383"/>
                    <a:pt x="2836" y="383"/>
                  </a:cubicBezTo>
                  <a:cubicBezTo>
                    <a:pt x="2771" y="383"/>
                    <a:pt x="2707" y="389"/>
                    <a:pt x="2644" y="400"/>
                  </a:cubicBezTo>
                  <a:cubicBezTo>
                    <a:pt x="2619" y="402"/>
                    <a:pt x="2595" y="403"/>
                    <a:pt x="2571" y="403"/>
                  </a:cubicBezTo>
                  <a:cubicBezTo>
                    <a:pt x="2362" y="403"/>
                    <a:pt x="2174" y="314"/>
                    <a:pt x="2025" y="185"/>
                  </a:cubicBezTo>
                  <a:lnTo>
                    <a:pt x="1929" y="90"/>
                  </a:lnTo>
                  <a:cubicBezTo>
                    <a:pt x="1870" y="31"/>
                    <a:pt x="1787" y="1"/>
                    <a:pt x="170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4" name="Google Shape;23264;p140"/>
            <p:cNvSpPr/>
            <p:nvPr/>
          </p:nvSpPr>
          <p:spPr>
            <a:xfrm>
              <a:off x="3436689" y="3254045"/>
              <a:ext cx="94800" cy="92859"/>
            </a:xfrm>
            <a:custGeom>
              <a:avLst/>
              <a:gdLst/>
              <a:ahLst/>
              <a:cxnLst/>
              <a:rect l="l" t="t" r="r" b="b"/>
              <a:pathLst>
                <a:path w="2930" h="2870" extrusionOk="0">
                  <a:moveTo>
                    <a:pt x="1143" y="0"/>
                  </a:moveTo>
                  <a:lnTo>
                    <a:pt x="0" y="1120"/>
                  </a:lnTo>
                  <a:lnTo>
                    <a:pt x="1500" y="2620"/>
                  </a:lnTo>
                  <a:cubicBezTo>
                    <a:pt x="1643" y="2787"/>
                    <a:pt x="1846" y="2870"/>
                    <a:pt x="2051" y="2870"/>
                  </a:cubicBezTo>
                  <a:cubicBezTo>
                    <a:pt x="2256" y="2870"/>
                    <a:pt x="2465" y="2787"/>
                    <a:pt x="2620" y="2620"/>
                  </a:cubicBezTo>
                  <a:cubicBezTo>
                    <a:pt x="2929" y="2310"/>
                    <a:pt x="2929" y="1786"/>
                    <a:pt x="2620" y="1477"/>
                  </a:cubicBezTo>
                  <a:lnTo>
                    <a:pt x="1143" y="0"/>
                  </a:ln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5" name="Google Shape;23265;p140"/>
            <p:cNvSpPr/>
            <p:nvPr/>
          </p:nvSpPr>
          <p:spPr>
            <a:xfrm>
              <a:off x="3473671" y="3217064"/>
              <a:ext cx="95577" cy="92859"/>
            </a:xfrm>
            <a:custGeom>
              <a:avLst/>
              <a:gdLst/>
              <a:ahLst/>
              <a:cxnLst/>
              <a:rect l="l" t="t" r="r" b="b"/>
              <a:pathLst>
                <a:path w="2954" h="2870" extrusionOk="0">
                  <a:moveTo>
                    <a:pt x="1119" y="0"/>
                  </a:moveTo>
                  <a:lnTo>
                    <a:pt x="0" y="1143"/>
                  </a:lnTo>
                  <a:lnTo>
                    <a:pt x="1477" y="2620"/>
                  </a:lnTo>
                  <a:cubicBezTo>
                    <a:pt x="1631" y="2786"/>
                    <a:pt x="1834" y="2870"/>
                    <a:pt x="2039" y="2870"/>
                  </a:cubicBezTo>
                  <a:cubicBezTo>
                    <a:pt x="2245" y="2870"/>
                    <a:pt x="2453" y="2786"/>
                    <a:pt x="2620" y="2620"/>
                  </a:cubicBezTo>
                  <a:cubicBezTo>
                    <a:pt x="2953" y="2310"/>
                    <a:pt x="2953" y="1786"/>
                    <a:pt x="2620" y="1501"/>
                  </a:cubicBezTo>
                  <a:lnTo>
                    <a:pt x="1119"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6" name="Google Shape;23266;p140"/>
            <p:cNvSpPr/>
            <p:nvPr/>
          </p:nvSpPr>
          <p:spPr>
            <a:xfrm>
              <a:off x="3399676" y="3291802"/>
              <a:ext cx="94833" cy="92276"/>
            </a:xfrm>
            <a:custGeom>
              <a:avLst/>
              <a:gdLst/>
              <a:ahLst/>
              <a:cxnLst/>
              <a:rect l="l" t="t" r="r" b="b"/>
              <a:pathLst>
                <a:path w="2931" h="2852" extrusionOk="0">
                  <a:moveTo>
                    <a:pt x="1120" y="0"/>
                  </a:moveTo>
                  <a:lnTo>
                    <a:pt x="1" y="1119"/>
                  </a:lnTo>
                  <a:lnTo>
                    <a:pt x="1477" y="2620"/>
                  </a:lnTo>
                  <a:cubicBezTo>
                    <a:pt x="1632" y="2775"/>
                    <a:pt x="1835" y="2852"/>
                    <a:pt x="2040" y="2852"/>
                  </a:cubicBezTo>
                  <a:cubicBezTo>
                    <a:pt x="2245" y="2852"/>
                    <a:pt x="2454" y="2775"/>
                    <a:pt x="2621" y="2620"/>
                  </a:cubicBezTo>
                  <a:cubicBezTo>
                    <a:pt x="2930" y="2286"/>
                    <a:pt x="2930" y="1786"/>
                    <a:pt x="2621" y="1477"/>
                  </a:cubicBezTo>
                  <a:lnTo>
                    <a:pt x="1120" y="0"/>
                  </a:ln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7" name="Google Shape;23267;p140"/>
            <p:cNvSpPr/>
            <p:nvPr/>
          </p:nvSpPr>
          <p:spPr>
            <a:xfrm>
              <a:off x="3511428" y="3180082"/>
              <a:ext cx="94024" cy="92276"/>
            </a:xfrm>
            <a:custGeom>
              <a:avLst/>
              <a:gdLst/>
              <a:ahLst/>
              <a:cxnLst/>
              <a:rect l="l" t="t" r="r" b="b"/>
              <a:pathLst>
                <a:path w="2906" h="2852" extrusionOk="0">
                  <a:moveTo>
                    <a:pt x="1119" y="0"/>
                  </a:moveTo>
                  <a:lnTo>
                    <a:pt x="0" y="1119"/>
                  </a:lnTo>
                  <a:lnTo>
                    <a:pt x="1477" y="2620"/>
                  </a:lnTo>
                  <a:cubicBezTo>
                    <a:pt x="1631" y="2774"/>
                    <a:pt x="1834" y="2852"/>
                    <a:pt x="2039" y="2852"/>
                  </a:cubicBezTo>
                  <a:cubicBezTo>
                    <a:pt x="2245" y="2852"/>
                    <a:pt x="2453" y="2774"/>
                    <a:pt x="2620" y="2620"/>
                  </a:cubicBezTo>
                  <a:cubicBezTo>
                    <a:pt x="2905" y="2310"/>
                    <a:pt x="2905" y="1786"/>
                    <a:pt x="2620" y="1477"/>
                  </a:cubicBezTo>
                  <a:lnTo>
                    <a:pt x="1119"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8" name="Google Shape;23268;p140"/>
            <p:cNvSpPr/>
            <p:nvPr/>
          </p:nvSpPr>
          <p:spPr>
            <a:xfrm>
              <a:off x="3314162" y="3203572"/>
              <a:ext cx="112531" cy="106351"/>
            </a:xfrm>
            <a:custGeom>
              <a:avLst/>
              <a:gdLst/>
              <a:ahLst/>
              <a:cxnLst/>
              <a:rect l="l" t="t" r="r" b="b"/>
              <a:pathLst>
                <a:path w="3478" h="3287" extrusionOk="0">
                  <a:moveTo>
                    <a:pt x="2581" y="0"/>
                  </a:moveTo>
                  <a:cubicBezTo>
                    <a:pt x="2376" y="0"/>
                    <a:pt x="2168" y="84"/>
                    <a:pt x="2001" y="251"/>
                  </a:cubicBezTo>
                  <a:lnTo>
                    <a:pt x="334" y="1918"/>
                  </a:lnTo>
                  <a:cubicBezTo>
                    <a:pt x="1" y="2203"/>
                    <a:pt x="48" y="2727"/>
                    <a:pt x="334" y="3037"/>
                  </a:cubicBezTo>
                  <a:cubicBezTo>
                    <a:pt x="489" y="3203"/>
                    <a:pt x="691" y="3287"/>
                    <a:pt x="897" y="3287"/>
                  </a:cubicBezTo>
                  <a:cubicBezTo>
                    <a:pt x="1102" y="3287"/>
                    <a:pt x="1310" y="3203"/>
                    <a:pt x="1477" y="3037"/>
                  </a:cubicBezTo>
                  <a:lnTo>
                    <a:pt x="3144" y="1370"/>
                  </a:lnTo>
                  <a:cubicBezTo>
                    <a:pt x="3477" y="1060"/>
                    <a:pt x="3477" y="536"/>
                    <a:pt x="3144" y="251"/>
                  </a:cubicBezTo>
                  <a:cubicBezTo>
                    <a:pt x="2989" y="84"/>
                    <a:pt x="2787" y="0"/>
                    <a:pt x="258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9" name="Google Shape;23269;p140"/>
            <p:cNvSpPr/>
            <p:nvPr/>
          </p:nvSpPr>
          <p:spPr>
            <a:xfrm>
              <a:off x="3277958" y="3175844"/>
              <a:ext cx="102501" cy="96515"/>
            </a:xfrm>
            <a:custGeom>
              <a:avLst/>
              <a:gdLst/>
              <a:ahLst/>
              <a:cxnLst/>
              <a:rect l="l" t="t" r="r" b="b"/>
              <a:pathLst>
                <a:path w="3168" h="2983" extrusionOk="0">
                  <a:moveTo>
                    <a:pt x="2272" y="0"/>
                  </a:moveTo>
                  <a:cubicBezTo>
                    <a:pt x="2066" y="0"/>
                    <a:pt x="1858" y="83"/>
                    <a:pt x="1691" y="250"/>
                  </a:cubicBezTo>
                  <a:lnTo>
                    <a:pt x="334" y="1608"/>
                  </a:lnTo>
                  <a:cubicBezTo>
                    <a:pt x="0" y="1917"/>
                    <a:pt x="24" y="2417"/>
                    <a:pt x="334" y="2751"/>
                  </a:cubicBezTo>
                  <a:cubicBezTo>
                    <a:pt x="477" y="2905"/>
                    <a:pt x="673" y="2983"/>
                    <a:pt x="875" y="2983"/>
                  </a:cubicBezTo>
                  <a:cubicBezTo>
                    <a:pt x="1078" y="2983"/>
                    <a:pt x="1286" y="2905"/>
                    <a:pt x="1453" y="2751"/>
                  </a:cubicBezTo>
                  <a:lnTo>
                    <a:pt x="2834" y="1369"/>
                  </a:lnTo>
                  <a:cubicBezTo>
                    <a:pt x="3168" y="1084"/>
                    <a:pt x="3168" y="560"/>
                    <a:pt x="2834" y="250"/>
                  </a:cubicBezTo>
                  <a:cubicBezTo>
                    <a:pt x="2679" y="83"/>
                    <a:pt x="2477" y="0"/>
                    <a:pt x="227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0" name="Google Shape;23270;p140"/>
            <p:cNvSpPr/>
            <p:nvPr/>
          </p:nvSpPr>
          <p:spPr>
            <a:xfrm>
              <a:off x="3351920" y="3254433"/>
              <a:ext cx="97874" cy="92471"/>
            </a:xfrm>
            <a:custGeom>
              <a:avLst/>
              <a:gdLst/>
              <a:ahLst/>
              <a:cxnLst/>
              <a:rect l="l" t="t" r="r" b="b"/>
              <a:pathLst>
                <a:path w="3025" h="2858" extrusionOk="0">
                  <a:moveTo>
                    <a:pt x="2129" y="0"/>
                  </a:moveTo>
                  <a:cubicBezTo>
                    <a:pt x="1923" y="0"/>
                    <a:pt x="1715" y="84"/>
                    <a:pt x="1548" y="250"/>
                  </a:cubicBezTo>
                  <a:lnTo>
                    <a:pt x="334" y="1465"/>
                  </a:lnTo>
                  <a:cubicBezTo>
                    <a:pt x="0" y="1774"/>
                    <a:pt x="24" y="2274"/>
                    <a:pt x="334" y="2608"/>
                  </a:cubicBezTo>
                  <a:cubicBezTo>
                    <a:pt x="477" y="2775"/>
                    <a:pt x="679" y="2858"/>
                    <a:pt x="888" y="2858"/>
                  </a:cubicBezTo>
                  <a:cubicBezTo>
                    <a:pt x="1096" y="2858"/>
                    <a:pt x="1310" y="2775"/>
                    <a:pt x="1477" y="2608"/>
                  </a:cubicBezTo>
                  <a:lnTo>
                    <a:pt x="2692" y="1393"/>
                  </a:lnTo>
                  <a:cubicBezTo>
                    <a:pt x="3025" y="1084"/>
                    <a:pt x="2977" y="584"/>
                    <a:pt x="2692" y="250"/>
                  </a:cubicBezTo>
                  <a:cubicBezTo>
                    <a:pt x="2537" y="84"/>
                    <a:pt x="2334" y="0"/>
                    <a:pt x="2129"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1" name="Google Shape;23271;p140"/>
            <p:cNvSpPr/>
            <p:nvPr/>
          </p:nvSpPr>
          <p:spPr>
            <a:xfrm>
              <a:off x="3388902" y="3306815"/>
              <a:ext cx="82473" cy="77264"/>
            </a:xfrm>
            <a:custGeom>
              <a:avLst/>
              <a:gdLst/>
              <a:ahLst/>
              <a:cxnLst/>
              <a:rect l="l" t="t" r="r" b="b"/>
              <a:pathLst>
                <a:path w="2549" h="2388" extrusionOk="0">
                  <a:moveTo>
                    <a:pt x="1677" y="1"/>
                  </a:moveTo>
                  <a:cubicBezTo>
                    <a:pt x="1471" y="1"/>
                    <a:pt x="1263" y="84"/>
                    <a:pt x="1096" y="251"/>
                  </a:cubicBezTo>
                  <a:lnTo>
                    <a:pt x="334" y="1013"/>
                  </a:lnTo>
                  <a:cubicBezTo>
                    <a:pt x="1" y="1322"/>
                    <a:pt x="24" y="1822"/>
                    <a:pt x="334" y="2156"/>
                  </a:cubicBezTo>
                  <a:cubicBezTo>
                    <a:pt x="477" y="2311"/>
                    <a:pt x="673" y="2388"/>
                    <a:pt x="876" y="2388"/>
                  </a:cubicBezTo>
                  <a:cubicBezTo>
                    <a:pt x="1078" y="2388"/>
                    <a:pt x="1287" y="2311"/>
                    <a:pt x="1453" y="2156"/>
                  </a:cubicBezTo>
                  <a:lnTo>
                    <a:pt x="2239" y="1370"/>
                  </a:lnTo>
                  <a:cubicBezTo>
                    <a:pt x="2549" y="1037"/>
                    <a:pt x="2525" y="560"/>
                    <a:pt x="2239" y="251"/>
                  </a:cubicBezTo>
                  <a:cubicBezTo>
                    <a:pt x="2084" y="84"/>
                    <a:pt x="1882" y="1"/>
                    <a:pt x="1677"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2" name="Google Shape;23272;p140"/>
            <p:cNvSpPr/>
            <p:nvPr/>
          </p:nvSpPr>
          <p:spPr>
            <a:xfrm>
              <a:off x="3377351" y="3049856"/>
              <a:ext cx="186494" cy="122367"/>
            </a:xfrm>
            <a:custGeom>
              <a:avLst/>
              <a:gdLst/>
              <a:ahLst/>
              <a:cxnLst/>
              <a:rect l="l" t="t" r="r" b="b"/>
              <a:pathLst>
                <a:path w="5764" h="3782" extrusionOk="0">
                  <a:moveTo>
                    <a:pt x="4061" y="0"/>
                  </a:moveTo>
                  <a:cubicBezTo>
                    <a:pt x="3977" y="0"/>
                    <a:pt x="3894" y="24"/>
                    <a:pt x="3834" y="72"/>
                  </a:cubicBezTo>
                  <a:lnTo>
                    <a:pt x="3739" y="167"/>
                  </a:lnTo>
                  <a:cubicBezTo>
                    <a:pt x="3614" y="313"/>
                    <a:pt x="3416" y="386"/>
                    <a:pt x="3209" y="386"/>
                  </a:cubicBezTo>
                  <a:cubicBezTo>
                    <a:pt x="3180" y="386"/>
                    <a:pt x="3150" y="384"/>
                    <a:pt x="3120" y="382"/>
                  </a:cubicBezTo>
                  <a:cubicBezTo>
                    <a:pt x="3069" y="375"/>
                    <a:pt x="3016" y="372"/>
                    <a:pt x="2964" y="372"/>
                  </a:cubicBezTo>
                  <a:cubicBezTo>
                    <a:pt x="2603" y="372"/>
                    <a:pt x="2223" y="513"/>
                    <a:pt x="1953" y="763"/>
                  </a:cubicBezTo>
                  <a:lnTo>
                    <a:pt x="334" y="2406"/>
                  </a:lnTo>
                  <a:cubicBezTo>
                    <a:pt x="0" y="2739"/>
                    <a:pt x="0" y="3239"/>
                    <a:pt x="334" y="3549"/>
                  </a:cubicBezTo>
                  <a:cubicBezTo>
                    <a:pt x="489" y="3704"/>
                    <a:pt x="703" y="3781"/>
                    <a:pt x="914" y="3781"/>
                  </a:cubicBezTo>
                  <a:cubicBezTo>
                    <a:pt x="1126" y="3781"/>
                    <a:pt x="1334" y="3704"/>
                    <a:pt x="1477" y="3549"/>
                  </a:cubicBezTo>
                  <a:lnTo>
                    <a:pt x="2668" y="2358"/>
                  </a:lnTo>
                  <a:lnTo>
                    <a:pt x="2787" y="2453"/>
                  </a:lnTo>
                  <a:cubicBezTo>
                    <a:pt x="3096" y="2763"/>
                    <a:pt x="3358" y="2953"/>
                    <a:pt x="3668" y="3001"/>
                  </a:cubicBezTo>
                  <a:lnTo>
                    <a:pt x="3692" y="3001"/>
                  </a:lnTo>
                  <a:cubicBezTo>
                    <a:pt x="3761" y="3015"/>
                    <a:pt x="3830" y="3022"/>
                    <a:pt x="3897" y="3022"/>
                  </a:cubicBezTo>
                  <a:cubicBezTo>
                    <a:pt x="4176" y="3022"/>
                    <a:pt x="4433" y="2907"/>
                    <a:pt x="4644" y="2715"/>
                  </a:cubicBezTo>
                  <a:lnTo>
                    <a:pt x="5763" y="1572"/>
                  </a:lnTo>
                  <a:lnTo>
                    <a:pt x="4287" y="72"/>
                  </a:lnTo>
                  <a:cubicBezTo>
                    <a:pt x="4227" y="24"/>
                    <a:pt x="4144" y="0"/>
                    <a:pt x="40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73" name="Google Shape;23273;p140"/>
          <p:cNvGrpSpPr/>
          <p:nvPr/>
        </p:nvGrpSpPr>
        <p:grpSpPr>
          <a:xfrm>
            <a:off x="4019946" y="2890532"/>
            <a:ext cx="346002" cy="346746"/>
            <a:chOff x="4019946" y="3042932"/>
            <a:chExt cx="346002" cy="346746"/>
          </a:xfrm>
        </p:grpSpPr>
        <p:sp>
          <p:nvSpPr>
            <p:cNvPr id="23274" name="Google Shape;23274;p140"/>
            <p:cNvSpPr/>
            <p:nvPr/>
          </p:nvSpPr>
          <p:spPr>
            <a:xfrm>
              <a:off x="4193302" y="3042932"/>
              <a:ext cx="77878" cy="154883"/>
            </a:xfrm>
            <a:custGeom>
              <a:avLst/>
              <a:gdLst/>
              <a:ahLst/>
              <a:cxnLst/>
              <a:rect l="l" t="t" r="r" b="b"/>
              <a:pathLst>
                <a:path w="2407" h="4787" extrusionOk="0">
                  <a:moveTo>
                    <a:pt x="1" y="0"/>
                  </a:moveTo>
                  <a:lnTo>
                    <a:pt x="1" y="4787"/>
                  </a:lnTo>
                  <a:cubicBezTo>
                    <a:pt x="1335" y="4787"/>
                    <a:pt x="2406" y="3715"/>
                    <a:pt x="2406" y="2382"/>
                  </a:cubicBezTo>
                  <a:cubicBezTo>
                    <a:pt x="2382" y="1096"/>
                    <a:pt x="1311" y="0"/>
                    <a:pt x="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5" name="Google Shape;23275;p140"/>
            <p:cNvSpPr/>
            <p:nvPr/>
          </p:nvSpPr>
          <p:spPr>
            <a:xfrm>
              <a:off x="4114712" y="3042932"/>
              <a:ext cx="156469" cy="156436"/>
            </a:xfrm>
            <a:custGeom>
              <a:avLst/>
              <a:gdLst/>
              <a:ahLst/>
              <a:cxnLst/>
              <a:rect l="l" t="t" r="r" b="b"/>
              <a:pathLst>
                <a:path w="4836" h="4835" extrusionOk="0">
                  <a:moveTo>
                    <a:pt x="2430" y="0"/>
                  </a:moveTo>
                  <a:cubicBezTo>
                    <a:pt x="1072" y="0"/>
                    <a:pt x="1" y="1072"/>
                    <a:pt x="1" y="2405"/>
                  </a:cubicBezTo>
                  <a:cubicBezTo>
                    <a:pt x="1" y="3763"/>
                    <a:pt x="1072" y="4834"/>
                    <a:pt x="2430" y="4834"/>
                  </a:cubicBezTo>
                  <a:cubicBezTo>
                    <a:pt x="3740" y="4834"/>
                    <a:pt x="4811" y="3763"/>
                    <a:pt x="4835" y="2405"/>
                  </a:cubicBezTo>
                  <a:cubicBezTo>
                    <a:pt x="4835" y="1072"/>
                    <a:pt x="3764" y="0"/>
                    <a:pt x="243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6" name="Google Shape;23276;p140"/>
            <p:cNvSpPr/>
            <p:nvPr/>
          </p:nvSpPr>
          <p:spPr>
            <a:xfrm>
              <a:off x="4193302" y="3042932"/>
              <a:ext cx="77878" cy="154883"/>
            </a:xfrm>
            <a:custGeom>
              <a:avLst/>
              <a:gdLst/>
              <a:ahLst/>
              <a:cxnLst/>
              <a:rect l="l" t="t" r="r" b="b"/>
              <a:pathLst>
                <a:path w="2407" h="4787" extrusionOk="0">
                  <a:moveTo>
                    <a:pt x="1" y="0"/>
                  </a:moveTo>
                  <a:lnTo>
                    <a:pt x="1" y="4787"/>
                  </a:lnTo>
                  <a:cubicBezTo>
                    <a:pt x="1335" y="4787"/>
                    <a:pt x="2406" y="3715"/>
                    <a:pt x="2406" y="2382"/>
                  </a:cubicBezTo>
                  <a:cubicBezTo>
                    <a:pt x="2382" y="1096"/>
                    <a:pt x="1311"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7" name="Google Shape;23277;p140"/>
            <p:cNvSpPr/>
            <p:nvPr/>
          </p:nvSpPr>
          <p:spPr>
            <a:xfrm>
              <a:off x="4135516" y="3062960"/>
              <a:ext cx="115604" cy="115604"/>
            </a:xfrm>
            <a:custGeom>
              <a:avLst/>
              <a:gdLst/>
              <a:ahLst/>
              <a:cxnLst/>
              <a:rect l="l" t="t" r="r" b="b"/>
              <a:pathLst>
                <a:path w="3573" h="3573" extrusionOk="0">
                  <a:moveTo>
                    <a:pt x="1787" y="0"/>
                  </a:moveTo>
                  <a:cubicBezTo>
                    <a:pt x="787" y="0"/>
                    <a:pt x="1" y="810"/>
                    <a:pt x="1" y="1786"/>
                  </a:cubicBezTo>
                  <a:cubicBezTo>
                    <a:pt x="1" y="2787"/>
                    <a:pt x="787" y="3572"/>
                    <a:pt x="1787" y="3572"/>
                  </a:cubicBezTo>
                  <a:cubicBezTo>
                    <a:pt x="2763" y="3572"/>
                    <a:pt x="3573" y="2787"/>
                    <a:pt x="3573" y="1786"/>
                  </a:cubicBezTo>
                  <a:cubicBezTo>
                    <a:pt x="3573" y="810"/>
                    <a:pt x="2763" y="0"/>
                    <a:pt x="1787"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8" name="Google Shape;23278;p140"/>
            <p:cNvSpPr/>
            <p:nvPr/>
          </p:nvSpPr>
          <p:spPr>
            <a:xfrm>
              <a:off x="4192763" y="3062960"/>
              <a:ext cx="57818" cy="114860"/>
            </a:xfrm>
            <a:custGeom>
              <a:avLst/>
              <a:gdLst/>
              <a:ahLst/>
              <a:cxnLst/>
              <a:rect l="l" t="t" r="r" b="b"/>
              <a:pathLst>
                <a:path w="1787" h="3550" extrusionOk="0">
                  <a:moveTo>
                    <a:pt x="0" y="0"/>
                  </a:moveTo>
                  <a:lnTo>
                    <a:pt x="0" y="3549"/>
                  </a:lnTo>
                  <a:cubicBezTo>
                    <a:pt x="15" y="3549"/>
                    <a:pt x="30" y="3549"/>
                    <a:pt x="46" y="3549"/>
                  </a:cubicBezTo>
                  <a:cubicBezTo>
                    <a:pt x="1047" y="3549"/>
                    <a:pt x="1786" y="2772"/>
                    <a:pt x="1786" y="1786"/>
                  </a:cubicBezTo>
                  <a:cubicBezTo>
                    <a:pt x="1786" y="810"/>
                    <a:pt x="1000" y="0"/>
                    <a:pt x="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9" name="Google Shape;23279;p140"/>
            <p:cNvSpPr/>
            <p:nvPr/>
          </p:nvSpPr>
          <p:spPr>
            <a:xfrm>
              <a:off x="4168648" y="3075287"/>
              <a:ext cx="47821" cy="88620"/>
            </a:xfrm>
            <a:custGeom>
              <a:avLst/>
              <a:gdLst/>
              <a:ahLst/>
              <a:cxnLst/>
              <a:rect l="l" t="t" r="r" b="b"/>
              <a:pathLst>
                <a:path w="1478" h="2739" extrusionOk="0">
                  <a:moveTo>
                    <a:pt x="572" y="620"/>
                  </a:moveTo>
                  <a:lnTo>
                    <a:pt x="572" y="1048"/>
                  </a:lnTo>
                  <a:cubicBezTo>
                    <a:pt x="549" y="1048"/>
                    <a:pt x="525" y="1024"/>
                    <a:pt x="477" y="1024"/>
                  </a:cubicBezTo>
                  <a:cubicBezTo>
                    <a:pt x="429" y="1001"/>
                    <a:pt x="429" y="905"/>
                    <a:pt x="429" y="810"/>
                  </a:cubicBezTo>
                  <a:cubicBezTo>
                    <a:pt x="429" y="762"/>
                    <a:pt x="477" y="667"/>
                    <a:pt x="572" y="620"/>
                  </a:cubicBezTo>
                  <a:close/>
                  <a:moveTo>
                    <a:pt x="906" y="1572"/>
                  </a:moveTo>
                  <a:cubicBezTo>
                    <a:pt x="1144" y="1644"/>
                    <a:pt x="1120" y="1858"/>
                    <a:pt x="1120" y="1929"/>
                  </a:cubicBezTo>
                  <a:cubicBezTo>
                    <a:pt x="1072" y="2048"/>
                    <a:pt x="1025" y="2167"/>
                    <a:pt x="906" y="2215"/>
                  </a:cubicBezTo>
                  <a:lnTo>
                    <a:pt x="906" y="1572"/>
                  </a:lnTo>
                  <a:close/>
                  <a:moveTo>
                    <a:pt x="715" y="0"/>
                  </a:moveTo>
                  <a:cubicBezTo>
                    <a:pt x="644" y="0"/>
                    <a:pt x="549" y="72"/>
                    <a:pt x="549" y="167"/>
                  </a:cubicBezTo>
                  <a:lnTo>
                    <a:pt x="549" y="286"/>
                  </a:lnTo>
                  <a:lnTo>
                    <a:pt x="477" y="286"/>
                  </a:lnTo>
                  <a:cubicBezTo>
                    <a:pt x="287" y="334"/>
                    <a:pt x="120" y="524"/>
                    <a:pt x="96" y="715"/>
                  </a:cubicBezTo>
                  <a:cubicBezTo>
                    <a:pt x="72" y="929"/>
                    <a:pt x="120" y="1120"/>
                    <a:pt x="287" y="1239"/>
                  </a:cubicBezTo>
                  <a:cubicBezTo>
                    <a:pt x="334" y="1286"/>
                    <a:pt x="429" y="1358"/>
                    <a:pt x="549" y="1382"/>
                  </a:cubicBezTo>
                  <a:lnTo>
                    <a:pt x="549" y="2191"/>
                  </a:lnTo>
                  <a:cubicBezTo>
                    <a:pt x="453" y="2191"/>
                    <a:pt x="406" y="2144"/>
                    <a:pt x="287" y="2072"/>
                  </a:cubicBezTo>
                  <a:cubicBezTo>
                    <a:pt x="254" y="2051"/>
                    <a:pt x="218" y="2039"/>
                    <a:pt x="182" y="2039"/>
                  </a:cubicBezTo>
                  <a:cubicBezTo>
                    <a:pt x="139" y="2039"/>
                    <a:pt x="98" y="2057"/>
                    <a:pt x="72" y="2096"/>
                  </a:cubicBezTo>
                  <a:cubicBezTo>
                    <a:pt x="1" y="2144"/>
                    <a:pt x="1" y="2287"/>
                    <a:pt x="96" y="2334"/>
                  </a:cubicBezTo>
                  <a:cubicBezTo>
                    <a:pt x="287" y="2453"/>
                    <a:pt x="406" y="2477"/>
                    <a:pt x="549" y="2477"/>
                  </a:cubicBezTo>
                  <a:lnTo>
                    <a:pt x="549" y="2596"/>
                  </a:lnTo>
                  <a:cubicBezTo>
                    <a:pt x="549" y="2691"/>
                    <a:pt x="596" y="2739"/>
                    <a:pt x="691" y="2739"/>
                  </a:cubicBezTo>
                  <a:cubicBezTo>
                    <a:pt x="787" y="2739"/>
                    <a:pt x="882" y="2691"/>
                    <a:pt x="882" y="2596"/>
                  </a:cubicBezTo>
                  <a:lnTo>
                    <a:pt x="882" y="2453"/>
                  </a:lnTo>
                  <a:cubicBezTo>
                    <a:pt x="1168" y="2382"/>
                    <a:pt x="1358" y="2120"/>
                    <a:pt x="1406" y="1882"/>
                  </a:cubicBezTo>
                  <a:cubicBezTo>
                    <a:pt x="1477" y="1644"/>
                    <a:pt x="1311" y="1358"/>
                    <a:pt x="1001" y="1263"/>
                  </a:cubicBezTo>
                  <a:cubicBezTo>
                    <a:pt x="953" y="1263"/>
                    <a:pt x="930" y="1239"/>
                    <a:pt x="882" y="1239"/>
                  </a:cubicBezTo>
                  <a:lnTo>
                    <a:pt x="882" y="596"/>
                  </a:lnTo>
                  <a:cubicBezTo>
                    <a:pt x="953" y="643"/>
                    <a:pt x="1001" y="667"/>
                    <a:pt x="1001" y="667"/>
                  </a:cubicBezTo>
                  <a:cubicBezTo>
                    <a:pt x="1025" y="691"/>
                    <a:pt x="1061" y="703"/>
                    <a:pt x="1096" y="703"/>
                  </a:cubicBezTo>
                  <a:cubicBezTo>
                    <a:pt x="1132" y="703"/>
                    <a:pt x="1168" y="691"/>
                    <a:pt x="1192" y="667"/>
                  </a:cubicBezTo>
                  <a:cubicBezTo>
                    <a:pt x="1263" y="596"/>
                    <a:pt x="1263" y="524"/>
                    <a:pt x="1239" y="453"/>
                  </a:cubicBezTo>
                  <a:cubicBezTo>
                    <a:pt x="1168" y="405"/>
                    <a:pt x="1049" y="310"/>
                    <a:pt x="882" y="286"/>
                  </a:cubicBezTo>
                  <a:lnTo>
                    <a:pt x="882" y="167"/>
                  </a:lnTo>
                  <a:cubicBezTo>
                    <a:pt x="882" y="72"/>
                    <a:pt x="811" y="0"/>
                    <a:pt x="715"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0" name="Google Shape;23280;p140"/>
            <p:cNvSpPr/>
            <p:nvPr/>
          </p:nvSpPr>
          <p:spPr>
            <a:xfrm>
              <a:off x="4193302" y="3074510"/>
              <a:ext cx="23166" cy="92503"/>
            </a:xfrm>
            <a:custGeom>
              <a:avLst/>
              <a:gdLst/>
              <a:ahLst/>
              <a:cxnLst/>
              <a:rect l="l" t="t" r="r" b="b"/>
              <a:pathLst>
                <a:path w="716" h="2859" extrusionOk="0">
                  <a:moveTo>
                    <a:pt x="144" y="1596"/>
                  </a:moveTo>
                  <a:cubicBezTo>
                    <a:pt x="382" y="1668"/>
                    <a:pt x="358" y="1882"/>
                    <a:pt x="358" y="1953"/>
                  </a:cubicBezTo>
                  <a:cubicBezTo>
                    <a:pt x="310" y="2072"/>
                    <a:pt x="263" y="2191"/>
                    <a:pt x="144" y="2239"/>
                  </a:cubicBezTo>
                  <a:lnTo>
                    <a:pt x="144" y="1596"/>
                  </a:lnTo>
                  <a:close/>
                  <a:moveTo>
                    <a:pt x="1" y="1"/>
                  </a:moveTo>
                  <a:lnTo>
                    <a:pt x="1" y="2858"/>
                  </a:lnTo>
                  <a:cubicBezTo>
                    <a:pt x="72" y="2858"/>
                    <a:pt x="144" y="2763"/>
                    <a:pt x="144" y="2715"/>
                  </a:cubicBezTo>
                  <a:lnTo>
                    <a:pt x="144" y="2572"/>
                  </a:lnTo>
                  <a:cubicBezTo>
                    <a:pt x="430" y="2501"/>
                    <a:pt x="644" y="2239"/>
                    <a:pt x="668" y="2001"/>
                  </a:cubicBezTo>
                  <a:cubicBezTo>
                    <a:pt x="715" y="1668"/>
                    <a:pt x="549" y="1382"/>
                    <a:pt x="239" y="1287"/>
                  </a:cubicBezTo>
                  <a:cubicBezTo>
                    <a:pt x="191" y="1287"/>
                    <a:pt x="168" y="1263"/>
                    <a:pt x="120" y="1263"/>
                  </a:cubicBezTo>
                  <a:lnTo>
                    <a:pt x="120" y="620"/>
                  </a:lnTo>
                  <a:cubicBezTo>
                    <a:pt x="191" y="667"/>
                    <a:pt x="239" y="691"/>
                    <a:pt x="239" y="691"/>
                  </a:cubicBezTo>
                  <a:cubicBezTo>
                    <a:pt x="263" y="715"/>
                    <a:pt x="299" y="727"/>
                    <a:pt x="340" y="727"/>
                  </a:cubicBezTo>
                  <a:cubicBezTo>
                    <a:pt x="382" y="727"/>
                    <a:pt x="430" y="715"/>
                    <a:pt x="477" y="691"/>
                  </a:cubicBezTo>
                  <a:cubicBezTo>
                    <a:pt x="525" y="620"/>
                    <a:pt x="525" y="548"/>
                    <a:pt x="501" y="453"/>
                  </a:cubicBezTo>
                  <a:cubicBezTo>
                    <a:pt x="430" y="382"/>
                    <a:pt x="310" y="310"/>
                    <a:pt x="144" y="263"/>
                  </a:cubicBezTo>
                  <a:lnTo>
                    <a:pt x="144" y="143"/>
                  </a:lnTo>
                  <a:cubicBezTo>
                    <a:pt x="144" y="72"/>
                    <a:pt x="72"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1" name="Google Shape;23281;p140"/>
            <p:cNvSpPr/>
            <p:nvPr/>
          </p:nvSpPr>
          <p:spPr>
            <a:xfrm>
              <a:off x="4274221" y="3311830"/>
              <a:ext cx="90950" cy="77846"/>
            </a:xfrm>
            <a:custGeom>
              <a:avLst/>
              <a:gdLst/>
              <a:ahLst/>
              <a:cxnLst/>
              <a:rect l="l" t="t" r="r" b="b"/>
              <a:pathLst>
                <a:path w="2811" h="2406" extrusionOk="0">
                  <a:moveTo>
                    <a:pt x="0" y="0"/>
                  </a:moveTo>
                  <a:lnTo>
                    <a:pt x="0" y="2072"/>
                  </a:lnTo>
                  <a:cubicBezTo>
                    <a:pt x="0" y="2263"/>
                    <a:pt x="143" y="2406"/>
                    <a:pt x="310" y="2406"/>
                  </a:cubicBezTo>
                  <a:lnTo>
                    <a:pt x="2525" y="2406"/>
                  </a:lnTo>
                  <a:cubicBezTo>
                    <a:pt x="2691" y="2406"/>
                    <a:pt x="2811" y="2263"/>
                    <a:pt x="2811" y="2120"/>
                  </a:cubicBezTo>
                  <a:lnTo>
                    <a:pt x="2811" y="334"/>
                  </a:lnTo>
                  <a:cubicBezTo>
                    <a:pt x="2811" y="143"/>
                    <a:pt x="2668" y="0"/>
                    <a:pt x="2477"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2" name="Google Shape;23282;p140"/>
            <p:cNvSpPr/>
            <p:nvPr/>
          </p:nvSpPr>
          <p:spPr>
            <a:xfrm>
              <a:off x="4234166" y="3166202"/>
              <a:ext cx="131782" cy="223476"/>
            </a:xfrm>
            <a:custGeom>
              <a:avLst/>
              <a:gdLst/>
              <a:ahLst/>
              <a:cxnLst/>
              <a:rect l="l" t="t" r="r" b="b"/>
              <a:pathLst>
                <a:path w="4073" h="6907" extrusionOk="0">
                  <a:moveTo>
                    <a:pt x="2929" y="0"/>
                  </a:moveTo>
                  <a:cubicBezTo>
                    <a:pt x="2286" y="0"/>
                    <a:pt x="1786" y="524"/>
                    <a:pt x="1786" y="1167"/>
                  </a:cubicBezTo>
                  <a:lnTo>
                    <a:pt x="1786" y="3239"/>
                  </a:lnTo>
                  <a:lnTo>
                    <a:pt x="834" y="3239"/>
                  </a:lnTo>
                  <a:cubicBezTo>
                    <a:pt x="405" y="3239"/>
                    <a:pt x="0" y="3596"/>
                    <a:pt x="0" y="4073"/>
                  </a:cubicBezTo>
                  <a:lnTo>
                    <a:pt x="0" y="6287"/>
                  </a:lnTo>
                  <a:cubicBezTo>
                    <a:pt x="0" y="6645"/>
                    <a:pt x="286" y="6907"/>
                    <a:pt x="643" y="6907"/>
                  </a:cubicBezTo>
                  <a:cubicBezTo>
                    <a:pt x="953" y="6907"/>
                    <a:pt x="1262" y="6621"/>
                    <a:pt x="1262" y="6311"/>
                  </a:cubicBezTo>
                  <a:lnTo>
                    <a:pt x="1262" y="4525"/>
                  </a:lnTo>
                  <a:lnTo>
                    <a:pt x="2929" y="4525"/>
                  </a:lnTo>
                  <a:cubicBezTo>
                    <a:pt x="3572" y="4525"/>
                    <a:pt x="4072" y="4001"/>
                    <a:pt x="4072" y="3358"/>
                  </a:cubicBezTo>
                  <a:lnTo>
                    <a:pt x="4072" y="1167"/>
                  </a:lnTo>
                  <a:cubicBezTo>
                    <a:pt x="4072" y="501"/>
                    <a:pt x="3572" y="0"/>
                    <a:pt x="2929"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3" name="Google Shape;23283;p140"/>
            <p:cNvSpPr/>
            <p:nvPr/>
          </p:nvSpPr>
          <p:spPr>
            <a:xfrm>
              <a:off x="4295025" y="3112268"/>
              <a:ext cx="67848" cy="67848"/>
            </a:xfrm>
            <a:custGeom>
              <a:avLst/>
              <a:gdLst/>
              <a:ahLst/>
              <a:cxnLst/>
              <a:rect l="l" t="t" r="r" b="b"/>
              <a:pathLst>
                <a:path w="2097" h="2097" extrusionOk="0">
                  <a:moveTo>
                    <a:pt x="1048" y="0"/>
                  </a:moveTo>
                  <a:cubicBezTo>
                    <a:pt x="477" y="0"/>
                    <a:pt x="0" y="477"/>
                    <a:pt x="0" y="1048"/>
                  </a:cubicBezTo>
                  <a:cubicBezTo>
                    <a:pt x="0" y="1620"/>
                    <a:pt x="477" y="2096"/>
                    <a:pt x="1048" y="2096"/>
                  </a:cubicBezTo>
                  <a:cubicBezTo>
                    <a:pt x="1620" y="2096"/>
                    <a:pt x="2096" y="1620"/>
                    <a:pt x="2096" y="1048"/>
                  </a:cubicBezTo>
                  <a:cubicBezTo>
                    <a:pt x="2096" y="477"/>
                    <a:pt x="1620" y="0"/>
                    <a:pt x="1048"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4" name="Google Shape;23284;p140"/>
            <p:cNvSpPr/>
            <p:nvPr/>
          </p:nvSpPr>
          <p:spPr>
            <a:xfrm>
              <a:off x="4019946" y="3311053"/>
              <a:ext cx="90950" cy="77943"/>
            </a:xfrm>
            <a:custGeom>
              <a:avLst/>
              <a:gdLst/>
              <a:ahLst/>
              <a:cxnLst/>
              <a:rect l="l" t="t" r="r" b="b"/>
              <a:pathLst>
                <a:path w="2811" h="2409" extrusionOk="0">
                  <a:moveTo>
                    <a:pt x="310" y="1"/>
                  </a:moveTo>
                  <a:cubicBezTo>
                    <a:pt x="144" y="1"/>
                    <a:pt x="1" y="143"/>
                    <a:pt x="1" y="310"/>
                  </a:cubicBezTo>
                  <a:lnTo>
                    <a:pt x="1" y="2096"/>
                  </a:lnTo>
                  <a:cubicBezTo>
                    <a:pt x="1" y="2273"/>
                    <a:pt x="123" y="2408"/>
                    <a:pt x="255" y="2408"/>
                  </a:cubicBezTo>
                  <a:cubicBezTo>
                    <a:pt x="265" y="2408"/>
                    <a:pt x="276" y="2408"/>
                    <a:pt x="286" y="2406"/>
                  </a:cubicBezTo>
                  <a:lnTo>
                    <a:pt x="2501" y="2406"/>
                  </a:lnTo>
                  <a:cubicBezTo>
                    <a:pt x="2668" y="2406"/>
                    <a:pt x="2811" y="2263"/>
                    <a:pt x="2811" y="2072"/>
                  </a:cubicBezTo>
                  <a:lnTo>
                    <a:pt x="2811" y="1"/>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5" name="Google Shape;23285;p140"/>
            <p:cNvSpPr/>
            <p:nvPr/>
          </p:nvSpPr>
          <p:spPr>
            <a:xfrm>
              <a:off x="4019946" y="3165426"/>
              <a:ext cx="131782" cy="223476"/>
            </a:xfrm>
            <a:custGeom>
              <a:avLst/>
              <a:gdLst/>
              <a:ahLst/>
              <a:cxnLst/>
              <a:rect l="l" t="t" r="r" b="b"/>
              <a:pathLst>
                <a:path w="4073" h="6907" extrusionOk="0">
                  <a:moveTo>
                    <a:pt x="1144" y="1"/>
                  </a:moveTo>
                  <a:cubicBezTo>
                    <a:pt x="525" y="1"/>
                    <a:pt x="1" y="525"/>
                    <a:pt x="1" y="1168"/>
                  </a:cubicBezTo>
                  <a:lnTo>
                    <a:pt x="1" y="3358"/>
                  </a:lnTo>
                  <a:cubicBezTo>
                    <a:pt x="1" y="4025"/>
                    <a:pt x="525" y="4525"/>
                    <a:pt x="1144" y="4525"/>
                  </a:cubicBezTo>
                  <a:lnTo>
                    <a:pt x="2811" y="4525"/>
                  </a:lnTo>
                  <a:lnTo>
                    <a:pt x="2811" y="6311"/>
                  </a:lnTo>
                  <a:cubicBezTo>
                    <a:pt x="2811" y="6645"/>
                    <a:pt x="3073" y="6907"/>
                    <a:pt x="3454" y="6907"/>
                  </a:cubicBezTo>
                  <a:cubicBezTo>
                    <a:pt x="3811" y="6907"/>
                    <a:pt x="4073" y="6645"/>
                    <a:pt x="4073" y="6288"/>
                  </a:cubicBezTo>
                  <a:lnTo>
                    <a:pt x="4073" y="4073"/>
                  </a:lnTo>
                  <a:cubicBezTo>
                    <a:pt x="4073" y="3620"/>
                    <a:pt x="3716" y="3239"/>
                    <a:pt x="3239" y="3239"/>
                  </a:cubicBezTo>
                  <a:lnTo>
                    <a:pt x="2287" y="3239"/>
                  </a:lnTo>
                  <a:lnTo>
                    <a:pt x="2287" y="1168"/>
                  </a:lnTo>
                  <a:cubicBezTo>
                    <a:pt x="2287" y="525"/>
                    <a:pt x="1787" y="1"/>
                    <a:pt x="1144"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6" name="Google Shape;23286;p140"/>
            <p:cNvSpPr/>
            <p:nvPr/>
          </p:nvSpPr>
          <p:spPr>
            <a:xfrm>
              <a:off x="4022275" y="3112268"/>
              <a:ext cx="67816" cy="67848"/>
            </a:xfrm>
            <a:custGeom>
              <a:avLst/>
              <a:gdLst/>
              <a:ahLst/>
              <a:cxnLst/>
              <a:rect l="l" t="t" r="r" b="b"/>
              <a:pathLst>
                <a:path w="2096" h="2097" extrusionOk="0">
                  <a:moveTo>
                    <a:pt x="1048" y="0"/>
                  </a:moveTo>
                  <a:cubicBezTo>
                    <a:pt x="476" y="0"/>
                    <a:pt x="0" y="477"/>
                    <a:pt x="0" y="1048"/>
                  </a:cubicBezTo>
                  <a:cubicBezTo>
                    <a:pt x="0" y="1620"/>
                    <a:pt x="476" y="2096"/>
                    <a:pt x="1048" y="2096"/>
                  </a:cubicBezTo>
                  <a:cubicBezTo>
                    <a:pt x="1619" y="2096"/>
                    <a:pt x="2096" y="1620"/>
                    <a:pt x="2096" y="1048"/>
                  </a:cubicBezTo>
                  <a:cubicBezTo>
                    <a:pt x="2096" y="477"/>
                    <a:pt x="1619" y="0"/>
                    <a:pt x="104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7" name="Google Shape;23287;p140"/>
            <p:cNvSpPr/>
            <p:nvPr/>
          </p:nvSpPr>
          <p:spPr>
            <a:xfrm>
              <a:off x="4182528" y="3230911"/>
              <a:ext cx="20060" cy="147992"/>
            </a:xfrm>
            <a:custGeom>
              <a:avLst/>
              <a:gdLst/>
              <a:ahLst/>
              <a:cxnLst/>
              <a:rect l="l" t="t" r="r" b="b"/>
              <a:pathLst>
                <a:path w="620" h="4574" extrusionOk="0">
                  <a:moveTo>
                    <a:pt x="0" y="1"/>
                  </a:moveTo>
                  <a:lnTo>
                    <a:pt x="0" y="4573"/>
                  </a:lnTo>
                  <a:lnTo>
                    <a:pt x="620" y="4573"/>
                  </a:lnTo>
                  <a:lnTo>
                    <a:pt x="620" y="1"/>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8" name="Google Shape;23288;p140"/>
            <p:cNvSpPr/>
            <p:nvPr/>
          </p:nvSpPr>
          <p:spPr>
            <a:xfrm>
              <a:off x="4193302" y="3230911"/>
              <a:ext cx="10062" cy="147992"/>
            </a:xfrm>
            <a:custGeom>
              <a:avLst/>
              <a:gdLst/>
              <a:ahLst/>
              <a:cxnLst/>
              <a:rect l="l" t="t" r="r" b="b"/>
              <a:pathLst>
                <a:path w="311" h="4574" extrusionOk="0">
                  <a:moveTo>
                    <a:pt x="1" y="1"/>
                  </a:moveTo>
                  <a:lnTo>
                    <a:pt x="1" y="4573"/>
                  </a:lnTo>
                  <a:lnTo>
                    <a:pt x="310" y="4573"/>
                  </a:lnTo>
                  <a:lnTo>
                    <a:pt x="310" y="1"/>
                  </a:ln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9" name="Google Shape;23289;p140"/>
            <p:cNvSpPr/>
            <p:nvPr/>
          </p:nvSpPr>
          <p:spPr>
            <a:xfrm>
              <a:off x="4114712" y="3219361"/>
              <a:ext cx="156469" cy="20837"/>
            </a:xfrm>
            <a:custGeom>
              <a:avLst/>
              <a:gdLst/>
              <a:ahLst/>
              <a:cxnLst/>
              <a:rect l="l" t="t" r="r" b="b"/>
              <a:pathLst>
                <a:path w="4836" h="644" extrusionOk="0">
                  <a:moveTo>
                    <a:pt x="334" y="1"/>
                  </a:moveTo>
                  <a:cubicBezTo>
                    <a:pt x="168" y="1"/>
                    <a:pt x="1" y="144"/>
                    <a:pt x="1" y="310"/>
                  </a:cubicBezTo>
                  <a:cubicBezTo>
                    <a:pt x="1" y="501"/>
                    <a:pt x="168" y="644"/>
                    <a:pt x="334" y="644"/>
                  </a:cubicBezTo>
                  <a:lnTo>
                    <a:pt x="4502" y="644"/>
                  </a:lnTo>
                  <a:cubicBezTo>
                    <a:pt x="4692" y="644"/>
                    <a:pt x="4811" y="525"/>
                    <a:pt x="4835" y="310"/>
                  </a:cubicBezTo>
                  <a:cubicBezTo>
                    <a:pt x="4835" y="144"/>
                    <a:pt x="4692" y="1"/>
                    <a:pt x="4502"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0" name="Google Shape;23290;p140"/>
            <p:cNvSpPr/>
            <p:nvPr/>
          </p:nvSpPr>
          <p:spPr>
            <a:xfrm>
              <a:off x="4193302" y="3220137"/>
              <a:ext cx="77878" cy="20060"/>
            </a:xfrm>
            <a:custGeom>
              <a:avLst/>
              <a:gdLst/>
              <a:ahLst/>
              <a:cxnLst/>
              <a:rect l="l" t="t" r="r" b="b"/>
              <a:pathLst>
                <a:path w="2407" h="620" extrusionOk="0">
                  <a:moveTo>
                    <a:pt x="1" y="0"/>
                  </a:moveTo>
                  <a:lnTo>
                    <a:pt x="1" y="620"/>
                  </a:lnTo>
                  <a:lnTo>
                    <a:pt x="2073" y="620"/>
                  </a:lnTo>
                  <a:cubicBezTo>
                    <a:pt x="2263" y="620"/>
                    <a:pt x="2406" y="477"/>
                    <a:pt x="2406" y="310"/>
                  </a:cubicBezTo>
                  <a:cubicBezTo>
                    <a:pt x="2382" y="143"/>
                    <a:pt x="2216" y="0"/>
                    <a:pt x="2073"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1" name="Google Shape;23291;p140"/>
            <p:cNvSpPr/>
            <p:nvPr/>
          </p:nvSpPr>
          <p:spPr>
            <a:xfrm>
              <a:off x="4168648" y="3368062"/>
              <a:ext cx="48597" cy="21613"/>
            </a:xfrm>
            <a:custGeom>
              <a:avLst/>
              <a:gdLst/>
              <a:ahLst/>
              <a:cxnLst/>
              <a:rect l="l" t="t" r="r" b="b"/>
              <a:pathLst>
                <a:path w="1502" h="668" extrusionOk="0">
                  <a:moveTo>
                    <a:pt x="334" y="1"/>
                  </a:moveTo>
                  <a:cubicBezTo>
                    <a:pt x="144" y="1"/>
                    <a:pt x="1" y="168"/>
                    <a:pt x="1" y="334"/>
                  </a:cubicBezTo>
                  <a:cubicBezTo>
                    <a:pt x="1" y="525"/>
                    <a:pt x="144" y="668"/>
                    <a:pt x="334" y="668"/>
                  </a:cubicBezTo>
                  <a:lnTo>
                    <a:pt x="1168" y="668"/>
                  </a:lnTo>
                  <a:cubicBezTo>
                    <a:pt x="1358" y="668"/>
                    <a:pt x="1501" y="525"/>
                    <a:pt x="1501" y="334"/>
                  </a:cubicBezTo>
                  <a:cubicBezTo>
                    <a:pt x="1501" y="168"/>
                    <a:pt x="1358" y="1"/>
                    <a:pt x="1168"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2" name="Google Shape;23292;p140"/>
            <p:cNvSpPr/>
            <p:nvPr/>
          </p:nvSpPr>
          <p:spPr>
            <a:xfrm>
              <a:off x="4193302" y="3369615"/>
              <a:ext cx="23943" cy="20060"/>
            </a:xfrm>
            <a:custGeom>
              <a:avLst/>
              <a:gdLst/>
              <a:ahLst/>
              <a:cxnLst/>
              <a:rect l="l" t="t" r="r" b="b"/>
              <a:pathLst>
                <a:path w="740" h="620" extrusionOk="0">
                  <a:moveTo>
                    <a:pt x="1" y="0"/>
                  </a:moveTo>
                  <a:lnTo>
                    <a:pt x="1" y="620"/>
                  </a:lnTo>
                  <a:lnTo>
                    <a:pt x="406" y="620"/>
                  </a:lnTo>
                  <a:cubicBezTo>
                    <a:pt x="596" y="620"/>
                    <a:pt x="739" y="477"/>
                    <a:pt x="739" y="286"/>
                  </a:cubicBezTo>
                  <a:cubicBezTo>
                    <a:pt x="739" y="120"/>
                    <a:pt x="596" y="0"/>
                    <a:pt x="40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93" name="Google Shape;23293;p140"/>
          <p:cNvGrpSpPr/>
          <p:nvPr/>
        </p:nvGrpSpPr>
        <p:grpSpPr>
          <a:xfrm>
            <a:off x="4768114" y="2890532"/>
            <a:ext cx="346002" cy="347520"/>
            <a:chOff x="4768114" y="3042932"/>
            <a:chExt cx="346002" cy="347520"/>
          </a:xfrm>
        </p:grpSpPr>
        <p:sp>
          <p:nvSpPr>
            <p:cNvPr id="23294" name="Google Shape;23294;p140"/>
            <p:cNvSpPr/>
            <p:nvPr/>
          </p:nvSpPr>
          <p:spPr>
            <a:xfrm>
              <a:off x="4937619" y="3301800"/>
              <a:ext cx="176497" cy="88653"/>
            </a:xfrm>
            <a:custGeom>
              <a:avLst/>
              <a:gdLst/>
              <a:ahLst/>
              <a:cxnLst/>
              <a:rect l="l" t="t" r="r" b="b"/>
              <a:pathLst>
                <a:path w="5455" h="2740" extrusionOk="0">
                  <a:moveTo>
                    <a:pt x="1" y="1"/>
                  </a:moveTo>
                  <a:lnTo>
                    <a:pt x="1" y="1263"/>
                  </a:lnTo>
                  <a:lnTo>
                    <a:pt x="1239" y="1263"/>
                  </a:lnTo>
                  <a:cubicBezTo>
                    <a:pt x="1096" y="1549"/>
                    <a:pt x="1025" y="1858"/>
                    <a:pt x="1025" y="2216"/>
                  </a:cubicBezTo>
                  <a:lnTo>
                    <a:pt x="1025" y="2430"/>
                  </a:lnTo>
                  <a:cubicBezTo>
                    <a:pt x="1025" y="2597"/>
                    <a:pt x="1191" y="2739"/>
                    <a:pt x="1358" y="2739"/>
                  </a:cubicBezTo>
                  <a:lnTo>
                    <a:pt x="5121" y="2739"/>
                  </a:lnTo>
                  <a:cubicBezTo>
                    <a:pt x="5288" y="2739"/>
                    <a:pt x="5454" y="2597"/>
                    <a:pt x="5454" y="2430"/>
                  </a:cubicBezTo>
                  <a:lnTo>
                    <a:pt x="5454" y="2216"/>
                  </a:lnTo>
                  <a:cubicBezTo>
                    <a:pt x="5454" y="1001"/>
                    <a:pt x="4454" y="1"/>
                    <a:pt x="3239"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5" name="Google Shape;23295;p140"/>
            <p:cNvSpPr/>
            <p:nvPr/>
          </p:nvSpPr>
          <p:spPr>
            <a:xfrm>
              <a:off x="5042416" y="3301023"/>
              <a:ext cx="71699" cy="88653"/>
            </a:xfrm>
            <a:custGeom>
              <a:avLst/>
              <a:gdLst/>
              <a:ahLst/>
              <a:cxnLst/>
              <a:rect l="l" t="t" r="r" b="b"/>
              <a:pathLst>
                <a:path w="2216" h="2740" extrusionOk="0">
                  <a:moveTo>
                    <a:pt x="0" y="1"/>
                  </a:moveTo>
                  <a:lnTo>
                    <a:pt x="0" y="2716"/>
                  </a:lnTo>
                  <a:lnTo>
                    <a:pt x="1882" y="2716"/>
                  </a:lnTo>
                  <a:lnTo>
                    <a:pt x="1882" y="2740"/>
                  </a:lnTo>
                  <a:cubicBezTo>
                    <a:pt x="2049" y="2740"/>
                    <a:pt x="2215" y="2597"/>
                    <a:pt x="2215" y="2406"/>
                  </a:cubicBezTo>
                  <a:lnTo>
                    <a:pt x="2215" y="2216"/>
                  </a:lnTo>
                  <a:cubicBezTo>
                    <a:pt x="2215" y="977"/>
                    <a:pt x="1215" y="1"/>
                    <a:pt x="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6" name="Google Shape;23296;p140"/>
            <p:cNvSpPr/>
            <p:nvPr/>
          </p:nvSpPr>
          <p:spPr>
            <a:xfrm>
              <a:off x="4994628" y="3227061"/>
              <a:ext cx="94056" cy="94056"/>
            </a:xfrm>
            <a:custGeom>
              <a:avLst/>
              <a:gdLst/>
              <a:ahLst/>
              <a:cxnLst/>
              <a:rect l="l" t="t" r="r" b="b"/>
              <a:pathLst>
                <a:path w="2907" h="2907" extrusionOk="0">
                  <a:moveTo>
                    <a:pt x="1454" y="1"/>
                  </a:moveTo>
                  <a:cubicBezTo>
                    <a:pt x="644" y="1"/>
                    <a:pt x="1" y="644"/>
                    <a:pt x="1" y="1453"/>
                  </a:cubicBezTo>
                  <a:cubicBezTo>
                    <a:pt x="1" y="2287"/>
                    <a:pt x="644" y="2906"/>
                    <a:pt x="1454" y="2906"/>
                  </a:cubicBezTo>
                  <a:cubicBezTo>
                    <a:pt x="2240" y="2906"/>
                    <a:pt x="2906" y="2263"/>
                    <a:pt x="2906" y="1453"/>
                  </a:cubicBezTo>
                  <a:cubicBezTo>
                    <a:pt x="2906" y="644"/>
                    <a:pt x="2240" y="1"/>
                    <a:pt x="145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7" name="Google Shape;23297;p140"/>
            <p:cNvSpPr/>
            <p:nvPr/>
          </p:nvSpPr>
          <p:spPr>
            <a:xfrm>
              <a:off x="5042416" y="3227061"/>
              <a:ext cx="47044" cy="94121"/>
            </a:xfrm>
            <a:custGeom>
              <a:avLst/>
              <a:gdLst/>
              <a:ahLst/>
              <a:cxnLst/>
              <a:rect l="l" t="t" r="r" b="b"/>
              <a:pathLst>
                <a:path w="1454" h="2909" extrusionOk="0">
                  <a:moveTo>
                    <a:pt x="0" y="1"/>
                  </a:moveTo>
                  <a:lnTo>
                    <a:pt x="0" y="2906"/>
                  </a:lnTo>
                  <a:cubicBezTo>
                    <a:pt x="28" y="2908"/>
                    <a:pt x="55" y="2909"/>
                    <a:pt x="82" y="2909"/>
                  </a:cubicBezTo>
                  <a:cubicBezTo>
                    <a:pt x="853" y="2909"/>
                    <a:pt x="1453" y="2259"/>
                    <a:pt x="1453" y="1453"/>
                  </a:cubicBezTo>
                  <a:cubicBezTo>
                    <a:pt x="1453" y="644"/>
                    <a:pt x="810" y="1"/>
                    <a:pt x="0"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8" name="Google Shape;23298;p140"/>
            <p:cNvSpPr/>
            <p:nvPr/>
          </p:nvSpPr>
          <p:spPr>
            <a:xfrm>
              <a:off x="4768114" y="3301800"/>
              <a:ext cx="177241" cy="88653"/>
            </a:xfrm>
            <a:custGeom>
              <a:avLst/>
              <a:gdLst/>
              <a:ahLst/>
              <a:cxnLst/>
              <a:rect l="l" t="t" r="r" b="b"/>
              <a:pathLst>
                <a:path w="5478" h="2740" extrusionOk="0">
                  <a:moveTo>
                    <a:pt x="2191" y="1"/>
                  </a:moveTo>
                  <a:cubicBezTo>
                    <a:pt x="977" y="1"/>
                    <a:pt x="1" y="1001"/>
                    <a:pt x="1" y="2216"/>
                  </a:cubicBezTo>
                  <a:lnTo>
                    <a:pt x="1" y="2430"/>
                  </a:lnTo>
                  <a:cubicBezTo>
                    <a:pt x="1" y="2597"/>
                    <a:pt x="143" y="2739"/>
                    <a:pt x="334" y="2739"/>
                  </a:cubicBezTo>
                  <a:lnTo>
                    <a:pt x="4073" y="2739"/>
                  </a:lnTo>
                  <a:cubicBezTo>
                    <a:pt x="4263" y="2739"/>
                    <a:pt x="4406" y="2597"/>
                    <a:pt x="4406" y="2430"/>
                  </a:cubicBezTo>
                  <a:lnTo>
                    <a:pt x="4406" y="2216"/>
                  </a:lnTo>
                  <a:cubicBezTo>
                    <a:pt x="4406" y="1882"/>
                    <a:pt x="4311" y="1549"/>
                    <a:pt x="4192" y="1263"/>
                  </a:cubicBezTo>
                  <a:lnTo>
                    <a:pt x="5144" y="1263"/>
                  </a:lnTo>
                  <a:cubicBezTo>
                    <a:pt x="5335" y="1263"/>
                    <a:pt x="5478" y="1120"/>
                    <a:pt x="5478" y="930"/>
                  </a:cubicBezTo>
                  <a:lnTo>
                    <a:pt x="5478" y="310"/>
                  </a:lnTo>
                  <a:cubicBezTo>
                    <a:pt x="5454" y="120"/>
                    <a:pt x="5287" y="1"/>
                    <a:pt x="512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9" name="Google Shape;23299;p140"/>
            <p:cNvSpPr/>
            <p:nvPr/>
          </p:nvSpPr>
          <p:spPr>
            <a:xfrm>
              <a:off x="4840556" y="3300279"/>
              <a:ext cx="104798" cy="89397"/>
            </a:xfrm>
            <a:custGeom>
              <a:avLst/>
              <a:gdLst/>
              <a:ahLst/>
              <a:cxnLst/>
              <a:rect l="l" t="t" r="r" b="b"/>
              <a:pathLst>
                <a:path w="3239" h="2763" extrusionOk="0">
                  <a:moveTo>
                    <a:pt x="0" y="0"/>
                  </a:moveTo>
                  <a:lnTo>
                    <a:pt x="0" y="2691"/>
                  </a:lnTo>
                  <a:lnTo>
                    <a:pt x="1834" y="2691"/>
                  </a:lnTo>
                  <a:lnTo>
                    <a:pt x="1834" y="2763"/>
                  </a:lnTo>
                  <a:cubicBezTo>
                    <a:pt x="2024" y="2763"/>
                    <a:pt x="2167" y="2620"/>
                    <a:pt x="2167" y="2429"/>
                  </a:cubicBezTo>
                  <a:lnTo>
                    <a:pt x="2167" y="2239"/>
                  </a:lnTo>
                  <a:cubicBezTo>
                    <a:pt x="2167" y="1905"/>
                    <a:pt x="2072" y="1572"/>
                    <a:pt x="1953" y="1286"/>
                  </a:cubicBezTo>
                  <a:lnTo>
                    <a:pt x="2905" y="1286"/>
                  </a:lnTo>
                  <a:cubicBezTo>
                    <a:pt x="3096" y="1286"/>
                    <a:pt x="3239" y="1119"/>
                    <a:pt x="3239" y="953"/>
                  </a:cubicBezTo>
                  <a:lnTo>
                    <a:pt x="3239" y="310"/>
                  </a:lnTo>
                  <a:cubicBezTo>
                    <a:pt x="3239" y="143"/>
                    <a:pt x="3096" y="0"/>
                    <a:pt x="2905"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0" name="Google Shape;23300;p140"/>
            <p:cNvSpPr/>
            <p:nvPr/>
          </p:nvSpPr>
          <p:spPr>
            <a:xfrm>
              <a:off x="4791991" y="3227838"/>
              <a:ext cx="94800" cy="94800"/>
            </a:xfrm>
            <a:custGeom>
              <a:avLst/>
              <a:gdLst/>
              <a:ahLst/>
              <a:cxnLst/>
              <a:rect l="l" t="t" r="r" b="b"/>
              <a:pathLst>
                <a:path w="2930" h="2930" extrusionOk="0">
                  <a:moveTo>
                    <a:pt x="1453" y="1"/>
                  </a:moveTo>
                  <a:cubicBezTo>
                    <a:pt x="668" y="1"/>
                    <a:pt x="1" y="667"/>
                    <a:pt x="1" y="1453"/>
                  </a:cubicBezTo>
                  <a:cubicBezTo>
                    <a:pt x="1" y="2263"/>
                    <a:pt x="668" y="2930"/>
                    <a:pt x="1453" y="2930"/>
                  </a:cubicBezTo>
                  <a:cubicBezTo>
                    <a:pt x="2263" y="2930"/>
                    <a:pt x="2930" y="2263"/>
                    <a:pt x="2930" y="1453"/>
                  </a:cubicBezTo>
                  <a:cubicBezTo>
                    <a:pt x="2930" y="667"/>
                    <a:pt x="2263" y="1"/>
                    <a:pt x="145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1" name="Google Shape;23301;p140"/>
            <p:cNvSpPr/>
            <p:nvPr/>
          </p:nvSpPr>
          <p:spPr>
            <a:xfrm>
              <a:off x="4839003" y="3227061"/>
              <a:ext cx="47788" cy="94121"/>
            </a:xfrm>
            <a:custGeom>
              <a:avLst/>
              <a:gdLst/>
              <a:ahLst/>
              <a:cxnLst/>
              <a:rect l="l" t="t" r="r" b="b"/>
              <a:pathLst>
                <a:path w="1477" h="2909" extrusionOk="0">
                  <a:moveTo>
                    <a:pt x="0" y="1"/>
                  </a:moveTo>
                  <a:lnTo>
                    <a:pt x="0" y="2906"/>
                  </a:lnTo>
                  <a:cubicBezTo>
                    <a:pt x="28" y="2908"/>
                    <a:pt x="55" y="2909"/>
                    <a:pt x="82" y="2909"/>
                  </a:cubicBezTo>
                  <a:cubicBezTo>
                    <a:pt x="854" y="2909"/>
                    <a:pt x="1477" y="2259"/>
                    <a:pt x="1477" y="1453"/>
                  </a:cubicBezTo>
                  <a:cubicBezTo>
                    <a:pt x="1477" y="644"/>
                    <a:pt x="810" y="1"/>
                    <a:pt x="0"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2" name="Google Shape;23302;p140"/>
            <p:cNvSpPr/>
            <p:nvPr/>
          </p:nvSpPr>
          <p:spPr>
            <a:xfrm>
              <a:off x="4795097" y="3042932"/>
              <a:ext cx="292036" cy="169831"/>
            </a:xfrm>
            <a:custGeom>
              <a:avLst/>
              <a:gdLst/>
              <a:ahLst/>
              <a:cxnLst/>
              <a:rect l="l" t="t" r="r" b="b"/>
              <a:pathLst>
                <a:path w="9026" h="5249" extrusionOk="0">
                  <a:moveTo>
                    <a:pt x="953" y="0"/>
                  </a:moveTo>
                  <a:cubicBezTo>
                    <a:pt x="405" y="0"/>
                    <a:pt x="0" y="453"/>
                    <a:pt x="0" y="953"/>
                  </a:cubicBezTo>
                  <a:lnTo>
                    <a:pt x="0" y="3453"/>
                  </a:lnTo>
                  <a:cubicBezTo>
                    <a:pt x="0" y="4001"/>
                    <a:pt x="452" y="4406"/>
                    <a:pt x="953" y="4406"/>
                  </a:cubicBezTo>
                  <a:lnTo>
                    <a:pt x="1072" y="4406"/>
                  </a:lnTo>
                  <a:lnTo>
                    <a:pt x="1072" y="4954"/>
                  </a:lnTo>
                  <a:cubicBezTo>
                    <a:pt x="1072" y="5073"/>
                    <a:pt x="1119" y="5144"/>
                    <a:pt x="1238" y="5216"/>
                  </a:cubicBezTo>
                  <a:cubicBezTo>
                    <a:pt x="1292" y="5237"/>
                    <a:pt x="1345" y="5249"/>
                    <a:pt x="1397" y="5249"/>
                  </a:cubicBezTo>
                  <a:cubicBezTo>
                    <a:pt x="1460" y="5249"/>
                    <a:pt x="1519" y="5231"/>
                    <a:pt x="1572" y="5192"/>
                  </a:cubicBezTo>
                  <a:lnTo>
                    <a:pt x="2524" y="4406"/>
                  </a:lnTo>
                  <a:lnTo>
                    <a:pt x="6454" y="4406"/>
                  </a:lnTo>
                  <a:lnTo>
                    <a:pt x="7406" y="5192"/>
                  </a:lnTo>
                  <a:cubicBezTo>
                    <a:pt x="7478" y="5216"/>
                    <a:pt x="7549" y="5239"/>
                    <a:pt x="7621" y="5239"/>
                  </a:cubicBezTo>
                  <a:cubicBezTo>
                    <a:pt x="7668" y="5239"/>
                    <a:pt x="7740" y="5239"/>
                    <a:pt x="7764" y="5216"/>
                  </a:cubicBezTo>
                  <a:cubicBezTo>
                    <a:pt x="7883" y="5192"/>
                    <a:pt x="7954" y="5073"/>
                    <a:pt x="7954" y="4954"/>
                  </a:cubicBezTo>
                  <a:lnTo>
                    <a:pt x="7954" y="4406"/>
                  </a:lnTo>
                  <a:lnTo>
                    <a:pt x="8073" y="4406"/>
                  </a:lnTo>
                  <a:cubicBezTo>
                    <a:pt x="8597" y="4406"/>
                    <a:pt x="9026" y="3953"/>
                    <a:pt x="9026" y="3453"/>
                  </a:cubicBezTo>
                  <a:lnTo>
                    <a:pt x="9026" y="953"/>
                  </a:lnTo>
                  <a:cubicBezTo>
                    <a:pt x="9026" y="429"/>
                    <a:pt x="8573" y="0"/>
                    <a:pt x="807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3" name="Google Shape;23303;p140"/>
            <p:cNvSpPr/>
            <p:nvPr/>
          </p:nvSpPr>
          <p:spPr>
            <a:xfrm>
              <a:off x="4940693" y="3042932"/>
              <a:ext cx="147215" cy="168764"/>
            </a:xfrm>
            <a:custGeom>
              <a:avLst/>
              <a:gdLst/>
              <a:ahLst/>
              <a:cxnLst/>
              <a:rect l="l" t="t" r="r" b="b"/>
              <a:pathLst>
                <a:path w="4550" h="5216" extrusionOk="0">
                  <a:moveTo>
                    <a:pt x="1" y="0"/>
                  </a:moveTo>
                  <a:lnTo>
                    <a:pt x="1" y="4382"/>
                  </a:lnTo>
                  <a:lnTo>
                    <a:pt x="1978" y="4382"/>
                  </a:lnTo>
                  <a:lnTo>
                    <a:pt x="2930" y="5144"/>
                  </a:lnTo>
                  <a:cubicBezTo>
                    <a:pt x="3002" y="5216"/>
                    <a:pt x="3049" y="5216"/>
                    <a:pt x="3144" y="5216"/>
                  </a:cubicBezTo>
                  <a:cubicBezTo>
                    <a:pt x="3216" y="5216"/>
                    <a:pt x="3240" y="5216"/>
                    <a:pt x="3287" y="5168"/>
                  </a:cubicBezTo>
                  <a:cubicBezTo>
                    <a:pt x="3406" y="5120"/>
                    <a:pt x="3478" y="5025"/>
                    <a:pt x="3478" y="4906"/>
                  </a:cubicBezTo>
                  <a:lnTo>
                    <a:pt x="3478" y="4382"/>
                  </a:lnTo>
                  <a:lnTo>
                    <a:pt x="3597" y="4382"/>
                  </a:lnTo>
                  <a:cubicBezTo>
                    <a:pt x="4097" y="4382"/>
                    <a:pt x="4550" y="3953"/>
                    <a:pt x="4550" y="3429"/>
                  </a:cubicBezTo>
                  <a:lnTo>
                    <a:pt x="4550" y="929"/>
                  </a:lnTo>
                  <a:cubicBezTo>
                    <a:pt x="4478" y="453"/>
                    <a:pt x="4073" y="0"/>
                    <a:pt x="3525"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4" name="Google Shape;23304;p140"/>
            <p:cNvSpPr/>
            <p:nvPr/>
          </p:nvSpPr>
          <p:spPr>
            <a:xfrm>
              <a:off x="4902191" y="3117088"/>
              <a:ext cx="77070" cy="32193"/>
            </a:xfrm>
            <a:custGeom>
              <a:avLst/>
              <a:gdLst/>
              <a:ahLst/>
              <a:cxnLst/>
              <a:rect l="l" t="t" r="r" b="b"/>
              <a:pathLst>
                <a:path w="2382" h="995" extrusionOk="0">
                  <a:moveTo>
                    <a:pt x="334" y="0"/>
                  </a:moveTo>
                  <a:cubicBezTo>
                    <a:pt x="256" y="0"/>
                    <a:pt x="179" y="30"/>
                    <a:pt x="119" y="90"/>
                  </a:cubicBezTo>
                  <a:cubicBezTo>
                    <a:pt x="0" y="209"/>
                    <a:pt x="0" y="423"/>
                    <a:pt x="119" y="542"/>
                  </a:cubicBezTo>
                  <a:cubicBezTo>
                    <a:pt x="405" y="828"/>
                    <a:pt x="786" y="995"/>
                    <a:pt x="1191" y="995"/>
                  </a:cubicBezTo>
                  <a:cubicBezTo>
                    <a:pt x="1596" y="995"/>
                    <a:pt x="1953" y="828"/>
                    <a:pt x="2263" y="542"/>
                  </a:cubicBezTo>
                  <a:cubicBezTo>
                    <a:pt x="2382" y="423"/>
                    <a:pt x="2382" y="209"/>
                    <a:pt x="2263" y="90"/>
                  </a:cubicBezTo>
                  <a:cubicBezTo>
                    <a:pt x="2203" y="30"/>
                    <a:pt x="2120" y="0"/>
                    <a:pt x="2036" y="0"/>
                  </a:cubicBezTo>
                  <a:cubicBezTo>
                    <a:pt x="1953" y="0"/>
                    <a:pt x="1870" y="30"/>
                    <a:pt x="1810" y="90"/>
                  </a:cubicBezTo>
                  <a:cubicBezTo>
                    <a:pt x="1620" y="256"/>
                    <a:pt x="1429" y="352"/>
                    <a:pt x="1191" y="352"/>
                  </a:cubicBezTo>
                  <a:cubicBezTo>
                    <a:pt x="929" y="352"/>
                    <a:pt x="738" y="280"/>
                    <a:pt x="548" y="90"/>
                  </a:cubicBezTo>
                  <a:cubicBezTo>
                    <a:pt x="488" y="30"/>
                    <a:pt x="411" y="0"/>
                    <a:pt x="334"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5" name="Google Shape;23305;p140"/>
            <p:cNvSpPr/>
            <p:nvPr/>
          </p:nvSpPr>
          <p:spPr>
            <a:xfrm>
              <a:off x="4940693" y="3117865"/>
              <a:ext cx="38567" cy="32193"/>
            </a:xfrm>
            <a:custGeom>
              <a:avLst/>
              <a:gdLst/>
              <a:ahLst/>
              <a:cxnLst/>
              <a:rect l="l" t="t" r="r" b="b"/>
              <a:pathLst>
                <a:path w="1192" h="995" extrusionOk="0">
                  <a:moveTo>
                    <a:pt x="846" y="0"/>
                  </a:moveTo>
                  <a:cubicBezTo>
                    <a:pt x="763" y="0"/>
                    <a:pt x="680" y="30"/>
                    <a:pt x="620" y="89"/>
                  </a:cubicBezTo>
                  <a:cubicBezTo>
                    <a:pt x="430" y="280"/>
                    <a:pt x="239" y="351"/>
                    <a:pt x="1" y="351"/>
                  </a:cubicBezTo>
                  <a:lnTo>
                    <a:pt x="1" y="994"/>
                  </a:lnTo>
                  <a:cubicBezTo>
                    <a:pt x="406" y="971"/>
                    <a:pt x="763" y="804"/>
                    <a:pt x="1073" y="542"/>
                  </a:cubicBezTo>
                  <a:cubicBezTo>
                    <a:pt x="1192" y="423"/>
                    <a:pt x="1192" y="208"/>
                    <a:pt x="1073" y="89"/>
                  </a:cubicBezTo>
                  <a:cubicBezTo>
                    <a:pt x="1013" y="30"/>
                    <a:pt x="930" y="0"/>
                    <a:pt x="846"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6" name="Google Shape;23306;p140"/>
            <p:cNvSpPr/>
            <p:nvPr/>
          </p:nvSpPr>
          <p:spPr>
            <a:xfrm>
              <a:off x="4956903" y="3083763"/>
              <a:ext cx="20837" cy="20837"/>
            </a:xfrm>
            <a:custGeom>
              <a:avLst/>
              <a:gdLst/>
              <a:ahLst/>
              <a:cxnLst/>
              <a:rect l="l" t="t" r="r" b="b"/>
              <a:pathLst>
                <a:path w="644" h="644" extrusionOk="0">
                  <a:moveTo>
                    <a:pt x="333" y="0"/>
                  </a:moveTo>
                  <a:cubicBezTo>
                    <a:pt x="143" y="0"/>
                    <a:pt x="0" y="143"/>
                    <a:pt x="0" y="310"/>
                  </a:cubicBezTo>
                  <a:cubicBezTo>
                    <a:pt x="0" y="500"/>
                    <a:pt x="143" y="643"/>
                    <a:pt x="333" y="643"/>
                  </a:cubicBezTo>
                  <a:cubicBezTo>
                    <a:pt x="500" y="643"/>
                    <a:pt x="643" y="500"/>
                    <a:pt x="643" y="310"/>
                  </a:cubicBezTo>
                  <a:cubicBezTo>
                    <a:pt x="643" y="143"/>
                    <a:pt x="500" y="0"/>
                    <a:pt x="333"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7" name="Google Shape;23307;p140"/>
            <p:cNvSpPr/>
            <p:nvPr/>
          </p:nvSpPr>
          <p:spPr>
            <a:xfrm>
              <a:off x="4902968" y="3083763"/>
              <a:ext cx="20837" cy="20837"/>
            </a:xfrm>
            <a:custGeom>
              <a:avLst/>
              <a:gdLst/>
              <a:ahLst/>
              <a:cxnLst/>
              <a:rect l="l" t="t" r="r" b="b"/>
              <a:pathLst>
                <a:path w="644" h="644" extrusionOk="0">
                  <a:moveTo>
                    <a:pt x="310" y="0"/>
                  </a:moveTo>
                  <a:cubicBezTo>
                    <a:pt x="143" y="0"/>
                    <a:pt x="0" y="143"/>
                    <a:pt x="0" y="310"/>
                  </a:cubicBezTo>
                  <a:cubicBezTo>
                    <a:pt x="0" y="500"/>
                    <a:pt x="143" y="643"/>
                    <a:pt x="310" y="643"/>
                  </a:cubicBezTo>
                  <a:cubicBezTo>
                    <a:pt x="500" y="643"/>
                    <a:pt x="643" y="500"/>
                    <a:pt x="643" y="310"/>
                  </a:cubicBezTo>
                  <a:cubicBezTo>
                    <a:pt x="643" y="143"/>
                    <a:pt x="500" y="0"/>
                    <a:pt x="310"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8" name="Google Shape;23308;p140"/>
            <p:cNvSpPr/>
            <p:nvPr/>
          </p:nvSpPr>
          <p:spPr>
            <a:xfrm>
              <a:off x="4933769" y="3301800"/>
              <a:ext cx="30867" cy="40864"/>
            </a:xfrm>
            <a:custGeom>
              <a:avLst/>
              <a:gdLst/>
              <a:ahLst/>
              <a:cxnLst/>
              <a:rect l="l" t="t" r="r" b="b"/>
              <a:pathLst>
                <a:path w="954" h="1263" extrusionOk="0">
                  <a:moveTo>
                    <a:pt x="1" y="1"/>
                  </a:moveTo>
                  <a:lnTo>
                    <a:pt x="1" y="1263"/>
                  </a:lnTo>
                  <a:lnTo>
                    <a:pt x="334" y="1263"/>
                  </a:lnTo>
                  <a:cubicBezTo>
                    <a:pt x="691" y="1263"/>
                    <a:pt x="953" y="1001"/>
                    <a:pt x="953" y="644"/>
                  </a:cubicBezTo>
                  <a:cubicBezTo>
                    <a:pt x="953" y="263"/>
                    <a:pt x="691" y="1"/>
                    <a:pt x="334"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09" name="Google Shape;23309;p140"/>
          <p:cNvGrpSpPr/>
          <p:nvPr/>
        </p:nvGrpSpPr>
        <p:grpSpPr>
          <a:xfrm>
            <a:off x="5520908" y="2890306"/>
            <a:ext cx="345969" cy="346972"/>
            <a:chOff x="5520908" y="3042706"/>
            <a:chExt cx="345969" cy="346972"/>
          </a:xfrm>
        </p:grpSpPr>
        <p:grpSp>
          <p:nvGrpSpPr>
            <p:cNvPr id="23310" name="Google Shape;23310;p140"/>
            <p:cNvGrpSpPr/>
            <p:nvPr/>
          </p:nvGrpSpPr>
          <p:grpSpPr>
            <a:xfrm>
              <a:off x="5805985" y="3079913"/>
              <a:ext cx="60892" cy="82472"/>
              <a:chOff x="5805985" y="3079913"/>
              <a:chExt cx="60892" cy="82472"/>
            </a:xfrm>
          </p:grpSpPr>
          <p:sp>
            <p:nvSpPr>
              <p:cNvPr id="23311" name="Google Shape;23311;p140"/>
              <p:cNvSpPr/>
              <p:nvPr/>
            </p:nvSpPr>
            <p:spPr>
              <a:xfrm>
                <a:off x="5805985" y="3079913"/>
                <a:ext cx="60892" cy="81696"/>
              </a:xfrm>
              <a:custGeom>
                <a:avLst/>
                <a:gdLst/>
                <a:ahLst/>
                <a:cxnLst/>
                <a:rect l="l" t="t" r="r" b="b"/>
                <a:pathLst>
                  <a:path w="1882" h="2525" extrusionOk="0">
                    <a:moveTo>
                      <a:pt x="644" y="0"/>
                    </a:moveTo>
                    <a:cubicBezTo>
                      <a:pt x="477" y="0"/>
                      <a:pt x="358" y="24"/>
                      <a:pt x="215" y="72"/>
                    </a:cubicBezTo>
                    <a:cubicBezTo>
                      <a:pt x="96" y="143"/>
                      <a:pt x="1" y="262"/>
                      <a:pt x="1" y="381"/>
                    </a:cubicBezTo>
                    <a:lnTo>
                      <a:pt x="1" y="2144"/>
                    </a:lnTo>
                    <a:cubicBezTo>
                      <a:pt x="1" y="2286"/>
                      <a:pt x="96" y="2405"/>
                      <a:pt x="215" y="2429"/>
                    </a:cubicBezTo>
                    <a:cubicBezTo>
                      <a:pt x="358" y="2501"/>
                      <a:pt x="477" y="2525"/>
                      <a:pt x="644" y="2525"/>
                    </a:cubicBezTo>
                    <a:cubicBezTo>
                      <a:pt x="1310" y="2525"/>
                      <a:pt x="1882" y="1953"/>
                      <a:pt x="1882" y="1239"/>
                    </a:cubicBezTo>
                    <a:cubicBezTo>
                      <a:pt x="1882" y="548"/>
                      <a:pt x="1310" y="0"/>
                      <a:pt x="644"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2" name="Google Shape;23312;p140"/>
              <p:cNvSpPr/>
              <p:nvPr/>
            </p:nvSpPr>
            <p:spPr>
              <a:xfrm>
                <a:off x="5805985" y="3122298"/>
                <a:ext cx="60892" cy="40088"/>
              </a:xfrm>
              <a:custGeom>
                <a:avLst/>
                <a:gdLst/>
                <a:ahLst/>
                <a:cxnLst/>
                <a:rect l="l" t="t" r="r" b="b"/>
                <a:pathLst>
                  <a:path w="1882" h="1239" extrusionOk="0">
                    <a:moveTo>
                      <a:pt x="1" y="0"/>
                    </a:moveTo>
                    <a:lnTo>
                      <a:pt x="1" y="857"/>
                    </a:lnTo>
                    <a:cubicBezTo>
                      <a:pt x="1" y="976"/>
                      <a:pt x="96" y="1095"/>
                      <a:pt x="215" y="1143"/>
                    </a:cubicBezTo>
                    <a:cubicBezTo>
                      <a:pt x="358" y="1215"/>
                      <a:pt x="477" y="1238"/>
                      <a:pt x="644" y="1238"/>
                    </a:cubicBezTo>
                    <a:cubicBezTo>
                      <a:pt x="1310" y="1238"/>
                      <a:pt x="1882" y="667"/>
                      <a:pt x="1882"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13" name="Google Shape;23313;p140"/>
            <p:cNvGrpSpPr/>
            <p:nvPr/>
          </p:nvGrpSpPr>
          <p:grpSpPr>
            <a:xfrm>
              <a:off x="5520908" y="3042706"/>
              <a:ext cx="306691" cy="346972"/>
              <a:chOff x="5520908" y="3042706"/>
              <a:chExt cx="306691" cy="346972"/>
            </a:xfrm>
          </p:grpSpPr>
          <p:sp>
            <p:nvSpPr>
              <p:cNvPr id="23314" name="Google Shape;23314;p140"/>
              <p:cNvSpPr/>
              <p:nvPr/>
            </p:nvSpPr>
            <p:spPr>
              <a:xfrm>
                <a:off x="5712771" y="3042706"/>
                <a:ext cx="114828" cy="156663"/>
              </a:xfrm>
              <a:custGeom>
                <a:avLst/>
                <a:gdLst/>
                <a:ahLst/>
                <a:cxnLst/>
                <a:rect l="l" t="t" r="r" b="b"/>
                <a:pathLst>
                  <a:path w="3549" h="4842" extrusionOk="0">
                    <a:moveTo>
                      <a:pt x="3234" y="1"/>
                    </a:moveTo>
                    <a:cubicBezTo>
                      <a:pt x="3151" y="1"/>
                      <a:pt x="3059" y="44"/>
                      <a:pt x="3001" y="102"/>
                    </a:cubicBezTo>
                    <a:lnTo>
                      <a:pt x="2953" y="150"/>
                    </a:lnTo>
                    <a:cubicBezTo>
                      <a:pt x="2262" y="864"/>
                      <a:pt x="1310" y="1246"/>
                      <a:pt x="333" y="1246"/>
                    </a:cubicBezTo>
                    <a:cubicBezTo>
                      <a:pt x="143" y="1246"/>
                      <a:pt x="0" y="1412"/>
                      <a:pt x="0" y="1579"/>
                    </a:cubicBezTo>
                    <a:lnTo>
                      <a:pt x="0" y="3246"/>
                    </a:lnTo>
                    <a:cubicBezTo>
                      <a:pt x="0" y="3436"/>
                      <a:pt x="119" y="3579"/>
                      <a:pt x="310" y="3579"/>
                    </a:cubicBezTo>
                    <a:cubicBezTo>
                      <a:pt x="1286" y="3603"/>
                      <a:pt x="2239" y="3960"/>
                      <a:pt x="2929" y="4651"/>
                    </a:cubicBezTo>
                    <a:lnTo>
                      <a:pt x="3001" y="4746"/>
                    </a:lnTo>
                    <a:cubicBezTo>
                      <a:pt x="3072" y="4794"/>
                      <a:pt x="3120" y="4841"/>
                      <a:pt x="3215" y="4841"/>
                    </a:cubicBezTo>
                    <a:cubicBezTo>
                      <a:pt x="3239" y="4841"/>
                      <a:pt x="3263" y="4794"/>
                      <a:pt x="3334" y="4770"/>
                    </a:cubicBezTo>
                    <a:cubicBezTo>
                      <a:pt x="3453" y="4699"/>
                      <a:pt x="3548" y="4580"/>
                      <a:pt x="3548" y="4460"/>
                    </a:cubicBezTo>
                    <a:lnTo>
                      <a:pt x="3548" y="293"/>
                    </a:lnTo>
                    <a:cubicBezTo>
                      <a:pt x="3548" y="150"/>
                      <a:pt x="3429" y="31"/>
                      <a:pt x="3286" y="7"/>
                    </a:cubicBezTo>
                    <a:cubicBezTo>
                      <a:pt x="3270" y="3"/>
                      <a:pt x="3252" y="1"/>
                      <a:pt x="323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15" name="Google Shape;23315;p140"/>
              <p:cNvGrpSpPr/>
              <p:nvPr/>
            </p:nvGrpSpPr>
            <p:grpSpPr>
              <a:xfrm>
                <a:off x="5520908" y="3084540"/>
                <a:ext cx="305914" cy="305138"/>
                <a:chOff x="5520908" y="3084540"/>
                <a:chExt cx="305914" cy="305138"/>
              </a:xfrm>
            </p:grpSpPr>
            <p:sp>
              <p:nvSpPr>
                <p:cNvPr id="23316" name="Google Shape;23316;p140"/>
                <p:cNvSpPr/>
                <p:nvPr/>
              </p:nvSpPr>
              <p:spPr>
                <a:xfrm>
                  <a:off x="5520908" y="3199333"/>
                  <a:ext cx="207298" cy="190344"/>
                </a:xfrm>
                <a:custGeom>
                  <a:avLst/>
                  <a:gdLst/>
                  <a:ahLst/>
                  <a:cxnLst/>
                  <a:rect l="l" t="t" r="r" b="b"/>
                  <a:pathLst>
                    <a:path w="6407" h="5883" extrusionOk="0">
                      <a:moveTo>
                        <a:pt x="5120" y="0"/>
                      </a:moveTo>
                      <a:lnTo>
                        <a:pt x="5120" y="24"/>
                      </a:lnTo>
                      <a:lnTo>
                        <a:pt x="5120" y="1906"/>
                      </a:lnTo>
                      <a:lnTo>
                        <a:pt x="2429" y="1906"/>
                      </a:lnTo>
                      <a:cubicBezTo>
                        <a:pt x="1072" y="1906"/>
                        <a:pt x="0" y="2977"/>
                        <a:pt x="0" y="4311"/>
                      </a:cubicBezTo>
                      <a:lnTo>
                        <a:pt x="0" y="5549"/>
                      </a:lnTo>
                      <a:cubicBezTo>
                        <a:pt x="0" y="5740"/>
                        <a:pt x="167" y="5883"/>
                        <a:pt x="334" y="5883"/>
                      </a:cubicBezTo>
                      <a:lnTo>
                        <a:pt x="4501" y="5883"/>
                      </a:lnTo>
                      <a:cubicBezTo>
                        <a:pt x="4692" y="5883"/>
                        <a:pt x="4835" y="5740"/>
                        <a:pt x="4835" y="5549"/>
                      </a:cubicBezTo>
                      <a:lnTo>
                        <a:pt x="4835" y="4311"/>
                      </a:lnTo>
                      <a:cubicBezTo>
                        <a:pt x="4835" y="3882"/>
                        <a:pt x="4716" y="3501"/>
                        <a:pt x="4525" y="3144"/>
                      </a:cubicBezTo>
                      <a:lnTo>
                        <a:pt x="5454" y="3144"/>
                      </a:lnTo>
                      <a:cubicBezTo>
                        <a:pt x="5954" y="3144"/>
                        <a:pt x="6406" y="2739"/>
                        <a:pt x="6406" y="2191"/>
                      </a:cubicBezTo>
                      <a:lnTo>
                        <a:pt x="6406"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7" name="Google Shape;23317;p140"/>
                <p:cNvSpPr/>
                <p:nvPr/>
              </p:nvSpPr>
              <p:spPr>
                <a:xfrm>
                  <a:off x="5599498" y="3199333"/>
                  <a:ext cx="128708" cy="190344"/>
                </a:xfrm>
                <a:custGeom>
                  <a:avLst/>
                  <a:gdLst/>
                  <a:ahLst/>
                  <a:cxnLst/>
                  <a:rect l="l" t="t" r="r" b="b"/>
                  <a:pathLst>
                    <a:path w="3978" h="5883" extrusionOk="0">
                      <a:moveTo>
                        <a:pt x="2739" y="0"/>
                      </a:moveTo>
                      <a:lnTo>
                        <a:pt x="2739" y="1858"/>
                      </a:lnTo>
                      <a:lnTo>
                        <a:pt x="0" y="1858"/>
                      </a:lnTo>
                      <a:lnTo>
                        <a:pt x="0" y="5835"/>
                      </a:lnTo>
                      <a:lnTo>
                        <a:pt x="2072" y="5835"/>
                      </a:lnTo>
                      <a:lnTo>
                        <a:pt x="2072" y="5883"/>
                      </a:lnTo>
                      <a:cubicBezTo>
                        <a:pt x="2263" y="5883"/>
                        <a:pt x="2406" y="5740"/>
                        <a:pt x="2406" y="5549"/>
                      </a:cubicBezTo>
                      <a:lnTo>
                        <a:pt x="2406" y="4311"/>
                      </a:lnTo>
                      <a:cubicBezTo>
                        <a:pt x="2406" y="3882"/>
                        <a:pt x="2287" y="3501"/>
                        <a:pt x="2096" y="3144"/>
                      </a:cubicBezTo>
                      <a:lnTo>
                        <a:pt x="3025" y="3144"/>
                      </a:lnTo>
                      <a:cubicBezTo>
                        <a:pt x="3525" y="3144"/>
                        <a:pt x="3977" y="2739"/>
                        <a:pt x="3977" y="2191"/>
                      </a:cubicBezTo>
                      <a:lnTo>
                        <a:pt x="3977" y="0"/>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8" name="Google Shape;23318;p140"/>
                <p:cNvSpPr/>
                <p:nvPr/>
              </p:nvSpPr>
              <p:spPr>
                <a:xfrm>
                  <a:off x="5696561" y="3136145"/>
                  <a:ext cx="20837" cy="63998"/>
                </a:xfrm>
                <a:custGeom>
                  <a:avLst/>
                  <a:gdLst/>
                  <a:ahLst/>
                  <a:cxnLst/>
                  <a:rect l="l" t="t" r="r" b="b"/>
                  <a:pathLst>
                    <a:path w="644" h="1978" extrusionOk="0">
                      <a:moveTo>
                        <a:pt x="334" y="1"/>
                      </a:moveTo>
                      <a:cubicBezTo>
                        <a:pt x="144" y="1"/>
                        <a:pt x="1" y="167"/>
                        <a:pt x="1" y="334"/>
                      </a:cubicBezTo>
                      <a:lnTo>
                        <a:pt x="1" y="1644"/>
                      </a:lnTo>
                      <a:cubicBezTo>
                        <a:pt x="1" y="1834"/>
                        <a:pt x="144" y="1977"/>
                        <a:pt x="334" y="1977"/>
                      </a:cubicBezTo>
                      <a:cubicBezTo>
                        <a:pt x="501" y="1977"/>
                        <a:pt x="620" y="1834"/>
                        <a:pt x="644" y="1644"/>
                      </a:cubicBezTo>
                      <a:lnTo>
                        <a:pt x="644" y="334"/>
                      </a:lnTo>
                      <a:cubicBezTo>
                        <a:pt x="644" y="167"/>
                        <a:pt x="501" y="1"/>
                        <a:pt x="334"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9" name="Google Shape;23319;p140"/>
                <p:cNvSpPr/>
                <p:nvPr/>
              </p:nvSpPr>
              <p:spPr>
                <a:xfrm>
                  <a:off x="5711995" y="3120745"/>
                  <a:ext cx="114828" cy="78623"/>
                </a:xfrm>
                <a:custGeom>
                  <a:avLst/>
                  <a:gdLst/>
                  <a:ahLst/>
                  <a:cxnLst/>
                  <a:rect l="l" t="t" r="r" b="b"/>
                  <a:pathLst>
                    <a:path w="3549" h="2430" extrusionOk="0">
                      <a:moveTo>
                        <a:pt x="0" y="0"/>
                      </a:moveTo>
                      <a:lnTo>
                        <a:pt x="0" y="834"/>
                      </a:lnTo>
                      <a:cubicBezTo>
                        <a:pt x="0" y="1024"/>
                        <a:pt x="143" y="1167"/>
                        <a:pt x="334" y="1167"/>
                      </a:cubicBezTo>
                      <a:cubicBezTo>
                        <a:pt x="1310" y="1167"/>
                        <a:pt x="2263" y="1548"/>
                        <a:pt x="2953" y="2263"/>
                      </a:cubicBezTo>
                      <a:lnTo>
                        <a:pt x="3001" y="2334"/>
                      </a:lnTo>
                      <a:cubicBezTo>
                        <a:pt x="3072" y="2382"/>
                        <a:pt x="3144" y="2429"/>
                        <a:pt x="3215" y="2429"/>
                      </a:cubicBezTo>
                      <a:cubicBezTo>
                        <a:pt x="3263" y="2429"/>
                        <a:pt x="3358" y="2382"/>
                        <a:pt x="3430" y="2358"/>
                      </a:cubicBezTo>
                      <a:cubicBezTo>
                        <a:pt x="3501" y="2310"/>
                        <a:pt x="3549" y="2215"/>
                        <a:pt x="3549" y="2120"/>
                      </a:cubicBezTo>
                      <a:lnTo>
                        <a:pt x="3549" y="48"/>
                      </a:lnTo>
                      <a:lnTo>
                        <a:pt x="0"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0" name="Google Shape;23320;p140"/>
                <p:cNvSpPr/>
                <p:nvPr/>
              </p:nvSpPr>
              <p:spPr>
                <a:xfrm>
                  <a:off x="5654953" y="3084540"/>
                  <a:ext cx="66328" cy="73996"/>
                </a:xfrm>
                <a:custGeom>
                  <a:avLst/>
                  <a:gdLst/>
                  <a:ahLst/>
                  <a:cxnLst/>
                  <a:rect l="l" t="t" r="r" b="b"/>
                  <a:pathLst>
                    <a:path w="2050" h="2287" extrusionOk="0">
                      <a:moveTo>
                        <a:pt x="1192" y="0"/>
                      </a:moveTo>
                      <a:cubicBezTo>
                        <a:pt x="549" y="0"/>
                        <a:pt x="1" y="524"/>
                        <a:pt x="25" y="1191"/>
                      </a:cubicBezTo>
                      <a:cubicBezTo>
                        <a:pt x="72" y="1810"/>
                        <a:pt x="573" y="2286"/>
                        <a:pt x="1192" y="2286"/>
                      </a:cubicBezTo>
                      <a:lnTo>
                        <a:pt x="2049" y="2286"/>
                      </a:lnTo>
                      <a:lnTo>
                        <a:pt x="2049"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1" name="Google Shape;23321;p140"/>
                <p:cNvSpPr/>
                <p:nvPr/>
              </p:nvSpPr>
              <p:spPr>
                <a:xfrm>
                  <a:off x="5655730" y="3120745"/>
                  <a:ext cx="65551" cy="37791"/>
                </a:xfrm>
                <a:custGeom>
                  <a:avLst/>
                  <a:gdLst/>
                  <a:ahLst/>
                  <a:cxnLst/>
                  <a:rect l="l" t="t" r="r" b="b"/>
                  <a:pathLst>
                    <a:path w="2026" h="1168" extrusionOk="0">
                      <a:moveTo>
                        <a:pt x="1" y="0"/>
                      </a:moveTo>
                      <a:cubicBezTo>
                        <a:pt x="1" y="667"/>
                        <a:pt x="549" y="1167"/>
                        <a:pt x="1168" y="1167"/>
                      </a:cubicBezTo>
                      <a:lnTo>
                        <a:pt x="2025" y="1167"/>
                      </a:lnTo>
                      <a:lnTo>
                        <a:pt x="2025" y="0"/>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2" name="Google Shape;23322;p140"/>
                <p:cNvSpPr/>
                <p:nvPr/>
              </p:nvSpPr>
              <p:spPr>
                <a:xfrm>
                  <a:off x="5547860" y="3178529"/>
                  <a:ext cx="102533" cy="102501"/>
                </a:xfrm>
                <a:custGeom>
                  <a:avLst/>
                  <a:gdLst/>
                  <a:ahLst/>
                  <a:cxnLst/>
                  <a:rect l="l" t="t" r="r" b="b"/>
                  <a:pathLst>
                    <a:path w="3169" h="3168" extrusionOk="0">
                      <a:moveTo>
                        <a:pt x="1596" y="0"/>
                      </a:moveTo>
                      <a:cubicBezTo>
                        <a:pt x="715" y="0"/>
                        <a:pt x="1" y="715"/>
                        <a:pt x="1" y="1596"/>
                      </a:cubicBezTo>
                      <a:cubicBezTo>
                        <a:pt x="1" y="2453"/>
                        <a:pt x="715" y="3168"/>
                        <a:pt x="1596" y="3168"/>
                      </a:cubicBezTo>
                      <a:cubicBezTo>
                        <a:pt x="2454" y="3168"/>
                        <a:pt x="3144" y="2477"/>
                        <a:pt x="3168" y="1596"/>
                      </a:cubicBezTo>
                      <a:cubicBezTo>
                        <a:pt x="3168" y="715"/>
                        <a:pt x="2454" y="0"/>
                        <a:pt x="1596"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3" name="Google Shape;23323;p140"/>
                <p:cNvSpPr/>
                <p:nvPr/>
              </p:nvSpPr>
              <p:spPr>
                <a:xfrm>
                  <a:off x="5597945" y="3180082"/>
                  <a:ext cx="51671" cy="100948"/>
                </a:xfrm>
                <a:custGeom>
                  <a:avLst/>
                  <a:gdLst/>
                  <a:ahLst/>
                  <a:cxnLst/>
                  <a:rect l="l" t="t" r="r" b="b"/>
                  <a:pathLst>
                    <a:path w="1597" h="3120" extrusionOk="0">
                      <a:moveTo>
                        <a:pt x="1" y="0"/>
                      </a:moveTo>
                      <a:lnTo>
                        <a:pt x="1" y="3120"/>
                      </a:lnTo>
                      <a:cubicBezTo>
                        <a:pt x="906" y="3120"/>
                        <a:pt x="1596" y="2429"/>
                        <a:pt x="1596" y="1572"/>
                      </a:cubicBezTo>
                      <a:cubicBezTo>
                        <a:pt x="1596" y="715"/>
                        <a:pt x="882"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4" name="Google Shape;23324;p140"/>
                <p:cNvSpPr/>
                <p:nvPr/>
              </p:nvSpPr>
              <p:spPr>
                <a:xfrm>
                  <a:off x="5686564" y="3179921"/>
                  <a:ext cx="40864" cy="29475"/>
                </a:xfrm>
                <a:custGeom>
                  <a:avLst/>
                  <a:gdLst/>
                  <a:ahLst/>
                  <a:cxnLst/>
                  <a:rect l="l" t="t" r="r" b="b"/>
                  <a:pathLst>
                    <a:path w="1263" h="911" extrusionOk="0">
                      <a:moveTo>
                        <a:pt x="649" y="0"/>
                      </a:moveTo>
                      <a:cubicBezTo>
                        <a:pt x="624" y="0"/>
                        <a:pt x="598" y="2"/>
                        <a:pt x="572" y="5"/>
                      </a:cubicBezTo>
                      <a:cubicBezTo>
                        <a:pt x="239" y="29"/>
                        <a:pt x="0" y="291"/>
                        <a:pt x="0" y="624"/>
                      </a:cubicBezTo>
                      <a:lnTo>
                        <a:pt x="0" y="910"/>
                      </a:lnTo>
                      <a:lnTo>
                        <a:pt x="1263" y="910"/>
                      </a:lnTo>
                      <a:lnTo>
                        <a:pt x="1263" y="624"/>
                      </a:lnTo>
                      <a:cubicBezTo>
                        <a:pt x="1263" y="292"/>
                        <a:pt x="994" y="0"/>
                        <a:pt x="649"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23325" name="Google Shape;23325;p140"/>
          <p:cNvGrpSpPr/>
          <p:nvPr/>
        </p:nvGrpSpPr>
        <p:grpSpPr>
          <a:xfrm>
            <a:off x="6269820" y="2890532"/>
            <a:ext cx="344449" cy="346744"/>
            <a:chOff x="6269820" y="3042932"/>
            <a:chExt cx="344449" cy="346744"/>
          </a:xfrm>
        </p:grpSpPr>
        <p:sp>
          <p:nvSpPr>
            <p:cNvPr id="23326" name="Google Shape;23326;p140"/>
            <p:cNvSpPr/>
            <p:nvPr/>
          </p:nvSpPr>
          <p:spPr>
            <a:xfrm>
              <a:off x="6498665" y="3104567"/>
              <a:ext cx="115604" cy="81696"/>
            </a:xfrm>
            <a:custGeom>
              <a:avLst/>
              <a:gdLst/>
              <a:ahLst/>
              <a:cxnLst/>
              <a:rect l="l" t="t" r="r" b="b"/>
              <a:pathLst>
                <a:path w="3573" h="2525" extrusionOk="0">
                  <a:moveTo>
                    <a:pt x="1787" y="0"/>
                  </a:moveTo>
                  <a:cubicBezTo>
                    <a:pt x="811" y="0"/>
                    <a:pt x="1" y="810"/>
                    <a:pt x="1" y="1786"/>
                  </a:cubicBezTo>
                  <a:lnTo>
                    <a:pt x="1" y="2525"/>
                  </a:lnTo>
                  <a:lnTo>
                    <a:pt x="3240" y="2525"/>
                  </a:lnTo>
                  <a:cubicBezTo>
                    <a:pt x="3430" y="2525"/>
                    <a:pt x="3573" y="2382"/>
                    <a:pt x="3573" y="2215"/>
                  </a:cubicBezTo>
                  <a:lnTo>
                    <a:pt x="3573" y="1786"/>
                  </a:lnTo>
                  <a:cubicBezTo>
                    <a:pt x="3573" y="762"/>
                    <a:pt x="2763" y="0"/>
                    <a:pt x="1787"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7" name="Google Shape;23327;p140"/>
            <p:cNvSpPr/>
            <p:nvPr/>
          </p:nvSpPr>
          <p:spPr>
            <a:xfrm>
              <a:off x="6556450" y="3104567"/>
              <a:ext cx="57818" cy="80920"/>
            </a:xfrm>
            <a:custGeom>
              <a:avLst/>
              <a:gdLst/>
              <a:ahLst/>
              <a:cxnLst/>
              <a:rect l="l" t="t" r="r" b="b"/>
              <a:pathLst>
                <a:path w="1787" h="2501" extrusionOk="0">
                  <a:moveTo>
                    <a:pt x="1" y="0"/>
                  </a:moveTo>
                  <a:lnTo>
                    <a:pt x="1" y="2501"/>
                  </a:lnTo>
                  <a:lnTo>
                    <a:pt x="1454" y="2501"/>
                  </a:lnTo>
                  <a:cubicBezTo>
                    <a:pt x="1644" y="2501"/>
                    <a:pt x="1787" y="2358"/>
                    <a:pt x="1787" y="2167"/>
                  </a:cubicBezTo>
                  <a:lnTo>
                    <a:pt x="1787" y="1763"/>
                  </a:lnTo>
                  <a:cubicBezTo>
                    <a:pt x="1787" y="762"/>
                    <a:pt x="977" y="0"/>
                    <a:pt x="1"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8" name="Google Shape;23328;p140"/>
            <p:cNvSpPr/>
            <p:nvPr/>
          </p:nvSpPr>
          <p:spPr>
            <a:xfrm>
              <a:off x="6269820" y="3103791"/>
              <a:ext cx="115637" cy="81696"/>
            </a:xfrm>
            <a:custGeom>
              <a:avLst/>
              <a:gdLst/>
              <a:ahLst/>
              <a:cxnLst/>
              <a:rect l="l" t="t" r="r" b="b"/>
              <a:pathLst>
                <a:path w="3574" h="2525" extrusionOk="0">
                  <a:moveTo>
                    <a:pt x="1787" y="0"/>
                  </a:moveTo>
                  <a:cubicBezTo>
                    <a:pt x="787" y="24"/>
                    <a:pt x="1" y="786"/>
                    <a:pt x="1" y="1787"/>
                  </a:cubicBezTo>
                  <a:lnTo>
                    <a:pt x="1" y="2191"/>
                  </a:lnTo>
                  <a:cubicBezTo>
                    <a:pt x="1" y="2382"/>
                    <a:pt x="144" y="2525"/>
                    <a:pt x="311" y="2525"/>
                  </a:cubicBezTo>
                  <a:lnTo>
                    <a:pt x="3573" y="2525"/>
                  </a:lnTo>
                  <a:lnTo>
                    <a:pt x="3573" y="1787"/>
                  </a:lnTo>
                  <a:cubicBezTo>
                    <a:pt x="3573" y="786"/>
                    <a:pt x="2763" y="0"/>
                    <a:pt x="1787"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9" name="Google Shape;23329;p140"/>
            <p:cNvSpPr/>
            <p:nvPr/>
          </p:nvSpPr>
          <p:spPr>
            <a:xfrm>
              <a:off x="6383870" y="3103791"/>
              <a:ext cx="114828" cy="81696"/>
            </a:xfrm>
            <a:custGeom>
              <a:avLst/>
              <a:gdLst/>
              <a:ahLst/>
              <a:cxnLst/>
              <a:rect l="l" t="t" r="r" b="b"/>
              <a:pathLst>
                <a:path w="3549" h="2525" extrusionOk="0">
                  <a:moveTo>
                    <a:pt x="1763" y="0"/>
                  </a:moveTo>
                  <a:cubicBezTo>
                    <a:pt x="786" y="0"/>
                    <a:pt x="0" y="786"/>
                    <a:pt x="0" y="1787"/>
                  </a:cubicBezTo>
                  <a:lnTo>
                    <a:pt x="0" y="2525"/>
                  </a:lnTo>
                  <a:lnTo>
                    <a:pt x="3549" y="2525"/>
                  </a:lnTo>
                  <a:lnTo>
                    <a:pt x="3549" y="1787"/>
                  </a:lnTo>
                  <a:cubicBezTo>
                    <a:pt x="3549" y="786"/>
                    <a:pt x="2739" y="0"/>
                    <a:pt x="1763"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0" name="Google Shape;23330;p140"/>
            <p:cNvSpPr/>
            <p:nvPr/>
          </p:nvSpPr>
          <p:spPr>
            <a:xfrm>
              <a:off x="6327638" y="3104567"/>
              <a:ext cx="57818" cy="80920"/>
            </a:xfrm>
            <a:custGeom>
              <a:avLst/>
              <a:gdLst/>
              <a:ahLst/>
              <a:cxnLst/>
              <a:rect l="l" t="t" r="r" b="b"/>
              <a:pathLst>
                <a:path w="1787" h="2501" extrusionOk="0">
                  <a:moveTo>
                    <a:pt x="0" y="0"/>
                  </a:moveTo>
                  <a:lnTo>
                    <a:pt x="0" y="2501"/>
                  </a:lnTo>
                  <a:lnTo>
                    <a:pt x="1786" y="2501"/>
                  </a:lnTo>
                  <a:lnTo>
                    <a:pt x="1786" y="1763"/>
                  </a:lnTo>
                  <a:cubicBezTo>
                    <a:pt x="1738" y="762"/>
                    <a:pt x="976" y="0"/>
                    <a:pt x="0"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1" name="Google Shape;23331;p140"/>
            <p:cNvSpPr/>
            <p:nvPr/>
          </p:nvSpPr>
          <p:spPr>
            <a:xfrm>
              <a:off x="6441656" y="3104567"/>
              <a:ext cx="57818" cy="80920"/>
            </a:xfrm>
            <a:custGeom>
              <a:avLst/>
              <a:gdLst/>
              <a:ahLst/>
              <a:cxnLst/>
              <a:rect l="l" t="t" r="r" b="b"/>
              <a:pathLst>
                <a:path w="1787" h="2501" extrusionOk="0">
                  <a:moveTo>
                    <a:pt x="1" y="0"/>
                  </a:moveTo>
                  <a:lnTo>
                    <a:pt x="1" y="2501"/>
                  </a:lnTo>
                  <a:lnTo>
                    <a:pt x="1787" y="2501"/>
                  </a:lnTo>
                  <a:lnTo>
                    <a:pt x="1787" y="1763"/>
                  </a:lnTo>
                  <a:cubicBezTo>
                    <a:pt x="1787" y="762"/>
                    <a:pt x="1001" y="0"/>
                    <a:pt x="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2" name="Google Shape;23332;p140"/>
            <p:cNvSpPr/>
            <p:nvPr/>
          </p:nvSpPr>
          <p:spPr>
            <a:xfrm>
              <a:off x="6518724" y="3042932"/>
              <a:ext cx="75517" cy="75517"/>
            </a:xfrm>
            <a:custGeom>
              <a:avLst/>
              <a:gdLst/>
              <a:ahLst/>
              <a:cxnLst/>
              <a:rect l="l" t="t" r="r" b="b"/>
              <a:pathLst>
                <a:path w="2334" h="2334" extrusionOk="0">
                  <a:moveTo>
                    <a:pt x="1167" y="0"/>
                  </a:moveTo>
                  <a:cubicBezTo>
                    <a:pt x="524" y="0"/>
                    <a:pt x="0" y="548"/>
                    <a:pt x="0" y="1167"/>
                  </a:cubicBezTo>
                  <a:cubicBezTo>
                    <a:pt x="0" y="1810"/>
                    <a:pt x="548" y="2334"/>
                    <a:pt x="1167" y="2334"/>
                  </a:cubicBezTo>
                  <a:cubicBezTo>
                    <a:pt x="1834" y="2334"/>
                    <a:pt x="2334" y="1786"/>
                    <a:pt x="2334" y="1167"/>
                  </a:cubicBezTo>
                  <a:cubicBezTo>
                    <a:pt x="2334" y="500"/>
                    <a:pt x="1810"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3" name="Google Shape;23333;p140"/>
            <p:cNvSpPr/>
            <p:nvPr/>
          </p:nvSpPr>
          <p:spPr>
            <a:xfrm>
              <a:off x="6556450" y="3042932"/>
              <a:ext cx="37791" cy="74093"/>
            </a:xfrm>
            <a:custGeom>
              <a:avLst/>
              <a:gdLst/>
              <a:ahLst/>
              <a:cxnLst/>
              <a:rect l="l" t="t" r="r" b="b"/>
              <a:pathLst>
                <a:path w="1168" h="2290" extrusionOk="0">
                  <a:moveTo>
                    <a:pt x="1" y="0"/>
                  </a:moveTo>
                  <a:lnTo>
                    <a:pt x="1" y="2286"/>
                  </a:lnTo>
                  <a:cubicBezTo>
                    <a:pt x="28" y="2288"/>
                    <a:pt x="55" y="2289"/>
                    <a:pt x="82" y="2289"/>
                  </a:cubicBezTo>
                  <a:cubicBezTo>
                    <a:pt x="708" y="2289"/>
                    <a:pt x="1168" y="1761"/>
                    <a:pt x="1168" y="1167"/>
                  </a:cubicBezTo>
                  <a:cubicBezTo>
                    <a:pt x="1168" y="548"/>
                    <a:pt x="644"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4" name="Google Shape;23334;p140"/>
            <p:cNvSpPr/>
            <p:nvPr/>
          </p:nvSpPr>
          <p:spPr>
            <a:xfrm>
              <a:off x="6404674" y="3042932"/>
              <a:ext cx="74772" cy="75517"/>
            </a:xfrm>
            <a:custGeom>
              <a:avLst/>
              <a:gdLst/>
              <a:ahLst/>
              <a:cxnLst/>
              <a:rect l="l" t="t" r="r" b="b"/>
              <a:pathLst>
                <a:path w="2311" h="2334" extrusionOk="0">
                  <a:moveTo>
                    <a:pt x="1144" y="0"/>
                  </a:moveTo>
                  <a:cubicBezTo>
                    <a:pt x="501" y="0"/>
                    <a:pt x="0" y="548"/>
                    <a:pt x="0" y="1167"/>
                  </a:cubicBezTo>
                  <a:cubicBezTo>
                    <a:pt x="0" y="1810"/>
                    <a:pt x="524" y="2334"/>
                    <a:pt x="1144" y="2334"/>
                  </a:cubicBezTo>
                  <a:cubicBezTo>
                    <a:pt x="1787" y="2334"/>
                    <a:pt x="2310" y="1786"/>
                    <a:pt x="2310" y="1167"/>
                  </a:cubicBezTo>
                  <a:cubicBezTo>
                    <a:pt x="2310" y="500"/>
                    <a:pt x="1810" y="0"/>
                    <a:pt x="1144"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5" name="Google Shape;23335;p140"/>
            <p:cNvSpPr/>
            <p:nvPr/>
          </p:nvSpPr>
          <p:spPr>
            <a:xfrm>
              <a:off x="6441656" y="3042932"/>
              <a:ext cx="37791" cy="74093"/>
            </a:xfrm>
            <a:custGeom>
              <a:avLst/>
              <a:gdLst/>
              <a:ahLst/>
              <a:cxnLst/>
              <a:rect l="l" t="t" r="r" b="b"/>
              <a:pathLst>
                <a:path w="1168" h="2290" extrusionOk="0">
                  <a:moveTo>
                    <a:pt x="1" y="0"/>
                  </a:moveTo>
                  <a:lnTo>
                    <a:pt x="1" y="2286"/>
                  </a:lnTo>
                  <a:cubicBezTo>
                    <a:pt x="27" y="2288"/>
                    <a:pt x="53" y="2289"/>
                    <a:pt x="79" y="2289"/>
                  </a:cubicBezTo>
                  <a:cubicBezTo>
                    <a:pt x="685" y="2289"/>
                    <a:pt x="1167" y="1761"/>
                    <a:pt x="1167" y="1167"/>
                  </a:cubicBezTo>
                  <a:cubicBezTo>
                    <a:pt x="1167" y="548"/>
                    <a:pt x="667"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6" name="Google Shape;23336;p140"/>
            <p:cNvSpPr/>
            <p:nvPr/>
          </p:nvSpPr>
          <p:spPr>
            <a:xfrm>
              <a:off x="6289880" y="3042932"/>
              <a:ext cx="74772" cy="75517"/>
            </a:xfrm>
            <a:custGeom>
              <a:avLst/>
              <a:gdLst/>
              <a:ahLst/>
              <a:cxnLst/>
              <a:rect l="l" t="t" r="r" b="b"/>
              <a:pathLst>
                <a:path w="2311" h="2334" extrusionOk="0">
                  <a:moveTo>
                    <a:pt x="1167" y="0"/>
                  </a:moveTo>
                  <a:cubicBezTo>
                    <a:pt x="500" y="0"/>
                    <a:pt x="0" y="548"/>
                    <a:pt x="0" y="1167"/>
                  </a:cubicBezTo>
                  <a:cubicBezTo>
                    <a:pt x="0" y="1810"/>
                    <a:pt x="524" y="2334"/>
                    <a:pt x="1167" y="2334"/>
                  </a:cubicBezTo>
                  <a:cubicBezTo>
                    <a:pt x="1786" y="2334"/>
                    <a:pt x="2286" y="1786"/>
                    <a:pt x="2310" y="1167"/>
                  </a:cubicBezTo>
                  <a:cubicBezTo>
                    <a:pt x="2310" y="500"/>
                    <a:pt x="1786"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7" name="Google Shape;23337;p140"/>
            <p:cNvSpPr/>
            <p:nvPr/>
          </p:nvSpPr>
          <p:spPr>
            <a:xfrm>
              <a:off x="6326085" y="3042932"/>
              <a:ext cx="37791" cy="74093"/>
            </a:xfrm>
            <a:custGeom>
              <a:avLst/>
              <a:gdLst/>
              <a:ahLst/>
              <a:cxnLst/>
              <a:rect l="l" t="t" r="r" b="b"/>
              <a:pathLst>
                <a:path w="1168" h="2290" extrusionOk="0">
                  <a:moveTo>
                    <a:pt x="0" y="0"/>
                  </a:moveTo>
                  <a:lnTo>
                    <a:pt x="0" y="2286"/>
                  </a:lnTo>
                  <a:cubicBezTo>
                    <a:pt x="28" y="2288"/>
                    <a:pt x="54" y="2289"/>
                    <a:pt x="81" y="2289"/>
                  </a:cubicBezTo>
                  <a:cubicBezTo>
                    <a:pt x="707" y="2289"/>
                    <a:pt x="1167" y="1761"/>
                    <a:pt x="1167" y="1167"/>
                  </a:cubicBezTo>
                  <a:cubicBezTo>
                    <a:pt x="1167" y="548"/>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8" name="Google Shape;23338;p140"/>
            <p:cNvSpPr/>
            <p:nvPr/>
          </p:nvSpPr>
          <p:spPr>
            <a:xfrm>
              <a:off x="6363843" y="3287176"/>
              <a:ext cx="156436" cy="102501"/>
            </a:xfrm>
            <a:custGeom>
              <a:avLst/>
              <a:gdLst/>
              <a:ahLst/>
              <a:cxnLst/>
              <a:rect l="l" t="t" r="r" b="b"/>
              <a:pathLst>
                <a:path w="4835" h="3168" extrusionOk="0">
                  <a:moveTo>
                    <a:pt x="2406" y="0"/>
                  </a:moveTo>
                  <a:cubicBezTo>
                    <a:pt x="1072" y="0"/>
                    <a:pt x="0" y="1096"/>
                    <a:pt x="0" y="2429"/>
                  </a:cubicBezTo>
                  <a:lnTo>
                    <a:pt x="0" y="2834"/>
                  </a:lnTo>
                  <a:cubicBezTo>
                    <a:pt x="0" y="3025"/>
                    <a:pt x="143" y="3168"/>
                    <a:pt x="334" y="3168"/>
                  </a:cubicBezTo>
                  <a:lnTo>
                    <a:pt x="4501" y="3168"/>
                  </a:lnTo>
                  <a:cubicBezTo>
                    <a:pt x="4668" y="3168"/>
                    <a:pt x="4835" y="3025"/>
                    <a:pt x="4835" y="2834"/>
                  </a:cubicBezTo>
                  <a:lnTo>
                    <a:pt x="4835" y="2429"/>
                  </a:lnTo>
                  <a:cubicBezTo>
                    <a:pt x="4835" y="1096"/>
                    <a:pt x="3763" y="0"/>
                    <a:pt x="2406"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9" name="Google Shape;23339;p140"/>
            <p:cNvSpPr/>
            <p:nvPr/>
          </p:nvSpPr>
          <p:spPr>
            <a:xfrm>
              <a:off x="6441656" y="3287176"/>
              <a:ext cx="78623" cy="102501"/>
            </a:xfrm>
            <a:custGeom>
              <a:avLst/>
              <a:gdLst/>
              <a:ahLst/>
              <a:cxnLst/>
              <a:rect l="l" t="t" r="r" b="b"/>
              <a:pathLst>
                <a:path w="2430" h="3168" extrusionOk="0">
                  <a:moveTo>
                    <a:pt x="1" y="0"/>
                  </a:moveTo>
                  <a:lnTo>
                    <a:pt x="1" y="3144"/>
                  </a:lnTo>
                  <a:lnTo>
                    <a:pt x="2096" y="3144"/>
                  </a:lnTo>
                  <a:lnTo>
                    <a:pt x="2096" y="3168"/>
                  </a:lnTo>
                  <a:cubicBezTo>
                    <a:pt x="2263" y="3168"/>
                    <a:pt x="2430" y="3025"/>
                    <a:pt x="2430" y="2834"/>
                  </a:cubicBezTo>
                  <a:lnTo>
                    <a:pt x="2430" y="2429"/>
                  </a:lnTo>
                  <a:cubicBezTo>
                    <a:pt x="2430" y="1096"/>
                    <a:pt x="1358"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0" name="Google Shape;23340;p140"/>
            <p:cNvSpPr/>
            <p:nvPr/>
          </p:nvSpPr>
          <p:spPr>
            <a:xfrm>
              <a:off x="6390794" y="3207034"/>
              <a:ext cx="102533" cy="101756"/>
            </a:xfrm>
            <a:custGeom>
              <a:avLst/>
              <a:gdLst/>
              <a:ahLst/>
              <a:cxnLst/>
              <a:rect l="l" t="t" r="r" b="b"/>
              <a:pathLst>
                <a:path w="3169" h="3145" extrusionOk="0">
                  <a:moveTo>
                    <a:pt x="1573" y="1"/>
                  </a:moveTo>
                  <a:cubicBezTo>
                    <a:pt x="715" y="1"/>
                    <a:pt x="1" y="691"/>
                    <a:pt x="1" y="1572"/>
                  </a:cubicBezTo>
                  <a:cubicBezTo>
                    <a:pt x="1" y="2430"/>
                    <a:pt x="715" y="3144"/>
                    <a:pt x="1573" y="3144"/>
                  </a:cubicBezTo>
                  <a:cubicBezTo>
                    <a:pt x="2454" y="3144"/>
                    <a:pt x="3168" y="2430"/>
                    <a:pt x="3168" y="1572"/>
                  </a:cubicBezTo>
                  <a:cubicBezTo>
                    <a:pt x="3168" y="691"/>
                    <a:pt x="2454" y="1"/>
                    <a:pt x="157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1" name="Google Shape;23341;p140"/>
            <p:cNvSpPr/>
            <p:nvPr/>
          </p:nvSpPr>
          <p:spPr>
            <a:xfrm>
              <a:off x="6441656" y="3207034"/>
              <a:ext cx="51671" cy="101756"/>
            </a:xfrm>
            <a:custGeom>
              <a:avLst/>
              <a:gdLst/>
              <a:ahLst/>
              <a:cxnLst/>
              <a:rect l="l" t="t" r="r" b="b"/>
              <a:pathLst>
                <a:path w="1597" h="3145" extrusionOk="0">
                  <a:moveTo>
                    <a:pt x="1" y="1"/>
                  </a:moveTo>
                  <a:lnTo>
                    <a:pt x="1" y="3144"/>
                  </a:lnTo>
                  <a:cubicBezTo>
                    <a:pt x="882" y="3144"/>
                    <a:pt x="1596" y="2430"/>
                    <a:pt x="1596" y="1572"/>
                  </a:cubicBezTo>
                  <a:cubicBezTo>
                    <a:pt x="1596" y="715"/>
                    <a:pt x="882" y="1"/>
                    <a:pt x="1"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42" name="Google Shape;23342;p140"/>
          <p:cNvGrpSpPr/>
          <p:nvPr/>
        </p:nvGrpSpPr>
        <p:grpSpPr>
          <a:xfrm>
            <a:off x="7019541" y="2890532"/>
            <a:ext cx="346004" cy="346746"/>
            <a:chOff x="7019541" y="3042932"/>
            <a:chExt cx="346004" cy="346746"/>
          </a:xfrm>
        </p:grpSpPr>
        <p:sp>
          <p:nvSpPr>
            <p:cNvPr id="23343" name="Google Shape;23343;p140"/>
            <p:cNvSpPr/>
            <p:nvPr/>
          </p:nvSpPr>
          <p:spPr>
            <a:xfrm>
              <a:off x="7235282" y="3103791"/>
              <a:ext cx="109457" cy="81696"/>
            </a:xfrm>
            <a:custGeom>
              <a:avLst/>
              <a:gdLst/>
              <a:ahLst/>
              <a:cxnLst/>
              <a:rect l="l" t="t" r="r" b="b"/>
              <a:pathLst>
                <a:path w="3383" h="2525" extrusionOk="0">
                  <a:moveTo>
                    <a:pt x="1667" y="0"/>
                  </a:moveTo>
                  <a:cubicBezTo>
                    <a:pt x="763" y="0"/>
                    <a:pt x="0" y="739"/>
                    <a:pt x="0" y="1667"/>
                  </a:cubicBezTo>
                  <a:lnTo>
                    <a:pt x="0" y="2191"/>
                  </a:lnTo>
                  <a:cubicBezTo>
                    <a:pt x="0" y="2382"/>
                    <a:pt x="167" y="2525"/>
                    <a:pt x="334" y="2525"/>
                  </a:cubicBezTo>
                  <a:lnTo>
                    <a:pt x="3073" y="2525"/>
                  </a:lnTo>
                  <a:cubicBezTo>
                    <a:pt x="3215" y="2525"/>
                    <a:pt x="3382" y="2382"/>
                    <a:pt x="3335" y="2191"/>
                  </a:cubicBezTo>
                  <a:lnTo>
                    <a:pt x="3335" y="1667"/>
                  </a:lnTo>
                  <a:cubicBezTo>
                    <a:pt x="3335" y="739"/>
                    <a:pt x="2596" y="0"/>
                    <a:pt x="1667"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4" name="Google Shape;23344;p140"/>
            <p:cNvSpPr/>
            <p:nvPr/>
          </p:nvSpPr>
          <p:spPr>
            <a:xfrm>
              <a:off x="7291514" y="3103791"/>
              <a:ext cx="53968" cy="81696"/>
            </a:xfrm>
            <a:custGeom>
              <a:avLst/>
              <a:gdLst/>
              <a:ahLst/>
              <a:cxnLst/>
              <a:rect l="l" t="t" r="r" b="b"/>
              <a:pathLst>
                <a:path w="1668" h="2525" extrusionOk="0">
                  <a:moveTo>
                    <a:pt x="1" y="0"/>
                  </a:moveTo>
                  <a:lnTo>
                    <a:pt x="1" y="2501"/>
                  </a:lnTo>
                  <a:lnTo>
                    <a:pt x="1335" y="2501"/>
                  </a:lnTo>
                  <a:lnTo>
                    <a:pt x="1335" y="2525"/>
                  </a:lnTo>
                  <a:cubicBezTo>
                    <a:pt x="1525" y="2525"/>
                    <a:pt x="1668" y="2382"/>
                    <a:pt x="1668" y="2191"/>
                  </a:cubicBezTo>
                  <a:lnTo>
                    <a:pt x="1668" y="1667"/>
                  </a:lnTo>
                  <a:cubicBezTo>
                    <a:pt x="1668" y="739"/>
                    <a:pt x="930"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5" name="Google Shape;23345;p140"/>
            <p:cNvSpPr/>
            <p:nvPr/>
          </p:nvSpPr>
          <p:spPr>
            <a:xfrm>
              <a:off x="7253012" y="3042932"/>
              <a:ext cx="74772" cy="75517"/>
            </a:xfrm>
            <a:custGeom>
              <a:avLst/>
              <a:gdLst/>
              <a:ahLst/>
              <a:cxnLst/>
              <a:rect l="l" t="t" r="r" b="b"/>
              <a:pathLst>
                <a:path w="2311" h="2334" extrusionOk="0">
                  <a:moveTo>
                    <a:pt x="1167" y="0"/>
                  </a:moveTo>
                  <a:cubicBezTo>
                    <a:pt x="500" y="0"/>
                    <a:pt x="0" y="548"/>
                    <a:pt x="0" y="1167"/>
                  </a:cubicBezTo>
                  <a:cubicBezTo>
                    <a:pt x="0" y="1810"/>
                    <a:pt x="524" y="2334"/>
                    <a:pt x="1167" y="2334"/>
                  </a:cubicBezTo>
                  <a:cubicBezTo>
                    <a:pt x="1786" y="2334"/>
                    <a:pt x="2310" y="1786"/>
                    <a:pt x="2310" y="1167"/>
                  </a:cubicBezTo>
                  <a:cubicBezTo>
                    <a:pt x="2310" y="500"/>
                    <a:pt x="1786"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6" name="Google Shape;23346;p140"/>
            <p:cNvSpPr/>
            <p:nvPr/>
          </p:nvSpPr>
          <p:spPr>
            <a:xfrm>
              <a:off x="7290770" y="3042932"/>
              <a:ext cx="37014" cy="74093"/>
            </a:xfrm>
            <a:custGeom>
              <a:avLst/>
              <a:gdLst/>
              <a:ahLst/>
              <a:cxnLst/>
              <a:rect l="l" t="t" r="r" b="b"/>
              <a:pathLst>
                <a:path w="1144" h="2290" extrusionOk="0">
                  <a:moveTo>
                    <a:pt x="0" y="0"/>
                  </a:moveTo>
                  <a:lnTo>
                    <a:pt x="0" y="2286"/>
                  </a:lnTo>
                  <a:cubicBezTo>
                    <a:pt x="25" y="2288"/>
                    <a:pt x="50" y="2289"/>
                    <a:pt x="75" y="2289"/>
                  </a:cubicBezTo>
                  <a:cubicBezTo>
                    <a:pt x="661" y="2289"/>
                    <a:pt x="1143" y="1761"/>
                    <a:pt x="1143" y="1167"/>
                  </a:cubicBezTo>
                  <a:cubicBezTo>
                    <a:pt x="1143" y="548"/>
                    <a:pt x="643"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7" name="Google Shape;23347;p140"/>
            <p:cNvSpPr/>
            <p:nvPr/>
          </p:nvSpPr>
          <p:spPr>
            <a:xfrm>
              <a:off x="7019541" y="3211660"/>
              <a:ext cx="107904" cy="81696"/>
            </a:xfrm>
            <a:custGeom>
              <a:avLst/>
              <a:gdLst/>
              <a:ahLst/>
              <a:cxnLst/>
              <a:rect l="l" t="t" r="r" b="b"/>
              <a:pathLst>
                <a:path w="3335" h="2525" extrusionOk="0">
                  <a:moveTo>
                    <a:pt x="1667" y="1"/>
                  </a:moveTo>
                  <a:cubicBezTo>
                    <a:pt x="762" y="1"/>
                    <a:pt x="0" y="739"/>
                    <a:pt x="0" y="1668"/>
                  </a:cubicBezTo>
                  <a:lnTo>
                    <a:pt x="0" y="2191"/>
                  </a:lnTo>
                  <a:cubicBezTo>
                    <a:pt x="0" y="2382"/>
                    <a:pt x="167" y="2525"/>
                    <a:pt x="334" y="2525"/>
                  </a:cubicBezTo>
                  <a:lnTo>
                    <a:pt x="3049" y="2525"/>
                  </a:lnTo>
                  <a:cubicBezTo>
                    <a:pt x="3215" y="2525"/>
                    <a:pt x="3334" y="2382"/>
                    <a:pt x="3334" y="2191"/>
                  </a:cubicBezTo>
                  <a:lnTo>
                    <a:pt x="3334" y="1668"/>
                  </a:lnTo>
                  <a:cubicBezTo>
                    <a:pt x="3334" y="739"/>
                    <a:pt x="2596" y="1"/>
                    <a:pt x="1667"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8" name="Google Shape;23348;p140"/>
            <p:cNvSpPr/>
            <p:nvPr/>
          </p:nvSpPr>
          <p:spPr>
            <a:xfrm>
              <a:off x="7075029" y="3211660"/>
              <a:ext cx="53968" cy="81696"/>
            </a:xfrm>
            <a:custGeom>
              <a:avLst/>
              <a:gdLst/>
              <a:ahLst/>
              <a:cxnLst/>
              <a:rect l="l" t="t" r="r" b="b"/>
              <a:pathLst>
                <a:path w="1668" h="2525" extrusionOk="0">
                  <a:moveTo>
                    <a:pt x="0" y="1"/>
                  </a:moveTo>
                  <a:lnTo>
                    <a:pt x="0" y="2501"/>
                  </a:lnTo>
                  <a:lnTo>
                    <a:pt x="1334" y="2501"/>
                  </a:lnTo>
                  <a:lnTo>
                    <a:pt x="1334" y="2525"/>
                  </a:lnTo>
                  <a:cubicBezTo>
                    <a:pt x="1500" y="2525"/>
                    <a:pt x="1667" y="2382"/>
                    <a:pt x="1667" y="2191"/>
                  </a:cubicBezTo>
                  <a:lnTo>
                    <a:pt x="1667" y="1668"/>
                  </a:lnTo>
                  <a:cubicBezTo>
                    <a:pt x="1667" y="739"/>
                    <a:pt x="905" y="1"/>
                    <a:pt x="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9" name="Google Shape;23349;p140"/>
            <p:cNvSpPr/>
            <p:nvPr/>
          </p:nvSpPr>
          <p:spPr>
            <a:xfrm>
              <a:off x="7036495" y="3150802"/>
              <a:ext cx="74772" cy="75517"/>
            </a:xfrm>
            <a:custGeom>
              <a:avLst/>
              <a:gdLst/>
              <a:ahLst/>
              <a:cxnLst/>
              <a:rect l="l" t="t" r="r" b="b"/>
              <a:pathLst>
                <a:path w="2311" h="2334" extrusionOk="0">
                  <a:moveTo>
                    <a:pt x="1143" y="0"/>
                  </a:moveTo>
                  <a:cubicBezTo>
                    <a:pt x="500" y="0"/>
                    <a:pt x="0" y="500"/>
                    <a:pt x="0" y="1167"/>
                  </a:cubicBezTo>
                  <a:cubicBezTo>
                    <a:pt x="0" y="1810"/>
                    <a:pt x="524" y="2334"/>
                    <a:pt x="1143" y="2334"/>
                  </a:cubicBezTo>
                  <a:cubicBezTo>
                    <a:pt x="1810" y="2334"/>
                    <a:pt x="2310" y="1810"/>
                    <a:pt x="2310" y="1167"/>
                  </a:cubicBezTo>
                  <a:cubicBezTo>
                    <a:pt x="2310" y="500"/>
                    <a:pt x="1810" y="0"/>
                    <a:pt x="11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0" name="Google Shape;23350;p140"/>
            <p:cNvSpPr/>
            <p:nvPr/>
          </p:nvSpPr>
          <p:spPr>
            <a:xfrm>
              <a:off x="7073476" y="3150802"/>
              <a:ext cx="37791" cy="74093"/>
            </a:xfrm>
            <a:custGeom>
              <a:avLst/>
              <a:gdLst/>
              <a:ahLst/>
              <a:cxnLst/>
              <a:rect l="l" t="t" r="r" b="b"/>
              <a:pathLst>
                <a:path w="1168" h="2290" extrusionOk="0">
                  <a:moveTo>
                    <a:pt x="0" y="0"/>
                  </a:moveTo>
                  <a:lnTo>
                    <a:pt x="0" y="2286"/>
                  </a:lnTo>
                  <a:cubicBezTo>
                    <a:pt x="29" y="2288"/>
                    <a:pt x="57" y="2289"/>
                    <a:pt x="84" y="2289"/>
                  </a:cubicBezTo>
                  <a:cubicBezTo>
                    <a:pt x="709" y="2289"/>
                    <a:pt x="1167" y="1783"/>
                    <a:pt x="1167" y="1167"/>
                  </a:cubicBezTo>
                  <a:cubicBezTo>
                    <a:pt x="1167" y="548"/>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1" name="Google Shape;23351;p140"/>
            <p:cNvSpPr/>
            <p:nvPr/>
          </p:nvSpPr>
          <p:spPr>
            <a:xfrm>
              <a:off x="7127412" y="3158502"/>
              <a:ext cx="109457" cy="80920"/>
            </a:xfrm>
            <a:custGeom>
              <a:avLst/>
              <a:gdLst/>
              <a:ahLst/>
              <a:cxnLst/>
              <a:rect l="l" t="t" r="r" b="b"/>
              <a:pathLst>
                <a:path w="3383" h="2501" extrusionOk="0">
                  <a:moveTo>
                    <a:pt x="1667" y="0"/>
                  </a:moveTo>
                  <a:cubicBezTo>
                    <a:pt x="763" y="0"/>
                    <a:pt x="0" y="739"/>
                    <a:pt x="0" y="1667"/>
                  </a:cubicBezTo>
                  <a:lnTo>
                    <a:pt x="0" y="2167"/>
                  </a:lnTo>
                  <a:cubicBezTo>
                    <a:pt x="0" y="2358"/>
                    <a:pt x="167" y="2501"/>
                    <a:pt x="334" y="2501"/>
                  </a:cubicBezTo>
                  <a:lnTo>
                    <a:pt x="3049" y="2501"/>
                  </a:lnTo>
                  <a:cubicBezTo>
                    <a:pt x="3215" y="2501"/>
                    <a:pt x="3382" y="2358"/>
                    <a:pt x="3334" y="2215"/>
                  </a:cubicBezTo>
                  <a:lnTo>
                    <a:pt x="3334" y="1667"/>
                  </a:lnTo>
                  <a:cubicBezTo>
                    <a:pt x="3334" y="739"/>
                    <a:pt x="2596" y="0"/>
                    <a:pt x="1667"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2" name="Google Shape;23352;p140"/>
            <p:cNvSpPr/>
            <p:nvPr/>
          </p:nvSpPr>
          <p:spPr>
            <a:xfrm>
              <a:off x="7182900" y="3158502"/>
              <a:ext cx="53968" cy="80920"/>
            </a:xfrm>
            <a:custGeom>
              <a:avLst/>
              <a:gdLst/>
              <a:ahLst/>
              <a:cxnLst/>
              <a:rect l="l" t="t" r="r" b="b"/>
              <a:pathLst>
                <a:path w="1668" h="2501" extrusionOk="0">
                  <a:moveTo>
                    <a:pt x="0" y="0"/>
                  </a:moveTo>
                  <a:lnTo>
                    <a:pt x="0" y="2501"/>
                  </a:lnTo>
                  <a:lnTo>
                    <a:pt x="1334" y="2501"/>
                  </a:lnTo>
                  <a:cubicBezTo>
                    <a:pt x="1500" y="2501"/>
                    <a:pt x="1667" y="2358"/>
                    <a:pt x="1667" y="2167"/>
                  </a:cubicBezTo>
                  <a:lnTo>
                    <a:pt x="1667" y="1667"/>
                  </a:lnTo>
                  <a:cubicBezTo>
                    <a:pt x="1667" y="739"/>
                    <a:pt x="905" y="0"/>
                    <a:pt x="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3" name="Google Shape;23353;p140"/>
            <p:cNvSpPr/>
            <p:nvPr/>
          </p:nvSpPr>
          <p:spPr>
            <a:xfrm>
              <a:off x="7145142" y="3096867"/>
              <a:ext cx="74772" cy="75517"/>
            </a:xfrm>
            <a:custGeom>
              <a:avLst/>
              <a:gdLst/>
              <a:ahLst/>
              <a:cxnLst/>
              <a:rect l="l" t="t" r="r" b="b"/>
              <a:pathLst>
                <a:path w="2311" h="2334" extrusionOk="0">
                  <a:moveTo>
                    <a:pt x="1167" y="0"/>
                  </a:moveTo>
                  <a:cubicBezTo>
                    <a:pt x="500" y="0"/>
                    <a:pt x="0" y="548"/>
                    <a:pt x="0" y="1167"/>
                  </a:cubicBezTo>
                  <a:cubicBezTo>
                    <a:pt x="0" y="1810"/>
                    <a:pt x="524" y="2334"/>
                    <a:pt x="1167" y="2334"/>
                  </a:cubicBezTo>
                  <a:cubicBezTo>
                    <a:pt x="1786" y="2334"/>
                    <a:pt x="2286" y="1786"/>
                    <a:pt x="2310" y="1167"/>
                  </a:cubicBezTo>
                  <a:cubicBezTo>
                    <a:pt x="2310" y="500"/>
                    <a:pt x="1810" y="0"/>
                    <a:pt x="1167"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4" name="Google Shape;23354;p140"/>
            <p:cNvSpPr/>
            <p:nvPr/>
          </p:nvSpPr>
          <p:spPr>
            <a:xfrm>
              <a:off x="7181347" y="3096867"/>
              <a:ext cx="37791" cy="74093"/>
            </a:xfrm>
            <a:custGeom>
              <a:avLst/>
              <a:gdLst/>
              <a:ahLst/>
              <a:cxnLst/>
              <a:rect l="l" t="t" r="r" b="b"/>
              <a:pathLst>
                <a:path w="1168" h="2290" extrusionOk="0">
                  <a:moveTo>
                    <a:pt x="0" y="0"/>
                  </a:moveTo>
                  <a:lnTo>
                    <a:pt x="0" y="2286"/>
                  </a:lnTo>
                  <a:cubicBezTo>
                    <a:pt x="28" y="2288"/>
                    <a:pt x="55" y="2289"/>
                    <a:pt x="81" y="2289"/>
                  </a:cubicBezTo>
                  <a:cubicBezTo>
                    <a:pt x="707" y="2289"/>
                    <a:pt x="1167" y="1761"/>
                    <a:pt x="1167" y="1167"/>
                  </a:cubicBezTo>
                  <a:cubicBezTo>
                    <a:pt x="1167" y="524"/>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5" name="Google Shape;23355;p140"/>
            <p:cNvSpPr/>
            <p:nvPr/>
          </p:nvSpPr>
          <p:spPr>
            <a:xfrm>
              <a:off x="7019541" y="3165426"/>
              <a:ext cx="346004" cy="224253"/>
            </a:xfrm>
            <a:custGeom>
              <a:avLst/>
              <a:gdLst/>
              <a:ahLst/>
              <a:cxnLst/>
              <a:rect l="l" t="t" r="r" b="b"/>
              <a:pathLst>
                <a:path w="10694" h="6931" extrusionOk="0">
                  <a:moveTo>
                    <a:pt x="6716" y="1"/>
                  </a:moveTo>
                  <a:lnTo>
                    <a:pt x="6716" y="1668"/>
                  </a:lnTo>
                  <a:lnTo>
                    <a:pt x="3334" y="1668"/>
                  </a:lnTo>
                  <a:lnTo>
                    <a:pt x="3334" y="3335"/>
                  </a:lnTo>
                  <a:lnTo>
                    <a:pt x="0" y="3335"/>
                  </a:lnTo>
                  <a:lnTo>
                    <a:pt x="0" y="6597"/>
                  </a:lnTo>
                  <a:cubicBezTo>
                    <a:pt x="0" y="6788"/>
                    <a:pt x="143" y="6931"/>
                    <a:pt x="334" y="6931"/>
                  </a:cubicBezTo>
                  <a:lnTo>
                    <a:pt x="10360" y="6931"/>
                  </a:lnTo>
                  <a:cubicBezTo>
                    <a:pt x="10550" y="6931"/>
                    <a:pt x="10669" y="6788"/>
                    <a:pt x="10693" y="6621"/>
                  </a:cubicBezTo>
                  <a:lnTo>
                    <a:pt x="10693" y="310"/>
                  </a:lnTo>
                  <a:cubicBezTo>
                    <a:pt x="10693" y="144"/>
                    <a:pt x="10550" y="1"/>
                    <a:pt x="10360" y="1"/>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6" name="Google Shape;23356;p140"/>
            <p:cNvSpPr/>
            <p:nvPr/>
          </p:nvSpPr>
          <p:spPr>
            <a:xfrm>
              <a:off x="7192121" y="3165426"/>
              <a:ext cx="173423" cy="224253"/>
            </a:xfrm>
            <a:custGeom>
              <a:avLst/>
              <a:gdLst/>
              <a:ahLst/>
              <a:cxnLst/>
              <a:rect l="l" t="t" r="r" b="b"/>
              <a:pathLst>
                <a:path w="5360" h="6931" extrusionOk="0">
                  <a:moveTo>
                    <a:pt x="1382" y="1"/>
                  </a:moveTo>
                  <a:lnTo>
                    <a:pt x="1382" y="1668"/>
                  </a:lnTo>
                  <a:lnTo>
                    <a:pt x="1" y="1668"/>
                  </a:lnTo>
                  <a:lnTo>
                    <a:pt x="1" y="6931"/>
                  </a:lnTo>
                  <a:lnTo>
                    <a:pt x="5026" y="6931"/>
                  </a:lnTo>
                  <a:cubicBezTo>
                    <a:pt x="5216" y="6931"/>
                    <a:pt x="5359" y="6788"/>
                    <a:pt x="5359" y="6597"/>
                  </a:cubicBezTo>
                  <a:lnTo>
                    <a:pt x="5359" y="286"/>
                  </a:lnTo>
                  <a:cubicBezTo>
                    <a:pt x="5335" y="120"/>
                    <a:pt x="5216" y="1"/>
                    <a:pt x="5026" y="1"/>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57" name="Google Shape;23357;p140"/>
          <p:cNvGrpSpPr/>
          <p:nvPr/>
        </p:nvGrpSpPr>
        <p:grpSpPr>
          <a:xfrm>
            <a:off x="7769230" y="2890532"/>
            <a:ext cx="346004" cy="346745"/>
            <a:chOff x="7769230" y="3042932"/>
            <a:chExt cx="346004" cy="346745"/>
          </a:xfrm>
        </p:grpSpPr>
        <p:sp>
          <p:nvSpPr>
            <p:cNvPr id="23358" name="Google Shape;23358;p140"/>
            <p:cNvSpPr/>
            <p:nvPr/>
          </p:nvSpPr>
          <p:spPr>
            <a:xfrm>
              <a:off x="7769230" y="3042932"/>
              <a:ext cx="155692" cy="156436"/>
            </a:xfrm>
            <a:custGeom>
              <a:avLst/>
              <a:gdLst/>
              <a:ahLst/>
              <a:cxnLst/>
              <a:rect l="l" t="t" r="r" b="b"/>
              <a:pathLst>
                <a:path w="4812" h="4835" extrusionOk="0">
                  <a:moveTo>
                    <a:pt x="2406" y="0"/>
                  </a:moveTo>
                  <a:cubicBezTo>
                    <a:pt x="1073" y="0"/>
                    <a:pt x="1" y="1072"/>
                    <a:pt x="1" y="2405"/>
                  </a:cubicBezTo>
                  <a:cubicBezTo>
                    <a:pt x="1" y="3739"/>
                    <a:pt x="1073" y="4834"/>
                    <a:pt x="2406" y="4834"/>
                  </a:cubicBezTo>
                  <a:cubicBezTo>
                    <a:pt x="3740" y="4834"/>
                    <a:pt x="4811" y="3739"/>
                    <a:pt x="4811" y="2405"/>
                  </a:cubicBezTo>
                  <a:cubicBezTo>
                    <a:pt x="4811" y="1072"/>
                    <a:pt x="3740" y="0"/>
                    <a:pt x="2406"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9" name="Google Shape;23359;p140"/>
            <p:cNvSpPr/>
            <p:nvPr/>
          </p:nvSpPr>
          <p:spPr>
            <a:xfrm>
              <a:off x="7846299" y="3042932"/>
              <a:ext cx="77846" cy="154948"/>
            </a:xfrm>
            <a:custGeom>
              <a:avLst/>
              <a:gdLst/>
              <a:ahLst/>
              <a:cxnLst/>
              <a:rect l="l" t="t" r="r" b="b"/>
              <a:pathLst>
                <a:path w="2406" h="4789" extrusionOk="0">
                  <a:moveTo>
                    <a:pt x="0" y="0"/>
                  </a:moveTo>
                  <a:lnTo>
                    <a:pt x="0" y="4787"/>
                  </a:lnTo>
                  <a:cubicBezTo>
                    <a:pt x="29" y="4788"/>
                    <a:pt x="57" y="4788"/>
                    <a:pt x="86" y="4788"/>
                  </a:cubicBezTo>
                  <a:cubicBezTo>
                    <a:pt x="1379" y="4788"/>
                    <a:pt x="2406" y="3734"/>
                    <a:pt x="2406" y="2405"/>
                  </a:cubicBezTo>
                  <a:cubicBezTo>
                    <a:pt x="2406" y="1072"/>
                    <a:pt x="1334"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0" name="Google Shape;23360;p140"/>
            <p:cNvSpPr/>
            <p:nvPr/>
          </p:nvSpPr>
          <p:spPr>
            <a:xfrm>
              <a:off x="7789290" y="3062960"/>
              <a:ext cx="115604" cy="115604"/>
            </a:xfrm>
            <a:custGeom>
              <a:avLst/>
              <a:gdLst/>
              <a:ahLst/>
              <a:cxnLst/>
              <a:rect l="l" t="t" r="r" b="b"/>
              <a:pathLst>
                <a:path w="3573" h="3573" extrusionOk="0">
                  <a:moveTo>
                    <a:pt x="1786" y="0"/>
                  </a:moveTo>
                  <a:cubicBezTo>
                    <a:pt x="810" y="0"/>
                    <a:pt x="0" y="810"/>
                    <a:pt x="0" y="1786"/>
                  </a:cubicBezTo>
                  <a:cubicBezTo>
                    <a:pt x="0" y="2787"/>
                    <a:pt x="810" y="3572"/>
                    <a:pt x="1786" y="3572"/>
                  </a:cubicBezTo>
                  <a:cubicBezTo>
                    <a:pt x="2763" y="3572"/>
                    <a:pt x="3572" y="2787"/>
                    <a:pt x="3572" y="1786"/>
                  </a:cubicBezTo>
                  <a:cubicBezTo>
                    <a:pt x="3572" y="810"/>
                    <a:pt x="2763" y="0"/>
                    <a:pt x="1786"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1" name="Google Shape;23361;p140"/>
            <p:cNvSpPr/>
            <p:nvPr/>
          </p:nvSpPr>
          <p:spPr>
            <a:xfrm>
              <a:off x="7846299" y="3062960"/>
              <a:ext cx="57818" cy="114860"/>
            </a:xfrm>
            <a:custGeom>
              <a:avLst/>
              <a:gdLst/>
              <a:ahLst/>
              <a:cxnLst/>
              <a:rect l="l" t="t" r="r" b="b"/>
              <a:pathLst>
                <a:path w="1787" h="3550" extrusionOk="0">
                  <a:moveTo>
                    <a:pt x="0" y="0"/>
                  </a:moveTo>
                  <a:lnTo>
                    <a:pt x="0" y="3549"/>
                  </a:lnTo>
                  <a:cubicBezTo>
                    <a:pt x="15" y="3549"/>
                    <a:pt x="30" y="3549"/>
                    <a:pt x="45" y="3549"/>
                  </a:cubicBezTo>
                  <a:cubicBezTo>
                    <a:pt x="1024" y="3549"/>
                    <a:pt x="1786" y="2772"/>
                    <a:pt x="1786" y="1786"/>
                  </a:cubicBezTo>
                  <a:cubicBezTo>
                    <a:pt x="1786" y="810"/>
                    <a:pt x="977" y="0"/>
                    <a:pt x="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2" name="Google Shape;23362;p140"/>
            <p:cNvSpPr/>
            <p:nvPr/>
          </p:nvSpPr>
          <p:spPr>
            <a:xfrm>
              <a:off x="7823165" y="3075287"/>
              <a:ext cx="47044" cy="88620"/>
            </a:xfrm>
            <a:custGeom>
              <a:avLst/>
              <a:gdLst/>
              <a:ahLst/>
              <a:cxnLst/>
              <a:rect l="l" t="t" r="r" b="b"/>
              <a:pathLst>
                <a:path w="1454" h="2739" extrusionOk="0">
                  <a:moveTo>
                    <a:pt x="572" y="620"/>
                  </a:moveTo>
                  <a:lnTo>
                    <a:pt x="572" y="1048"/>
                  </a:lnTo>
                  <a:cubicBezTo>
                    <a:pt x="525" y="1048"/>
                    <a:pt x="501" y="1024"/>
                    <a:pt x="477" y="1024"/>
                  </a:cubicBezTo>
                  <a:cubicBezTo>
                    <a:pt x="406" y="1001"/>
                    <a:pt x="406" y="905"/>
                    <a:pt x="406" y="810"/>
                  </a:cubicBezTo>
                  <a:cubicBezTo>
                    <a:pt x="406" y="762"/>
                    <a:pt x="477" y="667"/>
                    <a:pt x="572" y="620"/>
                  </a:cubicBezTo>
                  <a:close/>
                  <a:moveTo>
                    <a:pt x="882" y="1572"/>
                  </a:moveTo>
                  <a:cubicBezTo>
                    <a:pt x="1120" y="1644"/>
                    <a:pt x="1096" y="1858"/>
                    <a:pt x="1096" y="1929"/>
                  </a:cubicBezTo>
                  <a:cubicBezTo>
                    <a:pt x="1073" y="2048"/>
                    <a:pt x="1001" y="2167"/>
                    <a:pt x="882" y="2215"/>
                  </a:cubicBezTo>
                  <a:lnTo>
                    <a:pt x="882" y="1572"/>
                  </a:lnTo>
                  <a:close/>
                  <a:moveTo>
                    <a:pt x="715" y="0"/>
                  </a:moveTo>
                  <a:cubicBezTo>
                    <a:pt x="620" y="0"/>
                    <a:pt x="525" y="72"/>
                    <a:pt x="525" y="167"/>
                  </a:cubicBezTo>
                  <a:lnTo>
                    <a:pt x="525" y="286"/>
                  </a:lnTo>
                  <a:lnTo>
                    <a:pt x="477" y="286"/>
                  </a:lnTo>
                  <a:cubicBezTo>
                    <a:pt x="263" y="334"/>
                    <a:pt x="120" y="524"/>
                    <a:pt x="96" y="715"/>
                  </a:cubicBezTo>
                  <a:cubicBezTo>
                    <a:pt x="49" y="929"/>
                    <a:pt x="120" y="1120"/>
                    <a:pt x="263" y="1239"/>
                  </a:cubicBezTo>
                  <a:cubicBezTo>
                    <a:pt x="334" y="1286"/>
                    <a:pt x="406" y="1358"/>
                    <a:pt x="525" y="1382"/>
                  </a:cubicBezTo>
                  <a:lnTo>
                    <a:pt x="525" y="2191"/>
                  </a:lnTo>
                  <a:cubicBezTo>
                    <a:pt x="453" y="2191"/>
                    <a:pt x="382" y="2144"/>
                    <a:pt x="263" y="2072"/>
                  </a:cubicBezTo>
                  <a:cubicBezTo>
                    <a:pt x="241" y="2051"/>
                    <a:pt x="210" y="2039"/>
                    <a:pt x="176" y="2039"/>
                  </a:cubicBezTo>
                  <a:cubicBezTo>
                    <a:pt x="134" y="2039"/>
                    <a:pt x="88" y="2057"/>
                    <a:pt x="49" y="2096"/>
                  </a:cubicBezTo>
                  <a:cubicBezTo>
                    <a:pt x="1" y="2144"/>
                    <a:pt x="1" y="2287"/>
                    <a:pt x="96" y="2334"/>
                  </a:cubicBezTo>
                  <a:cubicBezTo>
                    <a:pt x="263" y="2453"/>
                    <a:pt x="382" y="2477"/>
                    <a:pt x="525" y="2477"/>
                  </a:cubicBezTo>
                  <a:lnTo>
                    <a:pt x="525" y="2596"/>
                  </a:lnTo>
                  <a:cubicBezTo>
                    <a:pt x="525" y="2691"/>
                    <a:pt x="596" y="2739"/>
                    <a:pt x="692" y="2739"/>
                  </a:cubicBezTo>
                  <a:cubicBezTo>
                    <a:pt x="763" y="2739"/>
                    <a:pt x="858" y="2691"/>
                    <a:pt x="858" y="2596"/>
                  </a:cubicBezTo>
                  <a:lnTo>
                    <a:pt x="858" y="2453"/>
                  </a:lnTo>
                  <a:cubicBezTo>
                    <a:pt x="1168" y="2382"/>
                    <a:pt x="1335" y="2120"/>
                    <a:pt x="1406" y="1882"/>
                  </a:cubicBezTo>
                  <a:cubicBezTo>
                    <a:pt x="1454" y="1644"/>
                    <a:pt x="1311" y="1358"/>
                    <a:pt x="977" y="1263"/>
                  </a:cubicBezTo>
                  <a:cubicBezTo>
                    <a:pt x="954" y="1263"/>
                    <a:pt x="930" y="1239"/>
                    <a:pt x="858" y="1239"/>
                  </a:cubicBezTo>
                  <a:lnTo>
                    <a:pt x="858" y="596"/>
                  </a:lnTo>
                  <a:cubicBezTo>
                    <a:pt x="954" y="643"/>
                    <a:pt x="977" y="667"/>
                    <a:pt x="977" y="667"/>
                  </a:cubicBezTo>
                  <a:cubicBezTo>
                    <a:pt x="1013" y="691"/>
                    <a:pt x="1049" y="703"/>
                    <a:pt x="1084" y="703"/>
                  </a:cubicBezTo>
                  <a:cubicBezTo>
                    <a:pt x="1120" y="703"/>
                    <a:pt x="1156" y="691"/>
                    <a:pt x="1192" y="667"/>
                  </a:cubicBezTo>
                  <a:cubicBezTo>
                    <a:pt x="1239" y="596"/>
                    <a:pt x="1239" y="524"/>
                    <a:pt x="1215" y="453"/>
                  </a:cubicBezTo>
                  <a:cubicBezTo>
                    <a:pt x="1168" y="405"/>
                    <a:pt x="1049" y="310"/>
                    <a:pt x="858" y="286"/>
                  </a:cubicBezTo>
                  <a:lnTo>
                    <a:pt x="858" y="167"/>
                  </a:lnTo>
                  <a:cubicBezTo>
                    <a:pt x="858" y="72"/>
                    <a:pt x="811" y="0"/>
                    <a:pt x="715"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3" name="Google Shape;23363;p140"/>
            <p:cNvSpPr/>
            <p:nvPr/>
          </p:nvSpPr>
          <p:spPr>
            <a:xfrm>
              <a:off x="7847075" y="3074510"/>
              <a:ext cx="23910" cy="92503"/>
            </a:xfrm>
            <a:custGeom>
              <a:avLst/>
              <a:gdLst/>
              <a:ahLst/>
              <a:cxnLst/>
              <a:rect l="l" t="t" r="r" b="b"/>
              <a:pathLst>
                <a:path w="739" h="2859" extrusionOk="0">
                  <a:moveTo>
                    <a:pt x="143" y="1596"/>
                  </a:moveTo>
                  <a:cubicBezTo>
                    <a:pt x="381" y="1668"/>
                    <a:pt x="357" y="1882"/>
                    <a:pt x="357" y="1953"/>
                  </a:cubicBezTo>
                  <a:cubicBezTo>
                    <a:pt x="334" y="2072"/>
                    <a:pt x="262" y="2191"/>
                    <a:pt x="143" y="2239"/>
                  </a:cubicBezTo>
                  <a:lnTo>
                    <a:pt x="143" y="1596"/>
                  </a:lnTo>
                  <a:close/>
                  <a:moveTo>
                    <a:pt x="0" y="1"/>
                  </a:moveTo>
                  <a:lnTo>
                    <a:pt x="0" y="2858"/>
                  </a:lnTo>
                  <a:cubicBezTo>
                    <a:pt x="95" y="2858"/>
                    <a:pt x="143" y="2763"/>
                    <a:pt x="143" y="2715"/>
                  </a:cubicBezTo>
                  <a:lnTo>
                    <a:pt x="143" y="2572"/>
                  </a:lnTo>
                  <a:cubicBezTo>
                    <a:pt x="453" y="2501"/>
                    <a:pt x="667" y="2239"/>
                    <a:pt x="691" y="2001"/>
                  </a:cubicBezTo>
                  <a:cubicBezTo>
                    <a:pt x="738" y="1668"/>
                    <a:pt x="572" y="1382"/>
                    <a:pt x="238" y="1287"/>
                  </a:cubicBezTo>
                  <a:cubicBezTo>
                    <a:pt x="215" y="1287"/>
                    <a:pt x="191" y="1263"/>
                    <a:pt x="119" y="1263"/>
                  </a:cubicBezTo>
                  <a:lnTo>
                    <a:pt x="119" y="620"/>
                  </a:lnTo>
                  <a:cubicBezTo>
                    <a:pt x="215" y="667"/>
                    <a:pt x="238" y="691"/>
                    <a:pt x="238" y="691"/>
                  </a:cubicBezTo>
                  <a:cubicBezTo>
                    <a:pt x="274" y="715"/>
                    <a:pt x="310" y="727"/>
                    <a:pt x="348" y="727"/>
                  </a:cubicBezTo>
                  <a:cubicBezTo>
                    <a:pt x="387" y="727"/>
                    <a:pt x="429" y="715"/>
                    <a:pt x="476" y="691"/>
                  </a:cubicBezTo>
                  <a:cubicBezTo>
                    <a:pt x="548" y="620"/>
                    <a:pt x="548" y="548"/>
                    <a:pt x="500" y="453"/>
                  </a:cubicBezTo>
                  <a:cubicBezTo>
                    <a:pt x="453" y="382"/>
                    <a:pt x="334" y="310"/>
                    <a:pt x="143" y="263"/>
                  </a:cubicBezTo>
                  <a:lnTo>
                    <a:pt x="143" y="143"/>
                  </a:lnTo>
                  <a:cubicBezTo>
                    <a:pt x="143" y="72"/>
                    <a:pt x="95" y="1"/>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4" name="Google Shape;23364;p140"/>
            <p:cNvSpPr/>
            <p:nvPr/>
          </p:nvSpPr>
          <p:spPr>
            <a:xfrm>
              <a:off x="7897160" y="3247088"/>
              <a:ext cx="88620" cy="142588"/>
            </a:xfrm>
            <a:custGeom>
              <a:avLst/>
              <a:gdLst/>
              <a:ahLst/>
              <a:cxnLst/>
              <a:rect l="l" t="t" r="r" b="b"/>
              <a:pathLst>
                <a:path w="2739" h="4407" extrusionOk="0">
                  <a:moveTo>
                    <a:pt x="334" y="1"/>
                  </a:moveTo>
                  <a:cubicBezTo>
                    <a:pt x="143" y="1"/>
                    <a:pt x="0" y="144"/>
                    <a:pt x="0" y="334"/>
                  </a:cubicBezTo>
                  <a:lnTo>
                    <a:pt x="0" y="4073"/>
                  </a:lnTo>
                  <a:cubicBezTo>
                    <a:pt x="0" y="4264"/>
                    <a:pt x="143" y="4407"/>
                    <a:pt x="334" y="4407"/>
                  </a:cubicBezTo>
                  <a:lnTo>
                    <a:pt x="2405" y="4407"/>
                  </a:lnTo>
                  <a:cubicBezTo>
                    <a:pt x="2596" y="4407"/>
                    <a:pt x="2739" y="4264"/>
                    <a:pt x="2739" y="4073"/>
                  </a:cubicBezTo>
                  <a:lnTo>
                    <a:pt x="2739" y="334"/>
                  </a:lnTo>
                  <a:cubicBezTo>
                    <a:pt x="2739" y="144"/>
                    <a:pt x="2596" y="1"/>
                    <a:pt x="2405"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5" name="Google Shape;23365;p140"/>
            <p:cNvSpPr/>
            <p:nvPr/>
          </p:nvSpPr>
          <p:spPr>
            <a:xfrm>
              <a:off x="8026578" y="3205481"/>
              <a:ext cx="88653" cy="184197"/>
            </a:xfrm>
            <a:custGeom>
              <a:avLst/>
              <a:gdLst/>
              <a:ahLst/>
              <a:cxnLst/>
              <a:rect l="l" t="t" r="r" b="b"/>
              <a:pathLst>
                <a:path w="2740" h="5693" extrusionOk="0">
                  <a:moveTo>
                    <a:pt x="311" y="1"/>
                  </a:moveTo>
                  <a:cubicBezTo>
                    <a:pt x="144" y="1"/>
                    <a:pt x="1" y="144"/>
                    <a:pt x="1" y="334"/>
                  </a:cubicBezTo>
                  <a:lnTo>
                    <a:pt x="1" y="5359"/>
                  </a:lnTo>
                  <a:cubicBezTo>
                    <a:pt x="1" y="5550"/>
                    <a:pt x="144" y="5693"/>
                    <a:pt x="311" y="5693"/>
                  </a:cubicBezTo>
                  <a:lnTo>
                    <a:pt x="2406" y="5693"/>
                  </a:lnTo>
                  <a:cubicBezTo>
                    <a:pt x="2549" y="5693"/>
                    <a:pt x="2692" y="5550"/>
                    <a:pt x="2740" y="5359"/>
                  </a:cubicBezTo>
                  <a:lnTo>
                    <a:pt x="2740" y="334"/>
                  </a:lnTo>
                  <a:cubicBezTo>
                    <a:pt x="2740" y="144"/>
                    <a:pt x="2573" y="1"/>
                    <a:pt x="2406"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6" name="Google Shape;23366;p140"/>
            <p:cNvSpPr/>
            <p:nvPr/>
          </p:nvSpPr>
          <p:spPr>
            <a:xfrm>
              <a:off x="7769230" y="3287176"/>
              <a:ext cx="88653" cy="102501"/>
            </a:xfrm>
            <a:custGeom>
              <a:avLst/>
              <a:gdLst/>
              <a:ahLst/>
              <a:cxnLst/>
              <a:rect l="l" t="t" r="r" b="b"/>
              <a:pathLst>
                <a:path w="2740" h="3168" extrusionOk="0">
                  <a:moveTo>
                    <a:pt x="334" y="0"/>
                  </a:moveTo>
                  <a:cubicBezTo>
                    <a:pt x="144" y="0"/>
                    <a:pt x="1" y="167"/>
                    <a:pt x="1" y="334"/>
                  </a:cubicBezTo>
                  <a:lnTo>
                    <a:pt x="1" y="2834"/>
                  </a:lnTo>
                  <a:cubicBezTo>
                    <a:pt x="1" y="3025"/>
                    <a:pt x="144" y="3168"/>
                    <a:pt x="334" y="3168"/>
                  </a:cubicBezTo>
                  <a:lnTo>
                    <a:pt x="2406" y="3168"/>
                  </a:lnTo>
                  <a:cubicBezTo>
                    <a:pt x="2597" y="3168"/>
                    <a:pt x="2716" y="3025"/>
                    <a:pt x="2740" y="2834"/>
                  </a:cubicBezTo>
                  <a:lnTo>
                    <a:pt x="2740" y="334"/>
                  </a:lnTo>
                  <a:cubicBezTo>
                    <a:pt x="2740" y="167"/>
                    <a:pt x="2597" y="0"/>
                    <a:pt x="2406"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7" name="Google Shape;23367;p140"/>
            <p:cNvSpPr/>
            <p:nvPr/>
          </p:nvSpPr>
          <p:spPr>
            <a:xfrm>
              <a:off x="7770006" y="3042932"/>
              <a:ext cx="345228" cy="208819"/>
            </a:xfrm>
            <a:custGeom>
              <a:avLst/>
              <a:gdLst/>
              <a:ahLst/>
              <a:cxnLst/>
              <a:rect l="l" t="t" r="r" b="b"/>
              <a:pathLst>
                <a:path w="10670" h="6454" extrusionOk="0">
                  <a:moveTo>
                    <a:pt x="8645" y="0"/>
                  </a:moveTo>
                  <a:cubicBezTo>
                    <a:pt x="8550" y="0"/>
                    <a:pt x="8455" y="48"/>
                    <a:pt x="8407" y="143"/>
                  </a:cubicBezTo>
                  <a:cubicBezTo>
                    <a:pt x="8241" y="381"/>
                    <a:pt x="8431" y="619"/>
                    <a:pt x="8669" y="619"/>
                  </a:cubicBezTo>
                  <a:lnTo>
                    <a:pt x="9527" y="619"/>
                  </a:lnTo>
                  <a:lnTo>
                    <a:pt x="9122" y="1048"/>
                  </a:lnTo>
                  <a:cubicBezTo>
                    <a:pt x="7240" y="2882"/>
                    <a:pt x="4383" y="5692"/>
                    <a:pt x="310" y="5835"/>
                  </a:cubicBezTo>
                  <a:cubicBezTo>
                    <a:pt x="120" y="5835"/>
                    <a:pt x="1" y="5978"/>
                    <a:pt x="1" y="6168"/>
                  </a:cubicBezTo>
                  <a:cubicBezTo>
                    <a:pt x="1" y="6335"/>
                    <a:pt x="144" y="6454"/>
                    <a:pt x="334" y="6454"/>
                  </a:cubicBezTo>
                  <a:cubicBezTo>
                    <a:pt x="4668" y="6287"/>
                    <a:pt x="7621" y="3406"/>
                    <a:pt x="9550" y="1500"/>
                  </a:cubicBezTo>
                  <a:cubicBezTo>
                    <a:pt x="9717" y="1334"/>
                    <a:pt x="9884" y="1167"/>
                    <a:pt x="10027" y="1048"/>
                  </a:cubicBezTo>
                  <a:lnTo>
                    <a:pt x="10027" y="2024"/>
                  </a:lnTo>
                  <a:cubicBezTo>
                    <a:pt x="10027" y="2120"/>
                    <a:pt x="10098" y="2215"/>
                    <a:pt x="10193" y="2263"/>
                  </a:cubicBezTo>
                  <a:cubicBezTo>
                    <a:pt x="10254" y="2299"/>
                    <a:pt x="10315" y="2315"/>
                    <a:pt x="10372" y="2315"/>
                  </a:cubicBezTo>
                  <a:cubicBezTo>
                    <a:pt x="10538" y="2315"/>
                    <a:pt x="10670" y="2178"/>
                    <a:pt x="10670" y="2001"/>
                  </a:cubicBezTo>
                  <a:lnTo>
                    <a:pt x="10670" y="334"/>
                  </a:lnTo>
                  <a:cubicBezTo>
                    <a:pt x="10622" y="143"/>
                    <a:pt x="10479" y="0"/>
                    <a:pt x="10336"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8" name="Google Shape;23368;p140"/>
            <p:cNvSpPr/>
            <p:nvPr/>
          </p:nvSpPr>
          <p:spPr>
            <a:xfrm>
              <a:off x="7941842" y="3042932"/>
              <a:ext cx="171837" cy="159510"/>
            </a:xfrm>
            <a:custGeom>
              <a:avLst/>
              <a:gdLst/>
              <a:ahLst/>
              <a:cxnLst/>
              <a:rect l="l" t="t" r="r" b="b"/>
              <a:pathLst>
                <a:path w="5311" h="4930" extrusionOk="0">
                  <a:moveTo>
                    <a:pt x="3358" y="0"/>
                  </a:moveTo>
                  <a:cubicBezTo>
                    <a:pt x="3215" y="0"/>
                    <a:pt x="3049" y="119"/>
                    <a:pt x="3025" y="262"/>
                  </a:cubicBezTo>
                  <a:cubicBezTo>
                    <a:pt x="3001" y="453"/>
                    <a:pt x="3144" y="619"/>
                    <a:pt x="3334" y="619"/>
                  </a:cubicBezTo>
                  <a:lnTo>
                    <a:pt x="4192" y="619"/>
                  </a:lnTo>
                  <a:lnTo>
                    <a:pt x="3763" y="1048"/>
                  </a:lnTo>
                  <a:cubicBezTo>
                    <a:pt x="2787" y="2001"/>
                    <a:pt x="1548" y="3239"/>
                    <a:pt x="0" y="4191"/>
                  </a:cubicBezTo>
                  <a:lnTo>
                    <a:pt x="0" y="4930"/>
                  </a:lnTo>
                  <a:cubicBezTo>
                    <a:pt x="1739" y="3906"/>
                    <a:pt x="3144" y="2548"/>
                    <a:pt x="4216" y="1477"/>
                  </a:cubicBezTo>
                  <a:cubicBezTo>
                    <a:pt x="4358" y="1334"/>
                    <a:pt x="4549" y="1167"/>
                    <a:pt x="4692" y="1048"/>
                  </a:cubicBezTo>
                  <a:lnTo>
                    <a:pt x="4692" y="2001"/>
                  </a:lnTo>
                  <a:cubicBezTo>
                    <a:pt x="4692" y="2143"/>
                    <a:pt x="4811" y="2286"/>
                    <a:pt x="4954" y="2310"/>
                  </a:cubicBezTo>
                  <a:cubicBezTo>
                    <a:pt x="4976" y="2316"/>
                    <a:pt x="4998" y="2318"/>
                    <a:pt x="5020" y="2318"/>
                  </a:cubicBezTo>
                  <a:cubicBezTo>
                    <a:pt x="5181" y="2318"/>
                    <a:pt x="5311" y="2171"/>
                    <a:pt x="5311" y="2024"/>
                  </a:cubicBezTo>
                  <a:lnTo>
                    <a:pt x="5311" y="357"/>
                  </a:lnTo>
                  <a:cubicBezTo>
                    <a:pt x="5311" y="143"/>
                    <a:pt x="5168" y="0"/>
                    <a:pt x="5025"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9" name="Google Shape;23369;p140"/>
            <p:cNvSpPr/>
            <p:nvPr/>
          </p:nvSpPr>
          <p:spPr>
            <a:xfrm>
              <a:off x="7941842" y="3247088"/>
              <a:ext cx="43938" cy="141812"/>
            </a:xfrm>
            <a:custGeom>
              <a:avLst/>
              <a:gdLst/>
              <a:ahLst/>
              <a:cxnLst/>
              <a:rect l="l" t="t" r="r" b="b"/>
              <a:pathLst>
                <a:path w="1358" h="4383" extrusionOk="0">
                  <a:moveTo>
                    <a:pt x="0" y="1"/>
                  </a:moveTo>
                  <a:lnTo>
                    <a:pt x="0" y="4383"/>
                  </a:lnTo>
                  <a:lnTo>
                    <a:pt x="1024" y="4383"/>
                  </a:lnTo>
                  <a:cubicBezTo>
                    <a:pt x="1215" y="4383"/>
                    <a:pt x="1358" y="4240"/>
                    <a:pt x="1358" y="4049"/>
                  </a:cubicBezTo>
                  <a:lnTo>
                    <a:pt x="1358" y="311"/>
                  </a:lnTo>
                  <a:cubicBezTo>
                    <a:pt x="1358" y="144"/>
                    <a:pt x="1215" y="1"/>
                    <a:pt x="102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70" name="Google Shape;23370;p140"/>
          <p:cNvGrpSpPr/>
          <p:nvPr/>
        </p:nvGrpSpPr>
        <p:grpSpPr>
          <a:xfrm>
            <a:off x="7768486" y="3443728"/>
            <a:ext cx="346747" cy="347553"/>
            <a:chOff x="7768486" y="3596128"/>
            <a:chExt cx="346747" cy="347553"/>
          </a:xfrm>
        </p:grpSpPr>
        <p:sp>
          <p:nvSpPr>
            <p:cNvPr id="23371" name="Google Shape;23371;p140"/>
            <p:cNvSpPr/>
            <p:nvPr/>
          </p:nvSpPr>
          <p:spPr>
            <a:xfrm>
              <a:off x="7890204" y="3596128"/>
              <a:ext cx="225029" cy="196524"/>
            </a:xfrm>
            <a:custGeom>
              <a:avLst/>
              <a:gdLst/>
              <a:ahLst/>
              <a:cxnLst/>
              <a:rect l="l" t="t" r="r" b="b"/>
              <a:pathLst>
                <a:path w="6955" h="6074" extrusionOk="0">
                  <a:moveTo>
                    <a:pt x="953" y="1"/>
                  </a:moveTo>
                  <a:cubicBezTo>
                    <a:pt x="429" y="1"/>
                    <a:pt x="1" y="430"/>
                    <a:pt x="1" y="953"/>
                  </a:cubicBezTo>
                  <a:lnTo>
                    <a:pt x="1" y="5121"/>
                  </a:lnTo>
                  <a:cubicBezTo>
                    <a:pt x="1" y="5645"/>
                    <a:pt x="453" y="6074"/>
                    <a:pt x="953" y="6074"/>
                  </a:cubicBezTo>
                  <a:lnTo>
                    <a:pt x="6002" y="6074"/>
                  </a:lnTo>
                  <a:cubicBezTo>
                    <a:pt x="6526" y="6074"/>
                    <a:pt x="6955" y="5645"/>
                    <a:pt x="6955" y="5121"/>
                  </a:cubicBezTo>
                  <a:lnTo>
                    <a:pt x="6955" y="953"/>
                  </a:lnTo>
                  <a:cubicBezTo>
                    <a:pt x="6955" y="406"/>
                    <a:pt x="6502" y="1"/>
                    <a:pt x="6002"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2" name="Google Shape;23372;p140"/>
            <p:cNvSpPr/>
            <p:nvPr/>
          </p:nvSpPr>
          <p:spPr>
            <a:xfrm>
              <a:off x="8003477" y="3596904"/>
              <a:ext cx="111754" cy="196524"/>
            </a:xfrm>
            <a:custGeom>
              <a:avLst/>
              <a:gdLst/>
              <a:ahLst/>
              <a:cxnLst/>
              <a:rect l="l" t="t" r="r" b="b"/>
              <a:pathLst>
                <a:path w="3454" h="6074" extrusionOk="0">
                  <a:moveTo>
                    <a:pt x="1" y="1"/>
                  </a:moveTo>
                  <a:lnTo>
                    <a:pt x="1" y="6073"/>
                  </a:lnTo>
                  <a:lnTo>
                    <a:pt x="2501" y="6073"/>
                  </a:lnTo>
                  <a:cubicBezTo>
                    <a:pt x="3001" y="6073"/>
                    <a:pt x="3454" y="5645"/>
                    <a:pt x="3454" y="5121"/>
                  </a:cubicBezTo>
                  <a:lnTo>
                    <a:pt x="3454" y="953"/>
                  </a:lnTo>
                  <a:cubicBezTo>
                    <a:pt x="3454" y="406"/>
                    <a:pt x="3025" y="1"/>
                    <a:pt x="2501"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3" name="Google Shape;23373;p140"/>
            <p:cNvSpPr/>
            <p:nvPr/>
          </p:nvSpPr>
          <p:spPr>
            <a:xfrm>
              <a:off x="8053562" y="3636215"/>
              <a:ext cx="20837" cy="115604"/>
            </a:xfrm>
            <a:custGeom>
              <a:avLst/>
              <a:gdLst/>
              <a:ahLst/>
              <a:cxnLst/>
              <a:rect l="l" t="t" r="r" b="b"/>
              <a:pathLst>
                <a:path w="644" h="3573" extrusionOk="0">
                  <a:moveTo>
                    <a:pt x="310" y="0"/>
                  </a:moveTo>
                  <a:cubicBezTo>
                    <a:pt x="143" y="0"/>
                    <a:pt x="0" y="143"/>
                    <a:pt x="0" y="334"/>
                  </a:cubicBezTo>
                  <a:lnTo>
                    <a:pt x="0" y="3239"/>
                  </a:lnTo>
                  <a:cubicBezTo>
                    <a:pt x="0" y="3429"/>
                    <a:pt x="143" y="3572"/>
                    <a:pt x="310" y="3572"/>
                  </a:cubicBezTo>
                  <a:cubicBezTo>
                    <a:pt x="501" y="3572"/>
                    <a:pt x="643" y="3429"/>
                    <a:pt x="643" y="3239"/>
                  </a:cubicBezTo>
                  <a:lnTo>
                    <a:pt x="643" y="334"/>
                  </a:lnTo>
                  <a:cubicBezTo>
                    <a:pt x="643" y="143"/>
                    <a:pt x="501" y="0"/>
                    <a:pt x="31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4" name="Google Shape;23374;p140"/>
            <p:cNvSpPr/>
            <p:nvPr/>
          </p:nvSpPr>
          <p:spPr>
            <a:xfrm>
              <a:off x="8012731" y="3656242"/>
              <a:ext cx="21613" cy="95577"/>
            </a:xfrm>
            <a:custGeom>
              <a:avLst/>
              <a:gdLst/>
              <a:ahLst/>
              <a:cxnLst/>
              <a:rect l="l" t="t" r="r" b="b"/>
              <a:pathLst>
                <a:path w="668" h="2954" extrusionOk="0">
                  <a:moveTo>
                    <a:pt x="334" y="0"/>
                  </a:moveTo>
                  <a:cubicBezTo>
                    <a:pt x="143" y="0"/>
                    <a:pt x="0" y="167"/>
                    <a:pt x="0" y="334"/>
                  </a:cubicBezTo>
                  <a:lnTo>
                    <a:pt x="0" y="2620"/>
                  </a:lnTo>
                  <a:cubicBezTo>
                    <a:pt x="0" y="2810"/>
                    <a:pt x="143" y="2953"/>
                    <a:pt x="334" y="2953"/>
                  </a:cubicBezTo>
                  <a:cubicBezTo>
                    <a:pt x="500" y="2953"/>
                    <a:pt x="667" y="2810"/>
                    <a:pt x="667" y="2620"/>
                  </a:cubicBezTo>
                  <a:lnTo>
                    <a:pt x="667" y="334"/>
                  </a:lnTo>
                  <a:cubicBezTo>
                    <a:pt x="667" y="167"/>
                    <a:pt x="500" y="0"/>
                    <a:pt x="334"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5" name="Google Shape;23375;p140"/>
            <p:cNvSpPr/>
            <p:nvPr/>
          </p:nvSpPr>
          <p:spPr>
            <a:xfrm>
              <a:off x="7972643" y="3676269"/>
              <a:ext cx="20837" cy="75549"/>
            </a:xfrm>
            <a:custGeom>
              <a:avLst/>
              <a:gdLst/>
              <a:ahLst/>
              <a:cxnLst/>
              <a:rect l="l" t="t" r="r" b="b"/>
              <a:pathLst>
                <a:path w="644" h="2335" extrusionOk="0">
                  <a:moveTo>
                    <a:pt x="311" y="1"/>
                  </a:moveTo>
                  <a:cubicBezTo>
                    <a:pt x="144" y="1"/>
                    <a:pt x="1" y="167"/>
                    <a:pt x="1" y="334"/>
                  </a:cubicBezTo>
                  <a:lnTo>
                    <a:pt x="1" y="2001"/>
                  </a:lnTo>
                  <a:cubicBezTo>
                    <a:pt x="1" y="2191"/>
                    <a:pt x="144" y="2334"/>
                    <a:pt x="311" y="2334"/>
                  </a:cubicBezTo>
                  <a:cubicBezTo>
                    <a:pt x="501" y="2334"/>
                    <a:pt x="620" y="2191"/>
                    <a:pt x="644" y="2001"/>
                  </a:cubicBezTo>
                  <a:lnTo>
                    <a:pt x="644" y="334"/>
                  </a:lnTo>
                  <a:cubicBezTo>
                    <a:pt x="644" y="167"/>
                    <a:pt x="501" y="1"/>
                    <a:pt x="311" y="1"/>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6" name="Google Shape;23376;p140"/>
            <p:cNvSpPr/>
            <p:nvPr/>
          </p:nvSpPr>
          <p:spPr>
            <a:xfrm>
              <a:off x="7931812" y="3697073"/>
              <a:ext cx="21613" cy="54745"/>
            </a:xfrm>
            <a:custGeom>
              <a:avLst/>
              <a:gdLst/>
              <a:ahLst/>
              <a:cxnLst/>
              <a:rect l="l" t="t" r="r" b="b"/>
              <a:pathLst>
                <a:path w="668" h="1692" extrusionOk="0">
                  <a:moveTo>
                    <a:pt x="334" y="1"/>
                  </a:moveTo>
                  <a:cubicBezTo>
                    <a:pt x="144" y="1"/>
                    <a:pt x="1" y="143"/>
                    <a:pt x="1" y="334"/>
                  </a:cubicBezTo>
                  <a:lnTo>
                    <a:pt x="1" y="1358"/>
                  </a:lnTo>
                  <a:cubicBezTo>
                    <a:pt x="1" y="1548"/>
                    <a:pt x="144" y="1691"/>
                    <a:pt x="334" y="1691"/>
                  </a:cubicBezTo>
                  <a:cubicBezTo>
                    <a:pt x="501" y="1691"/>
                    <a:pt x="620" y="1548"/>
                    <a:pt x="668" y="1358"/>
                  </a:cubicBezTo>
                  <a:lnTo>
                    <a:pt x="668" y="334"/>
                  </a:lnTo>
                  <a:cubicBezTo>
                    <a:pt x="668" y="143"/>
                    <a:pt x="501" y="1"/>
                    <a:pt x="334"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7" name="Google Shape;23377;p140"/>
            <p:cNvSpPr/>
            <p:nvPr/>
          </p:nvSpPr>
          <p:spPr>
            <a:xfrm>
              <a:off x="7931035" y="3636991"/>
              <a:ext cx="62445" cy="20837"/>
            </a:xfrm>
            <a:custGeom>
              <a:avLst/>
              <a:gdLst/>
              <a:ahLst/>
              <a:cxnLst/>
              <a:rect l="l" t="t" r="r" b="b"/>
              <a:pathLst>
                <a:path w="1930" h="644" extrusionOk="0">
                  <a:moveTo>
                    <a:pt x="334" y="0"/>
                  </a:moveTo>
                  <a:cubicBezTo>
                    <a:pt x="144" y="0"/>
                    <a:pt x="1" y="191"/>
                    <a:pt x="25" y="357"/>
                  </a:cubicBezTo>
                  <a:cubicBezTo>
                    <a:pt x="49" y="524"/>
                    <a:pt x="215" y="643"/>
                    <a:pt x="358" y="643"/>
                  </a:cubicBezTo>
                  <a:lnTo>
                    <a:pt x="1597" y="643"/>
                  </a:lnTo>
                  <a:cubicBezTo>
                    <a:pt x="1787" y="643"/>
                    <a:pt x="1930" y="453"/>
                    <a:pt x="1906" y="286"/>
                  </a:cubicBezTo>
                  <a:cubicBezTo>
                    <a:pt x="1882" y="119"/>
                    <a:pt x="1716" y="0"/>
                    <a:pt x="1573"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8" name="Google Shape;23378;p140"/>
            <p:cNvSpPr/>
            <p:nvPr/>
          </p:nvSpPr>
          <p:spPr>
            <a:xfrm>
              <a:off x="7937992" y="3759194"/>
              <a:ext cx="75549" cy="108195"/>
            </a:xfrm>
            <a:custGeom>
              <a:avLst/>
              <a:gdLst/>
              <a:ahLst/>
              <a:cxnLst/>
              <a:rect l="l" t="t" r="r" b="b"/>
              <a:pathLst>
                <a:path w="2335" h="3344" extrusionOk="0">
                  <a:moveTo>
                    <a:pt x="1991" y="1"/>
                  </a:moveTo>
                  <a:cubicBezTo>
                    <a:pt x="1881" y="1"/>
                    <a:pt x="1781" y="54"/>
                    <a:pt x="1715" y="152"/>
                  </a:cubicBezTo>
                  <a:lnTo>
                    <a:pt x="72" y="2867"/>
                  </a:lnTo>
                  <a:cubicBezTo>
                    <a:pt x="0" y="3010"/>
                    <a:pt x="48" y="3201"/>
                    <a:pt x="191" y="3296"/>
                  </a:cubicBezTo>
                  <a:cubicBezTo>
                    <a:pt x="238" y="3344"/>
                    <a:pt x="286" y="3344"/>
                    <a:pt x="358" y="3344"/>
                  </a:cubicBezTo>
                  <a:cubicBezTo>
                    <a:pt x="429" y="3344"/>
                    <a:pt x="548" y="3320"/>
                    <a:pt x="619" y="3177"/>
                  </a:cubicBezTo>
                  <a:lnTo>
                    <a:pt x="2263" y="462"/>
                  </a:lnTo>
                  <a:cubicBezTo>
                    <a:pt x="2334" y="319"/>
                    <a:pt x="2286" y="129"/>
                    <a:pt x="2144" y="33"/>
                  </a:cubicBezTo>
                  <a:cubicBezTo>
                    <a:pt x="2092" y="11"/>
                    <a:pt x="2040" y="1"/>
                    <a:pt x="1991" y="1"/>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9" name="Google Shape;23379;p140"/>
            <p:cNvSpPr/>
            <p:nvPr/>
          </p:nvSpPr>
          <p:spPr>
            <a:xfrm>
              <a:off x="8003477" y="3760261"/>
              <a:ext cx="10062" cy="27761"/>
            </a:xfrm>
            <a:custGeom>
              <a:avLst/>
              <a:gdLst/>
              <a:ahLst/>
              <a:cxnLst/>
              <a:rect l="l" t="t" r="r" b="b"/>
              <a:pathLst>
                <a:path w="311" h="858" extrusionOk="0">
                  <a:moveTo>
                    <a:pt x="1" y="0"/>
                  </a:moveTo>
                  <a:lnTo>
                    <a:pt x="1" y="858"/>
                  </a:lnTo>
                  <a:lnTo>
                    <a:pt x="239" y="477"/>
                  </a:lnTo>
                  <a:cubicBezTo>
                    <a:pt x="310" y="310"/>
                    <a:pt x="262" y="119"/>
                    <a:pt x="120" y="48"/>
                  </a:cubicBezTo>
                  <a:cubicBezTo>
                    <a:pt x="72" y="0"/>
                    <a:pt x="24" y="0"/>
                    <a:pt x="1" y="0"/>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0" name="Google Shape;23380;p140"/>
            <p:cNvSpPr/>
            <p:nvPr/>
          </p:nvSpPr>
          <p:spPr>
            <a:xfrm>
              <a:off x="7768486" y="3841147"/>
              <a:ext cx="177241" cy="102533"/>
            </a:xfrm>
            <a:custGeom>
              <a:avLst/>
              <a:gdLst/>
              <a:ahLst/>
              <a:cxnLst/>
              <a:rect l="l" t="t" r="r" b="b"/>
              <a:pathLst>
                <a:path w="5478" h="3169" extrusionOk="0">
                  <a:moveTo>
                    <a:pt x="2191" y="1"/>
                  </a:moveTo>
                  <a:cubicBezTo>
                    <a:pt x="977" y="1"/>
                    <a:pt x="0" y="1001"/>
                    <a:pt x="0" y="2216"/>
                  </a:cubicBezTo>
                  <a:lnTo>
                    <a:pt x="0" y="2835"/>
                  </a:lnTo>
                  <a:cubicBezTo>
                    <a:pt x="0" y="3025"/>
                    <a:pt x="143" y="3168"/>
                    <a:pt x="310" y="3168"/>
                  </a:cubicBezTo>
                  <a:lnTo>
                    <a:pt x="4072" y="3168"/>
                  </a:lnTo>
                  <a:cubicBezTo>
                    <a:pt x="4239" y="3168"/>
                    <a:pt x="4406" y="3025"/>
                    <a:pt x="4406" y="2835"/>
                  </a:cubicBezTo>
                  <a:lnTo>
                    <a:pt x="4406" y="2216"/>
                  </a:lnTo>
                  <a:cubicBezTo>
                    <a:pt x="4406" y="1882"/>
                    <a:pt x="4311" y="1549"/>
                    <a:pt x="4191" y="1263"/>
                  </a:cubicBezTo>
                  <a:lnTo>
                    <a:pt x="5144" y="1263"/>
                  </a:lnTo>
                  <a:cubicBezTo>
                    <a:pt x="5311" y="1263"/>
                    <a:pt x="5477" y="1120"/>
                    <a:pt x="5477" y="930"/>
                  </a:cubicBezTo>
                  <a:lnTo>
                    <a:pt x="5477" y="310"/>
                  </a:lnTo>
                  <a:cubicBezTo>
                    <a:pt x="5430" y="120"/>
                    <a:pt x="5287" y="1"/>
                    <a:pt x="512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1" name="Google Shape;23381;p140"/>
            <p:cNvSpPr/>
            <p:nvPr/>
          </p:nvSpPr>
          <p:spPr>
            <a:xfrm>
              <a:off x="7839375" y="3841147"/>
              <a:ext cx="106351" cy="101756"/>
            </a:xfrm>
            <a:custGeom>
              <a:avLst/>
              <a:gdLst/>
              <a:ahLst/>
              <a:cxnLst/>
              <a:rect l="l" t="t" r="r" b="b"/>
              <a:pathLst>
                <a:path w="3287" h="3145" extrusionOk="0">
                  <a:moveTo>
                    <a:pt x="0" y="1"/>
                  </a:moveTo>
                  <a:lnTo>
                    <a:pt x="0" y="3144"/>
                  </a:lnTo>
                  <a:lnTo>
                    <a:pt x="1881" y="3144"/>
                  </a:lnTo>
                  <a:cubicBezTo>
                    <a:pt x="2048" y="3144"/>
                    <a:pt x="2215" y="2978"/>
                    <a:pt x="2215" y="2811"/>
                  </a:cubicBezTo>
                  <a:lnTo>
                    <a:pt x="2215" y="2192"/>
                  </a:lnTo>
                  <a:cubicBezTo>
                    <a:pt x="2215" y="1858"/>
                    <a:pt x="2120" y="1525"/>
                    <a:pt x="2000" y="1239"/>
                  </a:cubicBezTo>
                  <a:lnTo>
                    <a:pt x="2953" y="1239"/>
                  </a:lnTo>
                  <a:cubicBezTo>
                    <a:pt x="3120" y="1239"/>
                    <a:pt x="3286" y="1072"/>
                    <a:pt x="3286" y="906"/>
                  </a:cubicBezTo>
                  <a:lnTo>
                    <a:pt x="3286" y="263"/>
                  </a:lnTo>
                  <a:cubicBezTo>
                    <a:pt x="3239" y="120"/>
                    <a:pt x="3096" y="1"/>
                    <a:pt x="2929"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2" name="Google Shape;23382;p140"/>
            <p:cNvSpPr/>
            <p:nvPr/>
          </p:nvSpPr>
          <p:spPr>
            <a:xfrm>
              <a:off x="7934141" y="3841147"/>
              <a:ext cx="31611" cy="40864"/>
            </a:xfrm>
            <a:custGeom>
              <a:avLst/>
              <a:gdLst/>
              <a:ahLst/>
              <a:cxnLst/>
              <a:rect l="l" t="t" r="r" b="b"/>
              <a:pathLst>
                <a:path w="977" h="1263" extrusionOk="0">
                  <a:moveTo>
                    <a:pt x="0" y="1"/>
                  </a:moveTo>
                  <a:lnTo>
                    <a:pt x="0" y="1263"/>
                  </a:lnTo>
                  <a:lnTo>
                    <a:pt x="310" y="1263"/>
                  </a:lnTo>
                  <a:cubicBezTo>
                    <a:pt x="667" y="1263"/>
                    <a:pt x="977" y="953"/>
                    <a:pt x="953" y="572"/>
                  </a:cubicBezTo>
                  <a:cubicBezTo>
                    <a:pt x="905" y="239"/>
                    <a:pt x="643" y="1"/>
                    <a:pt x="286"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3" name="Google Shape;23383;p140"/>
            <p:cNvSpPr/>
            <p:nvPr/>
          </p:nvSpPr>
          <p:spPr>
            <a:xfrm>
              <a:off x="7792363" y="3767185"/>
              <a:ext cx="94024" cy="94800"/>
            </a:xfrm>
            <a:custGeom>
              <a:avLst/>
              <a:gdLst/>
              <a:ahLst/>
              <a:cxnLst/>
              <a:rect l="l" t="t" r="r" b="b"/>
              <a:pathLst>
                <a:path w="2906" h="2930" extrusionOk="0">
                  <a:moveTo>
                    <a:pt x="1453" y="1"/>
                  </a:moveTo>
                  <a:cubicBezTo>
                    <a:pt x="643" y="1"/>
                    <a:pt x="0" y="667"/>
                    <a:pt x="0" y="1453"/>
                  </a:cubicBezTo>
                  <a:cubicBezTo>
                    <a:pt x="0" y="2263"/>
                    <a:pt x="643" y="2930"/>
                    <a:pt x="1453" y="2930"/>
                  </a:cubicBezTo>
                  <a:cubicBezTo>
                    <a:pt x="2263" y="2930"/>
                    <a:pt x="2906" y="2263"/>
                    <a:pt x="2906" y="1453"/>
                  </a:cubicBezTo>
                  <a:cubicBezTo>
                    <a:pt x="2906" y="667"/>
                    <a:pt x="2263" y="1"/>
                    <a:pt x="145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4" name="Google Shape;23384;p140"/>
            <p:cNvSpPr/>
            <p:nvPr/>
          </p:nvSpPr>
          <p:spPr>
            <a:xfrm>
              <a:off x="7839375" y="3766409"/>
              <a:ext cx="47012" cy="94121"/>
            </a:xfrm>
            <a:custGeom>
              <a:avLst/>
              <a:gdLst/>
              <a:ahLst/>
              <a:cxnLst/>
              <a:rect l="l" t="t" r="r" b="b"/>
              <a:pathLst>
                <a:path w="1453" h="2909" extrusionOk="0">
                  <a:moveTo>
                    <a:pt x="0" y="1"/>
                  </a:moveTo>
                  <a:lnTo>
                    <a:pt x="0" y="2906"/>
                  </a:lnTo>
                  <a:cubicBezTo>
                    <a:pt x="27" y="2908"/>
                    <a:pt x="55" y="2909"/>
                    <a:pt x="81" y="2909"/>
                  </a:cubicBezTo>
                  <a:cubicBezTo>
                    <a:pt x="852" y="2909"/>
                    <a:pt x="1453" y="2259"/>
                    <a:pt x="1453" y="1454"/>
                  </a:cubicBezTo>
                  <a:cubicBezTo>
                    <a:pt x="1453" y="644"/>
                    <a:pt x="810" y="1"/>
                    <a:pt x="0"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85" name="Google Shape;23385;p140"/>
          <p:cNvGrpSpPr/>
          <p:nvPr/>
        </p:nvGrpSpPr>
        <p:grpSpPr>
          <a:xfrm>
            <a:off x="7030315" y="3443728"/>
            <a:ext cx="324422" cy="347554"/>
            <a:chOff x="7030315" y="3596128"/>
            <a:chExt cx="324422" cy="347554"/>
          </a:xfrm>
        </p:grpSpPr>
        <p:sp>
          <p:nvSpPr>
            <p:cNvPr id="23386" name="Google Shape;23386;p140"/>
            <p:cNvSpPr/>
            <p:nvPr/>
          </p:nvSpPr>
          <p:spPr>
            <a:xfrm>
              <a:off x="7030315" y="3752561"/>
              <a:ext cx="214255" cy="191121"/>
            </a:xfrm>
            <a:custGeom>
              <a:avLst/>
              <a:gdLst/>
              <a:ahLst/>
              <a:cxnLst/>
              <a:rect l="l" t="t" r="r" b="b"/>
              <a:pathLst>
                <a:path w="6622" h="5907" extrusionOk="0">
                  <a:moveTo>
                    <a:pt x="5978" y="0"/>
                  </a:moveTo>
                  <a:lnTo>
                    <a:pt x="5335" y="334"/>
                  </a:lnTo>
                  <a:lnTo>
                    <a:pt x="5335" y="1905"/>
                  </a:lnTo>
                  <a:lnTo>
                    <a:pt x="2406" y="1905"/>
                  </a:lnTo>
                  <a:cubicBezTo>
                    <a:pt x="1072" y="1905"/>
                    <a:pt x="1" y="2977"/>
                    <a:pt x="1" y="4334"/>
                  </a:cubicBezTo>
                  <a:lnTo>
                    <a:pt x="1" y="5573"/>
                  </a:lnTo>
                  <a:cubicBezTo>
                    <a:pt x="1" y="5763"/>
                    <a:pt x="144" y="5906"/>
                    <a:pt x="334" y="5906"/>
                  </a:cubicBezTo>
                  <a:lnTo>
                    <a:pt x="4502" y="5906"/>
                  </a:lnTo>
                  <a:cubicBezTo>
                    <a:pt x="4668" y="5906"/>
                    <a:pt x="4835" y="5763"/>
                    <a:pt x="4835" y="5573"/>
                  </a:cubicBezTo>
                  <a:lnTo>
                    <a:pt x="4835" y="4334"/>
                  </a:lnTo>
                  <a:cubicBezTo>
                    <a:pt x="4835" y="3906"/>
                    <a:pt x="4716" y="3525"/>
                    <a:pt x="4526" y="3167"/>
                  </a:cubicBezTo>
                  <a:lnTo>
                    <a:pt x="5669" y="3167"/>
                  </a:lnTo>
                  <a:cubicBezTo>
                    <a:pt x="6169" y="3167"/>
                    <a:pt x="6621" y="2739"/>
                    <a:pt x="6621" y="2215"/>
                  </a:cubicBezTo>
                  <a:lnTo>
                    <a:pt x="6621" y="334"/>
                  </a:lnTo>
                  <a:lnTo>
                    <a:pt x="5978"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7" name="Google Shape;23387;p140"/>
            <p:cNvSpPr/>
            <p:nvPr/>
          </p:nvSpPr>
          <p:spPr>
            <a:xfrm>
              <a:off x="7109681" y="3751785"/>
              <a:ext cx="134888" cy="191121"/>
            </a:xfrm>
            <a:custGeom>
              <a:avLst/>
              <a:gdLst/>
              <a:ahLst/>
              <a:cxnLst/>
              <a:rect l="l" t="t" r="r" b="b"/>
              <a:pathLst>
                <a:path w="4169" h="5907" extrusionOk="0">
                  <a:moveTo>
                    <a:pt x="3525" y="0"/>
                  </a:moveTo>
                  <a:lnTo>
                    <a:pt x="2906" y="334"/>
                  </a:lnTo>
                  <a:lnTo>
                    <a:pt x="2906" y="1906"/>
                  </a:lnTo>
                  <a:lnTo>
                    <a:pt x="1" y="1906"/>
                  </a:lnTo>
                  <a:lnTo>
                    <a:pt x="1" y="5859"/>
                  </a:lnTo>
                  <a:lnTo>
                    <a:pt x="2049" y="5859"/>
                  </a:lnTo>
                  <a:lnTo>
                    <a:pt x="2049" y="5906"/>
                  </a:lnTo>
                  <a:cubicBezTo>
                    <a:pt x="2215" y="5906"/>
                    <a:pt x="2382" y="5740"/>
                    <a:pt x="2382" y="5573"/>
                  </a:cubicBezTo>
                  <a:lnTo>
                    <a:pt x="2382" y="4311"/>
                  </a:lnTo>
                  <a:cubicBezTo>
                    <a:pt x="2382" y="3906"/>
                    <a:pt x="2263" y="3525"/>
                    <a:pt x="2073" y="3168"/>
                  </a:cubicBezTo>
                  <a:lnTo>
                    <a:pt x="3216" y="3168"/>
                  </a:lnTo>
                  <a:cubicBezTo>
                    <a:pt x="3716" y="3168"/>
                    <a:pt x="4168" y="2739"/>
                    <a:pt x="4168" y="2215"/>
                  </a:cubicBezTo>
                  <a:lnTo>
                    <a:pt x="4168" y="334"/>
                  </a:lnTo>
                  <a:lnTo>
                    <a:pt x="3525"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8" name="Google Shape;23388;p140"/>
            <p:cNvSpPr/>
            <p:nvPr/>
          </p:nvSpPr>
          <p:spPr>
            <a:xfrm>
              <a:off x="7056523" y="3732534"/>
              <a:ext cx="101756" cy="102501"/>
            </a:xfrm>
            <a:custGeom>
              <a:avLst/>
              <a:gdLst/>
              <a:ahLst/>
              <a:cxnLst/>
              <a:rect l="l" t="t" r="r" b="b"/>
              <a:pathLst>
                <a:path w="3145" h="3168" extrusionOk="0">
                  <a:moveTo>
                    <a:pt x="1572" y="0"/>
                  </a:moveTo>
                  <a:cubicBezTo>
                    <a:pt x="715" y="0"/>
                    <a:pt x="1" y="714"/>
                    <a:pt x="1" y="1572"/>
                  </a:cubicBezTo>
                  <a:cubicBezTo>
                    <a:pt x="1" y="2453"/>
                    <a:pt x="715" y="3167"/>
                    <a:pt x="1572" y="3167"/>
                  </a:cubicBezTo>
                  <a:cubicBezTo>
                    <a:pt x="2430" y="3167"/>
                    <a:pt x="3144" y="2453"/>
                    <a:pt x="3144" y="1572"/>
                  </a:cubicBezTo>
                  <a:cubicBezTo>
                    <a:pt x="3144" y="714"/>
                    <a:pt x="2430" y="0"/>
                    <a:pt x="157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9" name="Google Shape;23389;p140"/>
            <p:cNvSpPr/>
            <p:nvPr/>
          </p:nvSpPr>
          <p:spPr>
            <a:xfrm>
              <a:off x="7107384" y="3732534"/>
              <a:ext cx="50894" cy="101012"/>
            </a:xfrm>
            <a:custGeom>
              <a:avLst/>
              <a:gdLst/>
              <a:ahLst/>
              <a:cxnLst/>
              <a:rect l="l" t="t" r="r" b="b"/>
              <a:pathLst>
                <a:path w="1573" h="3122" extrusionOk="0">
                  <a:moveTo>
                    <a:pt x="0" y="0"/>
                  </a:moveTo>
                  <a:lnTo>
                    <a:pt x="0" y="3120"/>
                  </a:lnTo>
                  <a:cubicBezTo>
                    <a:pt x="27" y="3121"/>
                    <a:pt x="54" y="3122"/>
                    <a:pt x="81" y="3122"/>
                  </a:cubicBezTo>
                  <a:cubicBezTo>
                    <a:pt x="902" y="3122"/>
                    <a:pt x="1572" y="2425"/>
                    <a:pt x="1572" y="1572"/>
                  </a:cubicBezTo>
                  <a:cubicBezTo>
                    <a:pt x="1572" y="714"/>
                    <a:pt x="858"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0" name="Google Shape;23390;p140"/>
            <p:cNvSpPr/>
            <p:nvPr/>
          </p:nvSpPr>
          <p:spPr>
            <a:xfrm>
              <a:off x="7202927" y="3732534"/>
              <a:ext cx="40088" cy="30834"/>
            </a:xfrm>
            <a:custGeom>
              <a:avLst/>
              <a:gdLst/>
              <a:ahLst/>
              <a:cxnLst/>
              <a:rect l="l" t="t" r="r" b="b"/>
              <a:pathLst>
                <a:path w="1239" h="953" extrusionOk="0">
                  <a:moveTo>
                    <a:pt x="619" y="0"/>
                  </a:moveTo>
                  <a:cubicBezTo>
                    <a:pt x="262" y="0"/>
                    <a:pt x="0" y="262"/>
                    <a:pt x="0" y="619"/>
                  </a:cubicBezTo>
                  <a:lnTo>
                    <a:pt x="0" y="953"/>
                  </a:lnTo>
                  <a:lnTo>
                    <a:pt x="1239" y="953"/>
                  </a:lnTo>
                  <a:lnTo>
                    <a:pt x="1239" y="619"/>
                  </a:lnTo>
                  <a:cubicBezTo>
                    <a:pt x="1239" y="262"/>
                    <a:pt x="977" y="0"/>
                    <a:pt x="619"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1" name="Google Shape;23391;p140"/>
            <p:cNvSpPr/>
            <p:nvPr/>
          </p:nvSpPr>
          <p:spPr>
            <a:xfrm>
              <a:off x="7185197" y="3596128"/>
              <a:ext cx="169540" cy="169573"/>
            </a:xfrm>
            <a:custGeom>
              <a:avLst/>
              <a:gdLst/>
              <a:ahLst/>
              <a:cxnLst/>
              <a:rect l="l" t="t" r="r" b="b"/>
              <a:pathLst>
                <a:path w="5240" h="5241" extrusionOk="0">
                  <a:moveTo>
                    <a:pt x="2620" y="1"/>
                  </a:moveTo>
                  <a:cubicBezTo>
                    <a:pt x="1167" y="1"/>
                    <a:pt x="1" y="1168"/>
                    <a:pt x="1" y="2620"/>
                  </a:cubicBezTo>
                  <a:cubicBezTo>
                    <a:pt x="1" y="4049"/>
                    <a:pt x="1167" y="5240"/>
                    <a:pt x="2620" y="5240"/>
                  </a:cubicBezTo>
                  <a:cubicBezTo>
                    <a:pt x="4073" y="5240"/>
                    <a:pt x="5240" y="4049"/>
                    <a:pt x="5240" y="2620"/>
                  </a:cubicBezTo>
                  <a:cubicBezTo>
                    <a:pt x="5240" y="1168"/>
                    <a:pt x="4073" y="1"/>
                    <a:pt x="2620"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2" name="Google Shape;23392;p140"/>
            <p:cNvSpPr/>
            <p:nvPr/>
          </p:nvSpPr>
          <p:spPr>
            <a:xfrm>
              <a:off x="7269966" y="3596128"/>
              <a:ext cx="84770" cy="169573"/>
            </a:xfrm>
            <a:custGeom>
              <a:avLst/>
              <a:gdLst/>
              <a:ahLst/>
              <a:cxnLst/>
              <a:rect l="l" t="t" r="r" b="b"/>
              <a:pathLst>
                <a:path w="2620" h="5241" extrusionOk="0">
                  <a:moveTo>
                    <a:pt x="0" y="1"/>
                  </a:moveTo>
                  <a:lnTo>
                    <a:pt x="0" y="5240"/>
                  </a:lnTo>
                  <a:cubicBezTo>
                    <a:pt x="1429" y="5240"/>
                    <a:pt x="2620" y="4073"/>
                    <a:pt x="2620" y="2620"/>
                  </a:cubicBezTo>
                  <a:cubicBezTo>
                    <a:pt x="2620" y="1192"/>
                    <a:pt x="1477" y="1"/>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3" name="Google Shape;23393;p140"/>
            <p:cNvSpPr/>
            <p:nvPr/>
          </p:nvSpPr>
          <p:spPr>
            <a:xfrm>
              <a:off x="7206001" y="3616187"/>
              <a:ext cx="128708" cy="128708"/>
            </a:xfrm>
            <a:custGeom>
              <a:avLst/>
              <a:gdLst/>
              <a:ahLst/>
              <a:cxnLst/>
              <a:rect l="l" t="t" r="r" b="b"/>
              <a:pathLst>
                <a:path w="3978" h="3978" extrusionOk="0">
                  <a:moveTo>
                    <a:pt x="1977" y="0"/>
                  </a:moveTo>
                  <a:cubicBezTo>
                    <a:pt x="882" y="0"/>
                    <a:pt x="1" y="881"/>
                    <a:pt x="1" y="2000"/>
                  </a:cubicBezTo>
                  <a:cubicBezTo>
                    <a:pt x="1" y="3096"/>
                    <a:pt x="882" y="3977"/>
                    <a:pt x="1977" y="3977"/>
                  </a:cubicBezTo>
                  <a:cubicBezTo>
                    <a:pt x="3096" y="3977"/>
                    <a:pt x="3978" y="3096"/>
                    <a:pt x="3978" y="2000"/>
                  </a:cubicBezTo>
                  <a:cubicBezTo>
                    <a:pt x="3978" y="881"/>
                    <a:pt x="3096" y="0"/>
                    <a:pt x="1977"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4" name="Google Shape;23394;p140"/>
            <p:cNvSpPr/>
            <p:nvPr/>
          </p:nvSpPr>
          <p:spPr>
            <a:xfrm>
              <a:off x="7269966" y="3616187"/>
              <a:ext cx="64742" cy="127932"/>
            </a:xfrm>
            <a:custGeom>
              <a:avLst/>
              <a:gdLst/>
              <a:ahLst/>
              <a:cxnLst/>
              <a:rect l="l" t="t" r="r" b="b"/>
              <a:pathLst>
                <a:path w="2001" h="3954" extrusionOk="0">
                  <a:moveTo>
                    <a:pt x="0" y="0"/>
                  </a:moveTo>
                  <a:lnTo>
                    <a:pt x="0" y="3953"/>
                  </a:lnTo>
                  <a:cubicBezTo>
                    <a:pt x="15" y="3954"/>
                    <a:pt x="30" y="3954"/>
                    <a:pt x="44" y="3954"/>
                  </a:cubicBezTo>
                  <a:cubicBezTo>
                    <a:pt x="1143" y="3954"/>
                    <a:pt x="2001" y="3081"/>
                    <a:pt x="2001" y="2000"/>
                  </a:cubicBezTo>
                  <a:cubicBezTo>
                    <a:pt x="2001" y="881"/>
                    <a:pt x="1119" y="0"/>
                    <a:pt x="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5" name="Google Shape;23395;p140"/>
            <p:cNvSpPr/>
            <p:nvPr/>
          </p:nvSpPr>
          <p:spPr>
            <a:xfrm>
              <a:off x="7246832" y="3635438"/>
              <a:ext cx="46268" cy="88653"/>
            </a:xfrm>
            <a:custGeom>
              <a:avLst/>
              <a:gdLst/>
              <a:ahLst/>
              <a:cxnLst/>
              <a:rect l="l" t="t" r="r" b="b"/>
              <a:pathLst>
                <a:path w="1430" h="2740" extrusionOk="0">
                  <a:moveTo>
                    <a:pt x="548" y="596"/>
                  </a:moveTo>
                  <a:lnTo>
                    <a:pt x="548" y="1048"/>
                  </a:lnTo>
                  <a:cubicBezTo>
                    <a:pt x="525" y="1048"/>
                    <a:pt x="477" y="1048"/>
                    <a:pt x="453" y="1001"/>
                  </a:cubicBezTo>
                  <a:cubicBezTo>
                    <a:pt x="406" y="977"/>
                    <a:pt x="406" y="882"/>
                    <a:pt x="406" y="810"/>
                  </a:cubicBezTo>
                  <a:cubicBezTo>
                    <a:pt x="406" y="739"/>
                    <a:pt x="453" y="643"/>
                    <a:pt x="548" y="596"/>
                  </a:cubicBezTo>
                  <a:close/>
                  <a:moveTo>
                    <a:pt x="882" y="1548"/>
                  </a:moveTo>
                  <a:cubicBezTo>
                    <a:pt x="1120" y="1644"/>
                    <a:pt x="1120" y="1834"/>
                    <a:pt x="1072" y="1906"/>
                  </a:cubicBezTo>
                  <a:cubicBezTo>
                    <a:pt x="1049" y="2025"/>
                    <a:pt x="1001" y="2144"/>
                    <a:pt x="882" y="2191"/>
                  </a:cubicBezTo>
                  <a:lnTo>
                    <a:pt x="882" y="1548"/>
                  </a:lnTo>
                  <a:close/>
                  <a:moveTo>
                    <a:pt x="715" y="0"/>
                  </a:moveTo>
                  <a:cubicBezTo>
                    <a:pt x="644" y="0"/>
                    <a:pt x="548" y="48"/>
                    <a:pt x="548" y="143"/>
                  </a:cubicBezTo>
                  <a:lnTo>
                    <a:pt x="548" y="262"/>
                  </a:lnTo>
                  <a:lnTo>
                    <a:pt x="477" y="262"/>
                  </a:lnTo>
                  <a:cubicBezTo>
                    <a:pt x="263" y="310"/>
                    <a:pt x="120" y="501"/>
                    <a:pt x="96" y="715"/>
                  </a:cubicBezTo>
                  <a:cubicBezTo>
                    <a:pt x="72" y="905"/>
                    <a:pt x="120" y="1096"/>
                    <a:pt x="286" y="1215"/>
                  </a:cubicBezTo>
                  <a:cubicBezTo>
                    <a:pt x="334" y="1263"/>
                    <a:pt x="429" y="1334"/>
                    <a:pt x="548" y="1358"/>
                  </a:cubicBezTo>
                  <a:lnTo>
                    <a:pt x="548" y="2168"/>
                  </a:lnTo>
                  <a:cubicBezTo>
                    <a:pt x="453" y="2168"/>
                    <a:pt x="406" y="2144"/>
                    <a:pt x="286" y="2048"/>
                  </a:cubicBezTo>
                  <a:cubicBezTo>
                    <a:pt x="256" y="2033"/>
                    <a:pt x="224" y="2025"/>
                    <a:pt x="193" y="2025"/>
                  </a:cubicBezTo>
                  <a:cubicBezTo>
                    <a:pt x="125" y="2025"/>
                    <a:pt x="65" y="2062"/>
                    <a:pt x="48" y="2144"/>
                  </a:cubicBezTo>
                  <a:cubicBezTo>
                    <a:pt x="1" y="2191"/>
                    <a:pt x="48" y="2287"/>
                    <a:pt x="96" y="2310"/>
                  </a:cubicBezTo>
                  <a:cubicBezTo>
                    <a:pt x="286" y="2429"/>
                    <a:pt x="406" y="2477"/>
                    <a:pt x="548" y="2477"/>
                  </a:cubicBezTo>
                  <a:lnTo>
                    <a:pt x="548" y="2596"/>
                  </a:lnTo>
                  <a:cubicBezTo>
                    <a:pt x="548" y="2668"/>
                    <a:pt x="596" y="2739"/>
                    <a:pt x="691" y="2739"/>
                  </a:cubicBezTo>
                  <a:cubicBezTo>
                    <a:pt x="787" y="2739"/>
                    <a:pt x="882" y="2668"/>
                    <a:pt x="882" y="2596"/>
                  </a:cubicBezTo>
                  <a:lnTo>
                    <a:pt x="882" y="2429"/>
                  </a:lnTo>
                  <a:cubicBezTo>
                    <a:pt x="1168" y="2382"/>
                    <a:pt x="1358" y="2096"/>
                    <a:pt x="1406" y="1882"/>
                  </a:cubicBezTo>
                  <a:cubicBezTo>
                    <a:pt x="1430" y="1644"/>
                    <a:pt x="1287" y="1358"/>
                    <a:pt x="1001" y="1239"/>
                  </a:cubicBezTo>
                  <a:cubicBezTo>
                    <a:pt x="953" y="1239"/>
                    <a:pt x="929" y="1215"/>
                    <a:pt x="882" y="1215"/>
                  </a:cubicBezTo>
                  <a:lnTo>
                    <a:pt x="882" y="596"/>
                  </a:lnTo>
                  <a:cubicBezTo>
                    <a:pt x="953" y="620"/>
                    <a:pt x="1001" y="643"/>
                    <a:pt x="1001" y="643"/>
                  </a:cubicBezTo>
                  <a:cubicBezTo>
                    <a:pt x="1025" y="679"/>
                    <a:pt x="1060" y="697"/>
                    <a:pt x="1096" y="697"/>
                  </a:cubicBezTo>
                  <a:cubicBezTo>
                    <a:pt x="1132" y="697"/>
                    <a:pt x="1168" y="679"/>
                    <a:pt x="1191" y="643"/>
                  </a:cubicBezTo>
                  <a:cubicBezTo>
                    <a:pt x="1263" y="596"/>
                    <a:pt x="1263" y="501"/>
                    <a:pt x="1239" y="453"/>
                  </a:cubicBezTo>
                  <a:cubicBezTo>
                    <a:pt x="1168" y="381"/>
                    <a:pt x="1049" y="286"/>
                    <a:pt x="882" y="262"/>
                  </a:cubicBezTo>
                  <a:lnTo>
                    <a:pt x="882" y="143"/>
                  </a:lnTo>
                  <a:cubicBezTo>
                    <a:pt x="882" y="48"/>
                    <a:pt x="810" y="0"/>
                    <a:pt x="715"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6" name="Google Shape;23396;p140"/>
            <p:cNvSpPr/>
            <p:nvPr/>
          </p:nvSpPr>
          <p:spPr>
            <a:xfrm>
              <a:off x="7270710" y="3633885"/>
              <a:ext cx="23943" cy="93279"/>
            </a:xfrm>
            <a:custGeom>
              <a:avLst/>
              <a:gdLst/>
              <a:ahLst/>
              <a:cxnLst/>
              <a:rect l="l" t="t" r="r" b="b"/>
              <a:pathLst>
                <a:path w="740" h="2883" extrusionOk="0">
                  <a:moveTo>
                    <a:pt x="144" y="1596"/>
                  </a:moveTo>
                  <a:cubicBezTo>
                    <a:pt x="382" y="1692"/>
                    <a:pt x="382" y="1882"/>
                    <a:pt x="334" y="1954"/>
                  </a:cubicBezTo>
                  <a:cubicBezTo>
                    <a:pt x="311" y="2073"/>
                    <a:pt x="263" y="2192"/>
                    <a:pt x="144" y="2239"/>
                  </a:cubicBezTo>
                  <a:lnTo>
                    <a:pt x="144" y="1596"/>
                  </a:lnTo>
                  <a:close/>
                  <a:moveTo>
                    <a:pt x="1" y="1"/>
                  </a:moveTo>
                  <a:lnTo>
                    <a:pt x="1" y="2882"/>
                  </a:lnTo>
                  <a:cubicBezTo>
                    <a:pt x="96" y="2882"/>
                    <a:pt x="168" y="2787"/>
                    <a:pt x="168" y="2716"/>
                  </a:cubicBezTo>
                  <a:lnTo>
                    <a:pt x="168" y="2573"/>
                  </a:lnTo>
                  <a:cubicBezTo>
                    <a:pt x="453" y="2525"/>
                    <a:pt x="668" y="2239"/>
                    <a:pt x="692" y="2001"/>
                  </a:cubicBezTo>
                  <a:cubicBezTo>
                    <a:pt x="739" y="1692"/>
                    <a:pt x="549" y="1406"/>
                    <a:pt x="263" y="1287"/>
                  </a:cubicBezTo>
                  <a:cubicBezTo>
                    <a:pt x="215" y="1287"/>
                    <a:pt x="191" y="1263"/>
                    <a:pt x="144" y="1263"/>
                  </a:cubicBezTo>
                  <a:lnTo>
                    <a:pt x="144" y="644"/>
                  </a:lnTo>
                  <a:cubicBezTo>
                    <a:pt x="215" y="668"/>
                    <a:pt x="263" y="691"/>
                    <a:pt x="263" y="691"/>
                  </a:cubicBezTo>
                  <a:cubicBezTo>
                    <a:pt x="287" y="727"/>
                    <a:pt x="322" y="745"/>
                    <a:pt x="364" y="745"/>
                  </a:cubicBezTo>
                  <a:cubicBezTo>
                    <a:pt x="406" y="745"/>
                    <a:pt x="453" y="727"/>
                    <a:pt x="501" y="691"/>
                  </a:cubicBezTo>
                  <a:cubicBezTo>
                    <a:pt x="549" y="644"/>
                    <a:pt x="549" y="549"/>
                    <a:pt x="525" y="453"/>
                  </a:cubicBezTo>
                  <a:cubicBezTo>
                    <a:pt x="453" y="406"/>
                    <a:pt x="334" y="310"/>
                    <a:pt x="168" y="287"/>
                  </a:cubicBezTo>
                  <a:lnTo>
                    <a:pt x="168" y="167"/>
                  </a:lnTo>
                  <a:cubicBezTo>
                    <a:pt x="168" y="72"/>
                    <a:pt x="96"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97" name="Google Shape;23397;p140"/>
          <p:cNvGrpSpPr/>
          <p:nvPr/>
        </p:nvGrpSpPr>
        <p:grpSpPr>
          <a:xfrm>
            <a:off x="6290624" y="3444504"/>
            <a:ext cx="304394" cy="346777"/>
            <a:chOff x="6290624" y="3596904"/>
            <a:chExt cx="304394" cy="346777"/>
          </a:xfrm>
        </p:grpSpPr>
        <p:sp>
          <p:nvSpPr>
            <p:cNvPr id="23398" name="Google Shape;23398;p140"/>
            <p:cNvSpPr/>
            <p:nvPr/>
          </p:nvSpPr>
          <p:spPr>
            <a:xfrm>
              <a:off x="6455536" y="3607711"/>
              <a:ext cx="20060" cy="220467"/>
            </a:xfrm>
            <a:custGeom>
              <a:avLst/>
              <a:gdLst/>
              <a:ahLst/>
              <a:cxnLst/>
              <a:rect l="l" t="t" r="r" b="b"/>
              <a:pathLst>
                <a:path w="620" h="6814" extrusionOk="0">
                  <a:moveTo>
                    <a:pt x="0" y="0"/>
                  </a:moveTo>
                  <a:lnTo>
                    <a:pt x="0" y="6501"/>
                  </a:lnTo>
                  <a:cubicBezTo>
                    <a:pt x="0" y="6678"/>
                    <a:pt x="143" y="6814"/>
                    <a:pt x="316" y="6814"/>
                  </a:cubicBezTo>
                  <a:cubicBezTo>
                    <a:pt x="330" y="6814"/>
                    <a:pt x="343" y="6813"/>
                    <a:pt x="357" y="6811"/>
                  </a:cubicBezTo>
                  <a:cubicBezTo>
                    <a:pt x="500" y="6763"/>
                    <a:pt x="619" y="6620"/>
                    <a:pt x="619" y="6478"/>
                  </a:cubicBezTo>
                  <a:lnTo>
                    <a:pt x="619" y="0"/>
                  </a:ln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9" name="Google Shape;23399;p140"/>
            <p:cNvSpPr/>
            <p:nvPr/>
          </p:nvSpPr>
          <p:spPr>
            <a:xfrm>
              <a:off x="6455536" y="3596904"/>
              <a:ext cx="139482" cy="100203"/>
            </a:xfrm>
            <a:custGeom>
              <a:avLst/>
              <a:gdLst/>
              <a:ahLst/>
              <a:cxnLst/>
              <a:rect l="l" t="t" r="r" b="b"/>
              <a:pathLst>
                <a:path w="4311" h="3097" extrusionOk="0">
                  <a:moveTo>
                    <a:pt x="286" y="1"/>
                  </a:moveTo>
                  <a:cubicBezTo>
                    <a:pt x="143" y="1"/>
                    <a:pt x="0" y="120"/>
                    <a:pt x="0" y="263"/>
                  </a:cubicBezTo>
                  <a:lnTo>
                    <a:pt x="0" y="3097"/>
                  </a:lnTo>
                  <a:lnTo>
                    <a:pt x="3953" y="3097"/>
                  </a:lnTo>
                  <a:cubicBezTo>
                    <a:pt x="4073" y="3097"/>
                    <a:pt x="4215" y="3025"/>
                    <a:pt x="4263" y="2882"/>
                  </a:cubicBezTo>
                  <a:cubicBezTo>
                    <a:pt x="4287" y="2787"/>
                    <a:pt x="4287" y="2716"/>
                    <a:pt x="4215" y="2620"/>
                  </a:cubicBezTo>
                  <a:lnTo>
                    <a:pt x="3501" y="1549"/>
                  </a:lnTo>
                  <a:lnTo>
                    <a:pt x="4215" y="477"/>
                  </a:lnTo>
                  <a:cubicBezTo>
                    <a:pt x="4311" y="358"/>
                    <a:pt x="4287" y="215"/>
                    <a:pt x="4192" y="96"/>
                  </a:cubicBezTo>
                  <a:cubicBezTo>
                    <a:pt x="4144" y="24"/>
                    <a:pt x="4049" y="1"/>
                    <a:pt x="3953"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0" name="Google Shape;23400;p140"/>
            <p:cNvSpPr/>
            <p:nvPr/>
          </p:nvSpPr>
          <p:spPr>
            <a:xfrm>
              <a:off x="6455536" y="3646989"/>
              <a:ext cx="138706" cy="50894"/>
            </a:xfrm>
            <a:custGeom>
              <a:avLst/>
              <a:gdLst/>
              <a:ahLst/>
              <a:cxnLst/>
              <a:rect l="l" t="t" r="r" b="b"/>
              <a:pathLst>
                <a:path w="4287" h="1573" extrusionOk="0">
                  <a:moveTo>
                    <a:pt x="0" y="1"/>
                  </a:moveTo>
                  <a:lnTo>
                    <a:pt x="0" y="1572"/>
                  </a:lnTo>
                  <a:lnTo>
                    <a:pt x="3953" y="1572"/>
                  </a:lnTo>
                  <a:cubicBezTo>
                    <a:pt x="4096" y="1572"/>
                    <a:pt x="4215" y="1477"/>
                    <a:pt x="4263" y="1358"/>
                  </a:cubicBezTo>
                  <a:cubicBezTo>
                    <a:pt x="4287" y="1239"/>
                    <a:pt x="4287" y="1168"/>
                    <a:pt x="4215" y="1072"/>
                  </a:cubicBezTo>
                  <a:lnTo>
                    <a:pt x="3501"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1" name="Google Shape;23401;p140"/>
            <p:cNvSpPr/>
            <p:nvPr/>
          </p:nvSpPr>
          <p:spPr>
            <a:xfrm>
              <a:off x="6290624" y="3808017"/>
              <a:ext cx="177273" cy="135665"/>
            </a:xfrm>
            <a:custGeom>
              <a:avLst/>
              <a:gdLst/>
              <a:ahLst/>
              <a:cxnLst/>
              <a:rect l="l" t="t" r="r" b="b"/>
              <a:pathLst>
                <a:path w="5479" h="4193" extrusionOk="0">
                  <a:moveTo>
                    <a:pt x="2216" y="1"/>
                  </a:moveTo>
                  <a:cubicBezTo>
                    <a:pt x="977" y="1"/>
                    <a:pt x="1" y="977"/>
                    <a:pt x="1" y="2192"/>
                  </a:cubicBezTo>
                  <a:lnTo>
                    <a:pt x="1" y="3859"/>
                  </a:lnTo>
                  <a:cubicBezTo>
                    <a:pt x="1" y="4049"/>
                    <a:pt x="144" y="4192"/>
                    <a:pt x="334" y="4192"/>
                  </a:cubicBezTo>
                  <a:lnTo>
                    <a:pt x="4073" y="4192"/>
                  </a:lnTo>
                  <a:cubicBezTo>
                    <a:pt x="4264" y="4192"/>
                    <a:pt x="4407" y="4049"/>
                    <a:pt x="4407" y="3859"/>
                  </a:cubicBezTo>
                  <a:lnTo>
                    <a:pt x="4407" y="2192"/>
                  </a:lnTo>
                  <a:cubicBezTo>
                    <a:pt x="4407" y="1858"/>
                    <a:pt x="4311" y="1549"/>
                    <a:pt x="4192" y="1239"/>
                  </a:cubicBezTo>
                  <a:lnTo>
                    <a:pt x="5145" y="1239"/>
                  </a:lnTo>
                  <a:lnTo>
                    <a:pt x="5478" y="906"/>
                  </a:lnTo>
                  <a:lnTo>
                    <a:pt x="5121"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2" name="Google Shape;23402;p140"/>
            <p:cNvSpPr/>
            <p:nvPr/>
          </p:nvSpPr>
          <p:spPr>
            <a:xfrm>
              <a:off x="6362290" y="3805719"/>
              <a:ext cx="104830" cy="137185"/>
            </a:xfrm>
            <a:custGeom>
              <a:avLst/>
              <a:gdLst/>
              <a:ahLst/>
              <a:cxnLst/>
              <a:rect l="l" t="t" r="r" b="b"/>
              <a:pathLst>
                <a:path w="3240" h="4240" extrusionOk="0">
                  <a:moveTo>
                    <a:pt x="1" y="0"/>
                  </a:moveTo>
                  <a:lnTo>
                    <a:pt x="1" y="4168"/>
                  </a:lnTo>
                  <a:lnTo>
                    <a:pt x="1834" y="4168"/>
                  </a:lnTo>
                  <a:lnTo>
                    <a:pt x="1834" y="4239"/>
                  </a:lnTo>
                  <a:cubicBezTo>
                    <a:pt x="2025" y="4239"/>
                    <a:pt x="2168" y="4073"/>
                    <a:pt x="2168" y="3906"/>
                  </a:cubicBezTo>
                  <a:lnTo>
                    <a:pt x="2168" y="2239"/>
                  </a:lnTo>
                  <a:cubicBezTo>
                    <a:pt x="2168" y="1906"/>
                    <a:pt x="2073" y="1572"/>
                    <a:pt x="1953" y="1286"/>
                  </a:cubicBezTo>
                  <a:lnTo>
                    <a:pt x="2906" y="1286"/>
                  </a:lnTo>
                  <a:lnTo>
                    <a:pt x="3239" y="953"/>
                  </a:lnTo>
                  <a:lnTo>
                    <a:pt x="2906"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3" name="Google Shape;23403;p140"/>
            <p:cNvSpPr/>
            <p:nvPr/>
          </p:nvSpPr>
          <p:spPr>
            <a:xfrm>
              <a:off x="6455536" y="3808017"/>
              <a:ext cx="30834" cy="40120"/>
            </a:xfrm>
            <a:custGeom>
              <a:avLst/>
              <a:gdLst/>
              <a:ahLst/>
              <a:cxnLst/>
              <a:rect l="l" t="t" r="r" b="b"/>
              <a:pathLst>
                <a:path w="953" h="1240" extrusionOk="0">
                  <a:moveTo>
                    <a:pt x="0" y="1"/>
                  </a:moveTo>
                  <a:lnTo>
                    <a:pt x="0" y="1239"/>
                  </a:lnTo>
                  <a:lnTo>
                    <a:pt x="286" y="1239"/>
                  </a:lnTo>
                  <a:cubicBezTo>
                    <a:pt x="643" y="1239"/>
                    <a:pt x="953" y="953"/>
                    <a:pt x="929" y="549"/>
                  </a:cubicBezTo>
                  <a:cubicBezTo>
                    <a:pt x="881" y="239"/>
                    <a:pt x="619" y="1"/>
                    <a:pt x="286"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4" name="Google Shape;23404;p140"/>
            <p:cNvSpPr/>
            <p:nvPr/>
          </p:nvSpPr>
          <p:spPr>
            <a:xfrm>
              <a:off x="6313758" y="3733278"/>
              <a:ext cx="94800" cy="94800"/>
            </a:xfrm>
            <a:custGeom>
              <a:avLst/>
              <a:gdLst/>
              <a:ahLst/>
              <a:cxnLst/>
              <a:rect l="l" t="t" r="r" b="b"/>
              <a:pathLst>
                <a:path w="2930" h="2930" extrusionOk="0">
                  <a:moveTo>
                    <a:pt x="1453" y="1"/>
                  </a:moveTo>
                  <a:cubicBezTo>
                    <a:pt x="667" y="1"/>
                    <a:pt x="0" y="668"/>
                    <a:pt x="0" y="1477"/>
                  </a:cubicBezTo>
                  <a:cubicBezTo>
                    <a:pt x="0" y="2263"/>
                    <a:pt x="667" y="2930"/>
                    <a:pt x="1453" y="2930"/>
                  </a:cubicBezTo>
                  <a:cubicBezTo>
                    <a:pt x="2263" y="2930"/>
                    <a:pt x="2930" y="2263"/>
                    <a:pt x="2930" y="1477"/>
                  </a:cubicBezTo>
                  <a:cubicBezTo>
                    <a:pt x="2930" y="668"/>
                    <a:pt x="2263" y="1"/>
                    <a:pt x="145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5" name="Google Shape;23405;p140"/>
            <p:cNvSpPr/>
            <p:nvPr/>
          </p:nvSpPr>
          <p:spPr>
            <a:xfrm>
              <a:off x="6360769" y="3733278"/>
              <a:ext cx="47788" cy="94800"/>
            </a:xfrm>
            <a:custGeom>
              <a:avLst/>
              <a:gdLst/>
              <a:ahLst/>
              <a:cxnLst/>
              <a:rect l="l" t="t" r="r" b="b"/>
              <a:pathLst>
                <a:path w="1477" h="2930" extrusionOk="0">
                  <a:moveTo>
                    <a:pt x="0" y="1"/>
                  </a:moveTo>
                  <a:lnTo>
                    <a:pt x="0" y="2930"/>
                  </a:lnTo>
                  <a:cubicBezTo>
                    <a:pt x="810" y="2930"/>
                    <a:pt x="1477" y="2263"/>
                    <a:pt x="1477" y="1477"/>
                  </a:cubicBezTo>
                  <a:cubicBezTo>
                    <a:pt x="1477" y="668"/>
                    <a:pt x="810" y="1"/>
                    <a:pt x="0"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06" name="Google Shape;23406;p140"/>
          <p:cNvGrpSpPr/>
          <p:nvPr/>
        </p:nvGrpSpPr>
        <p:grpSpPr>
          <a:xfrm>
            <a:off x="5520908" y="3443728"/>
            <a:ext cx="346749" cy="346781"/>
            <a:chOff x="5520908" y="3596128"/>
            <a:chExt cx="346749" cy="346781"/>
          </a:xfrm>
        </p:grpSpPr>
        <p:sp>
          <p:nvSpPr>
            <p:cNvPr id="23407" name="Google Shape;23407;p140"/>
            <p:cNvSpPr/>
            <p:nvPr/>
          </p:nvSpPr>
          <p:spPr>
            <a:xfrm>
              <a:off x="5622599" y="3774012"/>
              <a:ext cx="142588" cy="87973"/>
            </a:xfrm>
            <a:custGeom>
              <a:avLst/>
              <a:gdLst/>
              <a:ahLst/>
              <a:cxnLst/>
              <a:rect l="l" t="t" r="r" b="b"/>
              <a:pathLst>
                <a:path w="4407" h="2719" extrusionOk="0">
                  <a:moveTo>
                    <a:pt x="2269" y="0"/>
                  </a:moveTo>
                  <a:cubicBezTo>
                    <a:pt x="2227" y="0"/>
                    <a:pt x="2186" y="2"/>
                    <a:pt x="2144" y="4"/>
                  </a:cubicBezTo>
                  <a:cubicBezTo>
                    <a:pt x="953" y="28"/>
                    <a:pt x="1" y="1004"/>
                    <a:pt x="1" y="2195"/>
                  </a:cubicBezTo>
                  <a:lnTo>
                    <a:pt x="1" y="2385"/>
                  </a:lnTo>
                  <a:cubicBezTo>
                    <a:pt x="1" y="2552"/>
                    <a:pt x="144" y="2719"/>
                    <a:pt x="310" y="2719"/>
                  </a:cubicBezTo>
                  <a:lnTo>
                    <a:pt x="4073" y="2719"/>
                  </a:lnTo>
                  <a:cubicBezTo>
                    <a:pt x="4240" y="2719"/>
                    <a:pt x="4406" y="2552"/>
                    <a:pt x="4406" y="2385"/>
                  </a:cubicBezTo>
                  <a:lnTo>
                    <a:pt x="4406" y="2171"/>
                  </a:lnTo>
                  <a:cubicBezTo>
                    <a:pt x="4406" y="975"/>
                    <a:pt x="3450" y="0"/>
                    <a:pt x="2269"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8" name="Google Shape;23408;p140"/>
            <p:cNvSpPr/>
            <p:nvPr/>
          </p:nvSpPr>
          <p:spPr>
            <a:xfrm>
              <a:off x="5694264" y="3773365"/>
              <a:ext cx="71699" cy="87100"/>
            </a:xfrm>
            <a:custGeom>
              <a:avLst/>
              <a:gdLst/>
              <a:ahLst/>
              <a:cxnLst/>
              <a:rect l="l" t="t" r="r" b="b"/>
              <a:pathLst>
                <a:path w="2216" h="2692" extrusionOk="0">
                  <a:moveTo>
                    <a:pt x="1" y="0"/>
                  </a:moveTo>
                  <a:lnTo>
                    <a:pt x="1" y="2691"/>
                  </a:lnTo>
                  <a:lnTo>
                    <a:pt x="1882" y="2691"/>
                  </a:lnTo>
                  <a:cubicBezTo>
                    <a:pt x="2049" y="2691"/>
                    <a:pt x="2215" y="2548"/>
                    <a:pt x="2215" y="2382"/>
                  </a:cubicBezTo>
                  <a:lnTo>
                    <a:pt x="2215" y="2167"/>
                  </a:lnTo>
                  <a:cubicBezTo>
                    <a:pt x="2191" y="977"/>
                    <a:pt x="1191"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9" name="Google Shape;23409;p140"/>
            <p:cNvSpPr/>
            <p:nvPr/>
          </p:nvSpPr>
          <p:spPr>
            <a:xfrm>
              <a:off x="5650359" y="3704774"/>
              <a:ext cx="88620" cy="88653"/>
            </a:xfrm>
            <a:custGeom>
              <a:avLst/>
              <a:gdLst/>
              <a:ahLst/>
              <a:cxnLst/>
              <a:rect l="l" t="t" r="r" b="b"/>
              <a:pathLst>
                <a:path w="2739" h="2740" extrusionOk="0">
                  <a:moveTo>
                    <a:pt x="1358" y="1"/>
                  </a:moveTo>
                  <a:cubicBezTo>
                    <a:pt x="595" y="1"/>
                    <a:pt x="0" y="596"/>
                    <a:pt x="0" y="1358"/>
                  </a:cubicBezTo>
                  <a:cubicBezTo>
                    <a:pt x="0" y="2144"/>
                    <a:pt x="619" y="2739"/>
                    <a:pt x="1358" y="2739"/>
                  </a:cubicBezTo>
                  <a:cubicBezTo>
                    <a:pt x="2120" y="2739"/>
                    <a:pt x="2739" y="2144"/>
                    <a:pt x="2739" y="1358"/>
                  </a:cubicBezTo>
                  <a:cubicBezTo>
                    <a:pt x="2739" y="596"/>
                    <a:pt x="2143" y="1"/>
                    <a:pt x="135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0" name="Google Shape;23410;p140"/>
            <p:cNvSpPr/>
            <p:nvPr/>
          </p:nvSpPr>
          <p:spPr>
            <a:xfrm>
              <a:off x="5693488" y="3704774"/>
              <a:ext cx="44715" cy="87909"/>
            </a:xfrm>
            <a:custGeom>
              <a:avLst/>
              <a:gdLst/>
              <a:ahLst/>
              <a:cxnLst/>
              <a:rect l="l" t="t" r="r" b="b"/>
              <a:pathLst>
                <a:path w="1382" h="2717" extrusionOk="0">
                  <a:moveTo>
                    <a:pt x="1" y="1"/>
                  </a:moveTo>
                  <a:lnTo>
                    <a:pt x="1" y="2716"/>
                  </a:lnTo>
                  <a:cubicBezTo>
                    <a:pt x="15" y="2716"/>
                    <a:pt x="30" y="2716"/>
                    <a:pt x="44" y="2716"/>
                  </a:cubicBezTo>
                  <a:cubicBezTo>
                    <a:pt x="809" y="2716"/>
                    <a:pt x="1382" y="2106"/>
                    <a:pt x="1382" y="1358"/>
                  </a:cubicBezTo>
                  <a:cubicBezTo>
                    <a:pt x="1382" y="620"/>
                    <a:pt x="787" y="1"/>
                    <a:pt x="1"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1" name="Google Shape;23411;p140"/>
            <p:cNvSpPr/>
            <p:nvPr/>
          </p:nvSpPr>
          <p:spPr>
            <a:xfrm>
              <a:off x="5520908" y="3596128"/>
              <a:ext cx="346749" cy="346781"/>
            </a:xfrm>
            <a:custGeom>
              <a:avLst/>
              <a:gdLst/>
              <a:ahLst/>
              <a:cxnLst/>
              <a:rect l="l" t="t" r="r" b="b"/>
              <a:pathLst>
                <a:path w="10717" h="10718" extrusionOk="0">
                  <a:moveTo>
                    <a:pt x="5359" y="2763"/>
                  </a:moveTo>
                  <a:cubicBezTo>
                    <a:pt x="6787" y="2763"/>
                    <a:pt x="7978" y="3930"/>
                    <a:pt x="7978" y="5383"/>
                  </a:cubicBezTo>
                  <a:cubicBezTo>
                    <a:pt x="7978" y="6836"/>
                    <a:pt x="6811" y="8002"/>
                    <a:pt x="5359" y="8002"/>
                  </a:cubicBezTo>
                  <a:cubicBezTo>
                    <a:pt x="3906" y="8002"/>
                    <a:pt x="2739" y="6836"/>
                    <a:pt x="2739" y="5383"/>
                  </a:cubicBezTo>
                  <a:cubicBezTo>
                    <a:pt x="2739" y="3930"/>
                    <a:pt x="3930" y="2763"/>
                    <a:pt x="5359" y="2763"/>
                  </a:cubicBezTo>
                  <a:close/>
                  <a:moveTo>
                    <a:pt x="5359" y="1"/>
                  </a:moveTo>
                  <a:cubicBezTo>
                    <a:pt x="3930" y="1"/>
                    <a:pt x="2596" y="549"/>
                    <a:pt x="1572" y="1573"/>
                  </a:cubicBezTo>
                  <a:cubicBezTo>
                    <a:pt x="572" y="2573"/>
                    <a:pt x="0" y="3930"/>
                    <a:pt x="0" y="5359"/>
                  </a:cubicBezTo>
                  <a:cubicBezTo>
                    <a:pt x="0" y="6788"/>
                    <a:pt x="572" y="8122"/>
                    <a:pt x="1572" y="9122"/>
                  </a:cubicBezTo>
                  <a:cubicBezTo>
                    <a:pt x="2596" y="10146"/>
                    <a:pt x="3930" y="10717"/>
                    <a:pt x="5359" y="10717"/>
                  </a:cubicBezTo>
                  <a:cubicBezTo>
                    <a:pt x="6787" y="10717"/>
                    <a:pt x="8145" y="10146"/>
                    <a:pt x="9145" y="9122"/>
                  </a:cubicBezTo>
                  <a:cubicBezTo>
                    <a:pt x="10169" y="8122"/>
                    <a:pt x="10717" y="6788"/>
                    <a:pt x="10717" y="5359"/>
                  </a:cubicBezTo>
                  <a:cubicBezTo>
                    <a:pt x="10717" y="3930"/>
                    <a:pt x="10169" y="2573"/>
                    <a:pt x="9145" y="1573"/>
                  </a:cubicBezTo>
                  <a:cubicBezTo>
                    <a:pt x="8121" y="549"/>
                    <a:pt x="6787" y="1"/>
                    <a:pt x="5359"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2" name="Google Shape;23412;p140"/>
            <p:cNvSpPr/>
            <p:nvPr/>
          </p:nvSpPr>
          <p:spPr>
            <a:xfrm>
              <a:off x="5694264" y="3596128"/>
              <a:ext cx="87100" cy="100203"/>
            </a:xfrm>
            <a:custGeom>
              <a:avLst/>
              <a:gdLst/>
              <a:ahLst/>
              <a:cxnLst/>
              <a:rect l="l" t="t" r="r" b="b"/>
              <a:pathLst>
                <a:path w="2692" h="3097" extrusionOk="0">
                  <a:moveTo>
                    <a:pt x="1" y="1"/>
                  </a:moveTo>
                  <a:lnTo>
                    <a:pt x="1" y="2740"/>
                  </a:lnTo>
                  <a:cubicBezTo>
                    <a:pt x="477" y="2763"/>
                    <a:pt x="929" y="2882"/>
                    <a:pt x="1310" y="3097"/>
                  </a:cubicBezTo>
                  <a:lnTo>
                    <a:pt x="2692" y="715"/>
                  </a:lnTo>
                  <a:cubicBezTo>
                    <a:pt x="1882" y="239"/>
                    <a:pt x="953" y="1"/>
                    <a:pt x="1"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3" name="Google Shape;23413;p140"/>
            <p:cNvSpPr/>
            <p:nvPr/>
          </p:nvSpPr>
          <p:spPr>
            <a:xfrm>
              <a:off x="5607975" y="3596904"/>
              <a:ext cx="86323" cy="100203"/>
            </a:xfrm>
            <a:custGeom>
              <a:avLst/>
              <a:gdLst/>
              <a:ahLst/>
              <a:cxnLst/>
              <a:rect l="l" t="t" r="r" b="b"/>
              <a:pathLst>
                <a:path w="2668" h="3097" extrusionOk="0">
                  <a:moveTo>
                    <a:pt x="2668" y="1"/>
                  </a:moveTo>
                  <a:cubicBezTo>
                    <a:pt x="1715" y="1"/>
                    <a:pt x="810" y="239"/>
                    <a:pt x="0" y="715"/>
                  </a:cubicBezTo>
                  <a:lnTo>
                    <a:pt x="1358" y="3097"/>
                  </a:lnTo>
                  <a:cubicBezTo>
                    <a:pt x="1739" y="2858"/>
                    <a:pt x="2191" y="2739"/>
                    <a:pt x="2668" y="2739"/>
                  </a:cubicBezTo>
                  <a:lnTo>
                    <a:pt x="2668"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4" name="Google Shape;23414;p140"/>
            <p:cNvSpPr/>
            <p:nvPr/>
          </p:nvSpPr>
          <p:spPr>
            <a:xfrm>
              <a:off x="5766706" y="3683193"/>
              <a:ext cx="100171" cy="87100"/>
            </a:xfrm>
            <a:custGeom>
              <a:avLst/>
              <a:gdLst/>
              <a:ahLst/>
              <a:cxnLst/>
              <a:rect l="l" t="t" r="r" b="b"/>
              <a:pathLst>
                <a:path w="3096" h="2692" extrusionOk="0">
                  <a:moveTo>
                    <a:pt x="2382" y="1"/>
                  </a:moveTo>
                  <a:lnTo>
                    <a:pt x="0" y="1382"/>
                  </a:lnTo>
                  <a:cubicBezTo>
                    <a:pt x="238" y="1763"/>
                    <a:pt x="357" y="2216"/>
                    <a:pt x="357" y="2692"/>
                  </a:cubicBezTo>
                  <a:lnTo>
                    <a:pt x="3096" y="2692"/>
                  </a:lnTo>
                  <a:cubicBezTo>
                    <a:pt x="3096" y="1739"/>
                    <a:pt x="2858" y="811"/>
                    <a:pt x="238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5" name="Google Shape;23415;p140"/>
            <p:cNvSpPr/>
            <p:nvPr/>
          </p:nvSpPr>
          <p:spPr>
            <a:xfrm>
              <a:off x="5736649" y="3619261"/>
              <a:ext cx="107904" cy="107904"/>
            </a:xfrm>
            <a:custGeom>
              <a:avLst/>
              <a:gdLst/>
              <a:ahLst/>
              <a:cxnLst/>
              <a:rect l="l" t="t" r="r" b="b"/>
              <a:pathLst>
                <a:path w="3335" h="3335" extrusionOk="0">
                  <a:moveTo>
                    <a:pt x="1382" y="0"/>
                  </a:moveTo>
                  <a:lnTo>
                    <a:pt x="0" y="2382"/>
                  </a:lnTo>
                  <a:cubicBezTo>
                    <a:pt x="405" y="2620"/>
                    <a:pt x="715" y="2929"/>
                    <a:pt x="953" y="3334"/>
                  </a:cubicBezTo>
                  <a:lnTo>
                    <a:pt x="3334" y="1953"/>
                  </a:lnTo>
                  <a:cubicBezTo>
                    <a:pt x="3096" y="1572"/>
                    <a:pt x="2834" y="1167"/>
                    <a:pt x="2477" y="858"/>
                  </a:cubicBezTo>
                  <a:cubicBezTo>
                    <a:pt x="2144" y="524"/>
                    <a:pt x="1763" y="215"/>
                    <a:pt x="1382"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6" name="Google Shape;23416;p140"/>
            <p:cNvSpPr/>
            <p:nvPr/>
          </p:nvSpPr>
          <p:spPr>
            <a:xfrm>
              <a:off x="5544010" y="3619261"/>
              <a:ext cx="107904" cy="107904"/>
            </a:xfrm>
            <a:custGeom>
              <a:avLst/>
              <a:gdLst/>
              <a:ahLst/>
              <a:cxnLst/>
              <a:rect l="l" t="t" r="r" b="b"/>
              <a:pathLst>
                <a:path w="3335" h="3335" extrusionOk="0">
                  <a:moveTo>
                    <a:pt x="1977" y="0"/>
                  </a:moveTo>
                  <a:cubicBezTo>
                    <a:pt x="1596" y="238"/>
                    <a:pt x="1191" y="500"/>
                    <a:pt x="858" y="858"/>
                  </a:cubicBezTo>
                  <a:cubicBezTo>
                    <a:pt x="548" y="1191"/>
                    <a:pt x="239" y="1572"/>
                    <a:pt x="1" y="1953"/>
                  </a:cubicBezTo>
                  <a:lnTo>
                    <a:pt x="2382" y="3334"/>
                  </a:lnTo>
                  <a:cubicBezTo>
                    <a:pt x="2596" y="2929"/>
                    <a:pt x="2930" y="2620"/>
                    <a:pt x="3335" y="2382"/>
                  </a:cubicBezTo>
                  <a:lnTo>
                    <a:pt x="1977"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7" name="Google Shape;23417;p140"/>
            <p:cNvSpPr/>
            <p:nvPr/>
          </p:nvSpPr>
          <p:spPr>
            <a:xfrm>
              <a:off x="5607975" y="3842700"/>
              <a:ext cx="86323" cy="99427"/>
            </a:xfrm>
            <a:custGeom>
              <a:avLst/>
              <a:gdLst/>
              <a:ahLst/>
              <a:cxnLst/>
              <a:rect l="l" t="t" r="r" b="b"/>
              <a:pathLst>
                <a:path w="2668" h="3073" extrusionOk="0">
                  <a:moveTo>
                    <a:pt x="1358" y="0"/>
                  </a:moveTo>
                  <a:lnTo>
                    <a:pt x="0" y="2382"/>
                  </a:lnTo>
                  <a:cubicBezTo>
                    <a:pt x="810" y="2858"/>
                    <a:pt x="1715" y="3073"/>
                    <a:pt x="2668" y="3073"/>
                  </a:cubicBezTo>
                  <a:lnTo>
                    <a:pt x="2668" y="358"/>
                  </a:lnTo>
                  <a:cubicBezTo>
                    <a:pt x="2191" y="358"/>
                    <a:pt x="1739" y="239"/>
                    <a:pt x="1358"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8" name="Google Shape;23418;p140"/>
            <p:cNvSpPr/>
            <p:nvPr/>
          </p:nvSpPr>
          <p:spPr>
            <a:xfrm>
              <a:off x="5735872" y="3811867"/>
              <a:ext cx="107904" cy="107904"/>
            </a:xfrm>
            <a:custGeom>
              <a:avLst/>
              <a:gdLst/>
              <a:ahLst/>
              <a:cxnLst/>
              <a:rect l="l" t="t" r="r" b="b"/>
              <a:pathLst>
                <a:path w="3335" h="3335" extrusionOk="0">
                  <a:moveTo>
                    <a:pt x="953" y="1"/>
                  </a:moveTo>
                  <a:cubicBezTo>
                    <a:pt x="739" y="382"/>
                    <a:pt x="429" y="739"/>
                    <a:pt x="0" y="953"/>
                  </a:cubicBezTo>
                  <a:lnTo>
                    <a:pt x="1382" y="3335"/>
                  </a:lnTo>
                  <a:cubicBezTo>
                    <a:pt x="1763" y="3097"/>
                    <a:pt x="2144" y="2811"/>
                    <a:pt x="2477" y="2454"/>
                  </a:cubicBezTo>
                  <a:cubicBezTo>
                    <a:pt x="2811" y="2144"/>
                    <a:pt x="3096" y="1739"/>
                    <a:pt x="3335" y="1358"/>
                  </a:cubicBezTo>
                  <a:lnTo>
                    <a:pt x="953" y="1"/>
                  </a:ln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9" name="Google Shape;23419;p140"/>
            <p:cNvSpPr/>
            <p:nvPr/>
          </p:nvSpPr>
          <p:spPr>
            <a:xfrm>
              <a:off x="5694264" y="3842701"/>
              <a:ext cx="87100" cy="100203"/>
            </a:xfrm>
            <a:custGeom>
              <a:avLst/>
              <a:gdLst/>
              <a:ahLst/>
              <a:cxnLst/>
              <a:rect l="l" t="t" r="r" b="b"/>
              <a:pathLst>
                <a:path w="2692" h="3097" extrusionOk="0">
                  <a:moveTo>
                    <a:pt x="1310" y="0"/>
                  </a:moveTo>
                  <a:cubicBezTo>
                    <a:pt x="929" y="239"/>
                    <a:pt x="477" y="358"/>
                    <a:pt x="1" y="358"/>
                  </a:cubicBezTo>
                  <a:lnTo>
                    <a:pt x="1" y="3096"/>
                  </a:lnTo>
                  <a:cubicBezTo>
                    <a:pt x="953" y="3096"/>
                    <a:pt x="1882" y="2858"/>
                    <a:pt x="2692" y="2382"/>
                  </a:cubicBezTo>
                  <a:lnTo>
                    <a:pt x="131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0" name="Google Shape;23420;p140"/>
            <p:cNvSpPr/>
            <p:nvPr/>
          </p:nvSpPr>
          <p:spPr>
            <a:xfrm>
              <a:off x="5766706" y="3770259"/>
              <a:ext cx="100171" cy="86355"/>
            </a:xfrm>
            <a:custGeom>
              <a:avLst/>
              <a:gdLst/>
              <a:ahLst/>
              <a:cxnLst/>
              <a:rect l="l" t="t" r="r" b="b"/>
              <a:pathLst>
                <a:path w="3096" h="2669" extrusionOk="0">
                  <a:moveTo>
                    <a:pt x="357" y="1"/>
                  </a:moveTo>
                  <a:cubicBezTo>
                    <a:pt x="357" y="477"/>
                    <a:pt x="238" y="930"/>
                    <a:pt x="0" y="1311"/>
                  </a:cubicBezTo>
                  <a:lnTo>
                    <a:pt x="2382" y="2668"/>
                  </a:lnTo>
                  <a:cubicBezTo>
                    <a:pt x="2858" y="1882"/>
                    <a:pt x="3096" y="953"/>
                    <a:pt x="3096"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1" name="Google Shape;23421;p140"/>
            <p:cNvSpPr/>
            <p:nvPr/>
          </p:nvSpPr>
          <p:spPr>
            <a:xfrm>
              <a:off x="5544010" y="3811867"/>
              <a:ext cx="107904" cy="107904"/>
            </a:xfrm>
            <a:custGeom>
              <a:avLst/>
              <a:gdLst/>
              <a:ahLst/>
              <a:cxnLst/>
              <a:rect l="l" t="t" r="r" b="b"/>
              <a:pathLst>
                <a:path w="3335" h="3335" extrusionOk="0">
                  <a:moveTo>
                    <a:pt x="2382" y="1"/>
                  </a:moveTo>
                  <a:lnTo>
                    <a:pt x="1" y="1358"/>
                  </a:lnTo>
                  <a:cubicBezTo>
                    <a:pt x="239" y="1739"/>
                    <a:pt x="525" y="2144"/>
                    <a:pt x="858" y="2454"/>
                  </a:cubicBezTo>
                  <a:cubicBezTo>
                    <a:pt x="1191" y="2787"/>
                    <a:pt x="1572" y="3097"/>
                    <a:pt x="1977" y="3335"/>
                  </a:cubicBezTo>
                  <a:lnTo>
                    <a:pt x="3335" y="953"/>
                  </a:lnTo>
                  <a:cubicBezTo>
                    <a:pt x="2930" y="739"/>
                    <a:pt x="2596" y="382"/>
                    <a:pt x="2382"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2" name="Google Shape;23422;p140"/>
            <p:cNvSpPr/>
            <p:nvPr/>
          </p:nvSpPr>
          <p:spPr>
            <a:xfrm>
              <a:off x="5520908" y="3683193"/>
              <a:ext cx="100203" cy="87100"/>
            </a:xfrm>
            <a:custGeom>
              <a:avLst/>
              <a:gdLst/>
              <a:ahLst/>
              <a:cxnLst/>
              <a:rect l="l" t="t" r="r" b="b"/>
              <a:pathLst>
                <a:path w="3097" h="2692" extrusionOk="0">
                  <a:moveTo>
                    <a:pt x="715" y="1"/>
                  </a:moveTo>
                  <a:cubicBezTo>
                    <a:pt x="238" y="811"/>
                    <a:pt x="0" y="1739"/>
                    <a:pt x="0" y="2692"/>
                  </a:cubicBezTo>
                  <a:lnTo>
                    <a:pt x="2739" y="2692"/>
                  </a:lnTo>
                  <a:cubicBezTo>
                    <a:pt x="2739" y="2216"/>
                    <a:pt x="2858" y="1763"/>
                    <a:pt x="3096" y="1382"/>
                  </a:cubicBezTo>
                  <a:lnTo>
                    <a:pt x="715" y="1"/>
                  </a:ln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3" name="Google Shape;23423;p140"/>
            <p:cNvSpPr/>
            <p:nvPr/>
          </p:nvSpPr>
          <p:spPr>
            <a:xfrm>
              <a:off x="5520908" y="3770259"/>
              <a:ext cx="100203" cy="86355"/>
            </a:xfrm>
            <a:custGeom>
              <a:avLst/>
              <a:gdLst/>
              <a:ahLst/>
              <a:cxnLst/>
              <a:rect l="l" t="t" r="r" b="b"/>
              <a:pathLst>
                <a:path w="3097" h="2669" extrusionOk="0">
                  <a:moveTo>
                    <a:pt x="0" y="1"/>
                  </a:moveTo>
                  <a:cubicBezTo>
                    <a:pt x="0" y="953"/>
                    <a:pt x="238" y="1882"/>
                    <a:pt x="715" y="2668"/>
                  </a:cubicBezTo>
                  <a:lnTo>
                    <a:pt x="3096" y="1311"/>
                  </a:lnTo>
                  <a:cubicBezTo>
                    <a:pt x="2858" y="930"/>
                    <a:pt x="2739" y="477"/>
                    <a:pt x="2739"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24" name="Google Shape;23424;p140"/>
          <p:cNvGrpSpPr/>
          <p:nvPr/>
        </p:nvGrpSpPr>
        <p:grpSpPr>
          <a:xfrm>
            <a:off x="4814348" y="3442983"/>
            <a:ext cx="251981" cy="347519"/>
            <a:chOff x="4814348" y="3595383"/>
            <a:chExt cx="251981" cy="347519"/>
          </a:xfrm>
        </p:grpSpPr>
        <p:sp>
          <p:nvSpPr>
            <p:cNvPr id="23425" name="Google Shape;23425;p140"/>
            <p:cNvSpPr/>
            <p:nvPr/>
          </p:nvSpPr>
          <p:spPr>
            <a:xfrm>
              <a:off x="5003882" y="3656857"/>
              <a:ext cx="48597" cy="94962"/>
            </a:xfrm>
            <a:custGeom>
              <a:avLst/>
              <a:gdLst/>
              <a:ahLst/>
              <a:cxnLst/>
              <a:rect l="l" t="t" r="r" b="b"/>
              <a:pathLst>
                <a:path w="1502" h="2935" extrusionOk="0">
                  <a:moveTo>
                    <a:pt x="355" y="1"/>
                  </a:moveTo>
                  <a:cubicBezTo>
                    <a:pt x="241" y="1"/>
                    <a:pt x="124" y="67"/>
                    <a:pt x="72" y="172"/>
                  </a:cubicBezTo>
                  <a:cubicBezTo>
                    <a:pt x="1" y="315"/>
                    <a:pt x="72" y="481"/>
                    <a:pt x="215" y="577"/>
                  </a:cubicBezTo>
                  <a:lnTo>
                    <a:pt x="858" y="910"/>
                  </a:lnTo>
                  <a:lnTo>
                    <a:pt x="858" y="2601"/>
                  </a:lnTo>
                  <a:cubicBezTo>
                    <a:pt x="858" y="2791"/>
                    <a:pt x="1025" y="2934"/>
                    <a:pt x="1191" y="2934"/>
                  </a:cubicBezTo>
                  <a:cubicBezTo>
                    <a:pt x="1334" y="2934"/>
                    <a:pt x="1501" y="2791"/>
                    <a:pt x="1477" y="2577"/>
                  </a:cubicBezTo>
                  <a:lnTo>
                    <a:pt x="1477" y="696"/>
                  </a:lnTo>
                  <a:cubicBezTo>
                    <a:pt x="1477" y="577"/>
                    <a:pt x="1430" y="481"/>
                    <a:pt x="1311" y="434"/>
                  </a:cubicBezTo>
                  <a:lnTo>
                    <a:pt x="477" y="29"/>
                  </a:lnTo>
                  <a:cubicBezTo>
                    <a:pt x="439" y="10"/>
                    <a:pt x="397" y="1"/>
                    <a:pt x="355"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6" name="Google Shape;23426;p140"/>
            <p:cNvSpPr/>
            <p:nvPr/>
          </p:nvSpPr>
          <p:spPr>
            <a:xfrm>
              <a:off x="4828973" y="3657310"/>
              <a:ext cx="48597" cy="94509"/>
            </a:xfrm>
            <a:custGeom>
              <a:avLst/>
              <a:gdLst/>
              <a:ahLst/>
              <a:cxnLst/>
              <a:rect l="l" t="t" r="r" b="b"/>
              <a:pathLst>
                <a:path w="1502" h="2921" extrusionOk="0">
                  <a:moveTo>
                    <a:pt x="1133" y="0"/>
                  </a:moveTo>
                  <a:cubicBezTo>
                    <a:pt x="1086" y="0"/>
                    <a:pt x="1041" y="12"/>
                    <a:pt x="1001" y="39"/>
                  </a:cubicBezTo>
                  <a:lnTo>
                    <a:pt x="168" y="444"/>
                  </a:lnTo>
                  <a:cubicBezTo>
                    <a:pt x="48" y="467"/>
                    <a:pt x="1" y="610"/>
                    <a:pt x="1" y="729"/>
                  </a:cubicBezTo>
                  <a:lnTo>
                    <a:pt x="1" y="2587"/>
                  </a:lnTo>
                  <a:cubicBezTo>
                    <a:pt x="1" y="2777"/>
                    <a:pt x="144" y="2920"/>
                    <a:pt x="310" y="2920"/>
                  </a:cubicBezTo>
                  <a:cubicBezTo>
                    <a:pt x="501" y="2920"/>
                    <a:pt x="620" y="2777"/>
                    <a:pt x="620" y="2635"/>
                  </a:cubicBezTo>
                  <a:lnTo>
                    <a:pt x="620" y="920"/>
                  </a:lnTo>
                  <a:lnTo>
                    <a:pt x="1263" y="610"/>
                  </a:lnTo>
                  <a:cubicBezTo>
                    <a:pt x="1430" y="539"/>
                    <a:pt x="1501" y="325"/>
                    <a:pt x="1430" y="182"/>
                  </a:cubicBezTo>
                  <a:cubicBezTo>
                    <a:pt x="1378" y="79"/>
                    <a:pt x="1253" y="0"/>
                    <a:pt x="113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7" name="Google Shape;23427;p140"/>
            <p:cNvSpPr/>
            <p:nvPr/>
          </p:nvSpPr>
          <p:spPr>
            <a:xfrm>
              <a:off x="4869060" y="3663942"/>
              <a:ext cx="142556" cy="87876"/>
            </a:xfrm>
            <a:custGeom>
              <a:avLst/>
              <a:gdLst/>
              <a:ahLst/>
              <a:cxnLst/>
              <a:rect l="l" t="t" r="r" b="b"/>
              <a:pathLst>
                <a:path w="4406" h="2716" extrusionOk="0">
                  <a:moveTo>
                    <a:pt x="2189" y="0"/>
                  </a:moveTo>
                  <a:cubicBezTo>
                    <a:pt x="2174" y="0"/>
                    <a:pt x="2159" y="0"/>
                    <a:pt x="2144" y="1"/>
                  </a:cubicBezTo>
                  <a:cubicBezTo>
                    <a:pt x="953" y="24"/>
                    <a:pt x="0" y="1025"/>
                    <a:pt x="0" y="2215"/>
                  </a:cubicBezTo>
                  <a:lnTo>
                    <a:pt x="0" y="2382"/>
                  </a:lnTo>
                  <a:cubicBezTo>
                    <a:pt x="0" y="2572"/>
                    <a:pt x="143" y="2715"/>
                    <a:pt x="334" y="2715"/>
                  </a:cubicBezTo>
                  <a:lnTo>
                    <a:pt x="4072" y="2715"/>
                  </a:lnTo>
                  <a:cubicBezTo>
                    <a:pt x="4263" y="2715"/>
                    <a:pt x="4406" y="2572"/>
                    <a:pt x="4406" y="2406"/>
                  </a:cubicBezTo>
                  <a:lnTo>
                    <a:pt x="4406" y="2215"/>
                  </a:lnTo>
                  <a:cubicBezTo>
                    <a:pt x="4406" y="968"/>
                    <a:pt x="3429" y="0"/>
                    <a:pt x="2189"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8" name="Google Shape;23428;p140"/>
            <p:cNvSpPr/>
            <p:nvPr/>
          </p:nvSpPr>
          <p:spPr>
            <a:xfrm>
              <a:off x="4940693" y="3663166"/>
              <a:ext cx="70922" cy="88653"/>
            </a:xfrm>
            <a:custGeom>
              <a:avLst/>
              <a:gdLst/>
              <a:ahLst/>
              <a:cxnLst/>
              <a:rect l="l" t="t" r="r" b="b"/>
              <a:pathLst>
                <a:path w="2192" h="2740" extrusionOk="0">
                  <a:moveTo>
                    <a:pt x="1" y="1"/>
                  </a:moveTo>
                  <a:lnTo>
                    <a:pt x="1" y="2716"/>
                  </a:lnTo>
                  <a:lnTo>
                    <a:pt x="1858" y="2716"/>
                  </a:lnTo>
                  <a:lnTo>
                    <a:pt x="1858" y="2739"/>
                  </a:lnTo>
                  <a:cubicBezTo>
                    <a:pt x="2049" y="2739"/>
                    <a:pt x="2192" y="2596"/>
                    <a:pt x="2192" y="2406"/>
                  </a:cubicBezTo>
                  <a:lnTo>
                    <a:pt x="2192" y="2215"/>
                  </a:lnTo>
                  <a:cubicBezTo>
                    <a:pt x="2192" y="977"/>
                    <a:pt x="1215" y="1"/>
                    <a:pt x="1"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9" name="Google Shape;23429;p140"/>
            <p:cNvSpPr/>
            <p:nvPr/>
          </p:nvSpPr>
          <p:spPr>
            <a:xfrm>
              <a:off x="4847480" y="3771812"/>
              <a:ext cx="184197" cy="161840"/>
            </a:xfrm>
            <a:custGeom>
              <a:avLst/>
              <a:gdLst/>
              <a:ahLst/>
              <a:cxnLst/>
              <a:rect l="l" t="t" r="r" b="b"/>
              <a:pathLst>
                <a:path w="5693" h="5002" extrusionOk="0">
                  <a:moveTo>
                    <a:pt x="334" y="1"/>
                  </a:moveTo>
                  <a:cubicBezTo>
                    <a:pt x="310" y="1"/>
                    <a:pt x="262" y="1"/>
                    <a:pt x="215" y="24"/>
                  </a:cubicBezTo>
                  <a:cubicBezTo>
                    <a:pt x="96" y="96"/>
                    <a:pt x="0" y="239"/>
                    <a:pt x="48" y="358"/>
                  </a:cubicBezTo>
                  <a:lnTo>
                    <a:pt x="667" y="5002"/>
                  </a:lnTo>
                  <a:lnTo>
                    <a:pt x="5049" y="5002"/>
                  </a:lnTo>
                  <a:lnTo>
                    <a:pt x="5668" y="358"/>
                  </a:lnTo>
                  <a:cubicBezTo>
                    <a:pt x="5692" y="239"/>
                    <a:pt x="5597" y="96"/>
                    <a:pt x="5502" y="24"/>
                  </a:cubicBezTo>
                  <a:cubicBezTo>
                    <a:pt x="5454" y="1"/>
                    <a:pt x="5430" y="1"/>
                    <a:pt x="5382"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0" name="Google Shape;23430;p140"/>
            <p:cNvSpPr/>
            <p:nvPr/>
          </p:nvSpPr>
          <p:spPr>
            <a:xfrm>
              <a:off x="4941470" y="3771812"/>
              <a:ext cx="91726" cy="161840"/>
            </a:xfrm>
            <a:custGeom>
              <a:avLst/>
              <a:gdLst/>
              <a:ahLst/>
              <a:cxnLst/>
              <a:rect l="l" t="t" r="r" b="b"/>
              <a:pathLst>
                <a:path w="2835" h="5002" extrusionOk="0">
                  <a:moveTo>
                    <a:pt x="1" y="1"/>
                  </a:moveTo>
                  <a:lnTo>
                    <a:pt x="1" y="5002"/>
                  </a:lnTo>
                  <a:lnTo>
                    <a:pt x="2192" y="5002"/>
                  </a:lnTo>
                  <a:lnTo>
                    <a:pt x="2835" y="358"/>
                  </a:lnTo>
                  <a:cubicBezTo>
                    <a:pt x="2835" y="286"/>
                    <a:pt x="2787" y="191"/>
                    <a:pt x="2739" y="120"/>
                  </a:cubicBezTo>
                  <a:cubicBezTo>
                    <a:pt x="2644" y="48"/>
                    <a:pt x="2597" y="1"/>
                    <a:pt x="250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1" name="Google Shape;23431;p140"/>
            <p:cNvSpPr/>
            <p:nvPr/>
          </p:nvSpPr>
          <p:spPr>
            <a:xfrm>
              <a:off x="4895235" y="3812643"/>
              <a:ext cx="90206" cy="89429"/>
            </a:xfrm>
            <a:custGeom>
              <a:avLst/>
              <a:gdLst/>
              <a:ahLst/>
              <a:cxnLst/>
              <a:rect l="l" t="t" r="r" b="b"/>
              <a:pathLst>
                <a:path w="2788" h="2764" extrusionOk="0">
                  <a:moveTo>
                    <a:pt x="334" y="1"/>
                  </a:moveTo>
                  <a:cubicBezTo>
                    <a:pt x="287" y="1"/>
                    <a:pt x="239" y="1"/>
                    <a:pt x="215" y="25"/>
                  </a:cubicBezTo>
                  <a:cubicBezTo>
                    <a:pt x="96" y="96"/>
                    <a:pt x="1" y="239"/>
                    <a:pt x="25" y="358"/>
                  </a:cubicBezTo>
                  <a:lnTo>
                    <a:pt x="334" y="2501"/>
                  </a:lnTo>
                  <a:cubicBezTo>
                    <a:pt x="334" y="2644"/>
                    <a:pt x="477" y="2763"/>
                    <a:pt x="620" y="2763"/>
                  </a:cubicBezTo>
                  <a:lnTo>
                    <a:pt x="2168" y="2763"/>
                  </a:lnTo>
                  <a:cubicBezTo>
                    <a:pt x="2335" y="2763"/>
                    <a:pt x="2478" y="2644"/>
                    <a:pt x="2478" y="2501"/>
                  </a:cubicBezTo>
                  <a:lnTo>
                    <a:pt x="2763" y="358"/>
                  </a:lnTo>
                  <a:cubicBezTo>
                    <a:pt x="2787" y="239"/>
                    <a:pt x="2716" y="96"/>
                    <a:pt x="2597" y="25"/>
                  </a:cubicBezTo>
                  <a:cubicBezTo>
                    <a:pt x="2549" y="1"/>
                    <a:pt x="2525" y="1"/>
                    <a:pt x="247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2" name="Google Shape;23432;p140"/>
            <p:cNvSpPr/>
            <p:nvPr/>
          </p:nvSpPr>
          <p:spPr>
            <a:xfrm>
              <a:off x="4940693" y="3812643"/>
              <a:ext cx="43970" cy="89429"/>
            </a:xfrm>
            <a:custGeom>
              <a:avLst/>
              <a:gdLst/>
              <a:ahLst/>
              <a:cxnLst/>
              <a:rect l="l" t="t" r="r" b="b"/>
              <a:pathLst>
                <a:path w="1359" h="2764" extrusionOk="0">
                  <a:moveTo>
                    <a:pt x="1" y="1"/>
                  </a:moveTo>
                  <a:lnTo>
                    <a:pt x="1" y="2763"/>
                  </a:lnTo>
                  <a:lnTo>
                    <a:pt x="763" y="2763"/>
                  </a:lnTo>
                  <a:cubicBezTo>
                    <a:pt x="906" y="2763"/>
                    <a:pt x="1073" y="2644"/>
                    <a:pt x="1073" y="2501"/>
                  </a:cubicBezTo>
                  <a:lnTo>
                    <a:pt x="1358" y="358"/>
                  </a:lnTo>
                  <a:cubicBezTo>
                    <a:pt x="1358" y="263"/>
                    <a:pt x="1335" y="167"/>
                    <a:pt x="1263" y="120"/>
                  </a:cubicBezTo>
                  <a:cubicBezTo>
                    <a:pt x="1239" y="48"/>
                    <a:pt x="1144" y="1"/>
                    <a:pt x="1073"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3" name="Google Shape;23433;p140"/>
            <p:cNvSpPr/>
            <p:nvPr/>
          </p:nvSpPr>
          <p:spPr>
            <a:xfrm>
              <a:off x="4820496" y="3922066"/>
              <a:ext cx="238133" cy="20837"/>
            </a:xfrm>
            <a:custGeom>
              <a:avLst/>
              <a:gdLst/>
              <a:ahLst/>
              <a:cxnLst/>
              <a:rect l="l" t="t" r="r" b="b"/>
              <a:pathLst>
                <a:path w="7360" h="644" extrusionOk="0">
                  <a:moveTo>
                    <a:pt x="334" y="0"/>
                  </a:moveTo>
                  <a:cubicBezTo>
                    <a:pt x="168" y="0"/>
                    <a:pt x="1" y="191"/>
                    <a:pt x="49" y="358"/>
                  </a:cubicBezTo>
                  <a:cubicBezTo>
                    <a:pt x="72" y="524"/>
                    <a:pt x="215" y="643"/>
                    <a:pt x="382" y="643"/>
                  </a:cubicBezTo>
                  <a:lnTo>
                    <a:pt x="7026" y="643"/>
                  </a:lnTo>
                  <a:cubicBezTo>
                    <a:pt x="7217" y="643"/>
                    <a:pt x="7360" y="477"/>
                    <a:pt x="7336" y="286"/>
                  </a:cubicBezTo>
                  <a:cubicBezTo>
                    <a:pt x="7312" y="119"/>
                    <a:pt x="7145" y="0"/>
                    <a:pt x="7002"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4" name="Google Shape;23434;p140"/>
            <p:cNvSpPr/>
            <p:nvPr/>
          </p:nvSpPr>
          <p:spPr>
            <a:xfrm>
              <a:off x="4939949" y="3922066"/>
              <a:ext cx="118678" cy="20837"/>
            </a:xfrm>
            <a:custGeom>
              <a:avLst/>
              <a:gdLst/>
              <a:ahLst/>
              <a:cxnLst/>
              <a:rect l="l" t="t" r="r" b="b"/>
              <a:pathLst>
                <a:path w="3668" h="644" extrusionOk="0">
                  <a:moveTo>
                    <a:pt x="0" y="0"/>
                  </a:moveTo>
                  <a:lnTo>
                    <a:pt x="0" y="643"/>
                  </a:lnTo>
                  <a:lnTo>
                    <a:pt x="3334" y="643"/>
                  </a:lnTo>
                  <a:cubicBezTo>
                    <a:pt x="3525" y="643"/>
                    <a:pt x="3668" y="477"/>
                    <a:pt x="3644" y="286"/>
                  </a:cubicBezTo>
                  <a:cubicBezTo>
                    <a:pt x="3644" y="119"/>
                    <a:pt x="3525" y="0"/>
                    <a:pt x="333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5" name="Google Shape;23435;p140"/>
            <p:cNvSpPr/>
            <p:nvPr/>
          </p:nvSpPr>
          <p:spPr>
            <a:xfrm>
              <a:off x="4814348" y="3732534"/>
              <a:ext cx="251981" cy="60116"/>
            </a:xfrm>
            <a:custGeom>
              <a:avLst/>
              <a:gdLst/>
              <a:ahLst/>
              <a:cxnLst/>
              <a:rect l="l" t="t" r="r" b="b"/>
              <a:pathLst>
                <a:path w="7788" h="1858" extrusionOk="0">
                  <a:moveTo>
                    <a:pt x="334" y="0"/>
                  </a:moveTo>
                  <a:cubicBezTo>
                    <a:pt x="215" y="0"/>
                    <a:pt x="119" y="24"/>
                    <a:pt x="48" y="119"/>
                  </a:cubicBezTo>
                  <a:cubicBezTo>
                    <a:pt x="0" y="191"/>
                    <a:pt x="0" y="310"/>
                    <a:pt x="24" y="381"/>
                  </a:cubicBezTo>
                  <a:lnTo>
                    <a:pt x="453" y="1643"/>
                  </a:lnTo>
                  <a:cubicBezTo>
                    <a:pt x="477" y="1762"/>
                    <a:pt x="596" y="1858"/>
                    <a:pt x="739" y="1858"/>
                  </a:cubicBezTo>
                  <a:lnTo>
                    <a:pt x="7026" y="1858"/>
                  </a:lnTo>
                  <a:cubicBezTo>
                    <a:pt x="7169" y="1858"/>
                    <a:pt x="7288" y="1762"/>
                    <a:pt x="7311" y="1667"/>
                  </a:cubicBezTo>
                  <a:lnTo>
                    <a:pt x="7740" y="429"/>
                  </a:lnTo>
                  <a:cubicBezTo>
                    <a:pt x="7788" y="310"/>
                    <a:pt x="7740" y="143"/>
                    <a:pt x="7621" y="71"/>
                  </a:cubicBezTo>
                  <a:cubicBezTo>
                    <a:pt x="7550" y="24"/>
                    <a:pt x="7502" y="0"/>
                    <a:pt x="7430"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6" name="Google Shape;23436;p140"/>
            <p:cNvSpPr/>
            <p:nvPr/>
          </p:nvSpPr>
          <p:spPr>
            <a:xfrm>
              <a:off x="4941470" y="3731757"/>
              <a:ext cx="124858" cy="60892"/>
            </a:xfrm>
            <a:custGeom>
              <a:avLst/>
              <a:gdLst/>
              <a:ahLst/>
              <a:cxnLst/>
              <a:rect l="l" t="t" r="r" b="b"/>
              <a:pathLst>
                <a:path w="3859" h="1882" extrusionOk="0">
                  <a:moveTo>
                    <a:pt x="1" y="0"/>
                  </a:moveTo>
                  <a:lnTo>
                    <a:pt x="1" y="1882"/>
                  </a:lnTo>
                  <a:lnTo>
                    <a:pt x="3120" y="1882"/>
                  </a:lnTo>
                  <a:cubicBezTo>
                    <a:pt x="3263" y="1882"/>
                    <a:pt x="3382" y="1786"/>
                    <a:pt x="3430" y="1667"/>
                  </a:cubicBezTo>
                  <a:lnTo>
                    <a:pt x="3835" y="405"/>
                  </a:lnTo>
                  <a:cubicBezTo>
                    <a:pt x="3859" y="334"/>
                    <a:pt x="3859" y="215"/>
                    <a:pt x="3811" y="143"/>
                  </a:cubicBezTo>
                  <a:cubicBezTo>
                    <a:pt x="3716" y="48"/>
                    <a:pt x="3621" y="0"/>
                    <a:pt x="3549"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7" name="Google Shape;23437;p140"/>
            <p:cNvSpPr/>
            <p:nvPr/>
          </p:nvSpPr>
          <p:spPr>
            <a:xfrm>
              <a:off x="4896011" y="3595383"/>
              <a:ext cx="88653" cy="89397"/>
            </a:xfrm>
            <a:custGeom>
              <a:avLst/>
              <a:gdLst/>
              <a:ahLst/>
              <a:cxnLst/>
              <a:rect l="l" t="t" r="r" b="b"/>
              <a:pathLst>
                <a:path w="2740" h="2763" extrusionOk="0">
                  <a:moveTo>
                    <a:pt x="1382" y="0"/>
                  </a:moveTo>
                  <a:cubicBezTo>
                    <a:pt x="596" y="0"/>
                    <a:pt x="1" y="595"/>
                    <a:pt x="1" y="1381"/>
                  </a:cubicBezTo>
                  <a:cubicBezTo>
                    <a:pt x="1" y="2167"/>
                    <a:pt x="620" y="2763"/>
                    <a:pt x="1382" y="2763"/>
                  </a:cubicBezTo>
                  <a:cubicBezTo>
                    <a:pt x="2120" y="2763"/>
                    <a:pt x="2739" y="2167"/>
                    <a:pt x="2739" y="1381"/>
                  </a:cubicBezTo>
                  <a:cubicBezTo>
                    <a:pt x="2739" y="595"/>
                    <a:pt x="2144" y="0"/>
                    <a:pt x="138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8" name="Google Shape;23438;p140"/>
            <p:cNvSpPr/>
            <p:nvPr/>
          </p:nvSpPr>
          <p:spPr>
            <a:xfrm>
              <a:off x="4940693" y="3595383"/>
              <a:ext cx="43970" cy="87941"/>
            </a:xfrm>
            <a:custGeom>
              <a:avLst/>
              <a:gdLst/>
              <a:ahLst/>
              <a:cxnLst/>
              <a:rect l="l" t="t" r="r" b="b"/>
              <a:pathLst>
                <a:path w="1359" h="2718" extrusionOk="0">
                  <a:moveTo>
                    <a:pt x="1" y="0"/>
                  </a:moveTo>
                  <a:lnTo>
                    <a:pt x="1" y="2715"/>
                  </a:lnTo>
                  <a:cubicBezTo>
                    <a:pt x="27" y="2717"/>
                    <a:pt x="52" y="2717"/>
                    <a:pt x="78" y="2717"/>
                  </a:cubicBezTo>
                  <a:cubicBezTo>
                    <a:pt x="782" y="2717"/>
                    <a:pt x="1358" y="2094"/>
                    <a:pt x="1358" y="1381"/>
                  </a:cubicBezTo>
                  <a:cubicBezTo>
                    <a:pt x="1358" y="643"/>
                    <a:pt x="763"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39" name="Google Shape;23439;p140"/>
          <p:cNvGrpSpPr/>
          <p:nvPr/>
        </p:nvGrpSpPr>
        <p:grpSpPr>
          <a:xfrm>
            <a:off x="4020722" y="3444504"/>
            <a:ext cx="344449" cy="346776"/>
            <a:chOff x="4020722" y="3596904"/>
            <a:chExt cx="344449" cy="346776"/>
          </a:xfrm>
        </p:grpSpPr>
        <p:sp>
          <p:nvSpPr>
            <p:cNvPr id="23440" name="Google Shape;23440;p140"/>
            <p:cNvSpPr/>
            <p:nvPr/>
          </p:nvSpPr>
          <p:spPr>
            <a:xfrm>
              <a:off x="4249566" y="3867355"/>
              <a:ext cx="115604" cy="75549"/>
            </a:xfrm>
            <a:custGeom>
              <a:avLst/>
              <a:gdLst/>
              <a:ahLst/>
              <a:cxnLst/>
              <a:rect l="l" t="t" r="r" b="b"/>
              <a:pathLst>
                <a:path w="3573" h="2335" extrusionOk="0">
                  <a:moveTo>
                    <a:pt x="1782" y="0"/>
                  </a:moveTo>
                  <a:cubicBezTo>
                    <a:pt x="1768" y="0"/>
                    <a:pt x="1753" y="0"/>
                    <a:pt x="1739" y="1"/>
                  </a:cubicBezTo>
                  <a:cubicBezTo>
                    <a:pt x="786" y="72"/>
                    <a:pt x="0" y="858"/>
                    <a:pt x="0" y="1810"/>
                  </a:cubicBezTo>
                  <a:lnTo>
                    <a:pt x="0" y="2334"/>
                  </a:lnTo>
                  <a:lnTo>
                    <a:pt x="3239" y="2334"/>
                  </a:lnTo>
                  <a:cubicBezTo>
                    <a:pt x="3430" y="2334"/>
                    <a:pt x="3573" y="2168"/>
                    <a:pt x="3573" y="2001"/>
                  </a:cubicBezTo>
                  <a:lnTo>
                    <a:pt x="3573" y="1787"/>
                  </a:lnTo>
                  <a:cubicBezTo>
                    <a:pt x="3573" y="801"/>
                    <a:pt x="2763" y="0"/>
                    <a:pt x="1782" y="0"/>
                  </a:cubicBezTo>
                  <a:close/>
                </a:path>
              </a:pathLst>
            </a:custGeom>
            <a:solidFill>
              <a:srgbClr val="F8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1" name="Google Shape;23441;p140"/>
            <p:cNvSpPr/>
            <p:nvPr/>
          </p:nvSpPr>
          <p:spPr>
            <a:xfrm>
              <a:off x="4307352" y="3868131"/>
              <a:ext cx="57818" cy="74772"/>
            </a:xfrm>
            <a:custGeom>
              <a:avLst/>
              <a:gdLst/>
              <a:ahLst/>
              <a:cxnLst/>
              <a:rect l="l" t="t" r="r" b="b"/>
              <a:pathLst>
                <a:path w="1787" h="2311" extrusionOk="0">
                  <a:moveTo>
                    <a:pt x="0" y="0"/>
                  </a:moveTo>
                  <a:lnTo>
                    <a:pt x="0" y="2310"/>
                  </a:lnTo>
                  <a:lnTo>
                    <a:pt x="1453" y="2310"/>
                  </a:lnTo>
                  <a:cubicBezTo>
                    <a:pt x="1644" y="2310"/>
                    <a:pt x="1787" y="2144"/>
                    <a:pt x="1787" y="1977"/>
                  </a:cubicBezTo>
                  <a:lnTo>
                    <a:pt x="1787" y="1763"/>
                  </a:lnTo>
                  <a:cubicBezTo>
                    <a:pt x="1787" y="810"/>
                    <a:pt x="1001" y="0"/>
                    <a:pt x="0"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2" name="Google Shape;23442;p140"/>
            <p:cNvSpPr/>
            <p:nvPr/>
          </p:nvSpPr>
          <p:spPr>
            <a:xfrm>
              <a:off x="4020722" y="3868066"/>
              <a:ext cx="114828" cy="75614"/>
            </a:xfrm>
            <a:custGeom>
              <a:avLst/>
              <a:gdLst/>
              <a:ahLst/>
              <a:cxnLst/>
              <a:rect l="l" t="t" r="r" b="b"/>
              <a:pathLst>
                <a:path w="3549" h="2337" extrusionOk="0">
                  <a:moveTo>
                    <a:pt x="1761" y="1"/>
                  </a:moveTo>
                  <a:cubicBezTo>
                    <a:pt x="782" y="1"/>
                    <a:pt x="0" y="801"/>
                    <a:pt x="0" y="1788"/>
                  </a:cubicBezTo>
                  <a:lnTo>
                    <a:pt x="0" y="2146"/>
                  </a:lnTo>
                  <a:cubicBezTo>
                    <a:pt x="0" y="2241"/>
                    <a:pt x="96" y="2336"/>
                    <a:pt x="167" y="2336"/>
                  </a:cubicBezTo>
                  <a:lnTo>
                    <a:pt x="3549" y="2336"/>
                  </a:lnTo>
                  <a:lnTo>
                    <a:pt x="3549" y="1360"/>
                  </a:lnTo>
                  <a:cubicBezTo>
                    <a:pt x="3549" y="1074"/>
                    <a:pt x="3430" y="812"/>
                    <a:pt x="3215" y="598"/>
                  </a:cubicBezTo>
                  <a:cubicBezTo>
                    <a:pt x="2727" y="178"/>
                    <a:pt x="2222" y="1"/>
                    <a:pt x="1761"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3" name="Google Shape;23443;p140"/>
            <p:cNvSpPr/>
            <p:nvPr/>
          </p:nvSpPr>
          <p:spPr>
            <a:xfrm>
              <a:off x="4135516" y="3867355"/>
              <a:ext cx="114084" cy="75549"/>
            </a:xfrm>
            <a:custGeom>
              <a:avLst/>
              <a:gdLst/>
              <a:ahLst/>
              <a:cxnLst/>
              <a:rect l="l" t="t" r="r" b="b"/>
              <a:pathLst>
                <a:path w="3526" h="2335" extrusionOk="0">
                  <a:moveTo>
                    <a:pt x="1735" y="0"/>
                  </a:moveTo>
                  <a:cubicBezTo>
                    <a:pt x="1720" y="0"/>
                    <a:pt x="1706" y="0"/>
                    <a:pt x="1692" y="1"/>
                  </a:cubicBezTo>
                  <a:cubicBezTo>
                    <a:pt x="739" y="72"/>
                    <a:pt x="1" y="858"/>
                    <a:pt x="1" y="1810"/>
                  </a:cubicBezTo>
                  <a:lnTo>
                    <a:pt x="1" y="2334"/>
                  </a:lnTo>
                  <a:lnTo>
                    <a:pt x="3525" y="2334"/>
                  </a:lnTo>
                  <a:lnTo>
                    <a:pt x="3525" y="1787"/>
                  </a:lnTo>
                  <a:cubicBezTo>
                    <a:pt x="3525" y="801"/>
                    <a:pt x="2716" y="0"/>
                    <a:pt x="1735"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4" name="Google Shape;23444;p140"/>
            <p:cNvSpPr/>
            <p:nvPr/>
          </p:nvSpPr>
          <p:spPr>
            <a:xfrm>
              <a:off x="4077731" y="3868131"/>
              <a:ext cx="57818" cy="74772"/>
            </a:xfrm>
            <a:custGeom>
              <a:avLst/>
              <a:gdLst/>
              <a:ahLst/>
              <a:cxnLst/>
              <a:rect l="l" t="t" r="r" b="b"/>
              <a:pathLst>
                <a:path w="1787" h="2311" extrusionOk="0">
                  <a:moveTo>
                    <a:pt x="1" y="0"/>
                  </a:moveTo>
                  <a:lnTo>
                    <a:pt x="1" y="2310"/>
                  </a:lnTo>
                  <a:lnTo>
                    <a:pt x="1787" y="2310"/>
                  </a:lnTo>
                  <a:lnTo>
                    <a:pt x="1787" y="1763"/>
                  </a:lnTo>
                  <a:cubicBezTo>
                    <a:pt x="1787" y="810"/>
                    <a:pt x="977" y="0"/>
                    <a:pt x="1"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5" name="Google Shape;23445;p140"/>
            <p:cNvSpPr/>
            <p:nvPr/>
          </p:nvSpPr>
          <p:spPr>
            <a:xfrm>
              <a:off x="4193302" y="3868131"/>
              <a:ext cx="57818" cy="74772"/>
            </a:xfrm>
            <a:custGeom>
              <a:avLst/>
              <a:gdLst/>
              <a:ahLst/>
              <a:cxnLst/>
              <a:rect l="l" t="t" r="r" b="b"/>
              <a:pathLst>
                <a:path w="1787" h="2311" extrusionOk="0">
                  <a:moveTo>
                    <a:pt x="1" y="0"/>
                  </a:moveTo>
                  <a:lnTo>
                    <a:pt x="1" y="2310"/>
                  </a:lnTo>
                  <a:lnTo>
                    <a:pt x="1787" y="2310"/>
                  </a:lnTo>
                  <a:lnTo>
                    <a:pt x="1787" y="1763"/>
                  </a:lnTo>
                  <a:cubicBezTo>
                    <a:pt x="1739" y="810"/>
                    <a:pt x="977" y="0"/>
                    <a:pt x="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6" name="Google Shape;23446;p140"/>
            <p:cNvSpPr/>
            <p:nvPr/>
          </p:nvSpPr>
          <p:spPr>
            <a:xfrm>
              <a:off x="4113968" y="3721727"/>
              <a:ext cx="156436" cy="64775"/>
            </a:xfrm>
            <a:custGeom>
              <a:avLst/>
              <a:gdLst/>
              <a:ahLst/>
              <a:cxnLst/>
              <a:rect l="l" t="t" r="r" b="b"/>
              <a:pathLst>
                <a:path w="4835" h="2002" extrusionOk="0">
                  <a:moveTo>
                    <a:pt x="0" y="1"/>
                  </a:moveTo>
                  <a:lnTo>
                    <a:pt x="0" y="1668"/>
                  </a:lnTo>
                  <a:cubicBezTo>
                    <a:pt x="0" y="1858"/>
                    <a:pt x="143" y="2001"/>
                    <a:pt x="333" y="2001"/>
                  </a:cubicBezTo>
                  <a:lnTo>
                    <a:pt x="4501" y="2001"/>
                  </a:lnTo>
                  <a:cubicBezTo>
                    <a:pt x="4668" y="2001"/>
                    <a:pt x="4834" y="1858"/>
                    <a:pt x="4834" y="1668"/>
                  </a:cubicBezTo>
                  <a:lnTo>
                    <a:pt x="4834" y="1"/>
                  </a:ln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7" name="Google Shape;23447;p140"/>
            <p:cNvSpPr/>
            <p:nvPr/>
          </p:nvSpPr>
          <p:spPr>
            <a:xfrm>
              <a:off x="4193302" y="3720951"/>
              <a:ext cx="77878" cy="64775"/>
            </a:xfrm>
            <a:custGeom>
              <a:avLst/>
              <a:gdLst/>
              <a:ahLst/>
              <a:cxnLst/>
              <a:rect l="l" t="t" r="r" b="b"/>
              <a:pathLst>
                <a:path w="2407" h="2002" extrusionOk="0">
                  <a:moveTo>
                    <a:pt x="1" y="1"/>
                  </a:moveTo>
                  <a:lnTo>
                    <a:pt x="1" y="2001"/>
                  </a:lnTo>
                  <a:lnTo>
                    <a:pt x="2073" y="2001"/>
                  </a:lnTo>
                  <a:cubicBezTo>
                    <a:pt x="2263" y="2001"/>
                    <a:pt x="2406" y="1858"/>
                    <a:pt x="2406" y="1668"/>
                  </a:cubicBezTo>
                  <a:lnTo>
                    <a:pt x="240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8" name="Google Shape;23448;p140"/>
            <p:cNvSpPr/>
            <p:nvPr/>
          </p:nvSpPr>
          <p:spPr>
            <a:xfrm>
              <a:off x="4128593" y="3657795"/>
              <a:ext cx="128708" cy="63966"/>
            </a:xfrm>
            <a:custGeom>
              <a:avLst/>
              <a:gdLst/>
              <a:ahLst/>
              <a:cxnLst/>
              <a:rect l="l" t="t" r="r" b="b"/>
              <a:pathLst>
                <a:path w="3978" h="1977" extrusionOk="0">
                  <a:moveTo>
                    <a:pt x="2001" y="0"/>
                  </a:moveTo>
                  <a:cubicBezTo>
                    <a:pt x="882" y="0"/>
                    <a:pt x="0" y="881"/>
                    <a:pt x="0" y="1977"/>
                  </a:cubicBezTo>
                  <a:lnTo>
                    <a:pt x="3978" y="1977"/>
                  </a:lnTo>
                  <a:cubicBezTo>
                    <a:pt x="3978" y="881"/>
                    <a:pt x="3096" y="0"/>
                    <a:pt x="2001"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9" name="Google Shape;23449;p140"/>
            <p:cNvSpPr/>
            <p:nvPr/>
          </p:nvSpPr>
          <p:spPr>
            <a:xfrm>
              <a:off x="4191781" y="3657795"/>
              <a:ext cx="64742" cy="63966"/>
            </a:xfrm>
            <a:custGeom>
              <a:avLst/>
              <a:gdLst/>
              <a:ahLst/>
              <a:cxnLst/>
              <a:rect l="l" t="t" r="r" b="b"/>
              <a:pathLst>
                <a:path w="2001" h="1977" extrusionOk="0">
                  <a:moveTo>
                    <a:pt x="0" y="0"/>
                  </a:moveTo>
                  <a:lnTo>
                    <a:pt x="0" y="1977"/>
                  </a:lnTo>
                  <a:lnTo>
                    <a:pt x="2001" y="1977"/>
                  </a:lnTo>
                  <a:cubicBezTo>
                    <a:pt x="2001" y="881"/>
                    <a:pt x="1120" y="0"/>
                    <a:pt x="0"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0" name="Google Shape;23450;p140"/>
            <p:cNvSpPr/>
            <p:nvPr/>
          </p:nvSpPr>
          <p:spPr>
            <a:xfrm>
              <a:off x="4152470" y="3596904"/>
              <a:ext cx="80952" cy="80952"/>
            </a:xfrm>
            <a:custGeom>
              <a:avLst/>
              <a:gdLst/>
              <a:ahLst/>
              <a:cxnLst/>
              <a:rect l="l" t="t" r="r" b="b"/>
              <a:pathLst>
                <a:path w="2502" h="2502" extrusionOk="0">
                  <a:moveTo>
                    <a:pt x="1263" y="1"/>
                  </a:moveTo>
                  <a:cubicBezTo>
                    <a:pt x="572" y="1"/>
                    <a:pt x="1" y="572"/>
                    <a:pt x="1" y="1239"/>
                  </a:cubicBezTo>
                  <a:cubicBezTo>
                    <a:pt x="1" y="1930"/>
                    <a:pt x="572" y="2501"/>
                    <a:pt x="1263" y="2501"/>
                  </a:cubicBezTo>
                  <a:cubicBezTo>
                    <a:pt x="1930" y="2501"/>
                    <a:pt x="2501" y="1930"/>
                    <a:pt x="2501" y="1239"/>
                  </a:cubicBezTo>
                  <a:cubicBezTo>
                    <a:pt x="2501" y="572"/>
                    <a:pt x="1930" y="1"/>
                    <a:pt x="126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1" name="Google Shape;23451;p140"/>
            <p:cNvSpPr/>
            <p:nvPr/>
          </p:nvSpPr>
          <p:spPr>
            <a:xfrm>
              <a:off x="4193302" y="3596904"/>
              <a:ext cx="40120" cy="80952"/>
            </a:xfrm>
            <a:custGeom>
              <a:avLst/>
              <a:gdLst/>
              <a:ahLst/>
              <a:cxnLst/>
              <a:rect l="l" t="t" r="r" b="b"/>
              <a:pathLst>
                <a:path w="1240" h="2502" extrusionOk="0">
                  <a:moveTo>
                    <a:pt x="1" y="1"/>
                  </a:moveTo>
                  <a:lnTo>
                    <a:pt x="1" y="2501"/>
                  </a:lnTo>
                  <a:cubicBezTo>
                    <a:pt x="668" y="2501"/>
                    <a:pt x="1239" y="1930"/>
                    <a:pt x="1239" y="1239"/>
                  </a:cubicBezTo>
                  <a:cubicBezTo>
                    <a:pt x="1239" y="572"/>
                    <a:pt x="668" y="1"/>
                    <a:pt x="1"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2" name="Google Shape;23452;p140"/>
            <p:cNvSpPr/>
            <p:nvPr/>
          </p:nvSpPr>
          <p:spPr>
            <a:xfrm>
              <a:off x="4093908" y="3711730"/>
              <a:ext cx="197301" cy="20060"/>
            </a:xfrm>
            <a:custGeom>
              <a:avLst/>
              <a:gdLst/>
              <a:ahLst/>
              <a:cxnLst/>
              <a:rect l="l" t="t" r="r" b="b"/>
              <a:pathLst>
                <a:path w="6098" h="620" extrusionOk="0">
                  <a:moveTo>
                    <a:pt x="334" y="0"/>
                  </a:moveTo>
                  <a:cubicBezTo>
                    <a:pt x="144" y="0"/>
                    <a:pt x="1" y="167"/>
                    <a:pt x="25" y="357"/>
                  </a:cubicBezTo>
                  <a:cubicBezTo>
                    <a:pt x="48" y="500"/>
                    <a:pt x="215" y="619"/>
                    <a:pt x="358" y="619"/>
                  </a:cubicBezTo>
                  <a:lnTo>
                    <a:pt x="5764" y="619"/>
                  </a:lnTo>
                  <a:cubicBezTo>
                    <a:pt x="5954" y="619"/>
                    <a:pt x="6097" y="476"/>
                    <a:pt x="6074" y="262"/>
                  </a:cubicBezTo>
                  <a:cubicBezTo>
                    <a:pt x="6050" y="119"/>
                    <a:pt x="5883" y="0"/>
                    <a:pt x="5740"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3" name="Google Shape;23453;p140"/>
            <p:cNvSpPr/>
            <p:nvPr/>
          </p:nvSpPr>
          <p:spPr>
            <a:xfrm>
              <a:off x="4193302" y="3711730"/>
              <a:ext cx="97906" cy="20060"/>
            </a:xfrm>
            <a:custGeom>
              <a:avLst/>
              <a:gdLst/>
              <a:ahLst/>
              <a:cxnLst/>
              <a:rect l="l" t="t" r="r" b="b"/>
              <a:pathLst>
                <a:path w="3026" h="620" extrusionOk="0">
                  <a:moveTo>
                    <a:pt x="1" y="0"/>
                  </a:moveTo>
                  <a:lnTo>
                    <a:pt x="1" y="619"/>
                  </a:lnTo>
                  <a:lnTo>
                    <a:pt x="2692" y="619"/>
                  </a:lnTo>
                  <a:cubicBezTo>
                    <a:pt x="2882" y="619"/>
                    <a:pt x="3025" y="476"/>
                    <a:pt x="3002" y="262"/>
                  </a:cubicBezTo>
                  <a:cubicBezTo>
                    <a:pt x="3002" y="119"/>
                    <a:pt x="2859" y="0"/>
                    <a:pt x="2692" y="0"/>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4" name="Google Shape;23454;p140"/>
            <p:cNvSpPr/>
            <p:nvPr/>
          </p:nvSpPr>
          <p:spPr>
            <a:xfrm>
              <a:off x="4270370" y="3806496"/>
              <a:ext cx="74772" cy="75517"/>
            </a:xfrm>
            <a:custGeom>
              <a:avLst/>
              <a:gdLst/>
              <a:ahLst/>
              <a:cxnLst/>
              <a:rect l="l" t="t" r="r" b="b"/>
              <a:pathLst>
                <a:path w="2311" h="2334" extrusionOk="0">
                  <a:moveTo>
                    <a:pt x="1143" y="0"/>
                  </a:moveTo>
                  <a:cubicBezTo>
                    <a:pt x="500" y="0"/>
                    <a:pt x="0" y="548"/>
                    <a:pt x="0" y="1167"/>
                  </a:cubicBezTo>
                  <a:cubicBezTo>
                    <a:pt x="0" y="1834"/>
                    <a:pt x="524" y="2334"/>
                    <a:pt x="1143" y="2334"/>
                  </a:cubicBezTo>
                  <a:cubicBezTo>
                    <a:pt x="1786" y="2334"/>
                    <a:pt x="2310" y="1786"/>
                    <a:pt x="2310" y="1167"/>
                  </a:cubicBezTo>
                  <a:cubicBezTo>
                    <a:pt x="2310" y="524"/>
                    <a:pt x="1786" y="0"/>
                    <a:pt x="11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5" name="Google Shape;23455;p140"/>
            <p:cNvSpPr/>
            <p:nvPr/>
          </p:nvSpPr>
          <p:spPr>
            <a:xfrm>
              <a:off x="4307352" y="3806496"/>
              <a:ext cx="37791" cy="74772"/>
            </a:xfrm>
            <a:custGeom>
              <a:avLst/>
              <a:gdLst/>
              <a:ahLst/>
              <a:cxnLst/>
              <a:rect l="l" t="t" r="r" b="b"/>
              <a:pathLst>
                <a:path w="1168" h="2311" extrusionOk="0">
                  <a:moveTo>
                    <a:pt x="0" y="0"/>
                  </a:moveTo>
                  <a:lnTo>
                    <a:pt x="0" y="2310"/>
                  </a:lnTo>
                  <a:cubicBezTo>
                    <a:pt x="14" y="2311"/>
                    <a:pt x="27" y="2311"/>
                    <a:pt x="41" y="2311"/>
                  </a:cubicBezTo>
                  <a:cubicBezTo>
                    <a:pt x="665" y="2311"/>
                    <a:pt x="1167" y="1773"/>
                    <a:pt x="1167" y="1167"/>
                  </a:cubicBezTo>
                  <a:cubicBezTo>
                    <a:pt x="1167" y="548"/>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6" name="Google Shape;23456;p140"/>
            <p:cNvSpPr/>
            <p:nvPr/>
          </p:nvSpPr>
          <p:spPr>
            <a:xfrm>
              <a:off x="4155544" y="3806496"/>
              <a:ext cx="74772" cy="75517"/>
            </a:xfrm>
            <a:custGeom>
              <a:avLst/>
              <a:gdLst/>
              <a:ahLst/>
              <a:cxnLst/>
              <a:rect l="l" t="t" r="r" b="b"/>
              <a:pathLst>
                <a:path w="2311" h="2334" extrusionOk="0">
                  <a:moveTo>
                    <a:pt x="1168" y="0"/>
                  </a:moveTo>
                  <a:cubicBezTo>
                    <a:pt x="501" y="0"/>
                    <a:pt x="1" y="548"/>
                    <a:pt x="1" y="1167"/>
                  </a:cubicBezTo>
                  <a:cubicBezTo>
                    <a:pt x="1" y="1834"/>
                    <a:pt x="525" y="2334"/>
                    <a:pt x="1168" y="2334"/>
                  </a:cubicBezTo>
                  <a:cubicBezTo>
                    <a:pt x="1787" y="2334"/>
                    <a:pt x="2287" y="1786"/>
                    <a:pt x="2311" y="1167"/>
                  </a:cubicBezTo>
                  <a:cubicBezTo>
                    <a:pt x="2311" y="524"/>
                    <a:pt x="1787" y="0"/>
                    <a:pt x="116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7" name="Google Shape;23457;p140"/>
            <p:cNvSpPr/>
            <p:nvPr/>
          </p:nvSpPr>
          <p:spPr>
            <a:xfrm>
              <a:off x="4191781" y="3806496"/>
              <a:ext cx="37791" cy="74772"/>
            </a:xfrm>
            <a:custGeom>
              <a:avLst/>
              <a:gdLst/>
              <a:ahLst/>
              <a:cxnLst/>
              <a:rect l="l" t="t" r="r" b="b"/>
              <a:pathLst>
                <a:path w="1168" h="2311" extrusionOk="0">
                  <a:moveTo>
                    <a:pt x="0" y="0"/>
                  </a:moveTo>
                  <a:lnTo>
                    <a:pt x="0" y="2310"/>
                  </a:lnTo>
                  <a:cubicBezTo>
                    <a:pt x="14" y="2311"/>
                    <a:pt x="28" y="2311"/>
                    <a:pt x="42" y="2311"/>
                  </a:cubicBezTo>
                  <a:cubicBezTo>
                    <a:pt x="688" y="2311"/>
                    <a:pt x="1167" y="1773"/>
                    <a:pt x="1167" y="1167"/>
                  </a:cubicBezTo>
                  <a:cubicBezTo>
                    <a:pt x="1167" y="548"/>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8" name="Google Shape;23458;p140"/>
            <p:cNvSpPr/>
            <p:nvPr/>
          </p:nvSpPr>
          <p:spPr>
            <a:xfrm>
              <a:off x="4039973" y="3806496"/>
              <a:ext cx="74772" cy="75517"/>
            </a:xfrm>
            <a:custGeom>
              <a:avLst/>
              <a:gdLst/>
              <a:ahLst/>
              <a:cxnLst/>
              <a:rect l="l" t="t" r="r" b="b"/>
              <a:pathLst>
                <a:path w="2311" h="2334" extrusionOk="0">
                  <a:moveTo>
                    <a:pt x="1168" y="0"/>
                  </a:moveTo>
                  <a:cubicBezTo>
                    <a:pt x="501" y="0"/>
                    <a:pt x="1" y="548"/>
                    <a:pt x="1" y="1167"/>
                  </a:cubicBezTo>
                  <a:cubicBezTo>
                    <a:pt x="1" y="1834"/>
                    <a:pt x="525" y="2334"/>
                    <a:pt x="1168" y="2334"/>
                  </a:cubicBezTo>
                  <a:cubicBezTo>
                    <a:pt x="1811" y="2334"/>
                    <a:pt x="2311" y="1786"/>
                    <a:pt x="2311" y="1167"/>
                  </a:cubicBezTo>
                  <a:cubicBezTo>
                    <a:pt x="2311" y="524"/>
                    <a:pt x="1787" y="0"/>
                    <a:pt x="1168"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9" name="Google Shape;23459;p140"/>
            <p:cNvSpPr/>
            <p:nvPr/>
          </p:nvSpPr>
          <p:spPr>
            <a:xfrm>
              <a:off x="4077731" y="3806496"/>
              <a:ext cx="37014" cy="74772"/>
            </a:xfrm>
            <a:custGeom>
              <a:avLst/>
              <a:gdLst/>
              <a:ahLst/>
              <a:cxnLst/>
              <a:rect l="l" t="t" r="r" b="b"/>
              <a:pathLst>
                <a:path w="1144" h="2311" extrusionOk="0">
                  <a:moveTo>
                    <a:pt x="1" y="0"/>
                  </a:moveTo>
                  <a:lnTo>
                    <a:pt x="1" y="2310"/>
                  </a:lnTo>
                  <a:cubicBezTo>
                    <a:pt x="14" y="2311"/>
                    <a:pt x="28" y="2311"/>
                    <a:pt x="41" y="2311"/>
                  </a:cubicBezTo>
                  <a:cubicBezTo>
                    <a:pt x="665" y="2311"/>
                    <a:pt x="1144" y="1773"/>
                    <a:pt x="1144" y="1167"/>
                  </a:cubicBezTo>
                  <a:cubicBezTo>
                    <a:pt x="1144" y="548"/>
                    <a:pt x="644"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60" name="Google Shape;23460;p140"/>
          <p:cNvGrpSpPr/>
          <p:nvPr/>
        </p:nvGrpSpPr>
        <p:grpSpPr>
          <a:xfrm>
            <a:off x="3266407" y="3442983"/>
            <a:ext cx="349076" cy="347327"/>
            <a:chOff x="3266407" y="3595383"/>
            <a:chExt cx="349076" cy="347327"/>
          </a:xfrm>
        </p:grpSpPr>
        <p:sp>
          <p:nvSpPr>
            <p:cNvPr id="23461" name="Google Shape;23461;p140"/>
            <p:cNvSpPr/>
            <p:nvPr/>
          </p:nvSpPr>
          <p:spPr>
            <a:xfrm>
              <a:off x="3459014" y="3676981"/>
              <a:ext cx="156469" cy="101789"/>
            </a:xfrm>
            <a:custGeom>
              <a:avLst/>
              <a:gdLst/>
              <a:ahLst/>
              <a:cxnLst/>
              <a:rect l="l" t="t" r="r" b="b"/>
              <a:pathLst>
                <a:path w="4836" h="3146" extrusionOk="0">
                  <a:moveTo>
                    <a:pt x="2421" y="1"/>
                  </a:moveTo>
                  <a:cubicBezTo>
                    <a:pt x="2393" y="1"/>
                    <a:pt x="2364" y="1"/>
                    <a:pt x="2335" y="2"/>
                  </a:cubicBezTo>
                  <a:cubicBezTo>
                    <a:pt x="1049" y="50"/>
                    <a:pt x="1" y="1122"/>
                    <a:pt x="1" y="2431"/>
                  </a:cubicBezTo>
                  <a:lnTo>
                    <a:pt x="1" y="2812"/>
                  </a:lnTo>
                  <a:cubicBezTo>
                    <a:pt x="1" y="3003"/>
                    <a:pt x="144" y="3146"/>
                    <a:pt x="334" y="3146"/>
                  </a:cubicBezTo>
                  <a:lnTo>
                    <a:pt x="4502" y="3146"/>
                  </a:lnTo>
                  <a:cubicBezTo>
                    <a:pt x="4668" y="3146"/>
                    <a:pt x="4835" y="3027"/>
                    <a:pt x="4787" y="2812"/>
                  </a:cubicBezTo>
                  <a:lnTo>
                    <a:pt x="4787" y="2408"/>
                  </a:lnTo>
                  <a:cubicBezTo>
                    <a:pt x="4787" y="1056"/>
                    <a:pt x="3738" y="1"/>
                    <a:pt x="2421"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2" name="Google Shape;23462;p140"/>
            <p:cNvSpPr/>
            <p:nvPr/>
          </p:nvSpPr>
          <p:spPr>
            <a:xfrm>
              <a:off x="3536827" y="3677046"/>
              <a:ext cx="78655" cy="101724"/>
            </a:xfrm>
            <a:custGeom>
              <a:avLst/>
              <a:gdLst/>
              <a:ahLst/>
              <a:cxnLst/>
              <a:rect l="l" t="t" r="r" b="b"/>
              <a:pathLst>
                <a:path w="2431" h="3144" extrusionOk="0">
                  <a:moveTo>
                    <a:pt x="1" y="0"/>
                  </a:moveTo>
                  <a:lnTo>
                    <a:pt x="1" y="3120"/>
                  </a:lnTo>
                  <a:lnTo>
                    <a:pt x="2097" y="3120"/>
                  </a:lnTo>
                  <a:lnTo>
                    <a:pt x="2097" y="3144"/>
                  </a:lnTo>
                  <a:cubicBezTo>
                    <a:pt x="2263" y="3144"/>
                    <a:pt x="2430" y="3001"/>
                    <a:pt x="2430" y="2810"/>
                  </a:cubicBezTo>
                  <a:lnTo>
                    <a:pt x="2430" y="2406"/>
                  </a:lnTo>
                  <a:cubicBezTo>
                    <a:pt x="2430" y="1072"/>
                    <a:pt x="1358" y="0"/>
                    <a:pt x="1"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3" name="Google Shape;23463;p140"/>
            <p:cNvSpPr/>
            <p:nvPr/>
          </p:nvSpPr>
          <p:spPr>
            <a:xfrm>
              <a:off x="3485998" y="3595383"/>
              <a:ext cx="102501" cy="102501"/>
            </a:xfrm>
            <a:custGeom>
              <a:avLst/>
              <a:gdLst/>
              <a:ahLst/>
              <a:cxnLst/>
              <a:rect l="l" t="t" r="r" b="b"/>
              <a:pathLst>
                <a:path w="3168" h="3168" extrusionOk="0">
                  <a:moveTo>
                    <a:pt x="1572" y="0"/>
                  </a:moveTo>
                  <a:cubicBezTo>
                    <a:pt x="715" y="0"/>
                    <a:pt x="0" y="714"/>
                    <a:pt x="0" y="1596"/>
                  </a:cubicBezTo>
                  <a:cubicBezTo>
                    <a:pt x="0" y="2453"/>
                    <a:pt x="715" y="3167"/>
                    <a:pt x="1572" y="3167"/>
                  </a:cubicBezTo>
                  <a:cubicBezTo>
                    <a:pt x="2453" y="3167"/>
                    <a:pt x="3168" y="2453"/>
                    <a:pt x="3168" y="1596"/>
                  </a:cubicBezTo>
                  <a:cubicBezTo>
                    <a:pt x="3168" y="714"/>
                    <a:pt x="2453" y="0"/>
                    <a:pt x="157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4" name="Google Shape;23464;p140"/>
            <p:cNvSpPr/>
            <p:nvPr/>
          </p:nvSpPr>
          <p:spPr>
            <a:xfrm>
              <a:off x="3536827" y="3596128"/>
              <a:ext cx="51671" cy="101012"/>
            </a:xfrm>
            <a:custGeom>
              <a:avLst/>
              <a:gdLst/>
              <a:ahLst/>
              <a:cxnLst/>
              <a:rect l="l" t="t" r="r" b="b"/>
              <a:pathLst>
                <a:path w="1597" h="3122" extrusionOk="0">
                  <a:moveTo>
                    <a:pt x="1" y="1"/>
                  </a:moveTo>
                  <a:lnTo>
                    <a:pt x="1" y="3121"/>
                  </a:lnTo>
                  <a:cubicBezTo>
                    <a:pt x="15" y="3121"/>
                    <a:pt x="30" y="3121"/>
                    <a:pt x="44" y="3121"/>
                  </a:cubicBezTo>
                  <a:cubicBezTo>
                    <a:pt x="905" y="3121"/>
                    <a:pt x="1597" y="2416"/>
                    <a:pt x="1597" y="1573"/>
                  </a:cubicBezTo>
                  <a:cubicBezTo>
                    <a:pt x="1597" y="715"/>
                    <a:pt x="882" y="1"/>
                    <a:pt x="1" y="1"/>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5" name="Google Shape;23465;p140"/>
            <p:cNvSpPr/>
            <p:nvPr/>
          </p:nvSpPr>
          <p:spPr>
            <a:xfrm>
              <a:off x="3266407" y="3801869"/>
              <a:ext cx="142556" cy="140841"/>
            </a:xfrm>
            <a:custGeom>
              <a:avLst/>
              <a:gdLst/>
              <a:ahLst/>
              <a:cxnLst/>
              <a:rect l="l" t="t" r="r" b="b"/>
              <a:pathLst>
                <a:path w="4406" h="4353" extrusionOk="0">
                  <a:moveTo>
                    <a:pt x="3310" y="0"/>
                  </a:moveTo>
                  <a:lnTo>
                    <a:pt x="310" y="3001"/>
                  </a:lnTo>
                  <a:cubicBezTo>
                    <a:pt x="0" y="3310"/>
                    <a:pt x="0" y="3811"/>
                    <a:pt x="310" y="4120"/>
                  </a:cubicBezTo>
                  <a:cubicBezTo>
                    <a:pt x="453" y="4275"/>
                    <a:pt x="649" y="4352"/>
                    <a:pt x="848" y="4352"/>
                  </a:cubicBezTo>
                  <a:cubicBezTo>
                    <a:pt x="1048" y="4352"/>
                    <a:pt x="1250" y="4275"/>
                    <a:pt x="1405" y="4120"/>
                  </a:cubicBezTo>
                  <a:lnTo>
                    <a:pt x="4406" y="1096"/>
                  </a:lnTo>
                  <a:lnTo>
                    <a:pt x="3310" y="0"/>
                  </a:ln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6" name="Google Shape;23466;p140"/>
            <p:cNvSpPr/>
            <p:nvPr/>
          </p:nvSpPr>
          <p:spPr>
            <a:xfrm>
              <a:off x="3276405" y="3819599"/>
              <a:ext cx="132558" cy="123111"/>
            </a:xfrm>
            <a:custGeom>
              <a:avLst/>
              <a:gdLst/>
              <a:ahLst/>
              <a:cxnLst/>
              <a:rect l="l" t="t" r="r" b="b"/>
              <a:pathLst>
                <a:path w="4097" h="3805" extrusionOk="0">
                  <a:moveTo>
                    <a:pt x="3525" y="0"/>
                  </a:moveTo>
                  <a:lnTo>
                    <a:pt x="1" y="3572"/>
                  </a:lnTo>
                  <a:cubicBezTo>
                    <a:pt x="144" y="3727"/>
                    <a:pt x="340" y="3804"/>
                    <a:pt x="539" y="3804"/>
                  </a:cubicBezTo>
                  <a:cubicBezTo>
                    <a:pt x="739" y="3804"/>
                    <a:pt x="941" y="3727"/>
                    <a:pt x="1096" y="3572"/>
                  </a:cubicBezTo>
                  <a:lnTo>
                    <a:pt x="4097" y="548"/>
                  </a:lnTo>
                  <a:lnTo>
                    <a:pt x="3525" y="0"/>
                  </a:ln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7" name="Google Shape;23467;p140"/>
            <p:cNvSpPr/>
            <p:nvPr/>
          </p:nvSpPr>
          <p:spPr>
            <a:xfrm>
              <a:off x="3351144" y="3690732"/>
              <a:ext cx="169540" cy="168958"/>
            </a:xfrm>
            <a:custGeom>
              <a:avLst/>
              <a:gdLst/>
              <a:ahLst/>
              <a:cxnLst/>
              <a:rect l="l" t="t" r="r" b="b"/>
              <a:pathLst>
                <a:path w="5240" h="5222" extrusionOk="0">
                  <a:moveTo>
                    <a:pt x="2623" y="0"/>
                  </a:moveTo>
                  <a:cubicBezTo>
                    <a:pt x="1953" y="0"/>
                    <a:pt x="1287" y="256"/>
                    <a:pt x="787" y="768"/>
                  </a:cubicBezTo>
                  <a:cubicBezTo>
                    <a:pt x="263" y="1268"/>
                    <a:pt x="1" y="1911"/>
                    <a:pt x="1" y="2602"/>
                  </a:cubicBezTo>
                  <a:cubicBezTo>
                    <a:pt x="1" y="3292"/>
                    <a:pt x="263" y="3935"/>
                    <a:pt x="787" y="4459"/>
                  </a:cubicBezTo>
                  <a:cubicBezTo>
                    <a:pt x="1287" y="4959"/>
                    <a:pt x="1930" y="5221"/>
                    <a:pt x="2620" y="5221"/>
                  </a:cubicBezTo>
                  <a:cubicBezTo>
                    <a:pt x="3311" y="5221"/>
                    <a:pt x="3954" y="4959"/>
                    <a:pt x="4478" y="4459"/>
                  </a:cubicBezTo>
                  <a:cubicBezTo>
                    <a:pt x="4978" y="3935"/>
                    <a:pt x="5240" y="3292"/>
                    <a:pt x="5240" y="2602"/>
                  </a:cubicBezTo>
                  <a:cubicBezTo>
                    <a:pt x="5240" y="1911"/>
                    <a:pt x="4978" y="1268"/>
                    <a:pt x="4478" y="768"/>
                  </a:cubicBezTo>
                  <a:cubicBezTo>
                    <a:pt x="3966" y="256"/>
                    <a:pt x="3293" y="0"/>
                    <a:pt x="262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8" name="Google Shape;23468;p140"/>
            <p:cNvSpPr/>
            <p:nvPr/>
          </p:nvSpPr>
          <p:spPr>
            <a:xfrm>
              <a:off x="3376574" y="3715580"/>
              <a:ext cx="144109" cy="144109"/>
            </a:xfrm>
            <a:custGeom>
              <a:avLst/>
              <a:gdLst/>
              <a:ahLst/>
              <a:cxnLst/>
              <a:rect l="l" t="t" r="r" b="b"/>
              <a:pathLst>
                <a:path w="4454" h="4454" extrusionOk="0">
                  <a:moveTo>
                    <a:pt x="3692" y="0"/>
                  </a:moveTo>
                  <a:lnTo>
                    <a:pt x="1" y="3691"/>
                  </a:lnTo>
                  <a:cubicBezTo>
                    <a:pt x="477" y="4191"/>
                    <a:pt x="1120" y="4453"/>
                    <a:pt x="1834" y="4453"/>
                  </a:cubicBezTo>
                  <a:cubicBezTo>
                    <a:pt x="2525" y="4453"/>
                    <a:pt x="3168" y="4191"/>
                    <a:pt x="3692" y="3691"/>
                  </a:cubicBezTo>
                  <a:cubicBezTo>
                    <a:pt x="4192" y="3167"/>
                    <a:pt x="4454" y="2524"/>
                    <a:pt x="4454" y="1834"/>
                  </a:cubicBezTo>
                  <a:cubicBezTo>
                    <a:pt x="4454" y="1143"/>
                    <a:pt x="4192" y="500"/>
                    <a:pt x="3692"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9" name="Google Shape;23469;p140"/>
            <p:cNvSpPr/>
            <p:nvPr/>
          </p:nvSpPr>
          <p:spPr>
            <a:xfrm>
              <a:off x="3371171" y="3710953"/>
              <a:ext cx="129485" cy="128708"/>
            </a:xfrm>
            <a:custGeom>
              <a:avLst/>
              <a:gdLst/>
              <a:ahLst/>
              <a:cxnLst/>
              <a:rect l="l" t="t" r="r" b="b"/>
              <a:pathLst>
                <a:path w="4002" h="3978" extrusionOk="0">
                  <a:moveTo>
                    <a:pt x="2001" y="0"/>
                  </a:moveTo>
                  <a:cubicBezTo>
                    <a:pt x="1495" y="0"/>
                    <a:pt x="989" y="191"/>
                    <a:pt x="596" y="572"/>
                  </a:cubicBezTo>
                  <a:cubicBezTo>
                    <a:pt x="215" y="977"/>
                    <a:pt x="1" y="1453"/>
                    <a:pt x="1" y="1977"/>
                  </a:cubicBezTo>
                  <a:cubicBezTo>
                    <a:pt x="1" y="2525"/>
                    <a:pt x="215" y="3025"/>
                    <a:pt x="596" y="3382"/>
                  </a:cubicBezTo>
                  <a:cubicBezTo>
                    <a:pt x="1001" y="3763"/>
                    <a:pt x="1477" y="3977"/>
                    <a:pt x="2001" y="3977"/>
                  </a:cubicBezTo>
                  <a:cubicBezTo>
                    <a:pt x="2549" y="3977"/>
                    <a:pt x="3049" y="3763"/>
                    <a:pt x="3406" y="3382"/>
                  </a:cubicBezTo>
                  <a:cubicBezTo>
                    <a:pt x="3787" y="2977"/>
                    <a:pt x="4002" y="2525"/>
                    <a:pt x="4002" y="1977"/>
                  </a:cubicBezTo>
                  <a:cubicBezTo>
                    <a:pt x="4002" y="1453"/>
                    <a:pt x="3787" y="929"/>
                    <a:pt x="3406" y="572"/>
                  </a:cubicBezTo>
                  <a:cubicBezTo>
                    <a:pt x="3013" y="191"/>
                    <a:pt x="2507" y="0"/>
                    <a:pt x="2001"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0" name="Google Shape;23470;p140"/>
            <p:cNvSpPr/>
            <p:nvPr/>
          </p:nvSpPr>
          <p:spPr>
            <a:xfrm>
              <a:off x="3390455" y="3729428"/>
              <a:ext cx="110201" cy="110233"/>
            </a:xfrm>
            <a:custGeom>
              <a:avLst/>
              <a:gdLst/>
              <a:ahLst/>
              <a:cxnLst/>
              <a:rect l="l" t="t" r="r" b="b"/>
              <a:pathLst>
                <a:path w="3406" h="3407" extrusionOk="0">
                  <a:moveTo>
                    <a:pt x="2810" y="1"/>
                  </a:moveTo>
                  <a:lnTo>
                    <a:pt x="0" y="2811"/>
                  </a:lnTo>
                  <a:cubicBezTo>
                    <a:pt x="357" y="3192"/>
                    <a:pt x="881" y="3406"/>
                    <a:pt x="1405" y="3406"/>
                  </a:cubicBezTo>
                  <a:cubicBezTo>
                    <a:pt x="1953" y="3406"/>
                    <a:pt x="2453" y="3192"/>
                    <a:pt x="2810" y="2811"/>
                  </a:cubicBezTo>
                  <a:cubicBezTo>
                    <a:pt x="3191" y="2430"/>
                    <a:pt x="3406" y="1954"/>
                    <a:pt x="3406" y="1406"/>
                  </a:cubicBezTo>
                  <a:cubicBezTo>
                    <a:pt x="3406" y="882"/>
                    <a:pt x="3191" y="358"/>
                    <a:pt x="2810"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71" name="Google Shape;23471;p140"/>
          <p:cNvGrpSpPr/>
          <p:nvPr/>
        </p:nvGrpSpPr>
        <p:grpSpPr>
          <a:xfrm>
            <a:off x="2529790" y="3444698"/>
            <a:ext cx="349852" cy="345806"/>
            <a:chOff x="2529790" y="3597098"/>
            <a:chExt cx="349852" cy="345806"/>
          </a:xfrm>
        </p:grpSpPr>
        <p:sp>
          <p:nvSpPr>
            <p:cNvPr id="23472" name="Google Shape;23472;p140"/>
            <p:cNvSpPr/>
            <p:nvPr/>
          </p:nvSpPr>
          <p:spPr>
            <a:xfrm>
              <a:off x="2529790" y="3798375"/>
              <a:ext cx="144109" cy="144530"/>
            </a:xfrm>
            <a:custGeom>
              <a:avLst/>
              <a:gdLst/>
              <a:ahLst/>
              <a:cxnLst/>
              <a:rect l="l" t="t" r="r" b="b"/>
              <a:pathLst>
                <a:path w="4454" h="4467" extrusionOk="0">
                  <a:moveTo>
                    <a:pt x="2256" y="0"/>
                  </a:moveTo>
                  <a:cubicBezTo>
                    <a:pt x="2190" y="0"/>
                    <a:pt x="2124" y="19"/>
                    <a:pt x="2072" y="61"/>
                  </a:cubicBezTo>
                  <a:cubicBezTo>
                    <a:pt x="1453" y="466"/>
                    <a:pt x="905" y="1037"/>
                    <a:pt x="572" y="1680"/>
                  </a:cubicBezTo>
                  <a:cubicBezTo>
                    <a:pt x="167" y="2347"/>
                    <a:pt x="0" y="3109"/>
                    <a:pt x="0" y="3871"/>
                  </a:cubicBezTo>
                  <a:lnTo>
                    <a:pt x="0" y="4133"/>
                  </a:lnTo>
                  <a:cubicBezTo>
                    <a:pt x="0" y="4300"/>
                    <a:pt x="143" y="4466"/>
                    <a:pt x="334" y="4466"/>
                  </a:cubicBezTo>
                  <a:lnTo>
                    <a:pt x="596" y="4466"/>
                  </a:lnTo>
                  <a:cubicBezTo>
                    <a:pt x="1358" y="4466"/>
                    <a:pt x="2096" y="4276"/>
                    <a:pt x="2739" y="3871"/>
                  </a:cubicBezTo>
                  <a:cubicBezTo>
                    <a:pt x="3430" y="3514"/>
                    <a:pt x="3954" y="2966"/>
                    <a:pt x="4382" y="2347"/>
                  </a:cubicBezTo>
                  <a:cubicBezTo>
                    <a:pt x="4454" y="2228"/>
                    <a:pt x="4454" y="2085"/>
                    <a:pt x="4335" y="1966"/>
                  </a:cubicBezTo>
                  <a:lnTo>
                    <a:pt x="2477" y="84"/>
                  </a:lnTo>
                  <a:cubicBezTo>
                    <a:pt x="2424" y="31"/>
                    <a:pt x="2340" y="0"/>
                    <a:pt x="2256"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3" name="Google Shape;23473;p140"/>
            <p:cNvSpPr/>
            <p:nvPr/>
          </p:nvSpPr>
          <p:spPr>
            <a:xfrm>
              <a:off x="2532087" y="3832671"/>
              <a:ext cx="141812" cy="110233"/>
            </a:xfrm>
            <a:custGeom>
              <a:avLst/>
              <a:gdLst/>
              <a:ahLst/>
              <a:cxnLst/>
              <a:rect l="l" t="t" r="r" b="b"/>
              <a:pathLst>
                <a:path w="4383" h="3407" extrusionOk="0">
                  <a:moveTo>
                    <a:pt x="3335" y="1"/>
                  </a:moveTo>
                  <a:lnTo>
                    <a:pt x="1" y="3335"/>
                  </a:lnTo>
                  <a:cubicBezTo>
                    <a:pt x="72" y="3359"/>
                    <a:pt x="144" y="3406"/>
                    <a:pt x="215" y="3406"/>
                  </a:cubicBezTo>
                  <a:lnTo>
                    <a:pt x="501" y="3406"/>
                  </a:lnTo>
                  <a:cubicBezTo>
                    <a:pt x="1239" y="3406"/>
                    <a:pt x="2001" y="3216"/>
                    <a:pt x="2668" y="2835"/>
                  </a:cubicBezTo>
                  <a:cubicBezTo>
                    <a:pt x="3311" y="2478"/>
                    <a:pt x="3883" y="1930"/>
                    <a:pt x="4311" y="1311"/>
                  </a:cubicBezTo>
                  <a:cubicBezTo>
                    <a:pt x="4383" y="1192"/>
                    <a:pt x="4359" y="1025"/>
                    <a:pt x="4264" y="930"/>
                  </a:cubicBezTo>
                  <a:lnTo>
                    <a:pt x="3335"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4" name="Google Shape;23474;p140"/>
            <p:cNvSpPr/>
            <p:nvPr/>
          </p:nvSpPr>
          <p:spPr>
            <a:xfrm>
              <a:off x="2705475" y="3780645"/>
              <a:ext cx="113275" cy="145306"/>
            </a:xfrm>
            <a:custGeom>
              <a:avLst/>
              <a:gdLst/>
              <a:ahLst/>
              <a:cxnLst/>
              <a:rect l="l" t="t" r="r" b="b"/>
              <a:pathLst>
                <a:path w="3501" h="4491" extrusionOk="0">
                  <a:moveTo>
                    <a:pt x="3086" y="1"/>
                  </a:moveTo>
                  <a:cubicBezTo>
                    <a:pt x="3015" y="1"/>
                    <a:pt x="2951" y="31"/>
                    <a:pt x="2905" y="61"/>
                  </a:cubicBezTo>
                  <a:lnTo>
                    <a:pt x="167" y="2085"/>
                  </a:lnTo>
                  <a:cubicBezTo>
                    <a:pt x="48" y="2180"/>
                    <a:pt x="0" y="2323"/>
                    <a:pt x="72" y="2466"/>
                  </a:cubicBezTo>
                  <a:lnTo>
                    <a:pt x="1000" y="4324"/>
                  </a:lnTo>
                  <a:cubicBezTo>
                    <a:pt x="1048" y="4419"/>
                    <a:pt x="1143" y="4467"/>
                    <a:pt x="1238" y="4490"/>
                  </a:cubicBezTo>
                  <a:lnTo>
                    <a:pt x="1286" y="4490"/>
                  </a:lnTo>
                  <a:cubicBezTo>
                    <a:pt x="1381" y="4490"/>
                    <a:pt x="1477" y="4467"/>
                    <a:pt x="1500" y="4395"/>
                  </a:cubicBezTo>
                  <a:lnTo>
                    <a:pt x="2096" y="3800"/>
                  </a:lnTo>
                  <a:cubicBezTo>
                    <a:pt x="3025" y="2895"/>
                    <a:pt x="3501" y="1609"/>
                    <a:pt x="3406" y="299"/>
                  </a:cubicBezTo>
                  <a:cubicBezTo>
                    <a:pt x="3406" y="180"/>
                    <a:pt x="3310" y="85"/>
                    <a:pt x="3215" y="37"/>
                  </a:cubicBezTo>
                  <a:cubicBezTo>
                    <a:pt x="3171" y="11"/>
                    <a:pt x="3128" y="1"/>
                    <a:pt x="3086"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5" name="Google Shape;23475;p140"/>
            <p:cNvSpPr/>
            <p:nvPr/>
          </p:nvSpPr>
          <p:spPr>
            <a:xfrm>
              <a:off x="2545190" y="3655077"/>
              <a:ext cx="147215" cy="109069"/>
            </a:xfrm>
            <a:custGeom>
              <a:avLst/>
              <a:gdLst/>
              <a:ahLst/>
              <a:cxnLst/>
              <a:rect l="l" t="t" r="r" b="b"/>
              <a:pathLst>
                <a:path w="4550" h="3371" extrusionOk="0">
                  <a:moveTo>
                    <a:pt x="3887" y="1"/>
                  </a:moveTo>
                  <a:cubicBezTo>
                    <a:pt x="2696" y="1"/>
                    <a:pt x="1566" y="472"/>
                    <a:pt x="715" y="1322"/>
                  </a:cubicBezTo>
                  <a:lnTo>
                    <a:pt x="120" y="1918"/>
                  </a:lnTo>
                  <a:cubicBezTo>
                    <a:pt x="48" y="1989"/>
                    <a:pt x="1" y="2084"/>
                    <a:pt x="25" y="2180"/>
                  </a:cubicBezTo>
                  <a:cubicBezTo>
                    <a:pt x="48" y="2299"/>
                    <a:pt x="120" y="2370"/>
                    <a:pt x="215" y="2418"/>
                  </a:cubicBezTo>
                  <a:lnTo>
                    <a:pt x="2049" y="3347"/>
                  </a:lnTo>
                  <a:cubicBezTo>
                    <a:pt x="2120" y="3370"/>
                    <a:pt x="2144" y="3370"/>
                    <a:pt x="2192" y="3370"/>
                  </a:cubicBezTo>
                  <a:cubicBezTo>
                    <a:pt x="2287" y="3370"/>
                    <a:pt x="2382" y="3347"/>
                    <a:pt x="2430" y="3251"/>
                  </a:cubicBezTo>
                  <a:lnTo>
                    <a:pt x="4454" y="513"/>
                  </a:lnTo>
                  <a:cubicBezTo>
                    <a:pt x="4525" y="441"/>
                    <a:pt x="4549" y="275"/>
                    <a:pt x="4502" y="203"/>
                  </a:cubicBezTo>
                  <a:cubicBezTo>
                    <a:pt x="4430" y="108"/>
                    <a:pt x="4335" y="13"/>
                    <a:pt x="4216" y="13"/>
                  </a:cubicBezTo>
                  <a:cubicBezTo>
                    <a:pt x="4106" y="5"/>
                    <a:pt x="3996" y="1"/>
                    <a:pt x="3887"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6" name="Google Shape;23476;p140"/>
            <p:cNvSpPr/>
            <p:nvPr/>
          </p:nvSpPr>
          <p:spPr>
            <a:xfrm>
              <a:off x="2583725" y="3604605"/>
              <a:ext cx="282039" cy="282039"/>
            </a:xfrm>
            <a:custGeom>
              <a:avLst/>
              <a:gdLst/>
              <a:ahLst/>
              <a:cxnLst/>
              <a:rect l="l" t="t" r="r" b="b"/>
              <a:pathLst>
                <a:path w="8717" h="8717" extrusionOk="0">
                  <a:moveTo>
                    <a:pt x="5549" y="1"/>
                  </a:moveTo>
                  <a:cubicBezTo>
                    <a:pt x="4525" y="287"/>
                    <a:pt x="3573" y="858"/>
                    <a:pt x="2787" y="1668"/>
                  </a:cubicBezTo>
                  <a:lnTo>
                    <a:pt x="2763" y="1692"/>
                  </a:lnTo>
                  <a:cubicBezTo>
                    <a:pt x="1548" y="2906"/>
                    <a:pt x="620" y="4335"/>
                    <a:pt x="24" y="5954"/>
                  </a:cubicBezTo>
                  <a:cubicBezTo>
                    <a:pt x="0" y="6073"/>
                    <a:pt x="0" y="6193"/>
                    <a:pt x="72" y="6288"/>
                  </a:cubicBezTo>
                  <a:lnTo>
                    <a:pt x="2430" y="8622"/>
                  </a:lnTo>
                  <a:cubicBezTo>
                    <a:pt x="2501" y="8693"/>
                    <a:pt x="2572" y="8717"/>
                    <a:pt x="2644" y="8717"/>
                  </a:cubicBezTo>
                  <a:cubicBezTo>
                    <a:pt x="2668" y="8717"/>
                    <a:pt x="2691" y="8717"/>
                    <a:pt x="2763" y="8693"/>
                  </a:cubicBezTo>
                  <a:cubicBezTo>
                    <a:pt x="4358" y="8098"/>
                    <a:pt x="5787" y="7169"/>
                    <a:pt x="7026" y="5954"/>
                  </a:cubicBezTo>
                  <a:lnTo>
                    <a:pt x="7050" y="5931"/>
                  </a:lnTo>
                  <a:cubicBezTo>
                    <a:pt x="7812" y="5145"/>
                    <a:pt x="8383" y="4168"/>
                    <a:pt x="8717" y="3144"/>
                  </a:cubicBezTo>
                  <a:lnTo>
                    <a:pt x="8717" y="3144"/>
                  </a:lnTo>
                  <a:lnTo>
                    <a:pt x="8621" y="3192"/>
                  </a:lnTo>
                  <a:cubicBezTo>
                    <a:pt x="7835" y="3144"/>
                    <a:pt x="7073" y="2787"/>
                    <a:pt x="6502" y="2239"/>
                  </a:cubicBezTo>
                  <a:cubicBezTo>
                    <a:pt x="5954" y="1668"/>
                    <a:pt x="5621" y="930"/>
                    <a:pt x="5549" y="120"/>
                  </a:cubicBezTo>
                  <a:lnTo>
                    <a:pt x="5549" y="1"/>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7" name="Google Shape;23477;p140"/>
            <p:cNvSpPr/>
            <p:nvPr/>
          </p:nvSpPr>
          <p:spPr>
            <a:xfrm>
              <a:off x="2625333" y="3677046"/>
              <a:ext cx="241207" cy="210372"/>
            </a:xfrm>
            <a:custGeom>
              <a:avLst/>
              <a:gdLst/>
              <a:ahLst/>
              <a:cxnLst/>
              <a:rect l="l" t="t" r="r" b="b"/>
              <a:pathLst>
                <a:path w="7455" h="6502" extrusionOk="0">
                  <a:moveTo>
                    <a:pt x="5240" y="0"/>
                  </a:moveTo>
                  <a:lnTo>
                    <a:pt x="0" y="5240"/>
                  </a:lnTo>
                  <a:lnTo>
                    <a:pt x="1191" y="6430"/>
                  </a:lnTo>
                  <a:cubicBezTo>
                    <a:pt x="1239" y="6478"/>
                    <a:pt x="1334" y="6502"/>
                    <a:pt x="1382" y="6502"/>
                  </a:cubicBezTo>
                  <a:cubicBezTo>
                    <a:pt x="1429" y="6502"/>
                    <a:pt x="1453" y="6502"/>
                    <a:pt x="1501" y="6478"/>
                  </a:cubicBezTo>
                  <a:cubicBezTo>
                    <a:pt x="3120" y="5883"/>
                    <a:pt x="4549" y="4954"/>
                    <a:pt x="5764" y="3739"/>
                  </a:cubicBezTo>
                  <a:lnTo>
                    <a:pt x="5787" y="3715"/>
                  </a:lnTo>
                  <a:cubicBezTo>
                    <a:pt x="6573" y="2930"/>
                    <a:pt x="7145" y="1953"/>
                    <a:pt x="7454" y="953"/>
                  </a:cubicBezTo>
                  <a:lnTo>
                    <a:pt x="7335" y="953"/>
                  </a:lnTo>
                  <a:cubicBezTo>
                    <a:pt x="6549" y="905"/>
                    <a:pt x="5787" y="548"/>
                    <a:pt x="5240"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8" name="Google Shape;23478;p140"/>
            <p:cNvSpPr/>
            <p:nvPr/>
          </p:nvSpPr>
          <p:spPr>
            <a:xfrm>
              <a:off x="2757857" y="3597098"/>
              <a:ext cx="121784" cy="118516"/>
            </a:xfrm>
            <a:custGeom>
              <a:avLst/>
              <a:gdLst/>
              <a:ahLst/>
              <a:cxnLst/>
              <a:rect l="l" t="t" r="r" b="b"/>
              <a:pathLst>
                <a:path w="3764" h="3663" extrusionOk="0">
                  <a:moveTo>
                    <a:pt x="2101" y="0"/>
                  </a:moveTo>
                  <a:cubicBezTo>
                    <a:pt x="1380" y="0"/>
                    <a:pt x="675" y="122"/>
                    <a:pt x="1" y="352"/>
                  </a:cubicBezTo>
                  <a:lnTo>
                    <a:pt x="1" y="590"/>
                  </a:lnTo>
                  <a:cubicBezTo>
                    <a:pt x="24" y="1400"/>
                    <a:pt x="382" y="2138"/>
                    <a:pt x="953" y="2710"/>
                  </a:cubicBezTo>
                  <a:cubicBezTo>
                    <a:pt x="1525" y="3257"/>
                    <a:pt x="2263" y="3591"/>
                    <a:pt x="3073" y="3662"/>
                  </a:cubicBezTo>
                  <a:lnTo>
                    <a:pt x="3311" y="3662"/>
                  </a:lnTo>
                  <a:cubicBezTo>
                    <a:pt x="3668" y="2590"/>
                    <a:pt x="3763" y="1447"/>
                    <a:pt x="3549" y="352"/>
                  </a:cubicBezTo>
                  <a:cubicBezTo>
                    <a:pt x="3501" y="233"/>
                    <a:pt x="3430" y="114"/>
                    <a:pt x="3311" y="114"/>
                  </a:cubicBezTo>
                  <a:cubicBezTo>
                    <a:pt x="2904" y="37"/>
                    <a:pt x="2500" y="0"/>
                    <a:pt x="2101"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9" name="Google Shape;23479;p140"/>
            <p:cNvSpPr/>
            <p:nvPr/>
          </p:nvSpPr>
          <p:spPr>
            <a:xfrm>
              <a:off x="2787915" y="3601531"/>
              <a:ext cx="90173" cy="112531"/>
            </a:xfrm>
            <a:custGeom>
              <a:avLst/>
              <a:gdLst/>
              <a:ahLst/>
              <a:cxnLst/>
              <a:rect l="l" t="t" r="r" b="b"/>
              <a:pathLst>
                <a:path w="2787" h="3478" extrusionOk="0">
                  <a:moveTo>
                    <a:pt x="2501" y="1"/>
                  </a:moveTo>
                  <a:lnTo>
                    <a:pt x="0" y="2525"/>
                  </a:lnTo>
                  <a:cubicBezTo>
                    <a:pt x="572" y="3096"/>
                    <a:pt x="1310" y="3430"/>
                    <a:pt x="2120" y="3477"/>
                  </a:cubicBezTo>
                  <a:lnTo>
                    <a:pt x="2358" y="3477"/>
                  </a:lnTo>
                  <a:cubicBezTo>
                    <a:pt x="2715" y="2453"/>
                    <a:pt x="2787" y="1310"/>
                    <a:pt x="2596" y="167"/>
                  </a:cubicBezTo>
                  <a:cubicBezTo>
                    <a:pt x="2596" y="120"/>
                    <a:pt x="2548" y="72"/>
                    <a:pt x="250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0" name="Google Shape;23480;p140"/>
            <p:cNvSpPr/>
            <p:nvPr/>
          </p:nvSpPr>
          <p:spPr>
            <a:xfrm>
              <a:off x="2699295" y="3686299"/>
              <a:ext cx="86323" cy="87100"/>
            </a:xfrm>
            <a:custGeom>
              <a:avLst/>
              <a:gdLst/>
              <a:ahLst/>
              <a:cxnLst/>
              <a:rect l="l" t="t" r="r" b="b"/>
              <a:pathLst>
                <a:path w="2668" h="2692" extrusionOk="0">
                  <a:moveTo>
                    <a:pt x="1334" y="0"/>
                  </a:moveTo>
                  <a:cubicBezTo>
                    <a:pt x="977" y="0"/>
                    <a:pt x="644" y="119"/>
                    <a:pt x="382" y="381"/>
                  </a:cubicBezTo>
                  <a:cubicBezTo>
                    <a:pt x="143" y="619"/>
                    <a:pt x="1" y="977"/>
                    <a:pt x="1" y="1334"/>
                  </a:cubicBezTo>
                  <a:cubicBezTo>
                    <a:pt x="1" y="1691"/>
                    <a:pt x="120" y="2024"/>
                    <a:pt x="382" y="2286"/>
                  </a:cubicBezTo>
                  <a:cubicBezTo>
                    <a:pt x="620" y="2524"/>
                    <a:pt x="977" y="2691"/>
                    <a:pt x="1334" y="2691"/>
                  </a:cubicBezTo>
                  <a:cubicBezTo>
                    <a:pt x="1691" y="2691"/>
                    <a:pt x="2049" y="2572"/>
                    <a:pt x="2287" y="2286"/>
                  </a:cubicBezTo>
                  <a:cubicBezTo>
                    <a:pt x="2525" y="2048"/>
                    <a:pt x="2668" y="1691"/>
                    <a:pt x="2668" y="1334"/>
                  </a:cubicBezTo>
                  <a:cubicBezTo>
                    <a:pt x="2668" y="977"/>
                    <a:pt x="2549" y="667"/>
                    <a:pt x="2287" y="381"/>
                  </a:cubicBezTo>
                  <a:cubicBezTo>
                    <a:pt x="2049" y="143"/>
                    <a:pt x="1691" y="0"/>
                    <a:pt x="1334"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1" name="Google Shape;23481;p140"/>
            <p:cNvSpPr/>
            <p:nvPr/>
          </p:nvSpPr>
          <p:spPr>
            <a:xfrm>
              <a:off x="2592978" y="3772006"/>
              <a:ext cx="107904" cy="106157"/>
            </a:xfrm>
            <a:custGeom>
              <a:avLst/>
              <a:gdLst/>
              <a:ahLst/>
              <a:cxnLst/>
              <a:rect l="l" t="t" r="r" b="b"/>
              <a:pathLst>
                <a:path w="3335" h="3281" extrusionOk="0">
                  <a:moveTo>
                    <a:pt x="2992" y="0"/>
                  </a:moveTo>
                  <a:cubicBezTo>
                    <a:pt x="2912" y="0"/>
                    <a:pt x="2834" y="30"/>
                    <a:pt x="2787" y="90"/>
                  </a:cubicBezTo>
                  <a:lnTo>
                    <a:pt x="119" y="2733"/>
                  </a:lnTo>
                  <a:cubicBezTo>
                    <a:pt x="0" y="2852"/>
                    <a:pt x="0" y="3067"/>
                    <a:pt x="119" y="3186"/>
                  </a:cubicBezTo>
                  <a:cubicBezTo>
                    <a:pt x="191" y="3257"/>
                    <a:pt x="238" y="3281"/>
                    <a:pt x="334" y="3281"/>
                  </a:cubicBezTo>
                  <a:cubicBezTo>
                    <a:pt x="429" y="3281"/>
                    <a:pt x="524" y="3257"/>
                    <a:pt x="572" y="3186"/>
                  </a:cubicBezTo>
                  <a:lnTo>
                    <a:pt x="3215" y="542"/>
                  </a:lnTo>
                  <a:cubicBezTo>
                    <a:pt x="3334" y="423"/>
                    <a:pt x="3334" y="209"/>
                    <a:pt x="3215" y="90"/>
                  </a:cubicBezTo>
                  <a:cubicBezTo>
                    <a:pt x="3156" y="30"/>
                    <a:pt x="3072" y="0"/>
                    <a:pt x="2992"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2" name="Google Shape;23482;p140"/>
            <p:cNvSpPr/>
            <p:nvPr/>
          </p:nvSpPr>
          <p:spPr>
            <a:xfrm>
              <a:off x="2711623" y="3698626"/>
              <a:ext cx="73996" cy="74772"/>
            </a:xfrm>
            <a:custGeom>
              <a:avLst/>
              <a:gdLst/>
              <a:ahLst/>
              <a:cxnLst/>
              <a:rect l="l" t="t" r="r" b="b"/>
              <a:pathLst>
                <a:path w="2287" h="2311" extrusionOk="0">
                  <a:moveTo>
                    <a:pt x="1906" y="0"/>
                  </a:moveTo>
                  <a:lnTo>
                    <a:pt x="1" y="1905"/>
                  </a:lnTo>
                  <a:cubicBezTo>
                    <a:pt x="263" y="2167"/>
                    <a:pt x="596" y="2310"/>
                    <a:pt x="953" y="2310"/>
                  </a:cubicBezTo>
                  <a:cubicBezTo>
                    <a:pt x="1310" y="2310"/>
                    <a:pt x="1668" y="2143"/>
                    <a:pt x="1906" y="1905"/>
                  </a:cubicBezTo>
                  <a:cubicBezTo>
                    <a:pt x="2168" y="1643"/>
                    <a:pt x="2287" y="1310"/>
                    <a:pt x="2287" y="953"/>
                  </a:cubicBezTo>
                  <a:cubicBezTo>
                    <a:pt x="2287" y="596"/>
                    <a:pt x="2144" y="238"/>
                    <a:pt x="1906"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3" name="Google Shape;23483;p140"/>
            <p:cNvSpPr/>
            <p:nvPr/>
          </p:nvSpPr>
          <p:spPr>
            <a:xfrm>
              <a:off x="2596828" y="3774886"/>
              <a:ext cx="103277" cy="103277"/>
            </a:xfrm>
            <a:custGeom>
              <a:avLst/>
              <a:gdLst/>
              <a:ahLst/>
              <a:cxnLst/>
              <a:rect l="l" t="t" r="r" b="b"/>
              <a:pathLst>
                <a:path w="3192" h="3192" extrusionOk="0">
                  <a:moveTo>
                    <a:pt x="3072" y="1"/>
                  </a:moveTo>
                  <a:lnTo>
                    <a:pt x="0" y="3097"/>
                  </a:lnTo>
                  <a:cubicBezTo>
                    <a:pt x="72" y="3168"/>
                    <a:pt x="167" y="3192"/>
                    <a:pt x="215" y="3192"/>
                  </a:cubicBezTo>
                  <a:cubicBezTo>
                    <a:pt x="286" y="3192"/>
                    <a:pt x="358" y="3168"/>
                    <a:pt x="429" y="3097"/>
                  </a:cubicBezTo>
                  <a:lnTo>
                    <a:pt x="3072" y="453"/>
                  </a:lnTo>
                  <a:cubicBezTo>
                    <a:pt x="3191" y="334"/>
                    <a:pt x="3191" y="120"/>
                    <a:pt x="3072"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4" name="Google Shape;23484;p140"/>
            <p:cNvSpPr/>
            <p:nvPr/>
          </p:nvSpPr>
          <p:spPr>
            <a:xfrm>
              <a:off x="2719323" y="3706327"/>
              <a:ext cx="46268" cy="46268"/>
            </a:xfrm>
            <a:custGeom>
              <a:avLst/>
              <a:gdLst/>
              <a:ahLst/>
              <a:cxnLst/>
              <a:rect l="l" t="t" r="r" b="b"/>
              <a:pathLst>
                <a:path w="1430" h="1430" extrusionOk="0">
                  <a:moveTo>
                    <a:pt x="715" y="0"/>
                  </a:moveTo>
                  <a:cubicBezTo>
                    <a:pt x="549" y="0"/>
                    <a:pt x="358" y="72"/>
                    <a:pt x="215" y="215"/>
                  </a:cubicBezTo>
                  <a:cubicBezTo>
                    <a:pt x="96" y="334"/>
                    <a:pt x="1" y="524"/>
                    <a:pt x="1" y="715"/>
                  </a:cubicBezTo>
                  <a:cubicBezTo>
                    <a:pt x="1" y="905"/>
                    <a:pt x="72" y="1072"/>
                    <a:pt x="215" y="1239"/>
                  </a:cubicBezTo>
                  <a:cubicBezTo>
                    <a:pt x="334" y="1358"/>
                    <a:pt x="501" y="1429"/>
                    <a:pt x="715" y="1429"/>
                  </a:cubicBezTo>
                  <a:cubicBezTo>
                    <a:pt x="930" y="1429"/>
                    <a:pt x="1096" y="1358"/>
                    <a:pt x="1215" y="1239"/>
                  </a:cubicBezTo>
                  <a:cubicBezTo>
                    <a:pt x="1334" y="1120"/>
                    <a:pt x="1430" y="929"/>
                    <a:pt x="1430" y="715"/>
                  </a:cubicBezTo>
                  <a:cubicBezTo>
                    <a:pt x="1430" y="548"/>
                    <a:pt x="1358" y="358"/>
                    <a:pt x="1215" y="215"/>
                  </a:cubicBezTo>
                  <a:cubicBezTo>
                    <a:pt x="1096" y="96"/>
                    <a:pt x="930" y="0"/>
                    <a:pt x="715"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5" name="Google Shape;23485;p140"/>
            <p:cNvSpPr/>
            <p:nvPr/>
          </p:nvSpPr>
          <p:spPr>
            <a:xfrm>
              <a:off x="2726279" y="3713251"/>
              <a:ext cx="39311" cy="39344"/>
            </a:xfrm>
            <a:custGeom>
              <a:avLst/>
              <a:gdLst/>
              <a:ahLst/>
              <a:cxnLst/>
              <a:rect l="l" t="t" r="r" b="b"/>
              <a:pathLst>
                <a:path w="1215" h="1216" extrusionOk="0">
                  <a:moveTo>
                    <a:pt x="1000" y="1"/>
                  </a:moveTo>
                  <a:lnTo>
                    <a:pt x="0" y="1025"/>
                  </a:lnTo>
                  <a:cubicBezTo>
                    <a:pt x="143" y="1168"/>
                    <a:pt x="334" y="1215"/>
                    <a:pt x="500" y="1215"/>
                  </a:cubicBezTo>
                  <a:cubicBezTo>
                    <a:pt x="715" y="1215"/>
                    <a:pt x="881" y="1120"/>
                    <a:pt x="1000" y="1025"/>
                  </a:cubicBezTo>
                  <a:cubicBezTo>
                    <a:pt x="1143" y="858"/>
                    <a:pt x="1215" y="691"/>
                    <a:pt x="1215" y="501"/>
                  </a:cubicBezTo>
                  <a:cubicBezTo>
                    <a:pt x="1215" y="310"/>
                    <a:pt x="1119" y="120"/>
                    <a:pt x="1000"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86" name="Google Shape;23486;p140"/>
          <p:cNvGrpSpPr/>
          <p:nvPr/>
        </p:nvGrpSpPr>
        <p:grpSpPr>
          <a:xfrm>
            <a:off x="1774698" y="3444504"/>
            <a:ext cx="346746" cy="346781"/>
            <a:chOff x="1774698" y="3596904"/>
            <a:chExt cx="346746" cy="346781"/>
          </a:xfrm>
        </p:grpSpPr>
        <p:sp>
          <p:nvSpPr>
            <p:cNvPr id="23487" name="Google Shape;23487;p140"/>
            <p:cNvSpPr/>
            <p:nvPr/>
          </p:nvSpPr>
          <p:spPr>
            <a:xfrm>
              <a:off x="1837110" y="3596904"/>
              <a:ext cx="223476" cy="346781"/>
            </a:xfrm>
            <a:custGeom>
              <a:avLst/>
              <a:gdLst/>
              <a:ahLst/>
              <a:cxnLst/>
              <a:rect l="l" t="t" r="r" b="b"/>
              <a:pathLst>
                <a:path w="6907" h="10718" extrusionOk="0">
                  <a:moveTo>
                    <a:pt x="1167" y="1"/>
                  </a:moveTo>
                  <a:cubicBezTo>
                    <a:pt x="548" y="1"/>
                    <a:pt x="0" y="501"/>
                    <a:pt x="0" y="1144"/>
                  </a:cubicBezTo>
                  <a:lnTo>
                    <a:pt x="0" y="9550"/>
                  </a:lnTo>
                  <a:cubicBezTo>
                    <a:pt x="0" y="10169"/>
                    <a:pt x="500" y="10717"/>
                    <a:pt x="1167" y="10717"/>
                  </a:cubicBezTo>
                  <a:lnTo>
                    <a:pt x="5739" y="10717"/>
                  </a:lnTo>
                  <a:cubicBezTo>
                    <a:pt x="6382" y="10717"/>
                    <a:pt x="6906" y="10193"/>
                    <a:pt x="6906" y="9550"/>
                  </a:cubicBezTo>
                  <a:lnTo>
                    <a:pt x="6906" y="1144"/>
                  </a:lnTo>
                  <a:cubicBezTo>
                    <a:pt x="6883" y="501"/>
                    <a:pt x="6382" y="1"/>
                    <a:pt x="573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8" name="Google Shape;23488;p140"/>
            <p:cNvSpPr/>
            <p:nvPr/>
          </p:nvSpPr>
          <p:spPr>
            <a:xfrm>
              <a:off x="1948830" y="3596904"/>
              <a:ext cx="111754" cy="345228"/>
            </a:xfrm>
            <a:custGeom>
              <a:avLst/>
              <a:gdLst/>
              <a:ahLst/>
              <a:cxnLst/>
              <a:rect l="l" t="t" r="r" b="b"/>
              <a:pathLst>
                <a:path w="3454" h="10670" extrusionOk="0">
                  <a:moveTo>
                    <a:pt x="0" y="1"/>
                  </a:moveTo>
                  <a:lnTo>
                    <a:pt x="0" y="10670"/>
                  </a:lnTo>
                  <a:lnTo>
                    <a:pt x="2286" y="10670"/>
                  </a:lnTo>
                  <a:cubicBezTo>
                    <a:pt x="2929" y="10670"/>
                    <a:pt x="3453" y="10169"/>
                    <a:pt x="3453" y="9526"/>
                  </a:cubicBezTo>
                  <a:lnTo>
                    <a:pt x="3453" y="1120"/>
                  </a:lnTo>
                  <a:cubicBezTo>
                    <a:pt x="3430" y="501"/>
                    <a:pt x="2929" y="1"/>
                    <a:pt x="2286"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9" name="Google Shape;23489;p140"/>
            <p:cNvSpPr/>
            <p:nvPr/>
          </p:nvSpPr>
          <p:spPr>
            <a:xfrm>
              <a:off x="1857137" y="3616187"/>
              <a:ext cx="183420" cy="238877"/>
            </a:xfrm>
            <a:custGeom>
              <a:avLst/>
              <a:gdLst/>
              <a:ahLst/>
              <a:cxnLst/>
              <a:rect l="l" t="t" r="r" b="b"/>
              <a:pathLst>
                <a:path w="5669" h="7383" extrusionOk="0">
                  <a:moveTo>
                    <a:pt x="548" y="0"/>
                  </a:moveTo>
                  <a:cubicBezTo>
                    <a:pt x="239" y="0"/>
                    <a:pt x="0" y="238"/>
                    <a:pt x="0" y="524"/>
                  </a:cubicBezTo>
                  <a:lnTo>
                    <a:pt x="0" y="7382"/>
                  </a:lnTo>
                  <a:lnTo>
                    <a:pt x="5668" y="7382"/>
                  </a:lnTo>
                  <a:lnTo>
                    <a:pt x="5668" y="524"/>
                  </a:lnTo>
                  <a:cubicBezTo>
                    <a:pt x="5668" y="238"/>
                    <a:pt x="5430" y="0"/>
                    <a:pt x="5120" y="0"/>
                  </a:cubicBezTo>
                  <a:close/>
                </a:path>
              </a:pathLst>
            </a:custGeom>
            <a:solidFill>
              <a:srgbClr val="E8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0" name="Google Shape;23490;p140"/>
            <p:cNvSpPr/>
            <p:nvPr/>
          </p:nvSpPr>
          <p:spPr>
            <a:xfrm>
              <a:off x="1948830" y="3616932"/>
              <a:ext cx="91726" cy="238133"/>
            </a:xfrm>
            <a:custGeom>
              <a:avLst/>
              <a:gdLst/>
              <a:ahLst/>
              <a:cxnLst/>
              <a:rect l="l" t="t" r="r" b="b"/>
              <a:pathLst>
                <a:path w="2835" h="7360" extrusionOk="0">
                  <a:moveTo>
                    <a:pt x="0" y="1"/>
                  </a:moveTo>
                  <a:lnTo>
                    <a:pt x="0" y="7359"/>
                  </a:lnTo>
                  <a:lnTo>
                    <a:pt x="2834" y="7359"/>
                  </a:lnTo>
                  <a:lnTo>
                    <a:pt x="2834" y="501"/>
                  </a:lnTo>
                  <a:cubicBezTo>
                    <a:pt x="2810" y="215"/>
                    <a:pt x="2572" y="1"/>
                    <a:pt x="2286"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1" name="Google Shape;23491;p140"/>
            <p:cNvSpPr/>
            <p:nvPr/>
          </p:nvSpPr>
          <p:spPr>
            <a:xfrm>
              <a:off x="1774698" y="3722504"/>
              <a:ext cx="155660" cy="110201"/>
            </a:xfrm>
            <a:custGeom>
              <a:avLst/>
              <a:gdLst/>
              <a:ahLst/>
              <a:cxnLst/>
              <a:rect l="l" t="t" r="r" b="b"/>
              <a:pathLst>
                <a:path w="4811" h="3406" extrusionOk="0">
                  <a:moveTo>
                    <a:pt x="334" y="0"/>
                  </a:moveTo>
                  <a:cubicBezTo>
                    <a:pt x="143" y="0"/>
                    <a:pt x="0" y="167"/>
                    <a:pt x="0" y="334"/>
                  </a:cubicBezTo>
                  <a:lnTo>
                    <a:pt x="0" y="2429"/>
                  </a:lnTo>
                  <a:cubicBezTo>
                    <a:pt x="0" y="2596"/>
                    <a:pt x="143" y="2763"/>
                    <a:pt x="334" y="2763"/>
                  </a:cubicBezTo>
                  <a:lnTo>
                    <a:pt x="3382" y="2763"/>
                  </a:lnTo>
                  <a:lnTo>
                    <a:pt x="4382" y="3358"/>
                  </a:lnTo>
                  <a:cubicBezTo>
                    <a:pt x="4406" y="3382"/>
                    <a:pt x="4454" y="3406"/>
                    <a:pt x="4525" y="3406"/>
                  </a:cubicBezTo>
                  <a:cubicBezTo>
                    <a:pt x="4620" y="3406"/>
                    <a:pt x="4668" y="3382"/>
                    <a:pt x="4739" y="3263"/>
                  </a:cubicBezTo>
                  <a:cubicBezTo>
                    <a:pt x="4787" y="3192"/>
                    <a:pt x="4811" y="3144"/>
                    <a:pt x="4811" y="3049"/>
                  </a:cubicBezTo>
                  <a:lnTo>
                    <a:pt x="4811" y="334"/>
                  </a:lnTo>
                  <a:cubicBezTo>
                    <a:pt x="4811" y="167"/>
                    <a:pt x="4668" y="0"/>
                    <a:pt x="4501"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2" name="Google Shape;23492;p140"/>
            <p:cNvSpPr/>
            <p:nvPr/>
          </p:nvSpPr>
          <p:spPr>
            <a:xfrm>
              <a:off x="1922623" y="3888935"/>
              <a:ext cx="49341" cy="20060"/>
            </a:xfrm>
            <a:custGeom>
              <a:avLst/>
              <a:gdLst/>
              <a:ahLst/>
              <a:cxnLst/>
              <a:rect l="l" t="t" r="r" b="b"/>
              <a:pathLst>
                <a:path w="1525" h="620" extrusionOk="0">
                  <a:moveTo>
                    <a:pt x="334" y="0"/>
                  </a:moveTo>
                  <a:cubicBezTo>
                    <a:pt x="167" y="0"/>
                    <a:pt x="1" y="167"/>
                    <a:pt x="48" y="358"/>
                  </a:cubicBezTo>
                  <a:cubicBezTo>
                    <a:pt x="72" y="500"/>
                    <a:pt x="215" y="619"/>
                    <a:pt x="358" y="619"/>
                  </a:cubicBezTo>
                  <a:lnTo>
                    <a:pt x="1191" y="619"/>
                  </a:lnTo>
                  <a:cubicBezTo>
                    <a:pt x="1382" y="619"/>
                    <a:pt x="1525" y="477"/>
                    <a:pt x="1501" y="262"/>
                  </a:cubicBezTo>
                  <a:cubicBezTo>
                    <a:pt x="1477" y="119"/>
                    <a:pt x="1310" y="0"/>
                    <a:pt x="1168"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3" name="Google Shape;23493;p140"/>
            <p:cNvSpPr/>
            <p:nvPr/>
          </p:nvSpPr>
          <p:spPr>
            <a:xfrm>
              <a:off x="1948054" y="3888935"/>
              <a:ext cx="23910" cy="20060"/>
            </a:xfrm>
            <a:custGeom>
              <a:avLst/>
              <a:gdLst/>
              <a:ahLst/>
              <a:cxnLst/>
              <a:rect l="l" t="t" r="r" b="b"/>
              <a:pathLst>
                <a:path w="739" h="620" extrusionOk="0">
                  <a:moveTo>
                    <a:pt x="0" y="0"/>
                  </a:moveTo>
                  <a:lnTo>
                    <a:pt x="0" y="619"/>
                  </a:lnTo>
                  <a:lnTo>
                    <a:pt x="405" y="619"/>
                  </a:lnTo>
                  <a:cubicBezTo>
                    <a:pt x="596" y="619"/>
                    <a:pt x="739" y="477"/>
                    <a:pt x="715" y="262"/>
                  </a:cubicBezTo>
                  <a:cubicBezTo>
                    <a:pt x="715" y="119"/>
                    <a:pt x="596" y="0"/>
                    <a:pt x="405"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4" name="Google Shape;23494;p140"/>
            <p:cNvSpPr/>
            <p:nvPr/>
          </p:nvSpPr>
          <p:spPr>
            <a:xfrm>
              <a:off x="1990438" y="3888935"/>
              <a:ext cx="35461" cy="20060"/>
            </a:xfrm>
            <a:custGeom>
              <a:avLst/>
              <a:gdLst/>
              <a:ahLst/>
              <a:cxnLst/>
              <a:rect l="l" t="t" r="r" b="b"/>
              <a:pathLst>
                <a:path w="1096" h="620" extrusionOk="0">
                  <a:moveTo>
                    <a:pt x="334" y="0"/>
                  </a:moveTo>
                  <a:cubicBezTo>
                    <a:pt x="143" y="0"/>
                    <a:pt x="0" y="167"/>
                    <a:pt x="24" y="358"/>
                  </a:cubicBezTo>
                  <a:cubicBezTo>
                    <a:pt x="48" y="500"/>
                    <a:pt x="215" y="619"/>
                    <a:pt x="358" y="619"/>
                  </a:cubicBezTo>
                  <a:lnTo>
                    <a:pt x="762" y="619"/>
                  </a:lnTo>
                  <a:cubicBezTo>
                    <a:pt x="977" y="619"/>
                    <a:pt x="1096" y="477"/>
                    <a:pt x="1072" y="262"/>
                  </a:cubicBezTo>
                  <a:cubicBezTo>
                    <a:pt x="1048" y="119"/>
                    <a:pt x="881" y="0"/>
                    <a:pt x="739"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5" name="Google Shape;23495;p140"/>
            <p:cNvSpPr/>
            <p:nvPr/>
          </p:nvSpPr>
          <p:spPr>
            <a:xfrm>
              <a:off x="1868688" y="3888935"/>
              <a:ext cx="36238" cy="20060"/>
            </a:xfrm>
            <a:custGeom>
              <a:avLst/>
              <a:gdLst/>
              <a:ahLst/>
              <a:cxnLst/>
              <a:rect l="l" t="t" r="r" b="b"/>
              <a:pathLst>
                <a:path w="1120" h="620" extrusionOk="0">
                  <a:moveTo>
                    <a:pt x="334" y="0"/>
                  </a:moveTo>
                  <a:cubicBezTo>
                    <a:pt x="167" y="0"/>
                    <a:pt x="1" y="167"/>
                    <a:pt x="48" y="358"/>
                  </a:cubicBezTo>
                  <a:cubicBezTo>
                    <a:pt x="72" y="500"/>
                    <a:pt x="215" y="619"/>
                    <a:pt x="358" y="619"/>
                  </a:cubicBezTo>
                  <a:lnTo>
                    <a:pt x="786" y="619"/>
                  </a:lnTo>
                  <a:cubicBezTo>
                    <a:pt x="953" y="619"/>
                    <a:pt x="1120" y="477"/>
                    <a:pt x="1072" y="262"/>
                  </a:cubicBezTo>
                  <a:cubicBezTo>
                    <a:pt x="1048" y="119"/>
                    <a:pt x="906" y="0"/>
                    <a:pt x="763"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6" name="Google Shape;23496;p140"/>
            <p:cNvSpPr/>
            <p:nvPr/>
          </p:nvSpPr>
          <p:spPr>
            <a:xfrm>
              <a:off x="1965008" y="3636991"/>
              <a:ext cx="156436" cy="107904"/>
            </a:xfrm>
            <a:custGeom>
              <a:avLst/>
              <a:gdLst/>
              <a:ahLst/>
              <a:cxnLst/>
              <a:rect l="l" t="t" r="r" b="b"/>
              <a:pathLst>
                <a:path w="4835" h="3335" extrusionOk="0">
                  <a:moveTo>
                    <a:pt x="334" y="0"/>
                  </a:moveTo>
                  <a:cubicBezTo>
                    <a:pt x="167" y="0"/>
                    <a:pt x="0" y="167"/>
                    <a:pt x="0" y="333"/>
                  </a:cubicBezTo>
                  <a:lnTo>
                    <a:pt x="0" y="3048"/>
                  </a:lnTo>
                  <a:cubicBezTo>
                    <a:pt x="0" y="3096"/>
                    <a:pt x="48" y="3191"/>
                    <a:pt x="96" y="3263"/>
                  </a:cubicBezTo>
                  <a:cubicBezTo>
                    <a:pt x="167" y="3310"/>
                    <a:pt x="239" y="3334"/>
                    <a:pt x="334" y="3334"/>
                  </a:cubicBezTo>
                  <a:lnTo>
                    <a:pt x="477" y="3334"/>
                  </a:lnTo>
                  <a:lnTo>
                    <a:pt x="1477" y="2739"/>
                  </a:lnTo>
                  <a:lnTo>
                    <a:pt x="4501" y="2739"/>
                  </a:lnTo>
                  <a:cubicBezTo>
                    <a:pt x="4668" y="2739"/>
                    <a:pt x="4835" y="2596"/>
                    <a:pt x="4835" y="2429"/>
                  </a:cubicBezTo>
                  <a:lnTo>
                    <a:pt x="4835" y="333"/>
                  </a:lnTo>
                  <a:cubicBezTo>
                    <a:pt x="4835" y="167"/>
                    <a:pt x="4668" y="0"/>
                    <a:pt x="450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7" name="Google Shape;23497;p140"/>
            <p:cNvSpPr/>
            <p:nvPr/>
          </p:nvSpPr>
          <p:spPr>
            <a:xfrm>
              <a:off x="2005063" y="3670866"/>
              <a:ext cx="75549" cy="20092"/>
            </a:xfrm>
            <a:custGeom>
              <a:avLst/>
              <a:gdLst/>
              <a:ahLst/>
              <a:cxnLst/>
              <a:rect l="l" t="t" r="r" b="b"/>
              <a:pathLst>
                <a:path w="2335" h="621" extrusionOk="0">
                  <a:moveTo>
                    <a:pt x="310" y="1"/>
                  </a:moveTo>
                  <a:cubicBezTo>
                    <a:pt x="144" y="1"/>
                    <a:pt x="1" y="191"/>
                    <a:pt x="25" y="358"/>
                  </a:cubicBezTo>
                  <a:cubicBezTo>
                    <a:pt x="48" y="501"/>
                    <a:pt x="191" y="620"/>
                    <a:pt x="358" y="620"/>
                  </a:cubicBezTo>
                  <a:lnTo>
                    <a:pt x="2025" y="620"/>
                  </a:lnTo>
                  <a:cubicBezTo>
                    <a:pt x="2192" y="620"/>
                    <a:pt x="2335" y="453"/>
                    <a:pt x="2311" y="263"/>
                  </a:cubicBezTo>
                  <a:cubicBezTo>
                    <a:pt x="2287" y="120"/>
                    <a:pt x="2144" y="1"/>
                    <a:pt x="1977" y="1"/>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8" name="Google Shape;23498;p140"/>
            <p:cNvSpPr/>
            <p:nvPr/>
          </p:nvSpPr>
          <p:spPr>
            <a:xfrm>
              <a:off x="1813976" y="3758708"/>
              <a:ext cx="76325" cy="20060"/>
            </a:xfrm>
            <a:custGeom>
              <a:avLst/>
              <a:gdLst/>
              <a:ahLst/>
              <a:cxnLst/>
              <a:rect l="l" t="t" r="r" b="b"/>
              <a:pathLst>
                <a:path w="2359" h="620" extrusionOk="0">
                  <a:moveTo>
                    <a:pt x="334" y="1"/>
                  </a:moveTo>
                  <a:cubicBezTo>
                    <a:pt x="144" y="1"/>
                    <a:pt x="1" y="167"/>
                    <a:pt x="25" y="358"/>
                  </a:cubicBezTo>
                  <a:cubicBezTo>
                    <a:pt x="72" y="501"/>
                    <a:pt x="215" y="620"/>
                    <a:pt x="358" y="620"/>
                  </a:cubicBezTo>
                  <a:lnTo>
                    <a:pt x="2025" y="620"/>
                  </a:lnTo>
                  <a:cubicBezTo>
                    <a:pt x="2216" y="620"/>
                    <a:pt x="2358" y="477"/>
                    <a:pt x="2335" y="263"/>
                  </a:cubicBezTo>
                  <a:cubicBezTo>
                    <a:pt x="2287" y="120"/>
                    <a:pt x="2144" y="1"/>
                    <a:pt x="2001"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99" name="Google Shape;23499;p140"/>
          <p:cNvGrpSpPr/>
          <p:nvPr/>
        </p:nvGrpSpPr>
        <p:grpSpPr>
          <a:xfrm>
            <a:off x="1028005" y="3449305"/>
            <a:ext cx="349837" cy="346731"/>
            <a:chOff x="1052468" y="3799167"/>
            <a:chExt cx="322281" cy="319420"/>
          </a:xfrm>
        </p:grpSpPr>
        <p:sp>
          <p:nvSpPr>
            <p:cNvPr id="23500" name="Google Shape;23500;p140"/>
            <p:cNvSpPr/>
            <p:nvPr/>
          </p:nvSpPr>
          <p:spPr>
            <a:xfrm>
              <a:off x="1290968" y="4020618"/>
              <a:ext cx="83782" cy="97969"/>
            </a:xfrm>
            <a:custGeom>
              <a:avLst/>
              <a:gdLst/>
              <a:ahLst/>
              <a:cxnLst/>
              <a:rect l="l" t="t" r="r" b="b"/>
              <a:pathLst>
                <a:path w="2811" h="3287" extrusionOk="0">
                  <a:moveTo>
                    <a:pt x="334" y="0"/>
                  </a:moveTo>
                  <a:cubicBezTo>
                    <a:pt x="167" y="0"/>
                    <a:pt x="1" y="167"/>
                    <a:pt x="1" y="334"/>
                  </a:cubicBezTo>
                  <a:lnTo>
                    <a:pt x="1" y="1310"/>
                  </a:lnTo>
                  <a:cubicBezTo>
                    <a:pt x="1" y="1382"/>
                    <a:pt x="48" y="1453"/>
                    <a:pt x="72" y="1501"/>
                  </a:cubicBezTo>
                  <a:lnTo>
                    <a:pt x="1168" y="3144"/>
                  </a:lnTo>
                  <a:cubicBezTo>
                    <a:pt x="1239" y="3239"/>
                    <a:pt x="1310" y="3287"/>
                    <a:pt x="1430" y="3287"/>
                  </a:cubicBezTo>
                  <a:lnTo>
                    <a:pt x="2477" y="3287"/>
                  </a:lnTo>
                  <a:cubicBezTo>
                    <a:pt x="2525" y="3287"/>
                    <a:pt x="2596" y="3263"/>
                    <a:pt x="2644" y="3239"/>
                  </a:cubicBezTo>
                  <a:cubicBezTo>
                    <a:pt x="2787" y="3168"/>
                    <a:pt x="2811" y="3025"/>
                    <a:pt x="2739" y="2834"/>
                  </a:cubicBezTo>
                  <a:lnTo>
                    <a:pt x="1882" y="215"/>
                  </a:lnTo>
                  <a:cubicBezTo>
                    <a:pt x="1858" y="96"/>
                    <a:pt x="1739" y="0"/>
                    <a:pt x="159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1" name="Google Shape;23501;p140"/>
            <p:cNvSpPr/>
            <p:nvPr/>
          </p:nvSpPr>
          <p:spPr>
            <a:xfrm>
              <a:off x="1129842" y="4022019"/>
              <a:ext cx="83096" cy="96568"/>
            </a:xfrm>
            <a:custGeom>
              <a:avLst/>
              <a:gdLst/>
              <a:ahLst/>
              <a:cxnLst/>
              <a:rect l="l" t="t" r="r" b="b"/>
              <a:pathLst>
                <a:path w="2788" h="3240" extrusionOk="0">
                  <a:moveTo>
                    <a:pt x="1215" y="1"/>
                  </a:moveTo>
                  <a:cubicBezTo>
                    <a:pt x="1072" y="1"/>
                    <a:pt x="953" y="96"/>
                    <a:pt x="930" y="215"/>
                  </a:cubicBezTo>
                  <a:lnTo>
                    <a:pt x="48" y="2835"/>
                  </a:lnTo>
                  <a:cubicBezTo>
                    <a:pt x="1" y="2954"/>
                    <a:pt x="48" y="3097"/>
                    <a:pt x="167" y="3192"/>
                  </a:cubicBezTo>
                  <a:cubicBezTo>
                    <a:pt x="239" y="3216"/>
                    <a:pt x="287" y="3240"/>
                    <a:pt x="358" y="3240"/>
                  </a:cubicBezTo>
                  <a:lnTo>
                    <a:pt x="1406" y="3240"/>
                  </a:lnTo>
                  <a:cubicBezTo>
                    <a:pt x="1525" y="3240"/>
                    <a:pt x="1596" y="3192"/>
                    <a:pt x="1644" y="3121"/>
                  </a:cubicBezTo>
                  <a:lnTo>
                    <a:pt x="2739" y="1477"/>
                  </a:lnTo>
                  <a:cubicBezTo>
                    <a:pt x="2763" y="1430"/>
                    <a:pt x="2787" y="1358"/>
                    <a:pt x="2787" y="1311"/>
                  </a:cubicBezTo>
                  <a:lnTo>
                    <a:pt x="2787" y="334"/>
                  </a:lnTo>
                  <a:cubicBezTo>
                    <a:pt x="2787" y="144"/>
                    <a:pt x="2644" y="1"/>
                    <a:pt x="247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2" name="Google Shape;23502;p140"/>
            <p:cNvSpPr/>
            <p:nvPr/>
          </p:nvSpPr>
          <p:spPr>
            <a:xfrm>
              <a:off x="1223549" y="3799167"/>
              <a:ext cx="56808" cy="75258"/>
            </a:xfrm>
            <a:custGeom>
              <a:avLst/>
              <a:gdLst/>
              <a:ahLst/>
              <a:cxnLst/>
              <a:rect l="l" t="t" r="r" b="b"/>
              <a:pathLst>
                <a:path w="1906" h="2525" extrusionOk="0">
                  <a:moveTo>
                    <a:pt x="334" y="0"/>
                  </a:moveTo>
                  <a:cubicBezTo>
                    <a:pt x="167" y="0"/>
                    <a:pt x="0" y="143"/>
                    <a:pt x="0" y="334"/>
                  </a:cubicBezTo>
                  <a:lnTo>
                    <a:pt x="0" y="2215"/>
                  </a:lnTo>
                  <a:cubicBezTo>
                    <a:pt x="0" y="2382"/>
                    <a:pt x="167" y="2525"/>
                    <a:pt x="334" y="2525"/>
                  </a:cubicBezTo>
                  <a:lnTo>
                    <a:pt x="1596" y="2525"/>
                  </a:lnTo>
                  <a:cubicBezTo>
                    <a:pt x="1763" y="2525"/>
                    <a:pt x="1905" y="2382"/>
                    <a:pt x="1905" y="2215"/>
                  </a:cubicBezTo>
                  <a:lnTo>
                    <a:pt x="1905" y="334"/>
                  </a:lnTo>
                  <a:cubicBezTo>
                    <a:pt x="1905" y="143"/>
                    <a:pt x="1763" y="0"/>
                    <a:pt x="159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3" name="Google Shape;23503;p140"/>
            <p:cNvSpPr/>
            <p:nvPr/>
          </p:nvSpPr>
          <p:spPr>
            <a:xfrm>
              <a:off x="1251923" y="3799883"/>
              <a:ext cx="28434" cy="74542"/>
            </a:xfrm>
            <a:custGeom>
              <a:avLst/>
              <a:gdLst/>
              <a:ahLst/>
              <a:cxnLst/>
              <a:rect l="l" t="t" r="r" b="b"/>
              <a:pathLst>
                <a:path w="954" h="2501" extrusionOk="0">
                  <a:moveTo>
                    <a:pt x="1" y="0"/>
                  </a:moveTo>
                  <a:lnTo>
                    <a:pt x="1" y="2501"/>
                  </a:lnTo>
                  <a:lnTo>
                    <a:pt x="644" y="2501"/>
                  </a:lnTo>
                  <a:cubicBezTo>
                    <a:pt x="811" y="2501"/>
                    <a:pt x="953" y="2358"/>
                    <a:pt x="953" y="2167"/>
                  </a:cubicBezTo>
                  <a:lnTo>
                    <a:pt x="953" y="310"/>
                  </a:lnTo>
                  <a:cubicBezTo>
                    <a:pt x="953" y="119"/>
                    <a:pt x="811" y="0"/>
                    <a:pt x="64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4" name="Google Shape;23504;p140"/>
            <p:cNvSpPr/>
            <p:nvPr/>
          </p:nvSpPr>
          <p:spPr>
            <a:xfrm>
              <a:off x="1130557" y="3838212"/>
              <a:ext cx="243477" cy="243477"/>
            </a:xfrm>
            <a:custGeom>
              <a:avLst/>
              <a:gdLst/>
              <a:ahLst/>
              <a:cxnLst/>
              <a:rect l="l" t="t" r="r" b="b"/>
              <a:pathLst>
                <a:path w="8169" h="8169" extrusionOk="0">
                  <a:moveTo>
                    <a:pt x="4073" y="0"/>
                  </a:moveTo>
                  <a:cubicBezTo>
                    <a:pt x="1810" y="0"/>
                    <a:pt x="1" y="1810"/>
                    <a:pt x="1" y="4072"/>
                  </a:cubicBezTo>
                  <a:cubicBezTo>
                    <a:pt x="1" y="6335"/>
                    <a:pt x="1858" y="8168"/>
                    <a:pt x="4073" y="8168"/>
                  </a:cubicBezTo>
                  <a:cubicBezTo>
                    <a:pt x="6335" y="8168"/>
                    <a:pt x="8169" y="6335"/>
                    <a:pt x="8169" y="4072"/>
                  </a:cubicBezTo>
                  <a:cubicBezTo>
                    <a:pt x="8169" y="1810"/>
                    <a:pt x="6311" y="0"/>
                    <a:pt x="4073"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5" name="Google Shape;23505;p140"/>
            <p:cNvSpPr/>
            <p:nvPr/>
          </p:nvSpPr>
          <p:spPr>
            <a:xfrm>
              <a:off x="1251923" y="3838212"/>
              <a:ext cx="122111" cy="243477"/>
            </a:xfrm>
            <a:custGeom>
              <a:avLst/>
              <a:gdLst/>
              <a:ahLst/>
              <a:cxnLst/>
              <a:rect l="l" t="t" r="r" b="b"/>
              <a:pathLst>
                <a:path w="4097" h="8169" extrusionOk="0">
                  <a:moveTo>
                    <a:pt x="1" y="0"/>
                  </a:moveTo>
                  <a:lnTo>
                    <a:pt x="1" y="8168"/>
                  </a:lnTo>
                  <a:cubicBezTo>
                    <a:pt x="2263" y="8168"/>
                    <a:pt x="4097" y="6311"/>
                    <a:pt x="4097" y="4072"/>
                  </a:cubicBezTo>
                  <a:cubicBezTo>
                    <a:pt x="4097" y="1858"/>
                    <a:pt x="2263" y="0"/>
                    <a:pt x="1" y="0"/>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6" name="Google Shape;23506;p140"/>
            <p:cNvSpPr/>
            <p:nvPr/>
          </p:nvSpPr>
          <p:spPr>
            <a:xfrm>
              <a:off x="1168171" y="3875826"/>
              <a:ext cx="168249" cy="168249"/>
            </a:xfrm>
            <a:custGeom>
              <a:avLst/>
              <a:gdLst/>
              <a:ahLst/>
              <a:cxnLst/>
              <a:rect l="l" t="t" r="r" b="b"/>
              <a:pathLst>
                <a:path w="5645" h="5645" extrusionOk="0">
                  <a:moveTo>
                    <a:pt x="2811" y="0"/>
                  </a:moveTo>
                  <a:cubicBezTo>
                    <a:pt x="1263" y="0"/>
                    <a:pt x="1" y="1262"/>
                    <a:pt x="1" y="2810"/>
                  </a:cubicBezTo>
                  <a:cubicBezTo>
                    <a:pt x="1" y="4358"/>
                    <a:pt x="1263" y="5644"/>
                    <a:pt x="2811" y="5644"/>
                  </a:cubicBezTo>
                  <a:cubicBezTo>
                    <a:pt x="4383" y="5644"/>
                    <a:pt x="5645" y="4358"/>
                    <a:pt x="5645" y="2810"/>
                  </a:cubicBezTo>
                  <a:cubicBezTo>
                    <a:pt x="5645" y="1262"/>
                    <a:pt x="4359" y="0"/>
                    <a:pt x="2811"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7" name="Google Shape;23507;p140"/>
            <p:cNvSpPr/>
            <p:nvPr/>
          </p:nvSpPr>
          <p:spPr>
            <a:xfrm>
              <a:off x="1251923" y="3875826"/>
              <a:ext cx="84497" cy="168249"/>
            </a:xfrm>
            <a:custGeom>
              <a:avLst/>
              <a:gdLst/>
              <a:ahLst/>
              <a:cxnLst/>
              <a:rect l="l" t="t" r="r" b="b"/>
              <a:pathLst>
                <a:path w="2835" h="5645" extrusionOk="0">
                  <a:moveTo>
                    <a:pt x="1" y="0"/>
                  </a:moveTo>
                  <a:lnTo>
                    <a:pt x="1" y="5644"/>
                  </a:lnTo>
                  <a:cubicBezTo>
                    <a:pt x="1573" y="5644"/>
                    <a:pt x="2835" y="4358"/>
                    <a:pt x="2835" y="2810"/>
                  </a:cubicBezTo>
                  <a:cubicBezTo>
                    <a:pt x="2835" y="1262"/>
                    <a:pt x="1549" y="0"/>
                    <a:pt x="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8" name="Google Shape;23508;p140"/>
            <p:cNvSpPr/>
            <p:nvPr/>
          </p:nvSpPr>
          <p:spPr>
            <a:xfrm>
              <a:off x="1205099" y="3912724"/>
              <a:ext cx="94422" cy="94422"/>
            </a:xfrm>
            <a:custGeom>
              <a:avLst/>
              <a:gdLst/>
              <a:ahLst/>
              <a:cxnLst/>
              <a:rect l="l" t="t" r="r" b="b"/>
              <a:pathLst>
                <a:path w="3168" h="3168" extrusionOk="0">
                  <a:moveTo>
                    <a:pt x="1572" y="1"/>
                  </a:moveTo>
                  <a:cubicBezTo>
                    <a:pt x="715" y="1"/>
                    <a:pt x="0" y="715"/>
                    <a:pt x="0" y="1572"/>
                  </a:cubicBezTo>
                  <a:cubicBezTo>
                    <a:pt x="0" y="2453"/>
                    <a:pt x="715" y="3168"/>
                    <a:pt x="1572" y="3168"/>
                  </a:cubicBezTo>
                  <a:cubicBezTo>
                    <a:pt x="2453" y="3168"/>
                    <a:pt x="3167" y="2453"/>
                    <a:pt x="3167" y="1572"/>
                  </a:cubicBezTo>
                  <a:cubicBezTo>
                    <a:pt x="3167" y="715"/>
                    <a:pt x="2453" y="1"/>
                    <a:pt x="1572" y="1"/>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9" name="Google Shape;23509;p140"/>
            <p:cNvSpPr/>
            <p:nvPr/>
          </p:nvSpPr>
          <p:spPr>
            <a:xfrm>
              <a:off x="1251923" y="3912724"/>
              <a:ext cx="46883" cy="94422"/>
            </a:xfrm>
            <a:custGeom>
              <a:avLst/>
              <a:gdLst/>
              <a:ahLst/>
              <a:cxnLst/>
              <a:rect l="l" t="t" r="r" b="b"/>
              <a:pathLst>
                <a:path w="1573" h="3168" extrusionOk="0">
                  <a:moveTo>
                    <a:pt x="1" y="1"/>
                  </a:moveTo>
                  <a:lnTo>
                    <a:pt x="1" y="3168"/>
                  </a:lnTo>
                  <a:cubicBezTo>
                    <a:pt x="882" y="3168"/>
                    <a:pt x="1573" y="2453"/>
                    <a:pt x="1573" y="1572"/>
                  </a:cubicBezTo>
                  <a:cubicBezTo>
                    <a:pt x="1573" y="715"/>
                    <a:pt x="858" y="1"/>
                    <a:pt x="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0" name="Google Shape;23510;p140"/>
            <p:cNvSpPr/>
            <p:nvPr/>
          </p:nvSpPr>
          <p:spPr>
            <a:xfrm>
              <a:off x="1052468" y="3925600"/>
              <a:ext cx="208724" cy="68790"/>
            </a:xfrm>
            <a:custGeom>
              <a:avLst/>
              <a:gdLst/>
              <a:ahLst/>
              <a:cxnLst/>
              <a:rect l="l" t="t" r="r" b="b"/>
              <a:pathLst>
                <a:path w="7003" h="2308" extrusionOk="0">
                  <a:moveTo>
                    <a:pt x="363" y="1"/>
                  </a:moveTo>
                  <a:cubicBezTo>
                    <a:pt x="313" y="1"/>
                    <a:pt x="261" y="14"/>
                    <a:pt x="215" y="45"/>
                  </a:cubicBezTo>
                  <a:cubicBezTo>
                    <a:pt x="25" y="140"/>
                    <a:pt x="1" y="354"/>
                    <a:pt x="120" y="497"/>
                  </a:cubicBezTo>
                  <a:lnTo>
                    <a:pt x="358" y="831"/>
                  </a:lnTo>
                  <a:cubicBezTo>
                    <a:pt x="192" y="831"/>
                    <a:pt x="25" y="974"/>
                    <a:pt x="25" y="1140"/>
                  </a:cubicBezTo>
                  <a:cubicBezTo>
                    <a:pt x="25" y="1331"/>
                    <a:pt x="192" y="1474"/>
                    <a:pt x="358" y="1474"/>
                  </a:cubicBezTo>
                  <a:lnTo>
                    <a:pt x="120" y="1807"/>
                  </a:lnTo>
                  <a:cubicBezTo>
                    <a:pt x="25" y="1950"/>
                    <a:pt x="25" y="2140"/>
                    <a:pt x="192" y="2260"/>
                  </a:cubicBezTo>
                  <a:cubicBezTo>
                    <a:pt x="239" y="2283"/>
                    <a:pt x="311" y="2307"/>
                    <a:pt x="358" y="2307"/>
                  </a:cubicBezTo>
                  <a:cubicBezTo>
                    <a:pt x="453" y="2307"/>
                    <a:pt x="549" y="2283"/>
                    <a:pt x="596" y="2188"/>
                  </a:cubicBezTo>
                  <a:lnTo>
                    <a:pt x="1144" y="1474"/>
                  </a:lnTo>
                  <a:lnTo>
                    <a:pt x="1620" y="1474"/>
                  </a:lnTo>
                  <a:lnTo>
                    <a:pt x="1382" y="1807"/>
                  </a:lnTo>
                  <a:cubicBezTo>
                    <a:pt x="1287" y="1950"/>
                    <a:pt x="1287" y="2140"/>
                    <a:pt x="1430" y="2260"/>
                  </a:cubicBezTo>
                  <a:cubicBezTo>
                    <a:pt x="1501" y="2283"/>
                    <a:pt x="1549" y="2307"/>
                    <a:pt x="1620" y="2307"/>
                  </a:cubicBezTo>
                  <a:cubicBezTo>
                    <a:pt x="1692" y="2307"/>
                    <a:pt x="1787" y="2283"/>
                    <a:pt x="1859" y="2188"/>
                  </a:cubicBezTo>
                  <a:lnTo>
                    <a:pt x="2382" y="1474"/>
                  </a:lnTo>
                  <a:lnTo>
                    <a:pt x="6669" y="1474"/>
                  </a:lnTo>
                  <a:cubicBezTo>
                    <a:pt x="6836" y="1474"/>
                    <a:pt x="7002" y="1331"/>
                    <a:pt x="6955" y="1116"/>
                  </a:cubicBezTo>
                  <a:cubicBezTo>
                    <a:pt x="7002" y="974"/>
                    <a:pt x="6883" y="855"/>
                    <a:pt x="6693" y="855"/>
                  </a:cubicBezTo>
                  <a:lnTo>
                    <a:pt x="2454" y="855"/>
                  </a:lnTo>
                  <a:lnTo>
                    <a:pt x="1906" y="140"/>
                  </a:lnTo>
                  <a:cubicBezTo>
                    <a:pt x="1848" y="53"/>
                    <a:pt x="1754" y="1"/>
                    <a:pt x="1652" y="1"/>
                  </a:cubicBezTo>
                  <a:cubicBezTo>
                    <a:pt x="1587" y="1"/>
                    <a:pt x="1519" y="22"/>
                    <a:pt x="1454" y="69"/>
                  </a:cubicBezTo>
                  <a:cubicBezTo>
                    <a:pt x="1311" y="164"/>
                    <a:pt x="1287" y="378"/>
                    <a:pt x="1406" y="521"/>
                  </a:cubicBezTo>
                  <a:lnTo>
                    <a:pt x="1644" y="855"/>
                  </a:lnTo>
                  <a:lnTo>
                    <a:pt x="1168" y="855"/>
                  </a:lnTo>
                  <a:lnTo>
                    <a:pt x="620" y="140"/>
                  </a:lnTo>
                  <a:cubicBezTo>
                    <a:pt x="572" y="59"/>
                    <a:pt x="469" y="1"/>
                    <a:pt x="363"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1" name="Google Shape;23511;p140"/>
            <p:cNvSpPr/>
            <p:nvPr/>
          </p:nvSpPr>
          <p:spPr>
            <a:xfrm>
              <a:off x="1251923" y="3951054"/>
              <a:ext cx="11386" cy="18479"/>
            </a:xfrm>
            <a:custGeom>
              <a:avLst/>
              <a:gdLst/>
              <a:ahLst/>
              <a:cxnLst/>
              <a:rect l="l" t="t" r="r" b="b"/>
              <a:pathLst>
                <a:path w="382" h="620" extrusionOk="0">
                  <a:moveTo>
                    <a:pt x="1" y="1"/>
                  </a:moveTo>
                  <a:lnTo>
                    <a:pt x="1" y="620"/>
                  </a:lnTo>
                  <a:cubicBezTo>
                    <a:pt x="168" y="620"/>
                    <a:pt x="287" y="524"/>
                    <a:pt x="310" y="405"/>
                  </a:cubicBezTo>
                  <a:cubicBezTo>
                    <a:pt x="382" y="167"/>
                    <a:pt x="215"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12" name="Google Shape;23512;p140"/>
          <p:cNvGrpSpPr/>
          <p:nvPr/>
        </p:nvGrpSpPr>
        <p:grpSpPr>
          <a:xfrm>
            <a:off x="1063465" y="3989680"/>
            <a:ext cx="279727" cy="347507"/>
            <a:chOff x="1085134" y="4185291"/>
            <a:chExt cx="257694" cy="320136"/>
          </a:xfrm>
        </p:grpSpPr>
        <p:sp>
          <p:nvSpPr>
            <p:cNvPr id="23513" name="Google Shape;23513;p140"/>
            <p:cNvSpPr/>
            <p:nvPr/>
          </p:nvSpPr>
          <p:spPr>
            <a:xfrm>
              <a:off x="1190882" y="4186006"/>
              <a:ext cx="151946" cy="205148"/>
            </a:xfrm>
            <a:custGeom>
              <a:avLst/>
              <a:gdLst/>
              <a:ahLst/>
              <a:cxnLst/>
              <a:rect l="l" t="t" r="r" b="b"/>
              <a:pathLst>
                <a:path w="5098" h="6883" extrusionOk="0">
                  <a:moveTo>
                    <a:pt x="953" y="0"/>
                  </a:moveTo>
                  <a:cubicBezTo>
                    <a:pt x="739" y="0"/>
                    <a:pt x="501" y="24"/>
                    <a:pt x="263" y="72"/>
                  </a:cubicBezTo>
                  <a:cubicBezTo>
                    <a:pt x="120" y="72"/>
                    <a:pt x="1" y="214"/>
                    <a:pt x="1" y="357"/>
                  </a:cubicBezTo>
                  <a:lnTo>
                    <a:pt x="1" y="1643"/>
                  </a:lnTo>
                  <a:cubicBezTo>
                    <a:pt x="1" y="1691"/>
                    <a:pt x="25" y="1762"/>
                    <a:pt x="72" y="1810"/>
                  </a:cubicBezTo>
                  <a:lnTo>
                    <a:pt x="3240" y="6740"/>
                  </a:lnTo>
                  <a:cubicBezTo>
                    <a:pt x="3311" y="6811"/>
                    <a:pt x="3406" y="6882"/>
                    <a:pt x="3525" y="6882"/>
                  </a:cubicBezTo>
                  <a:cubicBezTo>
                    <a:pt x="4383" y="6882"/>
                    <a:pt x="5097" y="6192"/>
                    <a:pt x="5073" y="5311"/>
                  </a:cubicBezTo>
                  <a:lnTo>
                    <a:pt x="5073" y="4120"/>
                  </a:lnTo>
                  <a:cubicBezTo>
                    <a:pt x="5073" y="1858"/>
                    <a:pt x="3216"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4" name="Google Shape;23514;p140"/>
            <p:cNvSpPr/>
            <p:nvPr/>
          </p:nvSpPr>
          <p:spPr>
            <a:xfrm>
              <a:off x="1215024" y="4186006"/>
              <a:ext cx="127804" cy="205863"/>
            </a:xfrm>
            <a:custGeom>
              <a:avLst/>
              <a:gdLst/>
              <a:ahLst/>
              <a:cxnLst/>
              <a:rect l="l" t="t" r="r" b="b"/>
              <a:pathLst>
                <a:path w="4288" h="6907" extrusionOk="0">
                  <a:moveTo>
                    <a:pt x="1" y="0"/>
                  </a:moveTo>
                  <a:lnTo>
                    <a:pt x="1" y="2953"/>
                  </a:lnTo>
                  <a:lnTo>
                    <a:pt x="2430" y="6763"/>
                  </a:lnTo>
                  <a:cubicBezTo>
                    <a:pt x="2501" y="6859"/>
                    <a:pt x="2572" y="6906"/>
                    <a:pt x="2692" y="6906"/>
                  </a:cubicBezTo>
                  <a:cubicBezTo>
                    <a:pt x="3573" y="6906"/>
                    <a:pt x="4287" y="6192"/>
                    <a:pt x="4287" y="5334"/>
                  </a:cubicBezTo>
                  <a:lnTo>
                    <a:pt x="4287" y="4144"/>
                  </a:lnTo>
                  <a:cubicBezTo>
                    <a:pt x="4287" y="1858"/>
                    <a:pt x="2406" y="0"/>
                    <a:pt x="143"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5" name="Google Shape;23515;p140"/>
            <p:cNvSpPr/>
            <p:nvPr/>
          </p:nvSpPr>
          <p:spPr>
            <a:xfrm>
              <a:off x="1085134" y="4185291"/>
              <a:ext cx="220050" cy="281091"/>
            </a:xfrm>
            <a:custGeom>
              <a:avLst/>
              <a:gdLst/>
              <a:ahLst/>
              <a:cxnLst/>
              <a:rect l="l" t="t" r="r" b="b"/>
              <a:pathLst>
                <a:path w="7383" h="9431" extrusionOk="0">
                  <a:moveTo>
                    <a:pt x="3168" y="0"/>
                  </a:moveTo>
                  <a:cubicBezTo>
                    <a:pt x="3025" y="0"/>
                    <a:pt x="2858" y="143"/>
                    <a:pt x="2858" y="334"/>
                  </a:cubicBezTo>
                  <a:lnTo>
                    <a:pt x="2858" y="1786"/>
                  </a:lnTo>
                  <a:cubicBezTo>
                    <a:pt x="2668" y="1929"/>
                    <a:pt x="2453" y="2072"/>
                    <a:pt x="2310" y="2286"/>
                  </a:cubicBezTo>
                  <a:lnTo>
                    <a:pt x="310" y="4692"/>
                  </a:lnTo>
                  <a:cubicBezTo>
                    <a:pt x="0" y="5097"/>
                    <a:pt x="0" y="5620"/>
                    <a:pt x="358" y="5978"/>
                  </a:cubicBezTo>
                  <a:lnTo>
                    <a:pt x="667" y="6287"/>
                  </a:lnTo>
                  <a:cubicBezTo>
                    <a:pt x="840" y="6460"/>
                    <a:pt x="1083" y="6555"/>
                    <a:pt x="1327" y="6555"/>
                  </a:cubicBezTo>
                  <a:cubicBezTo>
                    <a:pt x="1486" y="6555"/>
                    <a:pt x="1646" y="6515"/>
                    <a:pt x="1787" y="6430"/>
                  </a:cubicBezTo>
                  <a:lnTo>
                    <a:pt x="2787" y="5859"/>
                  </a:lnTo>
                  <a:lnTo>
                    <a:pt x="3025" y="5859"/>
                  </a:lnTo>
                  <a:lnTo>
                    <a:pt x="3025" y="6049"/>
                  </a:lnTo>
                  <a:lnTo>
                    <a:pt x="2549" y="6454"/>
                  </a:lnTo>
                  <a:cubicBezTo>
                    <a:pt x="1763" y="7121"/>
                    <a:pt x="1310" y="8097"/>
                    <a:pt x="1310" y="9097"/>
                  </a:cubicBezTo>
                  <a:cubicBezTo>
                    <a:pt x="1310" y="9288"/>
                    <a:pt x="1477" y="9431"/>
                    <a:pt x="1644" y="9431"/>
                  </a:cubicBezTo>
                  <a:lnTo>
                    <a:pt x="7097" y="9431"/>
                  </a:lnTo>
                  <a:cubicBezTo>
                    <a:pt x="7240" y="9431"/>
                    <a:pt x="7383" y="9288"/>
                    <a:pt x="7383" y="9097"/>
                  </a:cubicBezTo>
                  <a:lnTo>
                    <a:pt x="7383" y="4120"/>
                  </a:lnTo>
                  <a:cubicBezTo>
                    <a:pt x="7383" y="2644"/>
                    <a:pt x="6240" y="1381"/>
                    <a:pt x="4740" y="1262"/>
                  </a:cubicBezTo>
                  <a:lnTo>
                    <a:pt x="4740" y="1143"/>
                  </a:lnTo>
                  <a:cubicBezTo>
                    <a:pt x="4740" y="500"/>
                    <a:pt x="4216" y="0"/>
                    <a:pt x="357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6" name="Google Shape;23516;p140"/>
            <p:cNvSpPr/>
            <p:nvPr/>
          </p:nvSpPr>
          <p:spPr>
            <a:xfrm>
              <a:off x="1215024" y="4193815"/>
              <a:ext cx="90160" cy="271851"/>
            </a:xfrm>
            <a:custGeom>
              <a:avLst/>
              <a:gdLst/>
              <a:ahLst/>
              <a:cxnLst/>
              <a:rect l="l" t="t" r="r" b="b"/>
              <a:pathLst>
                <a:path w="3025" h="9121" extrusionOk="0">
                  <a:moveTo>
                    <a:pt x="1" y="0"/>
                  </a:moveTo>
                  <a:lnTo>
                    <a:pt x="1" y="9121"/>
                  </a:lnTo>
                  <a:lnTo>
                    <a:pt x="2692" y="9121"/>
                  </a:lnTo>
                  <a:cubicBezTo>
                    <a:pt x="2882" y="9121"/>
                    <a:pt x="3025" y="8978"/>
                    <a:pt x="3025" y="8788"/>
                  </a:cubicBezTo>
                  <a:lnTo>
                    <a:pt x="3025" y="3810"/>
                  </a:lnTo>
                  <a:cubicBezTo>
                    <a:pt x="3025" y="2358"/>
                    <a:pt x="1882" y="1119"/>
                    <a:pt x="382" y="1000"/>
                  </a:cubicBezTo>
                  <a:lnTo>
                    <a:pt x="382" y="881"/>
                  </a:lnTo>
                  <a:cubicBezTo>
                    <a:pt x="382" y="548"/>
                    <a:pt x="239" y="214"/>
                    <a:pt x="1"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7" name="Google Shape;23517;p140"/>
            <p:cNvSpPr/>
            <p:nvPr/>
          </p:nvSpPr>
          <p:spPr>
            <a:xfrm>
              <a:off x="1248376" y="4372407"/>
              <a:ext cx="19194" cy="55020"/>
            </a:xfrm>
            <a:custGeom>
              <a:avLst/>
              <a:gdLst/>
              <a:ahLst/>
              <a:cxnLst/>
              <a:rect l="l" t="t" r="r" b="b"/>
              <a:pathLst>
                <a:path w="644" h="1846" extrusionOk="0">
                  <a:moveTo>
                    <a:pt x="346" y="1"/>
                  </a:moveTo>
                  <a:cubicBezTo>
                    <a:pt x="326" y="1"/>
                    <a:pt x="306" y="4"/>
                    <a:pt x="287" y="9"/>
                  </a:cubicBezTo>
                  <a:cubicBezTo>
                    <a:pt x="120" y="33"/>
                    <a:pt x="1" y="176"/>
                    <a:pt x="1" y="319"/>
                  </a:cubicBezTo>
                  <a:lnTo>
                    <a:pt x="1" y="1581"/>
                  </a:lnTo>
                  <a:cubicBezTo>
                    <a:pt x="1" y="1713"/>
                    <a:pt x="103" y="1846"/>
                    <a:pt x="250" y="1846"/>
                  </a:cubicBezTo>
                  <a:cubicBezTo>
                    <a:pt x="262" y="1846"/>
                    <a:pt x="274" y="1845"/>
                    <a:pt x="287" y="1843"/>
                  </a:cubicBezTo>
                  <a:cubicBezTo>
                    <a:pt x="301" y="1845"/>
                    <a:pt x="315" y="1846"/>
                    <a:pt x="328" y="1846"/>
                  </a:cubicBezTo>
                  <a:cubicBezTo>
                    <a:pt x="501" y="1846"/>
                    <a:pt x="644" y="1712"/>
                    <a:pt x="644" y="1557"/>
                  </a:cubicBezTo>
                  <a:lnTo>
                    <a:pt x="644" y="295"/>
                  </a:lnTo>
                  <a:cubicBezTo>
                    <a:pt x="644" y="148"/>
                    <a:pt x="496" y="1"/>
                    <a:pt x="346" y="1"/>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8" name="Google Shape;23518;p140"/>
            <p:cNvSpPr/>
            <p:nvPr/>
          </p:nvSpPr>
          <p:spPr>
            <a:xfrm>
              <a:off x="1176695" y="4275421"/>
              <a:ext cx="19910" cy="19910"/>
            </a:xfrm>
            <a:custGeom>
              <a:avLst/>
              <a:gdLst/>
              <a:ahLst/>
              <a:cxnLst/>
              <a:rect l="l" t="t" r="r" b="b"/>
              <a:pathLst>
                <a:path w="668" h="668" extrusionOk="0">
                  <a:moveTo>
                    <a:pt x="334" y="1"/>
                  </a:moveTo>
                  <a:cubicBezTo>
                    <a:pt x="143" y="1"/>
                    <a:pt x="1" y="144"/>
                    <a:pt x="1" y="334"/>
                  </a:cubicBezTo>
                  <a:cubicBezTo>
                    <a:pt x="1" y="525"/>
                    <a:pt x="143" y="667"/>
                    <a:pt x="334" y="667"/>
                  </a:cubicBezTo>
                  <a:cubicBezTo>
                    <a:pt x="501" y="667"/>
                    <a:pt x="667" y="525"/>
                    <a:pt x="667" y="334"/>
                  </a:cubicBezTo>
                  <a:cubicBezTo>
                    <a:pt x="667" y="144"/>
                    <a:pt x="501" y="1"/>
                    <a:pt x="33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9" name="Google Shape;23519;p140"/>
            <p:cNvSpPr/>
            <p:nvPr/>
          </p:nvSpPr>
          <p:spPr>
            <a:xfrm>
              <a:off x="1086565" y="4447188"/>
              <a:ext cx="256263" cy="57524"/>
            </a:xfrm>
            <a:custGeom>
              <a:avLst/>
              <a:gdLst/>
              <a:ahLst/>
              <a:cxnLst/>
              <a:rect l="l" t="t" r="r" b="b"/>
              <a:pathLst>
                <a:path w="8598" h="1930" extrusionOk="0">
                  <a:moveTo>
                    <a:pt x="1143" y="1"/>
                  </a:moveTo>
                  <a:cubicBezTo>
                    <a:pt x="500" y="1"/>
                    <a:pt x="0" y="525"/>
                    <a:pt x="0" y="1144"/>
                  </a:cubicBezTo>
                  <a:lnTo>
                    <a:pt x="0" y="1596"/>
                  </a:lnTo>
                  <a:cubicBezTo>
                    <a:pt x="0" y="1787"/>
                    <a:pt x="143" y="1930"/>
                    <a:pt x="310" y="1930"/>
                  </a:cubicBezTo>
                  <a:lnTo>
                    <a:pt x="8264" y="1930"/>
                  </a:lnTo>
                  <a:cubicBezTo>
                    <a:pt x="8454" y="1930"/>
                    <a:pt x="8597" y="1811"/>
                    <a:pt x="8597" y="1596"/>
                  </a:cubicBezTo>
                  <a:lnTo>
                    <a:pt x="8597" y="1144"/>
                  </a:lnTo>
                  <a:cubicBezTo>
                    <a:pt x="8597" y="501"/>
                    <a:pt x="8049" y="1"/>
                    <a:pt x="743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0" name="Google Shape;23520;p140"/>
            <p:cNvSpPr/>
            <p:nvPr/>
          </p:nvSpPr>
          <p:spPr>
            <a:xfrm>
              <a:off x="1215024" y="4447903"/>
              <a:ext cx="127804" cy="57524"/>
            </a:xfrm>
            <a:custGeom>
              <a:avLst/>
              <a:gdLst/>
              <a:ahLst/>
              <a:cxnLst/>
              <a:rect l="l" t="t" r="r" b="b"/>
              <a:pathLst>
                <a:path w="4288" h="1930" extrusionOk="0">
                  <a:moveTo>
                    <a:pt x="1" y="1"/>
                  </a:moveTo>
                  <a:lnTo>
                    <a:pt x="1" y="1930"/>
                  </a:lnTo>
                  <a:lnTo>
                    <a:pt x="3954" y="1930"/>
                  </a:lnTo>
                  <a:cubicBezTo>
                    <a:pt x="4144" y="1930"/>
                    <a:pt x="4287" y="1787"/>
                    <a:pt x="4287" y="1596"/>
                  </a:cubicBezTo>
                  <a:lnTo>
                    <a:pt x="4287" y="1167"/>
                  </a:lnTo>
                  <a:cubicBezTo>
                    <a:pt x="4287" y="501"/>
                    <a:pt x="3739" y="1"/>
                    <a:pt x="312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21" name="Google Shape;23521;p140"/>
          <p:cNvGrpSpPr/>
          <p:nvPr/>
        </p:nvGrpSpPr>
        <p:grpSpPr>
          <a:xfrm>
            <a:off x="1773921" y="4004656"/>
            <a:ext cx="347525" cy="348296"/>
            <a:chOff x="1773921" y="4157056"/>
            <a:chExt cx="347525" cy="348296"/>
          </a:xfrm>
        </p:grpSpPr>
        <p:sp>
          <p:nvSpPr>
            <p:cNvPr id="23522" name="Google Shape;23522;p140"/>
            <p:cNvSpPr/>
            <p:nvPr/>
          </p:nvSpPr>
          <p:spPr>
            <a:xfrm>
              <a:off x="2045150" y="4453713"/>
              <a:ext cx="50118" cy="50118"/>
            </a:xfrm>
            <a:custGeom>
              <a:avLst/>
              <a:gdLst/>
              <a:ahLst/>
              <a:cxnLst/>
              <a:rect l="l" t="t" r="r" b="b"/>
              <a:pathLst>
                <a:path w="1549" h="1549" extrusionOk="0">
                  <a:moveTo>
                    <a:pt x="786" y="0"/>
                  </a:moveTo>
                  <a:cubicBezTo>
                    <a:pt x="357" y="0"/>
                    <a:pt x="0" y="334"/>
                    <a:pt x="0" y="786"/>
                  </a:cubicBezTo>
                  <a:cubicBezTo>
                    <a:pt x="0" y="1191"/>
                    <a:pt x="334" y="1548"/>
                    <a:pt x="786" y="1548"/>
                  </a:cubicBezTo>
                  <a:cubicBezTo>
                    <a:pt x="1215" y="1548"/>
                    <a:pt x="1548" y="1239"/>
                    <a:pt x="1548" y="786"/>
                  </a:cubicBezTo>
                  <a:cubicBezTo>
                    <a:pt x="1548" y="357"/>
                    <a:pt x="1215" y="0"/>
                    <a:pt x="786"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3" name="Google Shape;23523;p140"/>
            <p:cNvSpPr/>
            <p:nvPr/>
          </p:nvSpPr>
          <p:spPr>
            <a:xfrm>
              <a:off x="1828633" y="4453713"/>
              <a:ext cx="50862" cy="50118"/>
            </a:xfrm>
            <a:custGeom>
              <a:avLst/>
              <a:gdLst/>
              <a:ahLst/>
              <a:cxnLst/>
              <a:rect l="l" t="t" r="r" b="b"/>
              <a:pathLst>
                <a:path w="1572" h="1549" extrusionOk="0">
                  <a:moveTo>
                    <a:pt x="762" y="0"/>
                  </a:moveTo>
                  <a:cubicBezTo>
                    <a:pt x="357" y="0"/>
                    <a:pt x="0" y="334"/>
                    <a:pt x="0" y="786"/>
                  </a:cubicBezTo>
                  <a:cubicBezTo>
                    <a:pt x="0" y="1191"/>
                    <a:pt x="334" y="1548"/>
                    <a:pt x="762" y="1548"/>
                  </a:cubicBezTo>
                  <a:cubicBezTo>
                    <a:pt x="1215" y="1548"/>
                    <a:pt x="1572" y="1239"/>
                    <a:pt x="1548" y="786"/>
                  </a:cubicBezTo>
                  <a:cubicBezTo>
                    <a:pt x="1548" y="357"/>
                    <a:pt x="1215" y="0"/>
                    <a:pt x="762"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4" name="Google Shape;23524;p140"/>
            <p:cNvSpPr/>
            <p:nvPr/>
          </p:nvSpPr>
          <p:spPr>
            <a:xfrm>
              <a:off x="1937280" y="4453713"/>
              <a:ext cx="50118" cy="50118"/>
            </a:xfrm>
            <a:custGeom>
              <a:avLst/>
              <a:gdLst/>
              <a:ahLst/>
              <a:cxnLst/>
              <a:rect l="l" t="t" r="r" b="b"/>
              <a:pathLst>
                <a:path w="1549" h="1549" extrusionOk="0">
                  <a:moveTo>
                    <a:pt x="786" y="0"/>
                  </a:moveTo>
                  <a:cubicBezTo>
                    <a:pt x="357" y="0"/>
                    <a:pt x="0" y="334"/>
                    <a:pt x="0" y="786"/>
                  </a:cubicBezTo>
                  <a:cubicBezTo>
                    <a:pt x="0" y="1191"/>
                    <a:pt x="333" y="1548"/>
                    <a:pt x="786" y="1548"/>
                  </a:cubicBezTo>
                  <a:cubicBezTo>
                    <a:pt x="1191" y="1548"/>
                    <a:pt x="1548" y="1239"/>
                    <a:pt x="1548" y="786"/>
                  </a:cubicBezTo>
                  <a:cubicBezTo>
                    <a:pt x="1548" y="357"/>
                    <a:pt x="1215" y="0"/>
                    <a:pt x="78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5" name="Google Shape;23525;p140"/>
            <p:cNvSpPr/>
            <p:nvPr/>
          </p:nvSpPr>
          <p:spPr>
            <a:xfrm>
              <a:off x="1962678" y="4453713"/>
              <a:ext cx="24719" cy="51639"/>
            </a:xfrm>
            <a:custGeom>
              <a:avLst/>
              <a:gdLst/>
              <a:ahLst/>
              <a:cxnLst/>
              <a:rect l="l" t="t" r="r" b="b"/>
              <a:pathLst>
                <a:path w="764" h="1596" extrusionOk="0">
                  <a:moveTo>
                    <a:pt x="1" y="0"/>
                  </a:moveTo>
                  <a:lnTo>
                    <a:pt x="1" y="1596"/>
                  </a:lnTo>
                  <a:cubicBezTo>
                    <a:pt x="430" y="1548"/>
                    <a:pt x="763" y="1239"/>
                    <a:pt x="763" y="786"/>
                  </a:cubicBezTo>
                  <a:cubicBezTo>
                    <a:pt x="763" y="334"/>
                    <a:pt x="406" y="0"/>
                    <a:pt x="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6" name="Google Shape;23526;p140"/>
            <p:cNvSpPr/>
            <p:nvPr/>
          </p:nvSpPr>
          <p:spPr>
            <a:xfrm>
              <a:off x="1773921" y="4157056"/>
              <a:ext cx="347525" cy="298216"/>
            </a:xfrm>
            <a:custGeom>
              <a:avLst/>
              <a:gdLst/>
              <a:ahLst/>
              <a:cxnLst/>
              <a:rect l="l" t="t" r="r" b="b"/>
              <a:pathLst>
                <a:path w="10741" h="9217" extrusionOk="0">
                  <a:moveTo>
                    <a:pt x="2144" y="1"/>
                  </a:moveTo>
                  <a:cubicBezTo>
                    <a:pt x="1953" y="1"/>
                    <a:pt x="1810" y="167"/>
                    <a:pt x="1810" y="334"/>
                  </a:cubicBezTo>
                  <a:lnTo>
                    <a:pt x="1810" y="1430"/>
                  </a:lnTo>
                  <a:lnTo>
                    <a:pt x="1620" y="1620"/>
                  </a:lnTo>
                  <a:lnTo>
                    <a:pt x="239" y="3287"/>
                  </a:lnTo>
                  <a:cubicBezTo>
                    <a:pt x="24" y="3525"/>
                    <a:pt x="0" y="3882"/>
                    <a:pt x="167" y="4144"/>
                  </a:cubicBezTo>
                  <a:lnTo>
                    <a:pt x="477" y="4597"/>
                  </a:lnTo>
                  <a:cubicBezTo>
                    <a:pt x="628" y="4809"/>
                    <a:pt x="857" y="4915"/>
                    <a:pt x="1089" y="4915"/>
                  </a:cubicBezTo>
                  <a:cubicBezTo>
                    <a:pt x="1222" y="4915"/>
                    <a:pt x="1356" y="4881"/>
                    <a:pt x="1477" y="4811"/>
                  </a:cubicBezTo>
                  <a:lnTo>
                    <a:pt x="1953" y="4502"/>
                  </a:lnTo>
                  <a:lnTo>
                    <a:pt x="1953" y="9217"/>
                  </a:lnTo>
                  <a:lnTo>
                    <a:pt x="3620" y="9217"/>
                  </a:lnTo>
                  <a:lnTo>
                    <a:pt x="4168" y="6859"/>
                  </a:lnTo>
                  <a:cubicBezTo>
                    <a:pt x="4668" y="7074"/>
                    <a:pt x="5192" y="7145"/>
                    <a:pt x="5764" y="7145"/>
                  </a:cubicBezTo>
                  <a:cubicBezTo>
                    <a:pt x="6311" y="7145"/>
                    <a:pt x="6859" y="7026"/>
                    <a:pt x="7502" y="6835"/>
                  </a:cubicBezTo>
                  <a:lnTo>
                    <a:pt x="8026" y="9217"/>
                  </a:lnTo>
                  <a:lnTo>
                    <a:pt x="9693" y="9217"/>
                  </a:lnTo>
                  <a:lnTo>
                    <a:pt x="9693" y="5430"/>
                  </a:lnTo>
                  <a:cubicBezTo>
                    <a:pt x="9693" y="5073"/>
                    <a:pt x="9598" y="4740"/>
                    <a:pt x="9431" y="4454"/>
                  </a:cubicBezTo>
                  <a:lnTo>
                    <a:pt x="9431" y="4454"/>
                  </a:lnTo>
                  <a:cubicBezTo>
                    <a:pt x="10122" y="4859"/>
                    <a:pt x="10122" y="5549"/>
                    <a:pt x="10122" y="5835"/>
                  </a:cubicBezTo>
                  <a:cubicBezTo>
                    <a:pt x="10122" y="6012"/>
                    <a:pt x="10244" y="6147"/>
                    <a:pt x="10433" y="6147"/>
                  </a:cubicBezTo>
                  <a:cubicBezTo>
                    <a:pt x="10448" y="6147"/>
                    <a:pt x="10463" y="6147"/>
                    <a:pt x="10479" y="6145"/>
                  </a:cubicBezTo>
                  <a:cubicBezTo>
                    <a:pt x="10622" y="6121"/>
                    <a:pt x="10741" y="6002"/>
                    <a:pt x="10741" y="5811"/>
                  </a:cubicBezTo>
                  <a:cubicBezTo>
                    <a:pt x="10741" y="5002"/>
                    <a:pt x="10431" y="4383"/>
                    <a:pt x="9883" y="3978"/>
                  </a:cubicBezTo>
                  <a:cubicBezTo>
                    <a:pt x="9360" y="3621"/>
                    <a:pt x="8621" y="3406"/>
                    <a:pt x="7692" y="3406"/>
                  </a:cubicBezTo>
                  <a:lnTo>
                    <a:pt x="5144" y="3406"/>
                  </a:lnTo>
                  <a:lnTo>
                    <a:pt x="5144" y="3144"/>
                  </a:lnTo>
                  <a:cubicBezTo>
                    <a:pt x="5144" y="2620"/>
                    <a:pt x="5001" y="2144"/>
                    <a:pt x="4668" y="1739"/>
                  </a:cubicBezTo>
                  <a:cubicBezTo>
                    <a:pt x="4406" y="1382"/>
                    <a:pt x="4049" y="1120"/>
                    <a:pt x="3644" y="953"/>
                  </a:cubicBezTo>
                  <a:cubicBezTo>
                    <a:pt x="3525" y="429"/>
                    <a:pt x="3049" y="1"/>
                    <a:pt x="250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7" name="Google Shape;23527;p140"/>
            <p:cNvSpPr/>
            <p:nvPr/>
          </p:nvSpPr>
          <p:spPr>
            <a:xfrm>
              <a:off x="1961934" y="4267999"/>
              <a:ext cx="159510" cy="188047"/>
            </a:xfrm>
            <a:custGeom>
              <a:avLst/>
              <a:gdLst/>
              <a:ahLst/>
              <a:cxnLst/>
              <a:rect l="l" t="t" r="r" b="b"/>
              <a:pathLst>
                <a:path w="4930" h="5812" extrusionOk="0">
                  <a:moveTo>
                    <a:pt x="0" y="1"/>
                  </a:moveTo>
                  <a:lnTo>
                    <a:pt x="0" y="3764"/>
                  </a:lnTo>
                  <a:cubicBezTo>
                    <a:pt x="524" y="3716"/>
                    <a:pt x="1072" y="3645"/>
                    <a:pt x="1667" y="3430"/>
                  </a:cubicBezTo>
                  <a:lnTo>
                    <a:pt x="2215" y="5812"/>
                  </a:lnTo>
                  <a:lnTo>
                    <a:pt x="3882" y="5812"/>
                  </a:lnTo>
                  <a:lnTo>
                    <a:pt x="3882" y="1978"/>
                  </a:lnTo>
                  <a:cubicBezTo>
                    <a:pt x="3882" y="1620"/>
                    <a:pt x="3787" y="1287"/>
                    <a:pt x="3620" y="977"/>
                  </a:cubicBezTo>
                  <a:lnTo>
                    <a:pt x="3620" y="977"/>
                  </a:lnTo>
                  <a:cubicBezTo>
                    <a:pt x="4311" y="1406"/>
                    <a:pt x="4311" y="2097"/>
                    <a:pt x="4311" y="2382"/>
                  </a:cubicBezTo>
                  <a:cubicBezTo>
                    <a:pt x="4311" y="2559"/>
                    <a:pt x="4433" y="2695"/>
                    <a:pt x="4603" y="2695"/>
                  </a:cubicBezTo>
                  <a:cubicBezTo>
                    <a:pt x="4616" y="2695"/>
                    <a:pt x="4630" y="2694"/>
                    <a:pt x="4644" y="2692"/>
                  </a:cubicBezTo>
                  <a:cubicBezTo>
                    <a:pt x="4811" y="2644"/>
                    <a:pt x="4930" y="2525"/>
                    <a:pt x="4930" y="2359"/>
                  </a:cubicBezTo>
                  <a:cubicBezTo>
                    <a:pt x="4930" y="1573"/>
                    <a:pt x="4620" y="954"/>
                    <a:pt x="4072" y="573"/>
                  </a:cubicBezTo>
                  <a:cubicBezTo>
                    <a:pt x="3549" y="215"/>
                    <a:pt x="2810" y="1"/>
                    <a:pt x="1881"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8" name="Google Shape;23528;p140"/>
            <p:cNvSpPr/>
            <p:nvPr/>
          </p:nvSpPr>
          <p:spPr>
            <a:xfrm>
              <a:off x="1847884" y="4230274"/>
              <a:ext cx="20837" cy="21581"/>
            </a:xfrm>
            <a:custGeom>
              <a:avLst/>
              <a:gdLst/>
              <a:ahLst/>
              <a:cxnLst/>
              <a:rect l="l" t="t" r="r" b="b"/>
              <a:pathLst>
                <a:path w="644" h="667" extrusionOk="0">
                  <a:moveTo>
                    <a:pt x="334" y="0"/>
                  </a:moveTo>
                  <a:cubicBezTo>
                    <a:pt x="143" y="0"/>
                    <a:pt x="1" y="143"/>
                    <a:pt x="1" y="333"/>
                  </a:cubicBezTo>
                  <a:cubicBezTo>
                    <a:pt x="1" y="524"/>
                    <a:pt x="143" y="667"/>
                    <a:pt x="334" y="667"/>
                  </a:cubicBezTo>
                  <a:cubicBezTo>
                    <a:pt x="501" y="667"/>
                    <a:pt x="644" y="524"/>
                    <a:pt x="644" y="333"/>
                  </a:cubicBezTo>
                  <a:cubicBezTo>
                    <a:pt x="644" y="143"/>
                    <a:pt x="501" y="0"/>
                    <a:pt x="33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9" name="Google Shape;23529;p140"/>
            <p:cNvSpPr/>
            <p:nvPr/>
          </p:nvSpPr>
          <p:spPr>
            <a:xfrm>
              <a:off x="1801649" y="4443683"/>
              <a:ext cx="319797" cy="20060"/>
            </a:xfrm>
            <a:custGeom>
              <a:avLst/>
              <a:gdLst/>
              <a:ahLst/>
              <a:cxnLst/>
              <a:rect l="l" t="t" r="r" b="b"/>
              <a:pathLst>
                <a:path w="9884" h="620" extrusionOk="0">
                  <a:moveTo>
                    <a:pt x="334" y="1"/>
                  </a:moveTo>
                  <a:cubicBezTo>
                    <a:pt x="144" y="1"/>
                    <a:pt x="1" y="167"/>
                    <a:pt x="25" y="358"/>
                  </a:cubicBezTo>
                  <a:cubicBezTo>
                    <a:pt x="48" y="501"/>
                    <a:pt x="215" y="620"/>
                    <a:pt x="358" y="620"/>
                  </a:cubicBezTo>
                  <a:lnTo>
                    <a:pt x="9550" y="620"/>
                  </a:lnTo>
                  <a:cubicBezTo>
                    <a:pt x="9741" y="620"/>
                    <a:pt x="9884" y="477"/>
                    <a:pt x="9860" y="263"/>
                  </a:cubicBezTo>
                  <a:cubicBezTo>
                    <a:pt x="9812" y="120"/>
                    <a:pt x="9669" y="1"/>
                    <a:pt x="9527" y="1"/>
                  </a:cubicBezTo>
                  <a:close/>
                </a:path>
              </a:pathLst>
            </a:custGeom>
            <a:solidFill>
              <a:srgbClr val="94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0" name="Google Shape;23530;p140"/>
            <p:cNvSpPr/>
            <p:nvPr/>
          </p:nvSpPr>
          <p:spPr>
            <a:xfrm>
              <a:off x="1962678" y="4443683"/>
              <a:ext cx="158766" cy="20060"/>
            </a:xfrm>
            <a:custGeom>
              <a:avLst/>
              <a:gdLst/>
              <a:ahLst/>
              <a:cxnLst/>
              <a:rect l="l" t="t" r="r" b="b"/>
              <a:pathLst>
                <a:path w="4907" h="620" extrusionOk="0">
                  <a:moveTo>
                    <a:pt x="1" y="1"/>
                  </a:moveTo>
                  <a:lnTo>
                    <a:pt x="1" y="620"/>
                  </a:lnTo>
                  <a:lnTo>
                    <a:pt x="4573" y="620"/>
                  </a:lnTo>
                  <a:cubicBezTo>
                    <a:pt x="4764" y="620"/>
                    <a:pt x="4907" y="477"/>
                    <a:pt x="4883" y="263"/>
                  </a:cubicBezTo>
                  <a:cubicBezTo>
                    <a:pt x="4883" y="120"/>
                    <a:pt x="4764" y="1"/>
                    <a:pt x="457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31" name="Google Shape;23531;p140"/>
          <p:cNvGrpSpPr/>
          <p:nvPr/>
        </p:nvGrpSpPr>
        <p:grpSpPr>
          <a:xfrm>
            <a:off x="2542893" y="4004656"/>
            <a:ext cx="319018" cy="348296"/>
            <a:chOff x="2542893" y="4157056"/>
            <a:chExt cx="319018" cy="348296"/>
          </a:xfrm>
        </p:grpSpPr>
        <p:sp>
          <p:nvSpPr>
            <p:cNvPr id="23532" name="Google Shape;23532;p140"/>
            <p:cNvSpPr/>
            <p:nvPr/>
          </p:nvSpPr>
          <p:spPr>
            <a:xfrm>
              <a:off x="2542893" y="4186337"/>
              <a:ext cx="92471" cy="155692"/>
            </a:xfrm>
            <a:custGeom>
              <a:avLst/>
              <a:gdLst/>
              <a:ahLst/>
              <a:cxnLst/>
              <a:rect l="l" t="t" r="r" b="b"/>
              <a:pathLst>
                <a:path w="2858" h="4812" extrusionOk="0">
                  <a:moveTo>
                    <a:pt x="1167" y="1"/>
                  </a:moveTo>
                  <a:cubicBezTo>
                    <a:pt x="500" y="1"/>
                    <a:pt x="0" y="525"/>
                    <a:pt x="0" y="1168"/>
                  </a:cubicBezTo>
                  <a:lnTo>
                    <a:pt x="0" y="2192"/>
                  </a:lnTo>
                  <a:cubicBezTo>
                    <a:pt x="0" y="3597"/>
                    <a:pt x="1096" y="4764"/>
                    <a:pt x="2501" y="4811"/>
                  </a:cubicBezTo>
                  <a:lnTo>
                    <a:pt x="2834" y="4811"/>
                  </a:lnTo>
                  <a:lnTo>
                    <a:pt x="2858" y="4192"/>
                  </a:lnTo>
                  <a:lnTo>
                    <a:pt x="2525" y="4192"/>
                  </a:lnTo>
                  <a:cubicBezTo>
                    <a:pt x="1453" y="4144"/>
                    <a:pt x="619" y="3263"/>
                    <a:pt x="619" y="2192"/>
                  </a:cubicBezTo>
                  <a:lnTo>
                    <a:pt x="619" y="1168"/>
                  </a:lnTo>
                  <a:cubicBezTo>
                    <a:pt x="619" y="858"/>
                    <a:pt x="858" y="620"/>
                    <a:pt x="1167" y="620"/>
                  </a:cubicBezTo>
                  <a:lnTo>
                    <a:pt x="2334" y="620"/>
                  </a:lnTo>
                  <a:lnTo>
                    <a:pt x="233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3" name="Google Shape;23533;p140"/>
            <p:cNvSpPr/>
            <p:nvPr/>
          </p:nvSpPr>
          <p:spPr>
            <a:xfrm>
              <a:off x="2769408" y="4186337"/>
              <a:ext cx="92503" cy="155692"/>
            </a:xfrm>
            <a:custGeom>
              <a:avLst/>
              <a:gdLst/>
              <a:ahLst/>
              <a:cxnLst/>
              <a:rect l="l" t="t" r="r" b="b"/>
              <a:pathLst>
                <a:path w="2859" h="4812" extrusionOk="0">
                  <a:moveTo>
                    <a:pt x="548" y="1"/>
                  </a:moveTo>
                  <a:lnTo>
                    <a:pt x="548" y="620"/>
                  </a:lnTo>
                  <a:lnTo>
                    <a:pt x="1692" y="620"/>
                  </a:lnTo>
                  <a:cubicBezTo>
                    <a:pt x="2001" y="620"/>
                    <a:pt x="2239" y="858"/>
                    <a:pt x="2239" y="1168"/>
                  </a:cubicBezTo>
                  <a:lnTo>
                    <a:pt x="2239" y="2192"/>
                  </a:lnTo>
                  <a:cubicBezTo>
                    <a:pt x="2239" y="3263"/>
                    <a:pt x="1406" y="4144"/>
                    <a:pt x="334" y="4192"/>
                  </a:cubicBezTo>
                  <a:lnTo>
                    <a:pt x="1" y="4192"/>
                  </a:lnTo>
                  <a:lnTo>
                    <a:pt x="25" y="4811"/>
                  </a:lnTo>
                  <a:lnTo>
                    <a:pt x="358" y="4811"/>
                  </a:lnTo>
                  <a:cubicBezTo>
                    <a:pt x="1763" y="4716"/>
                    <a:pt x="2858" y="3597"/>
                    <a:pt x="2858" y="2192"/>
                  </a:cubicBezTo>
                  <a:lnTo>
                    <a:pt x="2858" y="1144"/>
                  </a:lnTo>
                  <a:cubicBezTo>
                    <a:pt x="2858" y="501"/>
                    <a:pt x="2335" y="1"/>
                    <a:pt x="1692"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4" name="Google Shape;23534;p140"/>
            <p:cNvSpPr/>
            <p:nvPr/>
          </p:nvSpPr>
          <p:spPr>
            <a:xfrm>
              <a:off x="2676194" y="4356618"/>
              <a:ext cx="53968" cy="104830"/>
            </a:xfrm>
            <a:custGeom>
              <a:avLst/>
              <a:gdLst/>
              <a:ahLst/>
              <a:cxnLst/>
              <a:rect l="l" t="t" r="r" b="b"/>
              <a:pathLst>
                <a:path w="1668" h="3240" extrusionOk="0">
                  <a:moveTo>
                    <a:pt x="0" y="1"/>
                  </a:moveTo>
                  <a:lnTo>
                    <a:pt x="0" y="3239"/>
                  </a:lnTo>
                  <a:lnTo>
                    <a:pt x="1667" y="3239"/>
                  </a:lnTo>
                  <a:lnTo>
                    <a:pt x="1667"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5" name="Google Shape;23535;p140"/>
            <p:cNvSpPr/>
            <p:nvPr/>
          </p:nvSpPr>
          <p:spPr>
            <a:xfrm>
              <a:off x="2703146" y="4356618"/>
              <a:ext cx="27016" cy="104830"/>
            </a:xfrm>
            <a:custGeom>
              <a:avLst/>
              <a:gdLst/>
              <a:ahLst/>
              <a:cxnLst/>
              <a:rect l="l" t="t" r="r" b="b"/>
              <a:pathLst>
                <a:path w="835" h="3240" extrusionOk="0">
                  <a:moveTo>
                    <a:pt x="1" y="1"/>
                  </a:moveTo>
                  <a:lnTo>
                    <a:pt x="1" y="3239"/>
                  </a:lnTo>
                  <a:lnTo>
                    <a:pt x="834" y="3239"/>
                  </a:lnTo>
                  <a:lnTo>
                    <a:pt x="834"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6" name="Google Shape;23536;p140"/>
            <p:cNvSpPr/>
            <p:nvPr/>
          </p:nvSpPr>
          <p:spPr>
            <a:xfrm>
              <a:off x="2609156" y="4444460"/>
              <a:ext cx="185718" cy="60892"/>
            </a:xfrm>
            <a:custGeom>
              <a:avLst/>
              <a:gdLst/>
              <a:ahLst/>
              <a:cxnLst/>
              <a:rect l="l" t="t" r="r" b="b"/>
              <a:pathLst>
                <a:path w="5740" h="1882" extrusionOk="0">
                  <a:moveTo>
                    <a:pt x="1382" y="0"/>
                  </a:moveTo>
                  <a:cubicBezTo>
                    <a:pt x="881" y="0"/>
                    <a:pt x="453" y="334"/>
                    <a:pt x="286" y="763"/>
                  </a:cubicBezTo>
                  <a:lnTo>
                    <a:pt x="48" y="1453"/>
                  </a:lnTo>
                  <a:cubicBezTo>
                    <a:pt x="0" y="1572"/>
                    <a:pt x="48" y="1715"/>
                    <a:pt x="167" y="1810"/>
                  </a:cubicBezTo>
                  <a:cubicBezTo>
                    <a:pt x="215" y="1834"/>
                    <a:pt x="286" y="1882"/>
                    <a:pt x="334" y="1882"/>
                  </a:cubicBezTo>
                  <a:lnTo>
                    <a:pt x="5335" y="1882"/>
                  </a:lnTo>
                  <a:cubicBezTo>
                    <a:pt x="5406" y="1882"/>
                    <a:pt x="5454" y="1834"/>
                    <a:pt x="5525" y="1810"/>
                  </a:cubicBezTo>
                  <a:cubicBezTo>
                    <a:pt x="5692" y="1715"/>
                    <a:pt x="5740" y="1572"/>
                    <a:pt x="5692" y="1453"/>
                  </a:cubicBezTo>
                  <a:lnTo>
                    <a:pt x="5454" y="763"/>
                  </a:lnTo>
                  <a:cubicBezTo>
                    <a:pt x="5311" y="286"/>
                    <a:pt x="4858" y="0"/>
                    <a:pt x="435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7" name="Google Shape;23537;p140"/>
            <p:cNvSpPr/>
            <p:nvPr/>
          </p:nvSpPr>
          <p:spPr>
            <a:xfrm>
              <a:off x="2597605" y="4158609"/>
              <a:ext cx="210372" cy="225029"/>
            </a:xfrm>
            <a:custGeom>
              <a:avLst/>
              <a:gdLst/>
              <a:ahLst/>
              <a:cxnLst/>
              <a:rect l="l" t="t" r="r" b="b"/>
              <a:pathLst>
                <a:path w="6502" h="6955" extrusionOk="0">
                  <a:moveTo>
                    <a:pt x="310" y="0"/>
                  </a:moveTo>
                  <a:cubicBezTo>
                    <a:pt x="167" y="0"/>
                    <a:pt x="0" y="143"/>
                    <a:pt x="0" y="310"/>
                  </a:cubicBezTo>
                  <a:lnTo>
                    <a:pt x="0" y="3692"/>
                  </a:lnTo>
                  <a:cubicBezTo>
                    <a:pt x="0" y="5430"/>
                    <a:pt x="1405" y="6930"/>
                    <a:pt x="3191" y="6954"/>
                  </a:cubicBezTo>
                  <a:cubicBezTo>
                    <a:pt x="3206" y="6954"/>
                    <a:pt x="3221" y="6954"/>
                    <a:pt x="3236" y="6954"/>
                  </a:cubicBezTo>
                  <a:cubicBezTo>
                    <a:pt x="5049" y="6954"/>
                    <a:pt x="6501" y="5511"/>
                    <a:pt x="6501" y="3715"/>
                  </a:cubicBezTo>
                  <a:lnTo>
                    <a:pt x="6501" y="310"/>
                  </a:lnTo>
                  <a:cubicBezTo>
                    <a:pt x="6501" y="143"/>
                    <a:pt x="6359" y="0"/>
                    <a:pt x="616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8" name="Google Shape;23538;p140"/>
            <p:cNvSpPr/>
            <p:nvPr/>
          </p:nvSpPr>
          <p:spPr>
            <a:xfrm>
              <a:off x="2702369" y="4443683"/>
              <a:ext cx="93279" cy="60148"/>
            </a:xfrm>
            <a:custGeom>
              <a:avLst/>
              <a:gdLst/>
              <a:ahLst/>
              <a:cxnLst/>
              <a:rect l="l" t="t" r="r" b="b"/>
              <a:pathLst>
                <a:path w="2883" h="1859" extrusionOk="0">
                  <a:moveTo>
                    <a:pt x="1" y="1"/>
                  </a:moveTo>
                  <a:lnTo>
                    <a:pt x="1" y="1858"/>
                  </a:lnTo>
                  <a:lnTo>
                    <a:pt x="2525" y="1858"/>
                  </a:lnTo>
                  <a:cubicBezTo>
                    <a:pt x="2573" y="1858"/>
                    <a:pt x="2644" y="1834"/>
                    <a:pt x="2692" y="1811"/>
                  </a:cubicBezTo>
                  <a:cubicBezTo>
                    <a:pt x="2811" y="1715"/>
                    <a:pt x="2882" y="1572"/>
                    <a:pt x="2811" y="1453"/>
                  </a:cubicBezTo>
                  <a:lnTo>
                    <a:pt x="2573" y="763"/>
                  </a:lnTo>
                  <a:cubicBezTo>
                    <a:pt x="2430" y="286"/>
                    <a:pt x="1977" y="1"/>
                    <a:pt x="1477"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9" name="Google Shape;23539;p140"/>
            <p:cNvSpPr/>
            <p:nvPr/>
          </p:nvSpPr>
          <p:spPr>
            <a:xfrm>
              <a:off x="2703146" y="4157056"/>
              <a:ext cx="104830" cy="225806"/>
            </a:xfrm>
            <a:custGeom>
              <a:avLst/>
              <a:gdLst/>
              <a:ahLst/>
              <a:cxnLst/>
              <a:rect l="l" t="t" r="r" b="b"/>
              <a:pathLst>
                <a:path w="3240" h="6979" extrusionOk="0">
                  <a:moveTo>
                    <a:pt x="1" y="1"/>
                  </a:moveTo>
                  <a:lnTo>
                    <a:pt x="1" y="6978"/>
                  </a:lnTo>
                  <a:cubicBezTo>
                    <a:pt x="1787" y="6978"/>
                    <a:pt x="3239" y="5526"/>
                    <a:pt x="3239" y="3740"/>
                  </a:cubicBezTo>
                  <a:lnTo>
                    <a:pt x="3239" y="334"/>
                  </a:lnTo>
                  <a:cubicBezTo>
                    <a:pt x="3239" y="167"/>
                    <a:pt x="3097" y="1"/>
                    <a:pt x="2906"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0" name="Google Shape;23540;p140"/>
            <p:cNvSpPr/>
            <p:nvPr/>
          </p:nvSpPr>
          <p:spPr>
            <a:xfrm>
              <a:off x="2638436" y="4200993"/>
              <a:ext cx="129485" cy="123305"/>
            </a:xfrm>
            <a:custGeom>
              <a:avLst/>
              <a:gdLst/>
              <a:ahLst/>
              <a:cxnLst/>
              <a:rect l="l" t="t" r="r" b="b"/>
              <a:pathLst>
                <a:path w="4002" h="3811" extrusionOk="0">
                  <a:moveTo>
                    <a:pt x="2001" y="0"/>
                  </a:moveTo>
                  <a:cubicBezTo>
                    <a:pt x="1882" y="0"/>
                    <a:pt x="1786" y="48"/>
                    <a:pt x="1739" y="167"/>
                  </a:cubicBezTo>
                  <a:lnTo>
                    <a:pt x="1286" y="1072"/>
                  </a:lnTo>
                  <a:lnTo>
                    <a:pt x="310" y="1215"/>
                  </a:lnTo>
                  <a:cubicBezTo>
                    <a:pt x="191" y="1215"/>
                    <a:pt x="72" y="1310"/>
                    <a:pt x="24" y="1429"/>
                  </a:cubicBezTo>
                  <a:cubicBezTo>
                    <a:pt x="0" y="1548"/>
                    <a:pt x="24" y="1667"/>
                    <a:pt x="119" y="1739"/>
                  </a:cubicBezTo>
                  <a:lnTo>
                    <a:pt x="834" y="2453"/>
                  </a:lnTo>
                  <a:lnTo>
                    <a:pt x="667" y="3453"/>
                  </a:lnTo>
                  <a:cubicBezTo>
                    <a:pt x="619" y="3572"/>
                    <a:pt x="691" y="3691"/>
                    <a:pt x="786" y="3739"/>
                  </a:cubicBezTo>
                  <a:cubicBezTo>
                    <a:pt x="834" y="3763"/>
                    <a:pt x="905" y="3810"/>
                    <a:pt x="953" y="3810"/>
                  </a:cubicBezTo>
                  <a:cubicBezTo>
                    <a:pt x="977" y="3810"/>
                    <a:pt x="1048" y="3763"/>
                    <a:pt x="1096" y="3763"/>
                  </a:cubicBezTo>
                  <a:lnTo>
                    <a:pt x="2001" y="3287"/>
                  </a:lnTo>
                  <a:lnTo>
                    <a:pt x="2882" y="3763"/>
                  </a:lnTo>
                  <a:cubicBezTo>
                    <a:pt x="2922" y="3793"/>
                    <a:pt x="2970" y="3806"/>
                    <a:pt x="3020" y="3806"/>
                  </a:cubicBezTo>
                  <a:cubicBezTo>
                    <a:pt x="3088" y="3806"/>
                    <a:pt x="3160" y="3781"/>
                    <a:pt x="3215" y="3739"/>
                  </a:cubicBezTo>
                  <a:cubicBezTo>
                    <a:pt x="3310" y="3691"/>
                    <a:pt x="3358" y="3572"/>
                    <a:pt x="3334" y="3453"/>
                  </a:cubicBezTo>
                  <a:lnTo>
                    <a:pt x="3168" y="2453"/>
                  </a:lnTo>
                  <a:lnTo>
                    <a:pt x="3858" y="1739"/>
                  </a:lnTo>
                  <a:cubicBezTo>
                    <a:pt x="3953" y="1667"/>
                    <a:pt x="4001" y="1524"/>
                    <a:pt x="3953" y="1429"/>
                  </a:cubicBezTo>
                  <a:cubicBezTo>
                    <a:pt x="3906" y="1310"/>
                    <a:pt x="3811" y="1238"/>
                    <a:pt x="3692" y="1215"/>
                  </a:cubicBezTo>
                  <a:lnTo>
                    <a:pt x="2715" y="1072"/>
                  </a:lnTo>
                  <a:lnTo>
                    <a:pt x="2263" y="167"/>
                  </a:lnTo>
                  <a:cubicBezTo>
                    <a:pt x="2239" y="48"/>
                    <a:pt x="2120" y="0"/>
                    <a:pt x="200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1" name="Google Shape;23541;p140"/>
            <p:cNvSpPr/>
            <p:nvPr/>
          </p:nvSpPr>
          <p:spPr>
            <a:xfrm>
              <a:off x="2703146" y="4198664"/>
              <a:ext cx="63998" cy="124405"/>
            </a:xfrm>
            <a:custGeom>
              <a:avLst/>
              <a:gdLst/>
              <a:ahLst/>
              <a:cxnLst/>
              <a:rect l="l" t="t" r="r" b="b"/>
              <a:pathLst>
                <a:path w="1978" h="3845" extrusionOk="0">
                  <a:moveTo>
                    <a:pt x="1" y="1"/>
                  </a:moveTo>
                  <a:lnTo>
                    <a:pt x="1" y="3311"/>
                  </a:lnTo>
                  <a:lnTo>
                    <a:pt x="882" y="3811"/>
                  </a:lnTo>
                  <a:cubicBezTo>
                    <a:pt x="920" y="3834"/>
                    <a:pt x="965" y="3845"/>
                    <a:pt x="1013" y="3845"/>
                  </a:cubicBezTo>
                  <a:cubicBezTo>
                    <a:pt x="1113" y="3845"/>
                    <a:pt x="1222" y="3797"/>
                    <a:pt x="1287" y="3716"/>
                  </a:cubicBezTo>
                  <a:cubicBezTo>
                    <a:pt x="1334" y="3668"/>
                    <a:pt x="1358" y="3549"/>
                    <a:pt x="1334" y="3454"/>
                  </a:cubicBezTo>
                  <a:lnTo>
                    <a:pt x="1168" y="2477"/>
                  </a:lnTo>
                  <a:lnTo>
                    <a:pt x="1858" y="1763"/>
                  </a:lnTo>
                  <a:cubicBezTo>
                    <a:pt x="1953" y="1668"/>
                    <a:pt x="1977" y="1549"/>
                    <a:pt x="1953" y="1430"/>
                  </a:cubicBezTo>
                  <a:cubicBezTo>
                    <a:pt x="1930" y="1310"/>
                    <a:pt x="1811" y="1215"/>
                    <a:pt x="1692" y="1215"/>
                  </a:cubicBezTo>
                  <a:lnTo>
                    <a:pt x="715" y="1072"/>
                  </a:lnTo>
                  <a:lnTo>
                    <a:pt x="263" y="191"/>
                  </a:lnTo>
                  <a:cubicBezTo>
                    <a:pt x="215" y="72"/>
                    <a:pt x="120" y="1"/>
                    <a:pt x="1"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42" name="Google Shape;23542;p140"/>
          <p:cNvGrpSpPr/>
          <p:nvPr/>
        </p:nvGrpSpPr>
        <p:grpSpPr>
          <a:xfrm>
            <a:off x="3290285" y="4006209"/>
            <a:ext cx="303619" cy="346749"/>
            <a:chOff x="3290285" y="4158609"/>
            <a:chExt cx="303619" cy="346749"/>
          </a:xfrm>
        </p:grpSpPr>
        <p:sp>
          <p:nvSpPr>
            <p:cNvPr id="23543" name="Google Shape;23543;p140"/>
            <p:cNvSpPr/>
            <p:nvPr/>
          </p:nvSpPr>
          <p:spPr>
            <a:xfrm>
              <a:off x="3290285" y="4158803"/>
              <a:ext cx="303619" cy="346554"/>
            </a:xfrm>
            <a:custGeom>
              <a:avLst/>
              <a:gdLst/>
              <a:ahLst/>
              <a:cxnLst/>
              <a:rect l="l" t="t" r="r" b="b"/>
              <a:pathLst>
                <a:path w="9384" h="10711" extrusionOk="0">
                  <a:moveTo>
                    <a:pt x="4941" y="1"/>
                  </a:moveTo>
                  <a:cubicBezTo>
                    <a:pt x="4511" y="1"/>
                    <a:pt x="4089" y="81"/>
                    <a:pt x="3668" y="232"/>
                  </a:cubicBezTo>
                  <a:cubicBezTo>
                    <a:pt x="3096" y="399"/>
                    <a:pt x="2596" y="709"/>
                    <a:pt x="2144" y="1090"/>
                  </a:cubicBezTo>
                  <a:cubicBezTo>
                    <a:pt x="1262" y="1852"/>
                    <a:pt x="715" y="3019"/>
                    <a:pt x="715" y="4209"/>
                  </a:cubicBezTo>
                  <a:lnTo>
                    <a:pt x="96" y="6115"/>
                  </a:lnTo>
                  <a:cubicBezTo>
                    <a:pt x="0" y="6329"/>
                    <a:pt x="48" y="6591"/>
                    <a:pt x="191" y="6781"/>
                  </a:cubicBezTo>
                  <a:cubicBezTo>
                    <a:pt x="334" y="6948"/>
                    <a:pt x="548" y="7067"/>
                    <a:pt x="786" y="7067"/>
                  </a:cubicBezTo>
                  <a:lnTo>
                    <a:pt x="1358" y="7067"/>
                  </a:lnTo>
                  <a:lnTo>
                    <a:pt x="1358" y="8234"/>
                  </a:lnTo>
                  <a:cubicBezTo>
                    <a:pt x="1358" y="8758"/>
                    <a:pt x="1786" y="9187"/>
                    <a:pt x="2310" y="9187"/>
                  </a:cubicBezTo>
                  <a:lnTo>
                    <a:pt x="3215" y="9187"/>
                  </a:lnTo>
                  <a:lnTo>
                    <a:pt x="3215" y="10425"/>
                  </a:lnTo>
                  <a:cubicBezTo>
                    <a:pt x="3215" y="10592"/>
                    <a:pt x="3334" y="10711"/>
                    <a:pt x="3501" y="10711"/>
                  </a:cubicBezTo>
                  <a:lnTo>
                    <a:pt x="7740" y="10711"/>
                  </a:lnTo>
                  <a:cubicBezTo>
                    <a:pt x="7907" y="10711"/>
                    <a:pt x="8050" y="10544"/>
                    <a:pt x="8026" y="10401"/>
                  </a:cubicBezTo>
                  <a:lnTo>
                    <a:pt x="8026" y="7329"/>
                  </a:lnTo>
                  <a:cubicBezTo>
                    <a:pt x="8931" y="6448"/>
                    <a:pt x="9383" y="5234"/>
                    <a:pt x="9264" y="3948"/>
                  </a:cubicBezTo>
                  <a:cubicBezTo>
                    <a:pt x="9217" y="2971"/>
                    <a:pt x="8764" y="2042"/>
                    <a:pt x="8073" y="1328"/>
                  </a:cubicBezTo>
                  <a:cubicBezTo>
                    <a:pt x="7359" y="614"/>
                    <a:pt x="6478" y="161"/>
                    <a:pt x="5478" y="42"/>
                  </a:cubicBezTo>
                  <a:cubicBezTo>
                    <a:pt x="5297" y="14"/>
                    <a:pt x="5118" y="1"/>
                    <a:pt x="494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4" name="Google Shape;23544;p140"/>
            <p:cNvSpPr/>
            <p:nvPr/>
          </p:nvSpPr>
          <p:spPr>
            <a:xfrm>
              <a:off x="3452090" y="4158609"/>
              <a:ext cx="141812" cy="345228"/>
            </a:xfrm>
            <a:custGeom>
              <a:avLst/>
              <a:gdLst/>
              <a:ahLst/>
              <a:cxnLst/>
              <a:rect l="l" t="t" r="r" b="b"/>
              <a:pathLst>
                <a:path w="4383" h="10670" extrusionOk="0">
                  <a:moveTo>
                    <a:pt x="0" y="0"/>
                  </a:moveTo>
                  <a:lnTo>
                    <a:pt x="0" y="10669"/>
                  </a:lnTo>
                  <a:lnTo>
                    <a:pt x="2715" y="10669"/>
                  </a:lnTo>
                  <a:cubicBezTo>
                    <a:pt x="2906" y="10669"/>
                    <a:pt x="3049" y="10526"/>
                    <a:pt x="3049" y="10336"/>
                  </a:cubicBezTo>
                  <a:lnTo>
                    <a:pt x="3049" y="7288"/>
                  </a:lnTo>
                  <a:cubicBezTo>
                    <a:pt x="3930" y="6383"/>
                    <a:pt x="4382" y="5144"/>
                    <a:pt x="4287" y="3882"/>
                  </a:cubicBezTo>
                  <a:cubicBezTo>
                    <a:pt x="4216" y="2930"/>
                    <a:pt x="3787" y="1977"/>
                    <a:pt x="3072" y="1310"/>
                  </a:cubicBezTo>
                  <a:cubicBezTo>
                    <a:pt x="2382" y="596"/>
                    <a:pt x="1477" y="143"/>
                    <a:pt x="477" y="24"/>
                  </a:cubicBezTo>
                  <a:cubicBezTo>
                    <a:pt x="334" y="0"/>
                    <a:pt x="167" y="0"/>
                    <a:pt x="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5" name="Google Shape;23545;p140"/>
            <p:cNvSpPr/>
            <p:nvPr/>
          </p:nvSpPr>
          <p:spPr>
            <a:xfrm>
              <a:off x="3375021" y="4209373"/>
              <a:ext cx="157245" cy="174329"/>
            </a:xfrm>
            <a:custGeom>
              <a:avLst/>
              <a:gdLst/>
              <a:ahLst/>
              <a:cxnLst/>
              <a:rect l="l" t="t" r="r" b="b"/>
              <a:pathLst>
                <a:path w="4860" h="5388" extrusionOk="0">
                  <a:moveTo>
                    <a:pt x="2382" y="1456"/>
                  </a:moveTo>
                  <a:cubicBezTo>
                    <a:pt x="3073" y="1456"/>
                    <a:pt x="3645" y="2027"/>
                    <a:pt x="3645" y="2718"/>
                  </a:cubicBezTo>
                  <a:cubicBezTo>
                    <a:pt x="3668" y="3385"/>
                    <a:pt x="3097" y="3956"/>
                    <a:pt x="2382" y="3956"/>
                  </a:cubicBezTo>
                  <a:cubicBezTo>
                    <a:pt x="1716" y="3956"/>
                    <a:pt x="1144" y="3385"/>
                    <a:pt x="1144" y="2718"/>
                  </a:cubicBezTo>
                  <a:cubicBezTo>
                    <a:pt x="1144" y="2027"/>
                    <a:pt x="1716" y="1456"/>
                    <a:pt x="2382" y="1456"/>
                  </a:cubicBezTo>
                  <a:close/>
                  <a:moveTo>
                    <a:pt x="2436" y="0"/>
                  </a:moveTo>
                  <a:cubicBezTo>
                    <a:pt x="2263" y="0"/>
                    <a:pt x="2120" y="134"/>
                    <a:pt x="2120" y="289"/>
                  </a:cubicBezTo>
                  <a:lnTo>
                    <a:pt x="2120" y="837"/>
                  </a:lnTo>
                  <a:cubicBezTo>
                    <a:pt x="1668" y="932"/>
                    <a:pt x="1263" y="1170"/>
                    <a:pt x="1001" y="1480"/>
                  </a:cubicBezTo>
                  <a:lnTo>
                    <a:pt x="501" y="1218"/>
                  </a:lnTo>
                  <a:cubicBezTo>
                    <a:pt x="456" y="1188"/>
                    <a:pt x="409" y="1174"/>
                    <a:pt x="362" y="1174"/>
                  </a:cubicBezTo>
                  <a:cubicBezTo>
                    <a:pt x="261" y="1174"/>
                    <a:pt x="162" y="1239"/>
                    <a:pt x="96" y="1337"/>
                  </a:cubicBezTo>
                  <a:cubicBezTo>
                    <a:pt x="1" y="1480"/>
                    <a:pt x="72" y="1670"/>
                    <a:pt x="215" y="1765"/>
                  </a:cubicBezTo>
                  <a:lnTo>
                    <a:pt x="692" y="2027"/>
                  </a:lnTo>
                  <a:cubicBezTo>
                    <a:pt x="596" y="2218"/>
                    <a:pt x="572" y="2432"/>
                    <a:pt x="572" y="2670"/>
                  </a:cubicBezTo>
                  <a:cubicBezTo>
                    <a:pt x="572" y="2908"/>
                    <a:pt x="596" y="3123"/>
                    <a:pt x="692" y="3337"/>
                  </a:cubicBezTo>
                  <a:lnTo>
                    <a:pt x="215" y="3599"/>
                  </a:lnTo>
                  <a:cubicBezTo>
                    <a:pt x="72" y="3694"/>
                    <a:pt x="1" y="3861"/>
                    <a:pt x="96" y="4004"/>
                  </a:cubicBezTo>
                  <a:cubicBezTo>
                    <a:pt x="168" y="4099"/>
                    <a:pt x="239" y="4171"/>
                    <a:pt x="358" y="4171"/>
                  </a:cubicBezTo>
                  <a:cubicBezTo>
                    <a:pt x="430" y="4171"/>
                    <a:pt x="477" y="4171"/>
                    <a:pt x="501" y="4123"/>
                  </a:cubicBezTo>
                  <a:lnTo>
                    <a:pt x="1001" y="3861"/>
                  </a:lnTo>
                  <a:cubicBezTo>
                    <a:pt x="1263" y="4194"/>
                    <a:pt x="1668" y="4433"/>
                    <a:pt x="2120" y="4528"/>
                  </a:cubicBezTo>
                  <a:lnTo>
                    <a:pt x="2120" y="5052"/>
                  </a:lnTo>
                  <a:cubicBezTo>
                    <a:pt x="2120" y="5195"/>
                    <a:pt x="2239" y="5361"/>
                    <a:pt x="2382" y="5385"/>
                  </a:cubicBezTo>
                  <a:cubicBezTo>
                    <a:pt x="2396" y="5387"/>
                    <a:pt x="2410" y="5388"/>
                    <a:pt x="2424" y="5388"/>
                  </a:cubicBezTo>
                  <a:cubicBezTo>
                    <a:pt x="2596" y="5388"/>
                    <a:pt x="2740" y="5252"/>
                    <a:pt x="2740" y="5076"/>
                  </a:cubicBezTo>
                  <a:lnTo>
                    <a:pt x="2740" y="4552"/>
                  </a:lnTo>
                  <a:cubicBezTo>
                    <a:pt x="3192" y="4456"/>
                    <a:pt x="3597" y="4218"/>
                    <a:pt x="3883" y="3885"/>
                  </a:cubicBezTo>
                  <a:lnTo>
                    <a:pt x="4359" y="4171"/>
                  </a:lnTo>
                  <a:cubicBezTo>
                    <a:pt x="4407" y="4194"/>
                    <a:pt x="4454" y="4194"/>
                    <a:pt x="4502" y="4194"/>
                  </a:cubicBezTo>
                  <a:cubicBezTo>
                    <a:pt x="4621" y="4194"/>
                    <a:pt x="4716" y="4123"/>
                    <a:pt x="4764" y="4052"/>
                  </a:cubicBezTo>
                  <a:cubicBezTo>
                    <a:pt x="4835" y="3932"/>
                    <a:pt x="4811" y="3718"/>
                    <a:pt x="4645" y="3623"/>
                  </a:cubicBezTo>
                  <a:lnTo>
                    <a:pt x="4168" y="3361"/>
                  </a:lnTo>
                  <a:cubicBezTo>
                    <a:pt x="4264" y="3147"/>
                    <a:pt x="4288" y="2956"/>
                    <a:pt x="4288" y="2718"/>
                  </a:cubicBezTo>
                  <a:cubicBezTo>
                    <a:pt x="4288" y="2480"/>
                    <a:pt x="4264" y="2265"/>
                    <a:pt x="4168" y="2051"/>
                  </a:cubicBezTo>
                  <a:lnTo>
                    <a:pt x="4645" y="1789"/>
                  </a:lnTo>
                  <a:cubicBezTo>
                    <a:pt x="4811" y="1694"/>
                    <a:pt x="4859" y="1527"/>
                    <a:pt x="4811" y="1408"/>
                  </a:cubicBezTo>
                  <a:cubicBezTo>
                    <a:pt x="4744" y="1273"/>
                    <a:pt x="4617" y="1210"/>
                    <a:pt x="4497" y="1210"/>
                  </a:cubicBezTo>
                  <a:cubicBezTo>
                    <a:pt x="4448" y="1210"/>
                    <a:pt x="4401" y="1221"/>
                    <a:pt x="4359" y="1241"/>
                  </a:cubicBezTo>
                  <a:lnTo>
                    <a:pt x="3883" y="1527"/>
                  </a:lnTo>
                  <a:cubicBezTo>
                    <a:pt x="3621" y="1194"/>
                    <a:pt x="3192" y="956"/>
                    <a:pt x="2740" y="860"/>
                  </a:cubicBezTo>
                  <a:lnTo>
                    <a:pt x="2740" y="337"/>
                  </a:lnTo>
                  <a:cubicBezTo>
                    <a:pt x="2740" y="170"/>
                    <a:pt x="2621" y="27"/>
                    <a:pt x="2478" y="3"/>
                  </a:cubicBezTo>
                  <a:cubicBezTo>
                    <a:pt x="2464" y="1"/>
                    <a:pt x="2450" y="0"/>
                    <a:pt x="243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6" name="Google Shape;23546;p140"/>
            <p:cNvSpPr/>
            <p:nvPr/>
          </p:nvSpPr>
          <p:spPr>
            <a:xfrm>
              <a:off x="3452867" y="4209470"/>
              <a:ext cx="79399" cy="174911"/>
            </a:xfrm>
            <a:custGeom>
              <a:avLst/>
              <a:gdLst/>
              <a:ahLst/>
              <a:cxnLst/>
              <a:rect l="l" t="t" r="r" b="b"/>
              <a:pathLst>
                <a:path w="2454" h="5406" extrusionOk="0">
                  <a:moveTo>
                    <a:pt x="0" y="0"/>
                  </a:moveTo>
                  <a:lnTo>
                    <a:pt x="0" y="1453"/>
                  </a:lnTo>
                  <a:cubicBezTo>
                    <a:pt x="691" y="1453"/>
                    <a:pt x="1262" y="2024"/>
                    <a:pt x="1262" y="2715"/>
                  </a:cubicBezTo>
                  <a:cubicBezTo>
                    <a:pt x="1262" y="3382"/>
                    <a:pt x="691" y="3953"/>
                    <a:pt x="0" y="3953"/>
                  </a:cubicBezTo>
                  <a:lnTo>
                    <a:pt x="0" y="5406"/>
                  </a:lnTo>
                  <a:cubicBezTo>
                    <a:pt x="191" y="5406"/>
                    <a:pt x="334" y="5263"/>
                    <a:pt x="334" y="5073"/>
                  </a:cubicBezTo>
                  <a:lnTo>
                    <a:pt x="334" y="4549"/>
                  </a:lnTo>
                  <a:cubicBezTo>
                    <a:pt x="786" y="4453"/>
                    <a:pt x="1191" y="4215"/>
                    <a:pt x="1477" y="3882"/>
                  </a:cubicBezTo>
                  <a:lnTo>
                    <a:pt x="1953" y="4168"/>
                  </a:lnTo>
                  <a:cubicBezTo>
                    <a:pt x="2001" y="4191"/>
                    <a:pt x="2048" y="4191"/>
                    <a:pt x="2096" y="4191"/>
                  </a:cubicBezTo>
                  <a:cubicBezTo>
                    <a:pt x="2215" y="4191"/>
                    <a:pt x="2310" y="4120"/>
                    <a:pt x="2358" y="4049"/>
                  </a:cubicBezTo>
                  <a:cubicBezTo>
                    <a:pt x="2429" y="3929"/>
                    <a:pt x="2405" y="3715"/>
                    <a:pt x="2239" y="3620"/>
                  </a:cubicBezTo>
                  <a:lnTo>
                    <a:pt x="1762" y="3358"/>
                  </a:lnTo>
                  <a:cubicBezTo>
                    <a:pt x="1858" y="3144"/>
                    <a:pt x="1882" y="2953"/>
                    <a:pt x="1882" y="2715"/>
                  </a:cubicBezTo>
                  <a:cubicBezTo>
                    <a:pt x="1882" y="2477"/>
                    <a:pt x="1858" y="2262"/>
                    <a:pt x="1762" y="2048"/>
                  </a:cubicBezTo>
                  <a:lnTo>
                    <a:pt x="2239" y="1786"/>
                  </a:lnTo>
                  <a:cubicBezTo>
                    <a:pt x="2405" y="1691"/>
                    <a:pt x="2453" y="1524"/>
                    <a:pt x="2405" y="1405"/>
                  </a:cubicBezTo>
                  <a:cubicBezTo>
                    <a:pt x="2338" y="1270"/>
                    <a:pt x="2211" y="1207"/>
                    <a:pt x="2091" y="1207"/>
                  </a:cubicBezTo>
                  <a:cubicBezTo>
                    <a:pt x="2042" y="1207"/>
                    <a:pt x="1995" y="1218"/>
                    <a:pt x="1953" y="1238"/>
                  </a:cubicBezTo>
                  <a:lnTo>
                    <a:pt x="1477" y="1524"/>
                  </a:lnTo>
                  <a:cubicBezTo>
                    <a:pt x="1215" y="1191"/>
                    <a:pt x="786" y="953"/>
                    <a:pt x="334" y="857"/>
                  </a:cubicBezTo>
                  <a:lnTo>
                    <a:pt x="334" y="334"/>
                  </a:lnTo>
                  <a:cubicBezTo>
                    <a:pt x="334" y="143"/>
                    <a:pt x="191" y="0"/>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47" name="Google Shape;23547;p140"/>
          <p:cNvGrpSpPr/>
          <p:nvPr/>
        </p:nvGrpSpPr>
        <p:grpSpPr>
          <a:xfrm>
            <a:off x="4041526" y="4006209"/>
            <a:ext cx="303619" cy="346749"/>
            <a:chOff x="4041526" y="4158609"/>
            <a:chExt cx="303619" cy="346749"/>
          </a:xfrm>
        </p:grpSpPr>
        <p:sp>
          <p:nvSpPr>
            <p:cNvPr id="23548" name="Google Shape;23548;p140"/>
            <p:cNvSpPr/>
            <p:nvPr/>
          </p:nvSpPr>
          <p:spPr>
            <a:xfrm>
              <a:off x="4041526" y="4158803"/>
              <a:ext cx="303619" cy="346554"/>
            </a:xfrm>
            <a:custGeom>
              <a:avLst/>
              <a:gdLst/>
              <a:ahLst/>
              <a:cxnLst/>
              <a:rect l="l" t="t" r="r" b="b"/>
              <a:pathLst>
                <a:path w="9384" h="10711" extrusionOk="0">
                  <a:moveTo>
                    <a:pt x="4941" y="1"/>
                  </a:moveTo>
                  <a:cubicBezTo>
                    <a:pt x="4511" y="1"/>
                    <a:pt x="4090" y="81"/>
                    <a:pt x="3668" y="232"/>
                  </a:cubicBezTo>
                  <a:cubicBezTo>
                    <a:pt x="3096" y="399"/>
                    <a:pt x="2596" y="709"/>
                    <a:pt x="2144" y="1090"/>
                  </a:cubicBezTo>
                  <a:cubicBezTo>
                    <a:pt x="1263" y="1852"/>
                    <a:pt x="715" y="3019"/>
                    <a:pt x="715" y="4209"/>
                  </a:cubicBezTo>
                  <a:lnTo>
                    <a:pt x="96" y="6115"/>
                  </a:lnTo>
                  <a:cubicBezTo>
                    <a:pt x="0" y="6329"/>
                    <a:pt x="48" y="6591"/>
                    <a:pt x="191" y="6781"/>
                  </a:cubicBezTo>
                  <a:cubicBezTo>
                    <a:pt x="334" y="6948"/>
                    <a:pt x="548" y="7067"/>
                    <a:pt x="786" y="7067"/>
                  </a:cubicBezTo>
                  <a:lnTo>
                    <a:pt x="1358" y="7067"/>
                  </a:lnTo>
                  <a:lnTo>
                    <a:pt x="1358" y="8234"/>
                  </a:lnTo>
                  <a:cubicBezTo>
                    <a:pt x="1358" y="8758"/>
                    <a:pt x="1787" y="9187"/>
                    <a:pt x="2310" y="9187"/>
                  </a:cubicBezTo>
                  <a:lnTo>
                    <a:pt x="3215" y="9187"/>
                  </a:lnTo>
                  <a:lnTo>
                    <a:pt x="3215" y="10425"/>
                  </a:lnTo>
                  <a:cubicBezTo>
                    <a:pt x="3215" y="10592"/>
                    <a:pt x="3334" y="10711"/>
                    <a:pt x="3501" y="10711"/>
                  </a:cubicBezTo>
                  <a:lnTo>
                    <a:pt x="7716" y="10711"/>
                  </a:lnTo>
                  <a:cubicBezTo>
                    <a:pt x="7907" y="10711"/>
                    <a:pt x="8050" y="10544"/>
                    <a:pt x="8026" y="10401"/>
                  </a:cubicBezTo>
                  <a:lnTo>
                    <a:pt x="8026" y="7329"/>
                  </a:lnTo>
                  <a:cubicBezTo>
                    <a:pt x="8931" y="6448"/>
                    <a:pt x="9383" y="5234"/>
                    <a:pt x="9264" y="3948"/>
                  </a:cubicBezTo>
                  <a:cubicBezTo>
                    <a:pt x="9217" y="2971"/>
                    <a:pt x="8764" y="2042"/>
                    <a:pt x="8074" y="1328"/>
                  </a:cubicBezTo>
                  <a:cubicBezTo>
                    <a:pt x="7359" y="614"/>
                    <a:pt x="6478" y="161"/>
                    <a:pt x="5478" y="42"/>
                  </a:cubicBezTo>
                  <a:cubicBezTo>
                    <a:pt x="5297" y="14"/>
                    <a:pt x="5118" y="1"/>
                    <a:pt x="494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9" name="Google Shape;23549;p140"/>
            <p:cNvSpPr/>
            <p:nvPr/>
          </p:nvSpPr>
          <p:spPr>
            <a:xfrm>
              <a:off x="4203332" y="4158609"/>
              <a:ext cx="141812" cy="345228"/>
            </a:xfrm>
            <a:custGeom>
              <a:avLst/>
              <a:gdLst/>
              <a:ahLst/>
              <a:cxnLst/>
              <a:rect l="l" t="t" r="r" b="b"/>
              <a:pathLst>
                <a:path w="4383" h="10670" extrusionOk="0">
                  <a:moveTo>
                    <a:pt x="0" y="0"/>
                  </a:moveTo>
                  <a:lnTo>
                    <a:pt x="0" y="10669"/>
                  </a:lnTo>
                  <a:lnTo>
                    <a:pt x="2715" y="10669"/>
                  </a:lnTo>
                  <a:cubicBezTo>
                    <a:pt x="2906" y="10669"/>
                    <a:pt x="3049" y="10526"/>
                    <a:pt x="3049" y="10336"/>
                  </a:cubicBezTo>
                  <a:lnTo>
                    <a:pt x="3049" y="7288"/>
                  </a:lnTo>
                  <a:cubicBezTo>
                    <a:pt x="3930" y="6383"/>
                    <a:pt x="4382" y="5144"/>
                    <a:pt x="4287" y="3882"/>
                  </a:cubicBezTo>
                  <a:cubicBezTo>
                    <a:pt x="4216" y="2930"/>
                    <a:pt x="3763" y="1977"/>
                    <a:pt x="3073" y="1310"/>
                  </a:cubicBezTo>
                  <a:cubicBezTo>
                    <a:pt x="2382" y="596"/>
                    <a:pt x="1477" y="143"/>
                    <a:pt x="477" y="24"/>
                  </a:cubicBezTo>
                  <a:cubicBezTo>
                    <a:pt x="334" y="0"/>
                    <a:pt x="167" y="0"/>
                    <a:pt x="0"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0" name="Google Shape;23550;p140"/>
            <p:cNvSpPr/>
            <p:nvPr/>
          </p:nvSpPr>
          <p:spPr>
            <a:xfrm>
              <a:off x="4118563" y="4198761"/>
              <a:ext cx="171870" cy="183323"/>
            </a:xfrm>
            <a:custGeom>
              <a:avLst/>
              <a:gdLst/>
              <a:ahLst/>
              <a:cxnLst/>
              <a:rect l="l" t="t" r="r" b="b"/>
              <a:pathLst>
                <a:path w="5312" h="5666" extrusionOk="0">
                  <a:moveTo>
                    <a:pt x="2610" y="1"/>
                  </a:moveTo>
                  <a:cubicBezTo>
                    <a:pt x="1976" y="1"/>
                    <a:pt x="1351" y="240"/>
                    <a:pt x="882" y="688"/>
                  </a:cubicBezTo>
                  <a:cubicBezTo>
                    <a:pt x="334" y="1165"/>
                    <a:pt x="1" y="1879"/>
                    <a:pt x="1" y="2617"/>
                  </a:cubicBezTo>
                  <a:cubicBezTo>
                    <a:pt x="1" y="3236"/>
                    <a:pt x="239" y="3856"/>
                    <a:pt x="668" y="4332"/>
                  </a:cubicBezTo>
                  <a:cubicBezTo>
                    <a:pt x="906" y="4618"/>
                    <a:pt x="1049" y="4927"/>
                    <a:pt x="1049" y="5284"/>
                  </a:cubicBezTo>
                  <a:lnTo>
                    <a:pt x="1049" y="5332"/>
                  </a:lnTo>
                  <a:cubicBezTo>
                    <a:pt x="1049" y="5499"/>
                    <a:pt x="1192" y="5666"/>
                    <a:pt x="1382" y="5666"/>
                  </a:cubicBezTo>
                  <a:lnTo>
                    <a:pt x="3883" y="5666"/>
                  </a:lnTo>
                  <a:cubicBezTo>
                    <a:pt x="4049" y="5666"/>
                    <a:pt x="4216" y="5499"/>
                    <a:pt x="4192" y="5356"/>
                  </a:cubicBezTo>
                  <a:lnTo>
                    <a:pt x="4192" y="5332"/>
                  </a:lnTo>
                  <a:cubicBezTo>
                    <a:pt x="4192" y="4975"/>
                    <a:pt x="4359" y="4641"/>
                    <a:pt x="4597" y="4332"/>
                  </a:cubicBezTo>
                  <a:cubicBezTo>
                    <a:pt x="5073" y="3784"/>
                    <a:pt x="5312" y="3070"/>
                    <a:pt x="5216" y="2308"/>
                  </a:cubicBezTo>
                  <a:cubicBezTo>
                    <a:pt x="5097" y="1117"/>
                    <a:pt x="4121" y="141"/>
                    <a:pt x="2930" y="22"/>
                  </a:cubicBezTo>
                  <a:cubicBezTo>
                    <a:pt x="2824" y="8"/>
                    <a:pt x="2716" y="1"/>
                    <a:pt x="26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1" name="Google Shape;23551;p140"/>
            <p:cNvSpPr/>
            <p:nvPr/>
          </p:nvSpPr>
          <p:spPr>
            <a:xfrm>
              <a:off x="4203332" y="4198664"/>
              <a:ext cx="87100" cy="183420"/>
            </a:xfrm>
            <a:custGeom>
              <a:avLst/>
              <a:gdLst/>
              <a:ahLst/>
              <a:cxnLst/>
              <a:rect l="l" t="t" r="r" b="b"/>
              <a:pathLst>
                <a:path w="2692" h="5669" extrusionOk="0">
                  <a:moveTo>
                    <a:pt x="0" y="1"/>
                  </a:moveTo>
                  <a:lnTo>
                    <a:pt x="0" y="5669"/>
                  </a:lnTo>
                  <a:lnTo>
                    <a:pt x="1263" y="5669"/>
                  </a:lnTo>
                  <a:cubicBezTo>
                    <a:pt x="1429" y="5669"/>
                    <a:pt x="1596" y="5502"/>
                    <a:pt x="1596" y="5335"/>
                  </a:cubicBezTo>
                  <a:lnTo>
                    <a:pt x="1596" y="5287"/>
                  </a:lnTo>
                  <a:cubicBezTo>
                    <a:pt x="1596" y="4930"/>
                    <a:pt x="1739" y="4621"/>
                    <a:pt x="1977" y="4311"/>
                  </a:cubicBezTo>
                  <a:cubicBezTo>
                    <a:pt x="2477" y="3740"/>
                    <a:pt x="2692" y="3025"/>
                    <a:pt x="2596" y="2287"/>
                  </a:cubicBezTo>
                  <a:cubicBezTo>
                    <a:pt x="2477" y="1096"/>
                    <a:pt x="1501" y="144"/>
                    <a:pt x="310" y="25"/>
                  </a:cubicBezTo>
                  <a:cubicBezTo>
                    <a:pt x="215" y="25"/>
                    <a:pt x="96" y="1"/>
                    <a:pt x="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2" name="Google Shape;23552;p140"/>
            <p:cNvSpPr/>
            <p:nvPr/>
          </p:nvSpPr>
          <p:spPr>
            <a:xfrm>
              <a:off x="4172498" y="4272820"/>
              <a:ext cx="63222" cy="110104"/>
            </a:xfrm>
            <a:custGeom>
              <a:avLst/>
              <a:gdLst/>
              <a:ahLst/>
              <a:cxnLst/>
              <a:rect l="l" t="t" r="r" b="b"/>
              <a:pathLst>
                <a:path w="1954" h="3403" extrusionOk="0">
                  <a:moveTo>
                    <a:pt x="1608" y="1"/>
                  </a:moveTo>
                  <a:cubicBezTo>
                    <a:pt x="1525" y="1"/>
                    <a:pt x="1442" y="31"/>
                    <a:pt x="1382" y="90"/>
                  </a:cubicBezTo>
                  <a:lnTo>
                    <a:pt x="953" y="495"/>
                  </a:lnTo>
                  <a:lnTo>
                    <a:pt x="572" y="114"/>
                  </a:lnTo>
                  <a:cubicBezTo>
                    <a:pt x="510" y="51"/>
                    <a:pt x="433" y="21"/>
                    <a:pt x="358" y="21"/>
                  </a:cubicBezTo>
                  <a:cubicBezTo>
                    <a:pt x="291" y="21"/>
                    <a:pt x="224" y="45"/>
                    <a:pt x="168" y="90"/>
                  </a:cubicBezTo>
                  <a:cubicBezTo>
                    <a:pt x="1" y="209"/>
                    <a:pt x="1" y="424"/>
                    <a:pt x="120" y="566"/>
                  </a:cubicBezTo>
                  <a:lnTo>
                    <a:pt x="668" y="1090"/>
                  </a:lnTo>
                  <a:lnTo>
                    <a:pt x="668" y="3067"/>
                  </a:lnTo>
                  <a:cubicBezTo>
                    <a:pt x="668" y="3210"/>
                    <a:pt x="787" y="3377"/>
                    <a:pt x="930" y="3400"/>
                  </a:cubicBezTo>
                  <a:cubicBezTo>
                    <a:pt x="944" y="3402"/>
                    <a:pt x="957" y="3403"/>
                    <a:pt x="971" y="3403"/>
                  </a:cubicBezTo>
                  <a:cubicBezTo>
                    <a:pt x="1144" y="3403"/>
                    <a:pt x="1287" y="3267"/>
                    <a:pt x="1287" y="3091"/>
                  </a:cubicBezTo>
                  <a:lnTo>
                    <a:pt x="1287" y="1138"/>
                  </a:lnTo>
                  <a:lnTo>
                    <a:pt x="1835" y="590"/>
                  </a:lnTo>
                  <a:cubicBezTo>
                    <a:pt x="1954" y="424"/>
                    <a:pt x="1954" y="233"/>
                    <a:pt x="1835" y="90"/>
                  </a:cubicBezTo>
                  <a:cubicBezTo>
                    <a:pt x="1775" y="31"/>
                    <a:pt x="1692" y="1"/>
                    <a:pt x="1608"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3" name="Google Shape;23553;p140"/>
            <p:cNvSpPr/>
            <p:nvPr/>
          </p:nvSpPr>
          <p:spPr>
            <a:xfrm>
              <a:off x="4203332" y="4272820"/>
              <a:ext cx="32387" cy="109263"/>
            </a:xfrm>
            <a:custGeom>
              <a:avLst/>
              <a:gdLst/>
              <a:ahLst/>
              <a:cxnLst/>
              <a:rect l="l" t="t" r="r" b="b"/>
              <a:pathLst>
                <a:path w="1001" h="3377" extrusionOk="0">
                  <a:moveTo>
                    <a:pt x="638" y="1"/>
                  </a:moveTo>
                  <a:cubicBezTo>
                    <a:pt x="560" y="1"/>
                    <a:pt x="489" y="31"/>
                    <a:pt x="429" y="90"/>
                  </a:cubicBezTo>
                  <a:lnTo>
                    <a:pt x="0" y="495"/>
                  </a:lnTo>
                  <a:lnTo>
                    <a:pt x="0" y="3377"/>
                  </a:lnTo>
                  <a:cubicBezTo>
                    <a:pt x="191" y="3377"/>
                    <a:pt x="334" y="3210"/>
                    <a:pt x="334" y="3043"/>
                  </a:cubicBezTo>
                  <a:lnTo>
                    <a:pt x="334" y="1067"/>
                  </a:lnTo>
                  <a:lnTo>
                    <a:pt x="882" y="543"/>
                  </a:lnTo>
                  <a:cubicBezTo>
                    <a:pt x="1001" y="424"/>
                    <a:pt x="1001" y="209"/>
                    <a:pt x="882" y="90"/>
                  </a:cubicBezTo>
                  <a:cubicBezTo>
                    <a:pt x="798" y="31"/>
                    <a:pt x="715" y="1"/>
                    <a:pt x="638"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4" name="Google Shape;23554;p140"/>
            <p:cNvSpPr/>
            <p:nvPr/>
          </p:nvSpPr>
          <p:spPr>
            <a:xfrm>
              <a:off x="4152470" y="4371274"/>
              <a:ext cx="102533" cy="50862"/>
            </a:xfrm>
            <a:custGeom>
              <a:avLst/>
              <a:gdLst/>
              <a:ahLst/>
              <a:cxnLst/>
              <a:rect l="l" t="t" r="r" b="b"/>
              <a:pathLst>
                <a:path w="3169" h="1572" extrusionOk="0">
                  <a:moveTo>
                    <a:pt x="1" y="0"/>
                  </a:moveTo>
                  <a:lnTo>
                    <a:pt x="1" y="834"/>
                  </a:lnTo>
                  <a:cubicBezTo>
                    <a:pt x="1" y="1238"/>
                    <a:pt x="334" y="1572"/>
                    <a:pt x="739" y="1572"/>
                  </a:cubicBezTo>
                  <a:lnTo>
                    <a:pt x="2406" y="1572"/>
                  </a:lnTo>
                  <a:cubicBezTo>
                    <a:pt x="2835" y="1572"/>
                    <a:pt x="3168" y="1238"/>
                    <a:pt x="3168" y="834"/>
                  </a:cubicBezTo>
                  <a:lnTo>
                    <a:pt x="3168"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5" name="Google Shape;23555;p140"/>
            <p:cNvSpPr/>
            <p:nvPr/>
          </p:nvSpPr>
          <p:spPr>
            <a:xfrm>
              <a:off x="4203332" y="4371274"/>
              <a:ext cx="51671" cy="50862"/>
            </a:xfrm>
            <a:custGeom>
              <a:avLst/>
              <a:gdLst/>
              <a:ahLst/>
              <a:cxnLst/>
              <a:rect l="l" t="t" r="r" b="b"/>
              <a:pathLst>
                <a:path w="1597" h="1572" extrusionOk="0">
                  <a:moveTo>
                    <a:pt x="0" y="0"/>
                  </a:moveTo>
                  <a:lnTo>
                    <a:pt x="0" y="1572"/>
                  </a:lnTo>
                  <a:lnTo>
                    <a:pt x="834" y="1572"/>
                  </a:lnTo>
                  <a:cubicBezTo>
                    <a:pt x="1263" y="1572"/>
                    <a:pt x="1596" y="1238"/>
                    <a:pt x="1596" y="834"/>
                  </a:cubicBezTo>
                  <a:lnTo>
                    <a:pt x="1596"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56" name="Google Shape;23556;p140"/>
          <p:cNvGrpSpPr/>
          <p:nvPr/>
        </p:nvGrpSpPr>
        <p:grpSpPr>
          <a:xfrm>
            <a:off x="4788918" y="4006209"/>
            <a:ext cx="303619" cy="346749"/>
            <a:chOff x="4788918" y="4158609"/>
            <a:chExt cx="303619" cy="346749"/>
          </a:xfrm>
        </p:grpSpPr>
        <p:sp>
          <p:nvSpPr>
            <p:cNvPr id="23557" name="Google Shape;23557;p140"/>
            <p:cNvSpPr/>
            <p:nvPr/>
          </p:nvSpPr>
          <p:spPr>
            <a:xfrm>
              <a:off x="4788918" y="4158803"/>
              <a:ext cx="303619" cy="346554"/>
            </a:xfrm>
            <a:custGeom>
              <a:avLst/>
              <a:gdLst/>
              <a:ahLst/>
              <a:cxnLst/>
              <a:rect l="l" t="t" r="r" b="b"/>
              <a:pathLst>
                <a:path w="9384" h="10711" extrusionOk="0">
                  <a:moveTo>
                    <a:pt x="4941" y="1"/>
                  </a:moveTo>
                  <a:cubicBezTo>
                    <a:pt x="4511" y="1"/>
                    <a:pt x="4090" y="81"/>
                    <a:pt x="3668" y="232"/>
                  </a:cubicBezTo>
                  <a:cubicBezTo>
                    <a:pt x="3096" y="399"/>
                    <a:pt x="2596" y="709"/>
                    <a:pt x="2144" y="1090"/>
                  </a:cubicBezTo>
                  <a:cubicBezTo>
                    <a:pt x="1263" y="1852"/>
                    <a:pt x="715" y="3019"/>
                    <a:pt x="715" y="4209"/>
                  </a:cubicBezTo>
                  <a:lnTo>
                    <a:pt x="96" y="6115"/>
                  </a:lnTo>
                  <a:cubicBezTo>
                    <a:pt x="0" y="6329"/>
                    <a:pt x="48" y="6591"/>
                    <a:pt x="191" y="6781"/>
                  </a:cubicBezTo>
                  <a:cubicBezTo>
                    <a:pt x="334" y="6948"/>
                    <a:pt x="548" y="7067"/>
                    <a:pt x="786" y="7067"/>
                  </a:cubicBezTo>
                  <a:lnTo>
                    <a:pt x="1358" y="7067"/>
                  </a:lnTo>
                  <a:lnTo>
                    <a:pt x="1358" y="8234"/>
                  </a:lnTo>
                  <a:cubicBezTo>
                    <a:pt x="1358" y="8758"/>
                    <a:pt x="1787" y="9187"/>
                    <a:pt x="2311" y="9187"/>
                  </a:cubicBezTo>
                  <a:lnTo>
                    <a:pt x="3239" y="9187"/>
                  </a:lnTo>
                  <a:lnTo>
                    <a:pt x="3239" y="10425"/>
                  </a:lnTo>
                  <a:cubicBezTo>
                    <a:pt x="3239" y="10592"/>
                    <a:pt x="3358" y="10711"/>
                    <a:pt x="3525" y="10711"/>
                  </a:cubicBezTo>
                  <a:lnTo>
                    <a:pt x="7740" y="10711"/>
                  </a:lnTo>
                  <a:cubicBezTo>
                    <a:pt x="7931" y="10711"/>
                    <a:pt x="8050" y="10544"/>
                    <a:pt x="8026" y="10401"/>
                  </a:cubicBezTo>
                  <a:lnTo>
                    <a:pt x="8026" y="7329"/>
                  </a:lnTo>
                  <a:cubicBezTo>
                    <a:pt x="8931" y="6448"/>
                    <a:pt x="9383" y="5234"/>
                    <a:pt x="9264" y="3948"/>
                  </a:cubicBezTo>
                  <a:cubicBezTo>
                    <a:pt x="9217" y="2971"/>
                    <a:pt x="8764" y="2042"/>
                    <a:pt x="8074" y="1328"/>
                  </a:cubicBezTo>
                  <a:cubicBezTo>
                    <a:pt x="7359" y="614"/>
                    <a:pt x="6478" y="161"/>
                    <a:pt x="5478" y="42"/>
                  </a:cubicBezTo>
                  <a:cubicBezTo>
                    <a:pt x="5297" y="14"/>
                    <a:pt x="5119" y="1"/>
                    <a:pt x="4941"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8" name="Google Shape;23558;p140"/>
            <p:cNvSpPr/>
            <p:nvPr/>
          </p:nvSpPr>
          <p:spPr>
            <a:xfrm>
              <a:off x="4950723" y="4158609"/>
              <a:ext cx="141812" cy="345228"/>
            </a:xfrm>
            <a:custGeom>
              <a:avLst/>
              <a:gdLst/>
              <a:ahLst/>
              <a:cxnLst/>
              <a:rect l="l" t="t" r="r" b="b"/>
              <a:pathLst>
                <a:path w="4383" h="10670" extrusionOk="0">
                  <a:moveTo>
                    <a:pt x="1" y="0"/>
                  </a:moveTo>
                  <a:lnTo>
                    <a:pt x="1" y="10669"/>
                  </a:lnTo>
                  <a:lnTo>
                    <a:pt x="2715" y="10669"/>
                  </a:lnTo>
                  <a:cubicBezTo>
                    <a:pt x="2906" y="10669"/>
                    <a:pt x="3049" y="10526"/>
                    <a:pt x="3049" y="10336"/>
                  </a:cubicBezTo>
                  <a:lnTo>
                    <a:pt x="3049" y="7288"/>
                  </a:lnTo>
                  <a:cubicBezTo>
                    <a:pt x="3930" y="6383"/>
                    <a:pt x="4382" y="5144"/>
                    <a:pt x="4287" y="3882"/>
                  </a:cubicBezTo>
                  <a:cubicBezTo>
                    <a:pt x="4192" y="2930"/>
                    <a:pt x="3787" y="1977"/>
                    <a:pt x="3073" y="1310"/>
                  </a:cubicBezTo>
                  <a:cubicBezTo>
                    <a:pt x="2382" y="596"/>
                    <a:pt x="1477" y="143"/>
                    <a:pt x="477" y="24"/>
                  </a:cubicBezTo>
                  <a:cubicBezTo>
                    <a:pt x="334" y="0"/>
                    <a:pt x="143" y="0"/>
                    <a:pt x="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9" name="Google Shape;23559;p140"/>
            <p:cNvSpPr/>
            <p:nvPr/>
          </p:nvSpPr>
          <p:spPr>
            <a:xfrm>
              <a:off x="4852106" y="4198664"/>
              <a:ext cx="198045" cy="107904"/>
            </a:xfrm>
            <a:custGeom>
              <a:avLst/>
              <a:gdLst/>
              <a:ahLst/>
              <a:cxnLst/>
              <a:rect l="l" t="t" r="r" b="b"/>
              <a:pathLst>
                <a:path w="6121" h="3335" extrusionOk="0">
                  <a:moveTo>
                    <a:pt x="3049" y="1"/>
                  </a:moveTo>
                  <a:cubicBezTo>
                    <a:pt x="1358" y="1"/>
                    <a:pt x="0" y="1406"/>
                    <a:pt x="24" y="3097"/>
                  </a:cubicBezTo>
                  <a:cubicBezTo>
                    <a:pt x="24" y="3239"/>
                    <a:pt x="143" y="3335"/>
                    <a:pt x="286" y="3335"/>
                  </a:cubicBezTo>
                  <a:lnTo>
                    <a:pt x="1000" y="3335"/>
                  </a:lnTo>
                  <a:cubicBezTo>
                    <a:pt x="1096" y="3335"/>
                    <a:pt x="1191" y="3287"/>
                    <a:pt x="1239" y="3216"/>
                  </a:cubicBezTo>
                  <a:cubicBezTo>
                    <a:pt x="1382" y="2977"/>
                    <a:pt x="1215" y="2716"/>
                    <a:pt x="977" y="2716"/>
                  </a:cubicBezTo>
                  <a:lnTo>
                    <a:pt x="667" y="2716"/>
                  </a:lnTo>
                  <a:cubicBezTo>
                    <a:pt x="739" y="2287"/>
                    <a:pt x="905" y="1882"/>
                    <a:pt x="1143" y="1549"/>
                  </a:cubicBezTo>
                  <a:lnTo>
                    <a:pt x="1358" y="1763"/>
                  </a:lnTo>
                  <a:cubicBezTo>
                    <a:pt x="1429" y="1811"/>
                    <a:pt x="1501" y="1858"/>
                    <a:pt x="1572" y="1858"/>
                  </a:cubicBezTo>
                  <a:cubicBezTo>
                    <a:pt x="1715" y="1858"/>
                    <a:pt x="1834" y="1763"/>
                    <a:pt x="1905" y="1572"/>
                  </a:cubicBezTo>
                  <a:cubicBezTo>
                    <a:pt x="1929" y="1501"/>
                    <a:pt x="1905" y="1406"/>
                    <a:pt x="1834" y="1334"/>
                  </a:cubicBezTo>
                  <a:lnTo>
                    <a:pt x="1596" y="1096"/>
                  </a:lnTo>
                  <a:cubicBezTo>
                    <a:pt x="1929" y="858"/>
                    <a:pt x="2310" y="691"/>
                    <a:pt x="2763" y="620"/>
                  </a:cubicBezTo>
                  <a:lnTo>
                    <a:pt x="2763" y="953"/>
                  </a:lnTo>
                  <a:cubicBezTo>
                    <a:pt x="2763" y="1049"/>
                    <a:pt x="2810" y="1144"/>
                    <a:pt x="2882" y="1191"/>
                  </a:cubicBezTo>
                  <a:cubicBezTo>
                    <a:pt x="2943" y="1228"/>
                    <a:pt x="3005" y="1244"/>
                    <a:pt x="3065" y="1244"/>
                  </a:cubicBezTo>
                  <a:cubicBezTo>
                    <a:pt x="3237" y="1244"/>
                    <a:pt x="3382" y="1107"/>
                    <a:pt x="3382" y="929"/>
                  </a:cubicBezTo>
                  <a:lnTo>
                    <a:pt x="3382" y="620"/>
                  </a:lnTo>
                  <a:cubicBezTo>
                    <a:pt x="3811" y="691"/>
                    <a:pt x="4215" y="858"/>
                    <a:pt x="4549" y="1096"/>
                  </a:cubicBezTo>
                  <a:lnTo>
                    <a:pt x="4311" y="1334"/>
                  </a:lnTo>
                  <a:cubicBezTo>
                    <a:pt x="4239" y="1406"/>
                    <a:pt x="4215" y="1501"/>
                    <a:pt x="4239" y="1572"/>
                  </a:cubicBezTo>
                  <a:cubicBezTo>
                    <a:pt x="4287" y="1763"/>
                    <a:pt x="4430" y="1858"/>
                    <a:pt x="4573" y="1858"/>
                  </a:cubicBezTo>
                  <a:cubicBezTo>
                    <a:pt x="4668" y="1858"/>
                    <a:pt x="4716" y="1811"/>
                    <a:pt x="4787" y="1763"/>
                  </a:cubicBezTo>
                  <a:lnTo>
                    <a:pt x="5001" y="1549"/>
                  </a:lnTo>
                  <a:cubicBezTo>
                    <a:pt x="5239" y="1882"/>
                    <a:pt x="5406" y="2263"/>
                    <a:pt x="5478" y="2716"/>
                  </a:cubicBezTo>
                  <a:lnTo>
                    <a:pt x="5144" y="2716"/>
                  </a:lnTo>
                  <a:cubicBezTo>
                    <a:pt x="5049" y="2716"/>
                    <a:pt x="4954" y="2763"/>
                    <a:pt x="4906" y="2835"/>
                  </a:cubicBezTo>
                  <a:cubicBezTo>
                    <a:pt x="4763" y="3073"/>
                    <a:pt x="4930" y="3335"/>
                    <a:pt x="5168" y="3335"/>
                  </a:cubicBezTo>
                  <a:lnTo>
                    <a:pt x="5859" y="3335"/>
                  </a:lnTo>
                  <a:cubicBezTo>
                    <a:pt x="6002" y="3335"/>
                    <a:pt x="6121" y="3216"/>
                    <a:pt x="6121" y="3097"/>
                  </a:cubicBezTo>
                  <a:cubicBezTo>
                    <a:pt x="6121" y="1406"/>
                    <a:pt x="4763" y="1"/>
                    <a:pt x="304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0" name="Google Shape;23560;p140"/>
            <p:cNvSpPr/>
            <p:nvPr/>
          </p:nvSpPr>
          <p:spPr>
            <a:xfrm>
              <a:off x="4950723" y="4198664"/>
              <a:ext cx="99427" cy="107904"/>
            </a:xfrm>
            <a:custGeom>
              <a:avLst/>
              <a:gdLst/>
              <a:ahLst/>
              <a:cxnLst/>
              <a:rect l="l" t="t" r="r" b="b"/>
              <a:pathLst>
                <a:path w="3073" h="3335" extrusionOk="0">
                  <a:moveTo>
                    <a:pt x="1" y="1"/>
                  </a:moveTo>
                  <a:lnTo>
                    <a:pt x="1" y="1263"/>
                  </a:lnTo>
                  <a:cubicBezTo>
                    <a:pt x="191" y="1263"/>
                    <a:pt x="334" y="1096"/>
                    <a:pt x="334" y="929"/>
                  </a:cubicBezTo>
                  <a:lnTo>
                    <a:pt x="334" y="620"/>
                  </a:lnTo>
                  <a:cubicBezTo>
                    <a:pt x="763" y="691"/>
                    <a:pt x="1167" y="858"/>
                    <a:pt x="1501" y="1096"/>
                  </a:cubicBezTo>
                  <a:lnTo>
                    <a:pt x="1263" y="1334"/>
                  </a:lnTo>
                  <a:cubicBezTo>
                    <a:pt x="1191" y="1406"/>
                    <a:pt x="1167" y="1501"/>
                    <a:pt x="1191" y="1572"/>
                  </a:cubicBezTo>
                  <a:cubicBezTo>
                    <a:pt x="1239" y="1763"/>
                    <a:pt x="1382" y="1858"/>
                    <a:pt x="1525" y="1858"/>
                  </a:cubicBezTo>
                  <a:cubicBezTo>
                    <a:pt x="1620" y="1858"/>
                    <a:pt x="1668" y="1811"/>
                    <a:pt x="1739" y="1763"/>
                  </a:cubicBezTo>
                  <a:lnTo>
                    <a:pt x="1953" y="1549"/>
                  </a:lnTo>
                  <a:cubicBezTo>
                    <a:pt x="2191" y="1882"/>
                    <a:pt x="2358" y="2263"/>
                    <a:pt x="2430" y="2716"/>
                  </a:cubicBezTo>
                  <a:lnTo>
                    <a:pt x="2096" y="2716"/>
                  </a:lnTo>
                  <a:cubicBezTo>
                    <a:pt x="2001" y="2716"/>
                    <a:pt x="1906" y="2763"/>
                    <a:pt x="1858" y="2835"/>
                  </a:cubicBezTo>
                  <a:cubicBezTo>
                    <a:pt x="1715" y="3073"/>
                    <a:pt x="1882" y="3335"/>
                    <a:pt x="2120" y="3335"/>
                  </a:cubicBezTo>
                  <a:lnTo>
                    <a:pt x="2811" y="3335"/>
                  </a:lnTo>
                  <a:cubicBezTo>
                    <a:pt x="2954" y="3335"/>
                    <a:pt x="3073" y="3216"/>
                    <a:pt x="3073" y="3097"/>
                  </a:cubicBezTo>
                  <a:cubicBezTo>
                    <a:pt x="3073" y="1406"/>
                    <a:pt x="1715"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1" name="Google Shape;23561;p140"/>
            <p:cNvSpPr/>
            <p:nvPr/>
          </p:nvSpPr>
          <p:spPr>
            <a:xfrm>
              <a:off x="4941470" y="4259263"/>
              <a:ext cx="20060" cy="73575"/>
            </a:xfrm>
            <a:custGeom>
              <a:avLst/>
              <a:gdLst/>
              <a:ahLst/>
              <a:cxnLst/>
              <a:rect l="l" t="t" r="r" b="b"/>
              <a:pathLst>
                <a:path w="620" h="2274" extrusionOk="0">
                  <a:moveTo>
                    <a:pt x="329" y="1"/>
                  </a:moveTo>
                  <a:cubicBezTo>
                    <a:pt x="307" y="1"/>
                    <a:pt x="285" y="3"/>
                    <a:pt x="263" y="9"/>
                  </a:cubicBezTo>
                  <a:cubicBezTo>
                    <a:pt x="120" y="33"/>
                    <a:pt x="1" y="176"/>
                    <a:pt x="1" y="319"/>
                  </a:cubicBezTo>
                  <a:lnTo>
                    <a:pt x="1" y="2009"/>
                  </a:lnTo>
                  <a:cubicBezTo>
                    <a:pt x="1" y="2142"/>
                    <a:pt x="103" y="2274"/>
                    <a:pt x="231" y="2274"/>
                  </a:cubicBezTo>
                  <a:cubicBezTo>
                    <a:pt x="242" y="2274"/>
                    <a:pt x="252" y="2273"/>
                    <a:pt x="263" y="2271"/>
                  </a:cubicBezTo>
                  <a:cubicBezTo>
                    <a:pt x="278" y="2273"/>
                    <a:pt x="294" y="2274"/>
                    <a:pt x="309" y="2274"/>
                  </a:cubicBezTo>
                  <a:cubicBezTo>
                    <a:pt x="497" y="2274"/>
                    <a:pt x="620" y="2138"/>
                    <a:pt x="620" y="1962"/>
                  </a:cubicBezTo>
                  <a:lnTo>
                    <a:pt x="620" y="295"/>
                  </a:lnTo>
                  <a:cubicBezTo>
                    <a:pt x="620" y="148"/>
                    <a:pt x="490" y="1"/>
                    <a:pt x="32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2" name="Google Shape;23562;p140"/>
            <p:cNvSpPr/>
            <p:nvPr/>
          </p:nvSpPr>
          <p:spPr>
            <a:xfrm>
              <a:off x="4950723" y="4259555"/>
              <a:ext cx="10807" cy="73996"/>
            </a:xfrm>
            <a:custGeom>
              <a:avLst/>
              <a:gdLst/>
              <a:ahLst/>
              <a:cxnLst/>
              <a:rect l="l" t="t" r="r" b="b"/>
              <a:pathLst>
                <a:path w="334" h="2287" extrusionOk="0">
                  <a:moveTo>
                    <a:pt x="1" y="0"/>
                  </a:moveTo>
                  <a:lnTo>
                    <a:pt x="1" y="2286"/>
                  </a:lnTo>
                  <a:cubicBezTo>
                    <a:pt x="191" y="2286"/>
                    <a:pt x="334" y="2143"/>
                    <a:pt x="334" y="1953"/>
                  </a:cubicBezTo>
                  <a:lnTo>
                    <a:pt x="334" y="286"/>
                  </a:lnTo>
                  <a:cubicBezTo>
                    <a:pt x="334" y="143"/>
                    <a:pt x="191" y="0"/>
                    <a:pt x="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3" name="Google Shape;23563;p140"/>
            <p:cNvSpPr/>
            <p:nvPr/>
          </p:nvSpPr>
          <p:spPr>
            <a:xfrm>
              <a:off x="4926845" y="4318860"/>
              <a:ext cx="50118" cy="50118"/>
            </a:xfrm>
            <a:custGeom>
              <a:avLst/>
              <a:gdLst/>
              <a:ahLst/>
              <a:cxnLst/>
              <a:rect l="l" t="t" r="r" b="b"/>
              <a:pathLst>
                <a:path w="1549" h="1549" extrusionOk="0">
                  <a:moveTo>
                    <a:pt x="762" y="1"/>
                  </a:moveTo>
                  <a:cubicBezTo>
                    <a:pt x="358" y="1"/>
                    <a:pt x="0" y="334"/>
                    <a:pt x="0" y="787"/>
                  </a:cubicBezTo>
                  <a:cubicBezTo>
                    <a:pt x="0" y="1191"/>
                    <a:pt x="334" y="1549"/>
                    <a:pt x="762" y="1549"/>
                  </a:cubicBezTo>
                  <a:cubicBezTo>
                    <a:pt x="1191" y="1549"/>
                    <a:pt x="1548" y="1239"/>
                    <a:pt x="1548" y="787"/>
                  </a:cubicBezTo>
                  <a:cubicBezTo>
                    <a:pt x="1548" y="358"/>
                    <a:pt x="1191" y="1"/>
                    <a:pt x="762" y="1"/>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4" name="Google Shape;23564;p140"/>
            <p:cNvSpPr/>
            <p:nvPr/>
          </p:nvSpPr>
          <p:spPr>
            <a:xfrm>
              <a:off x="4950723" y="4318860"/>
              <a:ext cx="26240" cy="51671"/>
            </a:xfrm>
            <a:custGeom>
              <a:avLst/>
              <a:gdLst/>
              <a:ahLst/>
              <a:cxnLst/>
              <a:rect l="l" t="t" r="r" b="b"/>
              <a:pathLst>
                <a:path w="811" h="1597" extrusionOk="0">
                  <a:moveTo>
                    <a:pt x="1" y="1"/>
                  </a:moveTo>
                  <a:lnTo>
                    <a:pt x="1" y="1596"/>
                  </a:lnTo>
                  <a:cubicBezTo>
                    <a:pt x="453" y="1596"/>
                    <a:pt x="786" y="1239"/>
                    <a:pt x="786" y="810"/>
                  </a:cubicBezTo>
                  <a:cubicBezTo>
                    <a:pt x="810" y="358"/>
                    <a:pt x="453" y="1"/>
                    <a:pt x="1"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65" name="Google Shape;23565;p140"/>
          <p:cNvGrpSpPr/>
          <p:nvPr/>
        </p:nvGrpSpPr>
        <p:grpSpPr>
          <a:xfrm>
            <a:off x="5520132" y="4004656"/>
            <a:ext cx="352928" cy="348297"/>
            <a:chOff x="5520132" y="4157056"/>
            <a:chExt cx="352928" cy="348297"/>
          </a:xfrm>
        </p:grpSpPr>
        <p:sp>
          <p:nvSpPr>
            <p:cNvPr id="23566" name="Google Shape;23566;p140"/>
            <p:cNvSpPr/>
            <p:nvPr/>
          </p:nvSpPr>
          <p:spPr>
            <a:xfrm>
              <a:off x="5520132" y="4158609"/>
              <a:ext cx="352928" cy="182644"/>
            </a:xfrm>
            <a:custGeom>
              <a:avLst/>
              <a:gdLst/>
              <a:ahLst/>
              <a:cxnLst/>
              <a:rect l="l" t="t" r="r" b="b"/>
              <a:pathLst>
                <a:path w="10908" h="5645" extrusionOk="0">
                  <a:moveTo>
                    <a:pt x="5430" y="0"/>
                  </a:moveTo>
                  <a:cubicBezTo>
                    <a:pt x="4716" y="0"/>
                    <a:pt x="4049" y="429"/>
                    <a:pt x="3787" y="1072"/>
                  </a:cubicBezTo>
                  <a:cubicBezTo>
                    <a:pt x="3692" y="1024"/>
                    <a:pt x="3596" y="1024"/>
                    <a:pt x="3525" y="1024"/>
                  </a:cubicBezTo>
                  <a:cubicBezTo>
                    <a:pt x="2834" y="1024"/>
                    <a:pt x="2215" y="1453"/>
                    <a:pt x="1906" y="2072"/>
                  </a:cubicBezTo>
                  <a:lnTo>
                    <a:pt x="1858" y="2072"/>
                  </a:lnTo>
                  <a:cubicBezTo>
                    <a:pt x="810" y="2072"/>
                    <a:pt x="0" y="2930"/>
                    <a:pt x="72" y="3977"/>
                  </a:cubicBezTo>
                  <a:cubicBezTo>
                    <a:pt x="120" y="4930"/>
                    <a:pt x="882" y="5644"/>
                    <a:pt x="1858" y="5644"/>
                  </a:cubicBezTo>
                  <a:lnTo>
                    <a:pt x="8907" y="5644"/>
                  </a:lnTo>
                  <a:cubicBezTo>
                    <a:pt x="9788" y="5644"/>
                    <a:pt x="10574" y="5001"/>
                    <a:pt x="10741" y="4168"/>
                  </a:cubicBezTo>
                  <a:cubicBezTo>
                    <a:pt x="10907" y="3263"/>
                    <a:pt x="10336" y="2429"/>
                    <a:pt x="9526" y="2191"/>
                  </a:cubicBezTo>
                  <a:cubicBezTo>
                    <a:pt x="9502" y="1215"/>
                    <a:pt x="8717" y="429"/>
                    <a:pt x="7740" y="429"/>
                  </a:cubicBezTo>
                  <a:cubicBezTo>
                    <a:pt x="7407" y="429"/>
                    <a:pt x="7097" y="500"/>
                    <a:pt x="6811" y="667"/>
                  </a:cubicBezTo>
                  <a:cubicBezTo>
                    <a:pt x="6454" y="238"/>
                    <a:pt x="5954" y="0"/>
                    <a:pt x="5430"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7" name="Google Shape;23567;p140"/>
            <p:cNvSpPr/>
            <p:nvPr/>
          </p:nvSpPr>
          <p:spPr>
            <a:xfrm>
              <a:off x="5692711" y="4157056"/>
              <a:ext cx="176497" cy="183453"/>
            </a:xfrm>
            <a:custGeom>
              <a:avLst/>
              <a:gdLst/>
              <a:ahLst/>
              <a:cxnLst/>
              <a:rect l="l" t="t" r="r" b="b"/>
              <a:pathLst>
                <a:path w="5455" h="5670" extrusionOk="0">
                  <a:moveTo>
                    <a:pt x="1" y="1"/>
                  </a:moveTo>
                  <a:lnTo>
                    <a:pt x="1" y="5669"/>
                  </a:lnTo>
                  <a:lnTo>
                    <a:pt x="3525" y="5669"/>
                  </a:lnTo>
                  <a:cubicBezTo>
                    <a:pt x="3541" y="5669"/>
                    <a:pt x="3557" y="5669"/>
                    <a:pt x="3573" y="5669"/>
                  </a:cubicBezTo>
                  <a:cubicBezTo>
                    <a:pt x="4504" y="5669"/>
                    <a:pt x="5265" y="4987"/>
                    <a:pt x="5359" y="4121"/>
                  </a:cubicBezTo>
                  <a:cubicBezTo>
                    <a:pt x="5454" y="3263"/>
                    <a:pt x="4907" y="2454"/>
                    <a:pt x="4097" y="2215"/>
                  </a:cubicBezTo>
                  <a:cubicBezTo>
                    <a:pt x="4097" y="1239"/>
                    <a:pt x="3287" y="453"/>
                    <a:pt x="2311" y="453"/>
                  </a:cubicBezTo>
                  <a:cubicBezTo>
                    <a:pt x="2001" y="453"/>
                    <a:pt x="1692" y="548"/>
                    <a:pt x="1406" y="691"/>
                  </a:cubicBezTo>
                  <a:cubicBezTo>
                    <a:pt x="1073" y="286"/>
                    <a:pt x="572" y="1"/>
                    <a:pt x="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8" name="Google Shape;23568;p140"/>
            <p:cNvSpPr/>
            <p:nvPr/>
          </p:nvSpPr>
          <p:spPr>
            <a:xfrm>
              <a:off x="5660357" y="4220115"/>
              <a:ext cx="63998" cy="101109"/>
            </a:xfrm>
            <a:custGeom>
              <a:avLst/>
              <a:gdLst/>
              <a:ahLst/>
              <a:cxnLst/>
              <a:rect l="l" t="t" r="r" b="b"/>
              <a:pathLst>
                <a:path w="1978" h="3125" extrusionOk="0">
                  <a:moveTo>
                    <a:pt x="987" y="0"/>
                  </a:moveTo>
                  <a:cubicBezTo>
                    <a:pt x="869" y="0"/>
                    <a:pt x="761" y="67"/>
                    <a:pt x="691" y="171"/>
                  </a:cubicBezTo>
                  <a:lnTo>
                    <a:pt x="72" y="1433"/>
                  </a:lnTo>
                  <a:cubicBezTo>
                    <a:pt x="1" y="1552"/>
                    <a:pt x="48" y="1719"/>
                    <a:pt x="167" y="1814"/>
                  </a:cubicBezTo>
                  <a:cubicBezTo>
                    <a:pt x="215" y="1838"/>
                    <a:pt x="286" y="1862"/>
                    <a:pt x="358" y="1862"/>
                  </a:cubicBezTo>
                  <a:lnTo>
                    <a:pt x="1120" y="1862"/>
                  </a:lnTo>
                  <a:lnTo>
                    <a:pt x="715" y="2672"/>
                  </a:lnTo>
                  <a:cubicBezTo>
                    <a:pt x="667" y="2815"/>
                    <a:pt x="715" y="3005"/>
                    <a:pt x="882" y="3100"/>
                  </a:cubicBezTo>
                  <a:cubicBezTo>
                    <a:pt x="929" y="3124"/>
                    <a:pt x="953" y="3124"/>
                    <a:pt x="1025" y="3124"/>
                  </a:cubicBezTo>
                  <a:cubicBezTo>
                    <a:pt x="1144" y="3124"/>
                    <a:pt x="1263" y="3029"/>
                    <a:pt x="1287" y="2934"/>
                  </a:cubicBezTo>
                  <a:lnTo>
                    <a:pt x="1906" y="1695"/>
                  </a:lnTo>
                  <a:cubicBezTo>
                    <a:pt x="1977" y="1576"/>
                    <a:pt x="1953" y="1386"/>
                    <a:pt x="1834" y="1314"/>
                  </a:cubicBezTo>
                  <a:cubicBezTo>
                    <a:pt x="1763" y="1267"/>
                    <a:pt x="1715" y="1243"/>
                    <a:pt x="1620" y="1243"/>
                  </a:cubicBezTo>
                  <a:lnTo>
                    <a:pt x="882" y="1243"/>
                  </a:lnTo>
                  <a:lnTo>
                    <a:pt x="1263" y="433"/>
                  </a:lnTo>
                  <a:cubicBezTo>
                    <a:pt x="1310" y="290"/>
                    <a:pt x="1263" y="124"/>
                    <a:pt x="1120" y="28"/>
                  </a:cubicBezTo>
                  <a:cubicBezTo>
                    <a:pt x="1075" y="9"/>
                    <a:pt x="1031" y="0"/>
                    <a:pt x="987"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9" name="Google Shape;23569;p140"/>
            <p:cNvSpPr/>
            <p:nvPr/>
          </p:nvSpPr>
          <p:spPr>
            <a:xfrm>
              <a:off x="5694264" y="4259555"/>
              <a:ext cx="30867" cy="60892"/>
            </a:xfrm>
            <a:custGeom>
              <a:avLst/>
              <a:gdLst/>
              <a:ahLst/>
              <a:cxnLst/>
              <a:rect l="l" t="t" r="r" b="b"/>
              <a:pathLst>
                <a:path w="954" h="1882" extrusionOk="0">
                  <a:moveTo>
                    <a:pt x="1" y="0"/>
                  </a:moveTo>
                  <a:lnTo>
                    <a:pt x="1" y="619"/>
                  </a:lnTo>
                  <a:lnTo>
                    <a:pt x="120" y="619"/>
                  </a:lnTo>
                  <a:lnTo>
                    <a:pt x="1" y="857"/>
                  </a:lnTo>
                  <a:lnTo>
                    <a:pt x="1" y="1881"/>
                  </a:lnTo>
                  <a:cubicBezTo>
                    <a:pt x="120" y="1881"/>
                    <a:pt x="239" y="1810"/>
                    <a:pt x="262" y="1691"/>
                  </a:cubicBezTo>
                  <a:lnTo>
                    <a:pt x="905" y="453"/>
                  </a:lnTo>
                  <a:cubicBezTo>
                    <a:pt x="953" y="357"/>
                    <a:pt x="929" y="238"/>
                    <a:pt x="905" y="143"/>
                  </a:cubicBezTo>
                  <a:cubicBezTo>
                    <a:pt x="834" y="48"/>
                    <a:pt x="715" y="0"/>
                    <a:pt x="64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0" name="Google Shape;23570;p140"/>
            <p:cNvSpPr/>
            <p:nvPr/>
          </p:nvSpPr>
          <p:spPr>
            <a:xfrm>
              <a:off x="5693488" y="4218691"/>
              <a:ext cx="12360" cy="33164"/>
            </a:xfrm>
            <a:custGeom>
              <a:avLst/>
              <a:gdLst/>
              <a:ahLst/>
              <a:cxnLst/>
              <a:rect l="l" t="t" r="r" b="b"/>
              <a:pathLst>
                <a:path w="382" h="1025" extrusionOk="0">
                  <a:moveTo>
                    <a:pt x="1" y="1"/>
                  </a:moveTo>
                  <a:lnTo>
                    <a:pt x="1" y="1025"/>
                  </a:lnTo>
                  <a:lnTo>
                    <a:pt x="263" y="453"/>
                  </a:lnTo>
                  <a:cubicBezTo>
                    <a:pt x="382" y="310"/>
                    <a:pt x="334" y="120"/>
                    <a:pt x="144" y="49"/>
                  </a:cubicBezTo>
                  <a:cubicBezTo>
                    <a:pt x="96" y="1"/>
                    <a:pt x="72"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1" name="Google Shape;23571;p140"/>
            <p:cNvSpPr/>
            <p:nvPr/>
          </p:nvSpPr>
          <p:spPr>
            <a:xfrm>
              <a:off x="5751273" y="4422880"/>
              <a:ext cx="115604" cy="82473"/>
            </a:xfrm>
            <a:custGeom>
              <a:avLst/>
              <a:gdLst/>
              <a:ahLst/>
              <a:cxnLst/>
              <a:rect l="l" t="t" r="r" b="b"/>
              <a:pathLst>
                <a:path w="3573" h="2549" extrusionOk="0">
                  <a:moveTo>
                    <a:pt x="1759" y="0"/>
                  </a:moveTo>
                  <a:cubicBezTo>
                    <a:pt x="1745" y="0"/>
                    <a:pt x="1730" y="0"/>
                    <a:pt x="1715" y="1"/>
                  </a:cubicBezTo>
                  <a:cubicBezTo>
                    <a:pt x="787" y="48"/>
                    <a:pt x="1" y="834"/>
                    <a:pt x="1" y="1834"/>
                  </a:cubicBezTo>
                  <a:lnTo>
                    <a:pt x="1" y="2549"/>
                  </a:lnTo>
                  <a:lnTo>
                    <a:pt x="3240" y="2549"/>
                  </a:lnTo>
                  <a:cubicBezTo>
                    <a:pt x="3430" y="2549"/>
                    <a:pt x="3573" y="2382"/>
                    <a:pt x="3573" y="2215"/>
                  </a:cubicBezTo>
                  <a:lnTo>
                    <a:pt x="3573" y="1787"/>
                  </a:lnTo>
                  <a:cubicBezTo>
                    <a:pt x="3573" y="801"/>
                    <a:pt x="2763" y="0"/>
                    <a:pt x="1759"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2" name="Google Shape;23572;p140"/>
            <p:cNvSpPr/>
            <p:nvPr/>
          </p:nvSpPr>
          <p:spPr>
            <a:xfrm>
              <a:off x="5809058" y="4422880"/>
              <a:ext cx="57818" cy="80952"/>
            </a:xfrm>
            <a:custGeom>
              <a:avLst/>
              <a:gdLst/>
              <a:ahLst/>
              <a:cxnLst/>
              <a:rect l="l" t="t" r="r" b="b"/>
              <a:pathLst>
                <a:path w="1787" h="2502" extrusionOk="0">
                  <a:moveTo>
                    <a:pt x="1" y="1"/>
                  </a:moveTo>
                  <a:lnTo>
                    <a:pt x="1" y="2501"/>
                  </a:lnTo>
                  <a:lnTo>
                    <a:pt x="1454" y="2501"/>
                  </a:lnTo>
                  <a:cubicBezTo>
                    <a:pt x="1644" y="2501"/>
                    <a:pt x="1787" y="2358"/>
                    <a:pt x="1787" y="2168"/>
                  </a:cubicBezTo>
                  <a:lnTo>
                    <a:pt x="1787" y="1763"/>
                  </a:lnTo>
                  <a:cubicBezTo>
                    <a:pt x="1787" y="810"/>
                    <a:pt x="977" y="1"/>
                    <a:pt x="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3" name="Google Shape;23573;p140"/>
            <p:cNvSpPr/>
            <p:nvPr/>
          </p:nvSpPr>
          <p:spPr>
            <a:xfrm>
              <a:off x="5522429" y="4423527"/>
              <a:ext cx="115637" cy="81826"/>
            </a:xfrm>
            <a:custGeom>
              <a:avLst/>
              <a:gdLst/>
              <a:ahLst/>
              <a:cxnLst/>
              <a:rect l="l" t="t" r="r" b="b"/>
              <a:pathLst>
                <a:path w="3574" h="2529" extrusionOk="0">
                  <a:moveTo>
                    <a:pt x="1748" y="0"/>
                  </a:moveTo>
                  <a:cubicBezTo>
                    <a:pt x="771" y="0"/>
                    <a:pt x="1" y="782"/>
                    <a:pt x="1" y="1767"/>
                  </a:cubicBezTo>
                  <a:lnTo>
                    <a:pt x="1" y="2314"/>
                  </a:lnTo>
                  <a:cubicBezTo>
                    <a:pt x="1" y="2434"/>
                    <a:pt x="72" y="2529"/>
                    <a:pt x="191" y="2529"/>
                  </a:cubicBezTo>
                  <a:lnTo>
                    <a:pt x="3573" y="2529"/>
                  </a:lnTo>
                  <a:lnTo>
                    <a:pt x="3573" y="1386"/>
                  </a:lnTo>
                  <a:cubicBezTo>
                    <a:pt x="3573" y="1052"/>
                    <a:pt x="3406" y="743"/>
                    <a:pt x="3144" y="528"/>
                  </a:cubicBezTo>
                  <a:cubicBezTo>
                    <a:pt x="2671" y="159"/>
                    <a:pt x="2189" y="0"/>
                    <a:pt x="1748"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4" name="Google Shape;23574;p140"/>
            <p:cNvSpPr/>
            <p:nvPr/>
          </p:nvSpPr>
          <p:spPr>
            <a:xfrm>
              <a:off x="5636479" y="4422880"/>
              <a:ext cx="114828" cy="82473"/>
            </a:xfrm>
            <a:custGeom>
              <a:avLst/>
              <a:gdLst/>
              <a:ahLst/>
              <a:cxnLst/>
              <a:rect l="l" t="t" r="r" b="b"/>
              <a:pathLst>
                <a:path w="3549" h="2549" extrusionOk="0">
                  <a:moveTo>
                    <a:pt x="1735" y="0"/>
                  </a:moveTo>
                  <a:cubicBezTo>
                    <a:pt x="1721" y="0"/>
                    <a:pt x="1706" y="0"/>
                    <a:pt x="1691" y="1"/>
                  </a:cubicBezTo>
                  <a:cubicBezTo>
                    <a:pt x="762" y="48"/>
                    <a:pt x="0" y="834"/>
                    <a:pt x="0" y="1834"/>
                  </a:cubicBezTo>
                  <a:lnTo>
                    <a:pt x="0" y="2549"/>
                  </a:lnTo>
                  <a:lnTo>
                    <a:pt x="3549" y="2549"/>
                  </a:lnTo>
                  <a:lnTo>
                    <a:pt x="3549" y="1787"/>
                  </a:lnTo>
                  <a:cubicBezTo>
                    <a:pt x="3549" y="801"/>
                    <a:pt x="2739" y="0"/>
                    <a:pt x="1735"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5" name="Google Shape;23575;p140"/>
            <p:cNvSpPr/>
            <p:nvPr/>
          </p:nvSpPr>
          <p:spPr>
            <a:xfrm>
              <a:off x="5578694" y="4422880"/>
              <a:ext cx="57818" cy="80952"/>
            </a:xfrm>
            <a:custGeom>
              <a:avLst/>
              <a:gdLst/>
              <a:ahLst/>
              <a:cxnLst/>
              <a:rect l="l" t="t" r="r" b="b"/>
              <a:pathLst>
                <a:path w="1787" h="2502" extrusionOk="0">
                  <a:moveTo>
                    <a:pt x="0" y="1"/>
                  </a:moveTo>
                  <a:lnTo>
                    <a:pt x="0" y="2501"/>
                  </a:lnTo>
                  <a:lnTo>
                    <a:pt x="1786" y="2501"/>
                  </a:lnTo>
                  <a:lnTo>
                    <a:pt x="1786" y="1763"/>
                  </a:lnTo>
                  <a:cubicBezTo>
                    <a:pt x="1786" y="810"/>
                    <a:pt x="1001" y="1"/>
                    <a:pt x="0"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6" name="Google Shape;23576;p140"/>
            <p:cNvSpPr/>
            <p:nvPr/>
          </p:nvSpPr>
          <p:spPr>
            <a:xfrm>
              <a:off x="5694264" y="4422880"/>
              <a:ext cx="57818" cy="80952"/>
            </a:xfrm>
            <a:custGeom>
              <a:avLst/>
              <a:gdLst/>
              <a:ahLst/>
              <a:cxnLst/>
              <a:rect l="l" t="t" r="r" b="b"/>
              <a:pathLst>
                <a:path w="1787" h="2502" extrusionOk="0">
                  <a:moveTo>
                    <a:pt x="1" y="1"/>
                  </a:moveTo>
                  <a:lnTo>
                    <a:pt x="1" y="2501"/>
                  </a:lnTo>
                  <a:lnTo>
                    <a:pt x="1787" y="2501"/>
                  </a:lnTo>
                  <a:lnTo>
                    <a:pt x="1787" y="1763"/>
                  </a:lnTo>
                  <a:cubicBezTo>
                    <a:pt x="1763" y="810"/>
                    <a:pt x="1001"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7" name="Google Shape;23577;p140"/>
            <p:cNvSpPr/>
            <p:nvPr/>
          </p:nvSpPr>
          <p:spPr>
            <a:xfrm>
              <a:off x="5771301" y="4361244"/>
              <a:ext cx="75549" cy="75549"/>
            </a:xfrm>
            <a:custGeom>
              <a:avLst/>
              <a:gdLst/>
              <a:ahLst/>
              <a:cxnLst/>
              <a:rect l="l" t="t" r="r" b="b"/>
              <a:pathLst>
                <a:path w="2335" h="2335" extrusionOk="0">
                  <a:moveTo>
                    <a:pt x="1168" y="1"/>
                  </a:moveTo>
                  <a:cubicBezTo>
                    <a:pt x="525" y="1"/>
                    <a:pt x="1" y="548"/>
                    <a:pt x="1" y="1167"/>
                  </a:cubicBezTo>
                  <a:cubicBezTo>
                    <a:pt x="1" y="1834"/>
                    <a:pt x="549" y="2334"/>
                    <a:pt x="1168" y="2334"/>
                  </a:cubicBezTo>
                  <a:cubicBezTo>
                    <a:pt x="1787" y="2334"/>
                    <a:pt x="2311" y="1834"/>
                    <a:pt x="2335" y="1167"/>
                  </a:cubicBezTo>
                  <a:cubicBezTo>
                    <a:pt x="2335" y="524"/>
                    <a:pt x="1811" y="1"/>
                    <a:pt x="116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8" name="Google Shape;23578;p140"/>
            <p:cNvSpPr/>
            <p:nvPr/>
          </p:nvSpPr>
          <p:spPr>
            <a:xfrm>
              <a:off x="5809058" y="4362797"/>
              <a:ext cx="37791" cy="73996"/>
            </a:xfrm>
            <a:custGeom>
              <a:avLst/>
              <a:gdLst/>
              <a:ahLst/>
              <a:cxnLst/>
              <a:rect l="l" t="t" r="r" b="b"/>
              <a:pathLst>
                <a:path w="1168" h="2287" extrusionOk="0">
                  <a:moveTo>
                    <a:pt x="1" y="0"/>
                  </a:moveTo>
                  <a:lnTo>
                    <a:pt x="1" y="2286"/>
                  </a:lnTo>
                  <a:cubicBezTo>
                    <a:pt x="620" y="2286"/>
                    <a:pt x="1168" y="1786"/>
                    <a:pt x="1168" y="1143"/>
                  </a:cubicBezTo>
                  <a:cubicBezTo>
                    <a:pt x="1168" y="524"/>
                    <a:pt x="668"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9" name="Google Shape;23579;p140"/>
            <p:cNvSpPr/>
            <p:nvPr/>
          </p:nvSpPr>
          <p:spPr>
            <a:xfrm>
              <a:off x="5655730" y="4361244"/>
              <a:ext cx="75549" cy="75549"/>
            </a:xfrm>
            <a:custGeom>
              <a:avLst/>
              <a:gdLst/>
              <a:ahLst/>
              <a:cxnLst/>
              <a:rect l="l" t="t" r="r" b="b"/>
              <a:pathLst>
                <a:path w="2335" h="2335" extrusionOk="0">
                  <a:moveTo>
                    <a:pt x="1168" y="1"/>
                  </a:moveTo>
                  <a:cubicBezTo>
                    <a:pt x="525" y="1"/>
                    <a:pt x="1" y="548"/>
                    <a:pt x="1" y="1167"/>
                  </a:cubicBezTo>
                  <a:cubicBezTo>
                    <a:pt x="1" y="1834"/>
                    <a:pt x="549" y="2334"/>
                    <a:pt x="1168" y="2334"/>
                  </a:cubicBezTo>
                  <a:cubicBezTo>
                    <a:pt x="1835" y="2334"/>
                    <a:pt x="2335" y="1834"/>
                    <a:pt x="2335" y="1167"/>
                  </a:cubicBezTo>
                  <a:cubicBezTo>
                    <a:pt x="2335" y="524"/>
                    <a:pt x="1811" y="1"/>
                    <a:pt x="1168"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0" name="Google Shape;23580;p140"/>
            <p:cNvSpPr/>
            <p:nvPr/>
          </p:nvSpPr>
          <p:spPr>
            <a:xfrm>
              <a:off x="5693488" y="4362797"/>
              <a:ext cx="37791" cy="73996"/>
            </a:xfrm>
            <a:custGeom>
              <a:avLst/>
              <a:gdLst/>
              <a:ahLst/>
              <a:cxnLst/>
              <a:rect l="l" t="t" r="r" b="b"/>
              <a:pathLst>
                <a:path w="1168" h="2287" extrusionOk="0">
                  <a:moveTo>
                    <a:pt x="1" y="0"/>
                  </a:moveTo>
                  <a:lnTo>
                    <a:pt x="1" y="2286"/>
                  </a:lnTo>
                  <a:cubicBezTo>
                    <a:pt x="668" y="2286"/>
                    <a:pt x="1168" y="1786"/>
                    <a:pt x="1168" y="1143"/>
                  </a:cubicBezTo>
                  <a:cubicBezTo>
                    <a:pt x="1168" y="524"/>
                    <a:pt x="668"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1" name="Google Shape;23581;p140"/>
            <p:cNvSpPr/>
            <p:nvPr/>
          </p:nvSpPr>
          <p:spPr>
            <a:xfrm>
              <a:off x="5541712" y="4361244"/>
              <a:ext cx="74772" cy="75549"/>
            </a:xfrm>
            <a:custGeom>
              <a:avLst/>
              <a:gdLst/>
              <a:ahLst/>
              <a:cxnLst/>
              <a:rect l="l" t="t" r="r" b="b"/>
              <a:pathLst>
                <a:path w="2311" h="2335" extrusionOk="0">
                  <a:moveTo>
                    <a:pt x="1143" y="1"/>
                  </a:moveTo>
                  <a:cubicBezTo>
                    <a:pt x="500" y="1"/>
                    <a:pt x="0" y="548"/>
                    <a:pt x="0" y="1167"/>
                  </a:cubicBezTo>
                  <a:cubicBezTo>
                    <a:pt x="0" y="1834"/>
                    <a:pt x="524" y="2334"/>
                    <a:pt x="1143" y="2334"/>
                  </a:cubicBezTo>
                  <a:cubicBezTo>
                    <a:pt x="1786" y="2334"/>
                    <a:pt x="2310" y="1834"/>
                    <a:pt x="2310" y="1167"/>
                  </a:cubicBezTo>
                  <a:cubicBezTo>
                    <a:pt x="2310" y="524"/>
                    <a:pt x="1810" y="1"/>
                    <a:pt x="11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2" name="Google Shape;23582;p140"/>
            <p:cNvSpPr/>
            <p:nvPr/>
          </p:nvSpPr>
          <p:spPr>
            <a:xfrm>
              <a:off x="5578694" y="4362797"/>
              <a:ext cx="37791" cy="73996"/>
            </a:xfrm>
            <a:custGeom>
              <a:avLst/>
              <a:gdLst/>
              <a:ahLst/>
              <a:cxnLst/>
              <a:rect l="l" t="t" r="r" b="b"/>
              <a:pathLst>
                <a:path w="1168" h="2287" extrusionOk="0">
                  <a:moveTo>
                    <a:pt x="0" y="0"/>
                  </a:moveTo>
                  <a:lnTo>
                    <a:pt x="0" y="2286"/>
                  </a:lnTo>
                  <a:cubicBezTo>
                    <a:pt x="667" y="2286"/>
                    <a:pt x="1167" y="1786"/>
                    <a:pt x="1167" y="1143"/>
                  </a:cubicBezTo>
                  <a:cubicBezTo>
                    <a:pt x="1167" y="524"/>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83" name="Google Shape;23583;p140"/>
          <p:cNvGrpSpPr/>
          <p:nvPr/>
        </p:nvGrpSpPr>
        <p:grpSpPr>
          <a:xfrm>
            <a:off x="6269820" y="4004656"/>
            <a:ext cx="345225" cy="348297"/>
            <a:chOff x="6269820" y="4157056"/>
            <a:chExt cx="345225" cy="348297"/>
          </a:xfrm>
        </p:grpSpPr>
        <p:sp>
          <p:nvSpPr>
            <p:cNvPr id="23584" name="Google Shape;23584;p140"/>
            <p:cNvSpPr/>
            <p:nvPr/>
          </p:nvSpPr>
          <p:spPr>
            <a:xfrm>
              <a:off x="6295251" y="4157056"/>
              <a:ext cx="292069" cy="115604"/>
            </a:xfrm>
            <a:custGeom>
              <a:avLst/>
              <a:gdLst/>
              <a:ahLst/>
              <a:cxnLst/>
              <a:rect l="l" t="t" r="r" b="b"/>
              <a:pathLst>
                <a:path w="9027" h="3573" extrusionOk="0">
                  <a:moveTo>
                    <a:pt x="1168" y="1"/>
                  </a:moveTo>
                  <a:cubicBezTo>
                    <a:pt x="525" y="1"/>
                    <a:pt x="1" y="548"/>
                    <a:pt x="1" y="1168"/>
                  </a:cubicBezTo>
                  <a:lnTo>
                    <a:pt x="1" y="2430"/>
                  </a:lnTo>
                  <a:cubicBezTo>
                    <a:pt x="1" y="3073"/>
                    <a:pt x="549" y="3573"/>
                    <a:pt x="1168" y="3573"/>
                  </a:cubicBezTo>
                  <a:lnTo>
                    <a:pt x="7860" y="3573"/>
                  </a:lnTo>
                  <a:cubicBezTo>
                    <a:pt x="8526" y="3573"/>
                    <a:pt x="9027" y="3073"/>
                    <a:pt x="9027" y="2430"/>
                  </a:cubicBezTo>
                  <a:lnTo>
                    <a:pt x="9027" y="1168"/>
                  </a:lnTo>
                  <a:cubicBezTo>
                    <a:pt x="9027" y="525"/>
                    <a:pt x="8503" y="1"/>
                    <a:pt x="7860"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5" name="Google Shape;23585;p140"/>
            <p:cNvSpPr/>
            <p:nvPr/>
          </p:nvSpPr>
          <p:spPr>
            <a:xfrm>
              <a:off x="6441656" y="4158609"/>
              <a:ext cx="145662" cy="114051"/>
            </a:xfrm>
            <a:custGeom>
              <a:avLst/>
              <a:gdLst/>
              <a:ahLst/>
              <a:cxnLst/>
              <a:rect l="l" t="t" r="r" b="b"/>
              <a:pathLst>
                <a:path w="4502" h="3525" extrusionOk="0">
                  <a:moveTo>
                    <a:pt x="1" y="0"/>
                  </a:moveTo>
                  <a:lnTo>
                    <a:pt x="1" y="3525"/>
                  </a:lnTo>
                  <a:lnTo>
                    <a:pt x="3335" y="3525"/>
                  </a:lnTo>
                  <a:cubicBezTo>
                    <a:pt x="3978" y="3525"/>
                    <a:pt x="4502" y="3025"/>
                    <a:pt x="4502" y="2382"/>
                  </a:cubicBezTo>
                  <a:lnTo>
                    <a:pt x="4502" y="1120"/>
                  </a:lnTo>
                  <a:cubicBezTo>
                    <a:pt x="4502" y="500"/>
                    <a:pt x="4001" y="0"/>
                    <a:pt x="3335" y="0"/>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6" name="Google Shape;23586;p140"/>
            <p:cNvSpPr/>
            <p:nvPr/>
          </p:nvSpPr>
          <p:spPr>
            <a:xfrm>
              <a:off x="6336083" y="4205620"/>
              <a:ext cx="211925" cy="20060"/>
            </a:xfrm>
            <a:custGeom>
              <a:avLst/>
              <a:gdLst/>
              <a:ahLst/>
              <a:cxnLst/>
              <a:rect l="l" t="t" r="r" b="b"/>
              <a:pathLst>
                <a:path w="6550" h="620" extrusionOk="0">
                  <a:moveTo>
                    <a:pt x="311" y="0"/>
                  </a:moveTo>
                  <a:cubicBezTo>
                    <a:pt x="144" y="0"/>
                    <a:pt x="1" y="167"/>
                    <a:pt x="25" y="357"/>
                  </a:cubicBezTo>
                  <a:cubicBezTo>
                    <a:pt x="49" y="500"/>
                    <a:pt x="215" y="619"/>
                    <a:pt x="358" y="619"/>
                  </a:cubicBezTo>
                  <a:lnTo>
                    <a:pt x="6193" y="619"/>
                  </a:lnTo>
                  <a:cubicBezTo>
                    <a:pt x="6407" y="619"/>
                    <a:pt x="6550" y="476"/>
                    <a:pt x="6479" y="262"/>
                  </a:cubicBezTo>
                  <a:cubicBezTo>
                    <a:pt x="6455" y="119"/>
                    <a:pt x="6312" y="0"/>
                    <a:pt x="6169" y="0"/>
                  </a:cubicBezTo>
                  <a:close/>
                </a:path>
              </a:pathLst>
            </a:custGeom>
            <a:solidFill>
              <a:srgbClr val="CAD0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7" name="Google Shape;23587;p140"/>
            <p:cNvSpPr/>
            <p:nvPr/>
          </p:nvSpPr>
          <p:spPr>
            <a:xfrm>
              <a:off x="6441656" y="4205620"/>
              <a:ext cx="105607" cy="20060"/>
            </a:xfrm>
            <a:custGeom>
              <a:avLst/>
              <a:gdLst/>
              <a:ahLst/>
              <a:cxnLst/>
              <a:rect l="l" t="t" r="r" b="b"/>
              <a:pathLst>
                <a:path w="3264" h="620" extrusionOk="0">
                  <a:moveTo>
                    <a:pt x="1" y="0"/>
                  </a:moveTo>
                  <a:lnTo>
                    <a:pt x="1" y="619"/>
                  </a:lnTo>
                  <a:lnTo>
                    <a:pt x="2930" y="619"/>
                  </a:lnTo>
                  <a:cubicBezTo>
                    <a:pt x="3096" y="619"/>
                    <a:pt x="3263" y="476"/>
                    <a:pt x="3216" y="262"/>
                  </a:cubicBezTo>
                  <a:cubicBezTo>
                    <a:pt x="3216" y="119"/>
                    <a:pt x="3096" y="0"/>
                    <a:pt x="293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8" name="Google Shape;23588;p140"/>
            <p:cNvSpPr/>
            <p:nvPr/>
          </p:nvSpPr>
          <p:spPr>
            <a:xfrm>
              <a:off x="6523319" y="4294853"/>
              <a:ext cx="29314" cy="47174"/>
            </a:xfrm>
            <a:custGeom>
              <a:avLst/>
              <a:gdLst/>
              <a:ahLst/>
              <a:cxnLst/>
              <a:rect l="l" t="t" r="r" b="b"/>
              <a:pathLst>
                <a:path w="906" h="1458" extrusionOk="0">
                  <a:moveTo>
                    <a:pt x="337" y="1"/>
                  </a:moveTo>
                  <a:cubicBezTo>
                    <a:pt x="320" y="1"/>
                    <a:pt x="304" y="2"/>
                    <a:pt x="287" y="4"/>
                  </a:cubicBezTo>
                  <a:cubicBezTo>
                    <a:pt x="96" y="76"/>
                    <a:pt x="1" y="219"/>
                    <a:pt x="49" y="386"/>
                  </a:cubicBezTo>
                  <a:lnTo>
                    <a:pt x="263" y="1219"/>
                  </a:lnTo>
                  <a:cubicBezTo>
                    <a:pt x="287" y="1386"/>
                    <a:pt x="406" y="1457"/>
                    <a:pt x="549" y="1457"/>
                  </a:cubicBezTo>
                  <a:lnTo>
                    <a:pt x="644" y="1457"/>
                  </a:lnTo>
                  <a:cubicBezTo>
                    <a:pt x="811" y="1410"/>
                    <a:pt x="906" y="1267"/>
                    <a:pt x="882" y="1076"/>
                  </a:cubicBezTo>
                  <a:lnTo>
                    <a:pt x="668" y="243"/>
                  </a:lnTo>
                  <a:cubicBezTo>
                    <a:pt x="604" y="93"/>
                    <a:pt x="482" y="1"/>
                    <a:pt x="337"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9" name="Google Shape;23589;p140"/>
            <p:cNvSpPr/>
            <p:nvPr/>
          </p:nvSpPr>
          <p:spPr>
            <a:xfrm>
              <a:off x="6332232" y="4294853"/>
              <a:ext cx="28569" cy="47174"/>
            </a:xfrm>
            <a:custGeom>
              <a:avLst/>
              <a:gdLst/>
              <a:ahLst/>
              <a:cxnLst/>
              <a:rect l="l" t="t" r="r" b="b"/>
              <a:pathLst>
                <a:path w="883" h="1458" extrusionOk="0">
                  <a:moveTo>
                    <a:pt x="568" y="1"/>
                  </a:moveTo>
                  <a:cubicBezTo>
                    <a:pt x="416" y="1"/>
                    <a:pt x="260" y="93"/>
                    <a:pt x="239" y="243"/>
                  </a:cubicBezTo>
                  <a:lnTo>
                    <a:pt x="25" y="1076"/>
                  </a:lnTo>
                  <a:cubicBezTo>
                    <a:pt x="1" y="1267"/>
                    <a:pt x="96" y="1433"/>
                    <a:pt x="263" y="1457"/>
                  </a:cubicBezTo>
                  <a:lnTo>
                    <a:pt x="358" y="1457"/>
                  </a:lnTo>
                  <a:cubicBezTo>
                    <a:pt x="477" y="1457"/>
                    <a:pt x="620" y="1386"/>
                    <a:pt x="644" y="1219"/>
                  </a:cubicBezTo>
                  <a:lnTo>
                    <a:pt x="858" y="386"/>
                  </a:lnTo>
                  <a:cubicBezTo>
                    <a:pt x="882" y="219"/>
                    <a:pt x="811" y="28"/>
                    <a:pt x="620" y="4"/>
                  </a:cubicBezTo>
                  <a:cubicBezTo>
                    <a:pt x="603" y="2"/>
                    <a:pt x="586" y="1"/>
                    <a:pt x="56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0" name="Google Shape;23590;p140"/>
            <p:cNvSpPr/>
            <p:nvPr/>
          </p:nvSpPr>
          <p:spPr>
            <a:xfrm>
              <a:off x="6431626" y="4294206"/>
              <a:ext cx="20837" cy="47821"/>
            </a:xfrm>
            <a:custGeom>
              <a:avLst/>
              <a:gdLst/>
              <a:ahLst/>
              <a:cxnLst/>
              <a:rect l="l" t="t" r="r" b="b"/>
              <a:pathLst>
                <a:path w="644" h="1478" extrusionOk="0">
                  <a:moveTo>
                    <a:pt x="311" y="1"/>
                  </a:moveTo>
                  <a:cubicBezTo>
                    <a:pt x="144" y="1"/>
                    <a:pt x="1" y="144"/>
                    <a:pt x="1" y="334"/>
                  </a:cubicBezTo>
                  <a:lnTo>
                    <a:pt x="1" y="1168"/>
                  </a:lnTo>
                  <a:cubicBezTo>
                    <a:pt x="1" y="1334"/>
                    <a:pt x="144" y="1477"/>
                    <a:pt x="311" y="1477"/>
                  </a:cubicBezTo>
                  <a:cubicBezTo>
                    <a:pt x="501" y="1477"/>
                    <a:pt x="644" y="1334"/>
                    <a:pt x="644" y="1168"/>
                  </a:cubicBezTo>
                  <a:lnTo>
                    <a:pt x="644" y="334"/>
                  </a:lnTo>
                  <a:cubicBezTo>
                    <a:pt x="644" y="144"/>
                    <a:pt x="501" y="1"/>
                    <a:pt x="311"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1" name="Google Shape;23591;p140"/>
            <p:cNvSpPr/>
            <p:nvPr/>
          </p:nvSpPr>
          <p:spPr>
            <a:xfrm>
              <a:off x="6441656" y="4294206"/>
              <a:ext cx="10807" cy="47109"/>
            </a:xfrm>
            <a:custGeom>
              <a:avLst/>
              <a:gdLst/>
              <a:ahLst/>
              <a:cxnLst/>
              <a:rect l="l" t="t" r="r" b="b"/>
              <a:pathLst>
                <a:path w="334" h="1456" extrusionOk="0">
                  <a:moveTo>
                    <a:pt x="1" y="1"/>
                  </a:moveTo>
                  <a:lnTo>
                    <a:pt x="1" y="1453"/>
                  </a:lnTo>
                  <a:cubicBezTo>
                    <a:pt x="15" y="1455"/>
                    <a:pt x="28" y="1456"/>
                    <a:pt x="42" y="1456"/>
                  </a:cubicBezTo>
                  <a:cubicBezTo>
                    <a:pt x="211" y="1456"/>
                    <a:pt x="334" y="1322"/>
                    <a:pt x="334" y="1168"/>
                  </a:cubicBezTo>
                  <a:lnTo>
                    <a:pt x="334" y="334"/>
                  </a:lnTo>
                  <a:cubicBezTo>
                    <a:pt x="334" y="144"/>
                    <a:pt x="191" y="1"/>
                    <a:pt x="1" y="1"/>
                  </a:cubicBezTo>
                  <a:close/>
                </a:path>
              </a:pathLst>
            </a:custGeom>
            <a:solidFill>
              <a:srgbClr val="E0E4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2" name="Google Shape;23592;p140"/>
            <p:cNvSpPr/>
            <p:nvPr/>
          </p:nvSpPr>
          <p:spPr>
            <a:xfrm>
              <a:off x="6499441" y="4422880"/>
              <a:ext cx="115604" cy="82473"/>
            </a:xfrm>
            <a:custGeom>
              <a:avLst/>
              <a:gdLst/>
              <a:ahLst/>
              <a:cxnLst/>
              <a:rect l="l" t="t" r="r" b="b"/>
              <a:pathLst>
                <a:path w="3573" h="2549" extrusionOk="0">
                  <a:moveTo>
                    <a:pt x="1782" y="0"/>
                  </a:moveTo>
                  <a:cubicBezTo>
                    <a:pt x="1768" y="0"/>
                    <a:pt x="1753" y="0"/>
                    <a:pt x="1739" y="1"/>
                  </a:cubicBezTo>
                  <a:cubicBezTo>
                    <a:pt x="763" y="48"/>
                    <a:pt x="1" y="834"/>
                    <a:pt x="1" y="1834"/>
                  </a:cubicBezTo>
                  <a:lnTo>
                    <a:pt x="1" y="2549"/>
                  </a:lnTo>
                  <a:lnTo>
                    <a:pt x="3263" y="2549"/>
                  </a:lnTo>
                  <a:cubicBezTo>
                    <a:pt x="3430" y="2549"/>
                    <a:pt x="3573" y="2382"/>
                    <a:pt x="3573" y="2215"/>
                  </a:cubicBezTo>
                  <a:lnTo>
                    <a:pt x="3573" y="1787"/>
                  </a:lnTo>
                  <a:cubicBezTo>
                    <a:pt x="3573" y="801"/>
                    <a:pt x="2763" y="0"/>
                    <a:pt x="1782"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3" name="Google Shape;23593;p140"/>
            <p:cNvSpPr/>
            <p:nvPr/>
          </p:nvSpPr>
          <p:spPr>
            <a:xfrm>
              <a:off x="6556450" y="4422880"/>
              <a:ext cx="57818" cy="80952"/>
            </a:xfrm>
            <a:custGeom>
              <a:avLst/>
              <a:gdLst/>
              <a:ahLst/>
              <a:cxnLst/>
              <a:rect l="l" t="t" r="r" b="b"/>
              <a:pathLst>
                <a:path w="1787" h="2502" extrusionOk="0">
                  <a:moveTo>
                    <a:pt x="1" y="1"/>
                  </a:moveTo>
                  <a:lnTo>
                    <a:pt x="1" y="2501"/>
                  </a:lnTo>
                  <a:lnTo>
                    <a:pt x="1454" y="2501"/>
                  </a:lnTo>
                  <a:cubicBezTo>
                    <a:pt x="1644" y="2501"/>
                    <a:pt x="1787" y="2358"/>
                    <a:pt x="1787" y="2168"/>
                  </a:cubicBezTo>
                  <a:lnTo>
                    <a:pt x="1787" y="1763"/>
                  </a:lnTo>
                  <a:cubicBezTo>
                    <a:pt x="1787" y="810"/>
                    <a:pt x="977" y="1"/>
                    <a:pt x="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4" name="Google Shape;23594;p140"/>
            <p:cNvSpPr/>
            <p:nvPr/>
          </p:nvSpPr>
          <p:spPr>
            <a:xfrm>
              <a:off x="6269820" y="4423527"/>
              <a:ext cx="115637" cy="81826"/>
            </a:xfrm>
            <a:custGeom>
              <a:avLst/>
              <a:gdLst/>
              <a:ahLst/>
              <a:cxnLst/>
              <a:rect l="l" t="t" r="r" b="b"/>
              <a:pathLst>
                <a:path w="3574" h="2529" extrusionOk="0">
                  <a:moveTo>
                    <a:pt x="1770" y="0"/>
                  </a:moveTo>
                  <a:cubicBezTo>
                    <a:pt x="793" y="0"/>
                    <a:pt x="1" y="782"/>
                    <a:pt x="1" y="1767"/>
                  </a:cubicBezTo>
                  <a:lnTo>
                    <a:pt x="1" y="2314"/>
                  </a:lnTo>
                  <a:cubicBezTo>
                    <a:pt x="1" y="2434"/>
                    <a:pt x="72" y="2529"/>
                    <a:pt x="191" y="2529"/>
                  </a:cubicBezTo>
                  <a:lnTo>
                    <a:pt x="3573" y="2529"/>
                  </a:lnTo>
                  <a:lnTo>
                    <a:pt x="3573" y="1386"/>
                  </a:lnTo>
                  <a:cubicBezTo>
                    <a:pt x="3573" y="1052"/>
                    <a:pt x="3406" y="743"/>
                    <a:pt x="3144" y="528"/>
                  </a:cubicBezTo>
                  <a:cubicBezTo>
                    <a:pt x="2686" y="159"/>
                    <a:pt x="2209" y="0"/>
                    <a:pt x="1770"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5" name="Google Shape;23595;p140"/>
            <p:cNvSpPr/>
            <p:nvPr/>
          </p:nvSpPr>
          <p:spPr>
            <a:xfrm>
              <a:off x="6383870" y="4422880"/>
              <a:ext cx="114828" cy="82473"/>
            </a:xfrm>
            <a:custGeom>
              <a:avLst/>
              <a:gdLst/>
              <a:ahLst/>
              <a:cxnLst/>
              <a:rect l="l" t="t" r="r" b="b"/>
              <a:pathLst>
                <a:path w="3549" h="2549" extrusionOk="0">
                  <a:moveTo>
                    <a:pt x="1758" y="0"/>
                  </a:moveTo>
                  <a:cubicBezTo>
                    <a:pt x="1744" y="0"/>
                    <a:pt x="1729" y="0"/>
                    <a:pt x="1715" y="1"/>
                  </a:cubicBezTo>
                  <a:cubicBezTo>
                    <a:pt x="786" y="48"/>
                    <a:pt x="0" y="834"/>
                    <a:pt x="0" y="1834"/>
                  </a:cubicBezTo>
                  <a:lnTo>
                    <a:pt x="0" y="2549"/>
                  </a:lnTo>
                  <a:lnTo>
                    <a:pt x="3549" y="2549"/>
                  </a:lnTo>
                  <a:lnTo>
                    <a:pt x="3549" y="1787"/>
                  </a:lnTo>
                  <a:cubicBezTo>
                    <a:pt x="3549" y="801"/>
                    <a:pt x="2739" y="0"/>
                    <a:pt x="175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6" name="Google Shape;23596;p140"/>
            <p:cNvSpPr/>
            <p:nvPr/>
          </p:nvSpPr>
          <p:spPr>
            <a:xfrm>
              <a:off x="6327638" y="4422880"/>
              <a:ext cx="57818" cy="80952"/>
            </a:xfrm>
            <a:custGeom>
              <a:avLst/>
              <a:gdLst/>
              <a:ahLst/>
              <a:cxnLst/>
              <a:rect l="l" t="t" r="r" b="b"/>
              <a:pathLst>
                <a:path w="1787" h="2502" extrusionOk="0">
                  <a:moveTo>
                    <a:pt x="0" y="1"/>
                  </a:moveTo>
                  <a:lnTo>
                    <a:pt x="0" y="2501"/>
                  </a:lnTo>
                  <a:lnTo>
                    <a:pt x="1786" y="2501"/>
                  </a:lnTo>
                  <a:lnTo>
                    <a:pt x="1786" y="1763"/>
                  </a:lnTo>
                  <a:cubicBezTo>
                    <a:pt x="1738" y="810"/>
                    <a:pt x="976" y="1"/>
                    <a:pt x="0" y="1"/>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7" name="Google Shape;23597;p140"/>
            <p:cNvSpPr/>
            <p:nvPr/>
          </p:nvSpPr>
          <p:spPr>
            <a:xfrm>
              <a:off x="6441656" y="4422880"/>
              <a:ext cx="57818" cy="80952"/>
            </a:xfrm>
            <a:custGeom>
              <a:avLst/>
              <a:gdLst/>
              <a:ahLst/>
              <a:cxnLst/>
              <a:rect l="l" t="t" r="r" b="b"/>
              <a:pathLst>
                <a:path w="1787" h="2502" extrusionOk="0">
                  <a:moveTo>
                    <a:pt x="1" y="1"/>
                  </a:moveTo>
                  <a:lnTo>
                    <a:pt x="1" y="2501"/>
                  </a:lnTo>
                  <a:lnTo>
                    <a:pt x="1787" y="2501"/>
                  </a:lnTo>
                  <a:lnTo>
                    <a:pt x="1787" y="1763"/>
                  </a:lnTo>
                  <a:cubicBezTo>
                    <a:pt x="1787" y="810"/>
                    <a:pt x="1001" y="1"/>
                    <a:pt x="1"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8" name="Google Shape;23598;p140"/>
            <p:cNvSpPr/>
            <p:nvPr/>
          </p:nvSpPr>
          <p:spPr>
            <a:xfrm>
              <a:off x="6518724" y="4361244"/>
              <a:ext cx="75517" cy="75549"/>
            </a:xfrm>
            <a:custGeom>
              <a:avLst/>
              <a:gdLst/>
              <a:ahLst/>
              <a:cxnLst/>
              <a:rect l="l" t="t" r="r" b="b"/>
              <a:pathLst>
                <a:path w="2334" h="2335" extrusionOk="0">
                  <a:moveTo>
                    <a:pt x="1167" y="1"/>
                  </a:moveTo>
                  <a:cubicBezTo>
                    <a:pt x="524" y="1"/>
                    <a:pt x="0" y="548"/>
                    <a:pt x="0" y="1167"/>
                  </a:cubicBezTo>
                  <a:cubicBezTo>
                    <a:pt x="0" y="1834"/>
                    <a:pt x="548" y="2334"/>
                    <a:pt x="1167" y="2334"/>
                  </a:cubicBezTo>
                  <a:cubicBezTo>
                    <a:pt x="1834" y="2334"/>
                    <a:pt x="2334" y="1834"/>
                    <a:pt x="2334" y="1167"/>
                  </a:cubicBezTo>
                  <a:cubicBezTo>
                    <a:pt x="2334" y="524"/>
                    <a:pt x="1810" y="1"/>
                    <a:pt x="1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9" name="Google Shape;23599;p140"/>
            <p:cNvSpPr/>
            <p:nvPr/>
          </p:nvSpPr>
          <p:spPr>
            <a:xfrm>
              <a:off x="6556450" y="4362797"/>
              <a:ext cx="37791" cy="73996"/>
            </a:xfrm>
            <a:custGeom>
              <a:avLst/>
              <a:gdLst/>
              <a:ahLst/>
              <a:cxnLst/>
              <a:rect l="l" t="t" r="r" b="b"/>
              <a:pathLst>
                <a:path w="1168" h="2287" extrusionOk="0">
                  <a:moveTo>
                    <a:pt x="1" y="0"/>
                  </a:moveTo>
                  <a:lnTo>
                    <a:pt x="1" y="2286"/>
                  </a:lnTo>
                  <a:cubicBezTo>
                    <a:pt x="668" y="2286"/>
                    <a:pt x="1168" y="1786"/>
                    <a:pt x="1168" y="1143"/>
                  </a:cubicBezTo>
                  <a:cubicBezTo>
                    <a:pt x="1168" y="524"/>
                    <a:pt x="644"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0" name="Google Shape;23600;p140"/>
            <p:cNvSpPr/>
            <p:nvPr/>
          </p:nvSpPr>
          <p:spPr>
            <a:xfrm>
              <a:off x="6404674" y="4361244"/>
              <a:ext cx="74772" cy="75549"/>
            </a:xfrm>
            <a:custGeom>
              <a:avLst/>
              <a:gdLst/>
              <a:ahLst/>
              <a:cxnLst/>
              <a:rect l="l" t="t" r="r" b="b"/>
              <a:pathLst>
                <a:path w="2311" h="2335" extrusionOk="0">
                  <a:moveTo>
                    <a:pt x="1144" y="1"/>
                  </a:moveTo>
                  <a:cubicBezTo>
                    <a:pt x="501" y="1"/>
                    <a:pt x="0" y="548"/>
                    <a:pt x="0" y="1167"/>
                  </a:cubicBezTo>
                  <a:cubicBezTo>
                    <a:pt x="0" y="1834"/>
                    <a:pt x="524" y="2334"/>
                    <a:pt x="1144" y="2334"/>
                  </a:cubicBezTo>
                  <a:cubicBezTo>
                    <a:pt x="1787" y="2334"/>
                    <a:pt x="2310" y="1834"/>
                    <a:pt x="2310" y="1167"/>
                  </a:cubicBezTo>
                  <a:cubicBezTo>
                    <a:pt x="2310" y="524"/>
                    <a:pt x="1810" y="1"/>
                    <a:pt x="1144"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1" name="Google Shape;23601;p140"/>
            <p:cNvSpPr/>
            <p:nvPr/>
          </p:nvSpPr>
          <p:spPr>
            <a:xfrm>
              <a:off x="6441656" y="4362797"/>
              <a:ext cx="37791" cy="73996"/>
            </a:xfrm>
            <a:custGeom>
              <a:avLst/>
              <a:gdLst/>
              <a:ahLst/>
              <a:cxnLst/>
              <a:rect l="l" t="t" r="r" b="b"/>
              <a:pathLst>
                <a:path w="1168" h="2287" extrusionOk="0">
                  <a:moveTo>
                    <a:pt x="1" y="0"/>
                  </a:moveTo>
                  <a:lnTo>
                    <a:pt x="1" y="2286"/>
                  </a:lnTo>
                  <a:cubicBezTo>
                    <a:pt x="644" y="2286"/>
                    <a:pt x="1167" y="1786"/>
                    <a:pt x="1167" y="1143"/>
                  </a:cubicBezTo>
                  <a:cubicBezTo>
                    <a:pt x="1167" y="524"/>
                    <a:pt x="667"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2" name="Google Shape;23602;p140"/>
            <p:cNvSpPr/>
            <p:nvPr/>
          </p:nvSpPr>
          <p:spPr>
            <a:xfrm>
              <a:off x="6289880" y="4361244"/>
              <a:ext cx="74772" cy="75549"/>
            </a:xfrm>
            <a:custGeom>
              <a:avLst/>
              <a:gdLst/>
              <a:ahLst/>
              <a:cxnLst/>
              <a:rect l="l" t="t" r="r" b="b"/>
              <a:pathLst>
                <a:path w="2311" h="2335" extrusionOk="0">
                  <a:moveTo>
                    <a:pt x="1167" y="1"/>
                  </a:moveTo>
                  <a:cubicBezTo>
                    <a:pt x="500" y="1"/>
                    <a:pt x="0" y="548"/>
                    <a:pt x="0" y="1167"/>
                  </a:cubicBezTo>
                  <a:cubicBezTo>
                    <a:pt x="0" y="1834"/>
                    <a:pt x="524" y="2334"/>
                    <a:pt x="1167" y="2334"/>
                  </a:cubicBezTo>
                  <a:cubicBezTo>
                    <a:pt x="1786" y="2334"/>
                    <a:pt x="2286" y="1834"/>
                    <a:pt x="2310" y="1167"/>
                  </a:cubicBezTo>
                  <a:cubicBezTo>
                    <a:pt x="2310" y="524"/>
                    <a:pt x="1786" y="1"/>
                    <a:pt x="1167"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3" name="Google Shape;23603;p140"/>
            <p:cNvSpPr/>
            <p:nvPr/>
          </p:nvSpPr>
          <p:spPr>
            <a:xfrm>
              <a:off x="6326085" y="4362797"/>
              <a:ext cx="37791" cy="73996"/>
            </a:xfrm>
            <a:custGeom>
              <a:avLst/>
              <a:gdLst/>
              <a:ahLst/>
              <a:cxnLst/>
              <a:rect l="l" t="t" r="r" b="b"/>
              <a:pathLst>
                <a:path w="1168" h="2287" extrusionOk="0">
                  <a:moveTo>
                    <a:pt x="0" y="0"/>
                  </a:moveTo>
                  <a:lnTo>
                    <a:pt x="0" y="2286"/>
                  </a:lnTo>
                  <a:cubicBezTo>
                    <a:pt x="667" y="2286"/>
                    <a:pt x="1167" y="1786"/>
                    <a:pt x="1167" y="1143"/>
                  </a:cubicBezTo>
                  <a:cubicBezTo>
                    <a:pt x="1167" y="524"/>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04" name="Google Shape;23604;p140"/>
          <p:cNvGrpSpPr/>
          <p:nvPr/>
        </p:nvGrpSpPr>
        <p:grpSpPr>
          <a:xfrm>
            <a:off x="7018765" y="4006209"/>
            <a:ext cx="346778" cy="345223"/>
            <a:chOff x="7018765" y="4158609"/>
            <a:chExt cx="346778" cy="345223"/>
          </a:xfrm>
        </p:grpSpPr>
        <p:sp>
          <p:nvSpPr>
            <p:cNvPr id="23605" name="Google Shape;23605;p140"/>
            <p:cNvSpPr/>
            <p:nvPr/>
          </p:nvSpPr>
          <p:spPr>
            <a:xfrm>
              <a:off x="7236058" y="4218691"/>
              <a:ext cx="129485" cy="80952"/>
            </a:xfrm>
            <a:custGeom>
              <a:avLst/>
              <a:gdLst/>
              <a:ahLst/>
              <a:cxnLst/>
              <a:rect l="l" t="t" r="r" b="b"/>
              <a:pathLst>
                <a:path w="4002" h="2502" extrusionOk="0">
                  <a:moveTo>
                    <a:pt x="1951" y="0"/>
                  </a:moveTo>
                  <a:cubicBezTo>
                    <a:pt x="1936" y="0"/>
                    <a:pt x="1921" y="1"/>
                    <a:pt x="1905" y="1"/>
                  </a:cubicBezTo>
                  <a:cubicBezTo>
                    <a:pt x="834" y="25"/>
                    <a:pt x="0" y="930"/>
                    <a:pt x="0" y="2001"/>
                  </a:cubicBezTo>
                  <a:lnTo>
                    <a:pt x="0" y="2168"/>
                  </a:lnTo>
                  <a:cubicBezTo>
                    <a:pt x="0" y="2358"/>
                    <a:pt x="167" y="2501"/>
                    <a:pt x="334" y="2501"/>
                  </a:cubicBezTo>
                  <a:lnTo>
                    <a:pt x="3668" y="2501"/>
                  </a:lnTo>
                  <a:cubicBezTo>
                    <a:pt x="3858" y="2501"/>
                    <a:pt x="4001" y="2382"/>
                    <a:pt x="3977" y="2216"/>
                  </a:cubicBezTo>
                  <a:lnTo>
                    <a:pt x="3977" y="2001"/>
                  </a:lnTo>
                  <a:cubicBezTo>
                    <a:pt x="3977" y="873"/>
                    <a:pt x="3073" y="0"/>
                    <a:pt x="1951"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6" name="Google Shape;23606;p140"/>
            <p:cNvSpPr/>
            <p:nvPr/>
          </p:nvSpPr>
          <p:spPr>
            <a:xfrm>
              <a:off x="7300768" y="4217947"/>
              <a:ext cx="64775" cy="81696"/>
            </a:xfrm>
            <a:custGeom>
              <a:avLst/>
              <a:gdLst/>
              <a:ahLst/>
              <a:cxnLst/>
              <a:rect l="l" t="t" r="r" b="b"/>
              <a:pathLst>
                <a:path w="2002" h="2525" extrusionOk="0">
                  <a:moveTo>
                    <a:pt x="1" y="0"/>
                  </a:moveTo>
                  <a:lnTo>
                    <a:pt x="1" y="2501"/>
                  </a:lnTo>
                  <a:lnTo>
                    <a:pt x="1668" y="2501"/>
                  </a:lnTo>
                  <a:lnTo>
                    <a:pt x="1668" y="2524"/>
                  </a:lnTo>
                  <a:cubicBezTo>
                    <a:pt x="1858" y="2524"/>
                    <a:pt x="2001" y="2381"/>
                    <a:pt x="2001" y="2191"/>
                  </a:cubicBezTo>
                  <a:lnTo>
                    <a:pt x="2001" y="2000"/>
                  </a:lnTo>
                  <a:cubicBezTo>
                    <a:pt x="2001" y="905"/>
                    <a:pt x="1120" y="0"/>
                    <a:pt x="1"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7" name="Google Shape;23607;p140"/>
            <p:cNvSpPr/>
            <p:nvPr/>
          </p:nvSpPr>
          <p:spPr>
            <a:xfrm>
              <a:off x="7018765" y="4218691"/>
              <a:ext cx="129485" cy="80952"/>
            </a:xfrm>
            <a:custGeom>
              <a:avLst/>
              <a:gdLst/>
              <a:ahLst/>
              <a:cxnLst/>
              <a:rect l="l" t="t" r="r" b="b"/>
              <a:pathLst>
                <a:path w="4002" h="2502" extrusionOk="0">
                  <a:moveTo>
                    <a:pt x="1950" y="0"/>
                  </a:moveTo>
                  <a:cubicBezTo>
                    <a:pt x="1935" y="0"/>
                    <a:pt x="1921" y="1"/>
                    <a:pt x="1906" y="1"/>
                  </a:cubicBezTo>
                  <a:cubicBezTo>
                    <a:pt x="834" y="25"/>
                    <a:pt x="1" y="930"/>
                    <a:pt x="1" y="2001"/>
                  </a:cubicBezTo>
                  <a:lnTo>
                    <a:pt x="1" y="2168"/>
                  </a:lnTo>
                  <a:cubicBezTo>
                    <a:pt x="1" y="2358"/>
                    <a:pt x="144" y="2501"/>
                    <a:pt x="334" y="2501"/>
                  </a:cubicBezTo>
                  <a:lnTo>
                    <a:pt x="3668" y="2501"/>
                  </a:lnTo>
                  <a:cubicBezTo>
                    <a:pt x="3835" y="2501"/>
                    <a:pt x="4001" y="2382"/>
                    <a:pt x="3954" y="2216"/>
                  </a:cubicBezTo>
                  <a:lnTo>
                    <a:pt x="3954" y="2001"/>
                  </a:lnTo>
                  <a:cubicBezTo>
                    <a:pt x="3954" y="873"/>
                    <a:pt x="3049" y="0"/>
                    <a:pt x="1950"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8" name="Google Shape;23608;p140"/>
            <p:cNvSpPr/>
            <p:nvPr/>
          </p:nvSpPr>
          <p:spPr>
            <a:xfrm>
              <a:off x="7083506" y="4217947"/>
              <a:ext cx="64742" cy="81696"/>
            </a:xfrm>
            <a:custGeom>
              <a:avLst/>
              <a:gdLst/>
              <a:ahLst/>
              <a:cxnLst/>
              <a:rect l="l" t="t" r="r" b="b"/>
              <a:pathLst>
                <a:path w="2001" h="2525" extrusionOk="0">
                  <a:moveTo>
                    <a:pt x="0" y="0"/>
                  </a:moveTo>
                  <a:lnTo>
                    <a:pt x="0" y="2501"/>
                  </a:lnTo>
                  <a:lnTo>
                    <a:pt x="1667" y="2501"/>
                  </a:lnTo>
                  <a:lnTo>
                    <a:pt x="1667" y="2524"/>
                  </a:lnTo>
                  <a:cubicBezTo>
                    <a:pt x="1834" y="2524"/>
                    <a:pt x="2000" y="2381"/>
                    <a:pt x="2000" y="2191"/>
                  </a:cubicBezTo>
                  <a:lnTo>
                    <a:pt x="2000" y="2000"/>
                  </a:lnTo>
                  <a:cubicBezTo>
                    <a:pt x="2000" y="905"/>
                    <a:pt x="1095" y="0"/>
                    <a:pt x="0"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9" name="Google Shape;23609;p140"/>
            <p:cNvSpPr/>
            <p:nvPr/>
          </p:nvSpPr>
          <p:spPr>
            <a:xfrm>
              <a:off x="7127412" y="4422880"/>
              <a:ext cx="129485" cy="80952"/>
            </a:xfrm>
            <a:custGeom>
              <a:avLst/>
              <a:gdLst/>
              <a:ahLst/>
              <a:cxnLst/>
              <a:rect l="l" t="t" r="r" b="b"/>
              <a:pathLst>
                <a:path w="4002" h="2502" extrusionOk="0">
                  <a:moveTo>
                    <a:pt x="1950" y="0"/>
                  </a:moveTo>
                  <a:cubicBezTo>
                    <a:pt x="1935" y="0"/>
                    <a:pt x="1920" y="0"/>
                    <a:pt x="1906" y="1"/>
                  </a:cubicBezTo>
                  <a:cubicBezTo>
                    <a:pt x="834" y="24"/>
                    <a:pt x="0" y="929"/>
                    <a:pt x="0" y="2001"/>
                  </a:cubicBezTo>
                  <a:lnTo>
                    <a:pt x="0" y="2192"/>
                  </a:lnTo>
                  <a:cubicBezTo>
                    <a:pt x="0" y="2358"/>
                    <a:pt x="167" y="2501"/>
                    <a:pt x="334" y="2501"/>
                  </a:cubicBezTo>
                  <a:lnTo>
                    <a:pt x="3668" y="2501"/>
                  </a:lnTo>
                  <a:cubicBezTo>
                    <a:pt x="3858" y="2501"/>
                    <a:pt x="4001" y="2382"/>
                    <a:pt x="3954" y="2215"/>
                  </a:cubicBezTo>
                  <a:lnTo>
                    <a:pt x="3954" y="2001"/>
                  </a:lnTo>
                  <a:cubicBezTo>
                    <a:pt x="3954" y="896"/>
                    <a:pt x="3072" y="0"/>
                    <a:pt x="1950"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0" name="Google Shape;23610;p140"/>
            <p:cNvSpPr/>
            <p:nvPr/>
          </p:nvSpPr>
          <p:spPr>
            <a:xfrm>
              <a:off x="7192121" y="4422103"/>
              <a:ext cx="64775" cy="81729"/>
            </a:xfrm>
            <a:custGeom>
              <a:avLst/>
              <a:gdLst/>
              <a:ahLst/>
              <a:cxnLst/>
              <a:rect l="l" t="t" r="r" b="b"/>
              <a:pathLst>
                <a:path w="2002" h="2526" extrusionOk="0">
                  <a:moveTo>
                    <a:pt x="1" y="1"/>
                  </a:moveTo>
                  <a:lnTo>
                    <a:pt x="1" y="2501"/>
                  </a:lnTo>
                  <a:lnTo>
                    <a:pt x="1668" y="2501"/>
                  </a:lnTo>
                  <a:lnTo>
                    <a:pt x="1668" y="2525"/>
                  </a:lnTo>
                  <a:cubicBezTo>
                    <a:pt x="1858" y="2525"/>
                    <a:pt x="2001" y="2382"/>
                    <a:pt x="2001" y="2216"/>
                  </a:cubicBezTo>
                  <a:lnTo>
                    <a:pt x="2001" y="2001"/>
                  </a:lnTo>
                  <a:cubicBezTo>
                    <a:pt x="2001" y="906"/>
                    <a:pt x="1096" y="1"/>
                    <a:pt x="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1" name="Google Shape;23611;p140"/>
            <p:cNvSpPr/>
            <p:nvPr/>
          </p:nvSpPr>
          <p:spPr>
            <a:xfrm>
              <a:off x="7142812" y="4161780"/>
              <a:ext cx="97906" cy="74675"/>
            </a:xfrm>
            <a:custGeom>
              <a:avLst/>
              <a:gdLst/>
              <a:ahLst/>
              <a:cxnLst/>
              <a:rect l="l" t="t" r="r" b="b"/>
              <a:pathLst>
                <a:path w="3026" h="2308" extrusionOk="0">
                  <a:moveTo>
                    <a:pt x="1845" y="0"/>
                  </a:moveTo>
                  <a:cubicBezTo>
                    <a:pt x="1772" y="0"/>
                    <a:pt x="1700" y="24"/>
                    <a:pt x="1644" y="69"/>
                  </a:cubicBezTo>
                  <a:cubicBezTo>
                    <a:pt x="1501" y="188"/>
                    <a:pt x="1501" y="402"/>
                    <a:pt x="1620" y="545"/>
                  </a:cubicBezTo>
                  <a:lnTo>
                    <a:pt x="1906" y="855"/>
                  </a:lnTo>
                  <a:lnTo>
                    <a:pt x="358" y="855"/>
                  </a:lnTo>
                  <a:cubicBezTo>
                    <a:pt x="215" y="855"/>
                    <a:pt x="72" y="950"/>
                    <a:pt x="48" y="1117"/>
                  </a:cubicBezTo>
                  <a:cubicBezTo>
                    <a:pt x="1" y="1284"/>
                    <a:pt x="167" y="1474"/>
                    <a:pt x="334" y="1474"/>
                  </a:cubicBezTo>
                  <a:lnTo>
                    <a:pt x="1882" y="1474"/>
                  </a:lnTo>
                  <a:lnTo>
                    <a:pt x="1596" y="1760"/>
                  </a:lnTo>
                  <a:cubicBezTo>
                    <a:pt x="1477" y="1879"/>
                    <a:pt x="1477" y="2093"/>
                    <a:pt x="1596" y="2212"/>
                  </a:cubicBezTo>
                  <a:cubicBezTo>
                    <a:pt x="1644" y="2260"/>
                    <a:pt x="1739" y="2308"/>
                    <a:pt x="1787" y="2308"/>
                  </a:cubicBezTo>
                  <a:cubicBezTo>
                    <a:pt x="1882" y="2308"/>
                    <a:pt x="1954" y="2260"/>
                    <a:pt x="2001" y="2212"/>
                  </a:cubicBezTo>
                  <a:lnTo>
                    <a:pt x="2835" y="1379"/>
                  </a:lnTo>
                  <a:cubicBezTo>
                    <a:pt x="3025" y="1236"/>
                    <a:pt x="3025" y="1045"/>
                    <a:pt x="2906" y="926"/>
                  </a:cubicBezTo>
                  <a:lnTo>
                    <a:pt x="2073" y="93"/>
                  </a:lnTo>
                  <a:cubicBezTo>
                    <a:pt x="2010" y="30"/>
                    <a:pt x="1927" y="0"/>
                    <a:pt x="1845"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2" name="Google Shape;23612;p140"/>
            <p:cNvSpPr/>
            <p:nvPr/>
          </p:nvSpPr>
          <p:spPr>
            <a:xfrm>
              <a:off x="7192121" y="4161780"/>
              <a:ext cx="47044" cy="72378"/>
            </a:xfrm>
            <a:custGeom>
              <a:avLst/>
              <a:gdLst/>
              <a:ahLst/>
              <a:cxnLst/>
              <a:rect l="l" t="t" r="r" b="b"/>
              <a:pathLst>
                <a:path w="1454" h="2237" extrusionOk="0">
                  <a:moveTo>
                    <a:pt x="321" y="0"/>
                  </a:moveTo>
                  <a:cubicBezTo>
                    <a:pt x="248" y="0"/>
                    <a:pt x="176" y="24"/>
                    <a:pt x="120" y="69"/>
                  </a:cubicBezTo>
                  <a:cubicBezTo>
                    <a:pt x="25" y="117"/>
                    <a:pt x="1" y="212"/>
                    <a:pt x="1" y="307"/>
                  </a:cubicBezTo>
                  <a:cubicBezTo>
                    <a:pt x="1" y="402"/>
                    <a:pt x="25" y="450"/>
                    <a:pt x="96" y="522"/>
                  </a:cubicBezTo>
                  <a:lnTo>
                    <a:pt x="382" y="807"/>
                  </a:lnTo>
                  <a:lnTo>
                    <a:pt x="1" y="807"/>
                  </a:lnTo>
                  <a:lnTo>
                    <a:pt x="1" y="1450"/>
                  </a:lnTo>
                  <a:lnTo>
                    <a:pt x="382" y="1450"/>
                  </a:lnTo>
                  <a:lnTo>
                    <a:pt x="96" y="1736"/>
                  </a:lnTo>
                  <a:cubicBezTo>
                    <a:pt x="25" y="1808"/>
                    <a:pt x="1" y="1879"/>
                    <a:pt x="1" y="1950"/>
                  </a:cubicBezTo>
                  <a:cubicBezTo>
                    <a:pt x="1" y="2046"/>
                    <a:pt x="25" y="2093"/>
                    <a:pt x="96" y="2141"/>
                  </a:cubicBezTo>
                  <a:cubicBezTo>
                    <a:pt x="144" y="2212"/>
                    <a:pt x="239" y="2236"/>
                    <a:pt x="310" y="2236"/>
                  </a:cubicBezTo>
                  <a:cubicBezTo>
                    <a:pt x="358" y="2236"/>
                    <a:pt x="453" y="2212"/>
                    <a:pt x="501" y="2141"/>
                  </a:cubicBezTo>
                  <a:lnTo>
                    <a:pt x="1334" y="1307"/>
                  </a:lnTo>
                  <a:cubicBezTo>
                    <a:pt x="1454" y="1212"/>
                    <a:pt x="1454" y="998"/>
                    <a:pt x="1334" y="879"/>
                  </a:cubicBezTo>
                  <a:lnTo>
                    <a:pt x="549" y="93"/>
                  </a:lnTo>
                  <a:cubicBezTo>
                    <a:pt x="486" y="30"/>
                    <a:pt x="403" y="0"/>
                    <a:pt x="32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3" name="Google Shape;23613;p140"/>
            <p:cNvSpPr/>
            <p:nvPr/>
          </p:nvSpPr>
          <p:spPr>
            <a:xfrm>
              <a:off x="7052672" y="4325040"/>
              <a:ext cx="76325" cy="73219"/>
            </a:xfrm>
            <a:custGeom>
              <a:avLst/>
              <a:gdLst/>
              <a:ahLst/>
              <a:cxnLst/>
              <a:rect l="l" t="t" r="r" b="b"/>
              <a:pathLst>
                <a:path w="2359" h="2263" extrusionOk="0">
                  <a:moveTo>
                    <a:pt x="215" y="0"/>
                  </a:moveTo>
                  <a:cubicBezTo>
                    <a:pt x="96" y="0"/>
                    <a:pt x="0" y="96"/>
                    <a:pt x="0" y="215"/>
                  </a:cubicBezTo>
                  <a:lnTo>
                    <a:pt x="0" y="1572"/>
                  </a:lnTo>
                  <a:cubicBezTo>
                    <a:pt x="0" y="1643"/>
                    <a:pt x="24" y="1691"/>
                    <a:pt x="96" y="1715"/>
                  </a:cubicBezTo>
                  <a:cubicBezTo>
                    <a:pt x="178" y="1782"/>
                    <a:pt x="261" y="1812"/>
                    <a:pt x="335" y="1812"/>
                  </a:cubicBezTo>
                  <a:cubicBezTo>
                    <a:pt x="497" y="1812"/>
                    <a:pt x="620" y="1672"/>
                    <a:pt x="620" y="1477"/>
                  </a:cubicBezTo>
                  <a:lnTo>
                    <a:pt x="620" y="1072"/>
                  </a:lnTo>
                  <a:lnTo>
                    <a:pt x="1715" y="2167"/>
                  </a:lnTo>
                  <a:cubicBezTo>
                    <a:pt x="1787" y="2239"/>
                    <a:pt x="1882" y="2263"/>
                    <a:pt x="1929" y="2263"/>
                  </a:cubicBezTo>
                  <a:cubicBezTo>
                    <a:pt x="2025" y="2263"/>
                    <a:pt x="2072" y="2239"/>
                    <a:pt x="2144" y="2167"/>
                  </a:cubicBezTo>
                  <a:cubicBezTo>
                    <a:pt x="2358" y="2048"/>
                    <a:pt x="2358" y="1834"/>
                    <a:pt x="2239" y="1715"/>
                  </a:cubicBezTo>
                  <a:lnTo>
                    <a:pt x="1120" y="619"/>
                  </a:lnTo>
                  <a:lnTo>
                    <a:pt x="1596" y="619"/>
                  </a:lnTo>
                  <a:cubicBezTo>
                    <a:pt x="1667" y="619"/>
                    <a:pt x="1715" y="596"/>
                    <a:pt x="1763" y="524"/>
                  </a:cubicBezTo>
                  <a:cubicBezTo>
                    <a:pt x="1953" y="262"/>
                    <a:pt x="1787" y="0"/>
                    <a:pt x="1525"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4" name="Google Shape;23614;p140"/>
            <p:cNvSpPr/>
            <p:nvPr/>
          </p:nvSpPr>
          <p:spPr>
            <a:xfrm>
              <a:off x="7256862" y="4326010"/>
              <a:ext cx="73996" cy="74578"/>
            </a:xfrm>
            <a:custGeom>
              <a:avLst/>
              <a:gdLst/>
              <a:ahLst/>
              <a:cxnLst/>
              <a:rect l="l" t="t" r="r" b="b"/>
              <a:pathLst>
                <a:path w="2287" h="2305" extrusionOk="0">
                  <a:moveTo>
                    <a:pt x="1941" y="0"/>
                  </a:moveTo>
                  <a:cubicBezTo>
                    <a:pt x="1858" y="0"/>
                    <a:pt x="1774" y="30"/>
                    <a:pt x="1715" y="89"/>
                  </a:cubicBezTo>
                  <a:lnTo>
                    <a:pt x="619" y="1185"/>
                  </a:lnTo>
                  <a:lnTo>
                    <a:pt x="619" y="708"/>
                  </a:lnTo>
                  <a:cubicBezTo>
                    <a:pt x="619" y="637"/>
                    <a:pt x="596" y="589"/>
                    <a:pt x="524" y="566"/>
                  </a:cubicBezTo>
                  <a:cubicBezTo>
                    <a:pt x="442" y="498"/>
                    <a:pt x="359" y="468"/>
                    <a:pt x="285" y="468"/>
                  </a:cubicBezTo>
                  <a:cubicBezTo>
                    <a:pt x="123" y="468"/>
                    <a:pt x="0" y="608"/>
                    <a:pt x="0" y="804"/>
                  </a:cubicBezTo>
                  <a:lnTo>
                    <a:pt x="0" y="2114"/>
                  </a:lnTo>
                  <a:cubicBezTo>
                    <a:pt x="0" y="2233"/>
                    <a:pt x="96" y="2304"/>
                    <a:pt x="215" y="2304"/>
                  </a:cubicBezTo>
                  <a:lnTo>
                    <a:pt x="1572" y="2304"/>
                  </a:lnTo>
                  <a:cubicBezTo>
                    <a:pt x="1643" y="2304"/>
                    <a:pt x="1691" y="2280"/>
                    <a:pt x="1715" y="2233"/>
                  </a:cubicBezTo>
                  <a:cubicBezTo>
                    <a:pt x="1929" y="1947"/>
                    <a:pt x="1763" y="1685"/>
                    <a:pt x="1477" y="1685"/>
                  </a:cubicBezTo>
                  <a:lnTo>
                    <a:pt x="1072" y="1685"/>
                  </a:lnTo>
                  <a:lnTo>
                    <a:pt x="2167" y="589"/>
                  </a:lnTo>
                  <a:cubicBezTo>
                    <a:pt x="2286" y="375"/>
                    <a:pt x="2286" y="208"/>
                    <a:pt x="2167" y="89"/>
                  </a:cubicBezTo>
                  <a:cubicBezTo>
                    <a:pt x="2108" y="30"/>
                    <a:pt x="2025" y="0"/>
                    <a:pt x="194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5" name="Google Shape;23615;p140"/>
            <p:cNvSpPr/>
            <p:nvPr/>
          </p:nvSpPr>
          <p:spPr>
            <a:xfrm>
              <a:off x="7152066" y="4362797"/>
              <a:ext cx="80952" cy="80920"/>
            </a:xfrm>
            <a:custGeom>
              <a:avLst/>
              <a:gdLst/>
              <a:ahLst/>
              <a:cxnLst/>
              <a:rect l="l" t="t" r="r" b="b"/>
              <a:pathLst>
                <a:path w="2502" h="2501" extrusionOk="0">
                  <a:moveTo>
                    <a:pt x="1239" y="0"/>
                  </a:moveTo>
                  <a:cubicBezTo>
                    <a:pt x="548" y="0"/>
                    <a:pt x="1" y="548"/>
                    <a:pt x="1" y="1239"/>
                  </a:cubicBezTo>
                  <a:cubicBezTo>
                    <a:pt x="1" y="1929"/>
                    <a:pt x="548" y="2501"/>
                    <a:pt x="1239" y="2501"/>
                  </a:cubicBezTo>
                  <a:cubicBezTo>
                    <a:pt x="1929" y="2501"/>
                    <a:pt x="2501" y="1929"/>
                    <a:pt x="2501" y="1239"/>
                  </a:cubicBezTo>
                  <a:cubicBezTo>
                    <a:pt x="2501" y="548"/>
                    <a:pt x="1929" y="0"/>
                    <a:pt x="123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6" name="Google Shape;23616;p140"/>
            <p:cNvSpPr/>
            <p:nvPr/>
          </p:nvSpPr>
          <p:spPr>
            <a:xfrm>
              <a:off x="7192121" y="4362797"/>
              <a:ext cx="40897" cy="80920"/>
            </a:xfrm>
            <a:custGeom>
              <a:avLst/>
              <a:gdLst/>
              <a:ahLst/>
              <a:cxnLst/>
              <a:rect l="l" t="t" r="r" b="b"/>
              <a:pathLst>
                <a:path w="1264" h="2501" extrusionOk="0">
                  <a:moveTo>
                    <a:pt x="1" y="0"/>
                  </a:moveTo>
                  <a:lnTo>
                    <a:pt x="1" y="2501"/>
                  </a:lnTo>
                  <a:cubicBezTo>
                    <a:pt x="691" y="2501"/>
                    <a:pt x="1263" y="1929"/>
                    <a:pt x="1263" y="1239"/>
                  </a:cubicBezTo>
                  <a:cubicBezTo>
                    <a:pt x="1263" y="548"/>
                    <a:pt x="691"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7" name="Google Shape;23617;p140"/>
            <p:cNvSpPr/>
            <p:nvPr/>
          </p:nvSpPr>
          <p:spPr>
            <a:xfrm>
              <a:off x="7042643" y="4158609"/>
              <a:ext cx="80952" cy="80920"/>
            </a:xfrm>
            <a:custGeom>
              <a:avLst/>
              <a:gdLst/>
              <a:ahLst/>
              <a:cxnLst/>
              <a:rect l="l" t="t" r="r" b="b"/>
              <a:pathLst>
                <a:path w="2502" h="2501" extrusionOk="0">
                  <a:moveTo>
                    <a:pt x="1263" y="0"/>
                  </a:moveTo>
                  <a:cubicBezTo>
                    <a:pt x="572" y="0"/>
                    <a:pt x="1" y="548"/>
                    <a:pt x="1" y="1239"/>
                  </a:cubicBezTo>
                  <a:cubicBezTo>
                    <a:pt x="1" y="1929"/>
                    <a:pt x="572" y="2501"/>
                    <a:pt x="1263" y="2501"/>
                  </a:cubicBezTo>
                  <a:cubicBezTo>
                    <a:pt x="1954" y="2501"/>
                    <a:pt x="2501" y="1929"/>
                    <a:pt x="2501" y="1239"/>
                  </a:cubicBezTo>
                  <a:cubicBezTo>
                    <a:pt x="2501" y="548"/>
                    <a:pt x="1954" y="0"/>
                    <a:pt x="126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8" name="Google Shape;23618;p140"/>
            <p:cNvSpPr/>
            <p:nvPr/>
          </p:nvSpPr>
          <p:spPr>
            <a:xfrm>
              <a:off x="7083506" y="4158609"/>
              <a:ext cx="40088" cy="80920"/>
            </a:xfrm>
            <a:custGeom>
              <a:avLst/>
              <a:gdLst/>
              <a:ahLst/>
              <a:cxnLst/>
              <a:rect l="l" t="t" r="r" b="b"/>
              <a:pathLst>
                <a:path w="1239" h="2501" extrusionOk="0">
                  <a:moveTo>
                    <a:pt x="0" y="0"/>
                  </a:moveTo>
                  <a:lnTo>
                    <a:pt x="0" y="2501"/>
                  </a:lnTo>
                  <a:cubicBezTo>
                    <a:pt x="691" y="2501"/>
                    <a:pt x="1238" y="1929"/>
                    <a:pt x="1238" y="1239"/>
                  </a:cubicBezTo>
                  <a:cubicBezTo>
                    <a:pt x="1238" y="548"/>
                    <a:pt x="691"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9" name="Google Shape;23619;p140"/>
            <p:cNvSpPr/>
            <p:nvPr/>
          </p:nvSpPr>
          <p:spPr>
            <a:xfrm>
              <a:off x="7260713" y="4158609"/>
              <a:ext cx="80920" cy="80920"/>
            </a:xfrm>
            <a:custGeom>
              <a:avLst/>
              <a:gdLst/>
              <a:ahLst/>
              <a:cxnLst/>
              <a:rect l="l" t="t" r="r" b="b"/>
              <a:pathLst>
                <a:path w="2501" h="2501" extrusionOk="0">
                  <a:moveTo>
                    <a:pt x="1239" y="0"/>
                  </a:moveTo>
                  <a:cubicBezTo>
                    <a:pt x="572" y="0"/>
                    <a:pt x="0" y="548"/>
                    <a:pt x="0" y="1239"/>
                  </a:cubicBezTo>
                  <a:cubicBezTo>
                    <a:pt x="0" y="1929"/>
                    <a:pt x="572" y="2501"/>
                    <a:pt x="1239" y="2501"/>
                  </a:cubicBezTo>
                  <a:cubicBezTo>
                    <a:pt x="1929" y="2501"/>
                    <a:pt x="2501" y="1929"/>
                    <a:pt x="2501" y="1239"/>
                  </a:cubicBezTo>
                  <a:cubicBezTo>
                    <a:pt x="2501" y="548"/>
                    <a:pt x="1929" y="0"/>
                    <a:pt x="123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0" name="Google Shape;23620;p140"/>
            <p:cNvSpPr/>
            <p:nvPr/>
          </p:nvSpPr>
          <p:spPr>
            <a:xfrm>
              <a:off x="7300768" y="4158609"/>
              <a:ext cx="40864" cy="80920"/>
            </a:xfrm>
            <a:custGeom>
              <a:avLst/>
              <a:gdLst/>
              <a:ahLst/>
              <a:cxnLst/>
              <a:rect l="l" t="t" r="r" b="b"/>
              <a:pathLst>
                <a:path w="1263" h="2501" extrusionOk="0">
                  <a:moveTo>
                    <a:pt x="1" y="0"/>
                  </a:moveTo>
                  <a:lnTo>
                    <a:pt x="1" y="2501"/>
                  </a:lnTo>
                  <a:cubicBezTo>
                    <a:pt x="691" y="2501"/>
                    <a:pt x="1263" y="1929"/>
                    <a:pt x="1263" y="1239"/>
                  </a:cubicBezTo>
                  <a:cubicBezTo>
                    <a:pt x="1263" y="548"/>
                    <a:pt x="691"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21" name="Google Shape;23621;p140"/>
          <p:cNvGrpSpPr/>
          <p:nvPr/>
        </p:nvGrpSpPr>
        <p:grpSpPr>
          <a:xfrm>
            <a:off x="7768486" y="4006209"/>
            <a:ext cx="346746" cy="346744"/>
            <a:chOff x="7768486" y="4158609"/>
            <a:chExt cx="346746" cy="346744"/>
          </a:xfrm>
        </p:grpSpPr>
        <p:sp>
          <p:nvSpPr>
            <p:cNvPr id="23622" name="Google Shape;23622;p140"/>
            <p:cNvSpPr/>
            <p:nvPr/>
          </p:nvSpPr>
          <p:spPr>
            <a:xfrm>
              <a:off x="7820868" y="4279485"/>
              <a:ext cx="240430" cy="103439"/>
            </a:xfrm>
            <a:custGeom>
              <a:avLst/>
              <a:gdLst/>
              <a:ahLst/>
              <a:cxnLst/>
              <a:rect l="l" t="t" r="r" b="b"/>
              <a:pathLst>
                <a:path w="7431" h="3197" extrusionOk="0">
                  <a:moveTo>
                    <a:pt x="3721" y="1"/>
                  </a:moveTo>
                  <a:cubicBezTo>
                    <a:pt x="3549" y="1"/>
                    <a:pt x="3406" y="135"/>
                    <a:pt x="3406" y="289"/>
                  </a:cubicBezTo>
                  <a:lnTo>
                    <a:pt x="3406" y="1289"/>
                  </a:lnTo>
                  <a:lnTo>
                    <a:pt x="334" y="1289"/>
                  </a:lnTo>
                  <a:cubicBezTo>
                    <a:pt x="167" y="1289"/>
                    <a:pt x="0" y="1432"/>
                    <a:pt x="0" y="1623"/>
                  </a:cubicBezTo>
                  <a:lnTo>
                    <a:pt x="0" y="2861"/>
                  </a:lnTo>
                  <a:cubicBezTo>
                    <a:pt x="0" y="3004"/>
                    <a:pt x="120" y="3171"/>
                    <a:pt x="286" y="3194"/>
                  </a:cubicBezTo>
                  <a:cubicBezTo>
                    <a:pt x="298" y="3196"/>
                    <a:pt x="311" y="3197"/>
                    <a:pt x="323" y="3197"/>
                  </a:cubicBezTo>
                  <a:cubicBezTo>
                    <a:pt x="480" y="3197"/>
                    <a:pt x="643" y="3061"/>
                    <a:pt x="643" y="2885"/>
                  </a:cubicBezTo>
                  <a:lnTo>
                    <a:pt x="643" y="1932"/>
                  </a:lnTo>
                  <a:lnTo>
                    <a:pt x="6740" y="1932"/>
                  </a:lnTo>
                  <a:lnTo>
                    <a:pt x="6740" y="2861"/>
                  </a:lnTo>
                  <a:cubicBezTo>
                    <a:pt x="6740" y="3004"/>
                    <a:pt x="6859" y="3171"/>
                    <a:pt x="7002" y="3194"/>
                  </a:cubicBezTo>
                  <a:cubicBezTo>
                    <a:pt x="7016" y="3196"/>
                    <a:pt x="7030" y="3197"/>
                    <a:pt x="7043" y="3197"/>
                  </a:cubicBezTo>
                  <a:cubicBezTo>
                    <a:pt x="7216" y="3197"/>
                    <a:pt x="7359" y="3061"/>
                    <a:pt x="7359" y="2885"/>
                  </a:cubicBezTo>
                  <a:lnTo>
                    <a:pt x="7359" y="1646"/>
                  </a:lnTo>
                  <a:cubicBezTo>
                    <a:pt x="7431" y="1456"/>
                    <a:pt x="7264" y="1313"/>
                    <a:pt x="7097" y="1313"/>
                  </a:cubicBezTo>
                  <a:lnTo>
                    <a:pt x="4025" y="1313"/>
                  </a:lnTo>
                  <a:lnTo>
                    <a:pt x="4025" y="337"/>
                  </a:lnTo>
                  <a:cubicBezTo>
                    <a:pt x="4025" y="194"/>
                    <a:pt x="3906" y="27"/>
                    <a:pt x="3763" y="3"/>
                  </a:cubicBezTo>
                  <a:cubicBezTo>
                    <a:pt x="3749" y="1"/>
                    <a:pt x="3735" y="1"/>
                    <a:pt x="372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3" name="Google Shape;23623;p140"/>
            <p:cNvSpPr/>
            <p:nvPr/>
          </p:nvSpPr>
          <p:spPr>
            <a:xfrm>
              <a:off x="7940289" y="4279582"/>
              <a:ext cx="121008" cy="103342"/>
            </a:xfrm>
            <a:custGeom>
              <a:avLst/>
              <a:gdLst/>
              <a:ahLst/>
              <a:cxnLst/>
              <a:rect l="l" t="t" r="r" b="b"/>
              <a:pathLst>
                <a:path w="3740" h="3194" extrusionOk="0">
                  <a:moveTo>
                    <a:pt x="1" y="0"/>
                  </a:moveTo>
                  <a:lnTo>
                    <a:pt x="1" y="1929"/>
                  </a:lnTo>
                  <a:lnTo>
                    <a:pt x="3097" y="1929"/>
                  </a:lnTo>
                  <a:lnTo>
                    <a:pt x="3097" y="2858"/>
                  </a:lnTo>
                  <a:cubicBezTo>
                    <a:pt x="3097" y="3001"/>
                    <a:pt x="3216" y="3168"/>
                    <a:pt x="3382" y="3191"/>
                  </a:cubicBezTo>
                  <a:cubicBezTo>
                    <a:pt x="3395" y="3193"/>
                    <a:pt x="3407" y="3194"/>
                    <a:pt x="3419" y="3194"/>
                  </a:cubicBezTo>
                  <a:cubicBezTo>
                    <a:pt x="3576" y="3194"/>
                    <a:pt x="3740" y="3058"/>
                    <a:pt x="3740" y="2882"/>
                  </a:cubicBezTo>
                  <a:lnTo>
                    <a:pt x="3740" y="1643"/>
                  </a:lnTo>
                  <a:cubicBezTo>
                    <a:pt x="3740" y="1453"/>
                    <a:pt x="3573" y="1310"/>
                    <a:pt x="3406" y="1310"/>
                  </a:cubicBezTo>
                  <a:lnTo>
                    <a:pt x="334" y="1310"/>
                  </a:lnTo>
                  <a:lnTo>
                    <a:pt x="334" y="334"/>
                  </a:lnTo>
                  <a:cubicBezTo>
                    <a:pt x="334" y="143"/>
                    <a:pt x="191" y="0"/>
                    <a:pt x="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4" name="Google Shape;23624;p140"/>
            <p:cNvSpPr/>
            <p:nvPr/>
          </p:nvSpPr>
          <p:spPr>
            <a:xfrm>
              <a:off x="7985747" y="4423656"/>
              <a:ext cx="129485" cy="81696"/>
            </a:xfrm>
            <a:custGeom>
              <a:avLst/>
              <a:gdLst/>
              <a:ahLst/>
              <a:cxnLst/>
              <a:rect l="l" t="t" r="r" b="b"/>
              <a:pathLst>
                <a:path w="4002" h="2525" extrusionOk="0">
                  <a:moveTo>
                    <a:pt x="1949" y="0"/>
                  </a:moveTo>
                  <a:cubicBezTo>
                    <a:pt x="1935" y="0"/>
                    <a:pt x="1920" y="0"/>
                    <a:pt x="1906" y="0"/>
                  </a:cubicBezTo>
                  <a:cubicBezTo>
                    <a:pt x="834" y="48"/>
                    <a:pt x="1" y="929"/>
                    <a:pt x="1" y="2001"/>
                  </a:cubicBezTo>
                  <a:lnTo>
                    <a:pt x="1" y="2191"/>
                  </a:lnTo>
                  <a:cubicBezTo>
                    <a:pt x="1" y="2358"/>
                    <a:pt x="144" y="2525"/>
                    <a:pt x="334" y="2525"/>
                  </a:cubicBezTo>
                  <a:lnTo>
                    <a:pt x="3668" y="2525"/>
                  </a:lnTo>
                  <a:cubicBezTo>
                    <a:pt x="3835" y="2525"/>
                    <a:pt x="4002" y="2358"/>
                    <a:pt x="3954" y="2215"/>
                  </a:cubicBezTo>
                  <a:lnTo>
                    <a:pt x="3954" y="2001"/>
                  </a:lnTo>
                  <a:cubicBezTo>
                    <a:pt x="3954" y="896"/>
                    <a:pt x="3049" y="0"/>
                    <a:pt x="1949"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5" name="Google Shape;23625;p140"/>
            <p:cNvSpPr/>
            <p:nvPr/>
          </p:nvSpPr>
          <p:spPr>
            <a:xfrm>
              <a:off x="8050489" y="4422880"/>
              <a:ext cx="64742" cy="82473"/>
            </a:xfrm>
            <a:custGeom>
              <a:avLst/>
              <a:gdLst/>
              <a:ahLst/>
              <a:cxnLst/>
              <a:rect l="l" t="t" r="r" b="b"/>
              <a:pathLst>
                <a:path w="2001" h="2549" extrusionOk="0">
                  <a:moveTo>
                    <a:pt x="0" y="1"/>
                  </a:moveTo>
                  <a:lnTo>
                    <a:pt x="0" y="2501"/>
                  </a:lnTo>
                  <a:lnTo>
                    <a:pt x="1667" y="2501"/>
                  </a:lnTo>
                  <a:lnTo>
                    <a:pt x="1667" y="2549"/>
                  </a:lnTo>
                  <a:cubicBezTo>
                    <a:pt x="1834" y="2549"/>
                    <a:pt x="2001" y="2382"/>
                    <a:pt x="2001" y="2215"/>
                  </a:cubicBezTo>
                  <a:lnTo>
                    <a:pt x="2001" y="2001"/>
                  </a:lnTo>
                  <a:cubicBezTo>
                    <a:pt x="2001" y="906"/>
                    <a:pt x="1096" y="1"/>
                    <a:pt x="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6" name="Google Shape;23626;p140"/>
            <p:cNvSpPr/>
            <p:nvPr/>
          </p:nvSpPr>
          <p:spPr>
            <a:xfrm>
              <a:off x="7768486" y="4423656"/>
              <a:ext cx="128708" cy="81696"/>
            </a:xfrm>
            <a:custGeom>
              <a:avLst/>
              <a:gdLst/>
              <a:ahLst/>
              <a:cxnLst/>
              <a:rect l="l" t="t" r="r" b="b"/>
              <a:pathLst>
                <a:path w="3978" h="2525" extrusionOk="0">
                  <a:moveTo>
                    <a:pt x="1926" y="0"/>
                  </a:moveTo>
                  <a:cubicBezTo>
                    <a:pt x="1911" y="0"/>
                    <a:pt x="1896" y="0"/>
                    <a:pt x="1881" y="0"/>
                  </a:cubicBezTo>
                  <a:cubicBezTo>
                    <a:pt x="810" y="48"/>
                    <a:pt x="0" y="929"/>
                    <a:pt x="0" y="2001"/>
                  </a:cubicBezTo>
                  <a:lnTo>
                    <a:pt x="0" y="2191"/>
                  </a:lnTo>
                  <a:cubicBezTo>
                    <a:pt x="0" y="2358"/>
                    <a:pt x="143" y="2525"/>
                    <a:pt x="310" y="2525"/>
                  </a:cubicBezTo>
                  <a:lnTo>
                    <a:pt x="3644" y="2525"/>
                  </a:lnTo>
                  <a:cubicBezTo>
                    <a:pt x="3834" y="2525"/>
                    <a:pt x="3977" y="2358"/>
                    <a:pt x="3953" y="2215"/>
                  </a:cubicBezTo>
                  <a:lnTo>
                    <a:pt x="3953" y="2001"/>
                  </a:lnTo>
                  <a:cubicBezTo>
                    <a:pt x="3953" y="896"/>
                    <a:pt x="3048" y="0"/>
                    <a:pt x="1926" y="0"/>
                  </a:cubicBezTo>
                  <a:close/>
                </a:path>
              </a:pathLst>
            </a:custGeom>
            <a:solidFill>
              <a:srgbClr val="BCC7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7" name="Google Shape;23627;p140"/>
            <p:cNvSpPr/>
            <p:nvPr/>
          </p:nvSpPr>
          <p:spPr>
            <a:xfrm>
              <a:off x="7832418" y="4422880"/>
              <a:ext cx="64775" cy="82473"/>
            </a:xfrm>
            <a:custGeom>
              <a:avLst/>
              <a:gdLst/>
              <a:ahLst/>
              <a:cxnLst/>
              <a:rect l="l" t="t" r="r" b="b"/>
              <a:pathLst>
                <a:path w="2002" h="2549" extrusionOk="0">
                  <a:moveTo>
                    <a:pt x="1" y="1"/>
                  </a:moveTo>
                  <a:lnTo>
                    <a:pt x="1" y="2501"/>
                  </a:lnTo>
                  <a:lnTo>
                    <a:pt x="1668" y="2501"/>
                  </a:lnTo>
                  <a:lnTo>
                    <a:pt x="1668" y="2549"/>
                  </a:lnTo>
                  <a:cubicBezTo>
                    <a:pt x="1858" y="2549"/>
                    <a:pt x="2001" y="2382"/>
                    <a:pt x="2001" y="2215"/>
                  </a:cubicBezTo>
                  <a:lnTo>
                    <a:pt x="2001" y="2001"/>
                  </a:lnTo>
                  <a:cubicBezTo>
                    <a:pt x="2001" y="906"/>
                    <a:pt x="1120" y="1"/>
                    <a:pt x="1"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8" name="Google Shape;23628;p140"/>
            <p:cNvSpPr/>
            <p:nvPr/>
          </p:nvSpPr>
          <p:spPr>
            <a:xfrm>
              <a:off x="7877100" y="4218691"/>
              <a:ext cx="128708" cy="80952"/>
            </a:xfrm>
            <a:custGeom>
              <a:avLst/>
              <a:gdLst/>
              <a:ahLst/>
              <a:cxnLst/>
              <a:rect l="l" t="t" r="r" b="b"/>
              <a:pathLst>
                <a:path w="3978" h="2502" extrusionOk="0">
                  <a:moveTo>
                    <a:pt x="1950" y="0"/>
                  </a:moveTo>
                  <a:cubicBezTo>
                    <a:pt x="1936" y="0"/>
                    <a:pt x="1921" y="1"/>
                    <a:pt x="1906" y="1"/>
                  </a:cubicBezTo>
                  <a:cubicBezTo>
                    <a:pt x="834" y="25"/>
                    <a:pt x="1" y="930"/>
                    <a:pt x="1" y="2001"/>
                  </a:cubicBezTo>
                  <a:lnTo>
                    <a:pt x="1" y="2168"/>
                  </a:lnTo>
                  <a:cubicBezTo>
                    <a:pt x="1" y="2358"/>
                    <a:pt x="144" y="2501"/>
                    <a:pt x="311" y="2501"/>
                  </a:cubicBezTo>
                  <a:lnTo>
                    <a:pt x="3668" y="2501"/>
                  </a:lnTo>
                  <a:cubicBezTo>
                    <a:pt x="3835" y="2501"/>
                    <a:pt x="3978" y="2382"/>
                    <a:pt x="3954" y="2216"/>
                  </a:cubicBezTo>
                  <a:lnTo>
                    <a:pt x="3954" y="2001"/>
                  </a:lnTo>
                  <a:cubicBezTo>
                    <a:pt x="3954" y="873"/>
                    <a:pt x="3050" y="0"/>
                    <a:pt x="1950"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9" name="Google Shape;23629;p140"/>
            <p:cNvSpPr/>
            <p:nvPr/>
          </p:nvSpPr>
          <p:spPr>
            <a:xfrm>
              <a:off x="7941842" y="4217947"/>
              <a:ext cx="63966" cy="81696"/>
            </a:xfrm>
            <a:custGeom>
              <a:avLst/>
              <a:gdLst/>
              <a:ahLst/>
              <a:cxnLst/>
              <a:rect l="l" t="t" r="r" b="b"/>
              <a:pathLst>
                <a:path w="1977" h="2525" extrusionOk="0">
                  <a:moveTo>
                    <a:pt x="0" y="0"/>
                  </a:moveTo>
                  <a:lnTo>
                    <a:pt x="0" y="2501"/>
                  </a:lnTo>
                  <a:lnTo>
                    <a:pt x="1667" y="2501"/>
                  </a:lnTo>
                  <a:lnTo>
                    <a:pt x="1667" y="2524"/>
                  </a:lnTo>
                  <a:cubicBezTo>
                    <a:pt x="1834" y="2524"/>
                    <a:pt x="1977" y="2381"/>
                    <a:pt x="1977" y="2191"/>
                  </a:cubicBezTo>
                  <a:lnTo>
                    <a:pt x="1977" y="2000"/>
                  </a:lnTo>
                  <a:cubicBezTo>
                    <a:pt x="1977" y="905"/>
                    <a:pt x="1096" y="0"/>
                    <a:pt x="0" y="0"/>
                  </a:cubicBezTo>
                  <a:close/>
                </a:path>
              </a:pathLst>
            </a:custGeom>
            <a:solidFill>
              <a:srgbClr val="CED4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0" name="Google Shape;23630;p140"/>
            <p:cNvSpPr/>
            <p:nvPr/>
          </p:nvSpPr>
          <p:spPr>
            <a:xfrm>
              <a:off x="7901010" y="4158609"/>
              <a:ext cx="80920" cy="80920"/>
            </a:xfrm>
            <a:custGeom>
              <a:avLst/>
              <a:gdLst/>
              <a:ahLst/>
              <a:cxnLst/>
              <a:rect l="l" t="t" r="r" b="b"/>
              <a:pathLst>
                <a:path w="2501" h="2501" extrusionOk="0">
                  <a:moveTo>
                    <a:pt x="1262" y="0"/>
                  </a:moveTo>
                  <a:cubicBezTo>
                    <a:pt x="572" y="0"/>
                    <a:pt x="0" y="548"/>
                    <a:pt x="0" y="1239"/>
                  </a:cubicBezTo>
                  <a:cubicBezTo>
                    <a:pt x="0" y="1929"/>
                    <a:pt x="572" y="2501"/>
                    <a:pt x="1262" y="2501"/>
                  </a:cubicBezTo>
                  <a:cubicBezTo>
                    <a:pt x="1929" y="2501"/>
                    <a:pt x="2501" y="1929"/>
                    <a:pt x="2501" y="1239"/>
                  </a:cubicBezTo>
                  <a:cubicBezTo>
                    <a:pt x="2501" y="548"/>
                    <a:pt x="1929" y="0"/>
                    <a:pt x="126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1" name="Google Shape;23631;p140"/>
            <p:cNvSpPr/>
            <p:nvPr/>
          </p:nvSpPr>
          <p:spPr>
            <a:xfrm>
              <a:off x="7941842" y="4158609"/>
              <a:ext cx="40088" cy="80920"/>
            </a:xfrm>
            <a:custGeom>
              <a:avLst/>
              <a:gdLst/>
              <a:ahLst/>
              <a:cxnLst/>
              <a:rect l="l" t="t" r="r" b="b"/>
              <a:pathLst>
                <a:path w="1239" h="2501" extrusionOk="0">
                  <a:moveTo>
                    <a:pt x="0" y="0"/>
                  </a:moveTo>
                  <a:lnTo>
                    <a:pt x="0" y="2501"/>
                  </a:lnTo>
                  <a:cubicBezTo>
                    <a:pt x="667" y="2501"/>
                    <a:pt x="1239" y="1929"/>
                    <a:pt x="1239" y="1239"/>
                  </a:cubicBezTo>
                  <a:cubicBezTo>
                    <a:pt x="1239" y="548"/>
                    <a:pt x="667"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2" name="Google Shape;23632;p140"/>
            <p:cNvSpPr/>
            <p:nvPr/>
          </p:nvSpPr>
          <p:spPr>
            <a:xfrm>
              <a:off x="7792363" y="4362797"/>
              <a:ext cx="80920" cy="80920"/>
            </a:xfrm>
            <a:custGeom>
              <a:avLst/>
              <a:gdLst/>
              <a:ahLst/>
              <a:cxnLst/>
              <a:rect l="l" t="t" r="r" b="b"/>
              <a:pathLst>
                <a:path w="2501" h="2501" extrusionOk="0">
                  <a:moveTo>
                    <a:pt x="1239" y="0"/>
                  </a:moveTo>
                  <a:cubicBezTo>
                    <a:pt x="548" y="0"/>
                    <a:pt x="0" y="548"/>
                    <a:pt x="0" y="1239"/>
                  </a:cubicBezTo>
                  <a:cubicBezTo>
                    <a:pt x="0" y="1929"/>
                    <a:pt x="572" y="2501"/>
                    <a:pt x="1239" y="2501"/>
                  </a:cubicBezTo>
                  <a:cubicBezTo>
                    <a:pt x="1929" y="2501"/>
                    <a:pt x="2501" y="1929"/>
                    <a:pt x="2501" y="1239"/>
                  </a:cubicBezTo>
                  <a:cubicBezTo>
                    <a:pt x="2501" y="548"/>
                    <a:pt x="1929" y="0"/>
                    <a:pt x="1239"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3" name="Google Shape;23633;p140"/>
            <p:cNvSpPr/>
            <p:nvPr/>
          </p:nvSpPr>
          <p:spPr>
            <a:xfrm>
              <a:off x="7832418" y="4362797"/>
              <a:ext cx="40864" cy="80920"/>
            </a:xfrm>
            <a:custGeom>
              <a:avLst/>
              <a:gdLst/>
              <a:ahLst/>
              <a:cxnLst/>
              <a:rect l="l" t="t" r="r" b="b"/>
              <a:pathLst>
                <a:path w="1263" h="2501" extrusionOk="0">
                  <a:moveTo>
                    <a:pt x="1" y="0"/>
                  </a:moveTo>
                  <a:lnTo>
                    <a:pt x="1" y="2501"/>
                  </a:lnTo>
                  <a:cubicBezTo>
                    <a:pt x="691" y="2501"/>
                    <a:pt x="1263" y="1929"/>
                    <a:pt x="1263" y="1239"/>
                  </a:cubicBezTo>
                  <a:cubicBezTo>
                    <a:pt x="1263" y="548"/>
                    <a:pt x="691" y="0"/>
                    <a:pt x="1"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4" name="Google Shape;23634;p140"/>
            <p:cNvSpPr/>
            <p:nvPr/>
          </p:nvSpPr>
          <p:spPr>
            <a:xfrm>
              <a:off x="8009657" y="4362797"/>
              <a:ext cx="80920" cy="80920"/>
            </a:xfrm>
            <a:custGeom>
              <a:avLst/>
              <a:gdLst/>
              <a:ahLst/>
              <a:cxnLst/>
              <a:rect l="l" t="t" r="r" b="b"/>
              <a:pathLst>
                <a:path w="2501" h="2501" extrusionOk="0">
                  <a:moveTo>
                    <a:pt x="1262" y="0"/>
                  </a:moveTo>
                  <a:cubicBezTo>
                    <a:pt x="572" y="0"/>
                    <a:pt x="0" y="548"/>
                    <a:pt x="0" y="1239"/>
                  </a:cubicBezTo>
                  <a:cubicBezTo>
                    <a:pt x="0" y="1929"/>
                    <a:pt x="572" y="2501"/>
                    <a:pt x="1262" y="2501"/>
                  </a:cubicBezTo>
                  <a:cubicBezTo>
                    <a:pt x="1953" y="2501"/>
                    <a:pt x="2501" y="1929"/>
                    <a:pt x="2501" y="1239"/>
                  </a:cubicBezTo>
                  <a:cubicBezTo>
                    <a:pt x="2501" y="548"/>
                    <a:pt x="1953" y="0"/>
                    <a:pt x="1262"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5" name="Google Shape;23635;p140"/>
            <p:cNvSpPr/>
            <p:nvPr/>
          </p:nvSpPr>
          <p:spPr>
            <a:xfrm>
              <a:off x="8050488" y="4362797"/>
              <a:ext cx="40088" cy="80920"/>
            </a:xfrm>
            <a:custGeom>
              <a:avLst/>
              <a:gdLst/>
              <a:ahLst/>
              <a:cxnLst/>
              <a:rect l="l" t="t" r="r" b="b"/>
              <a:pathLst>
                <a:path w="1239" h="2501" extrusionOk="0">
                  <a:moveTo>
                    <a:pt x="0" y="0"/>
                  </a:moveTo>
                  <a:lnTo>
                    <a:pt x="0" y="2501"/>
                  </a:lnTo>
                  <a:cubicBezTo>
                    <a:pt x="691" y="2501"/>
                    <a:pt x="1239" y="1929"/>
                    <a:pt x="1239" y="1239"/>
                  </a:cubicBezTo>
                  <a:cubicBezTo>
                    <a:pt x="1239" y="548"/>
                    <a:pt x="691" y="0"/>
                    <a:pt x="0" y="0"/>
                  </a:cubicBezTo>
                  <a:close/>
                </a:path>
              </a:pathLst>
            </a:custGeom>
            <a:solidFill>
              <a:srgbClr val="E5E8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636" name="Google Shape;23636;p140"/>
          <p:cNvSpPr txBox="1"/>
          <p:nvPr/>
        </p:nvSpPr>
        <p:spPr>
          <a:xfrm>
            <a:off x="1048350" y="11586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rgbClr val="FFFFFF"/>
                </a:solidFill>
              </a:rPr>
              <a:t>Goals &amp; Results</a:t>
            </a:r>
            <a:endParaRPr sz="1600">
              <a:solidFill>
                <a:srgbClr val="FFFFFF"/>
              </a:solidFill>
            </a:endParaRPr>
          </a:p>
        </p:txBody>
      </p:sp>
      <p:sp>
        <p:nvSpPr>
          <p:cNvPr id="23637" name="Google Shape;23637;p140"/>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Premium Icons</a:t>
            </a:r>
            <a:endParaRPr sz="2400">
              <a:solidFill>
                <a:srgbClr val="FFFFFF"/>
              </a:solidFil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3641"/>
        <p:cNvGrpSpPr/>
        <p:nvPr/>
      </p:nvGrpSpPr>
      <p:grpSpPr>
        <a:xfrm>
          <a:off x="0" y="0"/>
          <a:ext cx="0" cy="0"/>
          <a:chOff x="0" y="0"/>
          <a:chExt cx="0" cy="0"/>
        </a:xfrm>
      </p:grpSpPr>
      <p:grpSp>
        <p:nvGrpSpPr>
          <p:cNvPr id="23642" name="Google Shape;23642;p141"/>
          <p:cNvGrpSpPr/>
          <p:nvPr/>
        </p:nvGrpSpPr>
        <p:grpSpPr>
          <a:xfrm>
            <a:off x="1083801" y="1795083"/>
            <a:ext cx="343827" cy="342422"/>
            <a:chOff x="1393209" y="1923560"/>
            <a:chExt cx="343827" cy="342422"/>
          </a:xfrm>
        </p:grpSpPr>
        <p:sp>
          <p:nvSpPr>
            <p:cNvPr id="23643" name="Google Shape;23643;p141"/>
            <p:cNvSpPr/>
            <p:nvPr/>
          </p:nvSpPr>
          <p:spPr>
            <a:xfrm>
              <a:off x="1555513" y="2117876"/>
              <a:ext cx="20654" cy="55566"/>
            </a:xfrm>
            <a:custGeom>
              <a:avLst/>
              <a:gdLst/>
              <a:ahLst/>
              <a:cxnLst/>
              <a:rect l="l" t="t" r="r" b="b"/>
              <a:pathLst>
                <a:path w="691" h="1859" extrusionOk="0">
                  <a:moveTo>
                    <a:pt x="0" y="1"/>
                  </a:moveTo>
                  <a:lnTo>
                    <a:pt x="0" y="1858"/>
                  </a:lnTo>
                  <a:lnTo>
                    <a:pt x="691" y="1858"/>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4" name="Google Shape;23644;p141"/>
            <p:cNvSpPr/>
            <p:nvPr/>
          </p:nvSpPr>
          <p:spPr>
            <a:xfrm>
              <a:off x="1565466" y="2117876"/>
              <a:ext cx="9296" cy="55566"/>
            </a:xfrm>
            <a:custGeom>
              <a:avLst/>
              <a:gdLst/>
              <a:ahLst/>
              <a:cxnLst/>
              <a:rect l="l" t="t" r="r" b="b"/>
              <a:pathLst>
                <a:path w="311" h="1859" extrusionOk="0">
                  <a:moveTo>
                    <a:pt x="1" y="1"/>
                  </a:moveTo>
                  <a:lnTo>
                    <a:pt x="1" y="1858"/>
                  </a:lnTo>
                  <a:lnTo>
                    <a:pt x="310" y="1858"/>
                  </a:lnTo>
                  <a:lnTo>
                    <a:pt x="31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5" name="Google Shape;23645;p141"/>
            <p:cNvSpPr/>
            <p:nvPr/>
          </p:nvSpPr>
          <p:spPr>
            <a:xfrm>
              <a:off x="1642344" y="2016100"/>
              <a:ext cx="20684" cy="56253"/>
            </a:xfrm>
            <a:custGeom>
              <a:avLst/>
              <a:gdLst/>
              <a:ahLst/>
              <a:cxnLst/>
              <a:rect l="l" t="t" r="r" b="b"/>
              <a:pathLst>
                <a:path w="692" h="1882" extrusionOk="0">
                  <a:moveTo>
                    <a:pt x="1" y="0"/>
                  </a:moveTo>
                  <a:lnTo>
                    <a:pt x="1" y="1882"/>
                  </a:lnTo>
                  <a:lnTo>
                    <a:pt x="691" y="1882"/>
                  </a:lnTo>
                  <a:lnTo>
                    <a:pt x="69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6" name="Google Shape;23646;p141"/>
            <p:cNvSpPr/>
            <p:nvPr/>
          </p:nvSpPr>
          <p:spPr>
            <a:xfrm>
              <a:off x="1467964" y="2016100"/>
              <a:ext cx="20654" cy="56253"/>
            </a:xfrm>
            <a:custGeom>
              <a:avLst/>
              <a:gdLst/>
              <a:ahLst/>
              <a:cxnLst/>
              <a:rect l="l" t="t" r="r" b="b"/>
              <a:pathLst>
                <a:path w="691" h="1882" extrusionOk="0">
                  <a:moveTo>
                    <a:pt x="0" y="0"/>
                  </a:moveTo>
                  <a:lnTo>
                    <a:pt x="0" y="1882"/>
                  </a:lnTo>
                  <a:lnTo>
                    <a:pt x="691" y="1882"/>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7" name="Google Shape;23647;p141"/>
            <p:cNvSpPr/>
            <p:nvPr/>
          </p:nvSpPr>
          <p:spPr>
            <a:xfrm>
              <a:off x="1393209" y="2084429"/>
              <a:ext cx="62679" cy="20684"/>
            </a:xfrm>
            <a:custGeom>
              <a:avLst/>
              <a:gdLst/>
              <a:ahLst/>
              <a:cxnLst/>
              <a:rect l="l" t="t" r="r" b="b"/>
              <a:pathLst>
                <a:path w="2097" h="692" extrusionOk="0">
                  <a:moveTo>
                    <a:pt x="1" y="1"/>
                  </a:moveTo>
                  <a:lnTo>
                    <a:pt x="1" y="691"/>
                  </a:lnTo>
                  <a:lnTo>
                    <a:pt x="2096" y="691"/>
                  </a:lnTo>
                  <a:lnTo>
                    <a:pt x="2096"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8" name="Google Shape;23648;p141"/>
            <p:cNvSpPr/>
            <p:nvPr/>
          </p:nvSpPr>
          <p:spPr>
            <a:xfrm>
              <a:off x="1673669" y="2084429"/>
              <a:ext cx="63367" cy="20684"/>
            </a:xfrm>
            <a:custGeom>
              <a:avLst/>
              <a:gdLst/>
              <a:ahLst/>
              <a:cxnLst/>
              <a:rect l="l" t="t" r="r" b="b"/>
              <a:pathLst>
                <a:path w="2120" h="692" extrusionOk="0">
                  <a:moveTo>
                    <a:pt x="0" y="1"/>
                  </a:moveTo>
                  <a:lnTo>
                    <a:pt x="0" y="691"/>
                  </a:lnTo>
                  <a:lnTo>
                    <a:pt x="2120" y="691"/>
                  </a:lnTo>
                  <a:lnTo>
                    <a:pt x="212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9" name="Google Shape;23649;p141"/>
            <p:cNvSpPr/>
            <p:nvPr/>
          </p:nvSpPr>
          <p:spPr>
            <a:xfrm>
              <a:off x="1586838" y="2084429"/>
              <a:ext cx="43430" cy="20684"/>
            </a:xfrm>
            <a:custGeom>
              <a:avLst/>
              <a:gdLst/>
              <a:ahLst/>
              <a:cxnLst/>
              <a:rect l="l" t="t" r="r" b="b"/>
              <a:pathLst>
                <a:path w="1453" h="692" extrusionOk="0">
                  <a:moveTo>
                    <a:pt x="0" y="1"/>
                  </a:moveTo>
                  <a:lnTo>
                    <a:pt x="0" y="691"/>
                  </a:lnTo>
                  <a:lnTo>
                    <a:pt x="1453" y="691"/>
                  </a:lnTo>
                  <a:lnTo>
                    <a:pt x="145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0" name="Google Shape;23650;p141"/>
            <p:cNvSpPr/>
            <p:nvPr/>
          </p:nvSpPr>
          <p:spPr>
            <a:xfrm>
              <a:off x="1499977" y="2084429"/>
              <a:ext cx="44177" cy="20684"/>
            </a:xfrm>
            <a:custGeom>
              <a:avLst/>
              <a:gdLst/>
              <a:ahLst/>
              <a:cxnLst/>
              <a:rect l="l" t="t" r="r" b="b"/>
              <a:pathLst>
                <a:path w="1478" h="692" extrusionOk="0">
                  <a:moveTo>
                    <a:pt x="1" y="1"/>
                  </a:moveTo>
                  <a:lnTo>
                    <a:pt x="1" y="691"/>
                  </a:lnTo>
                  <a:lnTo>
                    <a:pt x="1477" y="691"/>
                  </a:lnTo>
                  <a:lnTo>
                    <a:pt x="1477"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1" name="Google Shape;23651;p141"/>
            <p:cNvSpPr/>
            <p:nvPr/>
          </p:nvSpPr>
          <p:spPr>
            <a:xfrm>
              <a:off x="1534859" y="2064492"/>
              <a:ext cx="60527" cy="60557"/>
            </a:xfrm>
            <a:custGeom>
              <a:avLst/>
              <a:gdLst/>
              <a:ahLst/>
              <a:cxnLst/>
              <a:rect l="l" t="t" r="r" b="b"/>
              <a:pathLst>
                <a:path w="2025" h="2026" extrusionOk="0">
                  <a:moveTo>
                    <a:pt x="1025" y="1"/>
                  </a:moveTo>
                  <a:cubicBezTo>
                    <a:pt x="453" y="1"/>
                    <a:pt x="1" y="453"/>
                    <a:pt x="1" y="1001"/>
                  </a:cubicBezTo>
                  <a:cubicBezTo>
                    <a:pt x="1" y="1549"/>
                    <a:pt x="453" y="2025"/>
                    <a:pt x="1025" y="2025"/>
                  </a:cubicBezTo>
                  <a:cubicBezTo>
                    <a:pt x="1572" y="2025"/>
                    <a:pt x="2025" y="1549"/>
                    <a:pt x="2025" y="1001"/>
                  </a:cubicBezTo>
                  <a:cubicBezTo>
                    <a:pt x="2025" y="453"/>
                    <a:pt x="1572" y="1"/>
                    <a:pt x="1025"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2" name="Google Shape;23652;p141"/>
            <p:cNvSpPr/>
            <p:nvPr/>
          </p:nvSpPr>
          <p:spPr>
            <a:xfrm>
              <a:off x="1447310" y="2064492"/>
              <a:ext cx="60527" cy="60557"/>
            </a:xfrm>
            <a:custGeom>
              <a:avLst/>
              <a:gdLst/>
              <a:ahLst/>
              <a:cxnLst/>
              <a:rect l="l" t="t" r="r" b="b"/>
              <a:pathLst>
                <a:path w="2025" h="2026" extrusionOk="0">
                  <a:moveTo>
                    <a:pt x="1024" y="1"/>
                  </a:moveTo>
                  <a:cubicBezTo>
                    <a:pt x="477" y="1"/>
                    <a:pt x="0" y="453"/>
                    <a:pt x="0" y="1001"/>
                  </a:cubicBezTo>
                  <a:cubicBezTo>
                    <a:pt x="0" y="1549"/>
                    <a:pt x="477" y="2025"/>
                    <a:pt x="1024" y="2025"/>
                  </a:cubicBezTo>
                  <a:cubicBezTo>
                    <a:pt x="1572" y="2025"/>
                    <a:pt x="2025" y="1549"/>
                    <a:pt x="2025" y="1001"/>
                  </a:cubicBezTo>
                  <a:cubicBezTo>
                    <a:pt x="2025" y="453"/>
                    <a:pt x="1572" y="1"/>
                    <a:pt x="1024"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3" name="Google Shape;23653;p141"/>
            <p:cNvSpPr/>
            <p:nvPr/>
          </p:nvSpPr>
          <p:spPr>
            <a:xfrm>
              <a:off x="1622407" y="2064492"/>
              <a:ext cx="60557" cy="60557"/>
            </a:xfrm>
            <a:custGeom>
              <a:avLst/>
              <a:gdLst/>
              <a:ahLst/>
              <a:cxnLst/>
              <a:rect l="l" t="t" r="r" b="b"/>
              <a:pathLst>
                <a:path w="2026" h="2026" extrusionOk="0">
                  <a:moveTo>
                    <a:pt x="1001" y="1"/>
                  </a:moveTo>
                  <a:cubicBezTo>
                    <a:pt x="453" y="1"/>
                    <a:pt x="1" y="453"/>
                    <a:pt x="1" y="1001"/>
                  </a:cubicBezTo>
                  <a:cubicBezTo>
                    <a:pt x="1" y="1549"/>
                    <a:pt x="453" y="2025"/>
                    <a:pt x="1001" y="2025"/>
                  </a:cubicBezTo>
                  <a:cubicBezTo>
                    <a:pt x="1549" y="2025"/>
                    <a:pt x="2025" y="1549"/>
                    <a:pt x="2025" y="1001"/>
                  </a:cubicBezTo>
                  <a:cubicBezTo>
                    <a:pt x="2025" y="453"/>
                    <a:pt x="1549" y="1"/>
                    <a:pt x="100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4" name="Google Shape;23654;p141"/>
            <p:cNvSpPr/>
            <p:nvPr/>
          </p:nvSpPr>
          <p:spPr>
            <a:xfrm>
              <a:off x="1428808" y="1923560"/>
              <a:ext cx="98248" cy="98248"/>
            </a:xfrm>
            <a:custGeom>
              <a:avLst/>
              <a:gdLst/>
              <a:ahLst/>
              <a:cxnLst/>
              <a:rect l="l" t="t" r="r" b="b"/>
              <a:pathLst>
                <a:path w="3287" h="3287" extrusionOk="0">
                  <a:moveTo>
                    <a:pt x="1643" y="1"/>
                  </a:moveTo>
                  <a:cubicBezTo>
                    <a:pt x="739" y="1"/>
                    <a:pt x="0" y="739"/>
                    <a:pt x="0" y="1644"/>
                  </a:cubicBezTo>
                  <a:cubicBezTo>
                    <a:pt x="0" y="2549"/>
                    <a:pt x="739" y="3287"/>
                    <a:pt x="1643" y="3287"/>
                  </a:cubicBezTo>
                  <a:cubicBezTo>
                    <a:pt x="2548" y="3287"/>
                    <a:pt x="3287" y="2549"/>
                    <a:pt x="3287" y="1644"/>
                  </a:cubicBezTo>
                  <a:cubicBezTo>
                    <a:pt x="3287" y="739"/>
                    <a:pt x="2548" y="1"/>
                    <a:pt x="1643"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5" name="Google Shape;23655;p141"/>
            <p:cNvSpPr/>
            <p:nvPr/>
          </p:nvSpPr>
          <p:spPr>
            <a:xfrm>
              <a:off x="1603188" y="1923560"/>
              <a:ext cx="98278" cy="98248"/>
            </a:xfrm>
            <a:custGeom>
              <a:avLst/>
              <a:gdLst/>
              <a:ahLst/>
              <a:cxnLst/>
              <a:rect l="l" t="t" r="r" b="b"/>
              <a:pathLst>
                <a:path w="3288" h="3287" extrusionOk="0">
                  <a:moveTo>
                    <a:pt x="1644" y="1"/>
                  </a:moveTo>
                  <a:cubicBezTo>
                    <a:pt x="739" y="1"/>
                    <a:pt x="1" y="739"/>
                    <a:pt x="1" y="1644"/>
                  </a:cubicBezTo>
                  <a:cubicBezTo>
                    <a:pt x="1" y="2549"/>
                    <a:pt x="739" y="3287"/>
                    <a:pt x="1644" y="3287"/>
                  </a:cubicBezTo>
                  <a:cubicBezTo>
                    <a:pt x="2549" y="3287"/>
                    <a:pt x="3287" y="2549"/>
                    <a:pt x="3287" y="1644"/>
                  </a:cubicBezTo>
                  <a:cubicBezTo>
                    <a:pt x="3287" y="739"/>
                    <a:pt x="2549" y="1"/>
                    <a:pt x="1644"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6" name="Google Shape;23656;p141"/>
            <p:cNvSpPr/>
            <p:nvPr/>
          </p:nvSpPr>
          <p:spPr>
            <a:xfrm>
              <a:off x="1516357" y="2168421"/>
              <a:ext cx="97561" cy="97561"/>
            </a:xfrm>
            <a:custGeom>
              <a:avLst/>
              <a:gdLst/>
              <a:ahLst/>
              <a:cxnLst/>
              <a:rect l="l" t="t" r="r" b="b"/>
              <a:pathLst>
                <a:path w="3264" h="3264" extrusionOk="0">
                  <a:moveTo>
                    <a:pt x="1644" y="1"/>
                  </a:moveTo>
                  <a:cubicBezTo>
                    <a:pt x="739" y="1"/>
                    <a:pt x="0" y="739"/>
                    <a:pt x="0" y="1644"/>
                  </a:cubicBezTo>
                  <a:cubicBezTo>
                    <a:pt x="0" y="2525"/>
                    <a:pt x="739" y="3263"/>
                    <a:pt x="1644" y="3263"/>
                  </a:cubicBezTo>
                  <a:cubicBezTo>
                    <a:pt x="2525" y="3263"/>
                    <a:pt x="3263" y="2525"/>
                    <a:pt x="3263" y="1644"/>
                  </a:cubicBezTo>
                  <a:cubicBezTo>
                    <a:pt x="3263" y="739"/>
                    <a:pt x="2525" y="1"/>
                    <a:pt x="1644"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7" name="Google Shape;23657;p141"/>
            <p:cNvSpPr/>
            <p:nvPr/>
          </p:nvSpPr>
          <p:spPr>
            <a:xfrm>
              <a:off x="1565466" y="2063805"/>
              <a:ext cx="29920" cy="61245"/>
            </a:xfrm>
            <a:custGeom>
              <a:avLst/>
              <a:gdLst/>
              <a:ahLst/>
              <a:cxnLst/>
              <a:rect l="l" t="t" r="r" b="b"/>
              <a:pathLst>
                <a:path w="1001" h="2049" extrusionOk="0">
                  <a:moveTo>
                    <a:pt x="1" y="0"/>
                  </a:moveTo>
                  <a:lnTo>
                    <a:pt x="1" y="2048"/>
                  </a:lnTo>
                  <a:cubicBezTo>
                    <a:pt x="548" y="2048"/>
                    <a:pt x="1001" y="1596"/>
                    <a:pt x="1001" y="1024"/>
                  </a:cubicBezTo>
                  <a:cubicBezTo>
                    <a:pt x="1001" y="453"/>
                    <a:pt x="548" y="0"/>
                    <a:pt x="1"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8" name="Google Shape;23658;p141"/>
            <p:cNvSpPr/>
            <p:nvPr/>
          </p:nvSpPr>
          <p:spPr>
            <a:xfrm>
              <a:off x="1565466" y="2167703"/>
              <a:ext cx="48452" cy="98278"/>
            </a:xfrm>
            <a:custGeom>
              <a:avLst/>
              <a:gdLst/>
              <a:ahLst/>
              <a:cxnLst/>
              <a:rect l="l" t="t" r="r" b="b"/>
              <a:pathLst>
                <a:path w="1621" h="3288" extrusionOk="0">
                  <a:moveTo>
                    <a:pt x="1" y="1"/>
                  </a:moveTo>
                  <a:lnTo>
                    <a:pt x="1" y="3287"/>
                  </a:lnTo>
                  <a:cubicBezTo>
                    <a:pt x="882" y="3287"/>
                    <a:pt x="1620" y="2573"/>
                    <a:pt x="1620" y="1668"/>
                  </a:cubicBezTo>
                  <a:cubicBezTo>
                    <a:pt x="1620" y="739"/>
                    <a:pt x="906" y="25"/>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59" name="Google Shape;23659;p141"/>
          <p:cNvGrpSpPr/>
          <p:nvPr/>
        </p:nvGrpSpPr>
        <p:grpSpPr>
          <a:xfrm>
            <a:off x="1818367" y="1781320"/>
            <a:ext cx="343108" cy="312532"/>
            <a:chOff x="2065928" y="1938505"/>
            <a:chExt cx="343108" cy="312532"/>
          </a:xfrm>
        </p:grpSpPr>
        <p:sp>
          <p:nvSpPr>
            <p:cNvPr id="23660" name="Google Shape;23660;p141"/>
            <p:cNvSpPr/>
            <p:nvPr/>
          </p:nvSpPr>
          <p:spPr>
            <a:xfrm>
              <a:off x="2119312" y="2194754"/>
              <a:ext cx="64084" cy="20684"/>
            </a:xfrm>
            <a:custGeom>
              <a:avLst/>
              <a:gdLst/>
              <a:ahLst/>
              <a:cxnLst/>
              <a:rect l="l" t="t" r="r" b="b"/>
              <a:pathLst>
                <a:path w="2144" h="692" extrusionOk="0">
                  <a:moveTo>
                    <a:pt x="0" y="1"/>
                  </a:moveTo>
                  <a:lnTo>
                    <a:pt x="0" y="691"/>
                  </a:lnTo>
                  <a:lnTo>
                    <a:pt x="2143" y="691"/>
                  </a:lnTo>
                  <a:lnTo>
                    <a:pt x="2143"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1" name="Google Shape;23661;p141"/>
            <p:cNvSpPr/>
            <p:nvPr/>
          </p:nvSpPr>
          <p:spPr>
            <a:xfrm>
              <a:off x="2119312" y="2204737"/>
              <a:ext cx="64084" cy="9983"/>
            </a:xfrm>
            <a:custGeom>
              <a:avLst/>
              <a:gdLst/>
              <a:ahLst/>
              <a:cxnLst/>
              <a:rect l="l" t="t" r="r" b="b"/>
              <a:pathLst>
                <a:path w="2144" h="334" extrusionOk="0">
                  <a:moveTo>
                    <a:pt x="0" y="0"/>
                  </a:moveTo>
                  <a:lnTo>
                    <a:pt x="0" y="334"/>
                  </a:lnTo>
                  <a:lnTo>
                    <a:pt x="2143" y="334"/>
                  </a:lnTo>
                  <a:lnTo>
                    <a:pt x="21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2" name="Google Shape;23662;p141"/>
            <p:cNvSpPr/>
            <p:nvPr/>
          </p:nvSpPr>
          <p:spPr>
            <a:xfrm>
              <a:off x="2119312" y="1976944"/>
              <a:ext cx="64084" cy="20684"/>
            </a:xfrm>
            <a:custGeom>
              <a:avLst/>
              <a:gdLst/>
              <a:ahLst/>
              <a:cxnLst/>
              <a:rect l="l" t="t" r="r" b="b"/>
              <a:pathLst>
                <a:path w="2144" h="692" extrusionOk="0">
                  <a:moveTo>
                    <a:pt x="0" y="1"/>
                  </a:moveTo>
                  <a:lnTo>
                    <a:pt x="0" y="691"/>
                  </a:lnTo>
                  <a:lnTo>
                    <a:pt x="2143" y="691"/>
                  </a:lnTo>
                  <a:lnTo>
                    <a:pt x="2143"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3" name="Google Shape;23663;p141"/>
            <p:cNvSpPr/>
            <p:nvPr/>
          </p:nvSpPr>
          <p:spPr>
            <a:xfrm>
              <a:off x="2119312" y="1986927"/>
              <a:ext cx="64084" cy="9983"/>
            </a:xfrm>
            <a:custGeom>
              <a:avLst/>
              <a:gdLst/>
              <a:ahLst/>
              <a:cxnLst/>
              <a:rect l="l" t="t" r="r" b="b"/>
              <a:pathLst>
                <a:path w="2144" h="334" extrusionOk="0">
                  <a:moveTo>
                    <a:pt x="0" y="0"/>
                  </a:moveTo>
                  <a:lnTo>
                    <a:pt x="0" y="333"/>
                  </a:lnTo>
                  <a:lnTo>
                    <a:pt x="2143" y="333"/>
                  </a:lnTo>
                  <a:lnTo>
                    <a:pt x="21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4" name="Google Shape;23664;p141"/>
            <p:cNvSpPr/>
            <p:nvPr/>
          </p:nvSpPr>
          <p:spPr>
            <a:xfrm>
              <a:off x="2119312" y="2085864"/>
              <a:ext cx="64084" cy="19967"/>
            </a:xfrm>
            <a:custGeom>
              <a:avLst/>
              <a:gdLst/>
              <a:ahLst/>
              <a:cxnLst/>
              <a:rect l="l" t="t" r="r" b="b"/>
              <a:pathLst>
                <a:path w="2144" h="668" extrusionOk="0">
                  <a:moveTo>
                    <a:pt x="0" y="0"/>
                  </a:moveTo>
                  <a:lnTo>
                    <a:pt x="0" y="667"/>
                  </a:lnTo>
                  <a:lnTo>
                    <a:pt x="2143" y="667"/>
                  </a:lnTo>
                  <a:lnTo>
                    <a:pt x="2143"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5" name="Google Shape;23665;p141"/>
            <p:cNvSpPr/>
            <p:nvPr/>
          </p:nvSpPr>
          <p:spPr>
            <a:xfrm>
              <a:off x="2065928" y="1954885"/>
              <a:ext cx="64084" cy="64084"/>
            </a:xfrm>
            <a:custGeom>
              <a:avLst/>
              <a:gdLst/>
              <a:ahLst/>
              <a:cxnLst/>
              <a:rect l="l" t="t" r="r" b="b"/>
              <a:pathLst>
                <a:path w="2144" h="2144" extrusionOk="0">
                  <a:moveTo>
                    <a:pt x="1072" y="0"/>
                  </a:moveTo>
                  <a:cubicBezTo>
                    <a:pt x="476" y="0"/>
                    <a:pt x="0" y="477"/>
                    <a:pt x="0" y="1072"/>
                  </a:cubicBezTo>
                  <a:cubicBezTo>
                    <a:pt x="0" y="1667"/>
                    <a:pt x="476" y="2144"/>
                    <a:pt x="1072" y="2144"/>
                  </a:cubicBezTo>
                  <a:cubicBezTo>
                    <a:pt x="1667" y="2144"/>
                    <a:pt x="2143" y="1667"/>
                    <a:pt x="2143" y="1072"/>
                  </a:cubicBezTo>
                  <a:cubicBezTo>
                    <a:pt x="2143" y="477"/>
                    <a:pt x="1667" y="0"/>
                    <a:pt x="1072"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6" name="Google Shape;23666;p141"/>
            <p:cNvSpPr/>
            <p:nvPr/>
          </p:nvSpPr>
          <p:spPr>
            <a:xfrm>
              <a:off x="2153477" y="1938505"/>
              <a:ext cx="150915" cy="96126"/>
            </a:xfrm>
            <a:custGeom>
              <a:avLst/>
              <a:gdLst/>
              <a:ahLst/>
              <a:cxnLst/>
              <a:rect l="l" t="t" r="r" b="b"/>
              <a:pathLst>
                <a:path w="5049" h="3216" extrusionOk="0">
                  <a:moveTo>
                    <a:pt x="2763" y="1"/>
                  </a:moveTo>
                  <a:lnTo>
                    <a:pt x="2763" y="810"/>
                  </a:lnTo>
                  <a:lnTo>
                    <a:pt x="0" y="810"/>
                  </a:lnTo>
                  <a:lnTo>
                    <a:pt x="0" y="2430"/>
                  </a:lnTo>
                  <a:lnTo>
                    <a:pt x="2763" y="2430"/>
                  </a:lnTo>
                  <a:lnTo>
                    <a:pt x="2763" y="3216"/>
                  </a:lnTo>
                  <a:lnTo>
                    <a:pt x="5049" y="1620"/>
                  </a:lnTo>
                  <a:lnTo>
                    <a:pt x="2763"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7" name="Google Shape;23667;p141"/>
            <p:cNvSpPr/>
            <p:nvPr/>
          </p:nvSpPr>
          <p:spPr>
            <a:xfrm>
              <a:off x="2065928" y="2064492"/>
              <a:ext cx="64084" cy="63397"/>
            </a:xfrm>
            <a:custGeom>
              <a:avLst/>
              <a:gdLst/>
              <a:ahLst/>
              <a:cxnLst/>
              <a:rect l="l" t="t" r="r" b="b"/>
              <a:pathLst>
                <a:path w="2144" h="2121" extrusionOk="0">
                  <a:moveTo>
                    <a:pt x="1072" y="1"/>
                  </a:moveTo>
                  <a:cubicBezTo>
                    <a:pt x="476" y="1"/>
                    <a:pt x="0" y="477"/>
                    <a:pt x="0" y="1072"/>
                  </a:cubicBezTo>
                  <a:cubicBezTo>
                    <a:pt x="0" y="1644"/>
                    <a:pt x="476" y="2120"/>
                    <a:pt x="1072" y="2120"/>
                  </a:cubicBezTo>
                  <a:cubicBezTo>
                    <a:pt x="1667" y="2120"/>
                    <a:pt x="2143" y="1644"/>
                    <a:pt x="2143" y="1072"/>
                  </a:cubicBezTo>
                  <a:cubicBezTo>
                    <a:pt x="2143" y="477"/>
                    <a:pt x="1667" y="1"/>
                    <a:pt x="1072" y="1"/>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8" name="Google Shape;23668;p141"/>
            <p:cNvSpPr/>
            <p:nvPr/>
          </p:nvSpPr>
          <p:spPr>
            <a:xfrm>
              <a:off x="2154882" y="2048830"/>
              <a:ext cx="202923" cy="94004"/>
            </a:xfrm>
            <a:custGeom>
              <a:avLst/>
              <a:gdLst/>
              <a:ahLst/>
              <a:cxnLst/>
              <a:rect l="l" t="t" r="r" b="b"/>
              <a:pathLst>
                <a:path w="6789" h="3145" extrusionOk="0">
                  <a:moveTo>
                    <a:pt x="4549" y="1"/>
                  </a:moveTo>
                  <a:lnTo>
                    <a:pt x="4549" y="787"/>
                  </a:lnTo>
                  <a:lnTo>
                    <a:pt x="1" y="787"/>
                  </a:lnTo>
                  <a:lnTo>
                    <a:pt x="1" y="2359"/>
                  </a:lnTo>
                  <a:lnTo>
                    <a:pt x="4549" y="2359"/>
                  </a:lnTo>
                  <a:lnTo>
                    <a:pt x="4549" y="3144"/>
                  </a:lnTo>
                  <a:lnTo>
                    <a:pt x="6788" y="1549"/>
                  </a:lnTo>
                  <a:lnTo>
                    <a:pt x="4549"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9" name="Google Shape;23669;p141"/>
            <p:cNvSpPr/>
            <p:nvPr/>
          </p:nvSpPr>
          <p:spPr>
            <a:xfrm>
              <a:off x="2065928" y="2172695"/>
              <a:ext cx="64084" cy="64084"/>
            </a:xfrm>
            <a:custGeom>
              <a:avLst/>
              <a:gdLst/>
              <a:ahLst/>
              <a:cxnLst/>
              <a:rect l="l" t="t" r="r" b="b"/>
              <a:pathLst>
                <a:path w="2144" h="2144" extrusionOk="0">
                  <a:moveTo>
                    <a:pt x="1072" y="1"/>
                  </a:moveTo>
                  <a:cubicBezTo>
                    <a:pt x="476" y="1"/>
                    <a:pt x="0" y="477"/>
                    <a:pt x="0" y="1072"/>
                  </a:cubicBezTo>
                  <a:cubicBezTo>
                    <a:pt x="0" y="1668"/>
                    <a:pt x="476" y="2144"/>
                    <a:pt x="1072" y="2144"/>
                  </a:cubicBezTo>
                  <a:cubicBezTo>
                    <a:pt x="1667" y="2144"/>
                    <a:pt x="2143" y="1668"/>
                    <a:pt x="2143" y="1072"/>
                  </a:cubicBezTo>
                  <a:cubicBezTo>
                    <a:pt x="2143" y="477"/>
                    <a:pt x="1667" y="1"/>
                    <a:pt x="1072"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0" name="Google Shape;23670;p141"/>
            <p:cNvSpPr/>
            <p:nvPr/>
          </p:nvSpPr>
          <p:spPr>
            <a:xfrm>
              <a:off x="2154882" y="2158467"/>
              <a:ext cx="254155" cy="92569"/>
            </a:xfrm>
            <a:custGeom>
              <a:avLst/>
              <a:gdLst/>
              <a:ahLst/>
              <a:cxnLst/>
              <a:rect l="l" t="t" r="r" b="b"/>
              <a:pathLst>
                <a:path w="8503" h="3097" extrusionOk="0">
                  <a:moveTo>
                    <a:pt x="6336" y="0"/>
                  </a:moveTo>
                  <a:lnTo>
                    <a:pt x="6336" y="786"/>
                  </a:lnTo>
                  <a:lnTo>
                    <a:pt x="1" y="786"/>
                  </a:lnTo>
                  <a:lnTo>
                    <a:pt x="1" y="2334"/>
                  </a:lnTo>
                  <a:lnTo>
                    <a:pt x="6336" y="2334"/>
                  </a:lnTo>
                  <a:lnTo>
                    <a:pt x="6336" y="3096"/>
                  </a:lnTo>
                  <a:lnTo>
                    <a:pt x="8503" y="1548"/>
                  </a:lnTo>
                  <a:lnTo>
                    <a:pt x="6336"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1" name="Google Shape;23671;p141"/>
            <p:cNvSpPr/>
            <p:nvPr/>
          </p:nvSpPr>
          <p:spPr>
            <a:xfrm>
              <a:off x="2065928" y="1986927"/>
              <a:ext cx="64084" cy="32042"/>
            </a:xfrm>
            <a:custGeom>
              <a:avLst/>
              <a:gdLst/>
              <a:ahLst/>
              <a:cxnLst/>
              <a:rect l="l" t="t" r="r" b="b"/>
              <a:pathLst>
                <a:path w="2144" h="1072" extrusionOk="0">
                  <a:moveTo>
                    <a:pt x="0" y="0"/>
                  </a:moveTo>
                  <a:cubicBezTo>
                    <a:pt x="0" y="595"/>
                    <a:pt x="476" y="1072"/>
                    <a:pt x="1072" y="1072"/>
                  </a:cubicBezTo>
                  <a:cubicBezTo>
                    <a:pt x="1667" y="1072"/>
                    <a:pt x="2143" y="595"/>
                    <a:pt x="2143"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2" name="Google Shape;23672;p141"/>
            <p:cNvSpPr/>
            <p:nvPr/>
          </p:nvSpPr>
          <p:spPr>
            <a:xfrm>
              <a:off x="2153477" y="1986927"/>
              <a:ext cx="150915" cy="47704"/>
            </a:xfrm>
            <a:custGeom>
              <a:avLst/>
              <a:gdLst/>
              <a:ahLst/>
              <a:cxnLst/>
              <a:rect l="l" t="t" r="r" b="b"/>
              <a:pathLst>
                <a:path w="5049" h="1596" extrusionOk="0">
                  <a:moveTo>
                    <a:pt x="0" y="0"/>
                  </a:moveTo>
                  <a:lnTo>
                    <a:pt x="0" y="810"/>
                  </a:lnTo>
                  <a:lnTo>
                    <a:pt x="2763" y="810"/>
                  </a:lnTo>
                  <a:lnTo>
                    <a:pt x="2763" y="1596"/>
                  </a:lnTo>
                  <a:lnTo>
                    <a:pt x="5049"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3" name="Google Shape;23673;p141"/>
            <p:cNvSpPr/>
            <p:nvPr/>
          </p:nvSpPr>
          <p:spPr>
            <a:xfrm>
              <a:off x="2119312" y="2095100"/>
              <a:ext cx="64084" cy="10013"/>
            </a:xfrm>
            <a:custGeom>
              <a:avLst/>
              <a:gdLst/>
              <a:ahLst/>
              <a:cxnLst/>
              <a:rect l="l" t="t" r="r" b="b"/>
              <a:pathLst>
                <a:path w="2144" h="335" extrusionOk="0">
                  <a:moveTo>
                    <a:pt x="0" y="1"/>
                  </a:moveTo>
                  <a:lnTo>
                    <a:pt x="0" y="334"/>
                  </a:lnTo>
                  <a:lnTo>
                    <a:pt x="2143" y="334"/>
                  </a:lnTo>
                  <a:lnTo>
                    <a:pt x="214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4" name="Google Shape;23674;p141"/>
            <p:cNvSpPr/>
            <p:nvPr/>
          </p:nvSpPr>
          <p:spPr>
            <a:xfrm>
              <a:off x="2065928" y="2095100"/>
              <a:ext cx="64084" cy="32072"/>
            </a:xfrm>
            <a:custGeom>
              <a:avLst/>
              <a:gdLst/>
              <a:ahLst/>
              <a:cxnLst/>
              <a:rect l="l" t="t" r="r" b="b"/>
              <a:pathLst>
                <a:path w="2144" h="1073" extrusionOk="0">
                  <a:moveTo>
                    <a:pt x="0" y="1"/>
                  </a:moveTo>
                  <a:cubicBezTo>
                    <a:pt x="0" y="596"/>
                    <a:pt x="476" y="1073"/>
                    <a:pt x="1072" y="1073"/>
                  </a:cubicBezTo>
                  <a:cubicBezTo>
                    <a:pt x="1667" y="1073"/>
                    <a:pt x="2143" y="596"/>
                    <a:pt x="2143"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5" name="Google Shape;23675;p141"/>
            <p:cNvSpPr/>
            <p:nvPr/>
          </p:nvSpPr>
          <p:spPr>
            <a:xfrm>
              <a:off x="2154882" y="2094703"/>
              <a:ext cx="202923" cy="46300"/>
            </a:xfrm>
            <a:custGeom>
              <a:avLst/>
              <a:gdLst/>
              <a:ahLst/>
              <a:cxnLst/>
              <a:rect l="l" t="t" r="r" b="b"/>
              <a:pathLst>
                <a:path w="6789" h="1549" extrusionOk="0">
                  <a:moveTo>
                    <a:pt x="1" y="0"/>
                  </a:moveTo>
                  <a:lnTo>
                    <a:pt x="1" y="763"/>
                  </a:lnTo>
                  <a:lnTo>
                    <a:pt x="4549" y="763"/>
                  </a:lnTo>
                  <a:lnTo>
                    <a:pt x="4549" y="1548"/>
                  </a:lnTo>
                  <a:lnTo>
                    <a:pt x="6788"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6" name="Google Shape;23676;p141"/>
            <p:cNvSpPr/>
            <p:nvPr/>
          </p:nvSpPr>
          <p:spPr>
            <a:xfrm>
              <a:off x="2065928" y="2204737"/>
              <a:ext cx="64084" cy="32042"/>
            </a:xfrm>
            <a:custGeom>
              <a:avLst/>
              <a:gdLst/>
              <a:ahLst/>
              <a:cxnLst/>
              <a:rect l="l" t="t" r="r" b="b"/>
              <a:pathLst>
                <a:path w="2144" h="1072" extrusionOk="0">
                  <a:moveTo>
                    <a:pt x="0" y="0"/>
                  </a:moveTo>
                  <a:cubicBezTo>
                    <a:pt x="0" y="596"/>
                    <a:pt x="476" y="1072"/>
                    <a:pt x="1072" y="1072"/>
                  </a:cubicBezTo>
                  <a:cubicBezTo>
                    <a:pt x="1667" y="1072"/>
                    <a:pt x="2143" y="596"/>
                    <a:pt x="2143"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7" name="Google Shape;23677;p141"/>
            <p:cNvSpPr/>
            <p:nvPr/>
          </p:nvSpPr>
          <p:spPr>
            <a:xfrm>
              <a:off x="2154882" y="2204737"/>
              <a:ext cx="254155" cy="45582"/>
            </a:xfrm>
            <a:custGeom>
              <a:avLst/>
              <a:gdLst/>
              <a:ahLst/>
              <a:cxnLst/>
              <a:rect l="l" t="t" r="r" b="b"/>
              <a:pathLst>
                <a:path w="8503" h="1525" extrusionOk="0">
                  <a:moveTo>
                    <a:pt x="1" y="0"/>
                  </a:moveTo>
                  <a:lnTo>
                    <a:pt x="1" y="786"/>
                  </a:lnTo>
                  <a:lnTo>
                    <a:pt x="6336" y="786"/>
                  </a:lnTo>
                  <a:lnTo>
                    <a:pt x="6336" y="1524"/>
                  </a:lnTo>
                  <a:lnTo>
                    <a:pt x="8503"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78" name="Google Shape;23678;p141"/>
          <p:cNvGrpSpPr/>
          <p:nvPr/>
        </p:nvGrpSpPr>
        <p:grpSpPr>
          <a:xfrm>
            <a:off x="2588805" y="1784796"/>
            <a:ext cx="308973" cy="344544"/>
            <a:chOff x="2764952" y="1922842"/>
            <a:chExt cx="308973" cy="344544"/>
          </a:xfrm>
        </p:grpSpPr>
        <p:sp>
          <p:nvSpPr>
            <p:cNvPr id="23679" name="Google Shape;23679;p141"/>
            <p:cNvSpPr/>
            <p:nvPr/>
          </p:nvSpPr>
          <p:spPr>
            <a:xfrm>
              <a:off x="2883825" y="1922842"/>
              <a:ext cx="69793" cy="90447"/>
            </a:xfrm>
            <a:custGeom>
              <a:avLst/>
              <a:gdLst/>
              <a:ahLst/>
              <a:cxnLst/>
              <a:rect l="l" t="t" r="r" b="b"/>
              <a:pathLst>
                <a:path w="2335" h="3026" extrusionOk="0">
                  <a:moveTo>
                    <a:pt x="1168" y="1"/>
                  </a:moveTo>
                  <a:lnTo>
                    <a:pt x="1" y="2597"/>
                  </a:lnTo>
                  <a:lnTo>
                    <a:pt x="1168" y="3025"/>
                  </a:lnTo>
                  <a:lnTo>
                    <a:pt x="2335" y="2597"/>
                  </a:lnTo>
                  <a:lnTo>
                    <a:pt x="1168"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0" name="Google Shape;23680;p141"/>
            <p:cNvSpPr/>
            <p:nvPr/>
          </p:nvSpPr>
          <p:spPr>
            <a:xfrm>
              <a:off x="2918707" y="1922842"/>
              <a:ext cx="34912" cy="90447"/>
            </a:xfrm>
            <a:custGeom>
              <a:avLst/>
              <a:gdLst/>
              <a:ahLst/>
              <a:cxnLst/>
              <a:rect l="l" t="t" r="r" b="b"/>
              <a:pathLst>
                <a:path w="1168" h="3026" extrusionOk="0">
                  <a:moveTo>
                    <a:pt x="1" y="1"/>
                  </a:moveTo>
                  <a:lnTo>
                    <a:pt x="1" y="3025"/>
                  </a:lnTo>
                  <a:lnTo>
                    <a:pt x="1168" y="2597"/>
                  </a:lnTo>
                  <a:lnTo>
                    <a:pt x="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1" name="Google Shape;23681;p141"/>
            <p:cNvSpPr/>
            <p:nvPr/>
          </p:nvSpPr>
          <p:spPr>
            <a:xfrm>
              <a:off x="2852500" y="2000437"/>
              <a:ext cx="132443" cy="82616"/>
            </a:xfrm>
            <a:custGeom>
              <a:avLst/>
              <a:gdLst/>
              <a:ahLst/>
              <a:cxnLst/>
              <a:rect l="l" t="t" r="r" b="b"/>
              <a:pathLst>
                <a:path w="4431" h="2764" extrusionOk="0">
                  <a:moveTo>
                    <a:pt x="1049" y="1"/>
                  </a:moveTo>
                  <a:lnTo>
                    <a:pt x="1" y="2311"/>
                  </a:lnTo>
                  <a:lnTo>
                    <a:pt x="2216" y="2763"/>
                  </a:lnTo>
                  <a:lnTo>
                    <a:pt x="4430" y="2311"/>
                  </a:lnTo>
                  <a:lnTo>
                    <a:pt x="338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2" name="Google Shape;23682;p141"/>
            <p:cNvSpPr/>
            <p:nvPr/>
          </p:nvSpPr>
          <p:spPr>
            <a:xfrm>
              <a:off x="2918707" y="2000437"/>
              <a:ext cx="66236" cy="82616"/>
            </a:xfrm>
            <a:custGeom>
              <a:avLst/>
              <a:gdLst/>
              <a:ahLst/>
              <a:cxnLst/>
              <a:rect l="l" t="t" r="r" b="b"/>
              <a:pathLst>
                <a:path w="2216" h="2764" extrusionOk="0">
                  <a:moveTo>
                    <a:pt x="1" y="1"/>
                  </a:moveTo>
                  <a:lnTo>
                    <a:pt x="1" y="2763"/>
                  </a:lnTo>
                  <a:lnTo>
                    <a:pt x="2215" y="2311"/>
                  </a:lnTo>
                  <a:lnTo>
                    <a:pt x="1168"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3" name="Google Shape;23683;p141"/>
            <p:cNvSpPr/>
            <p:nvPr/>
          </p:nvSpPr>
          <p:spPr>
            <a:xfrm>
              <a:off x="2821892" y="2069484"/>
              <a:ext cx="193657" cy="82616"/>
            </a:xfrm>
            <a:custGeom>
              <a:avLst/>
              <a:gdLst/>
              <a:ahLst/>
              <a:cxnLst/>
              <a:rect l="l" t="t" r="r" b="b"/>
              <a:pathLst>
                <a:path w="6479" h="2764" extrusionOk="0">
                  <a:moveTo>
                    <a:pt x="1025" y="1"/>
                  </a:moveTo>
                  <a:lnTo>
                    <a:pt x="1" y="2334"/>
                  </a:lnTo>
                  <a:lnTo>
                    <a:pt x="3240" y="2763"/>
                  </a:lnTo>
                  <a:lnTo>
                    <a:pt x="6478" y="2334"/>
                  </a:lnTo>
                  <a:lnTo>
                    <a:pt x="5431"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4" name="Google Shape;23684;p141"/>
            <p:cNvSpPr/>
            <p:nvPr/>
          </p:nvSpPr>
          <p:spPr>
            <a:xfrm>
              <a:off x="2918707" y="2069484"/>
              <a:ext cx="96844" cy="82616"/>
            </a:xfrm>
            <a:custGeom>
              <a:avLst/>
              <a:gdLst/>
              <a:ahLst/>
              <a:cxnLst/>
              <a:rect l="l" t="t" r="r" b="b"/>
              <a:pathLst>
                <a:path w="3240" h="2764" extrusionOk="0">
                  <a:moveTo>
                    <a:pt x="1" y="1"/>
                  </a:moveTo>
                  <a:lnTo>
                    <a:pt x="1" y="2763"/>
                  </a:lnTo>
                  <a:lnTo>
                    <a:pt x="3239" y="2334"/>
                  </a:lnTo>
                  <a:lnTo>
                    <a:pt x="2215"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5" name="Google Shape;23685;p141"/>
            <p:cNvSpPr/>
            <p:nvPr/>
          </p:nvSpPr>
          <p:spPr>
            <a:xfrm>
              <a:off x="2790597" y="2139248"/>
              <a:ext cx="256277" cy="82586"/>
            </a:xfrm>
            <a:custGeom>
              <a:avLst/>
              <a:gdLst/>
              <a:ahLst/>
              <a:cxnLst/>
              <a:rect l="l" t="t" r="r" b="b"/>
              <a:pathLst>
                <a:path w="8574" h="2763" extrusionOk="0">
                  <a:moveTo>
                    <a:pt x="1048" y="0"/>
                  </a:moveTo>
                  <a:lnTo>
                    <a:pt x="0" y="2310"/>
                  </a:lnTo>
                  <a:lnTo>
                    <a:pt x="4287" y="2763"/>
                  </a:lnTo>
                  <a:lnTo>
                    <a:pt x="8573" y="2310"/>
                  </a:lnTo>
                  <a:lnTo>
                    <a:pt x="7525"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6" name="Google Shape;23686;p141"/>
            <p:cNvSpPr/>
            <p:nvPr/>
          </p:nvSpPr>
          <p:spPr>
            <a:xfrm>
              <a:off x="2918707" y="2139248"/>
              <a:ext cx="128168" cy="82586"/>
            </a:xfrm>
            <a:custGeom>
              <a:avLst/>
              <a:gdLst/>
              <a:ahLst/>
              <a:cxnLst/>
              <a:rect l="l" t="t" r="r" b="b"/>
              <a:pathLst>
                <a:path w="4288" h="2763" extrusionOk="0">
                  <a:moveTo>
                    <a:pt x="1" y="0"/>
                  </a:moveTo>
                  <a:lnTo>
                    <a:pt x="1" y="2763"/>
                  </a:lnTo>
                  <a:lnTo>
                    <a:pt x="4287" y="2310"/>
                  </a:lnTo>
                  <a:lnTo>
                    <a:pt x="3239"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7" name="Google Shape;23687;p141"/>
            <p:cNvSpPr/>
            <p:nvPr/>
          </p:nvSpPr>
          <p:spPr>
            <a:xfrm>
              <a:off x="2764952" y="2208294"/>
              <a:ext cx="308973" cy="59093"/>
            </a:xfrm>
            <a:custGeom>
              <a:avLst/>
              <a:gdLst/>
              <a:ahLst/>
              <a:cxnLst/>
              <a:rect l="l" t="t" r="r" b="b"/>
              <a:pathLst>
                <a:path w="10337" h="1977" extrusionOk="0">
                  <a:moveTo>
                    <a:pt x="882" y="0"/>
                  </a:moveTo>
                  <a:lnTo>
                    <a:pt x="1" y="1977"/>
                  </a:lnTo>
                  <a:lnTo>
                    <a:pt x="10336" y="1977"/>
                  </a:lnTo>
                  <a:lnTo>
                    <a:pt x="9455"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8" name="Google Shape;23688;p141"/>
            <p:cNvSpPr/>
            <p:nvPr/>
          </p:nvSpPr>
          <p:spPr>
            <a:xfrm>
              <a:off x="2918707" y="2208294"/>
              <a:ext cx="153784" cy="59093"/>
            </a:xfrm>
            <a:custGeom>
              <a:avLst/>
              <a:gdLst/>
              <a:ahLst/>
              <a:cxnLst/>
              <a:rect l="l" t="t" r="r" b="b"/>
              <a:pathLst>
                <a:path w="5145" h="1977" extrusionOk="0">
                  <a:moveTo>
                    <a:pt x="1" y="0"/>
                  </a:moveTo>
                  <a:lnTo>
                    <a:pt x="1" y="1977"/>
                  </a:lnTo>
                  <a:lnTo>
                    <a:pt x="5145" y="1977"/>
                  </a:lnTo>
                  <a:lnTo>
                    <a:pt x="428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89" name="Google Shape;23689;p141"/>
          <p:cNvGrpSpPr/>
          <p:nvPr/>
        </p:nvGrpSpPr>
        <p:grpSpPr>
          <a:xfrm>
            <a:off x="3274565" y="1784796"/>
            <a:ext cx="343826" cy="344544"/>
            <a:chOff x="3379296" y="1922842"/>
            <a:chExt cx="343826" cy="344544"/>
          </a:xfrm>
        </p:grpSpPr>
        <p:sp>
          <p:nvSpPr>
            <p:cNvPr id="23690" name="Google Shape;23690;p141"/>
            <p:cNvSpPr/>
            <p:nvPr/>
          </p:nvSpPr>
          <p:spPr>
            <a:xfrm>
              <a:off x="3540165" y="1984058"/>
              <a:ext cx="20684" cy="55566"/>
            </a:xfrm>
            <a:custGeom>
              <a:avLst/>
              <a:gdLst/>
              <a:ahLst/>
              <a:cxnLst/>
              <a:rect l="l" t="t" r="r" b="b"/>
              <a:pathLst>
                <a:path w="692" h="1859" extrusionOk="0">
                  <a:moveTo>
                    <a:pt x="1" y="1"/>
                  </a:moveTo>
                  <a:lnTo>
                    <a:pt x="1" y="1858"/>
                  </a:lnTo>
                  <a:lnTo>
                    <a:pt x="691" y="1858"/>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1" name="Google Shape;23691;p141"/>
            <p:cNvSpPr/>
            <p:nvPr/>
          </p:nvSpPr>
          <p:spPr>
            <a:xfrm>
              <a:off x="3478232" y="2023931"/>
              <a:ext cx="145236" cy="53413"/>
            </a:xfrm>
            <a:custGeom>
              <a:avLst/>
              <a:gdLst/>
              <a:ahLst/>
              <a:cxnLst/>
              <a:rect l="l" t="t" r="r" b="b"/>
              <a:pathLst>
                <a:path w="4859" h="1787" extrusionOk="0">
                  <a:moveTo>
                    <a:pt x="1" y="0"/>
                  </a:moveTo>
                  <a:lnTo>
                    <a:pt x="1" y="1787"/>
                  </a:lnTo>
                  <a:lnTo>
                    <a:pt x="4859" y="1787"/>
                  </a:lnTo>
                  <a:lnTo>
                    <a:pt x="4859"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2" name="Google Shape;23692;p141"/>
            <p:cNvSpPr/>
            <p:nvPr/>
          </p:nvSpPr>
          <p:spPr>
            <a:xfrm>
              <a:off x="3550836" y="1984058"/>
              <a:ext cx="10013" cy="55566"/>
            </a:xfrm>
            <a:custGeom>
              <a:avLst/>
              <a:gdLst/>
              <a:ahLst/>
              <a:cxnLst/>
              <a:rect l="l" t="t" r="r" b="b"/>
              <a:pathLst>
                <a:path w="335" h="1859" extrusionOk="0">
                  <a:moveTo>
                    <a:pt x="1" y="1"/>
                  </a:moveTo>
                  <a:lnTo>
                    <a:pt x="1" y="1858"/>
                  </a:lnTo>
                  <a:lnTo>
                    <a:pt x="334" y="1858"/>
                  </a:lnTo>
                  <a:lnTo>
                    <a:pt x="33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3" name="Google Shape;23693;p141"/>
            <p:cNvSpPr/>
            <p:nvPr/>
          </p:nvSpPr>
          <p:spPr>
            <a:xfrm>
              <a:off x="3550836" y="2023931"/>
              <a:ext cx="73350" cy="53413"/>
            </a:xfrm>
            <a:custGeom>
              <a:avLst/>
              <a:gdLst/>
              <a:ahLst/>
              <a:cxnLst/>
              <a:rect l="l" t="t" r="r" b="b"/>
              <a:pathLst>
                <a:path w="2454" h="1787" extrusionOk="0">
                  <a:moveTo>
                    <a:pt x="1" y="0"/>
                  </a:moveTo>
                  <a:lnTo>
                    <a:pt x="1" y="1787"/>
                  </a:lnTo>
                  <a:lnTo>
                    <a:pt x="2454" y="1787"/>
                  </a:lnTo>
                  <a:lnTo>
                    <a:pt x="2454"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4" name="Google Shape;23694;p141"/>
            <p:cNvSpPr/>
            <p:nvPr/>
          </p:nvSpPr>
          <p:spPr>
            <a:xfrm>
              <a:off x="3540165" y="1922842"/>
              <a:ext cx="104675" cy="63397"/>
            </a:xfrm>
            <a:custGeom>
              <a:avLst/>
              <a:gdLst/>
              <a:ahLst/>
              <a:cxnLst/>
              <a:rect l="l" t="t" r="r" b="b"/>
              <a:pathLst>
                <a:path w="3502" h="2121" extrusionOk="0">
                  <a:moveTo>
                    <a:pt x="1" y="1"/>
                  </a:moveTo>
                  <a:lnTo>
                    <a:pt x="1" y="2120"/>
                  </a:lnTo>
                  <a:lnTo>
                    <a:pt x="3501" y="2120"/>
                  </a:lnTo>
                  <a:lnTo>
                    <a:pt x="3501"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5" name="Google Shape;23695;p141"/>
            <p:cNvSpPr/>
            <p:nvPr/>
          </p:nvSpPr>
          <p:spPr>
            <a:xfrm>
              <a:off x="3452616" y="2073041"/>
              <a:ext cx="196497" cy="52009"/>
            </a:xfrm>
            <a:custGeom>
              <a:avLst/>
              <a:gdLst/>
              <a:ahLst/>
              <a:cxnLst/>
              <a:rect l="l" t="t" r="r" b="b"/>
              <a:pathLst>
                <a:path w="6574" h="1740" extrusionOk="0">
                  <a:moveTo>
                    <a:pt x="0" y="1"/>
                  </a:moveTo>
                  <a:lnTo>
                    <a:pt x="0" y="1739"/>
                  </a:lnTo>
                  <a:lnTo>
                    <a:pt x="6573" y="1739"/>
                  </a:lnTo>
                  <a:lnTo>
                    <a:pt x="657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6" name="Google Shape;23696;p141"/>
            <p:cNvSpPr/>
            <p:nvPr/>
          </p:nvSpPr>
          <p:spPr>
            <a:xfrm>
              <a:off x="3550836" y="2073041"/>
              <a:ext cx="98966" cy="52009"/>
            </a:xfrm>
            <a:custGeom>
              <a:avLst/>
              <a:gdLst/>
              <a:ahLst/>
              <a:cxnLst/>
              <a:rect l="l" t="t" r="r" b="b"/>
              <a:pathLst>
                <a:path w="3311" h="1740" extrusionOk="0">
                  <a:moveTo>
                    <a:pt x="1" y="1"/>
                  </a:moveTo>
                  <a:lnTo>
                    <a:pt x="1" y="1739"/>
                  </a:lnTo>
                  <a:lnTo>
                    <a:pt x="3311" y="1739"/>
                  </a:lnTo>
                  <a:lnTo>
                    <a:pt x="331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7" name="Google Shape;23697;p141"/>
            <p:cNvSpPr/>
            <p:nvPr/>
          </p:nvSpPr>
          <p:spPr>
            <a:xfrm>
              <a:off x="3427000" y="2121433"/>
              <a:ext cx="247011" cy="52009"/>
            </a:xfrm>
            <a:custGeom>
              <a:avLst/>
              <a:gdLst/>
              <a:ahLst/>
              <a:cxnLst/>
              <a:rect l="l" t="t" r="r" b="b"/>
              <a:pathLst>
                <a:path w="8264" h="1740" extrusionOk="0">
                  <a:moveTo>
                    <a:pt x="0" y="1"/>
                  </a:moveTo>
                  <a:lnTo>
                    <a:pt x="0" y="1739"/>
                  </a:lnTo>
                  <a:lnTo>
                    <a:pt x="8264" y="1739"/>
                  </a:lnTo>
                  <a:lnTo>
                    <a:pt x="8264"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8" name="Google Shape;23698;p141"/>
            <p:cNvSpPr/>
            <p:nvPr/>
          </p:nvSpPr>
          <p:spPr>
            <a:xfrm>
              <a:off x="3550118" y="2121433"/>
              <a:ext cx="123894" cy="52009"/>
            </a:xfrm>
            <a:custGeom>
              <a:avLst/>
              <a:gdLst/>
              <a:ahLst/>
              <a:cxnLst/>
              <a:rect l="l" t="t" r="r" b="b"/>
              <a:pathLst>
                <a:path w="4145" h="1740" extrusionOk="0">
                  <a:moveTo>
                    <a:pt x="1" y="1"/>
                  </a:moveTo>
                  <a:lnTo>
                    <a:pt x="1" y="1739"/>
                  </a:lnTo>
                  <a:lnTo>
                    <a:pt x="4145" y="1739"/>
                  </a:lnTo>
                  <a:lnTo>
                    <a:pt x="4145"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9" name="Google Shape;23699;p141"/>
            <p:cNvSpPr/>
            <p:nvPr/>
          </p:nvSpPr>
          <p:spPr>
            <a:xfrm>
              <a:off x="3404224" y="2169855"/>
              <a:ext cx="292563" cy="52696"/>
            </a:xfrm>
            <a:custGeom>
              <a:avLst/>
              <a:gdLst/>
              <a:ahLst/>
              <a:cxnLst/>
              <a:rect l="l" t="t" r="r" b="b"/>
              <a:pathLst>
                <a:path w="9788" h="1763" extrusionOk="0">
                  <a:moveTo>
                    <a:pt x="0" y="0"/>
                  </a:moveTo>
                  <a:lnTo>
                    <a:pt x="0" y="1763"/>
                  </a:lnTo>
                  <a:lnTo>
                    <a:pt x="9788" y="1763"/>
                  </a:lnTo>
                  <a:lnTo>
                    <a:pt x="9788"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0" name="Google Shape;23700;p141"/>
            <p:cNvSpPr/>
            <p:nvPr/>
          </p:nvSpPr>
          <p:spPr>
            <a:xfrm>
              <a:off x="3550836" y="2169855"/>
              <a:ext cx="147388" cy="52696"/>
            </a:xfrm>
            <a:custGeom>
              <a:avLst/>
              <a:gdLst/>
              <a:ahLst/>
              <a:cxnLst/>
              <a:rect l="l" t="t" r="r" b="b"/>
              <a:pathLst>
                <a:path w="4931" h="1763" extrusionOk="0">
                  <a:moveTo>
                    <a:pt x="1" y="0"/>
                  </a:moveTo>
                  <a:lnTo>
                    <a:pt x="1" y="1763"/>
                  </a:lnTo>
                  <a:lnTo>
                    <a:pt x="4930" y="1763"/>
                  </a:lnTo>
                  <a:lnTo>
                    <a:pt x="4930"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1" name="Google Shape;23701;p141"/>
            <p:cNvSpPr/>
            <p:nvPr/>
          </p:nvSpPr>
          <p:spPr>
            <a:xfrm>
              <a:off x="3379296" y="2218965"/>
              <a:ext cx="343825" cy="48422"/>
            </a:xfrm>
            <a:custGeom>
              <a:avLst/>
              <a:gdLst/>
              <a:ahLst/>
              <a:cxnLst/>
              <a:rect l="l" t="t" r="r" b="b"/>
              <a:pathLst>
                <a:path w="11503" h="1620" extrusionOk="0">
                  <a:moveTo>
                    <a:pt x="1" y="1"/>
                  </a:moveTo>
                  <a:lnTo>
                    <a:pt x="1" y="1620"/>
                  </a:lnTo>
                  <a:lnTo>
                    <a:pt x="11503" y="1620"/>
                  </a:lnTo>
                  <a:lnTo>
                    <a:pt x="115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2" name="Google Shape;23702;p141"/>
            <p:cNvSpPr/>
            <p:nvPr/>
          </p:nvSpPr>
          <p:spPr>
            <a:xfrm>
              <a:off x="3550836" y="2218965"/>
              <a:ext cx="172286" cy="48422"/>
            </a:xfrm>
            <a:custGeom>
              <a:avLst/>
              <a:gdLst/>
              <a:ahLst/>
              <a:cxnLst/>
              <a:rect l="l" t="t" r="r" b="b"/>
              <a:pathLst>
                <a:path w="5764" h="1620" extrusionOk="0">
                  <a:moveTo>
                    <a:pt x="1" y="1"/>
                  </a:moveTo>
                  <a:lnTo>
                    <a:pt x="1" y="1620"/>
                  </a:lnTo>
                  <a:lnTo>
                    <a:pt x="5764" y="1620"/>
                  </a:lnTo>
                  <a:lnTo>
                    <a:pt x="5764"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03" name="Google Shape;23703;p141"/>
          <p:cNvGrpSpPr/>
          <p:nvPr/>
        </p:nvGrpSpPr>
        <p:grpSpPr>
          <a:xfrm>
            <a:off x="4038814" y="1784079"/>
            <a:ext cx="343826" cy="345261"/>
            <a:chOff x="4076914" y="1922125"/>
            <a:chExt cx="343826" cy="345261"/>
          </a:xfrm>
        </p:grpSpPr>
        <p:sp>
          <p:nvSpPr>
            <p:cNvPr id="23704" name="Google Shape;23704;p141"/>
            <p:cNvSpPr/>
            <p:nvPr/>
          </p:nvSpPr>
          <p:spPr>
            <a:xfrm>
              <a:off x="4076914" y="1922125"/>
              <a:ext cx="181552" cy="179430"/>
            </a:xfrm>
            <a:custGeom>
              <a:avLst/>
              <a:gdLst/>
              <a:ahLst/>
              <a:cxnLst/>
              <a:rect l="l" t="t" r="r" b="b"/>
              <a:pathLst>
                <a:path w="6074" h="6003" extrusionOk="0">
                  <a:moveTo>
                    <a:pt x="1" y="1"/>
                  </a:moveTo>
                  <a:lnTo>
                    <a:pt x="1" y="1858"/>
                  </a:lnTo>
                  <a:cubicBezTo>
                    <a:pt x="1" y="4049"/>
                    <a:pt x="1739" y="5764"/>
                    <a:pt x="3882" y="5764"/>
                  </a:cubicBezTo>
                  <a:lnTo>
                    <a:pt x="4335" y="5764"/>
                  </a:lnTo>
                  <a:lnTo>
                    <a:pt x="5121" y="6002"/>
                  </a:lnTo>
                  <a:lnTo>
                    <a:pt x="5764" y="5764"/>
                  </a:lnTo>
                  <a:lnTo>
                    <a:pt x="6073" y="5026"/>
                  </a:lnTo>
                  <a:lnTo>
                    <a:pt x="5764" y="4335"/>
                  </a:lnTo>
                  <a:lnTo>
                    <a:pt x="5764" y="3883"/>
                  </a:lnTo>
                  <a:cubicBezTo>
                    <a:pt x="5764" y="1716"/>
                    <a:pt x="4001" y="1"/>
                    <a:pt x="1858" y="1"/>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5" name="Google Shape;23705;p141"/>
            <p:cNvSpPr/>
            <p:nvPr/>
          </p:nvSpPr>
          <p:spPr>
            <a:xfrm>
              <a:off x="4235661" y="2085864"/>
              <a:ext cx="185079" cy="181522"/>
            </a:xfrm>
            <a:custGeom>
              <a:avLst/>
              <a:gdLst/>
              <a:ahLst/>
              <a:cxnLst/>
              <a:rect l="l" t="t" r="r" b="b"/>
              <a:pathLst>
                <a:path w="6192" h="6073" extrusionOk="0">
                  <a:moveTo>
                    <a:pt x="1167" y="0"/>
                  </a:moveTo>
                  <a:lnTo>
                    <a:pt x="429" y="286"/>
                  </a:lnTo>
                  <a:lnTo>
                    <a:pt x="0" y="1000"/>
                  </a:lnTo>
                  <a:lnTo>
                    <a:pt x="429" y="1691"/>
                  </a:lnTo>
                  <a:lnTo>
                    <a:pt x="429" y="2167"/>
                  </a:lnTo>
                  <a:cubicBezTo>
                    <a:pt x="429" y="4334"/>
                    <a:pt x="2191" y="6073"/>
                    <a:pt x="4334" y="6073"/>
                  </a:cubicBezTo>
                  <a:lnTo>
                    <a:pt x="6192" y="6073"/>
                  </a:lnTo>
                  <a:lnTo>
                    <a:pt x="6192" y="4192"/>
                  </a:lnTo>
                  <a:cubicBezTo>
                    <a:pt x="6192" y="2048"/>
                    <a:pt x="4454" y="286"/>
                    <a:pt x="2310" y="286"/>
                  </a:cubicBezTo>
                  <a:lnTo>
                    <a:pt x="1834" y="286"/>
                  </a:lnTo>
                  <a:lnTo>
                    <a:pt x="1167"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6" name="Google Shape;23706;p141"/>
            <p:cNvSpPr/>
            <p:nvPr/>
          </p:nvSpPr>
          <p:spPr>
            <a:xfrm>
              <a:off x="4249171" y="2086581"/>
              <a:ext cx="171569" cy="180805"/>
            </a:xfrm>
            <a:custGeom>
              <a:avLst/>
              <a:gdLst/>
              <a:ahLst/>
              <a:cxnLst/>
              <a:rect l="l" t="t" r="r" b="b"/>
              <a:pathLst>
                <a:path w="5740" h="6049" extrusionOk="0">
                  <a:moveTo>
                    <a:pt x="739" y="0"/>
                  </a:moveTo>
                  <a:lnTo>
                    <a:pt x="1" y="286"/>
                  </a:lnTo>
                  <a:lnTo>
                    <a:pt x="5740" y="6049"/>
                  </a:lnTo>
                  <a:lnTo>
                    <a:pt x="5740" y="4168"/>
                  </a:lnTo>
                  <a:cubicBezTo>
                    <a:pt x="5740" y="2039"/>
                    <a:pt x="4025" y="286"/>
                    <a:pt x="1924" y="286"/>
                  </a:cubicBezTo>
                  <a:cubicBezTo>
                    <a:pt x="1910" y="286"/>
                    <a:pt x="1896" y="286"/>
                    <a:pt x="1882" y="286"/>
                  </a:cubicBezTo>
                  <a:lnTo>
                    <a:pt x="1406" y="286"/>
                  </a:lnTo>
                  <a:lnTo>
                    <a:pt x="739"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7" name="Google Shape;23707;p141"/>
            <p:cNvSpPr/>
            <p:nvPr/>
          </p:nvSpPr>
          <p:spPr>
            <a:xfrm>
              <a:off x="4077631" y="1922842"/>
              <a:ext cx="180835" cy="171598"/>
            </a:xfrm>
            <a:custGeom>
              <a:avLst/>
              <a:gdLst/>
              <a:ahLst/>
              <a:cxnLst/>
              <a:rect l="l" t="t" r="r" b="b"/>
              <a:pathLst>
                <a:path w="6050" h="5741" extrusionOk="0">
                  <a:moveTo>
                    <a:pt x="0" y="1"/>
                  </a:moveTo>
                  <a:lnTo>
                    <a:pt x="5740" y="5740"/>
                  </a:lnTo>
                  <a:lnTo>
                    <a:pt x="6049" y="5002"/>
                  </a:lnTo>
                  <a:lnTo>
                    <a:pt x="5763" y="4335"/>
                  </a:lnTo>
                  <a:lnTo>
                    <a:pt x="5763" y="3906"/>
                  </a:lnTo>
                  <a:cubicBezTo>
                    <a:pt x="5763" y="1715"/>
                    <a:pt x="4025" y="1"/>
                    <a:pt x="1882"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8" name="Google Shape;23708;p141"/>
            <p:cNvSpPr/>
            <p:nvPr/>
          </p:nvSpPr>
          <p:spPr>
            <a:xfrm>
              <a:off x="4248454" y="1961281"/>
              <a:ext cx="134565" cy="133847"/>
            </a:xfrm>
            <a:custGeom>
              <a:avLst/>
              <a:gdLst/>
              <a:ahLst/>
              <a:cxnLst/>
              <a:rect l="l" t="t" r="r" b="b"/>
              <a:pathLst>
                <a:path w="4502" h="4478" extrusionOk="0">
                  <a:moveTo>
                    <a:pt x="3097" y="1"/>
                  </a:moveTo>
                  <a:cubicBezTo>
                    <a:pt x="1358" y="1"/>
                    <a:pt x="1" y="1382"/>
                    <a:pt x="1" y="3097"/>
                  </a:cubicBezTo>
                  <a:lnTo>
                    <a:pt x="1" y="4478"/>
                  </a:lnTo>
                  <a:lnTo>
                    <a:pt x="1406" y="4478"/>
                  </a:lnTo>
                  <a:cubicBezTo>
                    <a:pt x="3121" y="4478"/>
                    <a:pt x="4502" y="3097"/>
                    <a:pt x="4502" y="1382"/>
                  </a:cubicBezTo>
                  <a:lnTo>
                    <a:pt x="4502"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9" name="Google Shape;23709;p141"/>
            <p:cNvSpPr/>
            <p:nvPr/>
          </p:nvSpPr>
          <p:spPr>
            <a:xfrm>
              <a:off x="4114635" y="2094412"/>
              <a:ext cx="134565" cy="134535"/>
            </a:xfrm>
            <a:custGeom>
              <a:avLst/>
              <a:gdLst/>
              <a:ahLst/>
              <a:cxnLst/>
              <a:rect l="l" t="t" r="r" b="b"/>
              <a:pathLst>
                <a:path w="4502" h="4501" extrusionOk="0">
                  <a:moveTo>
                    <a:pt x="3097" y="0"/>
                  </a:moveTo>
                  <a:cubicBezTo>
                    <a:pt x="1382" y="0"/>
                    <a:pt x="1" y="1405"/>
                    <a:pt x="1" y="3096"/>
                  </a:cubicBezTo>
                  <a:lnTo>
                    <a:pt x="1" y="4501"/>
                  </a:lnTo>
                  <a:lnTo>
                    <a:pt x="1406" y="4501"/>
                  </a:lnTo>
                  <a:cubicBezTo>
                    <a:pt x="3144" y="4501"/>
                    <a:pt x="4502" y="3096"/>
                    <a:pt x="4502" y="1405"/>
                  </a:cubicBezTo>
                  <a:lnTo>
                    <a:pt x="4502"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0" name="Google Shape;23710;p141"/>
            <p:cNvSpPr/>
            <p:nvPr/>
          </p:nvSpPr>
          <p:spPr>
            <a:xfrm>
              <a:off x="4139564" y="1979096"/>
              <a:ext cx="52696" cy="19937"/>
            </a:xfrm>
            <a:custGeom>
              <a:avLst/>
              <a:gdLst/>
              <a:ahLst/>
              <a:cxnLst/>
              <a:rect l="l" t="t" r="r" b="b"/>
              <a:pathLst>
                <a:path w="1763" h="667" extrusionOk="0">
                  <a:moveTo>
                    <a:pt x="0" y="0"/>
                  </a:moveTo>
                  <a:lnTo>
                    <a:pt x="0" y="667"/>
                  </a:lnTo>
                  <a:lnTo>
                    <a:pt x="1763" y="667"/>
                  </a:lnTo>
                  <a:lnTo>
                    <a:pt x="1763"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1" name="Google Shape;23711;p141"/>
            <p:cNvSpPr/>
            <p:nvPr/>
          </p:nvSpPr>
          <p:spPr>
            <a:xfrm>
              <a:off x="4139564" y="2021779"/>
              <a:ext cx="52696" cy="19967"/>
            </a:xfrm>
            <a:custGeom>
              <a:avLst/>
              <a:gdLst/>
              <a:ahLst/>
              <a:cxnLst/>
              <a:rect l="l" t="t" r="r" b="b"/>
              <a:pathLst>
                <a:path w="1763" h="668" extrusionOk="0">
                  <a:moveTo>
                    <a:pt x="0" y="1"/>
                  </a:moveTo>
                  <a:lnTo>
                    <a:pt x="0" y="668"/>
                  </a:lnTo>
                  <a:lnTo>
                    <a:pt x="1763" y="668"/>
                  </a:lnTo>
                  <a:lnTo>
                    <a:pt x="1763"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2" name="Google Shape;23712;p141"/>
            <p:cNvSpPr/>
            <p:nvPr/>
          </p:nvSpPr>
          <p:spPr>
            <a:xfrm>
              <a:off x="4304707" y="2147079"/>
              <a:ext cx="51979" cy="20654"/>
            </a:xfrm>
            <a:custGeom>
              <a:avLst/>
              <a:gdLst/>
              <a:ahLst/>
              <a:cxnLst/>
              <a:rect l="l" t="t" r="r" b="b"/>
              <a:pathLst>
                <a:path w="1739" h="691" extrusionOk="0">
                  <a:moveTo>
                    <a:pt x="0" y="0"/>
                  </a:moveTo>
                  <a:lnTo>
                    <a:pt x="0" y="691"/>
                  </a:lnTo>
                  <a:lnTo>
                    <a:pt x="1739" y="691"/>
                  </a:lnTo>
                  <a:lnTo>
                    <a:pt x="1739"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3" name="Google Shape;23713;p141"/>
            <p:cNvSpPr/>
            <p:nvPr/>
          </p:nvSpPr>
          <p:spPr>
            <a:xfrm>
              <a:off x="4304707" y="2190480"/>
              <a:ext cx="51979" cy="20684"/>
            </a:xfrm>
            <a:custGeom>
              <a:avLst/>
              <a:gdLst/>
              <a:ahLst/>
              <a:cxnLst/>
              <a:rect l="l" t="t" r="r" b="b"/>
              <a:pathLst>
                <a:path w="1739" h="692" extrusionOk="0">
                  <a:moveTo>
                    <a:pt x="0" y="1"/>
                  </a:moveTo>
                  <a:lnTo>
                    <a:pt x="0" y="692"/>
                  </a:lnTo>
                  <a:lnTo>
                    <a:pt x="1739" y="692"/>
                  </a:lnTo>
                  <a:lnTo>
                    <a:pt x="1739"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4" name="Google Shape;23714;p141"/>
            <p:cNvSpPr/>
            <p:nvPr/>
          </p:nvSpPr>
          <p:spPr>
            <a:xfrm>
              <a:off x="4114635" y="2094412"/>
              <a:ext cx="134565" cy="134535"/>
            </a:xfrm>
            <a:custGeom>
              <a:avLst/>
              <a:gdLst/>
              <a:ahLst/>
              <a:cxnLst/>
              <a:rect l="l" t="t" r="r" b="b"/>
              <a:pathLst>
                <a:path w="4502" h="4501" extrusionOk="0">
                  <a:moveTo>
                    <a:pt x="4502" y="0"/>
                  </a:moveTo>
                  <a:lnTo>
                    <a:pt x="1" y="4501"/>
                  </a:lnTo>
                  <a:lnTo>
                    <a:pt x="1406" y="4501"/>
                  </a:lnTo>
                  <a:cubicBezTo>
                    <a:pt x="3144" y="4501"/>
                    <a:pt x="4502" y="3096"/>
                    <a:pt x="4502" y="1405"/>
                  </a:cubicBezTo>
                  <a:lnTo>
                    <a:pt x="450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5" name="Google Shape;23715;p141"/>
            <p:cNvSpPr/>
            <p:nvPr/>
          </p:nvSpPr>
          <p:spPr>
            <a:xfrm>
              <a:off x="4248454" y="1961281"/>
              <a:ext cx="134565" cy="133847"/>
            </a:xfrm>
            <a:custGeom>
              <a:avLst/>
              <a:gdLst/>
              <a:ahLst/>
              <a:cxnLst/>
              <a:rect l="l" t="t" r="r" b="b"/>
              <a:pathLst>
                <a:path w="4502" h="4478" extrusionOk="0">
                  <a:moveTo>
                    <a:pt x="4502" y="1"/>
                  </a:moveTo>
                  <a:lnTo>
                    <a:pt x="1" y="4478"/>
                  </a:lnTo>
                  <a:lnTo>
                    <a:pt x="1406" y="4478"/>
                  </a:lnTo>
                  <a:cubicBezTo>
                    <a:pt x="3121" y="4478"/>
                    <a:pt x="4502" y="3097"/>
                    <a:pt x="4502" y="1382"/>
                  </a:cubicBezTo>
                  <a:lnTo>
                    <a:pt x="4502"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6" name="Google Shape;23716;p141"/>
            <p:cNvSpPr/>
            <p:nvPr/>
          </p:nvSpPr>
          <p:spPr>
            <a:xfrm>
              <a:off x="4139564" y="1979096"/>
              <a:ext cx="52696" cy="19937"/>
            </a:xfrm>
            <a:custGeom>
              <a:avLst/>
              <a:gdLst/>
              <a:ahLst/>
              <a:cxnLst/>
              <a:rect l="l" t="t" r="r" b="b"/>
              <a:pathLst>
                <a:path w="1763" h="667" extrusionOk="0">
                  <a:moveTo>
                    <a:pt x="0" y="0"/>
                  </a:moveTo>
                  <a:lnTo>
                    <a:pt x="0" y="262"/>
                  </a:lnTo>
                  <a:lnTo>
                    <a:pt x="429" y="667"/>
                  </a:lnTo>
                  <a:lnTo>
                    <a:pt x="1763" y="667"/>
                  </a:lnTo>
                  <a:lnTo>
                    <a:pt x="176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7" name="Google Shape;23717;p141"/>
            <p:cNvSpPr/>
            <p:nvPr/>
          </p:nvSpPr>
          <p:spPr>
            <a:xfrm>
              <a:off x="4175133" y="2021779"/>
              <a:ext cx="17127" cy="16410"/>
            </a:xfrm>
            <a:custGeom>
              <a:avLst/>
              <a:gdLst/>
              <a:ahLst/>
              <a:cxnLst/>
              <a:rect l="l" t="t" r="r" b="b"/>
              <a:pathLst>
                <a:path w="573" h="549" extrusionOk="0">
                  <a:moveTo>
                    <a:pt x="1" y="1"/>
                  </a:moveTo>
                  <a:lnTo>
                    <a:pt x="573" y="549"/>
                  </a:lnTo>
                  <a:lnTo>
                    <a:pt x="57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8" name="Google Shape;23718;p141"/>
            <p:cNvSpPr/>
            <p:nvPr/>
          </p:nvSpPr>
          <p:spPr>
            <a:xfrm>
              <a:off x="4304707" y="2147079"/>
              <a:ext cx="51979" cy="20654"/>
            </a:xfrm>
            <a:custGeom>
              <a:avLst/>
              <a:gdLst/>
              <a:ahLst/>
              <a:cxnLst/>
              <a:rect l="l" t="t" r="r" b="b"/>
              <a:pathLst>
                <a:path w="1739" h="691" extrusionOk="0">
                  <a:moveTo>
                    <a:pt x="0" y="0"/>
                  </a:moveTo>
                  <a:lnTo>
                    <a:pt x="0" y="119"/>
                  </a:lnTo>
                  <a:lnTo>
                    <a:pt x="548" y="691"/>
                  </a:lnTo>
                  <a:lnTo>
                    <a:pt x="1739" y="691"/>
                  </a:lnTo>
                  <a:lnTo>
                    <a:pt x="173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9" name="Google Shape;23719;p141"/>
            <p:cNvSpPr/>
            <p:nvPr/>
          </p:nvSpPr>
          <p:spPr>
            <a:xfrm>
              <a:off x="4343834" y="2190480"/>
              <a:ext cx="12853" cy="13570"/>
            </a:xfrm>
            <a:custGeom>
              <a:avLst/>
              <a:gdLst/>
              <a:ahLst/>
              <a:cxnLst/>
              <a:rect l="l" t="t" r="r" b="b"/>
              <a:pathLst>
                <a:path w="430" h="454" extrusionOk="0">
                  <a:moveTo>
                    <a:pt x="1" y="1"/>
                  </a:moveTo>
                  <a:lnTo>
                    <a:pt x="430" y="453"/>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20" name="Google Shape;23720;p141"/>
          <p:cNvGrpSpPr/>
          <p:nvPr/>
        </p:nvGrpSpPr>
        <p:grpSpPr>
          <a:xfrm>
            <a:off x="4782742" y="1780012"/>
            <a:ext cx="343827" cy="344544"/>
            <a:chOff x="4744642" y="1922842"/>
            <a:chExt cx="343827" cy="344544"/>
          </a:xfrm>
        </p:grpSpPr>
        <p:sp>
          <p:nvSpPr>
            <p:cNvPr id="23721" name="Google Shape;23721;p141"/>
            <p:cNvSpPr/>
            <p:nvPr/>
          </p:nvSpPr>
          <p:spPr>
            <a:xfrm>
              <a:off x="4798743" y="1984775"/>
              <a:ext cx="237775" cy="220708"/>
            </a:xfrm>
            <a:custGeom>
              <a:avLst/>
              <a:gdLst/>
              <a:ahLst/>
              <a:cxnLst/>
              <a:rect l="l" t="t" r="r" b="b"/>
              <a:pathLst>
                <a:path w="7955" h="7384" extrusionOk="0">
                  <a:moveTo>
                    <a:pt x="6668" y="1"/>
                  </a:moveTo>
                  <a:cubicBezTo>
                    <a:pt x="5978" y="1"/>
                    <a:pt x="5359" y="405"/>
                    <a:pt x="5025" y="1001"/>
                  </a:cubicBezTo>
                  <a:lnTo>
                    <a:pt x="4001" y="2930"/>
                  </a:lnTo>
                  <a:lnTo>
                    <a:pt x="2286" y="6073"/>
                  </a:lnTo>
                  <a:cubicBezTo>
                    <a:pt x="2096" y="6478"/>
                    <a:pt x="1691" y="6716"/>
                    <a:pt x="1262" y="6716"/>
                  </a:cubicBezTo>
                  <a:lnTo>
                    <a:pt x="0" y="6716"/>
                  </a:lnTo>
                  <a:lnTo>
                    <a:pt x="0" y="7383"/>
                  </a:lnTo>
                  <a:lnTo>
                    <a:pt x="1262" y="7383"/>
                  </a:lnTo>
                  <a:cubicBezTo>
                    <a:pt x="1929" y="7383"/>
                    <a:pt x="2572" y="7002"/>
                    <a:pt x="2882" y="6407"/>
                  </a:cubicBezTo>
                  <a:lnTo>
                    <a:pt x="4001" y="4359"/>
                  </a:lnTo>
                  <a:lnTo>
                    <a:pt x="5621" y="1287"/>
                  </a:lnTo>
                  <a:cubicBezTo>
                    <a:pt x="5835" y="906"/>
                    <a:pt x="6216" y="667"/>
                    <a:pt x="6668" y="667"/>
                  </a:cubicBezTo>
                  <a:lnTo>
                    <a:pt x="7954" y="667"/>
                  </a:lnTo>
                  <a:lnTo>
                    <a:pt x="7954"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2" name="Google Shape;23722;p141"/>
            <p:cNvSpPr/>
            <p:nvPr/>
          </p:nvSpPr>
          <p:spPr>
            <a:xfrm>
              <a:off x="4918334" y="1984775"/>
              <a:ext cx="118185" cy="130291"/>
            </a:xfrm>
            <a:custGeom>
              <a:avLst/>
              <a:gdLst/>
              <a:ahLst/>
              <a:cxnLst/>
              <a:rect l="l" t="t" r="r" b="b"/>
              <a:pathLst>
                <a:path w="3954" h="4359" extrusionOk="0">
                  <a:moveTo>
                    <a:pt x="2667" y="1"/>
                  </a:moveTo>
                  <a:cubicBezTo>
                    <a:pt x="1977" y="1"/>
                    <a:pt x="1358" y="405"/>
                    <a:pt x="1024" y="1001"/>
                  </a:cubicBezTo>
                  <a:lnTo>
                    <a:pt x="0" y="2930"/>
                  </a:lnTo>
                  <a:lnTo>
                    <a:pt x="0" y="4359"/>
                  </a:lnTo>
                  <a:lnTo>
                    <a:pt x="1620" y="1287"/>
                  </a:lnTo>
                  <a:cubicBezTo>
                    <a:pt x="1834" y="906"/>
                    <a:pt x="2215" y="667"/>
                    <a:pt x="2667" y="667"/>
                  </a:cubicBezTo>
                  <a:lnTo>
                    <a:pt x="3953" y="667"/>
                  </a:lnTo>
                  <a:lnTo>
                    <a:pt x="395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3" name="Google Shape;23723;p141"/>
            <p:cNvSpPr/>
            <p:nvPr/>
          </p:nvSpPr>
          <p:spPr>
            <a:xfrm>
              <a:off x="4766701" y="2116471"/>
              <a:ext cx="20684" cy="56970"/>
            </a:xfrm>
            <a:custGeom>
              <a:avLst/>
              <a:gdLst/>
              <a:ahLst/>
              <a:cxnLst/>
              <a:rect l="l" t="t" r="r" b="b"/>
              <a:pathLst>
                <a:path w="692" h="1906" extrusionOk="0">
                  <a:moveTo>
                    <a:pt x="1" y="0"/>
                  </a:moveTo>
                  <a:lnTo>
                    <a:pt x="1" y="1905"/>
                  </a:lnTo>
                  <a:lnTo>
                    <a:pt x="691" y="1905"/>
                  </a:lnTo>
                  <a:lnTo>
                    <a:pt x="69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4" name="Google Shape;23724;p141"/>
            <p:cNvSpPr/>
            <p:nvPr/>
          </p:nvSpPr>
          <p:spPr>
            <a:xfrm>
              <a:off x="4766701" y="1922842"/>
              <a:ext cx="20684" cy="49857"/>
            </a:xfrm>
            <a:custGeom>
              <a:avLst/>
              <a:gdLst/>
              <a:ahLst/>
              <a:cxnLst/>
              <a:rect l="l" t="t" r="r" b="b"/>
              <a:pathLst>
                <a:path w="692" h="1668" extrusionOk="0">
                  <a:moveTo>
                    <a:pt x="1" y="1"/>
                  </a:moveTo>
                  <a:lnTo>
                    <a:pt x="1" y="1668"/>
                  </a:lnTo>
                  <a:lnTo>
                    <a:pt x="691" y="1668"/>
                  </a:lnTo>
                  <a:lnTo>
                    <a:pt x="69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5" name="Google Shape;23725;p141"/>
            <p:cNvSpPr/>
            <p:nvPr/>
          </p:nvSpPr>
          <p:spPr>
            <a:xfrm>
              <a:off x="4766701" y="2016100"/>
              <a:ext cx="20684" cy="56970"/>
            </a:xfrm>
            <a:custGeom>
              <a:avLst/>
              <a:gdLst/>
              <a:ahLst/>
              <a:cxnLst/>
              <a:rect l="l" t="t" r="r" b="b"/>
              <a:pathLst>
                <a:path w="692" h="1906" extrusionOk="0">
                  <a:moveTo>
                    <a:pt x="1" y="0"/>
                  </a:moveTo>
                  <a:lnTo>
                    <a:pt x="1" y="1906"/>
                  </a:lnTo>
                  <a:lnTo>
                    <a:pt x="691" y="1906"/>
                  </a:lnTo>
                  <a:lnTo>
                    <a:pt x="69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6" name="Google Shape;23726;p141"/>
            <p:cNvSpPr/>
            <p:nvPr/>
          </p:nvSpPr>
          <p:spPr>
            <a:xfrm>
              <a:off x="4766701" y="2217530"/>
              <a:ext cx="20684" cy="49857"/>
            </a:xfrm>
            <a:custGeom>
              <a:avLst/>
              <a:gdLst/>
              <a:ahLst/>
              <a:cxnLst/>
              <a:rect l="l" t="t" r="r" b="b"/>
              <a:pathLst>
                <a:path w="692" h="1668" extrusionOk="0">
                  <a:moveTo>
                    <a:pt x="1" y="1"/>
                  </a:moveTo>
                  <a:lnTo>
                    <a:pt x="1" y="1668"/>
                  </a:lnTo>
                  <a:lnTo>
                    <a:pt x="691" y="1668"/>
                  </a:lnTo>
                  <a:lnTo>
                    <a:pt x="69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7" name="Google Shape;23727;p141"/>
            <p:cNvSpPr/>
            <p:nvPr/>
          </p:nvSpPr>
          <p:spPr>
            <a:xfrm>
              <a:off x="5046444" y="2116471"/>
              <a:ext cx="19967" cy="56970"/>
            </a:xfrm>
            <a:custGeom>
              <a:avLst/>
              <a:gdLst/>
              <a:ahLst/>
              <a:cxnLst/>
              <a:rect l="l" t="t" r="r" b="b"/>
              <a:pathLst>
                <a:path w="668" h="1906" extrusionOk="0">
                  <a:moveTo>
                    <a:pt x="1" y="0"/>
                  </a:moveTo>
                  <a:lnTo>
                    <a:pt x="1" y="1905"/>
                  </a:lnTo>
                  <a:lnTo>
                    <a:pt x="668" y="1905"/>
                  </a:lnTo>
                  <a:lnTo>
                    <a:pt x="668"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8" name="Google Shape;23728;p141"/>
            <p:cNvSpPr/>
            <p:nvPr/>
          </p:nvSpPr>
          <p:spPr>
            <a:xfrm>
              <a:off x="5046444" y="1922842"/>
              <a:ext cx="19967" cy="49857"/>
            </a:xfrm>
            <a:custGeom>
              <a:avLst/>
              <a:gdLst/>
              <a:ahLst/>
              <a:cxnLst/>
              <a:rect l="l" t="t" r="r" b="b"/>
              <a:pathLst>
                <a:path w="668" h="1668" extrusionOk="0">
                  <a:moveTo>
                    <a:pt x="1" y="1"/>
                  </a:moveTo>
                  <a:lnTo>
                    <a:pt x="1" y="1668"/>
                  </a:lnTo>
                  <a:lnTo>
                    <a:pt x="668" y="1668"/>
                  </a:lnTo>
                  <a:lnTo>
                    <a:pt x="668"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9" name="Google Shape;23729;p141"/>
            <p:cNvSpPr/>
            <p:nvPr/>
          </p:nvSpPr>
          <p:spPr>
            <a:xfrm>
              <a:off x="5046444" y="2016100"/>
              <a:ext cx="19967" cy="56970"/>
            </a:xfrm>
            <a:custGeom>
              <a:avLst/>
              <a:gdLst/>
              <a:ahLst/>
              <a:cxnLst/>
              <a:rect l="l" t="t" r="r" b="b"/>
              <a:pathLst>
                <a:path w="668" h="1906" extrusionOk="0">
                  <a:moveTo>
                    <a:pt x="1" y="0"/>
                  </a:moveTo>
                  <a:lnTo>
                    <a:pt x="1" y="1906"/>
                  </a:lnTo>
                  <a:lnTo>
                    <a:pt x="668" y="1906"/>
                  </a:lnTo>
                  <a:lnTo>
                    <a:pt x="668"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0" name="Google Shape;23730;p141"/>
            <p:cNvSpPr/>
            <p:nvPr/>
          </p:nvSpPr>
          <p:spPr>
            <a:xfrm>
              <a:off x="5046444" y="2217530"/>
              <a:ext cx="19967" cy="49857"/>
            </a:xfrm>
            <a:custGeom>
              <a:avLst/>
              <a:gdLst/>
              <a:ahLst/>
              <a:cxnLst/>
              <a:rect l="l" t="t" r="r" b="b"/>
              <a:pathLst>
                <a:path w="668" h="1668" extrusionOk="0">
                  <a:moveTo>
                    <a:pt x="1" y="1"/>
                  </a:moveTo>
                  <a:lnTo>
                    <a:pt x="1" y="1668"/>
                  </a:lnTo>
                  <a:lnTo>
                    <a:pt x="668" y="1668"/>
                  </a:lnTo>
                  <a:lnTo>
                    <a:pt x="668"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1" name="Google Shape;23731;p141"/>
            <p:cNvSpPr/>
            <p:nvPr/>
          </p:nvSpPr>
          <p:spPr>
            <a:xfrm>
              <a:off x="4799460" y="1983370"/>
              <a:ext cx="236340" cy="121742"/>
            </a:xfrm>
            <a:custGeom>
              <a:avLst/>
              <a:gdLst/>
              <a:ahLst/>
              <a:cxnLst/>
              <a:rect l="l" t="t" r="r" b="b"/>
              <a:pathLst>
                <a:path w="7907" h="4073" extrusionOk="0">
                  <a:moveTo>
                    <a:pt x="0" y="0"/>
                  </a:moveTo>
                  <a:lnTo>
                    <a:pt x="0" y="667"/>
                  </a:lnTo>
                  <a:lnTo>
                    <a:pt x="1477" y="667"/>
                  </a:lnTo>
                  <a:cubicBezTo>
                    <a:pt x="1834" y="667"/>
                    <a:pt x="2143" y="834"/>
                    <a:pt x="2429" y="1072"/>
                  </a:cubicBezTo>
                  <a:lnTo>
                    <a:pt x="3977" y="2524"/>
                  </a:lnTo>
                  <a:lnTo>
                    <a:pt x="5001" y="3501"/>
                  </a:lnTo>
                  <a:cubicBezTo>
                    <a:pt x="5406" y="3858"/>
                    <a:pt x="5906" y="4072"/>
                    <a:pt x="6430" y="4072"/>
                  </a:cubicBezTo>
                  <a:lnTo>
                    <a:pt x="7907" y="4072"/>
                  </a:lnTo>
                  <a:lnTo>
                    <a:pt x="7907" y="3382"/>
                  </a:lnTo>
                  <a:lnTo>
                    <a:pt x="6430" y="3358"/>
                  </a:lnTo>
                  <a:cubicBezTo>
                    <a:pt x="6073" y="3358"/>
                    <a:pt x="5763" y="3215"/>
                    <a:pt x="5477" y="2977"/>
                  </a:cubicBezTo>
                  <a:lnTo>
                    <a:pt x="4001" y="1572"/>
                  </a:lnTo>
                  <a:lnTo>
                    <a:pt x="2905" y="548"/>
                  </a:lnTo>
                  <a:cubicBezTo>
                    <a:pt x="2501" y="191"/>
                    <a:pt x="2001" y="0"/>
                    <a:pt x="1477" y="0"/>
                  </a:cubicBezTo>
                  <a:close/>
                </a:path>
              </a:pathLst>
            </a:custGeom>
            <a:solidFill>
              <a:srgbClr val="DBE0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2" name="Google Shape;23732;p141"/>
            <p:cNvSpPr/>
            <p:nvPr/>
          </p:nvSpPr>
          <p:spPr>
            <a:xfrm>
              <a:off x="4802300" y="2083712"/>
              <a:ext cx="233501" cy="121772"/>
            </a:xfrm>
            <a:custGeom>
              <a:avLst/>
              <a:gdLst/>
              <a:ahLst/>
              <a:cxnLst/>
              <a:rect l="l" t="t" r="r" b="b"/>
              <a:pathLst>
                <a:path w="7812" h="4074" extrusionOk="0">
                  <a:moveTo>
                    <a:pt x="0" y="1"/>
                  </a:moveTo>
                  <a:lnTo>
                    <a:pt x="0" y="691"/>
                  </a:lnTo>
                  <a:lnTo>
                    <a:pt x="1334" y="691"/>
                  </a:lnTo>
                  <a:cubicBezTo>
                    <a:pt x="1739" y="691"/>
                    <a:pt x="2048" y="834"/>
                    <a:pt x="2334" y="1072"/>
                  </a:cubicBezTo>
                  <a:lnTo>
                    <a:pt x="3882" y="2525"/>
                  </a:lnTo>
                  <a:lnTo>
                    <a:pt x="4906" y="3525"/>
                  </a:lnTo>
                  <a:cubicBezTo>
                    <a:pt x="5311" y="3883"/>
                    <a:pt x="5811" y="4073"/>
                    <a:pt x="6335" y="4073"/>
                  </a:cubicBezTo>
                  <a:lnTo>
                    <a:pt x="7812" y="4073"/>
                  </a:lnTo>
                  <a:lnTo>
                    <a:pt x="7812" y="3406"/>
                  </a:lnTo>
                  <a:lnTo>
                    <a:pt x="7812" y="3359"/>
                  </a:lnTo>
                  <a:lnTo>
                    <a:pt x="6335" y="3359"/>
                  </a:lnTo>
                  <a:cubicBezTo>
                    <a:pt x="5954" y="3359"/>
                    <a:pt x="5621" y="3216"/>
                    <a:pt x="5359" y="2978"/>
                  </a:cubicBezTo>
                  <a:lnTo>
                    <a:pt x="3882" y="1573"/>
                  </a:lnTo>
                  <a:lnTo>
                    <a:pt x="2763" y="572"/>
                  </a:lnTo>
                  <a:cubicBezTo>
                    <a:pt x="2382" y="215"/>
                    <a:pt x="1882" y="1"/>
                    <a:pt x="1334" y="1"/>
                  </a:cubicBezTo>
                  <a:close/>
                </a:path>
              </a:pathLst>
            </a:custGeom>
            <a:solidFill>
              <a:srgbClr val="9BA7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3" name="Google Shape;23733;p141"/>
            <p:cNvSpPr/>
            <p:nvPr/>
          </p:nvSpPr>
          <p:spPr>
            <a:xfrm>
              <a:off x="4744642" y="1961999"/>
              <a:ext cx="64084" cy="64084"/>
            </a:xfrm>
            <a:custGeom>
              <a:avLst/>
              <a:gdLst/>
              <a:ahLst/>
              <a:cxnLst/>
              <a:rect l="l" t="t" r="r" b="b"/>
              <a:pathLst>
                <a:path w="2144" h="2144" extrusionOk="0">
                  <a:moveTo>
                    <a:pt x="1072" y="1"/>
                  </a:moveTo>
                  <a:cubicBezTo>
                    <a:pt x="477" y="1"/>
                    <a:pt x="0" y="477"/>
                    <a:pt x="0" y="1072"/>
                  </a:cubicBezTo>
                  <a:cubicBezTo>
                    <a:pt x="0" y="1668"/>
                    <a:pt x="477" y="2144"/>
                    <a:pt x="1072" y="2144"/>
                  </a:cubicBezTo>
                  <a:cubicBezTo>
                    <a:pt x="1667" y="2144"/>
                    <a:pt x="2144" y="1668"/>
                    <a:pt x="2144" y="1072"/>
                  </a:cubicBezTo>
                  <a:cubicBezTo>
                    <a:pt x="2144" y="477"/>
                    <a:pt x="1667" y="1"/>
                    <a:pt x="1072" y="1"/>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4" name="Google Shape;23734;p141"/>
            <p:cNvSpPr/>
            <p:nvPr/>
          </p:nvSpPr>
          <p:spPr>
            <a:xfrm>
              <a:off x="4744642" y="2062370"/>
              <a:ext cx="64084" cy="64084"/>
            </a:xfrm>
            <a:custGeom>
              <a:avLst/>
              <a:gdLst/>
              <a:ahLst/>
              <a:cxnLst/>
              <a:rect l="l" t="t" r="r" b="b"/>
              <a:pathLst>
                <a:path w="2144" h="2144" extrusionOk="0">
                  <a:moveTo>
                    <a:pt x="1072" y="0"/>
                  </a:moveTo>
                  <a:cubicBezTo>
                    <a:pt x="477" y="0"/>
                    <a:pt x="0" y="477"/>
                    <a:pt x="0" y="1072"/>
                  </a:cubicBezTo>
                  <a:cubicBezTo>
                    <a:pt x="0" y="1667"/>
                    <a:pt x="477" y="2144"/>
                    <a:pt x="1072" y="2144"/>
                  </a:cubicBezTo>
                  <a:cubicBezTo>
                    <a:pt x="1667" y="2144"/>
                    <a:pt x="2144" y="1667"/>
                    <a:pt x="2144" y="1072"/>
                  </a:cubicBezTo>
                  <a:cubicBezTo>
                    <a:pt x="2144" y="477"/>
                    <a:pt x="1667" y="0"/>
                    <a:pt x="1072"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5" name="Google Shape;23735;p141"/>
            <p:cNvSpPr/>
            <p:nvPr/>
          </p:nvSpPr>
          <p:spPr>
            <a:xfrm>
              <a:off x="4744642" y="2163459"/>
              <a:ext cx="64084" cy="64084"/>
            </a:xfrm>
            <a:custGeom>
              <a:avLst/>
              <a:gdLst/>
              <a:ahLst/>
              <a:cxnLst/>
              <a:rect l="l" t="t" r="r" b="b"/>
              <a:pathLst>
                <a:path w="2144" h="2144" extrusionOk="0">
                  <a:moveTo>
                    <a:pt x="1072" y="0"/>
                  </a:moveTo>
                  <a:cubicBezTo>
                    <a:pt x="477" y="0"/>
                    <a:pt x="0" y="500"/>
                    <a:pt x="0" y="1072"/>
                  </a:cubicBezTo>
                  <a:cubicBezTo>
                    <a:pt x="0" y="1667"/>
                    <a:pt x="477" y="2143"/>
                    <a:pt x="1072" y="2143"/>
                  </a:cubicBezTo>
                  <a:cubicBezTo>
                    <a:pt x="1667" y="2143"/>
                    <a:pt x="2144" y="1667"/>
                    <a:pt x="2144" y="1072"/>
                  </a:cubicBezTo>
                  <a:cubicBezTo>
                    <a:pt x="2144" y="500"/>
                    <a:pt x="1667" y="0"/>
                    <a:pt x="1072" y="0"/>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6" name="Google Shape;23736;p141"/>
            <p:cNvSpPr/>
            <p:nvPr/>
          </p:nvSpPr>
          <p:spPr>
            <a:xfrm>
              <a:off x="5024385" y="1961999"/>
              <a:ext cx="64084" cy="64084"/>
            </a:xfrm>
            <a:custGeom>
              <a:avLst/>
              <a:gdLst/>
              <a:ahLst/>
              <a:cxnLst/>
              <a:rect l="l" t="t" r="r" b="b"/>
              <a:pathLst>
                <a:path w="2144" h="2144" extrusionOk="0">
                  <a:moveTo>
                    <a:pt x="1072" y="1"/>
                  </a:moveTo>
                  <a:cubicBezTo>
                    <a:pt x="501" y="1"/>
                    <a:pt x="0" y="477"/>
                    <a:pt x="0" y="1072"/>
                  </a:cubicBezTo>
                  <a:cubicBezTo>
                    <a:pt x="0" y="1668"/>
                    <a:pt x="501" y="2144"/>
                    <a:pt x="1072" y="2144"/>
                  </a:cubicBezTo>
                  <a:cubicBezTo>
                    <a:pt x="1668" y="2144"/>
                    <a:pt x="2144" y="1668"/>
                    <a:pt x="2144" y="1072"/>
                  </a:cubicBezTo>
                  <a:cubicBezTo>
                    <a:pt x="2144" y="477"/>
                    <a:pt x="1668" y="1"/>
                    <a:pt x="1072"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7" name="Google Shape;23737;p141"/>
            <p:cNvSpPr/>
            <p:nvPr/>
          </p:nvSpPr>
          <p:spPr>
            <a:xfrm>
              <a:off x="4918334" y="2031045"/>
              <a:ext cx="117468" cy="74067"/>
            </a:xfrm>
            <a:custGeom>
              <a:avLst/>
              <a:gdLst/>
              <a:ahLst/>
              <a:cxnLst/>
              <a:rect l="l" t="t" r="r" b="b"/>
              <a:pathLst>
                <a:path w="3930" h="2478" extrusionOk="0">
                  <a:moveTo>
                    <a:pt x="0" y="1"/>
                  </a:moveTo>
                  <a:lnTo>
                    <a:pt x="0" y="929"/>
                  </a:lnTo>
                  <a:lnTo>
                    <a:pt x="1024" y="1906"/>
                  </a:lnTo>
                  <a:cubicBezTo>
                    <a:pt x="1429" y="2263"/>
                    <a:pt x="1929" y="2477"/>
                    <a:pt x="2453" y="2477"/>
                  </a:cubicBezTo>
                  <a:lnTo>
                    <a:pt x="3930" y="2477"/>
                  </a:lnTo>
                  <a:lnTo>
                    <a:pt x="3930" y="1787"/>
                  </a:lnTo>
                  <a:lnTo>
                    <a:pt x="2453" y="1787"/>
                  </a:lnTo>
                  <a:cubicBezTo>
                    <a:pt x="2072" y="1787"/>
                    <a:pt x="1739" y="1644"/>
                    <a:pt x="1477" y="1406"/>
                  </a:cubicBezTo>
                  <a:lnTo>
                    <a:pt x="0" y="1"/>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8" name="Google Shape;23738;p141"/>
            <p:cNvSpPr/>
            <p:nvPr/>
          </p:nvSpPr>
          <p:spPr>
            <a:xfrm>
              <a:off x="4916899" y="2132134"/>
              <a:ext cx="117468" cy="73350"/>
            </a:xfrm>
            <a:custGeom>
              <a:avLst/>
              <a:gdLst/>
              <a:ahLst/>
              <a:cxnLst/>
              <a:rect l="l" t="t" r="r" b="b"/>
              <a:pathLst>
                <a:path w="3930" h="2454" extrusionOk="0">
                  <a:moveTo>
                    <a:pt x="1" y="0"/>
                  </a:moveTo>
                  <a:lnTo>
                    <a:pt x="1" y="905"/>
                  </a:lnTo>
                  <a:lnTo>
                    <a:pt x="1048" y="1905"/>
                  </a:lnTo>
                  <a:cubicBezTo>
                    <a:pt x="1429" y="2263"/>
                    <a:pt x="1953" y="2453"/>
                    <a:pt x="2477" y="2453"/>
                  </a:cubicBezTo>
                  <a:lnTo>
                    <a:pt x="3930" y="2453"/>
                  </a:lnTo>
                  <a:lnTo>
                    <a:pt x="3930" y="1786"/>
                  </a:lnTo>
                  <a:lnTo>
                    <a:pt x="2477" y="1786"/>
                  </a:lnTo>
                  <a:cubicBezTo>
                    <a:pt x="2120" y="1786"/>
                    <a:pt x="1787" y="1667"/>
                    <a:pt x="1501" y="1381"/>
                  </a:cubicBezTo>
                  <a:lnTo>
                    <a:pt x="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9" name="Google Shape;23739;p141"/>
            <p:cNvSpPr/>
            <p:nvPr/>
          </p:nvSpPr>
          <p:spPr>
            <a:xfrm>
              <a:off x="5024385" y="2062370"/>
              <a:ext cx="64084" cy="64084"/>
            </a:xfrm>
            <a:custGeom>
              <a:avLst/>
              <a:gdLst/>
              <a:ahLst/>
              <a:cxnLst/>
              <a:rect l="l" t="t" r="r" b="b"/>
              <a:pathLst>
                <a:path w="2144" h="2144" extrusionOk="0">
                  <a:moveTo>
                    <a:pt x="1072" y="0"/>
                  </a:moveTo>
                  <a:cubicBezTo>
                    <a:pt x="501" y="0"/>
                    <a:pt x="0" y="477"/>
                    <a:pt x="0" y="1072"/>
                  </a:cubicBezTo>
                  <a:cubicBezTo>
                    <a:pt x="0" y="1667"/>
                    <a:pt x="501" y="2144"/>
                    <a:pt x="1072" y="2144"/>
                  </a:cubicBezTo>
                  <a:cubicBezTo>
                    <a:pt x="1668" y="2144"/>
                    <a:pt x="2144" y="1667"/>
                    <a:pt x="2144" y="1072"/>
                  </a:cubicBezTo>
                  <a:cubicBezTo>
                    <a:pt x="2144" y="477"/>
                    <a:pt x="1668" y="0"/>
                    <a:pt x="1072" y="0"/>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0" name="Google Shape;23740;p141"/>
            <p:cNvSpPr/>
            <p:nvPr/>
          </p:nvSpPr>
          <p:spPr>
            <a:xfrm>
              <a:off x="5024385" y="2163459"/>
              <a:ext cx="64084" cy="64084"/>
            </a:xfrm>
            <a:custGeom>
              <a:avLst/>
              <a:gdLst/>
              <a:ahLst/>
              <a:cxnLst/>
              <a:rect l="l" t="t" r="r" b="b"/>
              <a:pathLst>
                <a:path w="2144" h="2144" extrusionOk="0">
                  <a:moveTo>
                    <a:pt x="1072" y="0"/>
                  </a:moveTo>
                  <a:cubicBezTo>
                    <a:pt x="501" y="0"/>
                    <a:pt x="0" y="500"/>
                    <a:pt x="0" y="1072"/>
                  </a:cubicBezTo>
                  <a:cubicBezTo>
                    <a:pt x="0" y="1667"/>
                    <a:pt x="501" y="2143"/>
                    <a:pt x="1072" y="2143"/>
                  </a:cubicBezTo>
                  <a:cubicBezTo>
                    <a:pt x="1668" y="2143"/>
                    <a:pt x="2144" y="1667"/>
                    <a:pt x="2144" y="1072"/>
                  </a:cubicBezTo>
                  <a:cubicBezTo>
                    <a:pt x="2144" y="500"/>
                    <a:pt x="1668" y="0"/>
                    <a:pt x="1072"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41" name="Google Shape;23741;p141"/>
          <p:cNvGrpSpPr/>
          <p:nvPr/>
        </p:nvGrpSpPr>
        <p:grpSpPr>
          <a:xfrm>
            <a:off x="5523800" y="1770442"/>
            <a:ext cx="343856" cy="344545"/>
            <a:chOff x="5409500" y="1922842"/>
            <a:chExt cx="343856" cy="344545"/>
          </a:xfrm>
        </p:grpSpPr>
        <p:sp>
          <p:nvSpPr>
            <p:cNvPr id="23742" name="Google Shape;23742;p141"/>
            <p:cNvSpPr/>
            <p:nvPr/>
          </p:nvSpPr>
          <p:spPr>
            <a:xfrm>
              <a:off x="5441543" y="2066644"/>
              <a:ext cx="56253" cy="190071"/>
            </a:xfrm>
            <a:custGeom>
              <a:avLst/>
              <a:gdLst/>
              <a:ahLst/>
              <a:cxnLst/>
              <a:rect l="l" t="t" r="r" b="b"/>
              <a:pathLst>
                <a:path w="1882" h="6359" extrusionOk="0">
                  <a:moveTo>
                    <a:pt x="1" y="0"/>
                  </a:moveTo>
                  <a:lnTo>
                    <a:pt x="1" y="6359"/>
                  </a:lnTo>
                  <a:lnTo>
                    <a:pt x="1882" y="6359"/>
                  </a:lnTo>
                  <a:lnTo>
                    <a:pt x="1882"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3" name="Google Shape;23743;p141"/>
            <p:cNvSpPr/>
            <p:nvPr/>
          </p:nvSpPr>
          <p:spPr>
            <a:xfrm>
              <a:off x="5469311" y="2066644"/>
              <a:ext cx="28485" cy="190071"/>
            </a:xfrm>
            <a:custGeom>
              <a:avLst/>
              <a:gdLst/>
              <a:ahLst/>
              <a:cxnLst/>
              <a:rect l="l" t="t" r="r" b="b"/>
              <a:pathLst>
                <a:path w="953" h="6359" extrusionOk="0">
                  <a:moveTo>
                    <a:pt x="0" y="0"/>
                  </a:moveTo>
                  <a:lnTo>
                    <a:pt x="0" y="6359"/>
                  </a:lnTo>
                  <a:lnTo>
                    <a:pt x="953" y="6359"/>
                  </a:lnTo>
                  <a:lnTo>
                    <a:pt x="953"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4" name="Google Shape;23744;p141"/>
            <p:cNvSpPr/>
            <p:nvPr/>
          </p:nvSpPr>
          <p:spPr>
            <a:xfrm>
              <a:off x="5553302" y="2022496"/>
              <a:ext cx="55566" cy="234218"/>
            </a:xfrm>
            <a:custGeom>
              <a:avLst/>
              <a:gdLst/>
              <a:ahLst/>
              <a:cxnLst/>
              <a:rect l="l" t="t" r="r" b="b"/>
              <a:pathLst>
                <a:path w="1859" h="7836" extrusionOk="0">
                  <a:moveTo>
                    <a:pt x="1" y="1"/>
                  </a:moveTo>
                  <a:lnTo>
                    <a:pt x="1" y="7836"/>
                  </a:lnTo>
                  <a:lnTo>
                    <a:pt x="1858" y="7836"/>
                  </a:lnTo>
                  <a:lnTo>
                    <a:pt x="1858"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5" name="Google Shape;23745;p141"/>
            <p:cNvSpPr/>
            <p:nvPr/>
          </p:nvSpPr>
          <p:spPr>
            <a:xfrm>
              <a:off x="5580353" y="2022496"/>
              <a:ext cx="28515" cy="234218"/>
            </a:xfrm>
            <a:custGeom>
              <a:avLst/>
              <a:gdLst/>
              <a:ahLst/>
              <a:cxnLst/>
              <a:rect l="l" t="t" r="r" b="b"/>
              <a:pathLst>
                <a:path w="954" h="7836" extrusionOk="0">
                  <a:moveTo>
                    <a:pt x="0" y="1"/>
                  </a:moveTo>
                  <a:lnTo>
                    <a:pt x="0" y="7836"/>
                  </a:lnTo>
                  <a:lnTo>
                    <a:pt x="953" y="7836"/>
                  </a:lnTo>
                  <a:lnTo>
                    <a:pt x="9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6" name="Google Shape;23746;p141"/>
            <p:cNvSpPr/>
            <p:nvPr/>
          </p:nvSpPr>
          <p:spPr>
            <a:xfrm>
              <a:off x="5665062" y="1976944"/>
              <a:ext cx="56253" cy="279770"/>
            </a:xfrm>
            <a:custGeom>
              <a:avLst/>
              <a:gdLst/>
              <a:ahLst/>
              <a:cxnLst/>
              <a:rect l="l" t="t" r="r" b="b"/>
              <a:pathLst>
                <a:path w="1882" h="9360" extrusionOk="0">
                  <a:moveTo>
                    <a:pt x="0" y="1"/>
                  </a:moveTo>
                  <a:lnTo>
                    <a:pt x="0" y="9360"/>
                  </a:lnTo>
                  <a:lnTo>
                    <a:pt x="1882" y="9360"/>
                  </a:lnTo>
                  <a:lnTo>
                    <a:pt x="1882"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7" name="Google Shape;23747;p141"/>
            <p:cNvSpPr/>
            <p:nvPr/>
          </p:nvSpPr>
          <p:spPr>
            <a:xfrm>
              <a:off x="5692830" y="1976944"/>
              <a:ext cx="28485" cy="279770"/>
            </a:xfrm>
            <a:custGeom>
              <a:avLst/>
              <a:gdLst/>
              <a:ahLst/>
              <a:cxnLst/>
              <a:rect l="l" t="t" r="r" b="b"/>
              <a:pathLst>
                <a:path w="953" h="9360" extrusionOk="0">
                  <a:moveTo>
                    <a:pt x="0" y="1"/>
                  </a:moveTo>
                  <a:lnTo>
                    <a:pt x="0" y="9360"/>
                  </a:lnTo>
                  <a:lnTo>
                    <a:pt x="953" y="9360"/>
                  </a:lnTo>
                  <a:lnTo>
                    <a:pt x="953"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8" name="Google Shape;23748;p141"/>
            <p:cNvSpPr/>
            <p:nvPr/>
          </p:nvSpPr>
          <p:spPr>
            <a:xfrm>
              <a:off x="5497766" y="1976944"/>
              <a:ext cx="56283" cy="279770"/>
            </a:xfrm>
            <a:custGeom>
              <a:avLst/>
              <a:gdLst/>
              <a:ahLst/>
              <a:cxnLst/>
              <a:rect l="l" t="t" r="r" b="b"/>
              <a:pathLst>
                <a:path w="1883" h="9360" extrusionOk="0">
                  <a:moveTo>
                    <a:pt x="1" y="1"/>
                  </a:moveTo>
                  <a:lnTo>
                    <a:pt x="1" y="9360"/>
                  </a:lnTo>
                  <a:lnTo>
                    <a:pt x="1882" y="9360"/>
                  </a:lnTo>
                  <a:lnTo>
                    <a:pt x="1882"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9" name="Google Shape;23749;p141"/>
            <p:cNvSpPr/>
            <p:nvPr/>
          </p:nvSpPr>
          <p:spPr>
            <a:xfrm>
              <a:off x="5525534" y="1976944"/>
              <a:ext cx="28515" cy="279770"/>
            </a:xfrm>
            <a:custGeom>
              <a:avLst/>
              <a:gdLst/>
              <a:ahLst/>
              <a:cxnLst/>
              <a:rect l="l" t="t" r="r" b="b"/>
              <a:pathLst>
                <a:path w="954" h="9360" extrusionOk="0">
                  <a:moveTo>
                    <a:pt x="1" y="1"/>
                  </a:moveTo>
                  <a:lnTo>
                    <a:pt x="1" y="9360"/>
                  </a:lnTo>
                  <a:lnTo>
                    <a:pt x="953" y="9360"/>
                  </a:lnTo>
                  <a:lnTo>
                    <a:pt x="953"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0" name="Google Shape;23750;p141"/>
            <p:cNvSpPr/>
            <p:nvPr/>
          </p:nvSpPr>
          <p:spPr>
            <a:xfrm>
              <a:off x="5608838" y="1922842"/>
              <a:ext cx="56253" cy="333871"/>
            </a:xfrm>
            <a:custGeom>
              <a:avLst/>
              <a:gdLst/>
              <a:ahLst/>
              <a:cxnLst/>
              <a:rect l="l" t="t" r="r" b="b"/>
              <a:pathLst>
                <a:path w="1882" h="11170" extrusionOk="0">
                  <a:moveTo>
                    <a:pt x="0" y="1"/>
                  </a:moveTo>
                  <a:lnTo>
                    <a:pt x="0" y="11170"/>
                  </a:lnTo>
                  <a:lnTo>
                    <a:pt x="1881" y="11170"/>
                  </a:lnTo>
                  <a:lnTo>
                    <a:pt x="1881"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1" name="Google Shape;23751;p141"/>
            <p:cNvSpPr/>
            <p:nvPr/>
          </p:nvSpPr>
          <p:spPr>
            <a:xfrm>
              <a:off x="5637294" y="1922842"/>
              <a:ext cx="28515" cy="333871"/>
            </a:xfrm>
            <a:custGeom>
              <a:avLst/>
              <a:gdLst/>
              <a:ahLst/>
              <a:cxnLst/>
              <a:rect l="l" t="t" r="r" b="b"/>
              <a:pathLst>
                <a:path w="954" h="11170" extrusionOk="0">
                  <a:moveTo>
                    <a:pt x="1" y="1"/>
                  </a:moveTo>
                  <a:lnTo>
                    <a:pt x="1" y="11170"/>
                  </a:lnTo>
                  <a:lnTo>
                    <a:pt x="953" y="11170"/>
                  </a:lnTo>
                  <a:lnTo>
                    <a:pt x="953"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2" name="Google Shape;23752;p141"/>
            <p:cNvSpPr/>
            <p:nvPr/>
          </p:nvSpPr>
          <p:spPr>
            <a:xfrm>
              <a:off x="5409500" y="2246733"/>
              <a:ext cx="343855" cy="20654"/>
            </a:xfrm>
            <a:custGeom>
              <a:avLst/>
              <a:gdLst/>
              <a:ahLst/>
              <a:cxnLst/>
              <a:rect l="l" t="t" r="r" b="b"/>
              <a:pathLst>
                <a:path w="11504" h="691" extrusionOk="0">
                  <a:moveTo>
                    <a:pt x="1" y="0"/>
                  </a:moveTo>
                  <a:lnTo>
                    <a:pt x="1" y="691"/>
                  </a:lnTo>
                  <a:lnTo>
                    <a:pt x="11503" y="691"/>
                  </a:lnTo>
                  <a:lnTo>
                    <a:pt x="11503"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3" name="Google Shape;23753;p141"/>
            <p:cNvSpPr/>
            <p:nvPr/>
          </p:nvSpPr>
          <p:spPr>
            <a:xfrm>
              <a:off x="5581788" y="2246733"/>
              <a:ext cx="171569" cy="20654"/>
            </a:xfrm>
            <a:custGeom>
              <a:avLst/>
              <a:gdLst/>
              <a:ahLst/>
              <a:cxnLst/>
              <a:rect l="l" t="t" r="r" b="b"/>
              <a:pathLst>
                <a:path w="5740" h="691" extrusionOk="0">
                  <a:moveTo>
                    <a:pt x="0" y="0"/>
                  </a:moveTo>
                  <a:lnTo>
                    <a:pt x="0" y="691"/>
                  </a:lnTo>
                  <a:lnTo>
                    <a:pt x="5739" y="691"/>
                  </a:lnTo>
                  <a:lnTo>
                    <a:pt x="5739"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54" name="Google Shape;23754;p141"/>
          <p:cNvGrpSpPr/>
          <p:nvPr/>
        </p:nvGrpSpPr>
        <p:grpSpPr>
          <a:xfrm>
            <a:off x="6253581" y="1796902"/>
            <a:ext cx="344544" cy="319646"/>
            <a:chOff x="6082220" y="1934948"/>
            <a:chExt cx="344544" cy="319646"/>
          </a:xfrm>
        </p:grpSpPr>
        <p:sp>
          <p:nvSpPr>
            <p:cNvPr id="23755" name="Google Shape;23755;p141"/>
            <p:cNvSpPr/>
            <p:nvPr/>
          </p:nvSpPr>
          <p:spPr>
            <a:xfrm>
              <a:off x="6211047" y="2190480"/>
              <a:ext cx="215716" cy="64114"/>
            </a:xfrm>
            <a:custGeom>
              <a:avLst/>
              <a:gdLst/>
              <a:ahLst/>
              <a:cxnLst/>
              <a:rect l="l" t="t" r="r" b="b"/>
              <a:pathLst>
                <a:path w="7217" h="2145" extrusionOk="0">
                  <a:moveTo>
                    <a:pt x="1" y="1"/>
                  </a:moveTo>
                  <a:lnTo>
                    <a:pt x="1" y="2144"/>
                  </a:lnTo>
                  <a:lnTo>
                    <a:pt x="7217" y="2144"/>
                  </a:lnTo>
                  <a:lnTo>
                    <a:pt x="72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6" name="Google Shape;23756;p141"/>
            <p:cNvSpPr/>
            <p:nvPr/>
          </p:nvSpPr>
          <p:spPr>
            <a:xfrm>
              <a:off x="6211047" y="2222522"/>
              <a:ext cx="215716" cy="32072"/>
            </a:xfrm>
            <a:custGeom>
              <a:avLst/>
              <a:gdLst/>
              <a:ahLst/>
              <a:cxnLst/>
              <a:rect l="l" t="t" r="r" b="b"/>
              <a:pathLst>
                <a:path w="7217" h="1073" extrusionOk="0">
                  <a:moveTo>
                    <a:pt x="1" y="1"/>
                  </a:moveTo>
                  <a:lnTo>
                    <a:pt x="1" y="1072"/>
                  </a:lnTo>
                  <a:lnTo>
                    <a:pt x="7217" y="1072"/>
                  </a:lnTo>
                  <a:lnTo>
                    <a:pt x="7217"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7" name="Google Shape;23757;p141"/>
            <p:cNvSpPr/>
            <p:nvPr/>
          </p:nvSpPr>
          <p:spPr>
            <a:xfrm>
              <a:off x="6267300" y="2102244"/>
              <a:ext cx="159463" cy="64084"/>
            </a:xfrm>
            <a:custGeom>
              <a:avLst/>
              <a:gdLst/>
              <a:ahLst/>
              <a:cxnLst/>
              <a:rect l="l" t="t" r="r" b="b"/>
              <a:pathLst>
                <a:path w="5335" h="2144" extrusionOk="0">
                  <a:moveTo>
                    <a:pt x="0" y="0"/>
                  </a:moveTo>
                  <a:lnTo>
                    <a:pt x="0" y="2143"/>
                  </a:lnTo>
                  <a:lnTo>
                    <a:pt x="5335" y="2143"/>
                  </a:lnTo>
                  <a:lnTo>
                    <a:pt x="533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8" name="Google Shape;23758;p141"/>
            <p:cNvSpPr/>
            <p:nvPr/>
          </p:nvSpPr>
          <p:spPr>
            <a:xfrm>
              <a:off x="6267300" y="2135691"/>
              <a:ext cx="159463" cy="32042"/>
            </a:xfrm>
            <a:custGeom>
              <a:avLst/>
              <a:gdLst/>
              <a:ahLst/>
              <a:cxnLst/>
              <a:rect l="l" t="t" r="r" b="b"/>
              <a:pathLst>
                <a:path w="5335" h="1072" extrusionOk="0">
                  <a:moveTo>
                    <a:pt x="0" y="0"/>
                  </a:moveTo>
                  <a:lnTo>
                    <a:pt x="0" y="1072"/>
                  </a:lnTo>
                  <a:lnTo>
                    <a:pt x="5335" y="1072"/>
                  </a:lnTo>
                  <a:lnTo>
                    <a:pt x="5335"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9" name="Google Shape;23759;p141"/>
            <p:cNvSpPr/>
            <p:nvPr/>
          </p:nvSpPr>
          <p:spPr>
            <a:xfrm>
              <a:off x="6320684" y="2015383"/>
              <a:ext cx="106080" cy="64084"/>
            </a:xfrm>
            <a:custGeom>
              <a:avLst/>
              <a:gdLst/>
              <a:ahLst/>
              <a:cxnLst/>
              <a:rect l="l" t="t" r="r" b="b"/>
              <a:pathLst>
                <a:path w="3549" h="2144" extrusionOk="0">
                  <a:moveTo>
                    <a:pt x="0" y="1"/>
                  </a:moveTo>
                  <a:lnTo>
                    <a:pt x="0" y="2144"/>
                  </a:lnTo>
                  <a:lnTo>
                    <a:pt x="3549" y="2144"/>
                  </a:lnTo>
                  <a:lnTo>
                    <a:pt x="354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0" name="Google Shape;23760;p141"/>
            <p:cNvSpPr/>
            <p:nvPr/>
          </p:nvSpPr>
          <p:spPr>
            <a:xfrm>
              <a:off x="6320684" y="2048142"/>
              <a:ext cx="106080" cy="32042"/>
            </a:xfrm>
            <a:custGeom>
              <a:avLst/>
              <a:gdLst/>
              <a:ahLst/>
              <a:cxnLst/>
              <a:rect l="l" t="t" r="r" b="b"/>
              <a:pathLst>
                <a:path w="3549" h="1072" extrusionOk="0">
                  <a:moveTo>
                    <a:pt x="0" y="0"/>
                  </a:moveTo>
                  <a:lnTo>
                    <a:pt x="0" y="1072"/>
                  </a:lnTo>
                  <a:lnTo>
                    <a:pt x="3549" y="1072"/>
                  </a:lnTo>
                  <a:lnTo>
                    <a:pt x="3549"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1" name="Google Shape;23761;p141"/>
            <p:cNvSpPr/>
            <p:nvPr/>
          </p:nvSpPr>
          <p:spPr>
            <a:xfrm>
              <a:off x="6082220" y="2015383"/>
              <a:ext cx="270504" cy="64084"/>
            </a:xfrm>
            <a:custGeom>
              <a:avLst/>
              <a:gdLst/>
              <a:ahLst/>
              <a:cxnLst/>
              <a:rect l="l" t="t" r="r" b="b"/>
              <a:pathLst>
                <a:path w="9050" h="2144" extrusionOk="0">
                  <a:moveTo>
                    <a:pt x="1" y="1"/>
                  </a:moveTo>
                  <a:lnTo>
                    <a:pt x="1" y="2144"/>
                  </a:lnTo>
                  <a:lnTo>
                    <a:pt x="7978" y="2144"/>
                  </a:lnTo>
                  <a:lnTo>
                    <a:pt x="9050" y="1072"/>
                  </a:lnTo>
                  <a:lnTo>
                    <a:pt x="7978"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2" name="Google Shape;23762;p141"/>
            <p:cNvSpPr/>
            <p:nvPr/>
          </p:nvSpPr>
          <p:spPr>
            <a:xfrm>
              <a:off x="6082937" y="2102244"/>
              <a:ext cx="219273" cy="64084"/>
            </a:xfrm>
            <a:custGeom>
              <a:avLst/>
              <a:gdLst/>
              <a:ahLst/>
              <a:cxnLst/>
              <a:rect l="l" t="t" r="r" b="b"/>
              <a:pathLst>
                <a:path w="7336" h="2144" extrusionOk="0">
                  <a:moveTo>
                    <a:pt x="0" y="0"/>
                  </a:moveTo>
                  <a:lnTo>
                    <a:pt x="0" y="2143"/>
                  </a:lnTo>
                  <a:lnTo>
                    <a:pt x="6264" y="2143"/>
                  </a:lnTo>
                  <a:lnTo>
                    <a:pt x="7335" y="1072"/>
                  </a:lnTo>
                  <a:lnTo>
                    <a:pt x="6264"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3" name="Google Shape;23763;p141"/>
            <p:cNvSpPr/>
            <p:nvPr/>
          </p:nvSpPr>
          <p:spPr>
            <a:xfrm>
              <a:off x="6082220" y="2189792"/>
              <a:ext cx="160898" cy="64084"/>
            </a:xfrm>
            <a:custGeom>
              <a:avLst/>
              <a:gdLst/>
              <a:ahLst/>
              <a:cxnLst/>
              <a:rect l="l" t="t" r="r" b="b"/>
              <a:pathLst>
                <a:path w="5383" h="2144" extrusionOk="0">
                  <a:moveTo>
                    <a:pt x="1" y="0"/>
                  </a:moveTo>
                  <a:lnTo>
                    <a:pt x="1" y="2143"/>
                  </a:lnTo>
                  <a:lnTo>
                    <a:pt x="4311" y="2143"/>
                  </a:lnTo>
                  <a:lnTo>
                    <a:pt x="5383" y="1072"/>
                  </a:lnTo>
                  <a:lnTo>
                    <a:pt x="4311"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4" name="Google Shape;23764;p141"/>
            <p:cNvSpPr/>
            <p:nvPr/>
          </p:nvSpPr>
          <p:spPr>
            <a:xfrm>
              <a:off x="6364802" y="1974104"/>
              <a:ext cx="61962" cy="20684"/>
            </a:xfrm>
            <a:custGeom>
              <a:avLst/>
              <a:gdLst/>
              <a:ahLst/>
              <a:cxnLst/>
              <a:rect l="l" t="t" r="r" b="b"/>
              <a:pathLst>
                <a:path w="2073" h="692" extrusionOk="0">
                  <a:moveTo>
                    <a:pt x="1" y="0"/>
                  </a:moveTo>
                  <a:lnTo>
                    <a:pt x="1" y="691"/>
                  </a:lnTo>
                  <a:lnTo>
                    <a:pt x="2073" y="691"/>
                  </a:lnTo>
                  <a:lnTo>
                    <a:pt x="2073"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5" name="Google Shape;23765;p141"/>
            <p:cNvSpPr/>
            <p:nvPr/>
          </p:nvSpPr>
          <p:spPr>
            <a:xfrm>
              <a:off x="6364802" y="1934948"/>
              <a:ext cx="61962" cy="20684"/>
            </a:xfrm>
            <a:custGeom>
              <a:avLst/>
              <a:gdLst/>
              <a:ahLst/>
              <a:cxnLst/>
              <a:rect l="l" t="t" r="r" b="b"/>
              <a:pathLst>
                <a:path w="2073" h="692" extrusionOk="0">
                  <a:moveTo>
                    <a:pt x="1" y="1"/>
                  </a:moveTo>
                  <a:lnTo>
                    <a:pt x="1" y="691"/>
                  </a:lnTo>
                  <a:lnTo>
                    <a:pt x="2073" y="691"/>
                  </a:lnTo>
                  <a:lnTo>
                    <a:pt x="2073"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6" name="Google Shape;23766;p141"/>
            <p:cNvSpPr/>
            <p:nvPr/>
          </p:nvSpPr>
          <p:spPr>
            <a:xfrm>
              <a:off x="6324241" y="1974104"/>
              <a:ext cx="20684" cy="20684"/>
            </a:xfrm>
            <a:custGeom>
              <a:avLst/>
              <a:gdLst/>
              <a:ahLst/>
              <a:cxnLst/>
              <a:rect l="l" t="t" r="r" b="b"/>
              <a:pathLst>
                <a:path w="692" h="692" extrusionOk="0">
                  <a:moveTo>
                    <a:pt x="0" y="0"/>
                  </a:moveTo>
                  <a:lnTo>
                    <a:pt x="0" y="691"/>
                  </a:lnTo>
                  <a:lnTo>
                    <a:pt x="691" y="691"/>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7" name="Google Shape;23767;p141"/>
            <p:cNvSpPr/>
            <p:nvPr/>
          </p:nvSpPr>
          <p:spPr>
            <a:xfrm>
              <a:off x="6324241" y="1934948"/>
              <a:ext cx="20684" cy="20684"/>
            </a:xfrm>
            <a:custGeom>
              <a:avLst/>
              <a:gdLst/>
              <a:ahLst/>
              <a:cxnLst/>
              <a:rect l="l" t="t" r="r" b="b"/>
              <a:pathLst>
                <a:path w="692" h="692" extrusionOk="0">
                  <a:moveTo>
                    <a:pt x="0" y="1"/>
                  </a:moveTo>
                  <a:lnTo>
                    <a:pt x="0" y="691"/>
                  </a:lnTo>
                  <a:lnTo>
                    <a:pt x="691" y="691"/>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8" name="Google Shape;23768;p141"/>
            <p:cNvSpPr/>
            <p:nvPr/>
          </p:nvSpPr>
          <p:spPr>
            <a:xfrm>
              <a:off x="6082220" y="2048142"/>
              <a:ext cx="270504" cy="32042"/>
            </a:xfrm>
            <a:custGeom>
              <a:avLst/>
              <a:gdLst/>
              <a:ahLst/>
              <a:cxnLst/>
              <a:rect l="l" t="t" r="r" b="b"/>
              <a:pathLst>
                <a:path w="9050" h="1072" extrusionOk="0">
                  <a:moveTo>
                    <a:pt x="1" y="0"/>
                  </a:moveTo>
                  <a:lnTo>
                    <a:pt x="1" y="1072"/>
                  </a:lnTo>
                  <a:lnTo>
                    <a:pt x="7978" y="1072"/>
                  </a:lnTo>
                  <a:lnTo>
                    <a:pt x="9050"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9" name="Google Shape;23769;p141"/>
            <p:cNvSpPr/>
            <p:nvPr/>
          </p:nvSpPr>
          <p:spPr>
            <a:xfrm>
              <a:off x="6082937" y="2135691"/>
              <a:ext cx="219273" cy="32042"/>
            </a:xfrm>
            <a:custGeom>
              <a:avLst/>
              <a:gdLst/>
              <a:ahLst/>
              <a:cxnLst/>
              <a:rect l="l" t="t" r="r" b="b"/>
              <a:pathLst>
                <a:path w="7336" h="1072" extrusionOk="0">
                  <a:moveTo>
                    <a:pt x="0" y="0"/>
                  </a:moveTo>
                  <a:lnTo>
                    <a:pt x="0" y="1072"/>
                  </a:lnTo>
                  <a:lnTo>
                    <a:pt x="6264" y="1072"/>
                  </a:lnTo>
                  <a:lnTo>
                    <a:pt x="7335"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0" name="Google Shape;23770;p141"/>
            <p:cNvSpPr/>
            <p:nvPr/>
          </p:nvSpPr>
          <p:spPr>
            <a:xfrm>
              <a:off x="6082937" y="2222522"/>
              <a:ext cx="162333" cy="32072"/>
            </a:xfrm>
            <a:custGeom>
              <a:avLst/>
              <a:gdLst/>
              <a:ahLst/>
              <a:cxnLst/>
              <a:rect l="l" t="t" r="r" b="b"/>
              <a:pathLst>
                <a:path w="5431" h="1073" extrusionOk="0">
                  <a:moveTo>
                    <a:pt x="0" y="1"/>
                  </a:moveTo>
                  <a:lnTo>
                    <a:pt x="0" y="1072"/>
                  </a:lnTo>
                  <a:lnTo>
                    <a:pt x="4358" y="1072"/>
                  </a:lnTo>
                  <a:lnTo>
                    <a:pt x="5430"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71" name="Google Shape;23771;p141"/>
          <p:cNvGrpSpPr/>
          <p:nvPr/>
        </p:nvGrpSpPr>
        <p:grpSpPr>
          <a:xfrm>
            <a:off x="6984893" y="1765658"/>
            <a:ext cx="343110" cy="344544"/>
            <a:chOff x="6742117" y="1922842"/>
            <a:chExt cx="343110" cy="344544"/>
          </a:xfrm>
        </p:grpSpPr>
        <p:sp>
          <p:nvSpPr>
            <p:cNvPr id="23772" name="Google Shape;23772;p141"/>
            <p:cNvSpPr/>
            <p:nvPr/>
          </p:nvSpPr>
          <p:spPr>
            <a:xfrm>
              <a:off x="6770572" y="2078750"/>
              <a:ext cx="20684" cy="125299"/>
            </a:xfrm>
            <a:custGeom>
              <a:avLst/>
              <a:gdLst/>
              <a:ahLst/>
              <a:cxnLst/>
              <a:rect l="l" t="t" r="r" b="b"/>
              <a:pathLst>
                <a:path w="692" h="4192" extrusionOk="0">
                  <a:moveTo>
                    <a:pt x="1" y="0"/>
                  </a:moveTo>
                  <a:lnTo>
                    <a:pt x="1" y="4191"/>
                  </a:lnTo>
                  <a:lnTo>
                    <a:pt x="692" y="4191"/>
                  </a:lnTo>
                  <a:lnTo>
                    <a:pt x="692"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3" name="Google Shape;23773;p141"/>
            <p:cNvSpPr/>
            <p:nvPr/>
          </p:nvSpPr>
          <p:spPr>
            <a:xfrm>
              <a:off x="6859556" y="1991171"/>
              <a:ext cx="20684" cy="217868"/>
            </a:xfrm>
            <a:custGeom>
              <a:avLst/>
              <a:gdLst/>
              <a:ahLst/>
              <a:cxnLst/>
              <a:rect l="l" t="t" r="r" b="b"/>
              <a:pathLst>
                <a:path w="692" h="7289" extrusionOk="0">
                  <a:moveTo>
                    <a:pt x="1" y="1"/>
                  </a:moveTo>
                  <a:lnTo>
                    <a:pt x="1" y="7288"/>
                  </a:lnTo>
                  <a:lnTo>
                    <a:pt x="691" y="7288"/>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4" name="Google Shape;23774;p141"/>
            <p:cNvSpPr/>
            <p:nvPr/>
          </p:nvSpPr>
          <p:spPr>
            <a:xfrm>
              <a:off x="6947821" y="2101526"/>
              <a:ext cx="19967" cy="102523"/>
            </a:xfrm>
            <a:custGeom>
              <a:avLst/>
              <a:gdLst/>
              <a:ahLst/>
              <a:cxnLst/>
              <a:rect l="l" t="t" r="r" b="b"/>
              <a:pathLst>
                <a:path w="668" h="3430" extrusionOk="0">
                  <a:moveTo>
                    <a:pt x="1" y="0"/>
                  </a:moveTo>
                  <a:lnTo>
                    <a:pt x="1" y="3429"/>
                  </a:lnTo>
                  <a:lnTo>
                    <a:pt x="668" y="3429"/>
                  </a:lnTo>
                  <a:lnTo>
                    <a:pt x="66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5" name="Google Shape;23775;p141"/>
            <p:cNvSpPr/>
            <p:nvPr/>
          </p:nvSpPr>
          <p:spPr>
            <a:xfrm>
              <a:off x="7036805" y="2019657"/>
              <a:ext cx="19967" cy="188666"/>
            </a:xfrm>
            <a:custGeom>
              <a:avLst/>
              <a:gdLst/>
              <a:ahLst/>
              <a:cxnLst/>
              <a:rect l="l" t="t" r="r" b="b"/>
              <a:pathLst>
                <a:path w="668" h="6312" extrusionOk="0">
                  <a:moveTo>
                    <a:pt x="1" y="1"/>
                  </a:moveTo>
                  <a:lnTo>
                    <a:pt x="1" y="6311"/>
                  </a:lnTo>
                  <a:lnTo>
                    <a:pt x="667" y="6311"/>
                  </a:lnTo>
                  <a:lnTo>
                    <a:pt x="66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6" name="Google Shape;23776;p141"/>
            <p:cNvSpPr/>
            <p:nvPr/>
          </p:nvSpPr>
          <p:spPr>
            <a:xfrm>
              <a:off x="6742117" y="2009703"/>
              <a:ext cx="78312" cy="78312"/>
            </a:xfrm>
            <a:custGeom>
              <a:avLst/>
              <a:gdLst/>
              <a:ahLst/>
              <a:cxnLst/>
              <a:rect l="l" t="t" r="r" b="b"/>
              <a:pathLst>
                <a:path w="2620" h="2620" extrusionOk="0">
                  <a:moveTo>
                    <a:pt x="1310" y="0"/>
                  </a:moveTo>
                  <a:cubicBezTo>
                    <a:pt x="572" y="0"/>
                    <a:pt x="0" y="595"/>
                    <a:pt x="0" y="1310"/>
                  </a:cubicBezTo>
                  <a:cubicBezTo>
                    <a:pt x="0" y="2048"/>
                    <a:pt x="572" y="2620"/>
                    <a:pt x="1310" y="2620"/>
                  </a:cubicBezTo>
                  <a:cubicBezTo>
                    <a:pt x="2025" y="2620"/>
                    <a:pt x="2620" y="2048"/>
                    <a:pt x="2620" y="1310"/>
                  </a:cubicBezTo>
                  <a:cubicBezTo>
                    <a:pt x="2620" y="595"/>
                    <a:pt x="2025" y="0"/>
                    <a:pt x="1310"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7" name="Google Shape;23777;p141"/>
            <p:cNvSpPr/>
            <p:nvPr/>
          </p:nvSpPr>
          <p:spPr>
            <a:xfrm>
              <a:off x="6829665" y="1922842"/>
              <a:ext cx="78342" cy="78342"/>
            </a:xfrm>
            <a:custGeom>
              <a:avLst/>
              <a:gdLst/>
              <a:ahLst/>
              <a:cxnLst/>
              <a:rect l="l" t="t" r="r" b="b"/>
              <a:pathLst>
                <a:path w="2621" h="2621" extrusionOk="0">
                  <a:moveTo>
                    <a:pt x="1310" y="1"/>
                  </a:moveTo>
                  <a:cubicBezTo>
                    <a:pt x="596" y="1"/>
                    <a:pt x="1" y="572"/>
                    <a:pt x="1" y="1311"/>
                  </a:cubicBezTo>
                  <a:cubicBezTo>
                    <a:pt x="1" y="2025"/>
                    <a:pt x="596" y="2620"/>
                    <a:pt x="1310" y="2620"/>
                  </a:cubicBezTo>
                  <a:cubicBezTo>
                    <a:pt x="2049" y="2620"/>
                    <a:pt x="2620" y="2025"/>
                    <a:pt x="2620" y="1311"/>
                  </a:cubicBezTo>
                  <a:cubicBezTo>
                    <a:pt x="2620" y="572"/>
                    <a:pt x="2049" y="1"/>
                    <a:pt x="1310"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8" name="Google Shape;23778;p141"/>
            <p:cNvSpPr/>
            <p:nvPr/>
          </p:nvSpPr>
          <p:spPr>
            <a:xfrm>
              <a:off x="6918649" y="2033885"/>
              <a:ext cx="78312" cy="78342"/>
            </a:xfrm>
            <a:custGeom>
              <a:avLst/>
              <a:gdLst/>
              <a:ahLst/>
              <a:cxnLst/>
              <a:rect l="l" t="t" r="r" b="b"/>
              <a:pathLst>
                <a:path w="2620" h="2621" extrusionOk="0">
                  <a:moveTo>
                    <a:pt x="1310" y="1"/>
                  </a:moveTo>
                  <a:cubicBezTo>
                    <a:pt x="596" y="1"/>
                    <a:pt x="0" y="596"/>
                    <a:pt x="0" y="1311"/>
                  </a:cubicBezTo>
                  <a:cubicBezTo>
                    <a:pt x="0" y="2025"/>
                    <a:pt x="596" y="2620"/>
                    <a:pt x="1310" y="2620"/>
                  </a:cubicBezTo>
                  <a:cubicBezTo>
                    <a:pt x="2048" y="2620"/>
                    <a:pt x="2620" y="2025"/>
                    <a:pt x="2620" y="1311"/>
                  </a:cubicBezTo>
                  <a:cubicBezTo>
                    <a:pt x="2620" y="596"/>
                    <a:pt x="2048" y="1"/>
                    <a:pt x="131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9" name="Google Shape;23779;p141"/>
            <p:cNvSpPr/>
            <p:nvPr/>
          </p:nvSpPr>
          <p:spPr>
            <a:xfrm>
              <a:off x="7006914" y="1951328"/>
              <a:ext cx="78312" cy="78312"/>
            </a:xfrm>
            <a:custGeom>
              <a:avLst/>
              <a:gdLst/>
              <a:ahLst/>
              <a:cxnLst/>
              <a:rect l="l" t="t" r="r" b="b"/>
              <a:pathLst>
                <a:path w="2620" h="2620" extrusionOk="0">
                  <a:moveTo>
                    <a:pt x="1310" y="0"/>
                  </a:moveTo>
                  <a:cubicBezTo>
                    <a:pt x="596" y="0"/>
                    <a:pt x="0" y="572"/>
                    <a:pt x="0" y="1310"/>
                  </a:cubicBezTo>
                  <a:cubicBezTo>
                    <a:pt x="0" y="2025"/>
                    <a:pt x="596" y="2620"/>
                    <a:pt x="1310" y="2620"/>
                  </a:cubicBezTo>
                  <a:cubicBezTo>
                    <a:pt x="2048" y="2620"/>
                    <a:pt x="2620" y="2025"/>
                    <a:pt x="2620" y="1310"/>
                  </a:cubicBezTo>
                  <a:cubicBezTo>
                    <a:pt x="2620" y="572"/>
                    <a:pt x="2048" y="0"/>
                    <a:pt x="131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0" name="Google Shape;23780;p141"/>
            <p:cNvSpPr/>
            <p:nvPr/>
          </p:nvSpPr>
          <p:spPr>
            <a:xfrm>
              <a:off x="6742117" y="2204020"/>
              <a:ext cx="99683" cy="63367"/>
            </a:xfrm>
            <a:custGeom>
              <a:avLst/>
              <a:gdLst/>
              <a:ahLst/>
              <a:cxnLst/>
              <a:rect l="l" t="t" r="r" b="b"/>
              <a:pathLst>
                <a:path w="3335" h="2120" extrusionOk="0">
                  <a:moveTo>
                    <a:pt x="0" y="0"/>
                  </a:moveTo>
                  <a:lnTo>
                    <a:pt x="0" y="2120"/>
                  </a:lnTo>
                  <a:lnTo>
                    <a:pt x="2882" y="2120"/>
                  </a:lnTo>
                  <a:lnTo>
                    <a:pt x="3334" y="1048"/>
                  </a:lnTo>
                  <a:lnTo>
                    <a:pt x="2882"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1" name="Google Shape;23781;p141"/>
            <p:cNvSpPr/>
            <p:nvPr/>
          </p:nvSpPr>
          <p:spPr>
            <a:xfrm>
              <a:off x="6827543" y="2204020"/>
              <a:ext cx="99683" cy="63367"/>
            </a:xfrm>
            <a:custGeom>
              <a:avLst/>
              <a:gdLst/>
              <a:ahLst/>
              <a:cxnLst/>
              <a:rect l="l" t="t" r="r" b="b"/>
              <a:pathLst>
                <a:path w="3335" h="2120" extrusionOk="0">
                  <a:moveTo>
                    <a:pt x="0" y="0"/>
                  </a:moveTo>
                  <a:lnTo>
                    <a:pt x="0" y="2120"/>
                  </a:lnTo>
                  <a:lnTo>
                    <a:pt x="2882" y="2120"/>
                  </a:lnTo>
                  <a:lnTo>
                    <a:pt x="3334" y="1048"/>
                  </a:lnTo>
                  <a:lnTo>
                    <a:pt x="2882"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2" name="Google Shape;23782;p141"/>
            <p:cNvSpPr/>
            <p:nvPr/>
          </p:nvSpPr>
          <p:spPr>
            <a:xfrm>
              <a:off x="6913657" y="2204020"/>
              <a:ext cx="99683" cy="63367"/>
            </a:xfrm>
            <a:custGeom>
              <a:avLst/>
              <a:gdLst/>
              <a:ahLst/>
              <a:cxnLst/>
              <a:rect l="l" t="t" r="r" b="b"/>
              <a:pathLst>
                <a:path w="3335" h="2120" extrusionOk="0">
                  <a:moveTo>
                    <a:pt x="1" y="0"/>
                  </a:moveTo>
                  <a:lnTo>
                    <a:pt x="1" y="2120"/>
                  </a:lnTo>
                  <a:lnTo>
                    <a:pt x="2882" y="2120"/>
                  </a:lnTo>
                  <a:lnTo>
                    <a:pt x="3335" y="1048"/>
                  </a:lnTo>
                  <a:lnTo>
                    <a:pt x="288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3" name="Google Shape;23783;p141"/>
            <p:cNvSpPr/>
            <p:nvPr/>
          </p:nvSpPr>
          <p:spPr>
            <a:xfrm>
              <a:off x="6999083" y="2204020"/>
              <a:ext cx="86143" cy="63367"/>
            </a:xfrm>
            <a:custGeom>
              <a:avLst/>
              <a:gdLst/>
              <a:ahLst/>
              <a:cxnLst/>
              <a:rect l="l" t="t" r="r" b="b"/>
              <a:pathLst>
                <a:path w="2882" h="2120" extrusionOk="0">
                  <a:moveTo>
                    <a:pt x="0" y="0"/>
                  </a:moveTo>
                  <a:lnTo>
                    <a:pt x="0" y="2120"/>
                  </a:lnTo>
                  <a:lnTo>
                    <a:pt x="2882" y="2120"/>
                  </a:lnTo>
                  <a:lnTo>
                    <a:pt x="2882"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84" name="Google Shape;23784;p141"/>
          <p:cNvGrpSpPr/>
          <p:nvPr/>
        </p:nvGrpSpPr>
        <p:grpSpPr>
          <a:xfrm>
            <a:off x="7711598" y="1770442"/>
            <a:ext cx="344573" cy="344543"/>
            <a:chOff x="7406975" y="1922842"/>
            <a:chExt cx="344573" cy="344543"/>
          </a:xfrm>
        </p:grpSpPr>
        <p:sp>
          <p:nvSpPr>
            <p:cNvPr id="23785" name="Google Shape;23785;p141"/>
            <p:cNvSpPr/>
            <p:nvPr/>
          </p:nvSpPr>
          <p:spPr>
            <a:xfrm>
              <a:off x="7406975" y="1923739"/>
              <a:ext cx="344572" cy="177816"/>
            </a:xfrm>
            <a:custGeom>
              <a:avLst/>
              <a:gdLst/>
              <a:ahLst/>
              <a:cxnLst/>
              <a:rect l="l" t="t" r="r" b="b"/>
              <a:pathLst>
                <a:path w="11528" h="5949" extrusionOk="0">
                  <a:moveTo>
                    <a:pt x="5748" y="1"/>
                  </a:moveTo>
                  <a:cubicBezTo>
                    <a:pt x="4217" y="1"/>
                    <a:pt x="2783" y="599"/>
                    <a:pt x="1716" y="1685"/>
                  </a:cubicBezTo>
                  <a:cubicBezTo>
                    <a:pt x="644" y="2757"/>
                    <a:pt x="1" y="4234"/>
                    <a:pt x="1" y="5781"/>
                  </a:cubicBezTo>
                  <a:lnTo>
                    <a:pt x="1" y="5948"/>
                  </a:lnTo>
                  <a:lnTo>
                    <a:pt x="11527" y="5948"/>
                  </a:lnTo>
                  <a:lnTo>
                    <a:pt x="11527" y="5924"/>
                  </a:lnTo>
                  <a:lnTo>
                    <a:pt x="11527" y="5734"/>
                  </a:lnTo>
                  <a:cubicBezTo>
                    <a:pt x="11527" y="3829"/>
                    <a:pt x="10598" y="2043"/>
                    <a:pt x="8931" y="947"/>
                  </a:cubicBezTo>
                  <a:cubicBezTo>
                    <a:pt x="8336" y="542"/>
                    <a:pt x="7669" y="257"/>
                    <a:pt x="6907" y="114"/>
                  </a:cubicBezTo>
                  <a:cubicBezTo>
                    <a:pt x="6518" y="38"/>
                    <a:pt x="6130" y="1"/>
                    <a:pt x="5748"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6" name="Google Shape;23786;p141"/>
            <p:cNvSpPr/>
            <p:nvPr/>
          </p:nvSpPr>
          <p:spPr>
            <a:xfrm>
              <a:off x="7579263" y="1922842"/>
              <a:ext cx="172286" cy="177278"/>
            </a:xfrm>
            <a:custGeom>
              <a:avLst/>
              <a:gdLst/>
              <a:ahLst/>
              <a:cxnLst/>
              <a:rect l="l" t="t" r="r" b="b"/>
              <a:pathLst>
                <a:path w="5764" h="5931" extrusionOk="0">
                  <a:moveTo>
                    <a:pt x="0" y="1"/>
                  </a:moveTo>
                  <a:lnTo>
                    <a:pt x="0" y="5931"/>
                  </a:lnTo>
                  <a:lnTo>
                    <a:pt x="5763" y="5931"/>
                  </a:lnTo>
                  <a:lnTo>
                    <a:pt x="5763" y="5764"/>
                  </a:lnTo>
                  <a:cubicBezTo>
                    <a:pt x="5763" y="4216"/>
                    <a:pt x="5168" y="2787"/>
                    <a:pt x="4072" y="1692"/>
                  </a:cubicBezTo>
                  <a:cubicBezTo>
                    <a:pt x="2977" y="596"/>
                    <a:pt x="1548" y="1"/>
                    <a:pt x="0"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7" name="Google Shape;23787;p141"/>
            <p:cNvSpPr/>
            <p:nvPr/>
          </p:nvSpPr>
          <p:spPr>
            <a:xfrm>
              <a:off x="7406975" y="2093695"/>
              <a:ext cx="344572" cy="172435"/>
            </a:xfrm>
            <a:custGeom>
              <a:avLst/>
              <a:gdLst/>
              <a:ahLst/>
              <a:cxnLst/>
              <a:rect l="l" t="t" r="r" b="b"/>
              <a:pathLst>
                <a:path w="11528" h="5769" extrusionOk="0">
                  <a:moveTo>
                    <a:pt x="1" y="0"/>
                  </a:moveTo>
                  <a:cubicBezTo>
                    <a:pt x="1" y="1548"/>
                    <a:pt x="644" y="3001"/>
                    <a:pt x="1716" y="4072"/>
                  </a:cubicBezTo>
                  <a:cubicBezTo>
                    <a:pt x="2773" y="5168"/>
                    <a:pt x="4190" y="5769"/>
                    <a:pt x="5705" y="5769"/>
                  </a:cubicBezTo>
                  <a:cubicBezTo>
                    <a:pt x="6101" y="5769"/>
                    <a:pt x="6503" y="5728"/>
                    <a:pt x="6907" y="5644"/>
                  </a:cubicBezTo>
                  <a:cubicBezTo>
                    <a:pt x="7669" y="5501"/>
                    <a:pt x="8336" y="5239"/>
                    <a:pt x="8931" y="4811"/>
                  </a:cubicBezTo>
                  <a:cubicBezTo>
                    <a:pt x="10598" y="3715"/>
                    <a:pt x="11527" y="1929"/>
                    <a:pt x="11527" y="24"/>
                  </a:cubicBezTo>
                  <a:lnTo>
                    <a:pt x="11527"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8" name="Google Shape;23788;p141"/>
            <p:cNvSpPr/>
            <p:nvPr/>
          </p:nvSpPr>
          <p:spPr>
            <a:xfrm>
              <a:off x="7579263" y="2094412"/>
              <a:ext cx="172286" cy="172973"/>
            </a:xfrm>
            <a:custGeom>
              <a:avLst/>
              <a:gdLst/>
              <a:ahLst/>
              <a:cxnLst/>
              <a:rect l="l" t="t" r="r" b="b"/>
              <a:pathLst>
                <a:path w="5764" h="5787" extrusionOk="0">
                  <a:moveTo>
                    <a:pt x="5763" y="0"/>
                  </a:moveTo>
                  <a:cubicBezTo>
                    <a:pt x="5763" y="8"/>
                    <a:pt x="5763" y="16"/>
                    <a:pt x="5763" y="24"/>
                  </a:cubicBezTo>
                  <a:lnTo>
                    <a:pt x="5763" y="24"/>
                  </a:lnTo>
                  <a:lnTo>
                    <a:pt x="5763" y="0"/>
                  </a:lnTo>
                  <a:close/>
                  <a:moveTo>
                    <a:pt x="0" y="24"/>
                  </a:moveTo>
                  <a:lnTo>
                    <a:pt x="0" y="5787"/>
                  </a:lnTo>
                  <a:cubicBezTo>
                    <a:pt x="1548" y="5787"/>
                    <a:pt x="2977" y="5192"/>
                    <a:pt x="4072" y="4072"/>
                  </a:cubicBezTo>
                  <a:cubicBezTo>
                    <a:pt x="5162" y="2982"/>
                    <a:pt x="5757" y="1563"/>
                    <a:pt x="5763" y="24"/>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9" name="Google Shape;23789;p141"/>
            <p:cNvSpPr/>
            <p:nvPr/>
          </p:nvSpPr>
          <p:spPr>
            <a:xfrm>
              <a:off x="7455397" y="1969830"/>
              <a:ext cx="131725" cy="249163"/>
            </a:xfrm>
            <a:custGeom>
              <a:avLst/>
              <a:gdLst/>
              <a:ahLst/>
              <a:cxnLst/>
              <a:rect l="l" t="t" r="r" b="b"/>
              <a:pathLst>
                <a:path w="4407" h="8336" extrusionOk="0">
                  <a:moveTo>
                    <a:pt x="4168" y="1"/>
                  </a:moveTo>
                  <a:cubicBezTo>
                    <a:pt x="1882" y="1"/>
                    <a:pt x="0" y="1882"/>
                    <a:pt x="0" y="4168"/>
                  </a:cubicBezTo>
                  <a:cubicBezTo>
                    <a:pt x="0" y="6454"/>
                    <a:pt x="1882" y="8336"/>
                    <a:pt x="4168" y="8336"/>
                  </a:cubicBezTo>
                  <a:cubicBezTo>
                    <a:pt x="4263" y="8336"/>
                    <a:pt x="4335" y="8097"/>
                    <a:pt x="4406" y="8097"/>
                  </a:cubicBezTo>
                  <a:lnTo>
                    <a:pt x="4406" y="239"/>
                  </a:lnTo>
                  <a:cubicBezTo>
                    <a:pt x="4311" y="239"/>
                    <a:pt x="4216" y="1"/>
                    <a:pt x="416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0" name="Google Shape;23790;p141"/>
            <p:cNvSpPr/>
            <p:nvPr/>
          </p:nvSpPr>
          <p:spPr>
            <a:xfrm>
              <a:off x="7579950" y="1969112"/>
              <a:ext cx="124611" cy="249880"/>
            </a:xfrm>
            <a:custGeom>
              <a:avLst/>
              <a:gdLst/>
              <a:ahLst/>
              <a:cxnLst/>
              <a:rect l="l" t="t" r="r" b="b"/>
              <a:pathLst>
                <a:path w="4169" h="8360" extrusionOk="0">
                  <a:moveTo>
                    <a:pt x="1" y="1"/>
                  </a:moveTo>
                  <a:lnTo>
                    <a:pt x="1" y="8360"/>
                  </a:lnTo>
                  <a:cubicBezTo>
                    <a:pt x="2287" y="8360"/>
                    <a:pt x="4168" y="6478"/>
                    <a:pt x="4168" y="4192"/>
                  </a:cubicBezTo>
                  <a:cubicBezTo>
                    <a:pt x="4168" y="1906"/>
                    <a:pt x="2287" y="25"/>
                    <a:pt x="1"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1" name="Google Shape;23791;p141"/>
            <p:cNvSpPr/>
            <p:nvPr/>
          </p:nvSpPr>
          <p:spPr>
            <a:xfrm>
              <a:off x="7500950" y="2015383"/>
              <a:ext cx="158058" cy="158058"/>
            </a:xfrm>
            <a:custGeom>
              <a:avLst/>
              <a:gdLst/>
              <a:ahLst/>
              <a:cxnLst/>
              <a:rect l="l" t="t" r="r" b="b"/>
              <a:pathLst>
                <a:path w="5288" h="5288" extrusionOk="0">
                  <a:moveTo>
                    <a:pt x="2644" y="1"/>
                  </a:moveTo>
                  <a:cubicBezTo>
                    <a:pt x="1167" y="1"/>
                    <a:pt x="0" y="1191"/>
                    <a:pt x="0" y="2644"/>
                  </a:cubicBezTo>
                  <a:cubicBezTo>
                    <a:pt x="0" y="4097"/>
                    <a:pt x="1167" y="5287"/>
                    <a:pt x="2644" y="5287"/>
                  </a:cubicBezTo>
                  <a:cubicBezTo>
                    <a:pt x="4097" y="5287"/>
                    <a:pt x="5287" y="4097"/>
                    <a:pt x="5287" y="2644"/>
                  </a:cubicBezTo>
                  <a:cubicBezTo>
                    <a:pt x="5287" y="1191"/>
                    <a:pt x="4097" y="1"/>
                    <a:pt x="264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2" name="Google Shape;23792;p141"/>
            <p:cNvSpPr/>
            <p:nvPr/>
          </p:nvSpPr>
          <p:spPr>
            <a:xfrm>
              <a:off x="7579850" y="2015475"/>
              <a:ext cx="79750" cy="158802"/>
            </a:xfrm>
            <a:custGeom>
              <a:avLst/>
              <a:gdLst/>
              <a:ahLst/>
              <a:cxnLst/>
              <a:rect l="l" t="t" r="r" b="b"/>
              <a:pathLst>
                <a:path w="2644" h="5264" extrusionOk="0">
                  <a:moveTo>
                    <a:pt x="0" y="0"/>
                  </a:moveTo>
                  <a:lnTo>
                    <a:pt x="0" y="5263"/>
                  </a:lnTo>
                  <a:cubicBezTo>
                    <a:pt x="1453" y="5263"/>
                    <a:pt x="2643" y="4073"/>
                    <a:pt x="2643" y="2620"/>
                  </a:cubicBezTo>
                  <a:cubicBezTo>
                    <a:pt x="2643" y="1167"/>
                    <a:pt x="1477" y="0"/>
                    <a:pt x="0" y="0"/>
                  </a:cubicBez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3" name="Google Shape;23793;p141"/>
            <p:cNvSpPr/>
            <p:nvPr/>
          </p:nvSpPr>
          <p:spPr>
            <a:xfrm>
              <a:off x="7554334" y="2062370"/>
              <a:ext cx="50574" cy="20684"/>
            </a:xfrm>
            <a:custGeom>
              <a:avLst/>
              <a:gdLst/>
              <a:ahLst/>
              <a:cxnLst/>
              <a:rect l="l" t="t" r="r" b="b"/>
              <a:pathLst>
                <a:path w="1692" h="692" extrusionOk="0">
                  <a:moveTo>
                    <a:pt x="1" y="0"/>
                  </a:moveTo>
                  <a:lnTo>
                    <a:pt x="1" y="691"/>
                  </a:lnTo>
                  <a:lnTo>
                    <a:pt x="1691" y="691"/>
                  </a:lnTo>
                  <a:lnTo>
                    <a:pt x="1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4" name="Google Shape;23794;p141"/>
            <p:cNvSpPr/>
            <p:nvPr/>
          </p:nvSpPr>
          <p:spPr>
            <a:xfrm>
              <a:off x="7554334" y="2105801"/>
              <a:ext cx="50574" cy="20654"/>
            </a:xfrm>
            <a:custGeom>
              <a:avLst/>
              <a:gdLst/>
              <a:ahLst/>
              <a:cxnLst/>
              <a:rect l="l" t="t" r="r" b="b"/>
              <a:pathLst>
                <a:path w="1692" h="691" extrusionOk="0">
                  <a:moveTo>
                    <a:pt x="1" y="0"/>
                  </a:moveTo>
                  <a:lnTo>
                    <a:pt x="1" y="691"/>
                  </a:lnTo>
                  <a:lnTo>
                    <a:pt x="1691" y="691"/>
                  </a:lnTo>
                  <a:lnTo>
                    <a:pt x="1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5" name="Google Shape;23795;p141"/>
            <p:cNvSpPr/>
            <p:nvPr/>
          </p:nvSpPr>
          <p:spPr>
            <a:xfrm>
              <a:off x="7579950" y="2062370"/>
              <a:ext cx="25676" cy="20684"/>
            </a:xfrm>
            <a:custGeom>
              <a:avLst/>
              <a:gdLst/>
              <a:ahLst/>
              <a:cxnLst/>
              <a:rect l="l" t="t" r="r" b="b"/>
              <a:pathLst>
                <a:path w="859" h="692" extrusionOk="0">
                  <a:moveTo>
                    <a:pt x="1" y="0"/>
                  </a:moveTo>
                  <a:lnTo>
                    <a:pt x="1" y="691"/>
                  </a:lnTo>
                  <a:lnTo>
                    <a:pt x="858" y="691"/>
                  </a:lnTo>
                  <a:lnTo>
                    <a:pt x="85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6" name="Google Shape;23796;p141"/>
            <p:cNvSpPr/>
            <p:nvPr/>
          </p:nvSpPr>
          <p:spPr>
            <a:xfrm>
              <a:off x="7579950" y="2105801"/>
              <a:ext cx="25676" cy="20654"/>
            </a:xfrm>
            <a:custGeom>
              <a:avLst/>
              <a:gdLst/>
              <a:ahLst/>
              <a:cxnLst/>
              <a:rect l="l" t="t" r="r" b="b"/>
              <a:pathLst>
                <a:path w="859" h="691" extrusionOk="0">
                  <a:moveTo>
                    <a:pt x="1" y="0"/>
                  </a:moveTo>
                  <a:lnTo>
                    <a:pt x="1" y="691"/>
                  </a:lnTo>
                  <a:lnTo>
                    <a:pt x="858" y="691"/>
                  </a:lnTo>
                  <a:lnTo>
                    <a:pt x="85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797" name="Google Shape;23797;p141"/>
          <p:cNvGrpSpPr/>
          <p:nvPr/>
        </p:nvGrpSpPr>
        <p:grpSpPr>
          <a:xfrm>
            <a:off x="7711598" y="2296688"/>
            <a:ext cx="344573" cy="344545"/>
            <a:chOff x="7406975" y="2453873"/>
            <a:chExt cx="344573" cy="344545"/>
          </a:xfrm>
        </p:grpSpPr>
        <p:sp>
          <p:nvSpPr>
            <p:cNvPr id="23798" name="Google Shape;23798;p141"/>
            <p:cNvSpPr/>
            <p:nvPr/>
          </p:nvSpPr>
          <p:spPr>
            <a:xfrm>
              <a:off x="7547938" y="2497273"/>
              <a:ext cx="64084" cy="133160"/>
            </a:xfrm>
            <a:custGeom>
              <a:avLst/>
              <a:gdLst/>
              <a:ahLst/>
              <a:cxnLst/>
              <a:rect l="l" t="t" r="r" b="b"/>
              <a:pathLst>
                <a:path w="2144" h="4455" extrusionOk="0">
                  <a:moveTo>
                    <a:pt x="0" y="1"/>
                  </a:moveTo>
                  <a:lnTo>
                    <a:pt x="0" y="4454"/>
                  </a:lnTo>
                  <a:lnTo>
                    <a:pt x="2144" y="4454"/>
                  </a:lnTo>
                  <a:lnTo>
                    <a:pt x="2144"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9" name="Google Shape;23799;p141"/>
            <p:cNvSpPr/>
            <p:nvPr/>
          </p:nvSpPr>
          <p:spPr>
            <a:xfrm>
              <a:off x="7579950" y="2497273"/>
              <a:ext cx="32072" cy="133160"/>
            </a:xfrm>
            <a:custGeom>
              <a:avLst/>
              <a:gdLst/>
              <a:ahLst/>
              <a:cxnLst/>
              <a:rect l="l" t="t" r="r" b="b"/>
              <a:pathLst>
                <a:path w="1073" h="4455" extrusionOk="0">
                  <a:moveTo>
                    <a:pt x="1" y="1"/>
                  </a:moveTo>
                  <a:lnTo>
                    <a:pt x="1" y="4454"/>
                  </a:lnTo>
                  <a:lnTo>
                    <a:pt x="1073" y="4454"/>
                  </a:lnTo>
                  <a:lnTo>
                    <a:pt x="107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0" name="Google Shape;23800;p141"/>
            <p:cNvSpPr/>
            <p:nvPr/>
          </p:nvSpPr>
          <p:spPr>
            <a:xfrm>
              <a:off x="7634769" y="2453873"/>
              <a:ext cx="64084" cy="134565"/>
            </a:xfrm>
            <a:custGeom>
              <a:avLst/>
              <a:gdLst/>
              <a:ahLst/>
              <a:cxnLst/>
              <a:rect l="l" t="t" r="r" b="b"/>
              <a:pathLst>
                <a:path w="2144" h="4502" extrusionOk="0">
                  <a:moveTo>
                    <a:pt x="1" y="0"/>
                  </a:moveTo>
                  <a:lnTo>
                    <a:pt x="1" y="4501"/>
                  </a:lnTo>
                  <a:lnTo>
                    <a:pt x="2144" y="4501"/>
                  </a:lnTo>
                  <a:lnTo>
                    <a:pt x="2144"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1" name="Google Shape;23801;p141"/>
            <p:cNvSpPr/>
            <p:nvPr/>
          </p:nvSpPr>
          <p:spPr>
            <a:xfrm>
              <a:off x="7665376" y="2453873"/>
              <a:ext cx="33477" cy="134565"/>
            </a:xfrm>
            <a:custGeom>
              <a:avLst/>
              <a:gdLst/>
              <a:ahLst/>
              <a:cxnLst/>
              <a:rect l="l" t="t" r="r" b="b"/>
              <a:pathLst>
                <a:path w="1120" h="4502" extrusionOk="0">
                  <a:moveTo>
                    <a:pt x="1" y="0"/>
                  </a:moveTo>
                  <a:lnTo>
                    <a:pt x="1" y="4501"/>
                  </a:lnTo>
                  <a:lnTo>
                    <a:pt x="1120" y="4501"/>
                  </a:lnTo>
                  <a:lnTo>
                    <a:pt x="112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2" name="Google Shape;23802;p141"/>
            <p:cNvSpPr/>
            <p:nvPr/>
          </p:nvSpPr>
          <p:spPr>
            <a:xfrm>
              <a:off x="7459794" y="2541421"/>
              <a:ext cx="64084" cy="133847"/>
            </a:xfrm>
            <a:custGeom>
              <a:avLst/>
              <a:gdLst/>
              <a:ahLst/>
              <a:cxnLst/>
              <a:rect l="l" t="t" r="r" b="b"/>
              <a:pathLst>
                <a:path w="2144" h="4478" extrusionOk="0">
                  <a:moveTo>
                    <a:pt x="0" y="0"/>
                  </a:moveTo>
                  <a:lnTo>
                    <a:pt x="0" y="4478"/>
                  </a:lnTo>
                  <a:lnTo>
                    <a:pt x="2143" y="4478"/>
                  </a:lnTo>
                  <a:lnTo>
                    <a:pt x="2143"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3" name="Google Shape;23803;p141"/>
            <p:cNvSpPr/>
            <p:nvPr/>
          </p:nvSpPr>
          <p:spPr>
            <a:xfrm>
              <a:off x="7492280" y="2541421"/>
              <a:ext cx="32072" cy="133847"/>
            </a:xfrm>
            <a:custGeom>
              <a:avLst/>
              <a:gdLst/>
              <a:ahLst/>
              <a:cxnLst/>
              <a:rect l="l" t="t" r="r" b="b"/>
              <a:pathLst>
                <a:path w="1073" h="4478" extrusionOk="0">
                  <a:moveTo>
                    <a:pt x="1" y="0"/>
                  </a:moveTo>
                  <a:lnTo>
                    <a:pt x="1" y="4478"/>
                  </a:lnTo>
                  <a:lnTo>
                    <a:pt x="1073" y="4478"/>
                  </a:lnTo>
                  <a:lnTo>
                    <a:pt x="107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4" name="Google Shape;23804;p141"/>
            <p:cNvSpPr/>
            <p:nvPr/>
          </p:nvSpPr>
          <p:spPr>
            <a:xfrm>
              <a:off x="7547938" y="2628252"/>
              <a:ext cx="64084" cy="116780"/>
            </a:xfrm>
            <a:custGeom>
              <a:avLst/>
              <a:gdLst/>
              <a:ahLst/>
              <a:cxnLst/>
              <a:rect l="l" t="t" r="r" b="b"/>
              <a:pathLst>
                <a:path w="2144" h="3907" extrusionOk="0">
                  <a:moveTo>
                    <a:pt x="0" y="1"/>
                  </a:moveTo>
                  <a:lnTo>
                    <a:pt x="0" y="3906"/>
                  </a:lnTo>
                  <a:lnTo>
                    <a:pt x="2144" y="3906"/>
                  </a:lnTo>
                  <a:lnTo>
                    <a:pt x="2144"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5" name="Google Shape;23805;p141"/>
            <p:cNvSpPr/>
            <p:nvPr/>
          </p:nvSpPr>
          <p:spPr>
            <a:xfrm>
              <a:off x="7634769" y="2584852"/>
              <a:ext cx="64084" cy="160181"/>
            </a:xfrm>
            <a:custGeom>
              <a:avLst/>
              <a:gdLst/>
              <a:ahLst/>
              <a:cxnLst/>
              <a:rect l="l" t="t" r="r" b="b"/>
              <a:pathLst>
                <a:path w="2144" h="5359" extrusionOk="0">
                  <a:moveTo>
                    <a:pt x="1" y="0"/>
                  </a:moveTo>
                  <a:lnTo>
                    <a:pt x="1" y="5358"/>
                  </a:lnTo>
                  <a:lnTo>
                    <a:pt x="2144" y="5358"/>
                  </a:lnTo>
                  <a:lnTo>
                    <a:pt x="2144"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6" name="Google Shape;23806;p141"/>
            <p:cNvSpPr/>
            <p:nvPr/>
          </p:nvSpPr>
          <p:spPr>
            <a:xfrm>
              <a:off x="7579950" y="2628252"/>
              <a:ext cx="32072" cy="116780"/>
            </a:xfrm>
            <a:custGeom>
              <a:avLst/>
              <a:gdLst/>
              <a:ahLst/>
              <a:cxnLst/>
              <a:rect l="l" t="t" r="r" b="b"/>
              <a:pathLst>
                <a:path w="1073" h="3907" extrusionOk="0">
                  <a:moveTo>
                    <a:pt x="1" y="1"/>
                  </a:moveTo>
                  <a:lnTo>
                    <a:pt x="1" y="3906"/>
                  </a:lnTo>
                  <a:lnTo>
                    <a:pt x="1073" y="3906"/>
                  </a:lnTo>
                  <a:lnTo>
                    <a:pt x="1073"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7" name="Google Shape;23807;p141"/>
            <p:cNvSpPr/>
            <p:nvPr/>
          </p:nvSpPr>
          <p:spPr>
            <a:xfrm>
              <a:off x="7665376" y="2584852"/>
              <a:ext cx="33477" cy="160181"/>
            </a:xfrm>
            <a:custGeom>
              <a:avLst/>
              <a:gdLst/>
              <a:ahLst/>
              <a:cxnLst/>
              <a:rect l="l" t="t" r="r" b="b"/>
              <a:pathLst>
                <a:path w="1120" h="5359" extrusionOk="0">
                  <a:moveTo>
                    <a:pt x="1" y="0"/>
                  </a:moveTo>
                  <a:lnTo>
                    <a:pt x="1" y="5358"/>
                  </a:lnTo>
                  <a:lnTo>
                    <a:pt x="1120" y="5358"/>
                  </a:lnTo>
                  <a:lnTo>
                    <a:pt x="1120"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8" name="Google Shape;23808;p141"/>
            <p:cNvSpPr/>
            <p:nvPr/>
          </p:nvSpPr>
          <p:spPr>
            <a:xfrm>
              <a:off x="7459794" y="2671683"/>
              <a:ext cx="64084" cy="73350"/>
            </a:xfrm>
            <a:custGeom>
              <a:avLst/>
              <a:gdLst/>
              <a:ahLst/>
              <a:cxnLst/>
              <a:rect l="l" t="t" r="r" b="b"/>
              <a:pathLst>
                <a:path w="2144" h="2454" extrusionOk="0">
                  <a:moveTo>
                    <a:pt x="0" y="0"/>
                  </a:moveTo>
                  <a:lnTo>
                    <a:pt x="0" y="2453"/>
                  </a:lnTo>
                  <a:lnTo>
                    <a:pt x="2143" y="2453"/>
                  </a:lnTo>
                  <a:lnTo>
                    <a:pt x="2143"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9" name="Google Shape;23809;p141"/>
            <p:cNvSpPr/>
            <p:nvPr/>
          </p:nvSpPr>
          <p:spPr>
            <a:xfrm>
              <a:off x="7492280" y="2671683"/>
              <a:ext cx="32072" cy="73350"/>
            </a:xfrm>
            <a:custGeom>
              <a:avLst/>
              <a:gdLst/>
              <a:ahLst/>
              <a:cxnLst/>
              <a:rect l="l" t="t" r="r" b="b"/>
              <a:pathLst>
                <a:path w="1073" h="2454" extrusionOk="0">
                  <a:moveTo>
                    <a:pt x="1" y="0"/>
                  </a:moveTo>
                  <a:lnTo>
                    <a:pt x="1" y="2453"/>
                  </a:lnTo>
                  <a:lnTo>
                    <a:pt x="1073" y="2453"/>
                  </a:lnTo>
                  <a:lnTo>
                    <a:pt x="1073"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0" name="Google Shape;23810;p141"/>
            <p:cNvSpPr/>
            <p:nvPr/>
          </p:nvSpPr>
          <p:spPr>
            <a:xfrm>
              <a:off x="7470343" y="2777733"/>
              <a:ext cx="43460" cy="20684"/>
            </a:xfrm>
            <a:custGeom>
              <a:avLst/>
              <a:gdLst/>
              <a:ahLst/>
              <a:cxnLst/>
              <a:rect l="l" t="t" r="r" b="b"/>
              <a:pathLst>
                <a:path w="1454" h="692" extrusionOk="0">
                  <a:moveTo>
                    <a:pt x="0" y="1"/>
                  </a:moveTo>
                  <a:lnTo>
                    <a:pt x="0" y="691"/>
                  </a:lnTo>
                  <a:lnTo>
                    <a:pt x="1453" y="691"/>
                  </a:lnTo>
                  <a:lnTo>
                    <a:pt x="1453"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1" name="Google Shape;23811;p141"/>
            <p:cNvSpPr/>
            <p:nvPr/>
          </p:nvSpPr>
          <p:spPr>
            <a:xfrm>
              <a:off x="7557891" y="2777733"/>
              <a:ext cx="43460" cy="20684"/>
            </a:xfrm>
            <a:custGeom>
              <a:avLst/>
              <a:gdLst/>
              <a:ahLst/>
              <a:cxnLst/>
              <a:rect l="l" t="t" r="r" b="b"/>
              <a:pathLst>
                <a:path w="1454" h="692" extrusionOk="0">
                  <a:moveTo>
                    <a:pt x="1" y="1"/>
                  </a:moveTo>
                  <a:lnTo>
                    <a:pt x="1" y="691"/>
                  </a:lnTo>
                  <a:lnTo>
                    <a:pt x="1453" y="691"/>
                  </a:lnTo>
                  <a:lnTo>
                    <a:pt x="145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2" name="Google Shape;23812;p141"/>
            <p:cNvSpPr/>
            <p:nvPr/>
          </p:nvSpPr>
          <p:spPr>
            <a:xfrm>
              <a:off x="7645440" y="2777733"/>
              <a:ext cx="44177" cy="20684"/>
            </a:xfrm>
            <a:custGeom>
              <a:avLst/>
              <a:gdLst/>
              <a:ahLst/>
              <a:cxnLst/>
              <a:rect l="l" t="t" r="r" b="b"/>
              <a:pathLst>
                <a:path w="1478" h="692" extrusionOk="0">
                  <a:moveTo>
                    <a:pt x="1" y="1"/>
                  </a:moveTo>
                  <a:lnTo>
                    <a:pt x="1" y="691"/>
                  </a:lnTo>
                  <a:lnTo>
                    <a:pt x="1477" y="691"/>
                  </a:lnTo>
                  <a:lnTo>
                    <a:pt x="1477"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3" name="Google Shape;23813;p141"/>
            <p:cNvSpPr/>
            <p:nvPr/>
          </p:nvSpPr>
          <p:spPr>
            <a:xfrm>
              <a:off x="7491684" y="2777733"/>
              <a:ext cx="22119" cy="20684"/>
            </a:xfrm>
            <a:custGeom>
              <a:avLst/>
              <a:gdLst/>
              <a:ahLst/>
              <a:cxnLst/>
              <a:rect l="l" t="t" r="r" b="b"/>
              <a:pathLst>
                <a:path w="740" h="692" extrusionOk="0">
                  <a:moveTo>
                    <a:pt x="1" y="1"/>
                  </a:moveTo>
                  <a:lnTo>
                    <a:pt x="1" y="691"/>
                  </a:lnTo>
                  <a:lnTo>
                    <a:pt x="739" y="691"/>
                  </a:lnTo>
                  <a:lnTo>
                    <a:pt x="739"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4" name="Google Shape;23814;p141"/>
            <p:cNvSpPr/>
            <p:nvPr/>
          </p:nvSpPr>
          <p:spPr>
            <a:xfrm>
              <a:off x="7579950" y="2777733"/>
              <a:ext cx="22119" cy="20684"/>
            </a:xfrm>
            <a:custGeom>
              <a:avLst/>
              <a:gdLst/>
              <a:ahLst/>
              <a:cxnLst/>
              <a:rect l="l" t="t" r="r" b="b"/>
              <a:pathLst>
                <a:path w="740" h="692" extrusionOk="0">
                  <a:moveTo>
                    <a:pt x="1" y="1"/>
                  </a:moveTo>
                  <a:lnTo>
                    <a:pt x="1" y="691"/>
                  </a:lnTo>
                  <a:lnTo>
                    <a:pt x="739" y="691"/>
                  </a:lnTo>
                  <a:lnTo>
                    <a:pt x="739"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5" name="Google Shape;23815;p141"/>
            <p:cNvSpPr/>
            <p:nvPr/>
          </p:nvSpPr>
          <p:spPr>
            <a:xfrm>
              <a:off x="7406975" y="2731463"/>
              <a:ext cx="343855" cy="20684"/>
            </a:xfrm>
            <a:custGeom>
              <a:avLst/>
              <a:gdLst/>
              <a:ahLst/>
              <a:cxnLst/>
              <a:rect l="l" t="t" r="r" b="b"/>
              <a:pathLst>
                <a:path w="11504" h="692" extrusionOk="0">
                  <a:moveTo>
                    <a:pt x="1" y="1"/>
                  </a:moveTo>
                  <a:lnTo>
                    <a:pt x="1" y="692"/>
                  </a:lnTo>
                  <a:lnTo>
                    <a:pt x="11503" y="692"/>
                  </a:lnTo>
                  <a:lnTo>
                    <a:pt x="11503"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6" name="Google Shape;23816;p141"/>
            <p:cNvSpPr/>
            <p:nvPr/>
          </p:nvSpPr>
          <p:spPr>
            <a:xfrm>
              <a:off x="7579950" y="2731463"/>
              <a:ext cx="171598" cy="20684"/>
            </a:xfrm>
            <a:custGeom>
              <a:avLst/>
              <a:gdLst/>
              <a:ahLst/>
              <a:cxnLst/>
              <a:rect l="l" t="t" r="r" b="b"/>
              <a:pathLst>
                <a:path w="5741" h="692" extrusionOk="0">
                  <a:moveTo>
                    <a:pt x="1" y="1"/>
                  </a:moveTo>
                  <a:lnTo>
                    <a:pt x="1" y="692"/>
                  </a:lnTo>
                  <a:lnTo>
                    <a:pt x="5740" y="692"/>
                  </a:lnTo>
                  <a:lnTo>
                    <a:pt x="574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7" name="Google Shape;23817;p141"/>
            <p:cNvSpPr/>
            <p:nvPr/>
          </p:nvSpPr>
          <p:spPr>
            <a:xfrm>
              <a:off x="7665376" y="2777733"/>
              <a:ext cx="22806" cy="20684"/>
            </a:xfrm>
            <a:custGeom>
              <a:avLst/>
              <a:gdLst/>
              <a:ahLst/>
              <a:cxnLst/>
              <a:rect l="l" t="t" r="r" b="b"/>
              <a:pathLst>
                <a:path w="763" h="692" extrusionOk="0">
                  <a:moveTo>
                    <a:pt x="1" y="1"/>
                  </a:moveTo>
                  <a:lnTo>
                    <a:pt x="1" y="691"/>
                  </a:lnTo>
                  <a:lnTo>
                    <a:pt x="763" y="691"/>
                  </a:lnTo>
                  <a:lnTo>
                    <a:pt x="763"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18" name="Google Shape;23818;p141"/>
          <p:cNvGrpSpPr/>
          <p:nvPr/>
        </p:nvGrpSpPr>
        <p:grpSpPr>
          <a:xfrm>
            <a:off x="6984893" y="2281920"/>
            <a:ext cx="343109" cy="343856"/>
            <a:chOff x="6742117" y="2443889"/>
            <a:chExt cx="343109" cy="343856"/>
          </a:xfrm>
        </p:grpSpPr>
        <p:sp>
          <p:nvSpPr>
            <p:cNvPr id="23819" name="Google Shape;23819;p141"/>
            <p:cNvSpPr/>
            <p:nvPr/>
          </p:nvSpPr>
          <p:spPr>
            <a:xfrm>
              <a:off x="6764893" y="2467383"/>
              <a:ext cx="297555" cy="296867"/>
            </a:xfrm>
            <a:custGeom>
              <a:avLst/>
              <a:gdLst/>
              <a:ahLst/>
              <a:cxnLst/>
              <a:rect l="l" t="t" r="r" b="b"/>
              <a:pathLst>
                <a:path w="9955" h="9932" extrusionOk="0">
                  <a:moveTo>
                    <a:pt x="4978" y="1"/>
                  </a:moveTo>
                  <a:cubicBezTo>
                    <a:pt x="2239" y="1"/>
                    <a:pt x="0" y="2216"/>
                    <a:pt x="0" y="4954"/>
                  </a:cubicBezTo>
                  <a:cubicBezTo>
                    <a:pt x="0" y="7717"/>
                    <a:pt x="2239" y="9931"/>
                    <a:pt x="4978" y="9931"/>
                  </a:cubicBezTo>
                  <a:cubicBezTo>
                    <a:pt x="7716" y="9931"/>
                    <a:pt x="9955" y="7717"/>
                    <a:pt x="9955" y="4954"/>
                  </a:cubicBezTo>
                  <a:cubicBezTo>
                    <a:pt x="9955" y="2216"/>
                    <a:pt x="7716" y="1"/>
                    <a:pt x="497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0" name="Google Shape;23820;p141"/>
            <p:cNvSpPr/>
            <p:nvPr/>
          </p:nvSpPr>
          <p:spPr>
            <a:xfrm>
              <a:off x="6742117" y="2615459"/>
              <a:ext cx="171569" cy="172286"/>
            </a:xfrm>
            <a:custGeom>
              <a:avLst/>
              <a:gdLst/>
              <a:ahLst/>
              <a:cxnLst/>
              <a:rect l="l" t="t" r="r" b="b"/>
              <a:pathLst>
                <a:path w="5740" h="5764" extrusionOk="0">
                  <a:moveTo>
                    <a:pt x="0" y="0"/>
                  </a:moveTo>
                  <a:cubicBezTo>
                    <a:pt x="0" y="3191"/>
                    <a:pt x="2596" y="5763"/>
                    <a:pt x="5740" y="5763"/>
                  </a:cubicBezTo>
                  <a:lnTo>
                    <a:pt x="5740"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821" name="Google Shape;23821;p141"/>
            <p:cNvGrpSpPr/>
            <p:nvPr/>
          </p:nvGrpSpPr>
          <p:grpSpPr>
            <a:xfrm>
              <a:off x="6823986" y="2443889"/>
              <a:ext cx="261239" cy="320362"/>
              <a:chOff x="6823986" y="2443889"/>
              <a:chExt cx="261239" cy="320362"/>
            </a:xfrm>
          </p:grpSpPr>
          <p:sp>
            <p:nvSpPr>
              <p:cNvPr id="23822" name="Google Shape;23822;p141"/>
              <p:cNvSpPr/>
              <p:nvPr/>
            </p:nvSpPr>
            <p:spPr>
              <a:xfrm>
                <a:off x="6913657" y="2579352"/>
                <a:ext cx="148792" cy="184900"/>
              </a:xfrm>
              <a:custGeom>
                <a:avLst/>
                <a:gdLst/>
                <a:ahLst/>
                <a:cxnLst/>
                <a:rect l="l" t="t" r="r" b="b"/>
                <a:pathLst>
                  <a:path w="4978" h="6186" extrusionOk="0">
                    <a:moveTo>
                      <a:pt x="4294" y="1"/>
                    </a:moveTo>
                    <a:cubicBezTo>
                      <a:pt x="3433" y="1"/>
                      <a:pt x="1846" y="1184"/>
                      <a:pt x="37" y="1184"/>
                    </a:cubicBezTo>
                    <a:cubicBezTo>
                      <a:pt x="25" y="1184"/>
                      <a:pt x="13" y="1184"/>
                      <a:pt x="1" y="1184"/>
                    </a:cubicBezTo>
                    <a:lnTo>
                      <a:pt x="1" y="6185"/>
                    </a:lnTo>
                    <a:cubicBezTo>
                      <a:pt x="2739" y="6185"/>
                      <a:pt x="4978" y="3947"/>
                      <a:pt x="4978" y="1208"/>
                    </a:cubicBezTo>
                    <a:cubicBezTo>
                      <a:pt x="4978" y="302"/>
                      <a:pt x="4728" y="1"/>
                      <a:pt x="4294"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3" name="Google Shape;23823;p141"/>
              <p:cNvSpPr/>
              <p:nvPr/>
            </p:nvSpPr>
            <p:spPr>
              <a:xfrm>
                <a:off x="6913657" y="2443889"/>
                <a:ext cx="171569" cy="171598"/>
              </a:xfrm>
              <a:custGeom>
                <a:avLst/>
                <a:gdLst/>
                <a:ahLst/>
                <a:cxnLst/>
                <a:rect l="l" t="t" r="r" b="b"/>
                <a:pathLst>
                  <a:path w="5740" h="5741" extrusionOk="0">
                    <a:moveTo>
                      <a:pt x="1" y="1"/>
                    </a:moveTo>
                    <a:lnTo>
                      <a:pt x="1" y="5740"/>
                    </a:lnTo>
                    <a:lnTo>
                      <a:pt x="5740" y="5740"/>
                    </a:lnTo>
                    <a:cubicBezTo>
                      <a:pt x="5740" y="2597"/>
                      <a:pt x="3192" y="1"/>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4" name="Google Shape;23824;p141"/>
              <p:cNvSpPr/>
              <p:nvPr/>
            </p:nvSpPr>
            <p:spPr>
              <a:xfrm>
                <a:off x="6823986" y="2653181"/>
                <a:ext cx="51261" cy="20654"/>
              </a:xfrm>
              <a:custGeom>
                <a:avLst/>
                <a:gdLst/>
                <a:ahLst/>
                <a:cxnLst/>
                <a:rect l="l" t="t" r="r" b="b"/>
                <a:pathLst>
                  <a:path w="1715" h="691" extrusionOk="0">
                    <a:moveTo>
                      <a:pt x="0" y="0"/>
                    </a:moveTo>
                    <a:lnTo>
                      <a:pt x="0" y="691"/>
                    </a:lnTo>
                    <a:lnTo>
                      <a:pt x="1715" y="691"/>
                    </a:lnTo>
                    <a:lnTo>
                      <a:pt x="17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5" name="Google Shape;23825;p141"/>
              <p:cNvSpPr/>
              <p:nvPr/>
            </p:nvSpPr>
            <p:spPr>
              <a:xfrm>
                <a:off x="6823986" y="2698016"/>
                <a:ext cx="51261" cy="19967"/>
              </a:xfrm>
              <a:custGeom>
                <a:avLst/>
                <a:gdLst/>
                <a:ahLst/>
                <a:cxnLst/>
                <a:rect l="l" t="t" r="r" b="b"/>
                <a:pathLst>
                  <a:path w="1715" h="668" extrusionOk="0">
                    <a:moveTo>
                      <a:pt x="0" y="1"/>
                    </a:moveTo>
                    <a:lnTo>
                      <a:pt x="0" y="667"/>
                    </a:lnTo>
                    <a:lnTo>
                      <a:pt x="1715" y="667"/>
                    </a:lnTo>
                    <a:lnTo>
                      <a:pt x="171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6" name="Google Shape;23826;p141"/>
              <p:cNvSpPr/>
              <p:nvPr/>
            </p:nvSpPr>
            <p:spPr>
              <a:xfrm>
                <a:off x="6951378" y="2514370"/>
                <a:ext cx="51291" cy="20684"/>
              </a:xfrm>
              <a:custGeom>
                <a:avLst/>
                <a:gdLst/>
                <a:ahLst/>
                <a:cxnLst/>
                <a:rect l="l" t="t" r="r" b="b"/>
                <a:pathLst>
                  <a:path w="1716" h="692" extrusionOk="0">
                    <a:moveTo>
                      <a:pt x="1" y="1"/>
                    </a:moveTo>
                    <a:lnTo>
                      <a:pt x="1" y="691"/>
                    </a:lnTo>
                    <a:lnTo>
                      <a:pt x="1715" y="691"/>
                    </a:lnTo>
                    <a:lnTo>
                      <a:pt x="1715"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7" name="Google Shape;23827;p141"/>
              <p:cNvSpPr/>
              <p:nvPr/>
            </p:nvSpPr>
            <p:spPr>
              <a:xfrm>
                <a:off x="6951378" y="2559206"/>
                <a:ext cx="51291" cy="19967"/>
              </a:xfrm>
              <a:custGeom>
                <a:avLst/>
                <a:gdLst/>
                <a:ahLst/>
                <a:cxnLst/>
                <a:rect l="l" t="t" r="r" b="b"/>
                <a:pathLst>
                  <a:path w="1716" h="668" extrusionOk="0">
                    <a:moveTo>
                      <a:pt x="1" y="1"/>
                    </a:moveTo>
                    <a:lnTo>
                      <a:pt x="1" y="668"/>
                    </a:lnTo>
                    <a:lnTo>
                      <a:pt x="1715" y="668"/>
                    </a:lnTo>
                    <a:lnTo>
                      <a:pt x="1715"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828" name="Google Shape;23828;p141"/>
          <p:cNvGrpSpPr/>
          <p:nvPr/>
        </p:nvGrpSpPr>
        <p:grpSpPr>
          <a:xfrm>
            <a:off x="6273437" y="2335763"/>
            <a:ext cx="343827" cy="288290"/>
            <a:chOff x="6082937" y="2473809"/>
            <a:chExt cx="343827" cy="288290"/>
          </a:xfrm>
        </p:grpSpPr>
        <p:sp>
          <p:nvSpPr>
            <p:cNvPr id="23829" name="Google Shape;23829;p141"/>
            <p:cNvSpPr/>
            <p:nvPr/>
          </p:nvSpPr>
          <p:spPr>
            <a:xfrm>
              <a:off x="6271575" y="2550687"/>
              <a:ext cx="155189" cy="211412"/>
            </a:xfrm>
            <a:custGeom>
              <a:avLst/>
              <a:gdLst/>
              <a:ahLst/>
              <a:cxnLst/>
              <a:rect l="l" t="t" r="r" b="b"/>
              <a:pathLst>
                <a:path w="5192" h="7073" extrusionOk="0">
                  <a:moveTo>
                    <a:pt x="2596" y="0"/>
                  </a:moveTo>
                  <a:lnTo>
                    <a:pt x="0" y="7073"/>
                  </a:lnTo>
                  <a:lnTo>
                    <a:pt x="5192" y="7073"/>
                  </a:lnTo>
                  <a:lnTo>
                    <a:pt x="2596"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0" name="Google Shape;23830;p141"/>
            <p:cNvSpPr/>
            <p:nvPr/>
          </p:nvSpPr>
          <p:spPr>
            <a:xfrm>
              <a:off x="6349140" y="2550687"/>
              <a:ext cx="77624" cy="211412"/>
            </a:xfrm>
            <a:custGeom>
              <a:avLst/>
              <a:gdLst/>
              <a:ahLst/>
              <a:cxnLst/>
              <a:rect l="l" t="t" r="r" b="b"/>
              <a:pathLst>
                <a:path w="2597" h="7073" extrusionOk="0">
                  <a:moveTo>
                    <a:pt x="1" y="0"/>
                  </a:moveTo>
                  <a:lnTo>
                    <a:pt x="1" y="7073"/>
                  </a:lnTo>
                  <a:lnTo>
                    <a:pt x="2597" y="7073"/>
                  </a:lnTo>
                  <a:lnTo>
                    <a:pt x="1"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1" name="Google Shape;23831;p141"/>
            <p:cNvSpPr/>
            <p:nvPr/>
          </p:nvSpPr>
          <p:spPr>
            <a:xfrm>
              <a:off x="6082937" y="2588409"/>
              <a:ext cx="157341" cy="173691"/>
            </a:xfrm>
            <a:custGeom>
              <a:avLst/>
              <a:gdLst/>
              <a:ahLst/>
              <a:cxnLst/>
              <a:rect l="l" t="t" r="r" b="b"/>
              <a:pathLst>
                <a:path w="5264" h="5811" extrusionOk="0">
                  <a:moveTo>
                    <a:pt x="2620" y="0"/>
                  </a:moveTo>
                  <a:lnTo>
                    <a:pt x="0" y="5811"/>
                  </a:lnTo>
                  <a:lnTo>
                    <a:pt x="5263" y="5811"/>
                  </a:lnTo>
                  <a:lnTo>
                    <a:pt x="2620"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2" name="Google Shape;23832;p141"/>
            <p:cNvSpPr/>
            <p:nvPr/>
          </p:nvSpPr>
          <p:spPr>
            <a:xfrm>
              <a:off x="6161220" y="2588409"/>
              <a:ext cx="78342" cy="173691"/>
            </a:xfrm>
            <a:custGeom>
              <a:avLst/>
              <a:gdLst/>
              <a:ahLst/>
              <a:cxnLst/>
              <a:rect l="l" t="t" r="r" b="b"/>
              <a:pathLst>
                <a:path w="2621" h="5811" extrusionOk="0">
                  <a:moveTo>
                    <a:pt x="1" y="0"/>
                  </a:moveTo>
                  <a:lnTo>
                    <a:pt x="1" y="5811"/>
                  </a:lnTo>
                  <a:lnTo>
                    <a:pt x="2621" y="5811"/>
                  </a:lnTo>
                  <a:lnTo>
                    <a:pt x="1"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3" name="Google Shape;23833;p141"/>
            <p:cNvSpPr/>
            <p:nvPr/>
          </p:nvSpPr>
          <p:spPr>
            <a:xfrm>
              <a:off x="6178317" y="2486602"/>
              <a:ext cx="153067" cy="275496"/>
            </a:xfrm>
            <a:custGeom>
              <a:avLst/>
              <a:gdLst/>
              <a:ahLst/>
              <a:cxnLst/>
              <a:rect l="l" t="t" r="r" b="b"/>
              <a:pathLst>
                <a:path w="5121" h="9217" extrusionOk="0">
                  <a:moveTo>
                    <a:pt x="2549" y="1"/>
                  </a:moveTo>
                  <a:lnTo>
                    <a:pt x="0" y="9217"/>
                  </a:lnTo>
                  <a:lnTo>
                    <a:pt x="5121" y="9217"/>
                  </a:lnTo>
                  <a:lnTo>
                    <a:pt x="2549"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4" name="Google Shape;23834;p141"/>
            <p:cNvSpPr/>
            <p:nvPr/>
          </p:nvSpPr>
          <p:spPr>
            <a:xfrm>
              <a:off x="6170486" y="2507256"/>
              <a:ext cx="69793" cy="74755"/>
            </a:xfrm>
            <a:custGeom>
              <a:avLst/>
              <a:gdLst/>
              <a:ahLst/>
              <a:cxnLst/>
              <a:rect l="l" t="t" r="r" b="b"/>
              <a:pathLst>
                <a:path w="2335" h="2501" extrusionOk="0">
                  <a:moveTo>
                    <a:pt x="1834" y="0"/>
                  </a:moveTo>
                  <a:lnTo>
                    <a:pt x="1" y="2048"/>
                  </a:lnTo>
                  <a:lnTo>
                    <a:pt x="501" y="2501"/>
                  </a:lnTo>
                  <a:lnTo>
                    <a:pt x="2334" y="453"/>
                  </a:lnTo>
                  <a:lnTo>
                    <a:pt x="1834"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5" name="Google Shape;23835;p141"/>
            <p:cNvSpPr/>
            <p:nvPr/>
          </p:nvSpPr>
          <p:spPr>
            <a:xfrm>
              <a:off x="6272262" y="2504417"/>
              <a:ext cx="58405" cy="49139"/>
            </a:xfrm>
            <a:custGeom>
              <a:avLst/>
              <a:gdLst/>
              <a:ahLst/>
              <a:cxnLst/>
              <a:rect l="l" t="t" r="r" b="b"/>
              <a:pathLst>
                <a:path w="1954" h="1644" extrusionOk="0">
                  <a:moveTo>
                    <a:pt x="406" y="0"/>
                  </a:moveTo>
                  <a:lnTo>
                    <a:pt x="1" y="572"/>
                  </a:lnTo>
                  <a:lnTo>
                    <a:pt x="1549" y="1643"/>
                  </a:lnTo>
                  <a:lnTo>
                    <a:pt x="1954" y="1072"/>
                  </a:lnTo>
                  <a:lnTo>
                    <a:pt x="40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6" name="Google Shape;23836;p141"/>
            <p:cNvSpPr/>
            <p:nvPr/>
          </p:nvSpPr>
          <p:spPr>
            <a:xfrm>
              <a:off x="6127055" y="2557084"/>
              <a:ext cx="67671" cy="67641"/>
            </a:xfrm>
            <a:custGeom>
              <a:avLst/>
              <a:gdLst/>
              <a:ahLst/>
              <a:cxnLst/>
              <a:rect l="l" t="t" r="r" b="b"/>
              <a:pathLst>
                <a:path w="2264" h="2263" extrusionOk="0">
                  <a:moveTo>
                    <a:pt x="1144" y="0"/>
                  </a:moveTo>
                  <a:cubicBezTo>
                    <a:pt x="525" y="0"/>
                    <a:pt x="1" y="500"/>
                    <a:pt x="1" y="1143"/>
                  </a:cubicBezTo>
                  <a:cubicBezTo>
                    <a:pt x="1" y="1763"/>
                    <a:pt x="525" y="2263"/>
                    <a:pt x="1144" y="2263"/>
                  </a:cubicBezTo>
                  <a:cubicBezTo>
                    <a:pt x="1763" y="2263"/>
                    <a:pt x="2263" y="1763"/>
                    <a:pt x="2263" y="1143"/>
                  </a:cubicBezTo>
                  <a:cubicBezTo>
                    <a:pt x="2263" y="500"/>
                    <a:pt x="1763" y="0"/>
                    <a:pt x="114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7" name="Google Shape;23837;p141"/>
            <p:cNvSpPr/>
            <p:nvPr/>
          </p:nvSpPr>
          <p:spPr>
            <a:xfrm>
              <a:off x="6314975" y="2522202"/>
              <a:ext cx="67671" cy="67641"/>
            </a:xfrm>
            <a:custGeom>
              <a:avLst/>
              <a:gdLst/>
              <a:ahLst/>
              <a:cxnLst/>
              <a:rect l="l" t="t" r="r" b="b"/>
              <a:pathLst>
                <a:path w="2264" h="2263" extrusionOk="0">
                  <a:moveTo>
                    <a:pt x="1144" y="0"/>
                  </a:moveTo>
                  <a:cubicBezTo>
                    <a:pt x="525" y="0"/>
                    <a:pt x="1" y="524"/>
                    <a:pt x="1" y="1144"/>
                  </a:cubicBezTo>
                  <a:cubicBezTo>
                    <a:pt x="1" y="1763"/>
                    <a:pt x="525" y="2263"/>
                    <a:pt x="1144" y="2263"/>
                  </a:cubicBezTo>
                  <a:cubicBezTo>
                    <a:pt x="1763" y="2263"/>
                    <a:pt x="2263" y="1763"/>
                    <a:pt x="2263" y="1144"/>
                  </a:cubicBezTo>
                  <a:cubicBezTo>
                    <a:pt x="2263" y="524"/>
                    <a:pt x="1763" y="0"/>
                    <a:pt x="114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8" name="Google Shape;23838;p141"/>
            <p:cNvSpPr/>
            <p:nvPr/>
          </p:nvSpPr>
          <p:spPr>
            <a:xfrm>
              <a:off x="6254477" y="2486602"/>
              <a:ext cx="76907" cy="275496"/>
            </a:xfrm>
            <a:custGeom>
              <a:avLst/>
              <a:gdLst/>
              <a:ahLst/>
              <a:cxnLst/>
              <a:rect l="l" t="t" r="r" b="b"/>
              <a:pathLst>
                <a:path w="2573" h="9217" extrusionOk="0">
                  <a:moveTo>
                    <a:pt x="1" y="1"/>
                  </a:moveTo>
                  <a:lnTo>
                    <a:pt x="1" y="9217"/>
                  </a:lnTo>
                  <a:lnTo>
                    <a:pt x="2573" y="9217"/>
                  </a:lnTo>
                  <a:lnTo>
                    <a:pt x="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9" name="Google Shape;23839;p141"/>
            <p:cNvSpPr/>
            <p:nvPr/>
          </p:nvSpPr>
          <p:spPr>
            <a:xfrm>
              <a:off x="6349857" y="2521484"/>
              <a:ext cx="34194" cy="68358"/>
            </a:xfrm>
            <a:custGeom>
              <a:avLst/>
              <a:gdLst/>
              <a:ahLst/>
              <a:cxnLst/>
              <a:rect l="l" t="t" r="r" b="b"/>
              <a:pathLst>
                <a:path w="1144" h="2287" extrusionOk="0">
                  <a:moveTo>
                    <a:pt x="1" y="1"/>
                  </a:moveTo>
                  <a:lnTo>
                    <a:pt x="1" y="2287"/>
                  </a:lnTo>
                  <a:cubicBezTo>
                    <a:pt x="620" y="2287"/>
                    <a:pt x="1144" y="1787"/>
                    <a:pt x="1144" y="1168"/>
                  </a:cubicBezTo>
                  <a:cubicBezTo>
                    <a:pt x="1144" y="548"/>
                    <a:pt x="596" y="24"/>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0" name="Google Shape;23840;p141"/>
            <p:cNvSpPr/>
            <p:nvPr/>
          </p:nvSpPr>
          <p:spPr>
            <a:xfrm>
              <a:off x="6161220" y="2556366"/>
              <a:ext cx="34194" cy="68358"/>
            </a:xfrm>
            <a:custGeom>
              <a:avLst/>
              <a:gdLst/>
              <a:ahLst/>
              <a:cxnLst/>
              <a:rect l="l" t="t" r="r" b="b"/>
              <a:pathLst>
                <a:path w="1144" h="2287" extrusionOk="0">
                  <a:moveTo>
                    <a:pt x="1" y="1"/>
                  </a:moveTo>
                  <a:lnTo>
                    <a:pt x="1" y="2287"/>
                  </a:lnTo>
                  <a:cubicBezTo>
                    <a:pt x="620" y="2287"/>
                    <a:pt x="1144" y="1787"/>
                    <a:pt x="1144" y="1167"/>
                  </a:cubicBezTo>
                  <a:cubicBezTo>
                    <a:pt x="1144" y="524"/>
                    <a:pt x="620"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1" name="Google Shape;23841;p141"/>
            <p:cNvSpPr/>
            <p:nvPr/>
          </p:nvSpPr>
          <p:spPr>
            <a:xfrm>
              <a:off x="6221030" y="2474497"/>
              <a:ext cx="67641" cy="67671"/>
            </a:xfrm>
            <a:custGeom>
              <a:avLst/>
              <a:gdLst/>
              <a:ahLst/>
              <a:cxnLst/>
              <a:rect l="l" t="t" r="r" b="b"/>
              <a:pathLst>
                <a:path w="2263" h="2264" extrusionOk="0">
                  <a:moveTo>
                    <a:pt x="1120" y="1"/>
                  </a:moveTo>
                  <a:cubicBezTo>
                    <a:pt x="500" y="1"/>
                    <a:pt x="0" y="501"/>
                    <a:pt x="0" y="1120"/>
                  </a:cubicBezTo>
                  <a:cubicBezTo>
                    <a:pt x="0" y="1739"/>
                    <a:pt x="500" y="2263"/>
                    <a:pt x="1120" y="2263"/>
                  </a:cubicBezTo>
                  <a:cubicBezTo>
                    <a:pt x="1739" y="2263"/>
                    <a:pt x="2263" y="1739"/>
                    <a:pt x="2263" y="1120"/>
                  </a:cubicBezTo>
                  <a:cubicBezTo>
                    <a:pt x="2263" y="501"/>
                    <a:pt x="1739" y="1"/>
                    <a:pt x="112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2" name="Google Shape;23842;p141"/>
            <p:cNvSpPr/>
            <p:nvPr/>
          </p:nvSpPr>
          <p:spPr>
            <a:xfrm>
              <a:off x="6254477" y="2473809"/>
              <a:ext cx="34194" cy="68358"/>
            </a:xfrm>
            <a:custGeom>
              <a:avLst/>
              <a:gdLst/>
              <a:ahLst/>
              <a:cxnLst/>
              <a:rect l="l" t="t" r="r" b="b"/>
              <a:pathLst>
                <a:path w="1144" h="2287" extrusionOk="0">
                  <a:moveTo>
                    <a:pt x="1" y="0"/>
                  </a:moveTo>
                  <a:lnTo>
                    <a:pt x="1" y="2286"/>
                  </a:lnTo>
                  <a:cubicBezTo>
                    <a:pt x="644" y="2286"/>
                    <a:pt x="1144" y="1786"/>
                    <a:pt x="1144" y="1143"/>
                  </a:cubicBezTo>
                  <a:cubicBezTo>
                    <a:pt x="1144" y="524"/>
                    <a:pt x="644" y="24"/>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43" name="Google Shape;23843;p141"/>
          <p:cNvGrpSpPr/>
          <p:nvPr/>
        </p:nvGrpSpPr>
        <p:grpSpPr>
          <a:xfrm>
            <a:off x="5523800" y="2301473"/>
            <a:ext cx="343857" cy="343827"/>
            <a:chOff x="5409500" y="2453873"/>
            <a:chExt cx="343857" cy="343827"/>
          </a:xfrm>
        </p:grpSpPr>
        <p:sp>
          <p:nvSpPr>
            <p:cNvPr id="23844" name="Google Shape;23844;p141"/>
            <p:cNvSpPr/>
            <p:nvPr/>
          </p:nvSpPr>
          <p:spPr>
            <a:xfrm>
              <a:off x="5571804" y="2516493"/>
              <a:ext cx="20684" cy="41338"/>
            </a:xfrm>
            <a:custGeom>
              <a:avLst/>
              <a:gdLst/>
              <a:ahLst/>
              <a:cxnLst/>
              <a:rect l="l" t="t" r="r" b="b"/>
              <a:pathLst>
                <a:path w="692" h="1383" extrusionOk="0">
                  <a:moveTo>
                    <a:pt x="1" y="1"/>
                  </a:moveTo>
                  <a:lnTo>
                    <a:pt x="1" y="1382"/>
                  </a:lnTo>
                  <a:lnTo>
                    <a:pt x="691" y="1382"/>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5" name="Google Shape;23845;p141"/>
            <p:cNvSpPr/>
            <p:nvPr/>
          </p:nvSpPr>
          <p:spPr>
            <a:xfrm>
              <a:off x="5489965" y="2566320"/>
              <a:ext cx="56253" cy="19967"/>
            </a:xfrm>
            <a:custGeom>
              <a:avLst/>
              <a:gdLst/>
              <a:ahLst/>
              <a:cxnLst/>
              <a:rect l="l" t="t" r="r" b="b"/>
              <a:pathLst>
                <a:path w="1882" h="668" extrusionOk="0">
                  <a:moveTo>
                    <a:pt x="0" y="1"/>
                  </a:moveTo>
                  <a:lnTo>
                    <a:pt x="0" y="668"/>
                  </a:lnTo>
                  <a:lnTo>
                    <a:pt x="1881" y="668"/>
                  </a:lnTo>
                  <a:lnTo>
                    <a:pt x="188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6" name="Google Shape;23846;p141"/>
            <p:cNvSpPr/>
            <p:nvPr/>
          </p:nvSpPr>
          <p:spPr>
            <a:xfrm>
              <a:off x="5621631" y="2566320"/>
              <a:ext cx="56283" cy="19967"/>
            </a:xfrm>
            <a:custGeom>
              <a:avLst/>
              <a:gdLst/>
              <a:ahLst/>
              <a:cxnLst/>
              <a:rect l="l" t="t" r="r" b="b"/>
              <a:pathLst>
                <a:path w="1883" h="668" extrusionOk="0">
                  <a:moveTo>
                    <a:pt x="1" y="1"/>
                  </a:moveTo>
                  <a:lnTo>
                    <a:pt x="1" y="668"/>
                  </a:lnTo>
                  <a:lnTo>
                    <a:pt x="1882" y="668"/>
                  </a:lnTo>
                  <a:lnTo>
                    <a:pt x="1882"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7" name="Google Shape;23847;p141"/>
            <p:cNvSpPr/>
            <p:nvPr/>
          </p:nvSpPr>
          <p:spPr>
            <a:xfrm>
              <a:off x="5571804" y="2604071"/>
              <a:ext cx="20684" cy="42713"/>
            </a:xfrm>
            <a:custGeom>
              <a:avLst/>
              <a:gdLst/>
              <a:ahLst/>
              <a:cxnLst/>
              <a:rect l="l" t="t" r="r" b="b"/>
              <a:pathLst>
                <a:path w="692" h="1429" extrusionOk="0">
                  <a:moveTo>
                    <a:pt x="1" y="0"/>
                  </a:moveTo>
                  <a:lnTo>
                    <a:pt x="1" y="1429"/>
                  </a:lnTo>
                  <a:lnTo>
                    <a:pt x="691" y="1429"/>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8" name="Google Shape;23848;p141"/>
            <p:cNvSpPr/>
            <p:nvPr/>
          </p:nvSpPr>
          <p:spPr>
            <a:xfrm>
              <a:off x="5697792" y="2604071"/>
              <a:ext cx="20684" cy="42713"/>
            </a:xfrm>
            <a:custGeom>
              <a:avLst/>
              <a:gdLst/>
              <a:ahLst/>
              <a:cxnLst/>
              <a:rect l="l" t="t" r="r" b="b"/>
              <a:pathLst>
                <a:path w="692" h="1429" extrusionOk="0">
                  <a:moveTo>
                    <a:pt x="1" y="0"/>
                  </a:moveTo>
                  <a:lnTo>
                    <a:pt x="1" y="1429"/>
                  </a:lnTo>
                  <a:lnTo>
                    <a:pt x="691" y="1429"/>
                  </a:lnTo>
                  <a:lnTo>
                    <a:pt x="69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9" name="Google Shape;23849;p141"/>
            <p:cNvSpPr/>
            <p:nvPr/>
          </p:nvSpPr>
          <p:spPr>
            <a:xfrm>
              <a:off x="5697792" y="2690902"/>
              <a:ext cx="20684" cy="42743"/>
            </a:xfrm>
            <a:custGeom>
              <a:avLst/>
              <a:gdLst/>
              <a:ahLst/>
              <a:cxnLst/>
              <a:rect l="l" t="t" r="r" b="b"/>
              <a:pathLst>
                <a:path w="692" h="1430" extrusionOk="0">
                  <a:moveTo>
                    <a:pt x="1" y="0"/>
                  </a:moveTo>
                  <a:lnTo>
                    <a:pt x="1" y="1429"/>
                  </a:lnTo>
                  <a:lnTo>
                    <a:pt x="691" y="1429"/>
                  </a:lnTo>
                  <a:lnTo>
                    <a:pt x="69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0" name="Google Shape;23850;p141"/>
            <p:cNvSpPr/>
            <p:nvPr/>
          </p:nvSpPr>
          <p:spPr>
            <a:xfrm>
              <a:off x="5571804" y="2690902"/>
              <a:ext cx="20684" cy="42743"/>
            </a:xfrm>
            <a:custGeom>
              <a:avLst/>
              <a:gdLst/>
              <a:ahLst/>
              <a:cxnLst/>
              <a:rect l="l" t="t" r="r" b="b"/>
              <a:pathLst>
                <a:path w="692" h="1430" extrusionOk="0">
                  <a:moveTo>
                    <a:pt x="1" y="0"/>
                  </a:moveTo>
                  <a:lnTo>
                    <a:pt x="1" y="1429"/>
                  </a:lnTo>
                  <a:lnTo>
                    <a:pt x="691" y="1429"/>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1" name="Google Shape;23851;p141"/>
            <p:cNvSpPr/>
            <p:nvPr/>
          </p:nvSpPr>
          <p:spPr>
            <a:xfrm>
              <a:off x="5445100" y="2604071"/>
              <a:ext cx="20684" cy="42713"/>
            </a:xfrm>
            <a:custGeom>
              <a:avLst/>
              <a:gdLst/>
              <a:ahLst/>
              <a:cxnLst/>
              <a:rect l="l" t="t" r="r" b="b"/>
              <a:pathLst>
                <a:path w="692" h="1429" extrusionOk="0">
                  <a:moveTo>
                    <a:pt x="1" y="0"/>
                  </a:moveTo>
                  <a:lnTo>
                    <a:pt x="1" y="1429"/>
                  </a:lnTo>
                  <a:lnTo>
                    <a:pt x="691" y="1429"/>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2" name="Google Shape;23852;p141"/>
            <p:cNvSpPr/>
            <p:nvPr/>
          </p:nvSpPr>
          <p:spPr>
            <a:xfrm>
              <a:off x="5445100" y="2691620"/>
              <a:ext cx="20684" cy="42743"/>
            </a:xfrm>
            <a:custGeom>
              <a:avLst/>
              <a:gdLst/>
              <a:ahLst/>
              <a:cxnLst/>
              <a:rect l="l" t="t" r="r" b="b"/>
              <a:pathLst>
                <a:path w="692" h="1430" extrusionOk="0">
                  <a:moveTo>
                    <a:pt x="1" y="0"/>
                  </a:moveTo>
                  <a:lnTo>
                    <a:pt x="1" y="1429"/>
                  </a:lnTo>
                  <a:lnTo>
                    <a:pt x="691" y="1429"/>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3" name="Google Shape;23853;p141"/>
            <p:cNvSpPr/>
            <p:nvPr/>
          </p:nvSpPr>
          <p:spPr>
            <a:xfrm>
              <a:off x="5662222" y="2549970"/>
              <a:ext cx="91135" cy="64084"/>
            </a:xfrm>
            <a:custGeom>
              <a:avLst/>
              <a:gdLst/>
              <a:ahLst/>
              <a:cxnLst/>
              <a:rect l="l" t="t" r="r" b="b"/>
              <a:pathLst>
                <a:path w="3049" h="2144" extrusionOk="0">
                  <a:moveTo>
                    <a:pt x="0" y="0"/>
                  </a:moveTo>
                  <a:lnTo>
                    <a:pt x="0" y="2144"/>
                  </a:lnTo>
                  <a:lnTo>
                    <a:pt x="3048" y="2144"/>
                  </a:lnTo>
                  <a:lnTo>
                    <a:pt x="3048"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4" name="Google Shape;23854;p141"/>
            <p:cNvSpPr/>
            <p:nvPr/>
          </p:nvSpPr>
          <p:spPr>
            <a:xfrm>
              <a:off x="5662222" y="2637518"/>
              <a:ext cx="91135" cy="64084"/>
            </a:xfrm>
            <a:custGeom>
              <a:avLst/>
              <a:gdLst/>
              <a:ahLst/>
              <a:cxnLst/>
              <a:rect l="l" t="t" r="r" b="b"/>
              <a:pathLst>
                <a:path w="3049" h="2144" extrusionOk="0">
                  <a:moveTo>
                    <a:pt x="0" y="0"/>
                  </a:moveTo>
                  <a:lnTo>
                    <a:pt x="0" y="2144"/>
                  </a:lnTo>
                  <a:lnTo>
                    <a:pt x="3048" y="2144"/>
                  </a:lnTo>
                  <a:lnTo>
                    <a:pt x="3048"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5" name="Google Shape;23855;p141"/>
            <p:cNvSpPr/>
            <p:nvPr/>
          </p:nvSpPr>
          <p:spPr>
            <a:xfrm>
              <a:off x="5409500" y="2549970"/>
              <a:ext cx="91164" cy="64084"/>
            </a:xfrm>
            <a:custGeom>
              <a:avLst/>
              <a:gdLst/>
              <a:ahLst/>
              <a:cxnLst/>
              <a:rect l="l" t="t" r="r" b="b"/>
              <a:pathLst>
                <a:path w="3050" h="2144" extrusionOk="0">
                  <a:moveTo>
                    <a:pt x="1" y="0"/>
                  </a:moveTo>
                  <a:lnTo>
                    <a:pt x="1" y="2144"/>
                  </a:lnTo>
                  <a:lnTo>
                    <a:pt x="3049" y="2144"/>
                  </a:lnTo>
                  <a:lnTo>
                    <a:pt x="3049"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6" name="Google Shape;23856;p141"/>
            <p:cNvSpPr/>
            <p:nvPr/>
          </p:nvSpPr>
          <p:spPr>
            <a:xfrm>
              <a:off x="5409500" y="2637518"/>
              <a:ext cx="91164" cy="64084"/>
            </a:xfrm>
            <a:custGeom>
              <a:avLst/>
              <a:gdLst/>
              <a:ahLst/>
              <a:cxnLst/>
              <a:rect l="l" t="t" r="r" b="b"/>
              <a:pathLst>
                <a:path w="3050" h="2144" extrusionOk="0">
                  <a:moveTo>
                    <a:pt x="1" y="0"/>
                  </a:moveTo>
                  <a:lnTo>
                    <a:pt x="1" y="2144"/>
                  </a:lnTo>
                  <a:lnTo>
                    <a:pt x="3049" y="2144"/>
                  </a:lnTo>
                  <a:lnTo>
                    <a:pt x="3049"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7" name="Google Shape;23857;p141"/>
            <p:cNvSpPr/>
            <p:nvPr/>
          </p:nvSpPr>
          <p:spPr>
            <a:xfrm>
              <a:off x="5671458" y="2724349"/>
              <a:ext cx="72633" cy="73350"/>
            </a:xfrm>
            <a:custGeom>
              <a:avLst/>
              <a:gdLst/>
              <a:ahLst/>
              <a:cxnLst/>
              <a:rect l="l" t="t" r="r" b="b"/>
              <a:pathLst>
                <a:path w="2430" h="2454" extrusionOk="0">
                  <a:moveTo>
                    <a:pt x="1215" y="1"/>
                  </a:moveTo>
                  <a:cubicBezTo>
                    <a:pt x="548" y="1"/>
                    <a:pt x="1" y="548"/>
                    <a:pt x="1" y="1215"/>
                  </a:cubicBezTo>
                  <a:cubicBezTo>
                    <a:pt x="1" y="1906"/>
                    <a:pt x="548" y="2454"/>
                    <a:pt x="1215" y="2454"/>
                  </a:cubicBezTo>
                  <a:cubicBezTo>
                    <a:pt x="1882" y="2454"/>
                    <a:pt x="2430" y="1906"/>
                    <a:pt x="2430" y="1215"/>
                  </a:cubicBezTo>
                  <a:cubicBezTo>
                    <a:pt x="2430" y="548"/>
                    <a:pt x="1882"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8" name="Google Shape;23858;p141"/>
            <p:cNvSpPr/>
            <p:nvPr/>
          </p:nvSpPr>
          <p:spPr>
            <a:xfrm>
              <a:off x="5418766" y="2724349"/>
              <a:ext cx="72633" cy="73350"/>
            </a:xfrm>
            <a:custGeom>
              <a:avLst/>
              <a:gdLst/>
              <a:ahLst/>
              <a:cxnLst/>
              <a:rect l="l" t="t" r="r" b="b"/>
              <a:pathLst>
                <a:path w="2430" h="2454" extrusionOk="0">
                  <a:moveTo>
                    <a:pt x="1215" y="1"/>
                  </a:moveTo>
                  <a:cubicBezTo>
                    <a:pt x="548" y="1"/>
                    <a:pt x="1" y="548"/>
                    <a:pt x="1" y="1215"/>
                  </a:cubicBezTo>
                  <a:cubicBezTo>
                    <a:pt x="1" y="1906"/>
                    <a:pt x="548" y="2454"/>
                    <a:pt x="1215" y="2454"/>
                  </a:cubicBezTo>
                  <a:cubicBezTo>
                    <a:pt x="1882" y="2454"/>
                    <a:pt x="2430" y="1906"/>
                    <a:pt x="2430" y="1215"/>
                  </a:cubicBezTo>
                  <a:cubicBezTo>
                    <a:pt x="2430" y="548"/>
                    <a:pt x="1882" y="1"/>
                    <a:pt x="1215"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9" name="Google Shape;23859;p141"/>
            <p:cNvSpPr/>
            <p:nvPr/>
          </p:nvSpPr>
          <p:spPr>
            <a:xfrm>
              <a:off x="5581788" y="2516493"/>
              <a:ext cx="9266" cy="41338"/>
            </a:xfrm>
            <a:custGeom>
              <a:avLst/>
              <a:gdLst/>
              <a:ahLst/>
              <a:cxnLst/>
              <a:rect l="l" t="t" r="r" b="b"/>
              <a:pathLst>
                <a:path w="310" h="1383" extrusionOk="0">
                  <a:moveTo>
                    <a:pt x="0" y="1"/>
                  </a:moveTo>
                  <a:lnTo>
                    <a:pt x="0" y="1382"/>
                  </a:lnTo>
                  <a:lnTo>
                    <a:pt x="310" y="1382"/>
                  </a:lnTo>
                  <a:lnTo>
                    <a:pt x="31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0" name="Google Shape;23860;p141"/>
            <p:cNvSpPr/>
            <p:nvPr/>
          </p:nvSpPr>
          <p:spPr>
            <a:xfrm>
              <a:off x="5581788" y="2604071"/>
              <a:ext cx="9266" cy="42713"/>
            </a:xfrm>
            <a:custGeom>
              <a:avLst/>
              <a:gdLst/>
              <a:ahLst/>
              <a:cxnLst/>
              <a:rect l="l" t="t" r="r" b="b"/>
              <a:pathLst>
                <a:path w="310" h="1429" extrusionOk="0">
                  <a:moveTo>
                    <a:pt x="0" y="0"/>
                  </a:moveTo>
                  <a:lnTo>
                    <a:pt x="0" y="1429"/>
                  </a:lnTo>
                  <a:lnTo>
                    <a:pt x="310" y="1429"/>
                  </a:lnTo>
                  <a:lnTo>
                    <a:pt x="310"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1" name="Google Shape;23861;p141"/>
            <p:cNvSpPr/>
            <p:nvPr/>
          </p:nvSpPr>
          <p:spPr>
            <a:xfrm>
              <a:off x="5581788" y="2690902"/>
              <a:ext cx="9266" cy="42743"/>
            </a:xfrm>
            <a:custGeom>
              <a:avLst/>
              <a:gdLst/>
              <a:ahLst/>
              <a:cxnLst/>
              <a:rect l="l" t="t" r="r" b="b"/>
              <a:pathLst>
                <a:path w="310" h="1430" extrusionOk="0">
                  <a:moveTo>
                    <a:pt x="0" y="0"/>
                  </a:moveTo>
                  <a:lnTo>
                    <a:pt x="0" y="1429"/>
                  </a:lnTo>
                  <a:lnTo>
                    <a:pt x="310" y="1429"/>
                  </a:lnTo>
                  <a:lnTo>
                    <a:pt x="310"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2" name="Google Shape;23862;p141"/>
            <p:cNvSpPr/>
            <p:nvPr/>
          </p:nvSpPr>
          <p:spPr>
            <a:xfrm>
              <a:off x="5536205" y="2549970"/>
              <a:ext cx="90447" cy="64084"/>
            </a:xfrm>
            <a:custGeom>
              <a:avLst/>
              <a:gdLst/>
              <a:ahLst/>
              <a:cxnLst/>
              <a:rect l="l" t="t" r="r" b="b"/>
              <a:pathLst>
                <a:path w="3026" h="2144" extrusionOk="0">
                  <a:moveTo>
                    <a:pt x="1" y="0"/>
                  </a:moveTo>
                  <a:lnTo>
                    <a:pt x="1" y="2144"/>
                  </a:lnTo>
                  <a:lnTo>
                    <a:pt x="3025" y="2144"/>
                  </a:lnTo>
                  <a:lnTo>
                    <a:pt x="3025"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3" name="Google Shape;23863;p141"/>
            <p:cNvSpPr/>
            <p:nvPr/>
          </p:nvSpPr>
          <p:spPr>
            <a:xfrm>
              <a:off x="5536205" y="2637518"/>
              <a:ext cx="90447" cy="64084"/>
            </a:xfrm>
            <a:custGeom>
              <a:avLst/>
              <a:gdLst/>
              <a:ahLst/>
              <a:cxnLst/>
              <a:rect l="l" t="t" r="r" b="b"/>
              <a:pathLst>
                <a:path w="3026" h="2144" extrusionOk="0">
                  <a:moveTo>
                    <a:pt x="1" y="0"/>
                  </a:moveTo>
                  <a:lnTo>
                    <a:pt x="1" y="2144"/>
                  </a:lnTo>
                  <a:lnTo>
                    <a:pt x="3025" y="2144"/>
                  </a:lnTo>
                  <a:lnTo>
                    <a:pt x="3025"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4" name="Google Shape;23864;p141"/>
            <p:cNvSpPr/>
            <p:nvPr/>
          </p:nvSpPr>
          <p:spPr>
            <a:xfrm>
              <a:off x="5544754" y="2724349"/>
              <a:ext cx="73350" cy="73350"/>
            </a:xfrm>
            <a:custGeom>
              <a:avLst/>
              <a:gdLst/>
              <a:ahLst/>
              <a:cxnLst/>
              <a:rect l="l" t="t" r="r" b="b"/>
              <a:pathLst>
                <a:path w="2454" h="2454" extrusionOk="0">
                  <a:moveTo>
                    <a:pt x="1239" y="1"/>
                  </a:moveTo>
                  <a:cubicBezTo>
                    <a:pt x="548" y="1"/>
                    <a:pt x="1" y="548"/>
                    <a:pt x="1" y="1215"/>
                  </a:cubicBezTo>
                  <a:cubicBezTo>
                    <a:pt x="1" y="1906"/>
                    <a:pt x="548" y="2454"/>
                    <a:pt x="1239" y="2454"/>
                  </a:cubicBezTo>
                  <a:cubicBezTo>
                    <a:pt x="1906" y="2454"/>
                    <a:pt x="2454" y="1906"/>
                    <a:pt x="2454" y="1215"/>
                  </a:cubicBezTo>
                  <a:cubicBezTo>
                    <a:pt x="2454" y="548"/>
                    <a:pt x="1906" y="1"/>
                    <a:pt x="1239"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5" name="Google Shape;23865;p141"/>
            <p:cNvSpPr/>
            <p:nvPr/>
          </p:nvSpPr>
          <p:spPr>
            <a:xfrm>
              <a:off x="5528374" y="2453873"/>
              <a:ext cx="107514" cy="72633"/>
            </a:xfrm>
            <a:custGeom>
              <a:avLst/>
              <a:gdLst/>
              <a:ahLst/>
              <a:cxnLst/>
              <a:rect l="l" t="t" r="r" b="b"/>
              <a:pathLst>
                <a:path w="3597" h="2430" extrusionOk="0">
                  <a:moveTo>
                    <a:pt x="1" y="0"/>
                  </a:moveTo>
                  <a:lnTo>
                    <a:pt x="1" y="2429"/>
                  </a:lnTo>
                  <a:lnTo>
                    <a:pt x="3597" y="2429"/>
                  </a:lnTo>
                  <a:lnTo>
                    <a:pt x="3597"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6" name="Google Shape;23866;p141"/>
            <p:cNvSpPr/>
            <p:nvPr/>
          </p:nvSpPr>
          <p:spPr>
            <a:xfrm>
              <a:off x="5581788" y="2724349"/>
              <a:ext cx="36316" cy="73350"/>
            </a:xfrm>
            <a:custGeom>
              <a:avLst/>
              <a:gdLst/>
              <a:ahLst/>
              <a:cxnLst/>
              <a:rect l="l" t="t" r="r" b="b"/>
              <a:pathLst>
                <a:path w="1215" h="2454" extrusionOk="0">
                  <a:moveTo>
                    <a:pt x="0" y="1"/>
                  </a:moveTo>
                  <a:lnTo>
                    <a:pt x="0" y="2454"/>
                  </a:lnTo>
                  <a:cubicBezTo>
                    <a:pt x="667" y="2454"/>
                    <a:pt x="1215" y="1906"/>
                    <a:pt x="1215" y="1215"/>
                  </a:cubicBezTo>
                  <a:cubicBezTo>
                    <a:pt x="1215" y="572"/>
                    <a:pt x="667" y="1"/>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7" name="Google Shape;23867;p141"/>
            <p:cNvSpPr/>
            <p:nvPr/>
          </p:nvSpPr>
          <p:spPr>
            <a:xfrm>
              <a:off x="5581788" y="2549970"/>
              <a:ext cx="44865" cy="64084"/>
            </a:xfrm>
            <a:custGeom>
              <a:avLst/>
              <a:gdLst/>
              <a:ahLst/>
              <a:cxnLst/>
              <a:rect l="l" t="t" r="r" b="b"/>
              <a:pathLst>
                <a:path w="1501" h="2144" extrusionOk="0">
                  <a:moveTo>
                    <a:pt x="0" y="0"/>
                  </a:moveTo>
                  <a:lnTo>
                    <a:pt x="0" y="2144"/>
                  </a:lnTo>
                  <a:lnTo>
                    <a:pt x="1500" y="2144"/>
                  </a:lnTo>
                  <a:lnTo>
                    <a:pt x="1500" y="0"/>
                  </a:lnTo>
                  <a:close/>
                </a:path>
              </a:pathLst>
            </a:custGeom>
            <a:solidFill>
              <a:srgbClr val="9EAA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8" name="Google Shape;23868;p141"/>
            <p:cNvSpPr/>
            <p:nvPr/>
          </p:nvSpPr>
          <p:spPr>
            <a:xfrm>
              <a:off x="5581788" y="2637518"/>
              <a:ext cx="44865" cy="64084"/>
            </a:xfrm>
            <a:custGeom>
              <a:avLst/>
              <a:gdLst/>
              <a:ahLst/>
              <a:cxnLst/>
              <a:rect l="l" t="t" r="r" b="b"/>
              <a:pathLst>
                <a:path w="1501" h="2144" extrusionOk="0">
                  <a:moveTo>
                    <a:pt x="0" y="0"/>
                  </a:moveTo>
                  <a:lnTo>
                    <a:pt x="0" y="2144"/>
                  </a:lnTo>
                  <a:lnTo>
                    <a:pt x="1500" y="2144"/>
                  </a:lnTo>
                  <a:lnTo>
                    <a:pt x="1500"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9" name="Google Shape;23869;p141"/>
            <p:cNvSpPr/>
            <p:nvPr/>
          </p:nvSpPr>
          <p:spPr>
            <a:xfrm>
              <a:off x="5581788" y="2453873"/>
              <a:ext cx="53413" cy="72633"/>
            </a:xfrm>
            <a:custGeom>
              <a:avLst/>
              <a:gdLst/>
              <a:ahLst/>
              <a:cxnLst/>
              <a:rect l="l" t="t" r="r" b="b"/>
              <a:pathLst>
                <a:path w="1787" h="2430" extrusionOk="0">
                  <a:moveTo>
                    <a:pt x="0" y="0"/>
                  </a:moveTo>
                  <a:lnTo>
                    <a:pt x="0" y="2429"/>
                  </a:lnTo>
                  <a:lnTo>
                    <a:pt x="1786" y="2429"/>
                  </a:lnTo>
                  <a:lnTo>
                    <a:pt x="1786"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70" name="Google Shape;23870;p141"/>
          <p:cNvGrpSpPr/>
          <p:nvPr/>
        </p:nvGrpSpPr>
        <p:grpSpPr>
          <a:xfrm>
            <a:off x="4782742" y="2305747"/>
            <a:ext cx="344544" cy="340270"/>
            <a:chOff x="4744642" y="2458147"/>
            <a:chExt cx="344544" cy="340270"/>
          </a:xfrm>
        </p:grpSpPr>
        <p:sp>
          <p:nvSpPr>
            <p:cNvPr id="23871" name="Google Shape;23871;p141"/>
            <p:cNvSpPr/>
            <p:nvPr/>
          </p:nvSpPr>
          <p:spPr>
            <a:xfrm>
              <a:off x="4877743" y="2458147"/>
              <a:ext cx="76907" cy="76907"/>
            </a:xfrm>
            <a:custGeom>
              <a:avLst/>
              <a:gdLst/>
              <a:ahLst/>
              <a:cxnLst/>
              <a:rect l="l" t="t" r="r" b="b"/>
              <a:pathLst>
                <a:path w="2573" h="2573" extrusionOk="0">
                  <a:moveTo>
                    <a:pt x="1287" y="0"/>
                  </a:moveTo>
                  <a:cubicBezTo>
                    <a:pt x="572" y="0"/>
                    <a:pt x="1" y="572"/>
                    <a:pt x="1" y="1286"/>
                  </a:cubicBezTo>
                  <a:cubicBezTo>
                    <a:pt x="1" y="2001"/>
                    <a:pt x="572" y="2572"/>
                    <a:pt x="1287" y="2572"/>
                  </a:cubicBezTo>
                  <a:cubicBezTo>
                    <a:pt x="2001" y="2572"/>
                    <a:pt x="2573" y="2001"/>
                    <a:pt x="2573" y="1286"/>
                  </a:cubicBezTo>
                  <a:cubicBezTo>
                    <a:pt x="2573" y="572"/>
                    <a:pt x="2001" y="0"/>
                    <a:pt x="1287"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2" name="Google Shape;23872;p141"/>
            <p:cNvSpPr/>
            <p:nvPr/>
          </p:nvSpPr>
          <p:spPr>
            <a:xfrm>
              <a:off x="4966009" y="2490159"/>
              <a:ext cx="76190" cy="76907"/>
            </a:xfrm>
            <a:custGeom>
              <a:avLst/>
              <a:gdLst/>
              <a:ahLst/>
              <a:cxnLst/>
              <a:rect l="l" t="t" r="r" b="b"/>
              <a:pathLst>
                <a:path w="2549" h="2573" extrusionOk="0">
                  <a:moveTo>
                    <a:pt x="1287" y="1"/>
                  </a:moveTo>
                  <a:cubicBezTo>
                    <a:pt x="572" y="1"/>
                    <a:pt x="1" y="572"/>
                    <a:pt x="1" y="1287"/>
                  </a:cubicBezTo>
                  <a:cubicBezTo>
                    <a:pt x="1" y="2001"/>
                    <a:pt x="572" y="2573"/>
                    <a:pt x="1287" y="2573"/>
                  </a:cubicBezTo>
                  <a:cubicBezTo>
                    <a:pt x="1977" y="2573"/>
                    <a:pt x="2549" y="2001"/>
                    <a:pt x="2549" y="1287"/>
                  </a:cubicBezTo>
                  <a:cubicBezTo>
                    <a:pt x="2549" y="572"/>
                    <a:pt x="1977" y="1"/>
                    <a:pt x="1287"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3" name="Google Shape;23873;p141"/>
            <p:cNvSpPr/>
            <p:nvPr/>
          </p:nvSpPr>
          <p:spPr>
            <a:xfrm>
              <a:off x="5012279" y="2570594"/>
              <a:ext cx="76907" cy="76190"/>
            </a:xfrm>
            <a:custGeom>
              <a:avLst/>
              <a:gdLst/>
              <a:ahLst/>
              <a:cxnLst/>
              <a:rect l="l" t="t" r="r" b="b"/>
              <a:pathLst>
                <a:path w="2573" h="2549" extrusionOk="0">
                  <a:moveTo>
                    <a:pt x="1287" y="1"/>
                  </a:moveTo>
                  <a:cubicBezTo>
                    <a:pt x="572" y="1"/>
                    <a:pt x="1" y="572"/>
                    <a:pt x="1" y="1287"/>
                  </a:cubicBezTo>
                  <a:cubicBezTo>
                    <a:pt x="1" y="1977"/>
                    <a:pt x="572" y="2549"/>
                    <a:pt x="1287" y="2549"/>
                  </a:cubicBezTo>
                  <a:cubicBezTo>
                    <a:pt x="1977" y="2549"/>
                    <a:pt x="2573" y="1977"/>
                    <a:pt x="2573" y="1287"/>
                  </a:cubicBezTo>
                  <a:cubicBezTo>
                    <a:pt x="2573" y="572"/>
                    <a:pt x="1977"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4" name="Google Shape;23874;p141"/>
            <p:cNvSpPr/>
            <p:nvPr/>
          </p:nvSpPr>
          <p:spPr>
            <a:xfrm>
              <a:off x="4995899" y="2661729"/>
              <a:ext cx="76907" cy="76907"/>
            </a:xfrm>
            <a:custGeom>
              <a:avLst/>
              <a:gdLst/>
              <a:ahLst/>
              <a:cxnLst/>
              <a:rect l="l" t="t" r="r" b="b"/>
              <a:pathLst>
                <a:path w="2573" h="2573" extrusionOk="0">
                  <a:moveTo>
                    <a:pt x="1287" y="0"/>
                  </a:moveTo>
                  <a:cubicBezTo>
                    <a:pt x="596" y="0"/>
                    <a:pt x="1" y="595"/>
                    <a:pt x="1" y="1286"/>
                  </a:cubicBezTo>
                  <a:cubicBezTo>
                    <a:pt x="1" y="2000"/>
                    <a:pt x="596" y="2572"/>
                    <a:pt x="1287" y="2572"/>
                  </a:cubicBezTo>
                  <a:cubicBezTo>
                    <a:pt x="2001" y="2572"/>
                    <a:pt x="2573" y="2000"/>
                    <a:pt x="2573" y="1286"/>
                  </a:cubicBezTo>
                  <a:cubicBezTo>
                    <a:pt x="2573" y="595"/>
                    <a:pt x="2001" y="0"/>
                    <a:pt x="1287"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5" name="Google Shape;23875;p141"/>
            <p:cNvSpPr/>
            <p:nvPr/>
          </p:nvSpPr>
          <p:spPr>
            <a:xfrm>
              <a:off x="4924731" y="2721510"/>
              <a:ext cx="76907" cy="76907"/>
            </a:xfrm>
            <a:custGeom>
              <a:avLst/>
              <a:gdLst/>
              <a:ahLst/>
              <a:cxnLst/>
              <a:rect l="l" t="t" r="r" b="b"/>
              <a:pathLst>
                <a:path w="2573" h="2573" extrusionOk="0">
                  <a:moveTo>
                    <a:pt x="1286" y="0"/>
                  </a:moveTo>
                  <a:cubicBezTo>
                    <a:pt x="596" y="0"/>
                    <a:pt x="0" y="572"/>
                    <a:pt x="0" y="1286"/>
                  </a:cubicBezTo>
                  <a:cubicBezTo>
                    <a:pt x="0" y="2001"/>
                    <a:pt x="596" y="2572"/>
                    <a:pt x="1286" y="2572"/>
                  </a:cubicBezTo>
                  <a:cubicBezTo>
                    <a:pt x="2001" y="2572"/>
                    <a:pt x="2572" y="2001"/>
                    <a:pt x="2572" y="1286"/>
                  </a:cubicBezTo>
                  <a:cubicBezTo>
                    <a:pt x="2572" y="572"/>
                    <a:pt x="2001" y="0"/>
                    <a:pt x="1286" y="0"/>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6" name="Google Shape;23876;p141"/>
            <p:cNvSpPr/>
            <p:nvPr/>
          </p:nvSpPr>
          <p:spPr>
            <a:xfrm>
              <a:off x="4831473" y="2721510"/>
              <a:ext cx="76907" cy="76907"/>
            </a:xfrm>
            <a:custGeom>
              <a:avLst/>
              <a:gdLst/>
              <a:ahLst/>
              <a:cxnLst/>
              <a:rect l="l" t="t" r="r" b="b"/>
              <a:pathLst>
                <a:path w="2573" h="2573" extrusionOk="0">
                  <a:moveTo>
                    <a:pt x="1287" y="0"/>
                  </a:moveTo>
                  <a:cubicBezTo>
                    <a:pt x="572" y="0"/>
                    <a:pt x="1" y="572"/>
                    <a:pt x="1" y="1286"/>
                  </a:cubicBezTo>
                  <a:cubicBezTo>
                    <a:pt x="1" y="2001"/>
                    <a:pt x="572" y="2572"/>
                    <a:pt x="1287" y="2572"/>
                  </a:cubicBezTo>
                  <a:cubicBezTo>
                    <a:pt x="2001" y="2572"/>
                    <a:pt x="2573" y="2001"/>
                    <a:pt x="2573" y="1286"/>
                  </a:cubicBezTo>
                  <a:cubicBezTo>
                    <a:pt x="2573" y="572"/>
                    <a:pt x="2001" y="0"/>
                    <a:pt x="1287" y="0"/>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7" name="Google Shape;23877;p141"/>
            <p:cNvSpPr/>
            <p:nvPr/>
          </p:nvSpPr>
          <p:spPr>
            <a:xfrm>
              <a:off x="4760304" y="2661729"/>
              <a:ext cx="76907" cy="76907"/>
            </a:xfrm>
            <a:custGeom>
              <a:avLst/>
              <a:gdLst/>
              <a:ahLst/>
              <a:cxnLst/>
              <a:rect l="l" t="t" r="r" b="b"/>
              <a:pathLst>
                <a:path w="2573" h="2573" extrusionOk="0">
                  <a:moveTo>
                    <a:pt x="1286" y="0"/>
                  </a:moveTo>
                  <a:cubicBezTo>
                    <a:pt x="572" y="0"/>
                    <a:pt x="0" y="595"/>
                    <a:pt x="0" y="1286"/>
                  </a:cubicBezTo>
                  <a:cubicBezTo>
                    <a:pt x="0" y="2000"/>
                    <a:pt x="572" y="2572"/>
                    <a:pt x="1286" y="2572"/>
                  </a:cubicBezTo>
                  <a:cubicBezTo>
                    <a:pt x="2001" y="2572"/>
                    <a:pt x="2572" y="2000"/>
                    <a:pt x="2572" y="1286"/>
                  </a:cubicBezTo>
                  <a:cubicBezTo>
                    <a:pt x="2572" y="595"/>
                    <a:pt x="2001" y="0"/>
                    <a:pt x="1286" y="0"/>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8" name="Google Shape;23878;p141"/>
            <p:cNvSpPr/>
            <p:nvPr/>
          </p:nvSpPr>
          <p:spPr>
            <a:xfrm>
              <a:off x="4744642" y="2570594"/>
              <a:ext cx="76190" cy="76190"/>
            </a:xfrm>
            <a:custGeom>
              <a:avLst/>
              <a:gdLst/>
              <a:ahLst/>
              <a:cxnLst/>
              <a:rect l="l" t="t" r="r" b="b"/>
              <a:pathLst>
                <a:path w="2549" h="2549" extrusionOk="0">
                  <a:moveTo>
                    <a:pt x="1286" y="1"/>
                  </a:moveTo>
                  <a:cubicBezTo>
                    <a:pt x="572" y="1"/>
                    <a:pt x="0" y="572"/>
                    <a:pt x="0" y="1287"/>
                  </a:cubicBezTo>
                  <a:cubicBezTo>
                    <a:pt x="0" y="1977"/>
                    <a:pt x="572" y="2549"/>
                    <a:pt x="1286" y="2549"/>
                  </a:cubicBezTo>
                  <a:cubicBezTo>
                    <a:pt x="1977" y="2549"/>
                    <a:pt x="2549" y="1977"/>
                    <a:pt x="2549" y="1287"/>
                  </a:cubicBezTo>
                  <a:cubicBezTo>
                    <a:pt x="2549" y="572"/>
                    <a:pt x="1977" y="1"/>
                    <a:pt x="1286"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9" name="Google Shape;23879;p141"/>
            <p:cNvSpPr/>
            <p:nvPr/>
          </p:nvSpPr>
          <p:spPr>
            <a:xfrm>
              <a:off x="4790912" y="2490159"/>
              <a:ext cx="76190" cy="76907"/>
            </a:xfrm>
            <a:custGeom>
              <a:avLst/>
              <a:gdLst/>
              <a:ahLst/>
              <a:cxnLst/>
              <a:rect l="l" t="t" r="r" b="b"/>
              <a:pathLst>
                <a:path w="2549" h="2573" extrusionOk="0">
                  <a:moveTo>
                    <a:pt x="1286" y="1"/>
                  </a:moveTo>
                  <a:cubicBezTo>
                    <a:pt x="572" y="1"/>
                    <a:pt x="0" y="572"/>
                    <a:pt x="0" y="1287"/>
                  </a:cubicBezTo>
                  <a:cubicBezTo>
                    <a:pt x="0" y="2001"/>
                    <a:pt x="572" y="2573"/>
                    <a:pt x="1286" y="2573"/>
                  </a:cubicBezTo>
                  <a:cubicBezTo>
                    <a:pt x="1977" y="2573"/>
                    <a:pt x="2548" y="2001"/>
                    <a:pt x="2548" y="1287"/>
                  </a:cubicBezTo>
                  <a:cubicBezTo>
                    <a:pt x="2548" y="572"/>
                    <a:pt x="1977" y="1"/>
                    <a:pt x="1286"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0" name="Google Shape;23880;p141"/>
            <p:cNvSpPr/>
            <p:nvPr/>
          </p:nvSpPr>
          <p:spPr>
            <a:xfrm>
              <a:off x="4893406" y="2638236"/>
              <a:ext cx="89730" cy="20654"/>
            </a:xfrm>
            <a:custGeom>
              <a:avLst/>
              <a:gdLst/>
              <a:ahLst/>
              <a:cxnLst/>
              <a:rect l="l" t="t" r="r" b="b"/>
              <a:pathLst>
                <a:path w="3002" h="691" extrusionOk="0">
                  <a:moveTo>
                    <a:pt x="1" y="0"/>
                  </a:moveTo>
                  <a:lnTo>
                    <a:pt x="1" y="691"/>
                  </a:lnTo>
                  <a:lnTo>
                    <a:pt x="3001" y="691"/>
                  </a:lnTo>
                  <a:lnTo>
                    <a:pt x="300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1" name="Google Shape;23881;p141"/>
            <p:cNvSpPr/>
            <p:nvPr/>
          </p:nvSpPr>
          <p:spPr>
            <a:xfrm>
              <a:off x="4893406" y="2596927"/>
              <a:ext cx="89730" cy="20684"/>
            </a:xfrm>
            <a:custGeom>
              <a:avLst/>
              <a:gdLst/>
              <a:ahLst/>
              <a:cxnLst/>
              <a:rect l="l" t="t" r="r" b="b"/>
              <a:pathLst>
                <a:path w="3002" h="692" extrusionOk="0">
                  <a:moveTo>
                    <a:pt x="1" y="1"/>
                  </a:moveTo>
                  <a:lnTo>
                    <a:pt x="1" y="692"/>
                  </a:lnTo>
                  <a:lnTo>
                    <a:pt x="3001" y="692"/>
                  </a:lnTo>
                  <a:lnTo>
                    <a:pt x="300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2" name="Google Shape;23882;p141"/>
            <p:cNvSpPr/>
            <p:nvPr/>
          </p:nvSpPr>
          <p:spPr>
            <a:xfrm>
              <a:off x="4851410" y="2638236"/>
              <a:ext cx="20684" cy="20654"/>
            </a:xfrm>
            <a:custGeom>
              <a:avLst/>
              <a:gdLst/>
              <a:ahLst/>
              <a:cxnLst/>
              <a:rect l="l" t="t" r="r" b="b"/>
              <a:pathLst>
                <a:path w="692" h="691" extrusionOk="0">
                  <a:moveTo>
                    <a:pt x="1" y="0"/>
                  </a:moveTo>
                  <a:lnTo>
                    <a:pt x="1" y="691"/>
                  </a:lnTo>
                  <a:lnTo>
                    <a:pt x="691" y="691"/>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3" name="Google Shape;23883;p141"/>
            <p:cNvSpPr/>
            <p:nvPr/>
          </p:nvSpPr>
          <p:spPr>
            <a:xfrm>
              <a:off x="4851410" y="2596927"/>
              <a:ext cx="20684" cy="20684"/>
            </a:xfrm>
            <a:custGeom>
              <a:avLst/>
              <a:gdLst/>
              <a:ahLst/>
              <a:cxnLst/>
              <a:rect l="l" t="t" r="r" b="b"/>
              <a:pathLst>
                <a:path w="692" h="692" extrusionOk="0">
                  <a:moveTo>
                    <a:pt x="1" y="1"/>
                  </a:moveTo>
                  <a:lnTo>
                    <a:pt x="1" y="692"/>
                  </a:lnTo>
                  <a:lnTo>
                    <a:pt x="691" y="692"/>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4" name="Google Shape;23884;p141"/>
            <p:cNvSpPr/>
            <p:nvPr/>
          </p:nvSpPr>
          <p:spPr>
            <a:xfrm>
              <a:off x="4916899" y="2458147"/>
              <a:ext cx="38468" cy="76907"/>
            </a:xfrm>
            <a:custGeom>
              <a:avLst/>
              <a:gdLst/>
              <a:ahLst/>
              <a:cxnLst/>
              <a:rect l="l" t="t" r="r" b="b"/>
              <a:pathLst>
                <a:path w="1287" h="2573" extrusionOk="0">
                  <a:moveTo>
                    <a:pt x="1" y="0"/>
                  </a:moveTo>
                  <a:lnTo>
                    <a:pt x="1" y="2572"/>
                  </a:lnTo>
                  <a:cubicBezTo>
                    <a:pt x="691" y="2572"/>
                    <a:pt x="1286" y="2001"/>
                    <a:pt x="1286" y="1286"/>
                  </a:cubicBezTo>
                  <a:cubicBezTo>
                    <a:pt x="1286" y="572"/>
                    <a:pt x="715"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5" name="Google Shape;23885;p141"/>
            <p:cNvSpPr/>
            <p:nvPr/>
          </p:nvSpPr>
          <p:spPr>
            <a:xfrm>
              <a:off x="4916899" y="2596927"/>
              <a:ext cx="66236" cy="20684"/>
            </a:xfrm>
            <a:custGeom>
              <a:avLst/>
              <a:gdLst/>
              <a:ahLst/>
              <a:cxnLst/>
              <a:rect l="l" t="t" r="r" b="b"/>
              <a:pathLst>
                <a:path w="2216" h="692" extrusionOk="0">
                  <a:moveTo>
                    <a:pt x="1" y="1"/>
                  </a:moveTo>
                  <a:lnTo>
                    <a:pt x="1" y="692"/>
                  </a:lnTo>
                  <a:lnTo>
                    <a:pt x="2215" y="692"/>
                  </a:lnTo>
                  <a:lnTo>
                    <a:pt x="2215"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6" name="Google Shape;23886;p141"/>
            <p:cNvSpPr/>
            <p:nvPr/>
          </p:nvSpPr>
          <p:spPr>
            <a:xfrm>
              <a:off x="4916899" y="2638236"/>
              <a:ext cx="66236" cy="20654"/>
            </a:xfrm>
            <a:custGeom>
              <a:avLst/>
              <a:gdLst/>
              <a:ahLst/>
              <a:cxnLst/>
              <a:rect l="l" t="t" r="r" b="b"/>
              <a:pathLst>
                <a:path w="2216" h="691" extrusionOk="0">
                  <a:moveTo>
                    <a:pt x="1" y="0"/>
                  </a:moveTo>
                  <a:lnTo>
                    <a:pt x="1" y="691"/>
                  </a:lnTo>
                  <a:lnTo>
                    <a:pt x="2215" y="691"/>
                  </a:lnTo>
                  <a:lnTo>
                    <a:pt x="221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87" name="Google Shape;23887;p141"/>
          <p:cNvGrpSpPr/>
          <p:nvPr/>
        </p:nvGrpSpPr>
        <p:grpSpPr>
          <a:xfrm>
            <a:off x="4037379" y="2324552"/>
            <a:ext cx="346696" cy="323203"/>
            <a:chOff x="4075479" y="2467383"/>
            <a:chExt cx="346696" cy="323203"/>
          </a:xfrm>
        </p:grpSpPr>
        <p:sp>
          <p:nvSpPr>
            <p:cNvPr id="23888" name="Google Shape;23888;p141"/>
            <p:cNvSpPr/>
            <p:nvPr/>
          </p:nvSpPr>
          <p:spPr>
            <a:xfrm>
              <a:off x="4163057" y="2489472"/>
              <a:ext cx="192910" cy="53413"/>
            </a:xfrm>
            <a:custGeom>
              <a:avLst/>
              <a:gdLst/>
              <a:ahLst/>
              <a:cxnLst/>
              <a:rect l="l" t="t" r="r" b="b"/>
              <a:pathLst>
                <a:path w="6454" h="1787" extrusionOk="0">
                  <a:moveTo>
                    <a:pt x="0" y="0"/>
                  </a:moveTo>
                  <a:lnTo>
                    <a:pt x="0" y="1786"/>
                  </a:lnTo>
                  <a:lnTo>
                    <a:pt x="6454" y="1786"/>
                  </a:lnTo>
                  <a:lnTo>
                    <a:pt x="6454"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9" name="Google Shape;23889;p141"/>
            <p:cNvSpPr/>
            <p:nvPr/>
          </p:nvSpPr>
          <p:spPr>
            <a:xfrm>
              <a:off x="4163057" y="2516493"/>
              <a:ext cx="192910" cy="25676"/>
            </a:xfrm>
            <a:custGeom>
              <a:avLst/>
              <a:gdLst/>
              <a:ahLst/>
              <a:cxnLst/>
              <a:rect l="l" t="t" r="r" b="b"/>
              <a:pathLst>
                <a:path w="6454" h="859" extrusionOk="0">
                  <a:moveTo>
                    <a:pt x="0" y="1"/>
                  </a:moveTo>
                  <a:lnTo>
                    <a:pt x="0" y="858"/>
                  </a:lnTo>
                  <a:lnTo>
                    <a:pt x="6454" y="858"/>
                  </a:lnTo>
                  <a:lnTo>
                    <a:pt x="6454"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0" name="Google Shape;23890;p141"/>
            <p:cNvSpPr/>
            <p:nvPr/>
          </p:nvSpPr>
          <p:spPr>
            <a:xfrm>
              <a:off x="4076914" y="2467383"/>
              <a:ext cx="97561" cy="97561"/>
            </a:xfrm>
            <a:custGeom>
              <a:avLst/>
              <a:gdLst/>
              <a:ahLst/>
              <a:cxnLst/>
              <a:rect l="l" t="t" r="r" b="b"/>
              <a:pathLst>
                <a:path w="3264" h="3264" extrusionOk="0">
                  <a:moveTo>
                    <a:pt x="1620" y="1"/>
                  </a:moveTo>
                  <a:cubicBezTo>
                    <a:pt x="715" y="1"/>
                    <a:pt x="1" y="739"/>
                    <a:pt x="1" y="1620"/>
                  </a:cubicBezTo>
                  <a:cubicBezTo>
                    <a:pt x="1" y="2525"/>
                    <a:pt x="715" y="3263"/>
                    <a:pt x="1620" y="3263"/>
                  </a:cubicBezTo>
                  <a:cubicBezTo>
                    <a:pt x="2525" y="3263"/>
                    <a:pt x="3263" y="2525"/>
                    <a:pt x="3263" y="1620"/>
                  </a:cubicBezTo>
                  <a:cubicBezTo>
                    <a:pt x="3263" y="739"/>
                    <a:pt x="2525" y="1"/>
                    <a:pt x="162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1" name="Google Shape;23891;p141"/>
            <p:cNvSpPr/>
            <p:nvPr/>
          </p:nvSpPr>
          <p:spPr>
            <a:xfrm>
              <a:off x="4076914" y="2516493"/>
              <a:ext cx="97561" cy="48452"/>
            </a:xfrm>
            <a:custGeom>
              <a:avLst/>
              <a:gdLst/>
              <a:ahLst/>
              <a:cxnLst/>
              <a:rect l="l" t="t" r="r" b="b"/>
              <a:pathLst>
                <a:path w="3264" h="1621" extrusionOk="0">
                  <a:moveTo>
                    <a:pt x="1" y="1"/>
                  </a:moveTo>
                  <a:cubicBezTo>
                    <a:pt x="1" y="882"/>
                    <a:pt x="739" y="1620"/>
                    <a:pt x="1620" y="1620"/>
                  </a:cubicBezTo>
                  <a:cubicBezTo>
                    <a:pt x="2525" y="1620"/>
                    <a:pt x="3263" y="882"/>
                    <a:pt x="326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2" name="Google Shape;23892;p141"/>
            <p:cNvSpPr/>
            <p:nvPr/>
          </p:nvSpPr>
          <p:spPr>
            <a:xfrm>
              <a:off x="4354534" y="2489472"/>
              <a:ext cx="67641" cy="53413"/>
            </a:xfrm>
            <a:custGeom>
              <a:avLst/>
              <a:gdLst/>
              <a:ahLst/>
              <a:cxnLst/>
              <a:rect l="l" t="t" r="r" b="b"/>
              <a:pathLst>
                <a:path w="2263" h="1787" extrusionOk="0">
                  <a:moveTo>
                    <a:pt x="0" y="0"/>
                  </a:moveTo>
                  <a:lnTo>
                    <a:pt x="0" y="1786"/>
                  </a:lnTo>
                  <a:lnTo>
                    <a:pt x="1358" y="1786"/>
                  </a:lnTo>
                  <a:cubicBezTo>
                    <a:pt x="1596" y="1786"/>
                    <a:pt x="1834" y="1667"/>
                    <a:pt x="1977" y="1524"/>
                  </a:cubicBezTo>
                  <a:cubicBezTo>
                    <a:pt x="2167" y="1334"/>
                    <a:pt x="2263" y="1072"/>
                    <a:pt x="2215" y="786"/>
                  </a:cubicBezTo>
                  <a:cubicBezTo>
                    <a:pt x="2167" y="333"/>
                    <a:pt x="1739" y="0"/>
                    <a:pt x="133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3" name="Google Shape;23893;p141"/>
            <p:cNvSpPr/>
            <p:nvPr/>
          </p:nvSpPr>
          <p:spPr>
            <a:xfrm>
              <a:off x="4354886" y="2516493"/>
              <a:ext cx="66954" cy="26393"/>
            </a:xfrm>
            <a:custGeom>
              <a:avLst/>
              <a:gdLst/>
              <a:ahLst/>
              <a:cxnLst/>
              <a:rect l="l" t="t" r="r" b="b"/>
              <a:pathLst>
                <a:path w="2240" h="883" extrusionOk="0">
                  <a:moveTo>
                    <a:pt x="2239" y="1"/>
                  </a:moveTo>
                  <a:cubicBezTo>
                    <a:pt x="2239" y="9"/>
                    <a:pt x="2239" y="17"/>
                    <a:pt x="2239" y="25"/>
                  </a:cubicBezTo>
                  <a:lnTo>
                    <a:pt x="2239" y="25"/>
                  </a:lnTo>
                  <a:lnTo>
                    <a:pt x="2239" y="1"/>
                  </a:lnTo>
                  <a:close/>
                  <a:moveTo>
                    <a:pt x="1" y="25"/>
                  </a:moveTo>
                  <a:lnTo>
                    <a:pt x="1" y="882"/>
                  </a:lnTo>
                  <a:lnTo>
                    <a:pt x="1358" y="882"/>
                  </a:lnTo>
                  <a:cubicBezTo>
                    <a:pt x="1596" y="882"/>
                    <a:pt x="1810" y="763"/>
                    <a:pt x="1977" y="620"/>
                  </a:cubicBezTo>
                  <a:cubicBezTo>
                    <a:pt x="2138" y="436"/>
                    <a:pt x="2233" y="252"/>
                    <a:pt x="2239" y="25"/>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4" name="Google Shape;23894;p141"/>
            <p:cNvSpPr/>
            <p:nvPr/>
          </p:nvSpPr>
          <p:spPr>
            <a:xfrm>
              <a:off x="4163057" y="2714396"/>
              <a:ext cx="192910" cy="53413"/>
            </a:xfrm>
            <a:custGeom>
              <a:avLst/>
              <a:gdLst/>
              <a:ahLst/>
              <a:cxnLst/>
              <a:rect l="l" t="t" r="r" b="b"/>
              <a:pathLst>
                <a:path w="6454" h="1787" extrusionOk="0">
                  <a:moveTo>
                    <a:pt x="0" y="0"/>
                  </a:moveTo>
                  <a:lnTo>
                    <a:pt x="0" y="1786"/>
                  </a:lnTo>
                  <a:lnTo>
                    <a:pt x="6454" y="1786"/>
                  </a:lnTo>
                  <a:lnTo>
                    <a:pt x="6454"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5" name="Google Shape;23895;p141"/>
            <p:cNvSpPr/>
            <p:nvPr/>
          </p:nvSpPr>
          <p:spPr>
            <a:xfrm>
              <a:off x="4163057" y="2741447"/>
              <a:ext cx="192910" cy="25646"/>
            </a:xfrm>
            <a:custGeom>
              <a:avLst/>
              <a:gdLst/>
              <a:ahLst/>
              <a:cxnLst/>
              <a:rect l="l" t="t" r="r" b="b"/>
              <a:pathLst>
                <a:path w="6454" h="858" extrusionOk="0">
                  <a:moveTo>
                    <a:pt x="0" y="0"/>
                  </a:moveTo>
                  <a:lnTo>
                    <a:pt x="0" y="858"/>
                  </a:lnTo>
                  <a:lnTo>
                    <a:pt x="6454" y="858"/>
                  </a:lnTo>
                  <a:lnTo>
                    <a:pt x="6454"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6" name="Google Shape;23896;p141"/>
            <p:cNvSpPr/>
            <p:nvPr/>
          </p:nvSpPr>
          <p:spPr>
            <a:xfrm>
              <a:off x="4076914" y="2692337"/>
              <a:ext cx="97561" cy="98248"/>
            </a:xfrm>
            <a:custGeom>
              <a:avLst/>
              <a:gdLst/>
              <a:ahLst/>
              <a:cxnLst/>
              <a:rect l="l" t="t" r="r" b="b"/>
              <a:pathLst>
                <a:path w="3264" h="3287" extrusionOk="0">
                  <a:moveTo>
                    <a:pt x="1620" y="0"/>
                  </a:moveTo>
                  <a:cubicBezTo>
                    <a:pt x="715" y="0"/>
                    <a:pt x="1" y="738"/>
                    <a:pt x="1" y="1643"/>
                  </a:cubicBezTo>
                  <a:cubicBezTo>
                    <a:pt x="1" y="2548"/>
                    <a:pt x="715" y="3286"/>
                    <a:pt x="1620" y="3286"/>
                  </a:cubicBezTo>
                  <a:cubicBezTo>
                    <a:pt x="2525" y="3286"/>
                    <a:pt x="3263" y="2548"/>
                    <a:pt x="3263" y="1643"/>
                  </a:cubicBezTo>
                  <a:cubicBezTo>
                    <a:pt x="3263" y="738"/>
                    <a:pt x="2525" y="0"/>
                    <a:pt x="1620"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7" name="Google Shape;23897;p141"/>
            <p:cNvSpPr/>
            <p:nvPr/>
          </p:nvSpPr>
          <p:spPr>
            <a:xfrm>
              <a:off x="4076914" y="2741447"/>
              <a:ext cx="97561" cy="49139"/>
            </a:xfrm>
            <a:custGeom>
              <a:avLst/>
              <a:gdLst/>
              <a:ahLst/>
              <a:cxnLst/>
              <a:rect l="l" t="t" r="r" b="b"/>
              <a:pathLst>
                <a:path w="3264" h="1644" extrusionOk="0">
                  <a:moveTo>
                    <a:pt x="1" y="0"/>
                  </a:moveTo>
                  <a:cubicBezTo>
                    <a:pt x="1" y="929"/>
                    <a:pt x="739" y="1643"/>
                    <a:pt x="1620" y="1643"/>
                  </a:cubicBezTo>
                  <a:cubicBezTo>
                    <a:pt x="2525" y="1643"/>
                    <a:pt x="3263" y="881"/>
                    <a:pt x="326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8" name="Google Shape;23898;p141"/>
            <p:cNvSpPr/>
            <p:nvPr/>
          </p:nvSpPr>
          <p:spPr>
            <a:xfrm>
              <a:off x="4354534" y="2714396"/>
              <a:ext cx="67641" cy="53413"/>
            </a:xfrm>
            <a:custGeom>
              <a:avLst/>
              <a:gdLst/>
              <a:ahLst/>
              <a:cxnLst/>
              <a:rect l="l" t="t" r="r" b="b"/>
              <a:pathLst>
                <a:path w="2263" h="1787" extrusionOk="0">
                  <a:moveTo>
                    <a:pt x="0" y="0"/>
                  </a:moveTo>
                  <a:lnTo>
                    <a:pt x="0" y="1786"/>
                  </a:lnTo>
                  <a:lnTo>
                    <a:pt x="1358" y="1786"/>
                  </a:lnTo>
                  <a:cubicBezTo>
                    <a:pt x="1596" y="1786"/>
                    <a:pt x="1834" y="1667"/>
                    <a:pt x="1977" y="1524"/>
                  </a:cubicBezTo>
                  <a:cubicBezTo>
                    <a:pt x="2167" y="1358"/>
                    <a:pt x="2263" y="1072"/>
                    <a:pt x="2215" y="786"/>
                  </a:cubicBezTo>
                  <a:cubicBezTo>
                    <a:pt x="2167" y="334"/>
                    <a:pt x="1739" y="0"/>
                    <a:pt x="1334"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9" name="Google Shape;23899;p141"/>
            <p:cNvSpPr/>
            <p:nvPr/>
          </p:nvSpPr>
          <p:spPr>
            <a:xfrm>
              <a:off x="4354886" y="2741447"/>
              <a:ext cx="66954" cy="26363"/>
            </a:xfrm>
            <a:custGeom>
              <a:avLst/>
              <a:gdLst/>
              <a:ahLst/>
              <a:cxnLst/>
              <a:rect l="l" t="t" r="r" b="b"/>
              <a:pathLst>
                <a:path w="2240" h="882" extrusionOk="0">
                  <a:moveTo>
                    <a:pt x="2239" y="0"/>
                  </a:moveTo>
                  <a:cubicBezTo>
                    <a:pt x="2239" y="8"/>
                    <a:pt x="2239" y="16"/>
                    <a:pt x="2239" y="24"/>
                  </a:cubicBezTo>
                  <a:lnTo>
                    <a:pt x="2239" y="24"/>
                  </a:lnTo>
                  <a:lnTo>
                    <a:pt x="2239" y="0"/>
                  </a:lnTo>
                  <a:close/>
                  <a:moveTo>
                    <a:pt x="1" y="24"/>
                  </a:moveTo>
                  <a:lnTo>
                    <a:pt x="1" y="881"/>
                  </a:lnTo>
                  <a:lnTo>
                    <a:pt x="1358" y="881"/>
                  </a:lnTo>
                  <a:cubicBezTo>
                    <a:pt x="1596" y="881"/>
                    <a:pt x="1810" y="762"/>
                    <a:pt x="1977" y="619"/>
                  </a:cubicBezTo>
                  <a:cubicBezTo>
                    <a:pt x="2138" y="458"/>
                    <a:pt x="2233" y="253"/>
                    <a:pt x="2239" y="2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0" name="Google Shape;23900;p141"/>
            <p:cNvSpPr/>
            <p:nvPr/>
          </p:nvSpPr>
          <p:spPr>
            <a:xfrm>
              <a:off x="4142403" y="2601919"/>
              <a:ext cx="192940" cy="53413"/>
            </a:xfrm>
            <a:custGeom>
              <a:avLst/>
              <a:gdLst/>
              <a:ahLst/>
              <a:cxnLst/>
              <a:rect l="l" t="t" r="r" b="b"/>
              <a:pathLst>
                <a:path w="6455" h="1787" extrusionOk="0">
                  <a:moveTo>
                    <a:pt x="0" y="1"/>
                  </a:moveTo>
                  <a:lnTo>
                    <a:pt x="0" y="1787"/>
                  </a:lnTo>
                  <a:lnTo>
                    <a:pt x="6454" y="1787"/>
                  </a:lnTo>
                  <a:lnTo>
                    <a:pt x="6454"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1" name="Google Shape;23901;p141"/>
            <p:cNvSpPr/>
            <p:nvPr/>
          </p:nvSpPr>
          <p:spPr>
            <a:xfrm>
              <a:off x="4142403" y="2628252"/>
              <a:ext cx="192940" cy="25676"/>
            </a:xfrm>
            <a:custGeom>
              <a:avLst/>
              <a:gdLst/>
              <a:ahLst/>
              <a:cxnLst/>
              <a:rect l="l" t="t" r="r" b="b"/>
              <a:pathLst>
                <a:path w="6455" h="859" extrusionOk="0">
                  <a:moveTo>
                    <a:pt x="0" y="1"/>
                  </a:moveTo>
                  <a:lnTo>
                    <a:pt x="0" y="858"/>
                  </a:lnTo>
                  <a:lnTo>
                    <a:pt x="6454" y="858"/>
                  </a:lnTo>
                  <a:lnTo>
                    <a:pt x="6454"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2" name="Google Shape;23902;p141"/>
            <p:cNvSpPr/>
            <p:nvPr/>
          </p:nvSpPr>
          <p:spPr>
            <a:xfrm>
              <a:off x="4323209" y="2579143"/>
              <a:ext cx="97531" cy="98248"/>
            </a:xfrm>
            <a:custGeom>
              <a:avLst/>
              <a:gdLst/>
              <a:ahLst/>
              <a:cxnLst/>
              <a:rect l="l" t="t" r="r" b="b"/>
              <a:pathLst>
                <a:path w="3263" h="3287" extrusionOk="0">
                  <a:moveTo>
                    <a:pt x="1620" y="1"/>
                  </a:moveTo>
                  <a:cubicBezTo>
                    <a:pt x="739" y="1"/>
                    <a:pt x="0" y="739"/>
                    <a:pt x="0" y="1644"/>
                  </a:cubicBezTo>
                  <a:cubicBezTo>
                    <a:pt x="0" y="2549"/>
                    <a:pt x="739" y="3287"/>
                    <a:pt x="1620" y="3287"/>
                  </a:cubicBezTo>
                  <a:cubicBezTo>
                    <a:pt x="2525" y="3287"/>
                    <a:pt x="3263" y="2549"/>
                    <a:pt x="3263" y="1644"/>
                  </a:cubicBezTo>
                  <a:cubicBezTo>
                    <a:pt x="3263" y="739"/>
                    <a:pt x="2525" y="1"/>
                    <a:pt x="1620"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3" name="Google Shape;23903;p141"/>
            <p:cNvSpPr/>
            <p:nvPr/>
          </p:nvSpPr>
          <p:spPr>
            <a:xfrm>
              <a:off x="4323209" y="2628252"/>
              <a:ext cx="97531" cy="49139"/>
            </a:xfrm>
            <a:custGeom>
              <a:avLst/>
              <a:gdLst/>
              <a:ahLst/>
              <a:cxnLst/>
              <a:rect l="l" t="t" r="r" b="b"/>
              <a:pathLst>
                <a:path w="3263" h="1644" extrusionOk="0">
                  <a:moveTo>
                    <a:pt x="0" y="1"/>
                  </a:moveTo>
                  <a:cubicBezTo>
                    <a:pt x="0" y="906"/>
                    <a:pt x="739" y="1644"/>
                    <a:pt x="1644" y="1644"/>
                  </a:cubicBezTo>
                  <a:cubicBezTo>
                    <a:pt x="2525" y="1644"/>
                    <a:pt x="3263" y="930"/>
                    <a:pt x="326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4" name="Google Shape;23904;p141"/>
            <p:cNvSpPr/>
            <p:nvPr/>
          </p:nvSpPr>
          <p:spPr>
            <a:xfrm>
              <a:off x="4075479" y="2601919"/>
              <a:ext cx="67671" cy="53413"/>
            </a:xfrm>
            <a:custGeom>
              <a:avLst/>
              <a:gdLst/>
              <a:ahLst/>
              <a:cxnLst/>
              <a:rect l="l" t="t" r="r" b="b"/>
              <a:pathLst>
                <a:path w="2264" h="1787" extrusionOk="0">
                  <a:moveTo>
                    <a:pt x="930" y="1"/>
                  </a:moveTo>
                  <a:cubicBezTo>
                    <a:pt x="525" y="1"/>
                    <a:pt x="96" y="310"/>
                    <a:pt x="49" y="763"/>
                  </a:cubicBezTo>
                  <a:cubicBezTo>
                    <a:pt x="1" y="1072"/>
                    <a:pt x="96" y="1334"/>
                    <a:pt x="287" y="1501"/>
                  </a:cubicBezTo>
                  <a:cubicBezTo>
                    <a:pt x="430" y="1668"/>
                    <a:pt x="668" y="1787"/>
                    <a:pt x="906" y="1787"/>
                  </a:cubicBezTo>
                  <a:lnTo>
                    <a:pt x="2263" y="1787"/>
                  </a:lnTo>
                  <a:lnTo>
                    <a:pt x="2263"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5" name="Google Shape;23905;p141"/>
            <p:cNvSpPr/>
            <p:nvPr/>
          </p:nvSpPr>
          <p:spPr>
            <a:xfrm>
              <a:off x="4075845" y="2628252"/>
              <a:ext cx="66924" cy="27080"/>
            </a:xfrm>
            <a:custGeom>
              <a:avLst/>
              <a:gdLst/>
              <a:ahLst/>
              <a:cxnLst/>
              <a:rect l="l" t="t" r="r" b="b"/>
              <a:pathLst>
                <a:path w="2239" h="906" extrusionOk="0">
                  <a:moveTo>
                    <a:pt x="0" y="1"/>
                  </a:moveTo>
                  <a:lnTo>
                    <a:pt x="0" y="25"/>
                  </a:lnTo>
                  <a:lnTo>
                    <a:pt x="1" y="25"/>
                  </a:lnTo>
                  <a:cubicBezTo>
                    <a:pt x="0" y="17"/>
                    <a:pt x="0" y="9"/>
                    <a:pt x="0" y="1"/>
                  </a:cubicBezTo>
                  <a:close/>
                  <a:moveTo>
                    <a:pt x="1" y="25"/>
                  </a:moveTo>
                  <a:cubicBezTo>
                    <a:pt x="7" y="253"/>
                    <a:pt x="101" y="459"/>
                    <a:pt x="262" y="620"/>
                  </a:cubicBezTo>
                  <a:cubicBezTo>
                    <a:pt x="405" y="787"/>
                    <a:pt x="643" y="906"/>
                    <a:pt x="882" y="906"/>
                  </a:cubicBezTo>
                  <a:lnTo>
                    <a:pt x="2239" y="906"/>
                  </a:lnTo>
                  <a:lnTo>
                    <a:pt x="2239" y="25"/>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6" name="Google Shape;23906;p141"/>
          <p:cNvGrpSpPr/>
          <p:nvPr/>
        </p:nvGrpSpPr>
        <p:grpSpPr>
          <a:xfrm>
            <a:off x="3273847" y="2321713"/>
            <a:ext cx="344544" cy="298274"/>
            <a:chOff x="3378578" y="2464543"/>
            <a:chExt cx="344544" cy="298274"/>
          </a:xfrm>
        </p:grpSpPr>
        <p:sp>
          <p:nvSpPr>
            <p:cNvPr id="23907" name="Google Shape;23907;p141"/>
            <p:cNvSpPr/>
            <p:nvPr/>
          </p:nvSpPr>
          <p:spPr>
            <a:xfrm>
              <a:off x="3436954" y="2515088"/>
              <a:ext cx="227104" cy="195780"/>
            </a:xfrm>
            <a:custGeom>
              <a:avLst/>
              <a:gdLst/>
              <a:ahLst/>
              <a:cxnLst/>
              <a:rect l="l" t="t" r="r" b="b"/>
              <a:pathLst>
                <a:path w="7598" h="6550" extrusionOk="0">
                  <a:moveTo>
                    <a:pt x="1906" y="0"/>
                  </a:moveTo>
                  <a:lnTo>
                    <a:pt x="0" y="3287"/>
                  </a:lnTo>
                  <a:lnTo>
                    <a:pt x="1906" y="6549"/>
                  </a:lnTo>
                  <a:lnTo>
                    <a:pt x="5692" y="6549"/>
                  </a:lnTo>
                  <a:lnTo>
                    <a:pt x="7597" y="3287"/>
                  </a:lnTo>
                  <a:lnTo>
                    <a:pt x="5692"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8" name="Google Shape;23908;p141"/>
            <p:cNvSpPr/>
            <p:nvPr/>
          </p:nvSpPr>
          <p:spPr>
            <a:xfrm>
              <a:off x="3550118" y="2515088"/>
              <a:ext cx="113941" cy="195780"/>
            </a:xfrm>
            <a:custGeom>
              <a:avLst/>
              <a:gdLst/>
              <a:ahLst/>
              <a:cxnLst/>
              <a:rect l="l" t="t" r="r" b="b"/>
              <a:pathLst>
                <a:path w="3812" h="6550" extrusionOk="0">
                  <a:moveTo>
                    <a:pt x="1" y="0"/>
                  </a:moveTo>
                  <a:lnTo>
                    <a:pt x="1" y="6549"/>
                  </a:lnTo>
                  <a:lnTo>
                    <a:pt x="1906" y="6549"/>
                  </a:lnTo>
                  <a:lnTo>
                    <a:pt x="3811" y="3287"/>
                  </a:lnTo>
                  <a:lnTo>
                    <a:pt x="190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9" name="Google Shape;23909;p141"/>
            <p:cNvSpPr/>
            <p:nvPr/>
          </p:nvSpPr>
          <p:spPr>
            <a:xfrm>
              <a:off x="3464722" y="2706565"/>
              <a:ext cx="173003" cy="56253"/>
            </a:xfrm>
            <a:custGeom>
              <a:avLst/>
              <a:gdLst/>
              <a:ahLst/>
              <a:cxnLst/>
              <a:rect l="l" t="t" r="r" b="b"/>
              <a:pathLst>
                <a:path w="5788" h="1882" extrusionOk="0">
                  <a:moveTo>
                    <a:pt x="1096" y="0"/>
                  </a:moveTo>
                  <a:lnTo>
                    <a:pt x="334" y="715"/>
                  </a:lnTo>
                  <a:lnTo>
                    <a:pt x="0" y="1882"/>
                  </a:lnTo>
                  <a:lnTo>
                    <a:pt x="5787" y="1882"/>
                  </a:lnTo>
                  <a:lnTo>
                    <a:pt x="5501" y="715"/>
                  </a:lnTo>
                  <a:lnTo>
                    <a:pt x="4739"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0" name="Google Shape;23910;p141"/>
            <p:cNvSpPr/>
            <p:nvPr/>
          </p:nvSpPr>
          <p:spPr>
            <a:xfrm>
              <a:off x="3463287" y="2464543"/>
              <a:ext cx="174438" cy="56253"/>
            </a:xfrm>
            <a:custGeom>
              <a:avLst/>
              <a:gdLst/>
              <a:ahLst/>
              <a:cxnLst/>
              <a:rect l="l" t="t" r="r" b="b"/>
              <a:pathLst>
                <a:path w="5836" h="1882" extrusionOk="0">
                  <a:moveTo>
                    <a:pt x="1" y="1"/>
                  </a:moveTo>
                  <a:lnTo>
                    <a:pt x="310" y="1167"/>
                  </a:lnTo>
                  <a:lnTo>
                    <a:pt x="1096" y="1882"/>
                  </a:lnTo>
                  <a:lnTo>
                    <a:pt x="4716" y="1882"/>
                  </a:lnTo>
                  <a:lnTo>
                    <a:pt x="5502" y="1167"/>
                  </a:lnTo>
                  <a:lnTo>
                    <a:pt x="5835"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1" name="Google Shape;23911;p141"/>
            <p:cNvSpPr/>
            <p:nvPr/>
          </p:nvSpPr>
          <p:spPr>
            <a:xfrm>
              <a:off x="3379296" y="2606193"/>
              <a:ext cx="118185" cy="155906"/>
            </a:xfrm>
            <a:custGeom>
              <a:avLst/>
              <a:gdLst/>
              <a:ahLst/>
              <a:cxnLst/>
              <a:rect l="l" t="t" r="r" b="b"/>
              <a:pathLst>
                <a:path w="3954" h="5216" extrusionOk="0">
                  <a:moveTo>
                    <a:pt x="1144" y="1"/>
                  </a:moveTo>
                  <a:lnTo>
                    <a:pt x="1" y="239"/>
                  </a:lnTo>
                  <a:lnTo>
                    <a:pt x="2882" y="5216"/>
                  </a:lnTo>
                  <a:lnTo>
                    <a:pt x="3954" y="3358"/>
                  </a:lnTo>
                  <a:lnTo>
                    <a:pt x="2144" y="239"/>
                  </a:lnTo>
                  <a:lnTo>
                    <a:pt x="1144"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2" name="Google Shape;23912;p141"/>
            <p:cNvSpPr/>
            <p:nvPr/>
          </p:nvSpPr>
          <p:spPr>
            <a:xfrm>
              <a:off x="3535173" y="2626847"/>
              <a:ext cx="74785" cy="19937"/>
            </a:xfrm>
            <a:custGeom>
              <a:avLst/>
              <a:gdLst/>
              <a:ahLst/>
              <a:cxnLst/>
              <a:rect l="l" t="t" r="r" b="b"/>
              <a:pathLst>
                <a:path w="2502" h="667" extrusionOk="0">
                  <a:moveTo>
                    <a:pt x="1" y="0"/>
                  </a:moveTo>
                  <a:lnTo>
                    <a:pt x="1" y="667"/>
                  </a:lnTo>
                  <a:lnTo>
                    <a:pt x="2501" y="667"/>
                  </a:lnTo>
                  <a:lnTo>
                    <a:pt x="25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3" name="Google Shape;23913;p141"/>
            <p:cNvSpPr/>
            <p:nvPr/>
          </p:nvSpPr>
          <p:spPr>
            <a:xfrm>
              <a:off x="3535173" y="2580577"/>
              <a:ext cx="74785" cy="19967"/>
            </a:xfrm>
            <a:custGeom>
              <a:avLst/>
              <a:gdLst/>
              <a:ahLst/>
              <a:cxnLst/>
              <a:rect l="l" t="t" r="r" b="b"/>
              <a:pathLst>
                <a:path w="2502" h="668" extrusionOk="0">
                  <a:moveTo>
                    <a:pt x="1" y="0"/>
                  </a:moveTo>
                  <a:lnTo>
                    <a:pt x="1" y="667"/>
                  </a:lnTo>
                  <a:lnTo>
                    <a:pt x="2501" y="667"/>
                  </a:lnTo>
                  <a:lnTo>
                    <a:pt x="25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4" name="Google Shape;23914;p141"/>
            <p:cNvSpPr/>
            <p:nvPr/>
          </p:nvSpPr>
          <p:spPr>
            <a:xfrm>
              <a:off x="3492490" y="2626847"/>
              <a:ext cx="21371" cy="19937"/>
            </a:xfrm>
            <a:custGeom>
              <a:avLst/>
              <a:gdLst/>
              <a:ahLst/>
              <a:cxnLst/>
              <a:rect l="l" t="t" r="r" b="b"/>
              <a:pathLst>
                <a:path w="715" h="667" extrusionOk="0">
                  <a:moveTo>
                    <a:pt x="0" y="0"/>
                  </a:moveTo>
                  <a:lnTo>
                    <a:pt x="0" y="667"/>
                  </a:lnTo>
                  <a:lnTo>
                    <a:pt x="714" y="667"/>
                  </a:lnTo>
                  <a:lnTo>
                    <a:pt x="71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5" name="Google Shape;23915;p141"/>
            <p:cNvSpPr/>
            <p:nvPr/>
          </p:nvSpPr>
          <p:spPr>
            <a:xfrm>
              <a:off x="3492490" y="2580577"/>
              <a:ext cx="21371" cy="19967"/>
            </a:xfrm>
            <a:custGeom>
              <a:avLst/>
              <a:gdLst/>
              <a:ahLst/>
              <a:cxnLst/>
              <a:rect l="l" t="t" r="r" b="b"/>
              <a:pathLst>
                <a:path w="715" h="668" extrusionOk="0">
                  <a:moveTo>
                    <a:pt x="0" y="0"/>
                  </a:moveTo>
                  <a:lnTo>
                    <a:pt x="0" y="667"/>
                  </a:lnTo>
                  <a:lnTo>
                    <a:pt x="714" y="667"/>
                  </a:lnTo>
                  <a:lnTo>
                    <a:pt x="71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6" name="Google Shape;23916;p141"/>
            <p:cNvSpPr/>
            <p:nvPr/>
          </p:nvSpPr>
          <p:spPr>
            <a:xfrm>
              <a:off x="3378578" y="2465261"/>
              <a:ext cx="118185" cy="148792"/>
            </a:xfrm>
            <a:custGeom>
              <a:avLst/>
              <a:gdLst/>
              <a:ahLst/>
              <a:cxnLst/>
              <a:rect l="l" t="t" r="r" b="b"/>
              <a:pathLst>
                <a:path w="3954" h="4978" extrusionOk="0">
                  <a:moveTo>
                    <a:pt x="2882" y="0"/>
                  </a:moveTo>
                  <a:lnTo>
                    <a:pt x="1" y="4978"/>
                  </a:lnTo>
                  <a:lnTo>
                    <a:pt x="2144" y="4978"/>
                  </a:lnTo>
                  <a:lnTo>
                    <a:pt x="3954" y="1858"/>
                  </a:lnTo>
                  <a:lnTo>
                    <a:pt x="2882"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7" name="Google Shape;23917;p141"/>
            <p:cNvSpPr/>
            <p:nvPr/>
          </p:nvSpPr>
          <p:spPr>
            <a:xfrm>
              <a:off x="3550836" y="2580577"/>
              <a:ext cx="59122" cy="19967"/>
            </a:xfrm>
            <a:custGeom>
              <a:avLst/>
              <a:gdLst/>
              <a:ahLst/>
              <a:cxnLst/>
              <a:rect l="l" t="t" r="r" b="b"/>
              <a:pathLst>
                <a:path w="1978" h="668" extrusionOk="0">
                  <a:moveTo>
                    <a:pt x="1" y="0"/>
                  </a:moveTo>
                  <a:lnTo>
                    <a:pt x="1" y="667"/>
                  </a:lnTo>
                  <a:lnTo>
                    <a:pt x="1977" y="667"/>
                  </a:lnTo>
                  <a:lnTo>
                    <a:pt x="1977"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8" name="Google Shape;23918;p141"/>
            <p:cNvSpPr/>
            <p:nvPr/>
          </p:nvSpPr>
          <p:spPr>
            <a:xfrm>
              <a:off x="3550836" y="2626847"/>
              <a:ext cx="59122" cy="19937"/>
            </a:xfrm>
            <a:custGeom>
              <a:avLst/>
              <a:gdLst/>
              <a:ahLst/>
              <a:cxnLst/>
              <a:rect l="l" t="t" r="r" b="b"/>
              <a:pathLst>
                <a:path w="1978" h="667" extrusionOk="0">
                  <a:moveTo>
                    <a:pt x="1" y="0"/>
                  </a:moveTo>
                  <a:lnTo>
                    <a:pt x="1" y="667"/>
                  </a:lnTo>
                  <a:lnTo>
                    <a:pt x="1977" y="667"/>
                  </a:lnTo>
                  <a:lnTo>
                    <a:pt x="1977"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9" name="Google Shape;23919;p141"/>
            <p:cNvSpPr/>
            <p:nvPr/>
          </p:nvSpPr>
          <p:spPr>
            <a:xfrm>
              <a:off x="3550836" y="2706565"/>
              <a:ext cx="86173" cy="56253"/>
            </a:xfrm>
            <a:custGeom>
              <a:avLst/>
              <a:gdLst/>
              <a:ahLst/>
              <a:cxnLst/>
              <a:rect l="l" t="t" r="r" b="b"/>
              <a:pathLst>
                <a:path w="2883" h="1882" extrusionOk="0">
                  <a:moveTo>
                    <a:pt x="1" y="0"/>
                  </a:moveTo>
                  <a:lnTo>
                    <a:pt x="1" y="1882"/>
                  </a:lnTo>
                  <a:lnTo>
                    <a:pt x="2882" y="1882"/>
                  </a:lnTo>
                  <a:lnTo>
                    <a:pt x="2573" y="715"/>
                  </a:lnTo>
                  <a:lnTo>
                    <a:pt x="18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0" name="Google Shape;23920;p141"/>
            <p:cNvSpPr/>
            <p:nvPr/>
          </p:nvSpPr>
          <p:spPr>
            <a:xfrm>
              <a:off x="3550118" y="2464543"/>
              <a:ext cx="86173" cy="56253"/>
            </a:xfrm>
            <a:custGeom>
              <a:avLst/>
              <a:gdLst/>
              <a:ahLst/>
              <a:cxnLst/>
              <a:rect l="l" t="t" r="r" b="b"/>
              <a:pathLst>
                <a:path w="2883" h="1882" extrusionOk="0">
                  <a:moveTo>
                    <a:pt x="1" y="1"/>
                  </a:moveTo>
                  <a:lnTo>
                    <a:pt x="1" y="1882"/>
                  </a:lnTo>
                  <a:lnTo>
                    <a:pt x="1811" y="1882"/>
                  </a:lnTo>
                  <a:lnTo>
                    <a:pt x="2573" y="1167"/>
                  </a:lnTo>
                  <a:lnTo>
                    <a:pt x="2883"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1" name="Google Shape;23921;p141"/>
            <p:cNvSpPr/>
            <p:nvPr/>
          </p:nvSpPr>
          <p:spPr>
            <a:xfrm>
              <a:off x="3604220" y="2606193"/>
              <a:ext cx="118902" cy="155906"/>
            </a:xfrm>
            <a:custGeom>
              <a:avLst/>
              <a:gdLst/>
              <a:ahLst/>
              <a:cxnLst/>
              <a:rect l="l" t="t" r="r" b="b"/>
              <a:pathLst>
                <a:path w="3978" h="5216" extrusionOk="0">
                  <a:moveTo>
                    <a:pt x="2906" y="1"/>
                  </a:moveTo>
                  <a:lnTo>
                    <a:pt x="1835" y="239"/>
                  </a:lnTo>
                  <a:lnTo>
                    <a:pt x="1" y="3358"/>
                  </a:lnTo>
                  <a:lnTo>
                    <a:pt x="1073" y="5216"/>
                  </a:lnTo>
                  <a:lnTo>
                    <a:pt x="3978" y="239"/>
                  </a:lnTo>
                  <a:lnTo>
                    <a:pt x="2906"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2" name="Google Shape;23922;p141"/>
            <p:cNvSpPr/>
            <p:nvPr/>
          </p:nvSpPr>
          <p:spPr>
            <a:xfrm>
              <a:off x="3604220" y="2464543"/>
              <a:ext cx="118902" cy="148792"/>
            </a:xfrm>
            <a:custGeom>
              <a:avLst/>
              <a:gdLst/>
              <a:ahLst/>
              <a:cxnLst/>
              <a:rect l="l" t="t" r="r" b="b"/>
              <a:pathLst>
                <a:path w="3978" h="4978" extrusionOk="0">
                  <a:moveTo>
                    <a:pt x="1073" y="1"/>
                  </a:moveTo>
                  <a:lnTo>
                    <a:pt x="1" y="1858"/>
                  </a:lnTo>
                  <a:lnTo>
                    <a:pt x="1835" y="4978"/>
                  </a:lnTo>
                  <a:lnTo>
                    <a:pt x="3978" y="4978"/>
                  </a:lnTo>
                  <a:lnTo>
                    <a:pt x="1073"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23" name="Google Shape;23923;p141"/>
          <p:cNvGrpSpPr/>
          <p:nvPr/>
        </p:nvGrpSpPr>
        <p:grpSpPr>
          <a:xfrm>
            <a:off x="2571021" y="2377936"/>
            <a:ext cx="343109" cy="197305"/>
            <a:chOff x="2747167" y="2520767"/>
            <a:chExt cx="343109" cy="197305"/>
          </a:xfrm>
        </p:grpSpPr>
        <p:sp>
          <p:nvSpPr>
            <p:cNvPr id="23924" name="Google Shape;23924;p141"/>
            <p:cNvSpPr/>
            <p:nvPr/>
          </p:nvSpPr>
          <p:spPr>
            <a:xfrm>
              <a:off x="2908036" y="2619733"/>
              <a:ext cx="174408" cy="98338"/>
            </a:xfrm>
            <a:custGeom>
              <a:avLst/>
              <a:gdLst/>
              <a:ahLst/>
              <a:cxnLst/>
              <a:rect l="l" t="t" r="r" b="b"/>
              <a:pathLst>
                <a:path w="5835" h="3290" extrusionOk="0">
                  <a:moveTo>
                    <a:pt x="0" y="0"/>
                  </a:moveTo>
                  <a:lnTo>
                    <a:pt x="929" y="2024"/>
                  </a:lnTo>
                  <a:cubicBezTo>
                    <a:pt x="1239" y="2691"/>
                    <a:pt x="1882" y="3167"/>
                    <a:pt x="2596" y="3286"/>
                  </a:cubicBezTo>
                  <a:cubicBezTo>
                    <a:pt x="2602" y="3289"/>
                    <a:pt x="2608" y="3290"/>
                    <a:pt x="2614" y="3290"/>
                  </a:cubicBezTo>
                  <a:cubicBezTo>
                    <a:pt x="2723" y="3290"/>
                    <a:pt x="2793" y="2882"/>
                    <a:pt x="2906" y="2882"/>
                  </a:cubicBezTo>
                  <a:cubicBezTo>
                    <a:pt x="3019" y="2882"/>
                    <a:pt x="3132" y="3290"/>
                    <a:pt x="3225" y="3290"/>
                  </a:cubicBezTo>
                  <a:cubicBezTo>
                    <a:pt x="3230" y="3290"/>
                    <a:pt x="3234" y="3289"/>
                    <a:pt x="3239" y="3286"/>
                  </a:cubicBezTo>
                  <a:cubicBezTo>
                    <a:pt x="3978" y="3167"/>
                    <a:pt x="4620" y="2739"/>
                    <a:pt x="4906" y="2024"/>
                  </a:cubicBezTo>
                  <a:lnTo>
                    <a:pt x="5835"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5" name="Google Shape;23925;p141"/>
            <p:cNvSpPr/>
            <p:nvPr/>
          </p:nvSpPr>
          <p:spPr>
            <a:xfrm>
              <a:off x="2994867" y="2618299"/>
              <a:ext cx="87578" cy="98996"/>
            </a:xfrm>
            <a:custGeom>
              <a:avLst/>
              <a:gdLst/>
              <a:ahLst/>
              <a:cxnLst/>
              <a:rect l="l" t="t" r="r" b="b"/>
              <a:pathLst>
                <a:path w="2930" h="3312" extrusionOk="0">
                  <a:moveTo>
                    <a:pt x="1" y="0"/>
                  </a:moveTo>
                  <a:lnTo>
                    <a:pt x="1" y="48"/>
                  </a:lnTo>
                  <a:lnTo>
                    <a:pt x="1" y="2906"/>
                  </a:lnTo>
                  <a:cubicBezTo>
                    <a:pt x="140" y="2906"/>
                    <a:pt x="234" y="3312"/>
                    <a:pt x="327" y="3312"/>
                  </a:cubicBezTo>
                  <a:cubicBezTo>
                    <a:pt x="329" y="3312"/>
                    <a:pt x="332" y="3311"/>
                    <a:pt x="334" y="3311"/>
                  </a:cubicBezTo>
                  <a:cubicBezTo>
                    <a:pt x="1073" y="3192"/>
                    <a:pt x="1715" y="2739"/>
                    <a:pt x="2001" y="2025"/>
                  </a:cubicBezTo>
                  <a:lnTo>
                    <a:pt x="2930"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6" name="Google Shape;23926;p141"/>
            <p:cNvSpPr/>
            <p:nvPr/>
          </p:nvSpPr>
          <p:spPr>
            <a:xfrm>
              <a:off x="2757120" y="2521454"/>
              <a:ext cx="172286" cy="96873"/>
            </a:xfrm>
            <a:custGeom>
              <a:avLst/>
              <a:gdLst/>
              <a:ahLst/>
              <a:cxnLst/>
              <a:rect l="l" t="t" r="r" b="b"/>
              <a:pathLst>
                <a:path w="5764" h="3241" extrusionOk="0">
                  <a:moveTo>
                    <a:pt x="3206" y="1"/>
                  </a:moveTo>
                  <a:cubicBezTo>
                    <a:pt x="3091" y="1"/>
                    <a:pt x="2998" y="384"/>
                    <a:pt x="2882" y="430"/>
                  </a:cubicBezTo>
                  <a:cubicBezTo>
                    <a:pt x="2766" y="430"/>
                    <a:pt x="2650" y="1"/>
                    <a:pt x="2556" y="1"/>
                  </a:cubicBezTo>
                  <a:cubicBezTo>
                    <a:pt x="2554" y="1"/>
                    <a:pt x="2551" y="1"/>
                    <a:pt x="2549" y="2"/>
                  </a:cubicBezTo>
                  <a:cubicBezTo>
                    <a:pt x="1811" y="121"/>
                    <a:pt x="1192" y="573"/>
                    <a:pt x="882" y="1288"/>
                  </a:cubicBezTo>
                  <a:lnTo>
                    <a:pt x="1" y="3240"/>
                  </a:lnTo>
                  <a:lnTo>
                    <a:pt x="5764" y="3240"/>
                  </a:lnTo>
                  <a:lnTo>
                    <a:pt x="4883" y="1288"/>
                  </a:lnTo>
                  <a:cubicBezTo>
                    <a:pt x="4549" y="597"/>
                    <a:pt x="3954" y="121"/>
                    <a:pt x="3216" y="2"/>
                  </a:cubicBezTo>
                  <a:cubicBezTo>
                    <a:pt x="3212" y="1"/>
                    <a:pt x="3209" y="1"/>
                    <a:pt x="3206"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7" name="Google Shape;23927;p141"/>
            <p:cNvSpPr/>
            <p:nvPr/>
          </p:nvSpPr>
          <p:spPr>
            <a:xfrm>
              <a:off x="2843981" y="2521454"/>
              <a:ext cx="86143" cy="96873"/>
            </a:xfrm>
            <a:custGeom>
              <a:avLst/>
              <a:gdLst/>
              <a:ahLst/>
              <a:cxnLst/>
              <a:rect l="l" t="t" r="r" b="b"/>
              <a:pathLst>
                <a:path w="2882" h="3241" extrusionOk="0">
                  <a:moveTo>
                    <a:pt x="323" y="1"/>
                  </a:moveTo>
                  <a:cubicBezTo>
                    <a:pt x="209" y="1"/>
                    <a:pt x="116" y="384"/>
                    <a:pt x="0" y="430"/>
                  </a:cubicBezTo>
                  <a:lnTo>
                    <a:pt x="0" y="3240"/>
                  </a:lnTo>
                  <a:lnTo>
                    <a:pt x="2882" y="3240"/>
                  </a:lnTo>
                  <a:lnTo>
                    <a:pt x="2001" y="1288"/>
                  </a:lnTo>
                  <a:cubicBezTo>
                    <a:pt x="1667" y="597"/>
                    <a:pt x="1072" y="121"/>
                    <a:pt x="334" y="2"/>
                  </a:cubicBezTo>
                  <a:cubicBezTo>
                    <a:pt x="330" y="1"/>
                    <a:pt x="327" y="1"/>
                    <a:pt x="323"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8" name="Google Shape;23928;p141"/>
            <p:cNvSpPr/>
            <p:nvPr/>
          </p:nvSpPr>
          <p:spPr>
            <a:xfrm>
              <a:off x="2833281" y="2520767"/>
              <a:ext cx="19249" cy="97561"/>
            </a:xfrm>
            <a:custGeom>
              <a:avLst/>
              <a:gdLst/>
              <a:ahLst/>
              <a:cxnLst/>
              <a:rect l="l" t="t" r="r" b="b"/>
              <a:pathLst>
                <a:path w="644" h="3264" extrusionOk="0">
                  <a:moveTo>
                    <a:pt x="334" y="1"/>
                  </a:moveTo>
                  <a:cubicBezTo>
                    <a:pt x="215" y="1"/>
                    <a:pt x="96" y="1"/>
                    <a:pt x="1" y="25"/>
                  </a:cubicBezTo>
                  <a:lnTo>
                    <a:pt x="1" y="3263"/>
                  </a:lnTo>
                  <a:lnTo>
                    <a:pt x="644" y="3263"/>
                  </a:lnTo>
                  <a:lnTo>
                    <a:pt x="644" y="25"/>
                  </a:lnTo>
                  <a:cubicBezTo>
                    <a:pt x="525" y="1"/>
                    <a:pt x="453" y="1"/>
                    <a:pt x="334"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9" name="Google Shape;23929;p141"/>
            <p:cNvSpPr/>
            <p:nvPr/>
          </p:nvSpPr>
          <p:spPr>
            <a:xfrm>
              <a:off x="2985631" y="2619733"/>
              <a:ext cx="19249" cy="98248"/>
            </a:xfrm>
            <a:custGeom>
              <a:avLst/>
              <a:gdLst/>
              <a:ahLst/>
              <a:cxnLst/>
              <a:rect l="l" t="t" r="r" b="b"/>
              <a:pathLst>
                <a:path w="644" h="3287" extrusionOk="0">
                  <a:moveTo>
                    <a:pt x="0" y="0"/>
                  </a:moveTo>
                  <a:lnTo>
                    <a:pt x="0" y="3263"/>
                  </a:lnTo>
                  <a:cubicBezTo>
                    <a:pt x="96" y="3286"/>
                    <a:pt x="215" y="3286"/>
                    <a:pt x="334" y="3286"/>
                  </a:cubicBezTo>
                  <a:cubicBezTo>
                    <a:pt x="453" y="3286"/>
                    <a:pt x="524" y="3286"/>
                    <a:pt x="643" y="3263"/>
                  </a:cubicBezTo>
                  <a:lnTo>
                    <a:pt x="643"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0" name="Google Shape;23930;p141"/>
            <p:cNvSpPr/>
            <p:nvPr/>
          </p:nvSpPr>
          <p:spPr>
            <a:xfrm>
              <a:off x="2833281" y="2643197"/>
              <a:ext cx="20684" cy="20684"/>
            </a:xfrm>
            <a:custGeom>
              <a:avLst/>
              <a:gdLst/>
              <a:ahLst/>
              <a:cxnLst/>
              <a:rect l="l" t="t" r="r" b="b"/>
              <a:pathLst>
                <a:path w="692" h="692" extrusionOk="0">
                  <a:moveTo>
                    <a:pt x="1" y="1"/>
                  </a:moveTo>
                  <a:lnTo>
                    <a:pt x="1" y="692"/>
                  </a:lnTo>
                  <a:lnTo>
                    <a:pt x="692" y="692"/>
                  </a:lnTo>
                  <a:lnTo>
                    <a:pt x="692"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1" name="Google Shape;23931;p141"/>
            <p:cNvSpPr/>
            <p:nvPr/>
          </p:nvSpPr>
          <p:spPr>
            <a:xfrm>
              <a:off x="2833281" y="2678079"/>
              <a:ext cx="20684" cy="20684"/>
            </a:xfrm>
            <a:custGeom>
              <a:avLst/>
              <a:gdLst/>
              <a:ahLst/>
              <a:cxnLst/>
              <a:rect l="l" t="t" r="r" b="b"/>
              <a:pathLst>
                <a:path w="692" h="692" extrusionOk="0">
                  <a:moveTo>
                    <a:pt x="1" y="1"/>
                  </a:moveTo>
                  <a:lnTo>
                    <a:pt x="1" y="691"/>
                  </a:lnTo>
                  <a:lnTo>
                    <a:pt x="692" y="691"/>
                  </a:lnTo>
                  <a:lnTo>
                    <a:pt x="692"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2" name="Google Shape;23932;p141"/>
            <p:cNvSpPr/>
            <p:nvPr/>
          </p:nvSpPr>
          <p:spPr>
            <a:xfrm>
              <a:off x="2985631" y="2542138"/>
              <a:ext cx="20654" cy="20654"/>
            </a:xfrm>
            <a:custGeom>
              <a:avLst/>
              <a:gdLst/>
              <a:ahLst/>
              <a:cxnLst/>
              <a:rect l="l" t="t" r="r" b="b"/>
              <a:pathLst>
                <a:path w="691" h="691" extrusionOk="0">
                  <a:moveTo>
                    <a:pt x="0" y="0"/>
                  </a:moveTo>
                  <a:lnTo>
                    <a:pt x="0" y="691"/>
                  </a:lnTo>
                  <a:lnTo>
                    <a:pt x="691" y="691"/>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3" name="Google Shape;23933;p141"/>
            <p:cNvSpPr/>
            <p:nvPr/>
          </p:nvSpPr>
          <p:spPr>
            <a:xfrm>
              <a:off x="2985631" y="2575586"/>
              <a:ext cx="20654" cy="20684"/>
            </a:xfrm>
            <a:custGeom>
              <a:avLst/>
              <a:gdLst/>
              <a:ahLst/>
              <a:cxnLst/>
              <a:rect l="l" t="t" r="r" b="b"/>
              <a:pathLst>
                <a:path w="691" h="692" extrusionOk="0">
                  <a:moveTo>
                    <a:pt x="0" y="1"/>
                  </a:moveTo>
                  <a:lnTo>
                    <a:pt x="0" y="691"/>
                  </a:lnTo>
                  <a:lnTo>
                    <a:pt x="691" y="691"/>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4" name="Google Shape;23934;p141"/>
            <p:cNvSpPr/>
            <p:nvPr/>
          </p:nvSpPr>
          <p:spPr>
            <a:xfrm>
              <a:off x="2843981" y="2520767"/>
              <a:ext cx="9983" cy="97561"/>
            </a:xfrm>
            <a:custGeom>
              <a:avLst/>
              <a:gdLst/>
              <a:ahLst/>
              <a:cxnLst/>
              <a:rect l="l" t="t" r="r" b="b"/>
              <a:pathLst>
                <a:path w="334" h="3264" extrusionOk="0">
                  <a:moveTo>
                    <a:pt x="0" y="1"/>
                  </a:moveTo>
                  <a:lnTo>
                    <a:pt x="0" y="3263"/>
                  </a:lnTo>
                  <a:lnTo>
                    <a:pt x="334" y="3263"/>
                  </a:lnTo>
                  <a:lnTo>
                    <a:pt x="334" y="25"/>
                  </a:lnTo>
                  <a:cubicBezTo>
                    <a:pt x="215" y="1"/>
                    <a:pt x="119" y="1"/>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5" name="Google Shape;23935;p141"/>
            <p:cNvSpPr/>
            <p:nvPr/>
          </p:nvSpPr>
          <p:spPr>
            <a:xfrm>
              <a:off x="2843264" y="2643197"/>
              <a:ext cx="9266" cy="20684"/>
            </a:xfrm>
            <a:custGeom>
              <a:avLst/>
              <a:gdLst/>
              <a:ahLst/>
              <a:cxnLst/>
              <a:rect l="l" t="t" r="r" b="b"/>
              <a:pathLst>
                <a:path w="310" h="692" extrusionOk="0">
                  <a:moveTo>
                    <a:pt x="0" y="1"/>
                  </a:moveTo>
                  <a:lnTo>
                    <a:pt x="0" y="692"/>
                  </a:lnTo>
                  <a:lnTo>
                    <a:pt x="310" y="692"/>
                  </a:lnTo>
                  <a:lnTo>
                    <a:pt x="31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6" name="Google Shape;23936;p141"/>
            <p:cNvSpPr/>
            <p:nvPr/>
          </p:nvSpPr>
          <p:spPr>
            <a:xfrm>
              <a:off x="2843264" y="2678079"/>
              <a:ext cx="9266" cy="20684"/>
            </a:xfrm>
            <a:custGeom>
              <a:avLst/>
              <a:gdLst/>
              <a:ahLst/>
              <a:cxnLst/>
              <a:rect l="l" t="t" r="r" b="b"/>
              <a:pathLst>
                <a:path w="310" h="692" extrusionOk="0">
                  <a:moveTo>
                    <a:pt x="0" y="1"/>
                  </a:moveTo>
                  <a:lnTo>
                    <a:pt x="0" y="691"/>
                  </a:lnTo>
                  <a:lnTo>
                    <a:pt x="310" y="691"/>
                  </a:lnTo>
                  <a:lnTo>
                    <a:pt x="31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7" name="Google Shape;23937;p141"/>
            <p:cNvSpPr/>
            <p:nvPr/>
          </p:nvSpPr>
          <p:spPr>
            <a:xfrm>
              <a:off x="2994867" y="2542138"/>
              <a:ext cx="10013" cy="20654"/>
            </a:xfrm>
            <a:custGeom>
              <a:avLst/>
              <a:gdLst/>
              <a:ahLst/>
              <a:cxnLst/>
              <a:rect l="l" t="t" r="r" b="b"/>
              <a:pathLst>
                <a:path w="335" h="691" extrusionOk="0">
                  <a:moveTo>
                    <a:pt x="1" y="0"/>
                  </a:moveTo>
                  <a:lnTo>
                    <a:pt x="1" y="691"/>
                  </a:lnTo>
                  <a:lnTo>
                    <a:pt x="334" y="691"/>
                  </a:lnTo>
                  <a:lnTo>
                    <a:pt x="33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8" name="Google Shape;23938;p141"/>
            <p:cNvSpPr/>
            <p:nvPr/>
          </p:nvSpPr>
          <p:spPr>
            <a:xfrm>
              <a:off x="2994867" y="2575586"/>
              <a:ext cx="10013" cy="20684"/>
            </a:xfrm>
            <a:custGeom>
              <a:avLst/>
              <a:gdLst/>
              <a:ahLst/>
              <a:cxnLst/>
              <a:rect l="l" t="t" r="r" b="b"/>
              <a:pathLst>
                <a:path w="335" h="692" extrusionOk="0">
                  <a:moveTo>
                    <a:pt x="1" y="1"/>
                  </a:moveTo>
                  <a:lnTo>
                    <a:pt x="1" y="691"/>
                  </a:lnTo>
                  <a:lnTo>
                    <a:pt x="334" y="691"/>
                  </a:lnTo>
                  <a:lnTo>
                    <a:pt x="33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9" name="Google Shape;23939;p141"/>
            <p:cNvSpPr/>
            <p:nvPr/>
          </p:nvSpPr>
          <p:spPr>
            <a:xfrm>
              <a:off x="2994867" y="2619733"/>
              <a:ext cx="10013" cy="98248"/>
            </a:xfrm>
            <a:custGeom>
              <a:avLst/>
              <a:gdLst/>
              <a:ahLst/>
              <a:cxnLst/>
              <a:rect l="l" t="t" r="r" b="b"/>
              <a:pathLst>
                <a:path w="335" h="3287" extrusionOk="0">
                  <a:moveTo>
                    <a:pt x="1" y="0"/>
                  </a:moveTo>
                  <a:lnTo>
                    <a:pt x="1" y="3286"/>
                  </a:lnTo>
                  <a:cubicBezTo>
                    <a:pt x="120" y="3286"/>
                    <a:pt x="215" y="3286"/>
                    <a:pt x="334" y="3263"/>
                  </a:cubicBezTo>
                  <a:lnTo>
                    <a:pt x="33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0" name="Google Shape;23940;p141"/>
            <p:cNvSpPr/>
            <p:nvPr/>
          </p:nvSpPr>
          <p:spPr>
            <a:xfrm>
              <a:off x="2747167" y="2609750"/>
              <a:ext cx="343107" cy="20684"/>
            </a:xfrm>
            <a:custGeom>
              <a:avLst/>
              <a:gdLst/>
              <a:ahLst/>
              <a:cxnLst/>
              <a:rect l="l" t="t" r="r" b="b"/>
              <a:pathLst>
                <a:path w="11479" h="692" extrusionOk="0">
                  <a:moveTo>
                    <a:pt x="0" y="1"/>
                  </a:moveTo>
                  <a:lnTo>
                    <a:pt x="0" y="691"/>
                  </a:lnTo>
                  <a:lnTo>
                    <a:pt x="11479" y="691"/>
                  </a:lnTo>
                  <a:lnTo>
                    <a:pt x="11479" y="1"/>
                  </a:lnTo>
                  <a:close/>
                </a:path>
              </a:pathLst>
            </a:custGeom>
            <a:solidFill>
              <a:srgbClr val="9A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1" name="Google Shape;23941;p141"/>
            <p:cNvSpPr/>
            <p:nvPr/>
          </p:nvSpPr>
          <p:spPr>
            <a:xfrm>
              <a:off x="2918707" y="2609750"/>
              <a:ext cx="171569" cy="20684"/>
            </a:xfrm>
            <a:custGeom>
              <a:avLst/>
              <a:gdLst/>
              <a:ahLst/>
              <a:cxnLst/>
              <a:rect l="l" t="t" r="r" b="b"/>
              <a:pathLst>
                <a:path w="5740" h="692" extrusionOk="0">
                  <a:moveTo>
                    <a:pt x="1" y="1"/>
                  </a:moveTo>
                  <a:lnTo>
                    <a:pt x="1" y="691"/>
                  </a:lnTo>
                  <a:lnTo>
                    <a:pt x="5740" y="691"/>
                  </a:lnTo>
                  <a:lnTo>
                    <a:pt x="5740"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42" name="Google Shape;23942;p141"/>
          <p:cNvGrpSpPr/>
          <p:nvPr/>
        </p:nvGrpSpPr>
        <p:grpSpPr>
          <a:xfrm>
            <a:off x="1818367" y="2287932"/>
            <a:ext cx="343110" cy="344542"/>
            <a:chOff x="2065928" y="2440332"/>
            <a:chExt cx="343110" cy="344542"/>
          </a:xfrm>
        </p:grpSpPr>
        <p:sp>
          <p:nvSpPr>
            <p:cNvPr id="23943" name="Google Shape;23943;p141"/>
            <p:cNvSpPr/>
            <p:nvPr/>
          </p:nvSpPr>
          <p:spPr>
            <a:xfrm>
              <a:off x="2166987" y="2480923"/>
              <a:ext cx="141679" cy="303951"/>
            </a:xfrm>
            <a:custGeom>
              <a:avLst/>
              <a:gdLst/>
              <a:ahLst/>
              <a:cxnLst/>
              <a:rect l="l" t="t" r="r" b="b"/>
              <a:pathLst>
                <a:path w="4740" h="10169" extrusionOk="0">
                  <a:moveTo>
                    <a:pt x="453" y="0"/>
                  </a:moveTo>
                  <a:lnTo>
                    <a:pt x="1" y="5073"/>
                  </a:lnTo>
                  <a:lnTo>
                    <a:pt x="453" y="10169"/>
                  </a:lnTo>
                  <a:lnTo>
                    <a:pt x="4287" y="10169"/>
                  </a:lnTo>
                  <a:lnTo>
                    <a:pt x="4740" y="5073"/>
                  </a:lnTo>
                  <a:lnTo>
                    <a:pt x="4287"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4" name="Google Shape;23944;p141"/>
            <p:cNvSpPr/>
            <p:nvPr/>
          </p:nvSpPr>
          <p:spPr>
            <a:xfrm>
              <a:off x="2065928" y="2481641"/>
              <a:ext cx="114628" cy="303234"/>
            </a:xfrm>
            <a:custGeom>
              <a:avLst/>
              <a:gdLst/>
              <a:ahLst/>
              <a:cxnLst/>
              <a:rect l="l" t="t" r="r" b="b"/>
              <a:pathLst>
                <a:path w="3835" h="10145" extrusionOk="0">
                  <a:moveTo>
                    <a:pt x="0" y="0"/>
                  </a:moveTo>
                  <a:lnTo>
                    <a:pt x="0" y="10145"/>
                  </a:lnTo>
                  <a:lnTo>
                    <a:pt x="3834" y="10145"/>
                  </a:lnTo>
                  <a:lnTo>
                    <a:pt x="3834"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5" name="Google Shape;23945;p141"/>
            <p:cNvSpPr/>
            <p:nvPr/>
          </p:nvSpPr>
          <p:spPr>
            <a:xfrm>
              <a:off x="2123587" y="2481641"/>
              <a:ext cx="56970" cy="303234"/>
            </a:xfrm>
            <a:custGeom>
              <a:avLst/>
              <a:gdLst/>
              <a:ahLst/>
              <a:cxnLst/>
              <a:rect l="l" t="t" r="r" b="b"/>
              <a:pathLst>
                <a:path w="1906" h="10145" extrusionOk="0">
                  <a:moveTo>
                    <a:pt x="0" y="0"/>
                  </a:moveTo>
                  <a:lnTo>
                    <a:pt x="0" y="10145"/>
                  </a:lnTo>
                  <a:lnTo>
                    <a:pt x="1905" y="10145"/>
                  </a:lnTo>
                  <a:lnTo>
                    <a:pt x="1905"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6" name="Google Shape;23946;p141"/>
            <p:cNvSpPr/>
            <p:nvPr/>
          </p:nvSpPr>
          <p:spPr>
            <a:xfrm>
              <a:off x="2238186" y="2481641"/>
              <a:ext cx="70481" cy="303234"/>
            </a:xfrm>
            <a:custGeom>
              <a:avLst/>
              <a:gdLst/>
              <a:ahLst/>
              <a:cxnLst/>
              <a:rect l="l" t="t" r="r" b="b"/>
              <a:pathLst>
                <a:path w="2358" h="10145" extrusionOk="0">
                  <a:moveTo>
                    <a:pt x="0" y="0"/>
                  </a:moveTo>
                  <a:lnTo>
                    <a:pt x="0" y="10145"/>
                  </a:lnTo>
                  <a:lnTo>
                    <a:pt x="1905" y="10145"/>
                  </a:lnTo>
                  <a:lnTo>
                    <a:pt x="2358" y="5049"/>
                  </a:lnTo>
                  <a:lnTo>
                    <a:pt x="190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7" name="Google Shape;23947;p141"/>
            <p:cNvSpPr/>
            <p:nvPr/>
          </p:nvSpPr>
          <p:spPr>
            <a:xfrm>
              <a:off x="2294410" y="2481641"/>
              <a:ext cx="114628" cy="303234"/>
            </a:xfrm>
            <a:custGeom>
              <a:avLst/>
              <a:gdLst/>
              <a:ahLst/>
              <a:cxnLst/>
              <a:rect l="l" t="t" r="r" b="b"/>
              <a:pathLst>
                <a:path w="3835" h="10145" extrusionOk="0">
                  <a:moveTo>
                    <a:pt x="1" y="0"/>
                  </a:moveTo>
                  <a:lnTo>
                    <a:pt x="1" y="10145"/>
                  </a:lnTo>
                  <a:lnTo>
                    <a:pt x="3835" y="10145"/>
                  </a:lnTo>
                  <a:lnTo>
                    <a:pt x="3835"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8" name="Google Shape;23948;p141"/>
            <p:cNvSpPr/>
            <p:nvPr/>
          </p:nvSpPr>
          <p:spPr>
            <a:xfrm>
              <a:off x="2352068" y="2481641"/>
              <a:ext cx="56970" cy="303234"/>
            </a:xfrm>
            <a:custGeom>
              <a:avLst/>
              <a:gdLst/>
              <a:ahLst/>
              <a:cxnLst/>
              <a:rect l="l" t="t" r="r" b="b"/>
              <a:pathLst>
                <a:path w="1906" h="10145" extrusionOk="0">
                  <a:moveTo>
                    <a:pt x="1" y="0"/>
                  </a:moveTo>
                  <a:lnTo>
                    <a:pt x="1" y="10145"/>
                  </a:lnTo>
                  <a:lnTo>
                    <a:pt x="1906" y="10145"/>
                  </a:lnTo>
                  <a:lnTo>
                    <a:pt x="1906"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9" name="Google Shape;23949;p141"/>
            <p:cNvSpPr/>
            <p:nvPr/>
          </p:nvSpPr>
          <p:spPr>
            <a:xfrm>
              <a:off x="2087270" y="2441767"/>
              <a:ext cx="71198" cy="71198"/>
            </a:xfrm>
            <a:custGeom>
              <a:avLst/>
              <a:gdLst/>
              <a:ahLst/>
              <a:cxnLst/>
              <a:rect l="l" t="t" r="r" b="b"/>
              <a:pathLst>
                <a:path w="2382" h="2382" extrusionOk="0">
                  <a:moveTo>
                    <a:pt x="1191" y="0"/>
                  </a:moveTo>
                  <a:cubicBezTo>
                    <a:pt x="524" y="0"/>
                    <a:pt x="1" y="524"/>
                    <a:pt x="1" y="1191"/>
                  </a:cubicBezTo>
                  <a:cubicBezTo>
                    <a:pt x="1" y="1834"/>
                    <a:pt x="524" y="2382"/>
                    <a:pt x="1191" y="2382"/>
                  </a:cubicBezTo>
                  <a:cubicBezTo>
                    <a:pt x="1834" y="2382"/>
                    <a:pt x="2382" y="1834"/>
                    <a:pt x="2382" y="1191"/>
                  </a:cubicBezTo>
                  <a:cubicBezTo>
                    <a:pt x="2382" y="524"/>
                    <a:pt x="1834" y="0"/>
                    <a:pt x="1191"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0" name="Google Shape;23950;p141"/>
            <p:cNvSpPr/>
            <p:nvPr/>
          </p:nvSpPr>
          <p:spPr>
            <a:xfrm>
              <a:off x="2201869" y="2441677"/>
              <a:ext cx="71228" cy="71288"/>
            </a:xfrm>
            <a:custGeom>
              <a:avLst/>
              <a:gdLst/>
              <a:ahLst/>
              <a:cxnLst/>
              <a:rect l="l" t="t" r="r" b="b"/>
              <a:pathLst>
                <a:path w="2383" h="2385" extrusionOk="0">
                  <a:moveTo>
                    <a:pt x="1269" y="1"/>
                  </a:moveTo>
                  <a:cubicBezTo>
                    <a:pt x="1243" y="1"/>
                    <a:pt x="1217" y="2"/>
                    <a:pt x="1191" y="3"/>
                  </a:cubicBezTo>
                  <a:cubicBezTo>
                    <a:pt x="548" y="3"/>
                    <a:pt x="1" y="527"/>
                    <a:pt x="1" y="1194"/>
                  </a:cubicBezTo>
                  <a:cubicBezTo>
                    <a:pt x="1" y="1837"/>
                    <a:pt x="548" y="2385"/>
                    <a:pt x="1191" y="2385"/>
                  </a:cubicBezTo>
                  <a:cubicBezTo>
                    <a:pt x="1858" y="2385"/>
                    <a:pt x="2382" y="1837"/>
                    <a:pt x="2382" y="1194"/>
                  </a:cubicBezTo>
                  <a:cubicBezTo>
                    <a:pt x="2382" y="553"/>
                    <a:pt x="1898" y="1"/>
                    <a:pt x="1269"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1" name="Google Shape;23951;p141"/>
            <p:cNvSpPr/>
            <p:nvPr/>
          </p:nvSpPr>
          <p:spPr>
            <a:xfrm>
              <a:off x="2216097" y="2544978"/>
              <a:ext cx="43460" cy="19967"/>
            </a:xfrm>
            <a:custGeom>
              <a:avLst/>
              <a:gdLst/>
              <a:ahLst/>
              <a:cxnLst/>
              <a:rect l="l" t="t" r="r" b="b"/>
              <a:pathLst>
                <a:path w="1454" h="668" extrusionOk="0">
                  <a:moveTo>
                    <a:pt x="1" y="1"/>
                  </a:moveTo>
                  <a:lnTo>
                    <a:pt x="1" y="667"/>
                  </a:lnTo>
                  <a:lnTo>
                    <a:pt x="1454" y="667"/>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2" name="Google Shape;23952;p141"/>
            <p:cNvSpPr/>
            <p:nvPr/>
          </p:nvSpPr>
          <p:spPr>
            <a:xfrm>
              <a:off x="2216097" y="2588409"/>
              <a:ext cx="43460" cy="20654"/>
            </a:xfrm>
            <a:custGeom>
              <a:avLst/>
              <a:gdLst/>
              <a:ahLst/>
              <a:cxnLst/>
              <a:rect l="l" t="t" r="r" b="b"/>
              <a:pathLst>
                <a:path w="1454" h="691" extrusionOk="0">
                  <a:moveTo>
                    <a:pt x="1" y="0"/>
                  </a:moveTo>
                  <a:lnTo>
                    <a:pt x="1" y="691"/>
                  </a:lnTo>
                  <a:lnTo>
                    <a:pt x="1454" y="691"/>
                  </a:lnTo>
                  <a:lnTo>
                    <a:pt x="145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3" name="Google Shape;23953;p141"/>
            <p:cNvSpPr/>
            <p:nvPr/>
          </p:nvSpPr>
          <p:spPr>
            <a:xfrm>
              <a:off x="2216097" y="2631809"/>
              <a:ext cx="43460" cy="20684"/>
            </a:xfrm>
            <a:custGeom>
              <a:avLst/>
              <a:gdLst/>
              <a:ahLst/>
              <a:cxnLst/>
              <a:rect l="l" t="t" r="r" b="b"/>
              <a:pathLst>
                <a:path w="1454" h="692" extrusionOk="0">
                  <a:moveTo>
                    <a:pt x="1" y="1"/>
                  </a:moveTo>
                  <a:lnTo>
                    <a:pt x="1" y="692"/>
                  </a:lnTo>
                  <a:lnTo>
                    <a:pt x="1454" y="692"/>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4" name="Google Shape;23954;p141"/>
            <p:cNvSpPr/>
            <p:nvPr/>
          </p:nvSpPr>
          <p:spPr>
            <a:xfrm>
              <a:off x="2216097" y="2675240"/>
              <a:ext cx="43460" cy="20684"/>
            </a:xfrm>
            <a:custGeom>
              <a:avLst/>
              <a:gdLst/>
              <a:ahLst/>
              <a:cxnLst/>
              <a:rect l="l" t="t" r="r" b="b"/>
              <a:pathLst>
                <a:path w="1454" h="692" extrusionOk="0">
                  <a:moveTo>
                    <a:pt x="1" y="1"/>
                  </a:moveTo>
                  <a:lnTo>
                    <a:pt x="1" y="691"/>
                  </a:lnTo>
                  <a:lnTo>
                    <a:pt x="1454" y="691"/>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5" name="Google Shape;23955;p141"/>
            <p:cNvSpPr/>
            <p:nvPr/>
          </p:nvSpPr>
          <p:spPr>
            <a:xfrm>
              <a:off x="2101498" y="2544978"/>
              <a:ext cx="43460" cy="19967"/>
            </a:xfrm>
            <a:custGeom>
              <a:avLst/>
              <a:gdLst/>
              <a:ahLst/>
              <a:cxnLst/>
              <a:rect l="l" t="t" r="r" b="b"/>
              <a:pathLst>
                <a:path w="1454" h="668" extrusionOk="0">
                  <a:moveTo>
                    <a:pt x="1" y="1"/>
                  </a:moveTo>
                  <a:lnTo>
                    <a:pt x="1" y="667"/>
                  </a:lnTo>
                  <a:lnTo>
                    <a:pt x="1454" y="667"/>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6" name="Google Shape;23956;p141"/>
            <p:cNvSpPr/>
            <p:nvPr/>
          </p:nvSpPr>
          <p:spPr>
            <a:xfrm>
              <a:off x="2101498" y="2588409"/>
              <a:ext cx="43460" cy="20654"/>
            </a:xfrm>
            <a:custGeom>
              <a:avLst/>
              <a:gdLst/>
              <a:ahLst/>
              <a:cxnLst/>
              <a:rect l="l" t="t" r="r" b="b"/>
              <a:pathLst>
                <a:path w="1454" h="691" extrusionOk="0">
                  <a:moveTo>
                    <a:pt x="1" y="0"/>
                  </a:moveTo>
                  <a:lnTo>
                    <a:pt x="1" y="691"/>
                  </a:lnTo>
                  <a:lnTo>
                    <a:pt x="1454" y="691"/>
                  </a:lnTo>
                  <a:lnTo>
                    <a:pt x="145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7" name="Google Shape;23957;p141"/>
            <p:cNvSpPr/>
            <p:nvPr/>
          </p:nvSpPr>
          <p:spPr>
            <a:xfrm>
              <a:off x="2101498" y="2631809"/>
              <a:ext cx="43460" cy="20684"/>
            </a:xfrm>
            <a:custGeom>
              <a:avLst/>
              <a:gdLst/>
              <a:ahLst/>
              <a:cxnLst/>
              <a:rect l="l" t="t" r="r" b="b"/>
              <a:pathLst>
                <a:path w="1454" h="692" extrusionOk="0">
                  <a:moveTo>
                    <a:pt x="1" y="1"/>
                  </a:moveTo>
                  <a:lnTo>
                    <a:pt x="1" y="692"/>
                  </a:lnTo>
                  <a:lnTo>
                    <a:pt x="1454" y="692"/>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8" name="Google Shape;23958;p141"/>
            <p:cNvSpPr/>
            <p:nvPr/>
          </p:nvSpPr>
          <p:spPr>
            <a:xfrm>
              <a:off x="2101498" y="2675240"/>
              <a:ext cx="43460" cy="20684"/>
            </a:xfrm>
            <a:custGeom>
              <a:avLst/>
              <a:gdLst/>
              <a:ahLst/>
              <a:cxnLst/>
              <a:rect l="l" t="t" r="r" b="b"/>
              <a:pathLst>
                <a:path w="1454" h="692" extrusionOk="0">
                  <a:moveTo>
                    <a:pt x="1" y="1"/>
                  </a:moveTo>
                  <a:lnTo>
                    <a:pt x="1" y="691"/>
                  </a:lnTo>
                  <a:lnTo>
                    <a:pt x="1454" y="691"/>
                  </a:lnTo>
                  <a:lnTo>
                    <a:pt x="14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9" name="Google Shape;23959;p141"/>
            <p:cNvSpPr/>
            <p:nvPr/>
          </p:nvSpPr>
          <p:spPr>
            <a:xfrm>
              <a:off x="2330009" y="2544978"/>
              <a:ext cx="43430" cy="19967"/>
            </a:xfrm>
            <a:custGeom>
              <a:avLst/>
              <a:gdLst/>
              <a:ahLst/>
              <a:cxnLst/>
              <a:rect l="l" t="t" r="r" b="b"/>
              <a:pathLst>
                <a:path w="1453" h="668" extrusionOk="0">
                  <a:moveTo>
                    <a:pt x="0" y="1"/>
                  </a:moveTo>
                  <a:lnTo>
                    <a:pt x="0" y="667"/>
                  </a:lnTo>
                  <a:lnTo>
                    <a:pt x="1453" y="667"/>
                  </a:lnTo>
                  <a:lnTo>
                    <a:pt x="145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0" name="Google Shape;23960;p141"/>
            <p:cNvSpPr/>
            <p:nvPr/>
          </p:nvSpPr>
          <p:spPr>
            <a:xfrm>
              <a:off x="2330009" y="2588409"/>
              <a:ext cx="43430" cy="20654"/>
            </a:xfrm>
            <a:custGeom>
              <a:avLst/>
              <a:gdLst/>
              <a:ahLst/>
              <a:cxnLst/>
              <a:rect l="l" t="t" r="r" b="b"/>
              <a:pathLst>
                <a:path w="1453" h="691" extrusionOk="0">
                  <a:moveTo>
                    <a:pt x="0" y="0"/>
                  </a:moveTo>
                  <a:lnTo>
                    <a:pt x="0" y="691"/>
                  </a:lnTo>
                  <a:lnTo>
                    <a:pt x="1453" y="691"/>
                  </a:lnTo>
                  <a:lnTo>
                    <a:pt x="145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1" name="Google Shape;23961;p141"/>
            <p:cNvSpPr/>
            <p:nvPr/>
          </p:nvSpPr>
          <p:spPr>
            <a:xfrm>
              <a:off x="2330009" y="2631809"/>
              <a:ext cx="43430" cy="20684"/>
            </a:xfrm>
            <a:custGeom>
              <a:avLst/>
              <a:gdLst/>
              <a:ahLst/>
              <a:cxnLst/>
              <a:rect l="l" t="t" r="r" b="b"/>
              <a:pathLst>
                <a:path w="1453" h="692" extrusionOk="0">
                  <a:moveTo>
                    <a:pt x="0" y="1"/>
                  </a:moveTo>
                  <a:lnTo>
                    <a:pt x="0" y="692"/>
                  </a:lnTo>
                  <a:lnTo>
                    <a:pt x="1453" y="692"/>
                  </a:lnTo>
                  <a:lnTo>
                    <a:pt x="145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2" name="Google Shape;23962;p141"/>
            <p:cNvSpPr/>
            <p:nvPr/>
          </p:nvSpPr>
          <p:spPr>
            <a:xfrm>
              <a:off x="2330009" y="2675240"/>
              <a:ext cx="43430" cy="20684"/>
            </a:xfrm>
            <a:custGeom>
              <a:avLst/>
              <a:gdLst/>
              <a:ahLst/>
              <a:cxnLst/>
              <a:rect l="l" t="t" r="r" b="b"/>
              <a:pathLst>
                <a:path w="1453" h="692" extrusionOk="0">
                  <a:moveTo>
                    <a:pt x="0" y="1"/>
                  </a:moveTo>
                  <a:lnTo>
                    <a:pt x="0" y="691"/>
                  </a:lnTo>
                  <a:lnTo>
                    <a:pt x="1453" y="691"/>
                  </a:lnTo>
                  <a:lnTo>
                    <a:pt x="145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3" name="Google Shape;23963;p141"/>
            <p:cNvSpPr/>
            <p:nvPr/>
          </p:nvSpPr>
          <p:spPr>
            <a:xfrm>
              <a:off x="2316469" y="2441767"/>
              <a:ext cx="71228" cy="71198"/>
            </a:xfrm>
            <a:custGeom>
              <a:avLst/>
              <a:gdLst/>
              <a:ahLst/>
              <a:cxnLst/>
              <a:rect l="l" t="t" r="r" b="b"/>
              <a:pathLst>
                <a:path w="2383" h="2382" extrusionOk="0">
                  <a:moveTo>
                    <a:pt x="1192" y="0"/>
                  </a:moveTo>
                  <a:cubicBezTo>
                    <a:pt x="549" y="0"/>
                    <a:pt x="1" y="524"/>
                    <a:pt x="1" y="1191"/>
                  </a:cubicBezTo>
                  <a:cubicBezTo>
                    <a:pt x="1" y="1834"/>
                    <a:pt x="549" y="2382"/>
                    <a:pt x="1192" y="2382"/>
                  </a:cubicBezTo>
                  <a:cubicBezTo>
                    <a:pt x="1858" y="2382"/>
                    <a:pt x="2382" y="1834"/>
                    <a:pt x="2382" y="1191"/>
                  </a:cubicBezTo>
                  <a:cubicBezTo>
                    <a:pt x="2382" y="524"/>
                    <a:pt x="1858" y="0"/>
                    <a:pt x="1192"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4" name="Google Shape;23964;p141"/>
            <p:cNvSpPr/>
            <p:nvPr/>
          </p:nvSpPr>
          <p:spPr>
            <a:xfrm>
              <a:off x="2237469" y="2544978"/>
              <a:ext cx="22089" cy="19967"/>
            </a:xfrm>
            <a:custGeom>
              <a:avLst/>
              <a:gdLst/>
              <a:ahLst/>
              <a:cxnLst/>
              <a:rect l="l" t="t" r="r" b="b"/>
              <a:pathLst>
                <a:path w="739" h="668" extrusionOk="0">
                  <a:moveTo>
                    <a:pt x="0" y="1"/>
                  </a:moveTo>
                  <a:lnTo>
                    <a:pt x="0" y="667"/>
                  </a:lnTo>
                  <a:lnTo>
                    <a:pt x="739" y="667"/>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5" name="Google Shape;23965;p141"/>
            <p:cNvSpPr/>
            <p:nvPr/>
          </p:nvSpPr>
          <p:spPr>
            <a:xfrm>
              <a:off x="2237469" y="2588409"/>
              <a:ext cx="22089" cy="20654"/>
            </a:xfrm>
            <a:custGeom>
              <a:avLst/>
              <a:gdLst/>
              <a:ahLst/>
              <a:cxnLst/>
              <a:rect l="l" t="t" r="r" b="b"/>
              <a:pathLst>
                <a:path w="739" h="691" extrusionOk="0">
                  <a:moveTo>
                    <a:pt x="0" y="0"/>
                  </a:moveTo>
                  <a:lnTo>
                    <a:pt x="0" y="691"/>
                  </a:lnTo>
                  <a:lnTo>
                    <a:pt x="739" y="691"/>
                  </a:lnTo>
                  <a:lnTo>
                    <a:pt x="739"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6" name="Google Shape;23966;p141"/>
            <p:cNvSpPr/>
            <p:nvPr/>
          </p:nvSpPr>
          <p:spPr>
            <a:xfrm>
              <a:off x="2237469" y="2631809"/>
              <a:ext cx="22089" cy="20684"/>
            </a:xfrm>
            <a:custGeom>
              <a:avLst/>
              <a:gdLst/>
              <a:ahLst/>
              <a:cxnLst/>
              <a:rect l="l" t="t" r="r" b="b"/>
              <a:pathLst>
                <a:path w="739" h="692" extrusionOk="0">
                  <a:moveTo>
                    <a:pt x="0" y="1"/>
                  </a:moveTo>
                  <a:lnTo>
                    <a:pt x="0" y="692"/>
                  </a:lnTo>
                  <a:lnTo>
                    <a:pt x="739" y="692"/>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7" name="Google Shape;23967;p141"/>
            <p:cNvSpPr/>
            <p:nvPr/>
          </p:nvSpPr>
          <p:spPr>
            <a:xfrm>
              <a:off x="2237469" y="2675240"/>
              <a:ext cx="22089" cy="20684"/>
            </a:xfrm>
            <a:custGeom>
              <a:avLst/>
              <a:gdLst/>
              <a:ahLst/>
              <a:cxnLst/>
              <a:rect l="l" t="t" r="r" b="b"/>
              <a:pathLst>
                <a:path w="739" h="692" extrusionOk="0">
                  <a:moveTo>
                    <a:pt x="0" y="1"/>
                  </a:moveTo>
                  <a:lnTo>
                    <a:pt x="0" y="691"/>
                  </a:lnTo>
                  <a:lnTo>
                    <a:pt x="739" y="691"/>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8" name="Google Shape;23968;p141"/>
            <p:cNvSpPr/>
            <p:nvPr/>
          </p:nvSpPr>
          <p:spPr>
            <a:xfrm>
              <a:off x="2237469" y="2440332"/>
              <a:ext cx="35629" cy="72633"/>
            </a:xfrm>
            <a:custGeom>
              <a:avLst/>
              <a:gdLst/>
              <a:ahLst/>
              <a:cxnLst/>
              <a:rect l="l" t="t" r="r" b="b"/>
              <a:pathLst>
                <a:path w="1192" h="2430" extrusionOk="0">
                  <a:moveTo>
                    <a:pt x="0" y="1"/>
                  </a:moveTo>
                  <a:lnTo>
                    <a:pt x="0" y="2430"/>
                  </a:lnTo>
                  <a:cubicBezTo>
                    <a:pt x="667" y="2430"/>
                    <a:pt x="1191" y="1882"/>
                    <a:pt x="1191" y="1239"/>
                  </a:cubicBezTo>
                  <a:cubicBezTo>
                    <a:pt x="1191" y="572"/>
                    <a:pt x="667" y="1"/>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9" name="Google Shape;23969;p141"/>
            <p:cNvSpPr/>
            <p:nvPr/>
          </p:nvSpPr>
          <p:spPr>
            <a:xfrm>
              <a:off x="2351350" y="2544978"/>
              <a:ext cx="22089" cy="19967"/>
            </a:xfrm>
            <a:custGeom>
              <a:avLst/>
              <a:gdLst/>
              <a:ahLst/>
              <a:cxnLst/>
              <a:rect l="l" t="t" r="r" b="b"/>
              <a:pathLst>
                <a:path w="739" h="668" extrusionOk="0">
                  <a:moveTo>
                    <a:pt x="1" y="1"/>
                  </a:moveTo>
                  <a:lnTo>
                    <a:pt x="1" y="667"/>
                  </a:lnTo>
                  <a:lnTo>
                    <a:pt x="739" y="667"/>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0" name="Google Shape;23970;p141"/>
            <p:cNvSpPr/>
            <p:nvPr/>
          </p:nvSpPr>
          <p:spPr>
            <a:xfrm>
              <a:off x="2351350" y="2588409"/>
              <a:ext cx="22089" cy="20654"/>
            </a:xfrm>
            <a:custGeom>
              <a:avLst/>
              <a:gdLst/>
              <a:ahLst/>
              <a:cxnLst/>
              <a:rect l="l" t="t" r="r" b="b"/>
              <a:pathLst>
                <a:path w="739" h="691" extrusionOk="0">
                  <a:moveTo>
                    <a:pt x="1" y="0"/>
                  </a:moveTo>
                  <a:lnTo>
                    <a:pt x="1" y="691"/>
                  </a:lnTo>
                  <a:lnTo>
                    <a:pt x="739" y="691"/>
                  </a:lnTo>
                  <a:lnTo>
                    <a:pt x="739"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1" name="Google Shape;23971;p141"/>
            <p:cNvSpPr/>
            <p:nvPr/>
          </p:nvSpPr>
          <p:spPr>
            <a:xfrm>
              <a:off x="2351350" y="2631809"/>
              <a:ext cx="22089" cy="20684"/>
            </a:xfrm>
            <a:custGeom>
              <a:avLst/>
              <a:gdLst/>
              <a:ahLst/>
              <a:cxnLst/>
              <a:rect l="l" t="t" r="r" b="b"/>
              <a:pathLst>
                <a:path w="739" h="692" extrusionOk="0">
                  <a:moveTo>
                    <a:pt x="1" y="1"/>
                  </a:moveTo>
                  <a:lnTo>
                    <a:pt x="1" y="692"/>
                  </a:lnTo>
                  <a:lnTo>
                    <a:pt x="739" y="692"/>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2" name="Google Shape;23972;p141"/>
            <p:cNvSpPr/>
            <p:nvPr/>
          </p:nvSpPr>
          <p:spPr>
            <a:xfrm>
              <a:off x="2351350" y="2675240"/>
              <a:ext cx="22089" cy="20684"/>
            </a:xfrm>
            <a:custGeom>
              <a:avLst/>
              <a:gdLst/>
              <a:ahLst/>
              <a:cxnLst/>
              <a:rect l="l" t="t" r="r" b="b"/>
              <a:pathLst>
                <a:path w="739" h="692" extrusionOk="0">
                  <a:moveTo>
                    <a:pt x="1" y="1"/>
                  </a:moveTo>
                  <a:lnTo>
                    <a:pt x="1" y="691"/>
                  </a:lnTo>
                  <a:lnTo>
                    <a:pt x="739" y="691"/>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3" name="Google Shape;23973;p141"/>
            <p:cNvSpPr/>
            <p:nvPr/>
          </p:nvSpPr>
          <p:spPr>
            <a:xfrm>
              <a:off x="2353503" y="2440332"/>
              <a:ext cx="35599" cy="72633"/>
            </a:xfrm>
            <a:custGeom>
              <a:avLst/>
              <a:gdLst/>
              <a:ahLst/>
              <a:cxnLst/>
              <a:rect l="l" t="t" r="r" b="b"/>
              <a:pathLst>
                <a:path w="1191" h="2430" extrusionOk="0">
                  <a:moveTo>
                    <a:pt x="0" y="1"/>
                  </a:moveTo>
                  <a:lnTo>
                    <a:pt x="0" y="2430"/>
                  </a:lnTo>
                  <a:cubicBezTo>
                    <a:pt x="643" y="2430"/>
                    <a:pt x="1191" y="1882"/>
                    <a:pt x="1191" y="1239"/>
                  </a:cubicBezTo>
                  <a:cubicBezTo>
                    <a:pt x="1191" y="572"/>
                    <a:pt x="619" y="48"/>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4" name="Google Shape;23974;p141"/>
            <p:cNvSpPr/>
            <p:nvPr/>
          </p:nvSpPr>
          <p:spPr>
            <a:xfrm>
              <a:off x="2122869" y="2544978"/>
              <a:ext cx="22089" cy="19967"/>
            </a:xfrm>
            <a:custGeom>
              <a:avLst/>
              <a:gdLst/>
              <a:ahLst/>
              <a:cxnLst/>
              <a:rect l="l" t="t" r="r" b="b"/>
              <a:pathLst>
                <a:path w="739" h="668" extrusionOk="0">
                  <a:moveTo>
                    <a:pt x="0" y="1"/>
                  </a:moveTo>
                  <a:lnTo>
                    <a:pt x="0" y="667"/>
                  </a:lnTo>
                  <a:lnTo>
                    <a:pt x="739" y="667"/>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5" name="Google Shape;23975;p141"/>
            <p:cNvSpPr/>
            <p:nvPr/>
          </p:nvSpPr>
          <p:spPr>
            <a:xfrm>
              <a:off x="2122869" y="2588409"/>
              <a:ext cx="22089" cy="20654"/>
            </a:xfrm>
            <a:custGeom>
              <a:avLst/>
              <a:gdLst/>
              <a:ahLst/>
              <a:cxnLst/>
              <a:rect l="l" t="t" r="r" b="b"/>
              <a:pathLst>
                <a:path w="739" h="691" extrusionOk="0">
                  <a:moveTo>
                    <a:pt x="0" y="0"/>
                  </a:moveTo>
                  <a:lnTo>
                    <a:pt x="0" y="691"/>
                  </a:lnTo>
                  <a:lnTo>
                    <a:pt x="739" y="691"/>
                  </a:lnTo>
                  <a:lnTo>
                    <a:pt x="739"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6" name="Google Shape;23976;p141"/>
            <p:cNvSpPr/>
            <p:nvPr/>
          </p:nvSpPr>
          <p:spPr>
            <a:xfrm>
              <a:off x="2122869" y="2631809"/>
              <a:ext cx="22089" cy="20684"/>
            </a:xfrm>
            <a:custGeom>
              <a:avLst/>
              <a:gdLst/>
              <a:ahLst/>
              <a:cxnLst/>
              <a:rect l="l" t="t" r="r" b="b"/>
              <a:pathLst>
                <a:path w="739" h="692" extrusionOk="0">
                  <a:moveTo>
                    <a:pt x="0" y="1"/>
                  </a:moveTo>
                  <a:lnTo>
                    <a:pt x="0" y="692"/>
                  </a:lnTo>
                  <a:lnTo>
                    <a:pt x="739" y="692"/>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7" name="Google Shape;23977;p141"/>
            <p:cNvSpPr/>
            <p:nvPr/>
          </p:nvSpPr>
          <p:spPr>
            <a:xfrm>
              <a:off x="2122869" y="2675240"/>
              <a:ext cx="22089" cy="20684"/>
            </a:xfrm>
            <a:custGeom>
              <a:avLst/>
              <a:gdLst/>
              <a:ahLst/>
              <a:cxnLst/>
              <a:rect l="l" t="t" r="r" b="b"/>
              <a:pathLst>
                <a:path w="739" h="692" extrusionOk="0">
                  <a:moveTo>
                    <a:pt x="0" y="1"/>
                  </a:moveTo>
                  <a:lnTo>
                    <a:pt x="0" y="691"/>
                  </a:lnTo>
                  <a:lnTo>
                    <a:pt x="739" y="691"/>
                  </a:lnTo>
                  <a:lnTo>
                    <a:pt x="739"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8" name="Google Shape;23978;p141"/>
            <p:cNvSpPr/>
            <p:nvPr/>
          </p:nvSpPr>
          <p:spPr>
            <a:xfrm>
              <a:off x="2122869" y="2440332"/>
              <a:ext cx="35599" cy="72633"/>
            </a:xfrm>
            <a:custGeom>
              <a:avLst/>
              <a:gdLst/>
              <a:ahLst/>
              <a:cxnLst/>
              <a:rect l="l" t="t" r="r" b="b"/>
              <a:pathLst>
                <a:path w="1191" h="2430" extrusionOk="0">
                  <a:moveTo>
                    <a:pt x="0" y="1"/>
                  </a:moveTo>
                  <a:lnTo>
                    <a:pt x="0" y="2430"/>
                  </a:lnTo>
                  <a:cubicBezTo>
                    <a:pt x="643" y="2430"/>
                    <a:pt x="1191" y="1882"/>
                    <a:pt x="1191" y="1239"/>
                  </a:cubicBezTo>
                  <a:cubicBezTo>
                    <a:pt x="1191" y="572"/>
                    <a:pt x="643" y="48"/>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9" name="Google Shape;23979;p141"/>
          <p:cNvGrpSpPr/>
          <p:nvPr/>
        </p:nvGrpSpPr>
        <p:grpSpPr>
          <a:xfrm>
            <a:off x="1083084" y="2357615"/>
            <a:ext cx="345262" cy="239928"/>
            <a:chOff x="1392491" y="2490877"/>
            <a:chExt cx="345262" cy="239928"/>
          </a:xfrm>
        </p:grpSpPr>
        <p:sp>
          <p:nvSpPr>
            <p:cNvPr id="23980" name="Google Shape;23980;p141"/>
            <p:cNvSpPr/>
            <p:nvPr/>
          </p:nvSpPr>
          <p:spPr>
            <a:xfrm>
              <a:off x="1517074" y="2492311"/>
              <a:ext cx="95409" cy="168012"/>
            </a:xfrm>
            <a:custGeom>
              <a:avLst/>
              <a:gdLst/>
              <a:ahLst/>
              <a:cxnLst/>
              <a:rect l="l" t="t" r="r" b="b"/>
              <a:pathLst>
                <a:path w="3192" h="5621" extrusionOk="0">
                  <a:moveTo>
                    <a:pt x="0" y="0"/>
                  </a:moveTo>
                  <a:lnTo>
                    <a:pt x="0" y="5620"/>
                  </a:lnTo>
                  <a:lnTo>
                    <a:pt x="3191" y="5620"/>
                  </a:lnTo>
                  <a:lnTo>
                    <a:pt x="3191"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1" name="Google Shape;23981;p141"/>
            <p:cNvSpPr/>
            <p:nvPr/>
          </p:nvSpPr>
          <p:spPr>
            <a:xfrm>
              <a:off x="1641627" y="2562763"/>
              <a:ext cx="95409" cy="168042"/>
            </a:xfrm>
            <a:custGeom>
              <a:avLst/>
              <a:gdLst/>
              <a:ahLst/>
              <a:cxnLst/>
              <a:rect l="l" t="t" r="r" b="b"/>
              <a:pathLst>
                <a:path w="3192" h="5622" extrusionOk="0">
                  <a:moveTo>
                    <a:pt x="1" y="1"/>
                  </a:moveTo>
                  <a:lnTo>
                    <a:pt x="1" y="5621"/>
                  </a:lnTo>
                  <a:lnTo>
                    <a:pt x="3192" y="5621"/>
                  </a:lnTo>
                  <a:lnTo>
                    <a:pt x="3192"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2" name="Google Shape;23982;p141"/>
            <p:cNvSpPr/>
            <p:nvPr/>
          </p:nvSpPr>
          <p:spPr>
            <a:xfrm>
              <a:off x="1690049" y="2562763"/>
              <a:ext cx="47704" cy="168042"/>
            </a:xfrm>
            <a:custGeom>
              <a:avLst/>
              <a:gdLst/>
              <a:ahLst/>
              <a:cxnLst/>
              <a:rect l="l" t="t" r="r" b="b"/>
              <a:pathLst>
                <a:path w="1596" h="5622" extrusionOk="0">
                  <a:moveTo>
                    <a:pt x="0" y="1"/>
                  </a:moveTo>
                  <a:lnTo>
                    <a:pt x="0" y="5621"/>
                  </a:lnTo>
                  <a:lnTo>
                    <a:pt x="1596" y="5621"/>
                  </a:lnTo>
                  <a:lnTo>
                    <a:pt x="1596"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3" name="Google Shape;23983;p141"/>
            <p:cNvSpPr/>
            <p:nvPr/>
          </p:nvSpPr>
          <p:spPr>
            <a:xfrm>
              <a:off x="1640909" y="2490877"/>
              <a:ext cx="96126" cy="98278"/>
            </a:xfrm>
            <a:custGeom>
              <a:avLst/>
              <a:gdLst/>
              <a:ahLst/>
              <a:cxnLst/>
              <a:rect l="l" t="t" r="r" b="b"/>
              <a:pathLst>
                <a:path w="3216" h="3288" extrusionOk="0">
                  <a:moveTo>
                    <a:pt x="1" y="1"/>
                  </a:moveTo>
                  <a:lnTo>
                    <a:pt x="1" y="2358"/>
                  </a:lnTo>
                  <a:lnTo>
                    <a:pt x="1597" y="3287"/>
                  </a:lnTo>
                  <a:lnTo>
                    <a:pt x="3216" y="2406"/>
                  </a:lnTo>
                  <a:lnTo>
                    <a:pt x="3216" y="48"/>
                  </a:lnTo>
                  <a:lnTo>
                    <a:pt x="3216"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4" name="Google Shape;23984;p141"/>
            <p:cNvSpPr/>
            <p:nvPr/>
          </p:nvSpPr>
          <p:spPr>
            <a:xfrm>
              <a:off x="1688614" y="2492311"/>
              <a:ext cx="48422" cy="96844"/>
            </a:xfrm>
            <a:custGeom>
              <a:avLst/>
              <a:gdLst/>
              <a:ahLst/>
              <a:cxnLst/>
              <a:rect l="l" t="t" r="r" b="b"/>
              <a:pathLst>
                <a:path w="1620" h="3240" extrusionOk="0">
                  <a:moveTo>
                    <a:pt x="1" y="0"/>
                  </a:moveTo>
                  <a:lnTo>
                    <a:pt x="1" y="3239"/>
                  </a:lnTo>
                  <a:lnTo>
                    <a:pt x="1620" y="2358"/>
                  </a:lnTo>
                  <a:lnTo>
                    <a:pt x="1620"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5" name="Google Shape;23985;p141"/>
            <p:cNvSpPr/>
            <p:nvPr/>
          </p:nvSpPr>
          <p:spPr>
            <a:xfrm>
              <a:off x="1393209" y="2562763"/>
              <a:ext cx="95409" cy="168042"/>
            </a:xfrm>
            <a:custGeom>
              <a:avLst/>
              <a:gdLst/>
              <a:ahLst/>
              <a:cxnLst/>
              <a:rect l="l" t="t" r="r" b="b"/>
              <a:pathLst>
                <a:path w="3192" h="5622" extrusionOk="0">
                  <a:moveTo>
                    <a:pt x="1" y="1"/>
                  </a:moveTo>
                  <a:lnTo>
                    <a:pt x="1" y="5621"/>
                  </a:lnTo>
                  <a:lnTo>
                    <a:pt x="3192" y="5621"/>
                  </a:lnTo>
                  <a:lnTo>
                    <a:pt x="3192"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6" name="Google Shape;23986;p141"/>
            <p:cNvSpPr/>
            <p:nvPr/>
          </p:nvSpPr>
          <p:spPr>
            <a:xfrm>
              <a:off x="1440914" y="2562763"/>
              <a:ext cx="47704" cy="168042"/>
            </a:xfrm>
            <a:custGeom>
              <a:avLst/>
              <a:gdLst/>
              <a:ahLst/>
              <a:cxnLst/>
              <a:rect l="l" t="t" r="r" b="b"/>
              <a:pathLst>
                <a:path w="1596" h="5622" extrusionOk="0">
                  <a:moveTo>
                    <a:pt x="0" y="1"/>
                  </a:moveTo>
                  <a:lnTo>
                    <a:pt x="0" y="5621"/>
                  </a:lnTo>
                  <a:lnTo>
                    <a:pt x="1596" y="5621"/>
                  </a:lnTo>
                  <a:lnTo>
                    <a:pt x="1596"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7" name="Google Shape;23987;p141"/>
            <p:cNvSpPr/>
            <p:nvPr/>
          </p:nvSpPr>
          <p:spPr>
            <a:xfrm>
              <a:off x="1392491" y="2490877"/>
              <a:ext cx="96126" cy="98278"/>
            </a:xfrm>
            <a:custGeom>
              <a:avLst/>
              <a:gdLst/>
              <a:ahLst/>
              <a:cxnLst/>
              <a:rect l="l" t="t" r="r" b="b"/>
              <a:pathLst>
                <a:path w="3216" h="3288" extrusionOk="0">
                  <a:moveTo>
                    <a:pt x="1" y="1"/>
                  </a:moveTo>
                  <a:lnTo>
                    <a:pt x="1" y="2358"/>
                  </a:lnTo>
                  <a:lnTo>
                    <a:pt x="1620" y="3287"/>
                  </a:lnTo>
                  <a:lnTo>
                    <a:pt x="3216" y="2406"/>
                  </a:lnTo>
                  <a:lnTo>
                    <a:pt x="3216" y="48"/>
                  </a:lnTo>
                  <a:lnTo>
                    <a:pt x="3216"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8" name="Google Shape;23988;p141"/>
            <p:cNvSpPr/>
            <p:nvPr/>
          </p:nvSpPr>
          <p:spPr>
            <a:xfrm>
              <a:off x="1440914" y="2492311"/>
              <a:ext cx="47704" cy="96844"/>
            </a:xfrm>
            <a:custGeom>
              <a:avLst/>
              <a:gdLst/>
              <a:ahLst/>
              <a:cxnLst/>
              <a:rect l="l" t="t" r="r" b="b"/>
              <a:pathLst>
                <a:path w="1596" h="3240" extrusionOk="0">
                  <a:moveTo>
                    <a:pt x="0" y="0"/>
                  </a:moveTo>
                  <a:lnTo>
                    <a:pt x="0" y="3239"/>
                  </a:lnTo>
                  <a:lnTo>
                    <a:pt x="1596" y="2358"/>
                  </a:lnTo>
                  <a:lnTo>
                    <a:pt x="159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9" name="Google Shape;23989;p141"/>
            <p:cNvSpPr/>
            <p:nvPr/>
          </p:nvSpPr>
          <p:spPr>
            <a:xfrm>
              <a:off x="1565466" y="2492311"/>
              <a:ext cx="47734" cy="168012"/>
            </a:xfrm>
            <a:custGeom>
              <a:avLst/>
              <a:gdLst/>
              <a:ahLst/>
              <a:cxnLst/>
              <a:rect l="l" t="t" r="r" b="b"/>
              <a:pathLst>
                <a:path w="1597" h="5621" extrusionOk="0">
                  <a:moveTo>
                    <a:pt x="1" y="0"/>
                  </a:moveTo>
                  <a:lnTo>
                    <a:pt x="1" y="5620"/>
                  </a:lnTo>
                  <a:lnTo>
                    <a:pt x="1596" y="5620"/>
                  </a:lnTo>
                  <a:lnTo>
                    <a:pt x="1596"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0" name="Google Shape;23990;p141"/>
            <p:cNvSpPr/>
            <p:nvPr/>
          </p:nvSpPr>
          <p:spPr>
            <a:xfrm>
              <a:off x="1517791" y="2632527"/>
              <a:ext cx="95409" cy="98278"/>
            </a:xfrm>
            <a:custGeom>
              <a:avLst/>
              <a:gdLst/>
              <a:ahLst/>
              <a:cxnLst/>
              <a:rect l="l" t="t" r="r" b="b"/>
              <a:pathLst>
                <a:path w="3192" h="3288" extrusionOk="0">
                  <a:moveTo>
                    <a:pt x="1619" y="1"/>
                  </a:moveTo>
                  <a:lnTo>
                    <a:pt x="0" y="929"/>
                  </a:lnTo>
                  <a:lnTo>
                    <a:pt x="0" y="3287"/>
                  </a:lnTo>
                  <a:lnTo>
                    <a:pt x="3191" y="3287"/>
                  </a:lnTo>
                  <a:lnTo>
                    <a:pt x="3191" y="929"/>
                  </a:lnTo>
                  <a:lnTo>
                    <a:pt x="161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1" name="Google Shape;23991;p141"/>
            <p:cNvSpPr/>
            <p:nvPr/>
          </p:nvSpPr>
          <p:spPr>
            <a:xfrm>
              <a:off x="1565466" y="2632527"/>
              <a:ext cx="47734" cy="98278"/>
            </a:xfrm>
            <a:custGeom>
              <a:avLst/>
              <a:gdLst/>
              <a:ahLst/>
              <a:cxnLst/>
              <a:rect l="l" t="t" r="r" b="b"/>
              <a:pathLst>
                <a:path w="1597" h="3288" extrusionOk="0">
                  <a:moveTo>
                    <a:pt x="1" y="1"/>
                  </a:moveTo>
                  <a:lnTo>
                    <a:pt x="1" y="3287"/>
                  </a:lnTo>
                  <a:lnTo>
                    <a:pt x="1596" y="3287"/>
                  </a:lnTo>
                  <a:lnTo>
                    <a:pt x="1596" y="929"/>
                  </a:lnTo>
                  <a:lnTo>
                    <a:pt x="1"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92" name="Google Shape;23992;p141"/>
          <p:cNvGrpSpPr/>
          <p:nvPr/>
        </p:nvGrpSpPr>
        <p:grpSpPr>
          <a:xfrm>
            <a:off x="1083084" y="2839920"/>
            <a:ext cx="344543" cy="345977"/>
            <a:chOff x="1392491" y="2982751"/>
            <a:chExt cx="344543" cy="345977"/>
          </a:xfrm>
        </p:grpSpPr>
        <p:sp>
          <p:nvSpPr>
            <p:cNvPr id="23993" name="Google Shape;23993;p141"/>
            <p:cNvSpPr/>
            <p:nvPr/>
          </p:nvSpPr>
          <p:spPr>
            <a:xfrm>
              <a:off x="1438044" y="3029021"/>
              <a:ext cx="253437" cy="252720"/>
            </a:xfrm>
            <a:custGeom>
              <a:avLst/>
              <a:gdLst/>
              <a:ahLst/>
              <a:cxnLst/>
              <a:rect l="l" t="t" r="r" b="b"/>
              <a:pathLst>
                <a:path w="8479" h="8455" extrusionOk="0">
                  <a:moveTo>
                    <a:pt x="4216" y="0"/>
                  </a:moveTo>
                  <a:cubicBezTo>
                    <a:pt x="1906" y="0"/>
                    <a:pt x="1" y="1858"/>
                    <a:pt x="1" y="4215"/>
                  </a:cubicBezTo>
                  <a:cubicBezTo>
                    <a:pt x="1" y="6549"/>
                    <a:pt x="1882" y="8454"/>
                    <a:pt x="4216" y="8454"/>
                  </a:cubicBezTo>
                  <a:cubicBezTo>
                    <a:pt x="5478" y="8454"/>
                    <a:pt x="6597" y="7907"/>
                    <a:pt x="7383" y="7049"/>
                  </a:cubicBezTo>
                  <a:cubicBezTo>
                    <a:pt x="8074" y="6311"/>
                    <a:pt x="8479" y="5311"/>
                    <a:pt x="8479" y="4215"/>
                  </a:cubicBezTo>
                  <a:cubicBezTo>
                    <a:pt x="8479" y="1905"/>
                    <a:pt x="6574" y="0"/>
                    <a:pt x="4216"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4" name="Google Shape;23994;p141"/>
            <p:cNvSpPr/>
            <p:nvPr/>
          </p:nvSpPr>
          <p:spPr>
            <a:xfrm>
              <a:off x="1564061" y="3029021"/>
              <a:ext cx="127421" cy="252720"/>
            </a:xfrm>
            <a:custGeom>
              <a:avLst/>
              <a:gdLst/>
              <a:ahLst/>
              <a:cxnLst/>
              <a:rect l="l" t="t" r="r" b="b"/>
              <a:pathLst>
                <a:path w="4263" h="8455" extrusionOk="0">
                  <a:moveTo>
                    <a:pt x="0" y="0"/>
                  </a:moveTo>
                  <a:lnTo>
                    <a:pt x="0" y="8454"/>
                  </a:lnTo>
                  <a:cubicBezTo>
                    <a:pt x="1262" y="8454"/>
                    <a:pt x="2381" y="7907"/>
                    <a:pt x="3167" y="7049"/>
                  </a:cubicBezTo>
                  <a:cubicBezTo>
                    <a:pt x="3858" y="6311"/>
                    <a:pt x="4263" y="5311"/>
                    <a:pt x="4263" y="4215"/>
                  </a:cubicBezTo>
                  <a:cubicBezTo>
                    <a:pt x="4263" y="1905"/>
                    <a:pt x="2358"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5" name="Google Shape;23995;p141"/>
            <p:cNvSpPr/>
            <p:nvPr/>
          </p:nvSpPr>
          <p:spPr>
            <a:xfrm>
              <a:off x="1392491" y="2983468"/>
              <a:ext cx="178712" cy="345259"/>
            </a:xfrm>
            <a:custGeom>
              <a:avLst/>
              <a:gdLst/>
              <a:ahLst/>
              <a:cxnLst/>
              <a:rect l="l" t="t" r="r" b="b"/>
              <a:pathLst>
                <a:path w="5979" h="11551" extrusionOk="0">
                  <a:moveTo>
                    <a:pt x="5740" y="0"/>
                  </a:moveTo>
                  <a:cubicBezTo>
                    <a:pt x="4240" y="0"/>
                    <a:pt x="2763" y="596"/>
                    <a:pt x="1692" y="1691"/>
                  </a:cubicBezTo>
                  <a:cubicBezTo>
                    <a:pt x="620" y="2763"/>
                    <a:pt x="1" y="4215"/>
                    <a:pt x="1" y="5763"/>
                  </a:cubicBezTo>
                  <a:cubicBezTo>
                    <a:pt x="1" y="7311"/>
                    <a:pt x="596" y="8740"/>
                    <a:pt x="1692" y="9836"/>
                  </a:cubicBezTo>
                  <a:cubicBezTo>
                    <a:pt x="2763" y="10907"/>
                    <a:pt x="4240" y="11503"/>
                    <a:pt x="5740" y="11550"/>
                  </a:cubicBezTo>
                  <a:lnTo>
                    <a:pt x="5978" y="10598"/>
                  </a:lnTo>
                  <a:lnTo>
                    <a:pt x="5740" y="9693"/>
                  </a:lnTo>
                  <a:cubicBezTo>
                    <a:pt x="3597" y="9645"/>
                    <a:pt x="1858" y="7907"/>
                    <a:pt x="1858" y="5739"/>
                  </a:cubicBezTo>
                  <a:cubicBezTo>
                    <a:pt x="1858" y="3572"/>
                    <a:pt x="3597" y="1834"/>
                    <a:pt x="5740" y="1834"/>
                  </a:cubicBezTo>
                  <a:lnTo>
                    <a:pt x="5978" y="905"/>
                  </a:lnTo>
                  <a:lnTo>
                    <a:pt x="5740"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6" name="Google Shape;23996;p141"/>
            <p:cNvSpPr/>
            <p:nvPr/>
          </p:nvSpPr>
          <p:spPr>
            <a:xfrm>
              <a:off x="1564061" y="3233320"/>
              <a:ext cx="127421" cy="93257"/>
            </a:xfrm>
            <a:custGeom>
              <a:avLst/>
              <a:gdLst/>
              <a:ahLst/>
              <a:cxnLst/>
              <a:rect l="l" t="t" r="r" b="b"/>
              <a:pathLst>
                <a:path w="4263" h="3120" extrusionOk="0">
                  <a:moveTo>
                    <a:pt x="2929" y="0"/>
                  </a:moveTo>
                  <a:cubicBezTo>
                    <a:pt x="2215" y="810"/>
                    <a:pt x="1167" y="1286"/>
                    <a:pt x="0" y="1286"/>
                  </a:cubicBezTo>
                  <a:lnTo>
                    <a:pt x="0" y="3120"/>
                  </a:lnTo>
                  <a:cubicBezTo>
                    <a:pt x="1548" y="3120"/>
                    <a:pt x="2977" y="2524"/>
                    <a:pt x="4096" y="1429"/>
                  </a:cubicBezTo>
                  <a:lnTo>
                    <a:pt x="4263" y="1262"/>
                  </a:lnTo>
                  <a:lnTo>
                    <a:pt x="3810" y="310"/>
                  </a:lnTo>
                  <a:lnTo>
                    <a:pt x="2929"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7" name="Google Shape;23997;p141"/>
            <p:cNvSpPr/>
            <p:nvPr/>
          </p:nvSpPr>
          <p:spPr>
            <a:xfrm>
              <a:off x="1564061" y="2982751"/>
              <a:ext cx="172973" cy="288319"/>
            </a:xfrm>
            <a:custGeom>
              <a:avLst/>
              <a:gdLst/>
              <a:ahLst/>
              <a:cxnLst/>
              <a:rect l="l" t="t" r="r" b="b"/>
              <a:pathLst>
                <a:path w="5787" h="9646" extrusionOk="0">
                  <a:moveTo>
                    <a:pt x="0" y="0"/>
                  </a:moveTo>
                  <a:lnTo>
                    <a:pt x="0" y="1834"/>
                  </a:lnTo>
                  <a:cubicBezTo>
                    <a:pt x="2167" y="1834"/>
                    <a:pt x="3906" y="3596"/>
                    <a:pt x="3906" y="5740"/>
                  </a:cubicBezTo>
                  <a:cubicBezTo>
                    <a:pt x="3906" y="6740"/>
                    <a:pt x="3525" y="7669"/>
                    <a:pt x="2882" y="8359"/>
                  </a:cubicBezTo>
                  <a:lnTo>
                    <a:pt x="4239" y="9645"/>
                  </a:lnTo>
                  <a:cubicBezTo>
                    <a:pt x="5215" y="8574"/>
                    <a:pt x="5739" y="7192"/>
                    <a:pt x="5739" y="5763"/>
                  </a:cubicBezTo>
                  <a:cubicBezTo>
                    <a:pt x="5787" y="4216"/>
                    <a:pt x="5192" y="2787"/>
                    <a:pt x="4072" y="1691"/>
                  </a:cubicBezTo>
                  <a:cubicBezTo>
                    <a:pt x="2977" y="596"/>
                    <a:pt x="1548" y="0"/>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98" name="Google Shape;23998;p141"/>
          <p:cNvGrpSpPr/>
          <p:nvPr/>
        </p:nvGrpSpPr>
        <p:grpSpPr>
          <a:xfrm>
            <a:off x="1816932" y="2836237"/>
            <a:ext cx="344543" cy="344056"/>
            <a:chOff x="2064494" y="2993421"/>
            <a:chExt cx="344543" cy="344056"/>
          </a:xfrm>
        </p:grpSpPr>
        <p:sp>
          <p:nvSpPr>
            <p:cNvPr id="23999" name="Google Shape;23999;p141"/>
            <p:cNvSpPr/>
            <p:nvPr/>
          </p:nvSpPr>
          <p:spPr>
            <a:xfrm>
              <a:off x="2119312" y="3014793"/>
              <a:ext cx="85426" cy="100371"/>
            </a:xfrm>
            <a:custGeom>
              <a:avLst/>
              <a:gdLst/>
              <a:ahLst/>
              <a:cxnLst/>
              <a:rect l="l" t="t" r="r" b="b"/>
              <a:pathLst>
                <a:path w="2858" h="3358" extrusionOk="0">
                  <a:moveTo>
                    <a:pt x="1215" y="0"/>
                  </a:moveTo>
                  <a:lnTo>
                    <a:pt x="0" y="3120"/>
                  </a:lnTo>
                  <a:lnTo>
                    <a:pt x="619" y="3358"/>
                  </a:lnTo>
                  <a:lnTo>
                    <a:pt x="1691" y="667"/>
                  </a:lnTo>
                  <a:lnTo>
                    <a:pt x="2858" y="667"/>
                  </a:lnTo>
                  <a:lnTo>
                    <a:pt x="2858"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0" name="Google Shape;24000;p141"/>
            <p:cNvSpPr/>
            <p:nvPr/>
          </p:nvSpPr>
          <p:spPr>
            <a:xfrm>
              <a:off x="2118595" y="3213384"/>
              <a:ext cx="84021" cy="101088"/>
            </a:xfrm>
            <a:custGeom>
              <a:avLst/>
              <a:gdLst/>
              <a:ahLst/>
              <a:cxnLst/>
              <a:rect l="l" t="t" r="r" b="b"/>
              <a:pathLst>
                <a:path w="2811" h="3382" extrusionOk="0">
                  <a:moveTo>
                    <a:pt x="620" y="0"/>
                  </a:moveTo>
                  <a:lnTo>
                    <a:pt x="0" y="238"/>
                  </a:lnTo>
                  <a:lnTo>
                    <a:pt x="1215" y="3382"/>
                  </a:lnTo>
                  <a:lnTo>
                    <a:pt x="2810" y="3382"/>
                  </a:lnTo>
                  <a:lnTo>
                    <a:pt x="2810" y="2691"/>
                  </a:lnTo>
                  <a:lnTo>
                    <a:pt x="1667" y="2691"/>
                  </a:lnTo>
                  <a:lnTo>
                    <a:pt x="620"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1" name="Google Shape;24001;p141"/>
            <p:cNvSpPr/>
            <p:nvPr/>
          </p:nvSpPr>
          <p:spPr>
            <a:xfrm>
              <a:off x="2166270" y="3108021"/>
              <a:ext cx="70511" cy="32789"/>
            </a:xfrm>
            <a:custGeom>
              <a:avLst/>
              <a:gdLst/>
              <a:ahLst/>
              <a:cxnLst/>
              <a:rect l="l" t="t" r="r" b="b"/>
              <a:pathLst>
                <a:path w="2359" h="1097" extrusionOk="0">
                  <a:moveTo>
                    <a:pt x="1168" y="1"/>
                  </a:moveTo>
                  <a:lnTo>
                    <a:pt x="1" y="477"/>
                  </a:lnTo>
                  <a:lnTo>
                    <a:pt x="263" y="1096"/>
                  </a:lnTo>
                  <a:lnTo>
                    <a:pt x="1311" y="667"/>
                  </a:lnTo>
                  <a:lnTo>
                    <a:pt x="2359" y="667"/>
                  </a:lnTo>
                  <a:lnTo>
                    <a:pt x="235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2" name="Google Shape;24002;p141"/>
            <p:cNvSpPr/>
            <p:nvPr/>
          </p:nvSpPr>
          <p:spPr>
            <a:xfrm>
              <a:off x="2166270" y="3187738"/>
              <a:ext cx="69793" cy="32789"/>
            </a:xfrm>
            <a:custGeom>
              <a:avLst/>
              <a:gdLst/>
              <a:ahLst/>
              <a:cxnLst/>
              <a:rect l="l" t="t" r="r" b="b"/>
              <a:pathLst>
                <a:path w="2335" h="1097" extrusionOk="0">
                  <a:moveTo>
                    <a:pt x="263" y="1"/>
                  </a:moveTo>
                  <a:lnTo>
                    <a:pt x="1" y="620"/>
                  </a:lnTo>
                  <a:lnTo>
                    <a:pt x="1168" y="1096"/>
                  </a:lnTo>
                  <a:lnTo>
                    <a:pt x="2335" y="1096"/>
                  </a:lnTo>
                  <a:lnTo>
                    <a:pt x="2335" y="453"/>
                  </a:lnTo>
                  <a:lnTo>
                    <a:pt x="1287" y="453"/>
                  </a:lnTo>
                  <a:lnTo>
                    <a:pt x="26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3" name="Google Shape;24003;p141"/>
            <p:cNvSpPr/>
            <p:nvPr/>
          </p:nvSpPr>
          <p:spPr>
            <a:xfrm>
              <a:off x="2064494" y="3102341"/>
              <a:ext cx="124582" cy="124582"/>
            </a:xfrm>
            <a:custGeom>
              <a:avLst/>
              <a:gdLst/>
              <a:ahLst/>
              <a:cxnLst/>
              <a:rect l="l" t="t" r="r" b="b"/>
              <a:pathLst>
                <a:path w="4168" h="4168" extrusionOk="0">
                  <a:moveTo>
                    <a:pt x="2096" y="0"/>
                  </a:moveTo>
                  <a:cubicBezTo>
                    <a:pt x="953" y="0"/>
                    <a:pt x="0" y="929"/>
                    <a:pt x="0" y="2096"/>
                  </a:cubicBezTo>
                  <a:cubicBezTo>
                    <a:pt x="0" y="3239"/>
                    <a:pt x="953" y="4168"/>
                    <a:pt x="2096" y="4168"/>
                  </a:cubicBezTo>
                  <a:cubicBezTo>
                    <a:pt x="3239" y="4168"/>
                    <a:pt x="4168" y="3239"/>
                    <a:pt x="4168" y="2096"/>
                  </a:cubicBezTo>
                  <a:cubicBezTo>
                    <a:pt x="4168" y="929"/>
                    <a:pt x="3239" y="0"/>
                    <a:pt x="2096" y="0"/>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4" name="Google Shape;24004;p141"/>
            <p:cNvSpPr/>
            <p:nvPr/>
          </p:nvSpPr>
          <p:spPr>
            <a:xfrm>
              <a:off x="2193321" y="2993421"/>
              <a:ext cx="183674" cy="64084"/>
            </a:xfrm>
            <a:custGeom>
              <a:avLst/>
              <a:gdLst/>
              <a:ahLst/>
              <a:cxnLst/>
              <a:rect l="l" t="t" r="r" b="b"/>
              <a:pathLst>
                <a:path w="6145" h="2144" extrusionOk="0">
                  <a:moveTo>
                    <a:pt x="1096" y="1"/>
                  </a:moveTo>
                  <a:cubicBezTo>
                    <a:pt x="477" y="1"/>
                    <a:pt x="1" y="501"/>
                    <a:pt x="25" y="1120"/>
                  </a:cubicBezTo>
                  <a:cubicBezTo>
                    <a:pt x="49" y="1691"/>
                    <a:pt x="525" y="2144"/>
                    <a:pt x="1096" y="2144"/>
                  </a:cubicBezTo>
                  <a:lnTo>
                    <a:pt x="6145" y="2144"/>
                  </a:lnTo>
                  <a:lnTo>
                    <a:pt x="6145"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5" name="Google Shape;24005;p141"/>
            <p:cNvSpPr/>
            <p:nvPr/>
          </p:nvSpPr>
          <p:spPr>
            <a:xfrm>
              <a:off x="2225363" y="3086679"/>
              <a:ext cx="183674" cy="64084"/>
            </a:xfrm>
            <a:custGeom>
              <a:avLst/>
              <a:gdLst/>
              <a:ahLst/>
              <a:cxnLst/>
              <a:rect l="l" t="t" r="r" b="b"/>
              <a:pathLst>
                <a:path w="6145" h="2144" extrusionOk="0">
                  <a:moveTo>
                    <a:pt x="1096" y="0"/>
                  </a:moveTo>
                  <a:cubicBezTo>
                    <a:pt x="477" y="0"/>
                    <a:pt x="1" y="500"/>
                    <a:pt x="24" y="1120"/>
                  </a:cubicBezTo>
                  <a:cubicBezTo>
                    <a:pt x="48" y="1691"/>
                    <a:pt x="524" y="2144"/>
                    <a:pt x="1096" y="2144"/>
                  </a:cubicBezTo>
                  <a:lnTo>
                    <a:pt x="6145" y="2144"/>
                  </a:lnTo>
                  <a:lnTo>
                    <a:pt x="6145"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6" name="Google Shape;24006;p141"/>
            <p:cNvSpPr/>
            <p:nvPr/>
          </p:nvSpPr>
          <p:spPr>
            <a:xfrm>
              <a:off x="2225363" y="3179907"/>
              <a:ext cx="183674" cy="64114"/>
            </a:xfrm>
            <a:custGeom>
              <a:avLst/>
              <a:gdLst/>
              <a:ahLst/>
              <a:cxnLst/>
              <a:rect l="l" t="t" r="r" b="b"/>
              <a:pathLst>
                <a:path w="6145" h="2145" extrusionOk="0">
                  <a:moveTo>
                    <a:pt x="1096" y="1"/>
                  </a:moveTo>
                  <a:cubicBezTo>
                    <a:pt x="477" y="1"/>
                    <a:pt x="1" y="501"/>
                    <a:pt x="24" y="1144"/>
                  </a:cubicBezTo>
                  <a:cubicBezTo>
                    <a:pt x="48" y="1692"/>
                    <a:pt x="524" y="2144"/>
                    <a:pt x="1096" y="2144"/>
                  </a:cubicBezTo>
                  <a:lnTo>
                    <a:pt x="6145" y="2144"/>
                  </a:lnTo>
                  <a:lnTo>
                    <a:pt x="6145"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7" name="Google Shape;24007;p141"/>
            <p:cNvSpPr/>
            <p:nvPr/>
          </p:nvSpPr>
          <p:spPr>
            <a:xfrm>
              <a:off x="2193321" y="3273164"/>
              <a:ext cx="183674" cy="64084"/>
            </a:xfrm>
            <a:custGeom>
              <a:avLst/>
              <a:gdLst/>
              <a:ahLst/>
              <a:cxnLst/>
              <a:rect l="l" t="t" r="r" b="b"/>
              <a:pathLst>
                <a:path w="6145" h="2144" extrusionOk="0">
                  <a:moveTo>
                    <a:pt x="1096" y="1"/>
                  </a:moveTo>
                  <a:cubicBezTo>
                    <a:pt x="477" y="1"/>
                    <a:pt x="1" y="525"/>
                    <a:pt x="25" y="1144"/>
                  </a:cubicBezTo>
                  <a:cubicBezTo>
                    <a:pt x="49" y="1715"/>
                    <a:pt x="525" y="2144"/>
                    <a:pt x="1096" y="2144"/>
                  </a:cubicBezTo>
                  <a:lnTo>
                    <a:pt x="6145" y="2144"/>
                  </a:lnTo>
                  <a:lnTo>
                    <a:pt x="6145"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8" name="Google Shape;24008;p141"/>
            <p:cNvSpPr/>
            <p:nvPr/>
          </p:nvSpPr>
          <p:spPr>
            <a:xfrm>
              <a:off x="2191916" y="3024029"/>
              <a:ext cx="185079" cy="32072"/>
            </a:xfrm>
            <a:custGeom>
              <a:avLst/>
              <a:gdLst/>
              <a:ahLst/>
              <a:cxnLst/>
              <a:rect l="l" t="t" r="r" b="b"/>
              <a:pathLst>
                <a:path w="6192" h="1073" extrusionOk="0">
                  <a:moveTo>
                    <a:pt x="0" y="1"/>
                  </a:moveTo>
                  <a:cubicBezTo>
                    <a:pt x="0" y="596"/>
                    <a:pt x="477" y="1072"/>
                    <a:pt x="1072" y="1072"/>
                  </a:cubicBezTo>
                  <a:lnTo>
                    <a:pt x="6192" y="1072"/>
                  </a:lnTo>
                  <a:lnTo>
                    <a:pt x="6192"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9" name="Google Shape;24009;p141"/>
            <p:cNvSpPr/>
            <p:nvPr/>
          </p:nvSpPr>
          <p:spPr>
            <a:xfrm>
              <a:off x="2223928" y="3118920"/>
              <a:ext cx="185109" cy="32042"/>
            </a:xfrm>
            <a:custGeom>
              <a:avLst/>
              <a:gdLst/>
              <a:ahLst/>
              <a:cxnLst/>
              <a:rect l="l" t="t" r="r" b="b"/>
              <a:pathLst>
                <a:path w="6193" h="1072" extrusionOk="0">
                  <a:moveTo>
                    <a:pt x="1" y="0"/>
                  </a:moveTo>
                  <a:cubicBezTo>
                    <a:pt x="1" y="595"/>
                    <a:pt x="477" y="1072"/>
                    <a:pt x="1073" y="1072"/>
                  </a:cubicBezTo>
                  <a:lnTo>
                    <a:pt x="6193" y="1072"/>
                  </a:lnTo>
                  <a:lnTo>
                    <a:pt x="619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0" name="Google Shape;24010;p141"/>
            <p:cNvSpPr/>
            <p:nvPr/>
          </p:nvSpPr>
          <p:spPr>
            <a:xfrm>
              <a:off x="2223928" y="3211232"/>
              <a:ext cx="185109" cy="32072"/>
            </a:xfrm>
            <a:custGeom>
              <a:avLst/>
              <a:gdLst/>
              <a:ahLst/>
              <a:cxnLst/>
              <a:rect l="l" t="t" r="r" b="b"/>
              <a:pathLst>
                <a:path w="6193" h="1073" extrusionOk="0">
                  <a:moveTo>
                    <a:pt x="1" y="1"/>
                  </a:moveTo>
                  <a:cubicBezTo>
                    <a:pt x="1" y="596"/>
                    <a:pt x="477" y="1072"/>
                    <a:pt x="1073" y="1072"/>
                  </a:cubicBezTo>
                  <a:lnTo>
                    <a:pt x="6193" y="1072"/>
                  </a:lnTo>
                  <a:lnTo>
                    <a:pt x="6193"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1" name="Google Shape;24011;p141"/>
            <p:cNvSpPr/>
            <p:nvPr/>
          </p:nvSpPr>
          <p:spPr>
            <a:xfrm>
              <a:off x="2191916" y="3305405"/>
              <a:ext cx="185079" cy="32072"/>
            </a:xfrm>
            <a:custGeom>
              <a:avLst/>
              <a:gdLst/>
              <a:ahLst/>
              <a:cxnLst/>
              <a:rect l="l" t="t" r="r" b="b"/>
              <a:pathLst>
                <a:path w="6192" h="1073" extrusionOk="0">
                  <a:moveTo>
                    <a:pt x="0" y="0"/>
                  </a:moveTo>
                  <a:cubicBezTo>
                    <a:pt x="0" y="596"/>
                    <a:pt x="477" y="1072"/>
                    <a:pt x="1072" y="1072"/>
                  </a:cubicBezTo>
                  <a:lnTo>
                    <a:pt x="6192" y="1072"/>
                  </a:lnTo>
                  <a:lnTo>
                    <a:pt x="619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2" name="Google Shape;24012;p141"/>
            <p:cNvSpPr/>
            <p:nvPr/>
          </p:nvSpPr>
          <p:spPr>
            <a:xfrm>
              <a:off x="2064494" y="3164961"/>
              <a:ext cx="124582" cy="61962"/>
            </a:xfrm>
            <a:custGeom>
              <a:avLst/>
              <a:gdLst/>
              <a:ahLst/>
              <a:cxnLst/>
              <a:rect l="l" t="t" r="r" b="b"/>
              <a:pathLst>
                <a:path w="4168" h="2073" extrusionOk="0">
                  <a:moveTo>
                    <a:pt x="0" y="1"/>
                  </a:moveTo>
                  <a:cubicBezTo>
                    <a:pt x="0" y="1168"/>
                    <a:pt x="929" y="2073"/>
                    <a:pt x="2096" y="2073"/>
                  </a:cubicBezTo>
                  <a:cubicBezTo>
                    <a:pt x="3263" y="2073"/>
                    <a:pt x="4168" y="1168"/>
                    <a:pt x="4168"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13" name="Google Shape;24013;p141"/>
          <p:cNvGrpSpPr/>
          <p:nvPr/>
        </p:nvGrpSpPr>
        <p:grpSpPr>
          <a:xfrm>
            <a:off x="2556667" y="2838182"/>
            <a:ext cx="343109" cy="344545"/>
            <a:chOff x="2747167" y="2990582"/>
            <a:chExt cx="343109" cy="344545"/>
          </a:xfrm>
        </p:grpSpPr>
        <p:sp>
          <p:nvSpPr>
            <p:cNvPr id="24014" name="Google Shape;24014;p141"/>
            <p:cNvSpPr/>
            <p:nvPr/>
          </p:nvSpPr>
          <p:spPr>
            <a:xfrm>
              <a:off x="2773500" y="2991987"/>
              <a:ext cx="290441" cy="330314"/>
            </a:xfrm>
            <a:custGeom>
              <a:avLst/>
              <a:gdLst/>
              <a:ahLst/>
              <a:cxnLst/>
              <a:rect l="l" t="t" r="r" b="b"/>
              <a:pathLst>
                <a:path w="9717" h="11051" extrusionOk="0">
                  <a:moveTo>
                    <a:pt x="9717" y="1"/>
                  </a:moveTo>
                  <a:cubicBezTo>
                    <a:pt x="9169" y="477"/>
                    <a:pt x="8598" y="954"/>
                    <a:pt x="7978" y="1406"/>
                  </a:cubicBezTo>
                  <a:cubicBezTo>
                    <a:pt x="7669" y="1644"/>
                    <a:pt x="7454" y="2573"/>
                    <a:pt x="7097" y="2787"/>
                  </a:cubicBezTo>
                  <a:cubicBezTo>
                    <a:pt x="7048" y="2812"/>
                    <a:pt x="6996" y="2822"/>
                    <a:pt x="6941" y="2822"/>
                  </a:cubicBezTo>
                  <a:cubicBezTo>
                    <a:pt x="6675" y="2822"/>
                    <a:pt x="6349" y="2586"/>
                    <a:pt x="6072" y="2586"/>
                  </a:cubicBezTo>
                  <a:cubicBezTo>
                    <a:pt x="6014" y="2586"/>
                    <a:pt x="5959" y="2596"/>
                    <a:pt x="5907" y="2621"/>
                  </a:cubicBezTo>
                  <a:cubicBezTo>
                    <a:pt x="5240" y="2930"/>
                    <a:pt x="4525" y="3192"/>
                    <a:pt x="3811" y="3406"/>
                  </a:cubicBezTo>
                  <a:cubicBezTo>
                    <a:pt x="3501" y="3502"/>
                    <a:pt x="3215" y="4097"/>
                    <a:pt x="2906" y="4168"/>
                  </a:cubicBezTo>
                  <a:cubicBezTo>
                    <a:pt x="2875" y="4177"/>
                    <a:pt x="2844" y="4181"/>
                    <a:pt x="2811" y="4181"/>
                  </a:cubicBezTo>
                  <a:cubicBezTo>
                    <a:pt x="2511" y="4181"/>
                    <a:pt x="2128" y="3852"/>
                    <a:pt x="1816" y="3852"/>
                  </a:cubicBezTo>
                  <a:cubicBezTo>
                    <a:pt x="1790" y="3852"/>
                    <a:pt x="1764" y="3854"/>
                    <a:pt x="1739" y="3859"/>
                  </a:cubicBezTo>
                  <a:cubicBezTo>
                    <a:pt x="1167" y="3930"/>
                    <a:pt x="596" y="3978"/>
                    <a:pt x="1" y="4002"/>
                  </a:cubicBezTo>
                  <a:lnTo>
                    <a:pt x="1" y="11051"/>
                  </a:lnTo>
                  <a:lnTo>
                    <a:pt x="9717" y="11051"/>
                  </a:lnTo>
                  <a:lnTo>
                    <a:pt x="9717"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5" name="Google Shape;24015;p141"/>
            <p:cNvSpPr/>
            <p:nvPr/>
          </p:nvSpPr>
          <p:spPr>
            <a:xfrm>
              <a:off x="2825479" y="3093075"/>
              <a:ext cx="61932" cy="227822"/>
            </a:xfrm>
            <a:custGeom>
              <a:avLst/>
              <a:gdLst/>
              <a:ahLst/>
              <a:cxnLst/>
              <a:rect l="l" t="t" r="r" b="b"/>
              <a:pathLst>
                <a:path w="2072" h="7622" extrusionOk="0">
                  <a:moveTo>
                    <a:pt x="2072" y="1"/>
                  </a:moveTo>
                  <a:cubicBezTo>
                    <a:pt x="1405" y="191"/>
                    <a:pt x="714" y="358"/>
                    <a:pt x="0" y="429"/>
                  </a:cubicBezTo>
                  <a:lnTo>
                    <a:pt x="0" y="7621"/>
                  </a:lnTo>
                  <a:lnTo>
                    <a:pt x="2072" y="7621"/>
                  </a:lnTo>
                  <a:lnTo>
                    <a:pt x="207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6" name="Google Shape;24016;p141"/>
            <p:cNvSpPr/>
            <p:nvPr/>
          </p:nvSpPr>
          <p:spPr>
            <a:xfrm>
              <a:off x="2950032" y="3033295"/>
              <a:ext cx="61962" cy="287602"/>
            </a:xfrm>
            <a:custGeom>
              <a:avLst/>
              <a:gdLst/>
              <a:ahLst/>
              <a:cxnLst/>
              <a:rect l="l" t="t" r="r" b="b"/>
              <a:pathLst>
                <a:path w="2073" h="9622" extrusionOk="0">
                  <a:moveTo>
                    <a:pt x="2072" y="0"/>
                  </a:moveTo>
                  <a:cubicBezTo>
                    <a:pt x="1429" y="476"/>
                    <a:pt x="715" y="858"/>
                    <a:pt x="1" y="1215"/>
                  </a:cubicBezTo>
                  <a:lnTo>
                    <a:pt x="1" y="9621"/>
                  </a:lnTo>
                  <a:lnTo>
                    <a:pt x="2072" y="9621"/>
                  </a:lnTo>
                  <a:lnTo>
                    <a:pt x="207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7" name="Google Shape;24017;p141"/>
            <p:cNvSpPr/>
            <p:nvPr/>
          </p:nvSpPr>
          <p:spPr>
            <a:xfrm>
              <a:off x="3011965" y="2990582"/>
              <a:ext cx="51291" cy="331002"/>
            </a:xfrm>
            <a:custGeom>
              <a:avLst/>
              <a:gdLst/>
              <a:ahLst/>
              <a:cxnLst/>
              <a:rect l="l" t="t" r="r" b="b"/>
              <a:pathLst>
                <a:path w="1716" h="11074" extrusionOk="0">
                  <a:moveTo>
                    <a:pt x="1715" y="0"/>
                  </a:moveTo>
                  <a:cubicBezTo>
                    <a:pt x="1191" y="524"/>
                    <a:pt x="596" y="1001"/>
                    <a:pt x="0" y="1453"/>
                  </a:cubicBezTo>
                  <a:lnTo>
                    <a:pt x="0" y="11074"/>
                  </a:lnTo>
                  <a:lnTo>
                    <a:pt x="1715" y="11074"/>
                  </a:lnTo>
                  <a:lnTo>
                    <a:pt x="1715"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8" name="Google Shape;24018;p141"/>
            <p:cNvSpPr/>
            <p:nvPr/>
          </p:nvSpPr>
          <p:spPr>
            <a:xfrm>
              <a:off x="2918707" y="3069582"/>
              <a:ext cx="31355" cy="251315"/>
            </a:xfrm>
            <a:custGeom>
              <a:avLst/>
              <a:gdLst/>
              <a:ahLst/>
              <a:cxnLst/>
              <a:rect l="l" t="t" r="r" b="b"/>
              <a:pathLst>
                <a:path w="1049" h="8408" extrusionOk="0">
                  <a:moveTo>
                    <a:pt x="1049" y="1"/>
                  </a:moveTo>
                  <a:cubicBezTo>
                    <a:pt x="691" y="144"/>
                    <a:pt x="358" y="286"/>
                    <a:pt x="1" y="406"/>
                  </a:cubicBezTo>
                  <a:lnTo>
                    <a:pt x="1" y="8407"/>
                  </a:lnTo>
                  <a:lnTo>
                    <a:pt x="1049" y="8407"/>
                  </a:lnTo>
                  <a:lnTo>
                    <a:pt x="1049"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9" name="Google Shape;24019;p141"/>
            <p:cNvSpPr/>
            <p:nvPr/>
          </p:nvSpPr>
          <p:spPr>
            <a:xfrm>
              <a:off x="2747167" y="3314443"/>
              <a:ext cx="343107" cy="20684"/>
            </a:xfrm>
            <a:custGeom>
              <a:avLst/>
              <a:gdLst/>
              <a:ahLst/>
              <a:cxnLst/>
              <a:rect l="l" t="t" r="r" b="b"/>
              <a:pathLst>
                <a:path w="11479" h="692" extrusionOk="0">
                  <a:moveTo>
                    <a:pt x="0" y="1"/>
                  </a:moveTo>
                  <a:lnTo>
                    <a:pt x="0" y="691"/>
                  </a:lnTo>
                  <a:lnTo>
                    <a:pt x="11479" y="691"/>
                  </a:lnTo>
                  <a:lnTo>
                    <a:pt x="1147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0" name="Google Shape;24020;p141"/>
            <p:cNvSpPr/>
            <p:nvPr/>
          </p:nvSpPr>
          <p:spPr>
            <a:xfrm>
              <a:off x="2918707" y="3314443"/>
              <a:ext cx="171569" cy="20684"/>
            </a:xfrm>
            <a:custGeom>
              <a:avLst/>
              <a:gdLst/>
              <a:ahLst/>
              <a:cxnLst/>
              <a:rect l="l" t="t" r="r" b="b"/>
              <a:pathLst>
                <a:path w="5740" h="692" extrusionOk="0">
                  <a:moveTo>
                    <a:pt x="1" y="1"/>
                  </a:moveTo>
                  <a:lnTo>
                    <a:pt x="1" y="691"/>
                  </a:lnTo>
                  <a:lnTo>
                    <a:pt x="5740" y="691"/>
                  </a:lnTo>
                  <a:lnTo>
                    <a:pt x="574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21" name="Google Shape;24021;p141"/>
          <p:cNvGrpSpPr/>
          <p:nvPr/>
        </p:nvGrpSpPr>
        <p:grpSpPr>
          <a:xfrm>
            <a:off x="3274565" y="2824641"/>
            <a:ext cx="343826" cy="344842"/>
            <a:chOff x="3379296" y="2977041"/>
            <a:chExt cx="343826" cy="344842"/>
          </a:xfrm>
        </p:grpSpPr>
        <p:sp>
          <p:nvSpPr>
            <p:cNvPr id="24022" name="Google Shape;24022;p141"/>
            <p:cNvSpPr/>
            <p:nvPr/>
          </p:nvSpPr>
          <p:spPr>
            <a:xfrm>
              <a:off x="3565781" y="3048957"/>
              <a:ext cx="157341" cy="156624"/>
            </a:xfrm>
            <a:custGeom>
              <a:avLst/>
              <a:gdLst/>
              <a:ahLst/>
              <a:cxnLst/>
              <a:rect l="l" t="t" r="r" b="b"/>
              <a:pathLst>
                <a:path w="5264" h="5240" extrusionOk="0">
                  <a:moveTo>
                    <a:pt x="2644" y="0"/>
                  </a:moveTo>
                  <a:cubicBezTo>
                    <a:pt x="1192" y="0"/>
                    <a:pt x="1" y="1167"/>
                    <a:pt x="1" y="2620"/>
                  </a:cubicBezTo>
                  <a:cubicBezTo>
                    <a:pt x="1" y="4072"/>
                    <a:pt x="1192" y="5239"/>
                    <a:pt x="2644" y="5239"/>
                  </a:cubicBezTo>
                  <a:cubicBezTo>
                    <a:pt x="4073" y="5239"/>
                    <a:pt x="5264" y="4072"/>
                    <a:pt x="5264" y="2620"/>
                  </a:cubicBezTo>
                  <a:cubicBezTo>
                    <a:pt x="5264" y="1167"/>
                    <a:pt x="4073" y="0"/>
                    <a:pt x="2644"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3" name="Google Shape;24023;p141"/>
            <p:cNvSpPr/>
            <p:nvPr/>
          </p:nvSpPr>
          <p:spPr>
            <a:xfrm>
              <a:off x="3533051" y="3164961"/>
              <a:ext cx="156624" cy="156624"/>
            </a:xfrm>
            <a:custGeom>
              <a:avLst/>
              <a:gdLst/>
              <a:ahLst/>
              <a:cxnLst/>
              <a:rect l="l" t="t" r="r" b="b"/>
              <a:pathLst>
                <a:path w="5240" h="5240" extrusionOk="0">
                  <a:moveTo>
                    <a:pt x="2620" y="1"/>
                  </a:moveTo>
                  <a:cubicBezTo>
                    <a:pt x="1167" y="1"/>
                    <a:pt x="0" y="1168"/>
                    <a:pt x="0" y="2620"/>
                  </a:cubicBezTo>
                  <a:cubicBezTo>
                    <a:pt x="0" y="4073"/>
                    <a:pt x="1167" y="5240"/>
                    <a:pt x="2620" y="5240"/>
                  </a:cubicBezTo>
                  <a:cubicBezTo>
                    <a:pt x="4073" y="5240"/>
                    <a:pt x="5240" y="4073"/>
                    <a:pt x="5240" y="2620"/>
                  </a:cubicBezTo>
                  <a:cubicBezTo>
                    <a:pt x="5240" y="1168"/>
                    <a:pt x="4073" y="1"/>
                    <a:pt x="2620"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4" name="Google Shape;24024;p141"/>
            <p:cNvSpPr/>
            <p:nvPr/>
          </p:nvSpPr>
          <p:spPr>
            <a:xfrm>
              <a:off x="3472553" y="2977759"/>
              <a:ext cx="152349" cy="156624"/>
            </a:xfrm>
            <a:custGeom>
              <a:avLst/>
              <a:gdLst/>
              <a:ahLst/>
              <a:cxnLst/>
              <a:rect l="l" t="t" r="r" b="b"/>
              <a:pathLst>
                <a:path w="5097" h="5240" extrusionOk="0">
                  <a:moveTo>
                    <a:pt x="2620" y="1"/>
                  </a:moveTo>
                  <a:cubicBezTo>
                    <a:pt x="1191" y="1"/>
                    <a:pt x="0" y="1168"/>
                    <a:pt x="0" y="2620"/>
                  </a:cubicBezTo>
                  <a:cubicBezTo>
                    <a:pt x="0" y="4049"/>
                    <a:pt x="1167" y="5240"/>
                    <a:pt x="2620" y="5240"/>
                  </a:cubicBezTo>
                  <a:cubicBezTo>
                    <a:pt x="4096" y="5240"/>
                    <a:pt x="5097" y="4073"/>
                    <a:pt x="5097" y="2620"/>
                  </a:cubicBezTo>
                  <a:cubicBezTo>
                    <a:pt x="5097" y="1168"/>
                    <a:pt x="4049" y="1"/>
                    <a:pt x="2620"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5" name="Google Shape;24025;p141"/>
            <p:cNvSpPr/>
            <p:nvPr/>
          </p:nvSpPr>
          <p:spPr>
            <a:xfrm>
              <a:off x="3401355" y="3164812"/>
              <a:ext cx="173721" cy="157072"/>
            </a:xfrm>
            <a:custGeom>
              <a:avLst/>
              <a:gdLst/>
              <a:ahLst/>
              <a:cxnLst/>
              <a:rect l="l" t="t" r="r" b="b"/>
              <a:pathLst>
                <a:path w="5812" h="5255" extrusionOk="0">
                  <a:moveTo>
                    <a:pt x="3002" y="1"/>
                  </a:moveTo>
                  <a:cubicBezTo>
                    <a:pt x="2195" y="1"/>
                    <a:pt x="1388" y="375"/>
                    <a:pt x="858" y="1077"/>
                  </a:cubicBezTo>
                  <a:cubicBezTo>
                    <a:pt x="1" y="2244"/>
                    <a:pt x="263" y="3864"/>
                    <a:pt x="1430" y="4745"/>
                  </a:cubicBezTo>
                  <a:cubicBezTo>
                    <a:pt x="1902" y="5089"/>
                    <a:pt x="2448" y="5255"/>
                    <a:pt x="2986" y="5255"/>
                  </a:cubicBezTo>
                  <a:cubicBezTo>
                    <a:pt x="3750" y="5255"/>
                    <a:pt x="4499" y="4921"/>
                    <a:pt x="5002" y="4292"/>
                  </a:cubicBezTo>
                  <a:cubicBezTo>
                    <a:pt x="5049" y="4269"/>
                    <a:pt x="5073" y="4197"/>
                    <a:pt x="5097" y="4173"/>
                  </a:cubicBezTo>
                  <a:cubicBezTo>
                    <a:pt x="5812" y="3197"/>
                    <a:pt x="5764" y="1840"/>
                    <a:pt x="5002" y="958"/>
                  </a:cubicBezTo>
                  <a:cubicBezTo>
                    <a:pt x="4883" y="816"/>
                    <a:pt x="4716" y="649"/>
                    <a:pt x="4526" y="506"/>
                  </a:cubicBezTo>
                  <a:cubicBezTo>
                    <a:pt x="4070" y="165"/>
                    <a:pt x="3536" y="1"/>
                    <a:pt x="3002"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6" name="Google Shape;24026;p141"/>
            <p:cNvSpPr/>
            <p:nvPr/>
          </p:nvSpPr>
          <p:spPr>
            <a:xfrm>
              <a:off x="3379296" y="3048957"/>
              <a:ext cx="156624" cy="156624"/>
            </a:xfrm>
            <a:custGeom>
              <a:avLst/>
              <a:gdLst/>
              <a:ahLst/>
              <a:cxnLst/>
              <a:rect l="l" t="t" r="r" b="b"/>
              <a:pathLst>
                <a:path w="5240" h="5240" extrusionOk="0">
                  <a:moveTo>
                    <a:pt x="2620" y="0"/>
                  </a:moveTo>
                  <a:cubicBezTo>
                    <a:pt x="1167" y="0"/>
                    <a:pt x="1" y="1167"/>
                    <a:pt x="1" y="2620"/>
                  </a:cubicBezTo>
                  <a:cubicBezTo>
                    <a:pt x="1" y="4072"/>
                    <a:pt x="1167" y="5239"/>
                    <a:pt x="2620" y="5239"/>
                  </a:cubicBezTo>
                  <a:cubicBezTo>
                    <a:pt x="4073" y="5239"/>
                    <a:pt x="5240" y="4072"/>
                    <a:pt x="5240" y="2620"/>
                  </a:cubicBezTo>
                  <a:cubicBezTo>
                    <a:pt x="5240" y="1167"/>
                    <a:pt x="4073" y="0"/>
                    <a:pt x="2620"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7" name="Google Shape;24027;p141"/>
            <p:cNvSpPr/>
            <p:nvPr/>
          </p:nvSpPr>
          <p:spPr>
            <a:xfrm>
              <a:off x="3550836" y="3193447"/>
              <a:ext cx="24241" cy="99683"/>
            </a:xfrm>
            <a:custGeom>
              <a:avLst/>
              <a:gdLst/>
              <a:ahLst/>
              <a:cxnLst/>
              <a:rect l="l" t="t" r="r" b="b"/>
              <a:pathLst>
                <a:path w="811" h="3335" extrusionOk="0">
                  <a:moveTo>
                    <a:pt x="1" y="0"/>
                  </a:moveTo>
                  <a:lnTo>
                    <a:pt x="1" y="3334"/>
                  </a:lnTo>
                  <a:cubicBezTo>
                    <a:pt x="48" y="3311"/>
                    <a:pt x="72" y="3239"/>
                    <a:pt x="96" y="3215"/>
                  </a:cubicBezTo>
                  <a:cubicBezTo>
                    <a:pt x="811" y="2239"/>
                    <a:pt x="763" y="882"/>
                    <a:pt x="1"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8" name="Google Shape;24028;p141"/>
            <p:cNvSpPr/>
            <p:nvPr/>
          </p:nvSpPr>
          <p:spPr>
            <a:xfrm>
              <a:off x="3550836" y="2977041"/>
              <a:ext cx="78342" cy="157341"/>
            </a:xfrm>
            <a:custGeom>
              <a:avLst/>
              <a:gdLst/>
              <a:ahLst/>
              <a:cxnLst/>
              <a:rect l="l" t="t" r="r" b="b"/>
              <a:pathLst>
                <a:path w="2621" h="5264" extrusionOk="0">
                  <a:moveTo>
                    <a:pt x="1" y="1"/>
                  </a:moveTo>
                  <a:lnTo>
                    <a:pt x="1" y="5264"/>
                  </a:lnTo>
                  <a:cubicBezTo>
                    <a:pt x="1430" y="5264"/>
                    <a:pt x="2620" y="4097"/>
                    <a:pt x="2620" y="2644"/>
                  </a:cubicBezTo>
                  <a:cubicBezTo>
                    <a:pt x="2620" y="1192"/>
                    <a:pt x="1477" y="25"/>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9" name="Google Shape;24029;p141"/>
            <p:cNvSpPr/>
            <p:nvPr/>
          </p:nvSpPr>
          <p:spPr>
            <a:xfrm>
              <a:off x="3493177" y="3101624"/>
              <a:ext cx="116063" cy="116063"/>
            </a:xfrm>
            <a:custGeom>
              <a:avLst/>
              <a:gdLst/>
              <a:ahLst/>
              <a:cxnLst/>
              <a:rect l="l" t="t" r="r" b="b"/>
              <a:pathLst>
                <a:path w="3883" h="3883" extrusionOk="0">
                  <a:moveTo>
                    <a:pt x="1930" y="0"/>
                  </a:moveTo>
                  <a:cubicBezTo>
                    <a:pt x="858" y="0"/>
                    <a:pt x="1" y="858"/>
                    <a:pt x="1" y="1929"/>
                  </a:cubicBezTo>
                  <a:cubicBezTo>
                    <a:pt x="1" y="3001"/>
                    <a:pt x="858" y="3882"/>
                    <a:pt x="1930" y="3882"/>
                  </a:cubicBezTo>
                  <a:cubicBezTo>
                    <a:pt x="3001" y="3882"/>
                    <a:pt x="3883" y="3001"/>
                    <a:pt x="3883" y="1929"/>
                  </a:cubicBezTo>
                  <a:cubicBezTo>
                    <a:pt x="3883" y="858"/>
                    <a:pt x="3001" y="0"/>
                    <a:pt x="193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0" name="Google Shape;24030;p141"/>
            <p:cNvSpPr/>
            <p:nvPr/>
          </p:nvSpPr>
          <p:spPr>
            <a:xfrm>
              <a:off x="3550118" y="3102341"/>
              <a:ext cx="57688" cy="115346"/>
            </a:xfrm>
            <a:custGeom>
              <a:avLst/>
              <a:gdLst/>
              <a:ahLst/>
              <a:cxnLst/>
              <a:rect l="l" t="t" r="r" b="b"/>
              <a:pathLst>
                <a:path w="1930" h="3859" extrusionOk="0">
                  <a:moveTo>
                    <a:pt x="1" y="0"/>
                  </a:moveTo>
                  <a:lnTo>
                    <a:pt x="1" y="3858"/>
                  </a:lnTo>
                  <a:cubicBezTo>
                    <a:pt x="1073" y="3858"/>
                    <a:pt x="1930" y="2977"/>
                    <a:pt x="1930" y="1905"/>
                  </a:cubicBezTo>
                  <a:cubicBezTo>
                    <a:pt x="1930" y="834"/>
                    <a:pt x="1096"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31" name="Google Shape;24031;p141"/>
          <p:cNvGrpSpPr/>
          <p:nvPr/>
        </p:nvGrpSpPr>
        <p:grpSpPr>
          <a:xfrm>
            <a:off x="4038814" y="2846730"/>
            <a:ext cx="343826" cy="319615"/>
            <a:chOff x="4076914" y="2999130"/>
            <a:chExt cx="343826" cy="319615"/>
          </a:xfrm>
        </p:grpSpPr>
        <p:sp>
          <p:nvSpPr>
            <p:cNvPr id="24032" name="Google Shape;24032;p141"/>
            <p:cNvSpPr/>
            <p:nvPr/>
          </p:nvSpPr>
          <p:spPr>
            <a:xfrm>
              <a:off x="4273382" y="2999130"/>
              <a:ext cx="147358" cy="319614"/>
            </a:xfrm>
            <a:custGeom>
              <a:avLst/>
              <a:gdLst/>
              <a:ahLst/>
              <a:cxnLst/>
              <a:rect l="l" t="t" r="r" b="b"/>
              <a:pathLst>
                <a:path w="4930" h="10693" extrusionOk="0">
                  <a:moveTo>
                    <a:pt x="0" y="0"/>
                  </a:moveTo>
                  <a:lnTo>
                    <a:pt x="0" y="10693"/>
                  </a:lnTo>
                  <a:lnTo>
                    <a:pt x="3501" y="10693"/>
                  </a:lnTo>
                  <a:lnTo>
                    <a:pt x="3501" y="7002"/>
                  </a:lnTo>
                  <a:lnTo>
                    <a:pt x="4930" y="5358"/>
                  </a:lnTo>
                  <a:lnTo>
                    <a:pt x="3501" y="3691"/>
                  </a:lnTo>
                  <a:lnTo>
                    <a:pt x="3501"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3" name="Google Shape;24033;p141"/>
            <p:cNvSpPr/>
            <p:nvPr/>
          </p:nvSpPr>
          <p:spPr>
            <a:xfrm>
              <a:off x="4273382" y="3158565"/>
              <a:ext cx="147358" cy="160181"/>
            </a:xfrm>
            <a:custGeom>
              <a:avLst/>
              <a:gdLst/>
              <a:ahLst/>
              <a:cxnLst/>
              <a:rect l="l" t="t" r="r" b="b"/>
              <a:pathLst>
                <a:path w="4930" h="5359" extrusionOk="0">
                  <a:moveTo>
                    <a:pt x="0" y="1"/>
                  </a:moveTo>
                  <a:lnTo>
                    <a:pt x="0" y="5359"/>
                  </a:lnTo>
                  <a:lnTo>
                    <a:pt x="3501" y="5359"/>
                  </a:lnTo>
                  <a:lnTo>
                    <a:pt x="3501" y="1668"/>
                  </a:lnTo>
                  <a:lnTo>
                    <a:pt x="4930"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4" name="Google Shape;24034;p141"/>
            <p:cNvSpPr/>
            <p:nvPr/>
          </p:nvSpPr>
          <p:spPr>
            <a:xfrm>
              <a:off x="4303273" y="3029738"/>
              <a:ext cx="44177" cy="20654"/>
            </a:xfrm>
            <a:custGeom>
              <a:avLst/>
              <a:gdLst/>
              <a:ahLst/>
              <a:cxnLst/>
              <a:rect l="l" t="t" r="r" b="b"/>
              <a:pathLst>
                <a:path w="1478" h="691" extrusionOk="0">
                  <a:moveTo>
                    <a:pt x="1" y="0"/>
                  </a:moveTo>
                  <a:lnTo>
                    <a:pt x="1" y="691"/>
                  </a:lnTo>
                  <a:lnTo>
                    <a:pt x="1477" y="691"/>
                  </a:lnTo>
                  <a:lnTo>
                    <a:pt x="147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5" name="Google Shape;24035;p141"/>
            <p:cNvSpPr/>
            <p:nvPr/>
          </p:nvSpPr>
          <p:spPr>
            <a:xfrm>
              <a:off x="4303273" y="3078130"/>
              <a:ext cx="44177" cy="20684"/>
            </a:xfrm>
            <a:custGeom>
              <a:avLst/>
              <a:gdLst/>
              <a:ahLst/>
              <a:cxnLst/>
              <a:rect l="l" t="t" r="r" b="b"/>
              <a:pathLst>
                <a:path w="1478" h="692" extrusionOk="0">
                  <a:moveTo>
                    <a:pt x="1" y="0"/>
                  </a:moveTo>
                  <a:lnTo>
                    <a:pt x="1" y="691"/>
                  </a:lnTo>
                  <a:lnTo>
                    <a:pt x="1477" y="691"/>
                  </a:lnTo>
                  <a:lnTo>
                    <a:pt x="147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6" name="Google Shape;24036;p141"/>
            <p:cNvSpPr/>
            <p:nvPr/>
          </p:nvSpPr>
          <p:spPr>
            <a:xfrm>
              <a:off x="4175133" y="2999130"/>
              <a:ext cx="148105" cy="319614"/>
            </a:xfrm>
            <a:custGeom>
              <a:avLst/>
              <a:gdLst/>
              <a:ahLst/>
              <a:cxnLst/>
              <a:rect l="l" t="t" r="r" b="b"/>
              <a:pathLst>
                <a:path w="4955" h="10693" extrusionOk="0">
                  <a:moveTo>
                    <a:pt x="1" y="0"/>
                  </a:moveTo>
                  <a:lnTo>
                    <a:pt x="1" y="10693"/>
                  </a:lnTo>
                  <a:lnTo>
                    <a:pt x="3526" y="10693"/>
                  </a:lnTo>
                  <a:lnTo>
                    <a:pt x="3526" y="7002"/>
                  </a:lnTo>
                  <a:lnTo>
                    <a:pt x="4954" y="5358"/>
                  </a:lnTo>
                  <a:lnTo>
                    <a:pt x="3526" y="3691"/>
                  </a:lnTo>
                  <a:lnTo>
                    <a:pt x="3526"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7" name="Google Shape;24037;p141"/>
            <p:cNvSpPr/>
            <p:nvPr/>
          </p:nvSpPr>
          <p:spPr>
            <a:xfrm>
              <a:off x="4175728" y="3158565"/>
              <a:ext cx="148105" cy="160181"/>
            </a:xfrm>
            <a:custGeom>
              <a:avLst/>
              <a:gdLst/>
              <a:ahLst/>
              <a:cxnLst/>
              <a:rect l="l" t="t" r="r" b="b"/>
              <a:pathLst>
                <a:path w="4955" h="5359" extrusionOk="0">
                  <a:moveTo>
                    <a:pt x="1" y="1"/>
                  </a:moveTo>
                  <a:lnTo>
                    <a:pt x="1" y="5359"/>
                  </a:lnTo>
                  <a:lnTo>
                    <a:pt x="3526" y="5359"/>
                  </a:lnTo>
                  <a:lnTo>
                    <a:pt x="3526" y="1668"/>
                  </a:lnTo>
                  <a:lnTo>
                    <a:pt x="49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8" name="Google Shape;24038;p141"/>
            <p:cNvSpPr/>
            <p:nvPr/>
          </p:nvSpPr>
          <p:spPr>
            <a:xfrm>
              <a:off x="4076914" y="2999130"/>
              <a:ext cx="147388" cy="319614"/>
            </a:xfrm>
            <a:custGeom>
              <a:avLst/>
              <a:gdLst/>
              <a:ahLst/>
              <a:cxnLst/>
              <a:rect l="l" t="t" r="r" b="b"/>
              <a:pathLst>
                <a:path w="4931" h="10693" extrusionOk="0">
                  <a:moveTo>
                    <a:pt x="1" y="0"/>
                  </a:moveTo>
                  <a:lnTo>
                    <a:pt x="1" y="10693"/>
                  </a:lnTo>
                  <a:lnTo>
                    <a:pt x="3501" y="10693"/>
                  </a:lnTo>
                  <a:lnTo>
                    <a:pt x="3501" y="7002"/>
                  </a:lnTo>
                  <a:lnTo>
                    <a:pt x="4930" y="5358"/>
                  </a:lnTo>
                  <a:lnTo>
                    <a:pt x="3501" y="3691"/>
                  </a:lnTo>
                  <a:lnTo>
                    <a:pt x="3501"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9" name="Google Shape;24039;p141"/>
            <p:cNvSpPr/>
            <p:nvPr/>
          </p:nvSpPr>
          <p:spPr>
            <a:xfrm>
              <a:off x="4107521" y="3029738"/>
              <a:ext cx="44177" cy="20654"/>
            </a:xfrm>
            <a:custGeom>
              <a:avLst/>
              <a:gdLst/>
              <a:ahLst/>
              <a:cxnLst/>
              <a:rect l="l" t="t" r="r" b="b"/>
              <a:pathLst>
                <a:path w="1478" h="691" extrusionOk="0">
                  <a:moveTo>
                    <a:pt x="1" y="0"/>
                  </a:moveTo>
                  <a:lnTo>
                    <a:pt x="1" y="691"/>
                  </a:lnTo>
                  <a:lnTo>
                    <a:pt x="1477" y="691"/>
                  </a:lnTo>
                  <a:lnTo>
                    <a:pt x="147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0" name="Google Shape;24040;p141"/>
            <p:cNvSpPr/>
            <p:nvPr/>
          </p:nvSpPr>
          <p:spPr>
            <a:xfrm>
              <a:off x="4107521" y="3078130"/>
              <a:ext cx="44177" cy="20684"/>
            </a:xfrm>
            <a:custGeom>
              <a:avLst/>
              <a:gdLst/>
              <a:ahLst/>
              <a:cxnLst/>
              <a:rect l="l" t="t" r="r" b="b"/>
              <a:pathLst>
                <a:path w="1478" h="692" extrusionOk="0">
                  <a:moveTo>
                    <a:pt x="1" y="0"/>
                  </a:moveTo>
                  <a:lnTo>
                    <a:pt x="1" y="691"/>
                  </a:lnTo>
                  <a:lnTo>
                    <a:pt x="1477" y="691"/>
                  </a:lnTo>
                  <a:lnTo>
                    <a:pt x="147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1" name="Google Shape;24041;p141"/>
            <p:cNvSpPr/>
            <p:nvPr/>
          </p:nvSpPr>
          <p:spPr>
            <a:xfrm>
              <a:off x="4205741" y="3218345"/>
              <a:ext cx="43460" cy="20684"/>
            </a:xfrm>
            <a:custGeom>
              <a:avLst/>
              <a:gdLst/>
              <a:ahLst/>
              <a:cxnLst/>
              <a:rect l="l" t="t" r="r" b="b"/>
              <a:pathLst>
                <a:path w="1454" h="692" extrusionOk="0">
                  <a:moveTo>
                    <a:pt x="1" y="1"/>
                  </a:moveTo>
                  <a:lnTo>
                    <a:pt x="1" y="692"/>
                  </a:lnTo>
                  <a:lnTo>
                    <a:pt x="1454" y="692"/>
                  </a:lnTo>
                  <a:lnTo>
                    <a:pt x="1454"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2" name="Google Shape;24042;p141"/>
            <p:cNvSpPr/>
            <p:nvPr/>
          </p:nvSpPr>
          <p:spPr>
            <a:xfrm>
              <a:off x="4205741" y="3267485"/>
              <a:ext cx="43460" cy="19937"/>
            </a:xfrm>
            <a:custGeom>
              <a:avLst/>
              <a:gdLst/>
              <a:ahLst/>
              <a:cxnLst/>
              <a:rect l="l" t="t" r="r" b="b"/>
              <a:pathLst>
                <a:path w="1454" h="667" extrusionOk="0">
                  <a:moveTo>
                    <a:pt x="1" y="0"/>
                  </a:moveTo>
                  <a:lnTo>
                    <a:pt x="1" y="667"/>
                  </a:lnTo>
                  <a:lnTo>
                    <a:pt x="1454" y="667"/>
                  </a:lnTo>
                  <a:lnTo>
                    <a:pt x="1454"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3" name="Google Shape;24043;p141"/>
            <p:cNvSpPr/>
            <p:nvPr/>
          </p:nvSpPr>
          <p:spPr>
            <a:xfrm>
              <a:off x="4076914" y="3158565"/>
              <a:ext cx="147388" cy="160181"/>
            </a:xfrm>
            <a:custGeom>
              <a:avLst/>
              <a:gdLst/>
              <a:ahLst/>
              <a:cxnLst/>
              <a:rect l="l" t="t" r="r" b="b"/>
              <a:pathLst>
                <a:path w="4931" h="5359" extrusionOk="0">
                  <a:moveTo>
                    <a:pt x="1" y="1"/>
                  </a:moveTo>
                  <a:lnTo>
                    <a:pt x="1" y="5359"/>
                  </a:lnTo>
                  <a:lnTo>
                    <a:pt x="3501" y="5359"/>
                  </a:lnTo>
                  <a:lnTo>
                    <a:pt x="3501" y="1668"/>
                  </a:lnTo>
                  <a:lnTo>
                    <a:pt x="4930"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44" name="Google Shape;24044;p141"/>
          <p:cNvGrpSpPr/>
          <p:nvPr/>
        </p:nvGrpSpPr>
        <p:grpSpPr>
          <a:xfrm>
            <a:off x="4804083" y="2846013"/>
            <a:ext cx="301859" cy="343826"/>
            <a:chOff x="4765983" y="2998413"/>
            <a:chExt cx="301859" cy="343826"/>
          </a:xfrm>
        </p:grpSpPr>
        <p:sp>
          <p:nvSpPr>
            <p:cNvPr id="24045" name="Google Shape;24045;p141"/>
            <p:cNvSpPr/>
            <p:nvPr/>
          </p:nvSpPr>
          <p:spPr>
            <a:xfrm>
              <a:off x="4807979" y="3040409"/>
              <a:ext cx="259864" cy="259834"/>
            </a:xfrm>
            <a:custGeom>
              <a:avLst/>
              <a:gdLst/>
              <a:ahLst/>
              <a:cxnLst/>
              <a:rect l="l" t="t" r="r" b="b"/>
              <a:pathLst>
                <a:path w="8694" h="8693" extrusionOk="0">
                  <a:moveTo>
                    <a:pt x="4335" y="0"/>
                  </a:moveTo>
                  <a:cubicBezTo>
                    <a:pt x="1930" y="0"/>
                    <a:pt x="1" y="1929"/>
                    <a:pt x="1" y="4335"/>
                  </a:cubicBezTo>
                  <a:cubicBezTo>
                    <a:pt x="1" y="6764"/>
                    <a:pt x="1930" y="8693"/>
                    <a:pt x="4335" y="8693"/>
                  </a:cubicBezTo>
                  <a:cubicBezTo>
                    <a:pt x="6740" y="8693"/>
                    <a:pt x="8693" y="6764"/>
                    <a:pt x="8693" y="4335"/>
                  </a:cubicBezTo>
                  <a:cubicBezTo>
                    <a:pt x="8693" y="1953"/>
                    <a:pt x="6740" y="24"/>
                    <a:pt x="4335"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6" name="Google Shape;24046;p141"/>
            <p:cNvSpPr/>
            <p:nvPr/>
          </p:nvSpPr>
          <p:spPr>
            <a:xfrm>
              <a:off x="4807979" y="3169953"/>
              <a:ext cx="259864" cy="130291"/>
            </a:xfrm>
            <a:custGeom>
              <a:avLst/>
              <a:gdLst/>
              <a:ahLst/>
              <a:cxnLst/>
              <a:rect l="l" t="t" r="r" b="b"/>
              <a:pathLst>
                <a:path w="8694" h="4359" extrusionOk="0">
                  <a:moveTo>
                    <a:pt x="1" y="1"/>
                  </a:moveTo>
                  <a:cubicBezTo>
                    <a:pt x="1" y="2430"/>
                    <a:pt x="1930" y="4359"/>
                    <a:pt x="4335" y="4359"/>
                  </a:cubicBezTo>
                  <a:cubicBezTo>
                    <a:pt x="6740" y="4359"/>
                    <a:pt x="8693" y="2430"/>
                    <a:pt x="86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7" name="Google Shape;24047;p141"/>
            <p:cNvSpPr/>
            <p:nvPr/>
          </p:nvSpPr>
          <p:spPr>
            <a:xfrm>
              <a:off x="4859958" y="3091641"/>
              <a:ext cx="156624" cy="156653"/>
            </a:xfrm>
            <a:custGeom>
              <a:avLst/>
              <a:gdLst/>
              <a:ahLst/>
              <a:cxnLst/>
              <a:rect l="l" t="t" r="r" b="b"/>
              <a:pathLst>
                <a:path w="5240" h="5241" extrusionOk="0">
                  <a:moveTo>
                    <a:pt x="2620" y="1"/>
                  </a:moveTo>
                  <a:cubicBezTo>
                    <a:pt x="1191" y="1"/>
                    <a:pt x="0" y="1168"/>
                    <a:pt x="0" y="2621"/>
                  </a:cubicBezTo>
                  <a:cubicBezTo>
                    <a:pt x="0" y="4049"/>
                    <a:pt x="1191" y="5240"/>
                    <a:pt x="2620" y="5240"/>
                  </a:cubicBezTo>
                  <a:cubicBezTo>
                    <a:pt x="4049" y="5240"/>
                    <a:pt x="5240" y="4073"/>
                    <a:pt x="5240" y="2621"/>
                  </a:cubicBezTo>
                  <a:cubicBezTo>
                    <a:pt x="5240" y="1192"/>
                    <a:pt x="4049" y="1"/>
                    <a:pt x="2620"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8" name="Google Shape;24048;p141"/>
            <p:cNvSpPr/>
            <p:nvPr/>
          </p:nvSpPr>
          <p:spPr>
            <a:xfrm>
              <a:off x="4859958" y="3169953"/>
              <a:ext cx="156624" cy="78342"/>
            </a:xfrm>
            <a:custGeom>
              <a:avLst/>
              <a:gdLst/>
              <a:ahLst/>
              <a:cxnLst/>
              <a:rect l="l" t="t" r="r" b="b"/>
              <a:pathLst>
                <a:path w="5240" h="2621" extrusionOk="0">
                  <a:moveTo>
                    <a:pt x="0" y="1"/>
                  </a:moveTo>
                  <a:cubicBezTo>
                    <a:pt x="0" y="1429"/>
                    <a:pt x="1191" y="2620"/>
                    <a:pt x="2620" y="2620"/>
                  </a:cubicBezTo>
                  <a:cubicBezTo>
                    <a:pt x="4049" y="2620"/>
                    <a:pt x="5240" y="1453"/>
                    <a:pt x="524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9" name="Google Shape;24049;p141"/>
            <p:cNvSpPr/>
            <p:nvPr/>
          </p:nvSpPr>
          <p:spPr>
            <a:xfrm>
              <a:off x="4765983" y="2998413"/>
              <a:ext cx="171598" cy="343825"/>
            </a:xfrm>
            <a:custGeom>
              <a:avLst/>
              <a:gdLst/>
              <a:ahLst/>
              <a:cxnLst/>
              <a:rect l="l" t="t" r="r" b="b"/>
              <a:pathLst>
                <a:path w="5741" h="11503" extrusionOk="0">
                  <a:moveTo>
                    <a:pt x="5740" y="0"/>
                  </a:moveTo>
                  <a:cubicBezTo>
                    <a:pt x="2597" y="0"/>
                    <a:pt x="1" y="2596"/>
                    <a:pt x="1" y="5740"/>
                  </a:cubicBezTo>
                  <a:cubicBezTo>
                    <a:pt x="1" y="8907"/>
                    <a:pt x="2549" y="11503"/>
                    <a:pt x="5740" y="11503"/>
                  </a:cubicBezTo>
                  <a:lnTo>
                    <a:pt x="5740"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0" name="Google Shape;24050;p141"/>
            <p:cNvSpPr/>
            <p:nvPr/>
          </p:nvSpPr>
          <p:spPr>
            <a:xfrm>
              <a:off x="4765983" y="3169953"/>
              <a:ext cx="171598" cy="172286"/>
            </a:xfrm>
            <a:custGeom>
              <a:avLst/>
              <a:gdLst/>
              <a:ahLst/>
              <a:cxnLst/>
              <a:rect l="l" t="t" r="r" b="b"/>
              <a:pathLst>
                <a:path w="5741" h="5764" extrusionOk="0">
                  <a:moveTo>
                    <a:pt x="1" y="1"/>
                  </a:moveTo>
                  <a:cubicBezTo>
                    <a:pt x="1" y="3168"/>
                    <a:pt x="2549" y="5764"/>
                    <a:pt x="5740" y="5764"/>
                  </a:cubicBezTo>
                  <a:lnTo>
                    <a:pt x="5740"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1" name="Google Shape;24051;p141"/>
            <p:cNvSpPr/>
            <p:nvPr/>
          </p:nvSpPr>
          <p:spPr>
            <a:xfrm>
              <a:off x="4833625" y="3139346"/>
              <a:ext cx="43430" cy="19967"/>
            </a:xfrm>
            <a:custGeom>
              <a:avLst/>
              <a:gdLst/>
              <a:ahLst/>
              <a:cxnLst/>
              <a:rect l="l" t="t" r="r" b="b"/>
              <a:pathLst>
                <a:path w="1453" h="668" extrusionOk="0">
                  <a:moveTo>
                    <a:pt x="0" y="1"/>
                  </a:moveTo>
                  <a:lnTo>
                    <a:pt x="0" y="667"/>
                  </a:lnTo>
                  <a:lnTo>
                    <a:pt x="1453" y="667"/>
                  </a:lnTo>
                  <a:lnTo>
                    <a:pt x="145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2" name="Google Shape;24052;p141"/>
            <p:cNvSpPr/>
            <p:nvPr/>
          </p:nvSpPr>
          <p:spPr>
            <a:xfrm>
              <a:off x="4833625" y="3182776"/>
              <a:ext cx="43430" cy="20654"/>
            </a:xfrm>
            <a:custGeom>
              <a:avLst/>
              <a:gdLst/>
              <a:ahLst/>
              <a:cxnLst/>
              <a:rect l="l" t="t" r="r" b="b"/>
              <a:pathLst>
                <a:path w="1453" h="691" extrusionOk="0">
                  <a:moveTo>
                    <a:pt x="0" y="0"/>
                  </a:moveTo>
                  <a:lnTo>
                    <a:pt x="0" y="691"/>
                  </a:lnTo>
                  <a:lnTo>
                    <a:pt x="1453" y="691"/>
                  </a:lnTo>
                  <a:lnTo>
                    <a:pt x="1453"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3" name="Google Shape;24053;p141"/>
          <p:cNvGrpSpPr/>
          <p:nvPr/>
        </p:nvGrpSpPr>
        <p:grpSpPr>
          <a:xfrm>
            <a:off x="5518328" y="2848853"/>
            <a:ext cx="345262" cy="345262"/>
            <a:chOff x="5408813" y="3001253"/>
            <a:chExt cx="345262" cy="345262"/>
          </a:xfrm>
        </p:grpSpPr>
        <p:sp>
          <p:nvSpPr>
            <p:cNvPr id="24054" name="Google Shape;24054;p141"/>
            <p:cNvSpPr/>
            <p:nvPr/>
          </p:nvSpPr>
          <p:spPr>
            <a:xfrm>
              <a:off x="5429437" y="3022594"/>
              <a:ext cx="152379" cy="150944"/>
            </a:xfrm>
            <a:custGeom>
              <a:avLst/>
              <a:gdLst/>
              <a:ahLst/>
              <a:cxnLst/>
              <a:rect l="l" t="t" r="r" b="b"/>
              <a:pathLst>
                <a:path w="5098" h="5050" extrusionOk="0">
                  <a:moveTo>
                    <a:pt x="1" y="1"/>
                  </a:moveTo>
                  <a:lnTo>
                    <a:pt x="1" y="4740"/>
                  </a:lnTo>
                  <a:lnTo>
                    <a:pt x="263" y="5050"/>
                  </a:lnTo>
                  <a:lnTo>
                    <a:pt x="2120" y="5050"/>
                  </a:lnTo>
                  <a:cubicBezTo>
                    <a:pt x="3740" y="5050"/>
                    <a:pt x="5097" y="3740"/>
                    <a:pt x="5049" y="2073"/>
                  </a:cubicBezTo>
                  <a:lnTo>
                    <a:pt x="5049" y="263"/>
                  </a:lnTo>
                  <a:lnTo>
                    <a:pt x="474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5" name="Google Shape;24055;p141"/>
            <p:cNvSpPr/>
            <p:nvPr/>
          </p:nvSpPr>
          <p:spPr>
            <a:xfrm>
              <a:off x="5430154" y="3174945"/>
              <a:ext cx="152349" cy="150915"/>
            </a:xfrm>
            <a:custGeom>
              <a:avLst/>
              <a:gdLst/>
              <a:ahLst/>
              <a:cxnLst/>
              <a:rect l="l" t="t" r="r" b="b"/>
              <a:pathLst>
                <a:path w="5097" h="5049" extrusionOk="0">
                  <a:moveTo>
                    <a:pt x="263" y="0"/>
                  </a:moveTo>
                  <a:lnTo>
                    <a:pt x="1" y="310"/>
                  </a:lnTo>
                  <a:lnTo>
                    <a:pt x="1" y="5049"/>
                  </a:lnTo>
                  <a:lnTo>
                    <a:pt x="4740" y="5049"/>
                  </a:lnTo>
                  <a:lnTo>
                    <a:pt x="5073" y="4882"/>
                  </a:lnTo>
                  <a:lnTo>
                    <a:pt x="5097" y="4882"/>
                  </a:lnTo>
                  <a:lnTo>
                    <a:pt x="5097" y="2977"/>
                  </a:lnTo>
                  <a:cubicBezTo>
                    <a:pt x="5097" y="1334"/>
                    <a:pt x="3763" y="0"/>
                    <a:pt x="2120"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6" name="Google Shape;24056;p141"/>
            <p:cNvSpPr/>
            <p:nvPr/>
          </p:nvSpPr>
          <p:spPr>
            <a:xfrm>
              <a:off x="5581788" y="3022594"/>
              <a:ext cx="150915" cy="150944"/>
            </a:xfrm>
            <a:custGeom>
              <a:avLst/>
              <a:gdLst/>
              <a:ahLst/>
              <a:cxnLst/>
              <a:rect l="l" t="t" r="r" b="b"/>
              <a:pathLst>
                <a:path w="5049" h="5050" extrusionOk="0">
                  <a:moveTo>
                    <a:pt x="310" y="1"/>
                  </a:moveTo>
                  <a:lnTo>
                    <a:pt x="0" y="263"/>
                  </a:lnTo>
                  <a:lnTo>
                    <a:pt x="0" y="2073"/>
                  </a:lnTo>
                  <a:cubicBezTo>
                    <a:pt x="0" y="3716"/>
                    <a:pt x="1334" y="5050"/>
                    <a:pt x="2977" y="5050"/>
                  </a:cubicBezTo>
                  <a:lnTo>
                    <a:pt x="4882" y="5050"/>
                  </a:lnTo>
                  <a:lnTo>
                    <a:pt x="5049" y="4740"/>
                  </a:lnTo>
                  <a:lnTo>
                    <a:pt x="5049"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7" name="Google Shape;24057;p141"/>
            <p:cNvSpPr/>
            <p:nvPr/>
          </p:nvSpPr>
          <p:spPr>
            <a:xfrm>
              <a:off x="5582475" y="3173510"/>
              <a:ext cx="150944" cy="152349"/>
            </a:xfrm>
            <a:custGeom>
              <a:avLst/>
              <a:gdLst/>
              <a:ahLst/>
              <a:cxnLst/>
              <a:rect l="l" t="t" r="r" b="b"/>
              <a:pathLst>
                <a:path w="5050" h="5097" extrusionOk="0">
                  <a:moveTo>
                    <a:pt x="2978" y="1"/>
                  </a:moveTo>
                  <a:cubicBezTo>
                    <a:pt x="1335" y="1"/>
                    <a:pt x="1" y="1334"/>
                    <a:pt x="1" y="2977"/>
                  </a:cubicBezTo>
                  <a:lnTo>
                    <a:pt x="1" y="4930"/>
                  </a:lnTo>
                  <a:lnTo>
                    <a:pt x="310" y="5097"/>
                  </a:lnTo>
                  <a:lnTo>
                    <a:pt x="5050" y="5097"/>
                  </a:lnTo>
                  <a:lnTo>
                    <a:pt x="5050" y="334"/>
                  </a:lnTo>
                  <a:lnTo>
                    <a:pt x="4883"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8" name="Google Shape;24058;p141"/>
            <p:cNvSpPr/>
            <p:nvPr/>
          </p:nvSpPr>
          <p:spPr>
            <a:xfrm>
              <a:off x="5409500" y="3001253"/>
              <a:ext cx="85456" cy="85456"/>
            </a:xfrm>
            <a:custGeom>
              <a:avLst/>
              <a:gdLst/>
              <a:ahLst/>
              <a:cxnLst/>
              <a:rect l="l" t="t" r="r" b="b"/>
              <a:pathLst>
                <a:path w="2859" h="2859" extrusionOk="0">
                  <a:moveTo>
                    <a:pt x="1358" y="1"/>
                  </a:moveTo>
                  <a:cubicBezTo>
                    <a:pt x="596" y="1"/>
                    <a:pt x="1" y="596"/>
                    <a:pt x="1" y="1334"/>
                  </a:cubicBezTo>
                  <a:lnTo>
                    <a:pt x="1" y="2858"/>
                  </a:lnTo>
                  <a:lnTo>
                    <a:pt x="2859" y="2858"/>
                  </a:lnTo>
                  <a:lnTo>
                    <a:pt x="2859"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9" name="Google Shape;24059;p141"/>
            <p:cNvSpPr/>
            <p:nvPr/>
          </p:nvSpPr>
          <p:spPr>
            <a:xfrm>
              <a:off x="5408813" y="3261776"/>
              <a:ext cx="84738" cy="84738"/>
            </a:xfrm>
            <a:custGeom>
              <a:avLst/>
              <a:gdLst/>
              <a:ahLst/>
              <a:cxnLst/>
              <a:rect l="l" t="t" r="r" b="b"/>
              <a:pathLst>
                <a:path w="2835" h="2835" extrusionOk="0">
                  <a:moveTo>
                    <a:pt x="0" y="1"/>
                  </a:moveTo>
                  <a:lnTo>
                    <a:pt x="0" y="1501"/>
                  </a:lnTo>
                  <a:cubicBezTo>
                    <a:pt x="0" y="2239"/>
                    <a:pt x="596" y="2835"/>
                    <a:pt x="1334" y="2835"/>
                  </a:cubicBezTo>
                  <a:lnTo>
                    <a:pt x="2834" y="2835"/>
                  </a:lnTo>
                  <a:lnTo>
                    <a:pt x="2834"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0" name="Google Shape;24060;p141"/>
            <p:cNvSpPr/>
            <p:nvPr/>
          </p:nvSpPr>
          <p:spPr>
            <a:xfrm>
              <a:off x="5669336" y="3261776"/>
              <a:ext cx="84738" cy="84738"/>
            </a:xfrm>
            <a:custGeom>
              <a:avLst/>
              <a:gdLst/>
              <a:ahLst/>
              <a:cxnLst/>
              <a:rect l="l" t="t" r="r" b="b"/>
              <a:pathLst>
                <a:path w="2835" h="2835" extrusionOk="0">
                  <a:moveTo>
                    <a:pt x="0" y="1"/>
                  </a:moveTo>
                  <a:lnTo>
                    <a:pt x="0" y="2835"/>
                  </a:lnTo>
                  <a:lnTo>
                    <a:pt x="1501" y="2835"/>
                  </a:lnTo>
                  <a:cubicBezTo>
                    <a:pt x="2215" y="2835"/>
                    <a:pt x="2810" y="2239"/>
                    <a:pt x="2834" y="1501"/>
                  </a:cubicBezTo>
                  <a:lnTo>
                    <a:pt x="2834"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1" name="Google Shape;24061;p141"/>
            <p:cNvSpPr/>
            <p:nvPr/>
          </p:nvSpPr>
          <p:spPr>
            <a:xfrm>
              <a:off x="5668619" y="3001970"/>
              <a:ext cx="85456" cy="84738"/>
            </a:xfrm>
            <a:custGeom>
              <a:avLst/>
              <a:gdLst/>
              <a:ahLst/>
              <a:cxnLst/>
              <a:rect l="l" t="t" r="r" b="b"/>
              <a:pathLst>
                <a:path w="2859" h="2835" extrusionOk="0">
                  <a:moveTo>
                    <a:pt x="0" y="0"/>
                  </a:moveTo>
                  <a:lnTo>
                    <a:pt x="0" y="2834"/>
                  </a:lnTo>
                  <a:lnTo>
                    <a:pt x="2834" y="2834"/>
                  </a:lnTo>
                  <a:lnTo>
                    <a:pt x="2858" y="1334"/>
                  </a:lnTo>
                  <a:cubicBezTo>
                    <a:pt x="2858" y="596"/>
                    <a:pt x="2263" y="0"/>
                    <a:pt x="1525"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2" name="Google Shape;24062;p141"/>
            <p:cNvSpPr/>
            <p:nvPr/>
          </p:nvSpPr>
          <p:spPr>
            <a:xfrm>
              <a:off x="5429437" y="3022594"/>
              <a:ext cx="303264" cy="303264"/>
            </a:xfrm>
            <a:custGeom>
              <a:avLst/>
              <a:gdLst/>
              <a:ahLst/>
              <a:cxnLst/>
              <a:rect l="l" t="t" r="r" b="b"/>
              <a:pathLst>
                <a:path w="10146" h="10146" extrusionOk="0">
                  <a:moveTo>
                    <a:pt x="4740" y="1"/>
                  </a:moveTo>
                  <a:lnTo>
                    <a:pt x="4740" y="2073"/>
                  </a:lnTo>
                  <a:cubicBezTo>
                    <a:pt x="4740" y="3502"/>
                    <a:pt x="3573" y="4692"/>
                    <a:pt x="2144" y="4740"/>
                  </a:cubicBezTo>
                  <a:lnTo>
                    <a:pt x="1" y="4740"/>
                  </a:lnTo>
                  <a:lnTo>
                    <a:pt x="1" y="5407"/>
                  </a:lnTo>
                  <a:lnTo>
                    <a:pt x="2073" y="5407"/>
                  </a:lnTo>
                  <a:cubicBezTo>
                    <a:pt x="3549" y="5407"/>
                    <a:pt x="4740" y="6598"/>
                    <a:pt x="4740" y="8074"/>
                  </a:cubicBezTo>
                  <a:lnTo>
                    <a:pt x="4740" y="10146"/>
                  </a:lnTo>
                  <a:lnTo>
                    <a:pt x="5407" y="10146"/>
                  </a:lnTo>
                  <a:lnTo>
                    <a:pt x="5407" y="8074"/>
                  </a:lnTo>
                  <a:cubicBezTo>
                    <a:pt x="5407" y="6598"/>
                    <a:pt x="6597" y="5407"/>
                    <a:pt x="8074" y="5407"/>
                  </a:cubicBezTo>
                  <a:lnTo>
                    <a:pt x="10146" y="5407"/>
                  </a:lnTo>
                  <a:lnTo>
                    <a:pt x="10146" y="4740"/>
                  </a:lnTo>
                  <a:lnTo>
                    <a:pt x="8002" y="4740"/>
                  </a:lnTo>
                  <a:cubicBezTo>
                    <a:pt x="6574" y="4692"/>
                    <a:pt x="5407" y="3549"/>
                    <a:pt x="5407" y="2073"/>
                  </a:cubicBezTo>
                  <a:lnTo>
                    <a:pt x="540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3" name="Google Shape;24063;p141"/>
            <p:cNvSpPr/>
            <p:nvPr/>
          </p:nvSpPr>
          <p:spPr>
            <a:xfrm>
              <a:off x="5582475" y="3022594"/>
              <a:ext cx="150944" cy="303264"/>
            </a:xfrm>
            <a:custGeom>
              <a:avLst/>
              <a:gdLst/>
              <a:ahLst/>
              <a:cxnLst/>
              <a:rect l="l" t="t" r="r" b="b"/>
              <a:pathLst>
                <a:path w="5050" h="10146" extrusionOk="0">
                  <a:moveTo>
                    <a:pt x="1" y="1"/>
                  </a:moveTo>
                  <a:lnTo>
                    <a:pt x="1" y="10146"/>
                  </a:lnTo>
                  <a:lnTo>
                    <a:pt x="310" y="10146"/>
                  </a:lnTo>
                  <a:lnTo>
                    <a:pt x="310" y="8074"/>
                  </a:lnTo>
                  <a:cubicBezTo>
                    <a:pt x="310" y="6598"/>
                    <a:pt x="1501" y="5407"/>
                    <a:pt x="2978" y="5407"/>
                  </a:cubicBezTo>
                  <a:lnTo>
                    <a:pt x="5050" y="5407"/>
                  </a:lnTo>
                  <a:lnTo>
                    <a:pt x="5050" y="4740"/>
                  </a:lnTo>
                  <a:lnTo>
                    <a:pt x="5050" y="4716"/>
                  </a:lnTo>
                  <a:lnTo>
                    <a:pt x="2906" y="4716"/>
                  </a:lnTo>
                  <a:cubicBezTo>
                    <a:pt x="1477" y="4692"/>
                    <a:pt x="310" y="3502"/>
                    <a:pt x="310" y="2073"/>
                  </a:cubicBezTo>
                  <a:lnTo>
                    <a:pt x="310" y="1"/>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64" name="Google Shape;24064;p141"/>
          <p:cNvGrpSpPr/>
          <p:nvPr/>
        </p:nvGrpSpPr>
        <p:grpSpPr>
          <a:xfrm>
            <a:off x="6254299" y="2917182"/>
            <a:ext cx="343827" cy="184865"/>
            <a:chOff x="6082937" y="3069582"/>
            <a:chExt cx="343827" cy="184865"/>
          </a:xfrm>
        </p:grpSpPr>
        <p:sp>
          <p:nvSpPr>
            <p:cNvPr id="24065" name="Google Shape;24065;p141"/>
            <p:cNvSpPr/>
            <p:nvPr/>
          </p:nvSpPr>
          <p:spPr>
            <a:xfrm>
              <a:off x="6161220" y="3069582"/>
              <a:ext cx="106827" cy="184391"/>
            </a:xfrm>
            <a:custGeom>
              <a:avLst/>
              <a:gdLst/>
              <a:ahLst/>
              <a:cxnLst/>
              <a:rect l="l" t="t" r="r" b="b"/>
              <a:pathLst>
                <a:path w="3574" h="6169" extrusionOk="0">
                  <a:moveTo>
                    <a:pt x="906" y="1"/>
                  </a:moveTo>
                  <a:lnTo>
                    <a:pt x="1" y="1549"/>
                  </a:lnTo>
                  <a:lnTo>
                    <a:pt x="1" y="4621"/>
                  </a:lnTo>
                  <a:lnTo>
                    <a:pt x="906" y="6169"/>
                  </a:lnTo>
                  <a:lnTo>
                    <a:pt x="2692" y="6169"/>
                  </a:lnTo>
                  <a:lnTo>
                    <a:pt x="3573" y="4621"/>
                  </a:lnTo>
                  <a:lnTo>
                    <a:pt x="3573" y="1549"/>
                  </a:lnTo>
                  <a:lnTo>
                    <a:pt x="269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6" name="Google Shape;24066;p141"/>
            <p:cNvSpPr/>
            <p:nvPr/>
          </p:nvSpPr>
          <p:spPr>
            <a:xfrm>
              <a:off x="6320684" y="3069582"/>
              <a:ext cx="106080" cy="184391"/>
            </a:xfrm>
            <a:custGeom>
              <a:avLst/>
              <a:gdLst/>
              <a:ahLst/>
              <a:cxnLst/>
              <a:rect l="l" t="t" r="r" b="b"/>
              <a:pathLst>
                <a:path w="3549" h="6169" extrusionOk="0">
                  <a:moveTo>
                    <a:pt x="882" y="1"/>
                  </a:moveTo>
                  <a:lnTo>
                    <a:pt x="0" y="1549"/>
                  </a:lnTo>
                  <a:lnTo>
                    <a:pt x="0" y="4621"/>
                  </a:lnTo>
                  <a:lnTo>
                    <a:pt x="882" y="6169"/>
                  </a:lnTo>
                  <a:lnTo>
                    <a:pt x="2644" y="6169"/>
                  </a:lnTo>
                  <a:lnTo>
                    <a:pt x="3549" y="4621"/>
                  </a:lnTo>
                  <a:lnTo>
                    <a:pt x="2644" y="3073"/>
                  </a:lnTo>
                  <a:lnTo>
                    <a:pt x="3549" y="1549"/>
                  </a:lnTo>
                  <a:lnTo>
                    <a:pt x="2644"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7" name="Google Shape;24067;p141"/>
            <p:cNvSpPr/>
            <p:nvPr/>
          </p:nvSpPr>
          <p:spPr>
            <a:xfrm>
              <a:off x="6161220" y="3163313"/>
              <a:ext cx="106827" cy="91135"/>
            </a:xfrm>
            <a:custGeom>
              <a:avLst/>
              <a:gdLst/>
              <a:ahLst/>
              <a:cxnLst/>
              <a:rect l="l" t="t" r="r" b="b"/>
              <a:pathLst>
                <a:path w="3574" h="3049" extrusionOk="0">
                  <a:moveTo>
                    <a:pt x="1" y="1"/>
                  </a:moveTo>
                  <a:lnTo>
                    <a:pt x="1" y="1525"/>
                  </a:lnTo>
                  <a:lnTo>
                    <a:pt x="906" y="3049"/>
                  </a:lnTo>
                  <a:lnTo>
                    <a:pt x="2692" y="3049"/>
                  </a:lnTo>
                  <a:lnTo>
                    <a:pt x="3573" y="1525"/>
                  </a:lnTo>
                  <a:lnTo>
                    <a:pt x="357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8" name="Google Shape;24068;p141"/>
            <p:cNvSpPr/>
            <p:nvPr/>
          </p:nvSpPr>
          <p:spPr>
            <a:xfrm>
              <a:off x="6320684" y="3162122"/>
              <a:ext cx="106080" cy="91135"/>
            </a:xfrm>
            <a:custGeom>
              <a:avLst/>
              <a:gdLst/>
              <a:ahLst/>
              <a:cxnLst/>
              <a:rect l="l" t="t" r="r" b="b"/>
              <a:pathLst>
                <a:path w="3549" h="3049" extrusionOk="0">
                  <a:moveTo>
                    <a:pt x="0" y="1"/>
                  </a:moveTo>
                  <a:lnTo>
                    <a:pt x="0" y="1525"/>
                  </a:lnTo>
                  <a:lnTo>
                    <a:pt x="882" y="3049"/>
                  </a:lnTo>
                  <a:lnTo>
                    <a:pt x="2644" y="3049"/>
                  </a:lnTo>
                  <a:lnTo>
                    <a:pt x="3549" y="1525"/>
                  </a:lnTo>
                  <a:lnTo>
                    <a:pt x="2644"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9" name="Google Shape;24069;p141"/>
            <p:cNvSpPr/>
            <p:nvPr/>
          </p:nvSpPr>
          <p:spPr>
            <a:xfrm>
              <a:off x="6082937" y="3115852"/>
              <a:ext cx="106080" cy="91135"/>
            </a:xfrm>
            <a:custGeom>
              <a:avLst/>
              <a:gdLst/>
              <a:ahLst/>
              <a:cxnLst/>
              <a:rect l="l" t="t" r="r" b="b"/>
              <a:pathLst>
                <a:path w="3549" h="3049" extrusionOk="0">
                  <a:moveTo>
                    <a:pt x="905" y="1"/>
                  </a:moveTo>
                  <a:lnTo>
                    <a:pt x="0" y="1525"/>
                  </a:lnTo>
                  <a:lnTo>
                    <a:pt x="905" y="3049"/>
                  </a:lnTo>
                  <a:lnTo>
                    <a:pt x="2644" y="3049"/>
                  </a:lnTo>
                  <a:lnTo>
                    <a:pt x="3549" y="1525"/>
                  </a:lnTo>
                  <a:lnTo>
                    <a:pt x="2644"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0" name="Google Shape;24070;p141"/>
            <p:cNvSpPr/>
            <p:nvPr/>
          </p:nvSpPr>
          <p:spPr>
            <a:xfrm>
              <a:off x="6082937" y="3162122"/>
              <a:ext cx="106080" cy="45582"/>
            </a:xfrm>
            <a:custGeom>
              <a:avLst/>
              <a:gdLst/>
              <a:ahLst/>
              <a:cxnLst/>
              <a:rect l="l" t="t" r="r" b="b"/>
              <a:pathLst>
                <a:path w="3549" h="1525" extrusionOk="0">
                  <a:moveTo>
                    <a:pt x="0" y="1"/>
                  </a:moveTo>
                  <a:lnTo>
                    <a:pt x="905" y="1525"/>
                  </a:lnTo>
                  <a:lnTo>
                    <a:pt x="2644" y="1525"/>
                  </a:lnTo>
                  <a:lnTo>
                    <a:pt x="3549"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1" name="Google Shape;24071;p141"/>
            <p:cNvSpPr/>
            <p:nvPr/>
          </p:nvSpPr>
          <p:spPr>
            <a:xfrm>
              <a:off x="6241655" y="3115852"/>
              <a:ext cx="105392" cy="91135"/>
            </a:xfrm>
            <a:custGeom>
              <a:avLst/>
              <a:gdLst/>
              <a:ahLst/>
              <a:cxnLst/>
              <a:rect l="l" t="t" r="r" b="b"/>
              <a:pathLst>
                <a:path w="3526" h="3049" extrusionOk="0">
                  <a:moveTo>
                    <a:pt x="882" y="1"/>
                  </a:moveTo>
                  <a:lnTo>
                    <a:pt x="1" y="1525"/>
                  </a:lnTo>
                  <a:lnTo>
                    <a:pt x="882" y="3049"/>
                  </a:lnTo>
                  <a:lnTo>
                    <a:pt x="2644" y="3049"/>
                  </a:lnTo>
                  <a:lnTo>
                    <a:pt x="3526" y="1525"/>
                  </a:lnTo>
                  <a:lnTo>
                    <a:pt x="2644"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2" name="Google Shape;24072;p141"/>
            <p:cNvSpPr/>
            <p:nvPr/>
          </p:nvSpPr>
          <p:spPr>
            <a:xfrm>
              <a:off x="6241655" y="3162122"/>
              <a:ext cx="105392" cy="45582"/>
            </a:xfrm>
            <a:custGeom>
              <a:avLst/>
              <a:gdLst/>
              <a:ahLst/>
              <a:cxnLst/>
              <a:rect l="l" t="t" r="r" b="b"/>
              <a:pathLst>
                <a:path w="3526" h="1525" extrusionOk="0">
                  <a:moveTo>
                    <a:pt x="1" y="1"/>
                  </a:moveTo>
                  <a:lnTo>
                    <a:pt x="882" y="1525"/>
                  </a:lnTo>
                  <a:lnTo>
                    <a:pt x="2644" y="1525"/>
                  </a:lnTo>
                  <a:lnTo>
                    <a:pt x="3526"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73" name="Google Shape;24073;p141"/>
          <p:cNvGrpSpPr/>
          <p:nvPr/>
        </p:nvGrpSpPr>
        <p:grpSpPr>
          <a:xfrm>
            <a:off x="6984893" y="2826667"/>
            <a:ext cx="343109" cy="343140"/>
            <a:chOff x="6742117" y="2993421"/>
            <a:chExt cx="343109" cy="343140"/>
          </a:xfrm>
        </p:grpSpPr>
        <p:sp>
          <p:nvSpPr>
            <p:cNvPr id="24074" name="Google Shape;24074;p141"/>
            <p:cNvSpPr/>
            <p:nvPr/>
          </p:nvSpPr>
          <p:spPr>
            <a:xfrm>
              <a:off x="6750665" y="3055354"/>
              <a:ext cx="288319" cy="271222"/>
            </a:xfrm>
            <a:custGeom>
              <a:avLst/>
              <a:gdLst/>
              <a:ahLst/>
              <a:cxnLst/>
              <a:rect l="l" t="t" r="r" b="b"/>
              <a:pathLst>
                <a:path w="9646" h="9074" extrusionOk="0">
                  <a:moveTo>
                    <a:pt x="9645" y="0"/>
                  </a:moveTo>
                  <a:lnTo>
                    <a:pt x="8097" y="1024"/>
                  </a:lnTo>
                  <a:lnTo>
                    <a:pt x="6883" y="786"/>
                  </a:lnTo>
                  <a:lnTo>
                    <a:pt x="5454" y="2168"/>
                  </a:lnTo>
                  <a:lnTo>
                    <a:pt x="4858" y="2763"/>
                  </a:lnTo>
                  <a:lnTo>
                    <a:pt x="3906" y="2453"/>
                  </a:lnTo>
                  <a:lnTo>
                    <a:pt x="2143" y="4335"/>
                  </a:lnTo>
                  <a:lnTo>
                    <a:pt x="1310" y="3811"/>
                  </a:lnTo>
                  <a:lnTo>
                    <a:pt x="0" y="5263"/>
                  </a:lnTo>
                  <a:lnTo>
                    <a:pt x="0" y="9074"/>
                  </a:lnTo>
                  <a:lnTo>
                    <a:pt x="5454" y="6287"/>
                  </a:lnTo>
                  <a:lnTo>
                    <a:pt x="9645" y="2739"/>
                  </a:lnTo>
                  <a:lnTo>
                    <a:pt x="9645"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5" name="Google Shape;24075;p141"/>
            <p:cNvSpPr/>
            <p:nvPr/>
          </p:nvSpPr>
          <p:spPr>
            <a:xfrm>
              <a:off x="6913657" y="3055354"/>
              <a:ext cx="125329" cy="187948"/>
            </a:xfrm>
            <a:custGeom>
              <a:avLst/>
              <a:gdLst/>
              <a:ahLst/>
              <a:cxnLst/>
              <a:rect l="l" t="t" r="r" b="b"/>
              <a:pathLst>
                <a:path w="4193" h="6288" extrusionOk="0">
                  <a:moveTo>
                    <a:pt x="4192" y="0"/>
                  </a:moveTo>
                  <a:lnTo>
                    <a:pt x="2644" y="977"/>
                  </a:lnTo>
                  <a:lnTo>
                    <a:pt x="1430" y="739"/>
                  </a:lnTo>
                  <a:lnTo>
                    <a:pt x="1" y="2144"/>
                  </a:lnTo>
                  <a:lnTo>
                    <a:pt x="1" y="6287"/>
                  </a:lnTo>
                  <a:lnTo>
                    <a:pt x="4192" y="2739"/>
                  </a:lnTo>
                  <a:lnTo>
                    <a:pt x="419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6" name="Google Shape;24076;p141"/>
            <p:cNvSpPr/>
            <p:nvPr/>
          </p:nvSpPr>
          <p:spPr>
            <a:xfrm>
              <a:off x="6750665" y="3137223"/>
              <a:ext cx="288319" cy="192910"/>
            </a:xfrm>
            <a:custGeom>
              <a:avLst/>
              <a:gdLst/>
              <a:ahLst/>
              <a:cxnLst/>
              <a:rect l="l" t="t" r="r" b="b"/>
              <a:pathLst>
                <a:path w="9646" h="6454" extrusionOk="0">
                  <a:moveTo>
                    <a:pt x="9645" y="0"/>
                  </a:moveTo>
                  <a:lnTo>
                    <a:pt x="7549" y="1524"/>
                  </a:lnTo>
                  <a:lnTo>
                    <a:pt x="6549" y="1048"/>
                  </a:lnTo>
                  <a:lnTo>
                    <a:pt x="5454" y="2286"/>
                  </a:lnTo>
                  <a:lnTo>
                    <a:pt x="5192" y="2620"/>
                  </a:lnTo>
                  <a:lnTo>
                    <a:pt x="4120" y="2096"/>
                  </a:lnTo>
                  <a:lnTo>
                    <a:pt x="2596" y="3929"/>
                  </a:lnTo>
                  <a:lnTo>
                    <a:pt x="1620" y="3572"/>
                  </a:lnTo>
                  <a:lnTo>
                    <a:pt x="0" y="5263"/>
                  </a:lnTo>
                  <a:lnTo>
                    <a:pt x="0" y="6406"/>
                  </a:lnTo>
                  <a:lnTo>
                    <a:pt x="5454" y="6406"/>
                  </a:lnTo>
                  <a:lnTo>
                    <a:pt x="9645" y="6454"/>
                  </a:lnTo>
                  <a:lnTo>
                    <a:pt x="9645"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7" name="Google Shape;24077;p141"/>
            <p:cNvSpPr/>
            <p:nvPr/>
          </p:nvSpPr>
          <p:spPr>
            <a:xfrm>
              <a:off x="6913657" y="3137223"/>
              <a:ext cx="125329" cy="192910"/>
            </a:xfrm>
            <a:custGeom>
              <a:avLst/>
              <a:gdLst/>
              <a:ahLst/>
              <a:cxnLst/>
              <a:rect l="l" t="t" r="r" b="b"/>
              <a:pathLst>
                <a:path w="4193" h="6454" extrusionOk="0">
                  <a:moveTo>
                    <a:pt x="4192" y="0"/>
                  </a:moveTo>
                  <a:lnTo>
                    <a:pt x="2096" y="1548"/>
                  </a:lnTo>
                  <a:lnTo>
                    <a:pt x="1096" y="1072"/>
                  </a:lnTo>
                  <a:lnTo>
                    <a:pt x="1" y="2334"/>
                  </a:lnTo>
                  <a:lnTo>
                    <a:pt x="1" y="6406"/>
                  </a:lnTo>
                  <a:lnTo>
                    <a:pt x="4192" y="6454"/>
                  </a:lnTo>
                  <a:lnTo>
                    <a:pt x="4192"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8" name="Google Shape;24078;p141"/>
            <p:cNvSpPr/>
            <p:nvPr/>
          </p:nvSpPr>
          <p:spPr>
            <a:xfrm>
              <a:off x="6742117" y="2993421"/>
              <a:ext cx="343107" cy="343137"/>
            </a:xfrm>
            <a:custGeom>
              <a:avLst/>
              <a:gdLst/>
              <a:ahLst/>
              <a:cxnLst/>
              <a:rect l="l" t="t" r="r" b="b"/>
              <a:pathLst>
                <a:path w="11479" h="11480" extrusionOk="0">
                  <a:moveTo>
                    <a:pt x="0" y="1"/>
                  </a:moveTo>
                  <a:lnTo>
                    <a:pt x="0" y="11479"/>
                  </a:lnTo>
                  <a:lnTo>
                    <a:pt x="11479" y="11479"/>
                  </a:lnTo>
                  <a:lnTo>
                    <a:pt x="11479" y="10288"/>
                  </a:lnTo>
                  <a:lnTo>
                    <a:pt x="10836" y="10288"/>
                  </a:lnTo>
                  <a:lnTo>
                    <a:pt x="10836" y="10836"/>
                  </a:lnTo>
                  <a:lnTo>
                    <a:pt x="691" y="10836"/>
                  </a:lnTo>
                  <a:lnTo>
                    <a:pt x="691" y="667"/>
                  </a:lnTo>
                  <a:lnTo>
                    <a:pt x="1215" y="667"/>
                  </a:lnTo>
                  <a:lnTo>
                    <a:pt x="1215"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9" name="Google Shape;24079;p141"/>
            <p:cNvSpPr/>
            <p:nvPr/>
          </p:nvSpPr>
          <p:spPr>
            <a:xfrm>
              <a:off x="6913657" y="3300215"/>
              <a:ext cx="171569" cy="36346"/>
            </a:xfrm>
            <a:custGeom>
              <a:avLst/>
              <a:gdLst/>
              <a:ahLst/>
              <a:cxnLst/>
              <a:rect l="l" t="t" r="r" b="b"/>
              <a:pathLst>
                <a:path w="5740" h="1216" extrusionOk="0">
                  <a:moveTo>
                    <a:pt x="5097" y="1"/>
                  </a:moveTo>
                  <a:lnTo>
                    <a:pt x="5097" y="524"/>
                  </a:lnTo>
                  <a:lnTo>
                    <a:pt x="1" y="524"/>
                  </a:lnTo>
                  <a:lnTo>
                    <a:pt x="1" y="1215"/>
                  </a:lnTo>
                  <a:lnTo>
                    <a:pt x="5740" y="1215"/>
                  </a:lnTo>
                  <a:lnTo>
                    <a:pt x="574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80" name="Google Shape;24080;p141"/>
          <p:cNvGrpSpPr/>
          <p:nvPr/>
        </p:nvGrpSpPr>
        <p:grpSpPr>
          <a:xfrm>
            <a:off x="7755746" y="2845503"/>
            <a:ext cx="257713" cy="343827"/>
            <a:chOff x="7451123" y="3002687"/>
            <a:chExt cx="257713" cy="343827"/>
          </a:xfrm>
        </p:grpSpPr>
        <p:sp>
          <p:nvSpPr>
            <p:cNvPr id="24081" name="Google Shape;24081;p141"/>
            <p:cNvSpPr/>
            <p:nvPr/>
          </p:nvSpPr>
          <p:spPr>
            <a:xfrm>
              <a:off x="7555769" y="3256784"/>
              <a:ext cx="46987" cy="89730"/>
            </a:xfrm>
            <a:custGeom>
              <a:avLst/>
              <a:gdLst/>
              <a:ahLst/>
              <a:cxnLst/>
              <a:rect l="l" t="t" r="r" b="b"/>
              <a:pathLst>
                <a:path w="1572" h="3002" extrusionOk="0">
                  <a:moveTo>
                    <a:pt x="786" y="1"/>
                  </a:moveTo>
                  <a:cubicBezTo>
                    <a:pt x="357" y="1"/>
                    <a:pt x="0" y="358"/>
                    <a:pt x="0" y="763"/>
                  </a:cubicBezTo>
                  <a:lnTo>
                    <a:pt x="0" y="3002"/>
                  </a:lnTo>
                  <a:lnTo>
                    <a:pt x="1572" y="3002"/>
                  </a:lnTo>
                  <a:lnTo>
                    <a:pt x="1572" y="763"/>
                  </a:lnTo>
                  <a:cubicBezTo>
                    <a:pt x="1572" y="310"/>
                    <a:pt x="1215" y="1"/>
                    <a:pt x="81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2" name="Google Shape;24082;p141"/>
            <p:cNvSpPr/>
            <p:nvPr/>
          </p:nvSpPr>
          <p:spPr>
            <a:xfrm>
              <a:off x="7579950" y="3256784"/>
              <a:ext cx="22806" cy="89730"/>
            </a:xfrm>
            <a:custGeom>
              <a:avLst/>
              <a:gdLst/>
              <a:ahLst/>
              <a:cxnLst/>
              <a:rect l="l" t="t" r="r" b="b"/>
              <a:pathLst>
                <a:path w="763" h="3002" extrusionOk="0">
                  <a:moveTo>
                    <a:pt x="1" y="1"/>
                  </a:moveTo>
                  <a:lnTo>
                    <a:pt x="1" y="3002"/>
                  </a:lnTo>
                  <a:lnTo>
                    <a:pt x="763" y="3002"/>
                  </a:lnTo>
                  <a:lnTo>
                    <a:pt x="763" y="763"/>
                  </a:lnTo>
                  <a:cubicBezTo>
                    <a:pt x="763" y="310"/>
                    <a:pt x="406"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3" name="Google Shape;24083;p141"/>
            <p:cNvSpPr/>
            <p:nvPr/>
          </p:nvSpPr>
          <p:spPr>
            <a:xfrm>
              <a:off x="7551495" y="3201995"/>
              <a:ext cx="56970" cy="56970"/>
            </a:xfrm>
            <a:custGeom>
              <a:avLst/>
              <a:gdLst/>
              <a:ahLst/>
              <a:cxnLst/>
              <a:rect l="l" t="t" r="r" b="b"/>
              <a:pathLst>
                <a:path w="1906" h="1906" extrusionOk="0">
                  <a:moveTo>
                    <a:pt x="953" y="0"/>
                  </a:moveTo>
                  <a:cubicBezTo>
                    <a:pt x="405" y="0"/>
                    <a:pt x="0" y="429"/>
                    <a:pt x="0" y="953"/>
                  </a:cubicBezTo>
                  <a:cubicBezTo>
                    <a:pt x="0" y="1500"/>
                    <a:pt x="405" y="1905"/>
                    <a:pt x="953" y="1905"/>
                  </a:cubicBezTo>
                  <a:cubicBezTo>
                    <a:pt x="1477" y="1905"/>
                    <a:pt x="1905" y="1500"/>
                    <a:pt x="1905" y="953"/>
                  </a:cubicBezTo>
                  <a:cubicBezTo>
                    <a:pt x="1905"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4" name="Google Shape;24084;p141"/>
            <p:cNvSpPr/>
            <p:nvPr/>
          </p:nvSpPr>
          <p:spPr>
            <a:xfrm>
              <a:off x="7579263" y="3201995"/>
              <a:ext cx="28485" cy="56970"/>
            </a:xfrm>
            <a:custGeom>
              <a:avLst/>
              <a:gdLst/>
              <a:ahLst/>
              <a:cxnLst/>
              <a:rect l="l" t="t" r="r" b="b"/>
              <a:pathLst>
                <a:path w="953" h="1906" extrusionOk="0">
                  <a:moveTo>
                    <a:pt x="0" y="0"/>
                  </a:moveTo>
                  <a:lnTo>
                    <a:pt x="0" y="1905"/>
                  </a:lnTo>
                  <a:cubicBezTo>
                    <a:pt x="524" y="1905"/>
                    <a:pt x="953" y="1500"/>
                    <a:pt x="953" y="953"/>
                  </a:cubicBezTo>
                  <a:cubicBezTo>
                    <a:pt x="953" y="429"/>
                    <a:pt x="524"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5" name="Google Shape;24085;p141"/>
            <p:cNvSpPr/>
            <p:nvPr/>
          </p:nvSpPr>
          <p:spPr>
            <a:xfrm>
              <a:off x="7455397" y="3256784"/>
              <a:ext cx="47017" cy="89730"/>
            </a:xfrm>
            <a:custGeom>
              <a:avLst/>
              <a:gdLst/>
              <a:ahLst/>
              <a:cxnLst/>
              <a:rect l="l" t="t" r="r" b="b"/>
              <a:pathLst>
                <a:path w="1573" h="3002" extrusionOk="0">
                  <a:moveTo>
                    <a:pt x="762" y="1"/>
                  </a:moveTo>
                  <a:cubicBezTo>
                    <a:pt x="358" y="1"/>
                    <a:pt x="0" y="358"/>
                    <a:pt x="0" y="763"/>
                  </a:cubicBezTo>
                  <a:lnTo>
                    <a:pt x="0" y="3002"/>
                  </a:lnTo>
                  <a:lnTo>
                    <a:pt x="1572" y="3002"/>
                  </a:lnTo>
                  <a:lnTo>
                    <a:pt x="1572" y="763"/>
                  </a:lnTo>
                  <a:cubicBezTo>
                    <a:pt x="1572" y="310"/>
                    <a:pt x="1215" y="1"/>
                    <a:pt x="810"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6" name="Google Shape;24086;p141"/>
            <p:cNvSpPr/>
            <p:nvPr/>
          </p:nvSpPr>
          <p:spPr>
            <a:xfrm>
              <a:off x="7479609" y="3256784"/>
              <a:ext cx="22806" cy="89730"/>
            </a:xfrm>
            <a:custGeom>
              <a:avLst/>
              <a:gdLst/>
              <a:ahLst/>
              <a:cxnLst/>
              <a:rect l="l" t="t" r="r" b="b"/>
              <a:pathLst>
                <a:path w="763" h="3002" extrusionOk="0">
                  <a:moveTo>
                    <a:pt x="0" y="1"/>
                  </a:moveTo>
                  <a:lnTo>
                    <a:pt x="0" y="3002"/>
                  </a:lnTo>
                  <a:lnTo>
                    <a:pt x="762" y="3002"/>
                  </a:lnTo>
                  <a:lnTo>
                    <a:pt x="762" y="763"/>
                  </a:lnTo>
                  <a:cubicBezTo>
                    <a:pt x="762" y="310"/>
                    <a:pt x="429" y="1"/>
                    <a:pt x="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7" name="Google Shape;24087;p141"/>
            <p:cNvSpPr/>
            <p:nvPr/>
          </p:nvSpPr>
          <p:spPr>
            <a:xfrm>
              <a:off x="7451123" y="3201995"/>
              <a:ext cx="56970" cy="56970"/>
            </a:xfrm>
            <a:custGeom>
              <a:avLst/>
              <a:gdLst/>
              <a:ahLst/>
              <a:cxnLst/>
              <a:rect l="l" t="t" r="r" b="b"/>
              <a:pathLst>
                <a:path w="1906" h="1906" extrusionOk="0">
                  <a:moveTo>
                    <a:pt x="953" y="0"/>
                  </a:moveTo>
                  <a:cubicBezTo>
                    <a:pt x="405" y="0"/>
                    <a:pt x="0" y="429"/>
                    <a:pt x="0" y="953"/>
                  </a:cubicBezTo>
                  <a:cubicBezTo>
                    <a:pt x="0" y="1500"/>
                    <a:pt x="405" y="1905"/>
                    <a:pt x="953" y="1905"/>
                  </a:cubicBezTo>
                  <a:cubicBezTo>
                    <a:pt x="1477" y="1905"/>
                    <a:pt x="1906" y="1500"/>
                    <a:pt x="1906" y="953"/>
                  </a:cubicBezTo>
                  <a:cubicBezTo>
                    <a:pt x="1906"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8" name="Google Shape;24088;p141"/>
            <p:cNvSpPr/>
            <p:nvPr/>
          </p:nvSpPr>
          <p:spPr>
            <a:xfrm>
              <a:off x="7478174" y="3201995"/>
              <a:ext cx="28485" cy="56970"/>
            </a:xfrm>
            <a:custGeom>
              <a:avLst/>
              <a:gdLst/>
              <a:ahLst/>
              <a:cxnLst/>
              <a:rect l="l" t="t" r="r" b="b"/>
              <a:pathLst>
                <a:path w="953" h="1906" extrusionOk="0">
                  <a:moveTo>
                    <a:pt x="0" y="0"/>
                  </a:moveTo>
                  <a:lnTo>
                    <a:pt x="0" y="1905"/>
                  </a:lnTo>
                  <a:cubicBezTo>
                    <a:pt x="548" y="1905"/>
                    <a:pt x="953" y="1500"/>
                    <a:pt x="953" y="953"/>
                  </a:cubicBezTo>
                  <a:cubicBezTo>
                    <a:pt x="953" y="429"/>
                    <a:pt x="548"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9" name="Google Shape;24089;p141"/>
            <p:cNvSpPr/>
            <p:nvPr/>
          </p:nvSpPr>
          <p:spPr>
            <a:xfrm>
              <a:off x="7656140" y="3256784"/>
              <a:ext cx="47704" cy="89730"/>
            </a:xfrm>
            <a:custGeom>
              <a:avLst/>
              <a:gdLst/>
              <a:ahLst/>
              <a:cxnLst/>
              <a:rect l="l" t="t" r="r" b="b"/>
              <a:pathLst>
                <a:path w="1596" h="3002" extrusionOk="0">
                  <a:moveTo>
                    <a:pt x="786" y="1"/>
                  </a:moveTo>
                  <a:cubicBezTo>
                    <a:pt x="357" y="1"/>
                    <a:pt x="0" y="358"/>
                    <a:pt x="0" y="763"/>
                  </a:cubicBezTo>
                  <a:lnTo>
                    <a:pt x="0" y="3002"/>
                  </a:lnTo>
                  <a:lnTo>
                    <a:pt x="1596" y="3002"/>
                  </a:lnTo>
                  <a:lnTo>
                    <a:pt x="1596" y="763"/>
                  </a:lnTo>
                  <a:cubicBezTo>
                    <a:pt x="1596" y="310"/>
                    <a:pt x="1238" y="1"/>
                    <a:pt x="810"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0" name="Google Shape;24090;p141"/>
            <p:cNvSpPr/>
            <p:nvPr/>
          </p:nvSpPr>
          <p:spPr>
            <a:xfrm>
              <a:off x="7680322" y="3256784"/>
              <a:ext cx="23523" cy="89730"/>
            </a:xfrm>
            <a:custGeom>
              <a:avLst/>
              <a:gdLst/>
              <a:ahLst/>
              <a:cxnLst/>
              <a:rect l="l" t="t" r="r" b="b"/>
              <a:pathLst>
                <a:path w="787" h="3002" extrusionOk="0">
                  <a:moveTo>
                    <a:pt x="1" y="1"/>
                  </a:moveTo>
                  <a:lnTo>
                    <a:pt x="1" y="3002"/>
                  </a:lnTo>
                  <a:lnTo>
                    <a:pt x="787" y="3002"/>
                  </a:lnTo>
                  <a:lnTo>
                    <a:pt x="787" y="763"/>
                  </a:lnTo>
                  <a:cubicBezTo>
                    <a:pt x="787" y="310"/>
                    <a:pt x="429" y="1"/>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1" name="Google Shape;24091;p141"/>
            <p:cNvSpPr/>
            <p:nvPr/>
          </p:nvSpPr>
          <p:spPr>
            <a:xfrm>
              <a:off x="7651866" y="3201995"/>
              <a:ext cx="56970" cy="56970"/>
            </a:xfrm>
            <a:custGeom>
              <a:avLst/>
              <a:gdLst/>
              <a:ahLst/>
              <a:cxnLst/>
              <a:rect l="l" t="t" r="r" b="b"/>
              <a:pathLst>
                <a:path w="1906" h="1906" extrusionOk="0">
                  <a:moveTo>
                    <a:pt x="953" y="0"/>
                  </a:moveTo>
                  <a:cubicBezTo>
                    <a:pt x="429" y="0"/>
                    <a:pt x="0" y="429"/>
                    <a:pt x="0" y="953"/>
                  </a:cubicBezTo>
                  <a:cubicBezTo>
                    <a:pt x="0" y="1500"/>
                    <a:pt x="429" y="1905"/>
                    <a:pt x="953" y="1905"/>
                  </a:cubicBezTo>
                  <a:cubicBezTo>
                    <a:pt x="1500" y="1905"/>
                    <a:pt x="1905" y="1500"/>
                    <a:pt x="1905" y="953"/>
                  </a:cubicBezTo>
                  <a:cubicBezTo>
                    <a:pt x="1905"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2" name="Google Shape;24092;p141"/>
            <p:cNvSpPr/>
            <p:nvPr/>
          </p:nvSpPr>
          <p:spPr>
            <a:xfrm>
              <a:off x="7680322" y="3201995"/>
              <a:ext cx="28515" cy="56970"/>
            </a:xfrm>
            <a:custGeom>
              <a:avLst/>
              <a:gdLst/>
              <a:ahLst/>
              <a:cxnLst/>
              <a:rect l="l" t="t" r="r" b="b"/>
              <a:pathLst>
                <a:path w="954" h="1906" extrusionOk="0">
                  <a:moveTo>
                    <a:pt x="1" y="0"/>
                  </a:moveTo>
                  <a:lnTo>
                    <a:pt x="1" y="1905"/>
                  </a:lnTo>
                  <a:cubicBezTo>
                    <a:pt x="548" y="1905"/>
                    <a:pt x="953" y="1500"/>
                    <a:pt x="953" y="953"/>
                  </a:cubicBezTo>
                  <a:cubicBezTo>
                    <a:pt x="953" y="429"/>
                    <a:pt x="501"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3" name="Google Shape;24093;p141"/>
            <p:cNvSpPr/>
            <p:nvPr/>
          </p:nvSpPr>
          <p:spPr>
            <a:xfrm>
              <a:off x="7555769" y="3057476"/>
              <a:ext cx="46987" cy="89730"/>
            </a:xfrm>
            <a:custGeom>
              <a:avLst/>
              <a:gdLst/>
              <a:ahLst/>
              <a:cxnLst/>
              <a:rect l="l" t="t" r="r" b="b"/>
              <a:pathLst>
                <a:path w="1572" h="3002" extrusionOk="0">
                  <a:moveTo>
                    <a:pt x="786" y="1"/>
                  </a:moveTo>
                  <a:cubicBezTo>
                    <a:pt x="357" y="1"/>
                    <a:pt x="0" y="358"/>
                    <a:pt x="0" y="763"/>
                  </a:cubicBezTo>
                  <a:lnTo>
                    <a:pt x="0" y="3001"/>
                  </a:lnTo>
                  <a:lnTo>
                    <a:pt x="1572" y="3001"/>
                  </a:lnTo>
                  <a:lnTo>
                    <a:pt x="1572" y="763"/>
                  </a:lnTo>
                  <a:cubicBezTo>
                    <a:pt x="1572" y="310"/>
                    <a:pt x="1215" y="1"/>
                    <a:pt x="810"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4" name="Google Shape;24094;p141"/>
            <p:cNvSpPr/>
            <p:nvPr/>
          </p:nvSpPr>
          <p:spPr>
            <a:xfrm>
              <a:off x="7579950" y="3057476"/>
              <a:ext cx="22806" cy="89730"/>
            </a:xfrm>
            <a:custGeom>
              <a:avLst/>
              <a:gdLst/>
              <a:ahLst/>
              <a:cxnLst/>
              <a:rect l="l" t="t" r="r" b="b"/>
              <a:pathLst>
                <a:path w="763" h="3002" extrusionOk="0">
                  <a:moveTo>
                    <a:pt x="1" y="1"/>
                  </a:moveTo>
                  <a:lnTo>
                    <a:pt x="1" y="3001"/>
                  </a:lnTo>
                  <a:lnTo>
                    <a:pt x="763" y="3001"/>
                  </a:lnTo>
                  <a:lnTo>
                    <a:pt x="763" y="763"/>
                  </a:lnTo>
                  <a:cubicBezTo>
                    <a:pt x="763" y="310"/>
                    <a:pt x="406"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5" name="Google Shape;24095;p141"/>
            <p:cNvSpPr/>
            <p:nvPr/>
          </p:nvSpPr>
          <p:spPr>
            <a:xfrm>
              <a:off x="7551495" y="3002687"/>
              <a:ext cx="56970" cy="56970"/>
            </a:xfrm>
            <a:custGeom>
              <a:avLst/>
              <a:gdLst/>
              <a:ahLst/>
              <a:cxnLst/>
              <a:rect l="l" t="t" r="r" b="b"/>
              <a:pathLst>
                <a:path w="1906" h="1906" extrusionOk="0">
                  <a:moveTo>
                    <a:pt x="953" y="0"/>
                  </a:moveTo>
                  <a:cubicBezTo>
                    <a:pt x="405" y="0"/>
                    <a:pt x="0" y="429"/>
                    <a:pt x="0" y="953"/>
                  </a:cubicBezTo>
                  <a:cubicBezTo>
                    <a:pt x="0" y="1500"/>
                    <a:pt x="405" y="1905"/>
                    <a:pt x="953" y="1905"/>
                  </a:cubicBezTo>
                  <a:cubicBezTo>
                    <a:pt x="1477" y="1905"/>
                    <a:pt x="1905" y="1500"/>
                    <a:pt x="1905" y="953"/>
                  </a:cubicBezTo>
                  <a:cubicBezTo>
                    <a:pt x="1905"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6" name="Google Shape;24096;p141"/>
            <p:cNvSpPr/>
            <p:nvPr/>
          </p:nvSpPr>
          <p:spPr>
            <a:xfrm>
              <a:off x="7579263" y="3002687"/>
              <a:ext cx="28485" cy="56970"/>
            </a:xfrm>
            <a:custGeom>
              <a:avLst/>
              <a:gdLst/>
              <a:ahLst/>
              <a:cxnLst/>
              <a:rect l="l" t="t" r="r" b="b"/>
              <a:pathLst>
                <a:path w="953" h="1906" extrusionOk="0">
                  <a:moveTo>
                    <a:pt x="0" y="0"/>
                  </a:moveTo>
                  <a:lnTo>
                    <a:pt x="0" y="1905"/>
                  </a:lnTo>
                  <a:cubicBezTo>
                    <a:pt x="524" y="1905"/>
                    <a:pt x="953" y="1500"/>
                    <a:pt x="953" y="953"/>
                  </a:cubicBezTo>
                  <a:cubicBezTo>
                    <a:pt x="953" y="429"/>
                    <a:pt x="524"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7" name="Google Shape;24097;p141"/>
            <p:cNvSpPr/>
            <p:nvPr/>
          </p:nvSpPr>
          <p:spPr>
            <a:xfrm>
              <a:off x="7455397" y="3057476"/>
              <a:ext cx="47017" cy="89730"/>
            </a:xfrm>
            <a:custGeom>
              <a:avLst/>
              <a:gdLst/>
              <a:ahLst/>
              <a:cxnLst/>
              <a:rect l="l" t="t" r="r" b="b"/>
              <a:pathLst>
                <a:path w="1573" h="3002" extrusionOk="0">
                  <a:moveTo>
                    <a:pt x="762" y="1"/>
                  </a:moveTo>
                  <a:cubicBezTo>
                    <a:pt x="358" y="1"/>
                    <a:pt x="0" y="358"/>
                    <a:pt x="0" y="763"/>
                  </a:cubicBezTo>
                  <a:lnTo>
                    <a:pt x="0" y="3001"/>
                  </a:lnTo>
                  <a:lnTo>
                    <a:pt x="1572" y="3001"/>
                  </a:lnTo>
                  <a:lnTo>
                    <a:pt x="1572" y="763"/>
                  </a:lnTo>
                  <a:cubicBezTo>
                    <a:pt x="1572" y="310"/>
                    <a:pt x="1215" y="1"/>
                    <a:pt x="810"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8" name="Google Shape;24098;p141"/>
            <p:cNvSpPr/>
            <p:nvPr/>
          </p:nvSpPr>
          <p:spPr>
            <a:xfrm>
              <a:off x="7479609" y="3057476"/>
              <a:ext cx="22806" cy="89730"/>
            </a:xfrm>
            <a:custGeom>
              <a:avLst/>
              <a:gdLst/>
              <a:ahLst/>
              <a:cxnLst/>
              <a:rect l="l" t="t" r="r" b="b"/>
              <a:pathLst>
                <a:path w="763" h="3002" extrusionOk="0">
                  <a:moveTo>
                    <a:pt x="0" y="1"/>
                  </a:moveTo>
                  <a:lnTo>
                    <a:pt x="0" y="3001"/>
                  </a:lnTo>
                  <a:lnTo>
                    <a:pt x="762" y="3001"/>
                  </a:lnTo>
                  <a:lnTo>
                    <a:pt x="762" y="763"/>
                  </a:lnTo>
                  <a:cubicBezTo>
                    <a:pt x="762" y="310"/>
                    <a:pt x="429" y="1"/>
                    <a:pt x="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9" name="Google Shape;24099;p141"/>
            <p:cNvSpPr/>
            <p:nvPr/>
          </p:nvSpPr>
          <p:spPr>
            <a:xfrm>
              <a:off x="7451123" y="3002687"/>
              <a:ext cx="56970" cy="56970"/>
            </a:xfrm>
            <a:custGeom>
              <a:avLst/>
              <a:gdLst/>
              <a:ahLst/>
              <a:cxnLst/>
              <a:rect l="l" t="t" r="r" b="b"/>
              <a:pathLst>
                <a:path w="1906" h="1906" extrusionOk="0">
                  <a:moveTo>
                    <a:pt x="953" y="0"/>
                  </a:moveTo>
                  <a:cubicBezTo>
                    <a:pt x="405" y="0"/>
                    <a:pt x="0" y="429"/>
                    <a:pt x="0" y="953"/>
                  </a:cubicBezTo>
                  <a:cubicBezTo>
                    <a:pt x="0" y="1500"/>
                    <a:pt x="405" y="1905"/>
                    <a:pt x="953" y="1905"/>
                  </a:cubicBezTo>
                  <a:cubicBezTo>
                    <a:pt x="1477" y="1905"/>
                    <a:pt x="1906" y="1500"/>
                    <a:pt x="1906" y="953"/>
                  </a:cubicBezTo>
                  <a:cubicBezTo>
                    <a:pt x="1906"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0" name="Google Shape;24100;p141"/>
            <p:cNvSpPr/>
            <p:nvPr/>
          </p:nvSpPr>
          <p:spPr>
            <a:xfrm>
              <a:off x="7478174" y="3002687"/>
              <a:ext cx="28485" cy="56970"/>
            </a:xfrm>
            <a:custGeom>
              <a:avLst/>
              <a:gdLst/>
              <a:ahLst/>
              <a:cxnLst/>
              <a:rect l="l" t="t" r="r" b="b"/>
              <a:pathLst>
                <a:path w="953" h="1906" extrusionOk="0">
                  <a:moveTo>
                    <a:pt x="0" y="0"/>
                  </a:moveTo>
                  <a:lnTo>
                    <a:pt x="0" y="1905"/>
                  </a:lnTo>
                  <a:cubicBezTo>
                    <a:pt x="548" y="1905"/>
                    <a:pt x="953" y="1500"/>
                    <a:pt x="953" y="953"/>
                  </a:cubicBezTo>
                  <a:cubicBezTo>
                    <a:pt x="953" y="429"/>
                    <a:pt x="548"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1" name="Google Shape;24101;p141"/>
            <p:cNvSpPr/>
            <p:nvPr/>
          </p:nvSpPr>
          <p:spPr>
            <a:xfrm>
              <a:off x="7656140" y="3057476"/>
              <a:ext cx="47704" cy="89730"/>
            </a:xfrm>
            <a:custGeom>
              <a:avLst/>
              <a:gdLst/>
              <a:ahLst/>
              <a:cxnLst/>
              <a:rect l="l" t="t" r="r" b="b"/>
              <a:pathLst>
                <a:path w="1596" h="3002" extrusionOk="0">
                  <a:moveTo>
                    <a:pt x="786" y="1"/>
                  </a:moveTo>
                  <a:cubicBezTo>
                    <a:pt x="357" y="1"/>
                    <a:pt x="0" y="358"/>
                    <a:pt x="0" y="763"/>
                  </a:cubicBezTo>
                  <a:lnTo>
                    <a:pt x="0" y="3001"/>
                  </a:lnTo>
                  <a:lnTo>
                    <a:pt x="1596" y="3001"/>
                  </a:lnTo>
                  <a:lnTo>
                    <a:pt x="1596" y="763"/>
                  </a:lnTo>
                  <a:cubicBezTo>
                    <a:pt x="1596" y="310"/>
                    <a:pt x="1238" y="1"/>
                    <a:pt x="810"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2" name="Google Shape;24102;p141"/>
            <p:cNvSpPr/>
            <p:nvPr/>
          </p:nvSpPr>
          <p:spPr>
            <a:xfrm>
              <a:off x="7680322" y="3057476"/>
              <a:ext cx="23523" cy="89730"/>
            </a:xfrm>
            <a:custGeom>
              <a:avLst/>
              <a:gdLst/>
              <a:ahLst/>
              <a:cxnLst/>
              <a:rect l="l" t="t" r="r" b="b"/>
              <a:pathLst>
                <a:path w="787" h="3002" extrusionOk="0">
                  <a:moveTo>
                    <a:pt x="1" y="1"/>
                  </a:moveTo>
                  <a:lnTo>
                    <a:pt x="1" y="3001"/>
                  </a:lnTo>
                  <a:lnTo>
                    <a:pt x="787" y="3001"/>
                  </a:lnTo>
                  <a:lnTo>
                    <a:pt x="787" y="763"/>
                  </a:lnTo>
                  <a:cubicBezTo>
                    <a:pt x="787" y="310"/>
                    <a:pt x="429" y="1"/>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3" name="Google Shape;24103;p141"/>
            <p:cNvSpPr/>
            <p:nvPr/>
          </p:nvSpPr>
          <p:spPr>
            <a:xfrm>
              <a:off x="7651866" y="3002687"/>
              <a:ext cx="56970" cy="56970"/>
            </a:xfrm>
            <a:custGeom>
              <a:avLst/>
              <a:gdLst/>
              <a:ahLst/>
              <a:cxnLst/>
              <a:rect l="l" t="t" r="r" b="b"/>
              <a:pathLst>
                <a:path w="1906" h="1906" extrusionOk="0">
                  <a:moveTo>
                    <a:pt x="953" y="0"/>
                  </a:moveTo>
                  <a:cubicBezTo>
                    <a:pt x="429" y="0"/>
                    <a:pt x="0" y="429"/>
                    <a:pt x="0" y="953"/>
                  </a:cubicBezTo>
                  <a:cubicBezTo>
                    <a:pt x="0" y="1500"/>
                    <a:pt x="429" y="1905"/>
                    <a:pt x="953" y="1905"/>
                  </a:cubicBezTo>
                  <a:cubicBezTo>
                    <a:pt x="1500" y="1905"/>
                    <a:pt x="1905" y="1500"/>
                    <a:pt x="1905" y="953"/>
                  </a:cubicBezTo>
                  <a:cubicBezTo>
                    <a:pt x="1905" y="429"/>
                    <a:pt x="1453" y="0"/>
                    <a:pt x="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4" name="Google Shape;24104;p141"/>
            <p:cNvSpPr/>
            <p:nvPr/>
          </p:nvSpPr>
          <p:spPr>
            <a:xfrm>
              <a:off x="7680322" y="3002687"/>
              <a:ext cx="28515" cy="56970"/>
            </a:xfrm>
            <a:custGeom>
              <a:avLst/>
              <a:gdLst/>
              <a:ahLst/>
              <a:cxnLst/>
              <a:rect l="l" t="t" r="r" b="b"/>
              <a:pathLst>
                <a:path w="954" h="1906" extrusionOk="0">
                  <a:moveTo>
                    <a:pt x="1" y="0"/>
                  </a:moveTo>
                  <a:lnTo>
                    <a:pt x="1" y="1905"/>
                  </a:lnTo>
                  <a:cubicBezTo>
                    <a:pt x="548" y="1905"/>
                    <a:pt x="953" y="1500"/>
                    <a:pt x="953" y="953"/>
                  </a:cubicBezTo>
                  <a:cubicBezTo>
                    <a:pt x="953" y="429"/>
                    <a:pt x="501"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5" name="Google Shape;24105;p141"/>
          <p:cNvGrpSpPr/>
          <p:nvPr/>
        </p:nvGrpSpPr>
        <p:grpSpPr>
          <a:xfrm>
            <a:off x="7710911" y="3410667"/>
            <a:ext cx="345949" cy="344544"/>
            <a:chOff x="7406288" y="3567852"/>
            <a:chExt cx="345949" cy="344544"/>
          </a:xfrm>
        </p:grpSpPr>
        <p:sp>
          <p:nvSpPr>
            <p:cNvPr id="24106" name="Google Shape;24106;p141"/>
            <p:cNvSpPr/>
            <p:nvPr/>
          </p:nvSpPr>
          <p:spPr>
            <a:xfrm>
              <a:off x="7502385" y="3816987"/>
              <a:ext cx="171569" cy="95409"/>
            </a:xfrm>
            <a:custGeom>
              <a:avLst/>
              <a:gdLst/>
              <a:ahLst/>
              <a:cxnLst/>
              <a:rect l="l" t="t" r="r" b="b"/>
              <a:pathLst>
                <a:path w="5740" h="3192" extrusionOk="0">
                  <a:moveTo>
                    <a:pt x="4501" y="1"/>
                  </a:moveTo>
                  <a:cubicBezTo>
                    <a:pt x="3953" y="382"/>
                    <a:pt x="3310" y="620"/>
                    <a:pt x="2596" y="620"/>
                  </a:cubicBezTo>
                  <a:cubicBezTo>
                    <a:pt x="2120" y="620"/>
                    <a:pt x="1691" y="549"/>
                    <a:pt x="1310" y="358"/>
                  </a:cubicBezTo>
                  <a:lnTo>
                    <a:pt x="24" y="1144"/>
                  </a:lnTo>
                  <a:lnTo>
                    <a:pt x="0" y="2597"/>
                  </a:lnTo>
                  <a:cubicBezTo>
                    <a:pt x="786" y="2978"/>
                    <a:pt x="1643" y="3192"/>
                    <a:pt x="2572" y="3192"/>
                  </a:cubicBezTo>
                  <a:cubicBezTo>
                    <a:pt x="3763" y="3192"/>
                    <a:pt x="4834" y="2835"/>
                    <a:pt x="5739" y="2239"/>
                  </a:cubicBezTo>
                  <a:lnTo>
                    <a:pt x="4501"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7" name="Google Shape;24107;p141"/>
            <p:cNvSpPr/>
            <p:nvPr/>
          </p:nvSpPr>
          <p:spPr>
            <a:xfrm>
              <a:off x="7579263" y="3816987"/>
              <a:ext cx="94692" cy="95409"/>
            </a:xfrm>
            <a:custGeom>
              <a:avLst/>
              <a:gdLst/>
              <a:ahLst/>
              <a:cxnLst/>
              <a:rect l="l" t="t" r="r" b="b"/>
              <a:pathLst>
                <a:path w="3168" h="3192" extrusionOk="0">
                  <a:moveTo>
                    <a:pt x="1905" y="1"/>
                  </a:moveTo>
                  <a:cubicBezTo>
                    <a:pt x="1358" y="382"/>
                    <a:pt x="715" y="620"/>
                    <a:pt x="0" y="620"/>
                  </a:cubicBezTo>
                  <a:lnTo>
                    <a:pt x="0" y="3192"/>
                  </a:lnTo>
                  <a:cubicBezTo>
                    <a:pt x="1191" y="3192"/>
                    <a:pt x="2262" y="2835"/>
                    <a:pt x="3167" y="2239"/>
                  </a:cubicBezTo>
                  <a:lnTo>
                    <a:pt x="1905"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8" name="Google Shape;24108;p141"/>
            <p:cNvSpPr/>
            <p:nvPr/>
          </p:nvSpPr>
          <p:spPr>
            <a:xfrm>
              <a:off x="7636921" y="3728721"/>
              <a:ext cx="115316" cy="154501"/>
            </a:xfrm>
            <a:custGeom>
              <a:avLst/>
              <a:gdLst/>
              <a:ahLst/>
              <a:cxnLst/>
              <a:rect l="l" t="t" r="r" b="b"/>
              <a:pathLst>
                <a:path w="3858" h="5169" extrusionOk="0">
                  <a:moveTo>
                    <a:pt x="1238" y="1"/>
                  </a:moveTo>
                  <a:cubicBezTo>
                    <a:pt x="1238" y="120"/>
                    <a:pt x="1286" y="239"/>
                    <a:pt x="1286" y="358"/>
                  </a:cubicBezTo>
                  <a:cubicBezTo>
                    <a:pt x="1286" y="1406"/>
                    <a:pt x="762" y="2358"/>
                    <a:pt x="0" y="2930"/>
                  </a:cubicBezTo>
                  <a:lnTo>
                    <a:pt x="24" y="4406"/>
                  </a:lnTo>
                  <a:lnTo>
                    <a:pt x="1286" y="5169"/>
                  </a:lnTo>
                  <a:cubicBezTo>
                    <a:pt x="2834" y="4121"/>
                    <a:pt x="3858" y="2358"/>
                    <a:pt x="3858" y="358"/>
                  </a:cubicBezTo>
                  <a:cubicBezTo>
                    <a:pt x="3834" y="287"/>
                    <a:pt x="3834" y="168"/>
                    <a:pt x="3810" y="48"/>
                  </a:cubicBezTo>
                  <a:lnTo>
                    <a:pt x="123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9" name="Google Shape;24109;p141"/>
            <p:cNvSpPr/>
            <p:nvPr/>
          </p:nvSpPr>
          <p:spPr>
            <a:xfrm>
              <a:off x="7406975" y="3719485"/>
              <a:ext cx="134565" cy="175126"/>
            </a:xfrm>
            <a:custGeom>
              <a:avLst/>
              <a:gdLst/>
              <a:ahLst/>
              <a:cxnLst/>
              <a:rect l="l" t="t" r="r" b="b"/>
              <a:pathLst>
                <a:path w="4502" h="5859" extrusionOk="0">
                  <a:moveTo>
                    <a:pt x="1287" y="0"/>
                  </a:moveTo>
                  <a:lnTo>
                    <a:pt x="1" y="1072"/>
                  </a:lnTo>
                  <a:cubicBezTo>
                    <a:pt x="120" y="3168"/>
                    <a:pt x="1406" y="4954"/>
                    <a:pt x="3192" y="5859"/>
                  </a:cubicBezTo>
                  <a:lnTo>
                    <a:pt x="3216" y="4406"/>
                  </a:lnTo>
                  <a:lnTo>
                    <a:pt x="4502" y="3644"/>
                  </a:lnTo>
                  <a:cubicBezTo>
                    <a:pt x="3454" y="3215"/>
                    <a:pt x="2716" y="2263"/>
                    <a:pt x="2597" y="1096"/>
                  </a:cubicBezTo>
                  <a:lnTo>
                    <a:pt x="1287"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0" name="Google Shape;24110;p141"/>
            <p:cNvSpPr/>
            <p:nvPr/>
          </p:nvSpPr>
          <p:spPr>
            <a:xfrm>
              <a:off x="7616984" y="3586354"/>
              <a:ext cx="134565" cy="165172"/>
            </a:xfrm>
            <a:custGeom>
              <a:avLst/>
              <a:gdLst/>
              <a:ahLst/>
              <a:cxnLst/>
              <a:rect l="l" t="t" r="r" b="b"/>
              <a:pathLst>
                <a:path w="4502" h="5526" extrusionOk="0">
                  <a:moveTo>
                    <a:pt x="1310" y="1"/>
                  </a:moveTo>
                  <a:lnTo>
                    <a:pt x="0" y="2239"/>
                  </a:lnTo>
                  <a:cubicBezTo>
                    <a:pt x="1048" y="2692"/>
                    <a:pt x="1786" y="3645"/>
                    <a:pt x="1905" y="4811"/>
                  </a:cubicBezTo>
                  <a:lnTo>
                    <a:pt x="3215" y="5526"/>
                  </a:lnTo>
                  <a:lnTo>
                    <a:pt x="4501" y="4811"/>
                  </a:lnTo>
                  <a:cubicBezTo>
                    <a:pt x="4382" y="2692"/>
                    <a:pt x="3096" y="906"/>
                    <a:pt x="1310"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1" name="Google Shape;24111;p141"/>
            <p:cNvSpPr/>
            <p:nvPr/>
          </p:nvSpPr>
          <p:spPr>
            <a:xfrm>
              <a:off x="7483853" y="3568569"/>
              <a:ext cx="172316" cy="95409"/>
            </a:xfrm>
            <a:custGeom>
              <a:avLst/>
              <a:gdLst/>
              <a:ahLst/>
              <a:cxnLst/>
              <a:rect l="l" t="t" r="r" b="b"/>
              <a:pathLst>
                <a:path w="5765" h="3192" extrusionOk="0">
                  <a:moveTo>
                    <a:pt x="3192" y="1"/>
                  </a:moveTo>
                  <a:cubicBezTo>
                    <a:pt x="2001" y="1"/>
                    <a:pt x="930" y="358"/>
                    <a:pt x="1" y="953"/>
                  </a:cubicBezTo>
                  <a:lnTo>
                    <a:pt x="1287" y="3192"/>
                  </a:lnTo>
                  <a:cubicBezTo>
                    <a:pt x="1811" y="2811"/>
                    <a:pt x="2478" y="2573"/>
                    <a:pt x="3192" y="2573"/>
                  </a:cubicBezTo>
                  <a:cubicBezTo>
                    <a:pt x="3668" y="2573"/>
                    <a:pt x="4073" y="2668"/>
                    <a:pt x="4454" y="2834"/>
                  </a:cubicBezTo>
                  <a:lnTo>
                    <a:pt x="5740" y="2072"/>
                  </a:lnTo>
                  <a:lnTo>
                    <a:pt x="5764" y="596"/>
                  </a:lnTo>
                  <a:cubicBezTo>
                    <a:pt x="5002" y="215"/>
                    <a:pt x="4097" y="1"/>
                    <a:pt x="3192"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2" name="Google Shape;24112;p141"/>
            <p:cNvSpPr/>
            <p:nvPr/>
          </p:nvSpPr>
          <p:spPr>
            <a:xfrm>
              <a:off x="7579263" y="3567852"/>
              <a:ext cx="76907" cy="84738"/>
            </a:xfrm>
            <a:custGeom>
              <a:avLst/>
              <a:gdLst/>
              <a:ahLst/>
              <a:cxnLst/>
              <a:rect l="l" t="t" r="r" b="b"/>
              <a:pathLst>
                <a:path w="2573" h="2835" extrusionOk="0">
                  <a:moveTo>
                    <a:pt x="0" y="1"/>
                  </a:moveTo>
                  <a:lnTo>
                    <a:pt x="0" y="2573"/>
                  </a:lnTo>
                  <a:cubicBezTo>
                    <a:pt x="476" y="2573"/>
                    <a:pt x="881" y="2644"/>
                    <a:pt x="1262" y="2835"/>
                  </a:cubicBezTo>
                  <a:lnTo>
                    <a:pt x="2548" y="2096"/>
                  </a:lnTo>
                  <a:lnTo>
                    <a:pt x="2572" y="620"/>
                  </a:lnTo>
                  <a:cubicBezTo>
                    <a:pt x="1810" y="239"/>
                    <a:pt x="953" y="25"/>
                    <a:pt x="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3" name="Google Shape;24113;p141"/>
            <p:cNvSpPr/>
            <p:nvPr/>
          </p:nvSpPr>
          <p:spPr>
            <a:xfrm>
              <a:off x="7406288" y="3598460"/>
              <a:ext cx="116033" cy="153784"/>
            </a:xfrm>
            <a:custGeom>
              <a:avLst/>
              <a:gdLst/>
              <a:ahLst/>
              <a:cxnLst/>
              <a:rect l="l" t="t" r="r" b="b"/>
              <a:pathLst>
                <a:path w="3882" h="5145" extrusionOk="0">
                  <a:moveTo>
                    <a:pt x="2596" y="1"/>
                  </a:moveTo>
                  <a:cubicBezTo>
                    <a:pt x="1048" y="1025"/>
                    <a:pt x="0" y="2787"/>
                    <a:pt x="0" y="4787"/>
                  </a:cubicBezTo>
                  <a:lnTo>
                    <a:pt x="0" y="5145"/>
                  </a:lnTo>
                  <a:lnTo>
                    <a:pt x="1286" y="4430"/>
                  </a:lnTo>
                  <a:lnTo>
                    <a:pt x="2620" y="5145"/>
                  </a:lnTo>
                  <a:cubicBezTo>
                    <a:pt x="2620" y="5026"/>
                    <a:pt x="2596" y="4907"/>
                    <a:pt x="2596" y="4787"/>
                  </a:cubicBezTo>
                  <a:cubicBezTo>
                    <a:pt x="2596" y="3740"/>
                    <a:pt x="3096" y="2787"/>
                    <a:pt x="3882" y="2216"/>
                  </a:cubicBezTo>
                  <a:lnTo>
                    <a:pt x="3834" y="739"/>
                  </a:lnTo>
                  <a:lnTo>
                    <a:pt x="2596"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4" name="Google Shape;24114;p141"/>
            <p:cNvSpPr/>
            <p:nvPr/>
          </p:nvSpPr>
          <p:spPr>
            <a:xfrm>
              <a:off x="7478174" y="3639051"/>
              <a:ext cx="202893" cy="202893"/>
            </a:xfrm>
            <a:custGeom>
              <a:avLst/>
              <a:gdLst/>
              <a:ahLst/>
              <a:cxnLst/>
              <a:rect l="l" t="t" r="r" b="b"/>
              <a:pathLst>
                <a:path w="6788" h="6788" extrusionOk="0">
                  <a:moveTo>
                    <a:pt x="3406" y="0"/>
                  </a:moveTo>
                  <a:cubicBezTo>
                    <a:pt x="1525" y="0"/>
                    <a:pt x="0" y="1524"/>
                    <a:pt x="0" y="3382"/>
                  </a:cubicBezTo>
                  <a:cubicBezTo>
                    <a:pt x="0" y="5263"/>
                    <a:pt x="1525" y="6787"/>
                    <a:pt x="3406" y="6787"/>
                  </a:cubicBezTo>
                  <a:cubicBezTo>
                    <a:pt x="5263" y="6787"/>
                    <a:pt x="6788" y="5263"/>
                    <a:pt x="6788" y="3382"/>
                  </a:cubicBezTo>
                  <a:cubicBezTo>
                    <a:pt x="6788" y="1524"/>
                    <a:pt x="5263" y="0"/>
                    <a:pt x="340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5" name="Google Shape;24115;p141"/>
            <p:cNvSpPr/>
            <p:nvPr/>
          </p:nvSpPr>
          <p:spPr>
            <a:xfrm>
              <a:off x="7579950" y="3638333"/>
              <a:ext cx="101118" cy="203611"/>
            </a:xfrm>
            <a:custGeom>
              <a:avLst/>
              <a:gdLst/>
              <a:ahLst/>
              <a:cxnLst/>
              <a:rect l="l" t="t" r="r" b="b"/>
              <a:pathLst>
                <a:path w="3383" h="6812" extrusionOk="0">
                  <a:moveTo>
                    <a:pt x="1" y="0"/>
                  </a:moveTo>
                  <a:lnTo>
                    <a:pt x="1" y="6811"/>
                  </a:lnTo>
                  <a:cubicBezTo>
                    <a:pt x="1882" y="6811"/>
                    <a:pt x="3383" y="5287"/>
                    <a:pt x="3383" y="3430"/>
                  </a:cubicBezTo>
                  <a:cubicBezTo>
                    <a:pt x="3383" y="1548"/>
                    <a:pt x="1882" y="24"/>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16" name="Google Shape;24116;p141"/>
          <p:cNvGrpSpPr/>
          <p:nvPr/>
        </p:nvGrpSpPr>
        <p:grpSpPr>
          <a:xfrm>
            <a:off x="6984893" y="3404145"/>
            <a:ext cx="343109" cy="344544"/>
            <a:chOff x="6742117" y="3575683"/>
            <a:chExt cx="343109" cy="344544"/>
          </a:xfrm>
        </p:grpSpPr>
        <p:sp>
          <p:nvSpPr>
            <p:cNvPr id="24117" name="Google Shape;24117;p141"/>
            <p:cNvSpPr/>
            <p:nvPr/>
          </p:nvSpPr>
          <p:spPr>
            <a:xfrm>
              <a:off x="6967041" y="3708815"/>
              <a:ext cx="118185" cy="77594"/>
            </a:xfrm>
            <a:custGeom>
              <a:avLst/>
              <a:gdLst/>
              <a:ahLst/>
              <a:cxnLst/>
              <a:rect l="l" t="t" r="r" b="b"/>
              <a:pathLst>
                <a:path w="3954" h="2596" extrusionOk="0">
                  <a:moveTo>
                    <a:pt x="1096" y="0"/>
                  </a:moveTo>
                  <a:lnTo>
                    <a:pt x="1" y="1310"/>
                  </a:lnTo>
                  <a:lnTo>
                    <a:pt x="1096" y="2596"/>
                  </a:lnTo>
                  <a:lnTo>
                    <a:pt x="3954" y="2596"/>
                  </a:lnTo>
                  <a:lnTo>
                    <a:pt x="3954"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8" name="Google Shape;24118;p141"/>
            <p:cNvSpPr/>
            <p:nvPr/>
          </p:nvSpPr>
          <p:spPr>
            <a:xfrm>
              <a:off x="6967758" y="3748658"/>
              <a:ext cx="117468" cy="39186"/>
            </a:xfrm>
            <a:custGeom>
              <a:avLst/>
              <a:gdLst/>
              <a:ahLst/>
              <a:cxnLst/>
              <a:rect l="l" t="t" r="r" b="b"/>
              <a:pathLst>
                <a:path w="3930" h="1311" extrusionOk="0">
                  <a:moveTo>
                    <a:pt x="1" y="1"/>
                  </a:moveTo>
                  <a:lnTo>
                    <a:pt x="1120" y="1310"/>
                  </a:lnTo>
                  <a:lnTo>
                    <a:pt x="3930" y="1310"/>
                  </a:lnTo>
                  <a:lnTo>
                    <a:pt x="3930"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9" name="Google Shape;24119;p141"/>
            <p:cNvSpPr/>
            <p:nvPr/>
          </p:nvSpPr>
          <p:spPr>
            <a:xfrm>
              <a:off x="6742117" y="3607726"/>
              <a:ext cx="118185" cy="78312"/>
            </a:xfrm>
            <a:custGeom>
              <a:avLst/>
              <a:gdLst/>
              <a:ahLst/>
              <a:cxnLst/>
              <a:rect l="l" t="t" r="r" b="b"/>
              <a:pathLst>
                <a:path w="3954" h="2620" extrusionOk="0">
                  <a:moveTo>
                    <a:pt x="0" y="0"/>
                  </a:moveTo>
                  <a:lnTo>
                    <a:pt x="0" y="2620"/>
                  </a:lnTo>
                  <a:lnTo>
                    <a:pt x="2858" y="2620"/>
                  </a:lnTo>
                  <a:lnTo>
                    <a:pt x="3954" y="1310"/>
                  </a:lnTo>
                  <a:lnTo>
                    <a:pt x="2858"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0" name="Google Shape;24120;p141"/>
            <p:cNvSpPr/>
            <p:nvPr/>
          </p:nvSpPr>
          <p:spPr>
            <a:xfrm>
              <a:off x="6742117" y="3648287"/>
              <a:ext cx="117468" cy="38468"/>
            </a:xfrm>
            <a:custGeom>
              <a:avLst/>
              <a:gdLst/>
              <a:ahLst/>
              <a:cxnLst/>
              <a:rect l="l" t="t" r="r" b="b"/>
              <a:pathLst>
                <a:path w="3930" h="1287" extrusionOk="0">
                  <a:moveTo>
                    <a:pt x="0" y="1"/>
                  </a:moveTo>
                  <a:lnTo>
                    <a:pt x="0" y="1287"/>
                  </a:lnTo>
                  <a:lnTo>
                    <a:pt x="2834" y="1287"/>
                  </a:lnTo>
                  <a:lnTo>
                    <a:pt x="3930"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1" name="Google Shape;24121;p141"/>
            <p:cNvSpPr/>
            <p:nvPr/>
          </p:nvSpPr>
          <p:spPr>
            <a:xfrm>
              <a:off x="6742117" y="3809156"/>
              <a:ext cx="118185" cy="78342"/>
            </a:xfrm>
            <a:custGeom>
              <a:avLst/>
              <a:gdLst/>
              <a:ahLst/>
              <a:cxnLst/>
              <a:rect l="l" t="t" r="r" b="b"/>
              <a:pathLst>
                <a:path w="3954" h="2621" extrusionOk="0">
                  <a:moveTo>
                    <a:pt x="0" y="1"/>
                  </a:moveTo>
                  <a:lnTo>
                    <a:pt x="0" y="2620"/>
                  </a:lnTo>
                  <a:lnTo>
                    <a:pt x="2858" y="2620"/>
                  </a:lnTo>
                  <a:lnTo>
                    <a:pt x="3954" y="1311"/>
                  </a:lnTo>
                  <a:lnTo>
                    <a:pt x="2858"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2" name="Google Shape;24122;p141"/>
            <p:cNvSpPr/>
            <p:nvPr/>
          </p:nvSpPr>
          <p:spPr>
            <a:xfrm>
              <a:off x="6742117" y="3849030"/>
              <a:ext cx="117468" cy="39186"/>
            </a:xfrm>
            <a:custGeom>
              <a:avLst/>
              <a:gdLst/>
              <a:ahLst/>
              <a:cxnLst/>
              <a:rect l="l" t="t" r="r" b="b"/>
              <a:pathLst>
                <a:path w="3930" h="1311" extrusionOk="0">
                  <a:moveTo>
                    <a:pt x="0" y="0"/>
                  </a:moveTo>
                  <a:lnTo>
                    <a:pt x="0" y="1310"/>
                  </a:lnTo>
                  <a:lnTo>
                    <a:pt x="2834" y="1310"/>
                  </a:lnTo>
                  <a:lnTo>
                    <a:pt x="3930"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3" name="Google Shape;24123;p141"/>
            <p:cNvSpPr/>
            <p:nvPr/>
          </p:nvSpPr>
          <p:spPr>
            <a:xfrm>
              <a:off x="6903703" y="3770030"/>
              <a:ext cx="20654" cy="56970"/>
            </a:xfrm>
            <a:custGeom>
              <a:avLst/>
              <a:gdLst/>
              <a:ahLst/>
              <a:cxnLst/>
              <a:rect l="l" t="t" r="r" b="b"/>
              <a:pathLst>
                <a:path w="691" h="1906" extrusionOk="0">
                  <a:moveTo>
                    <a:pt x="0" y="0"/>
                  </a:moveTo>
                  <a:lnTo>
                    <a:pt x="0" y="1905"/>
                  </a:lnTo>
                  <a:lnTo>
                    <a:pt x="691" y="1905"/>
                  </a:lnTo>
                  <a:lnTo>
                    <a:pt x="69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4" name="Google Shape;24124;p141"/>
            <p:cNvSpPr/>
            <p:nvPr/>
          </p:nvSpPr>
          <p:spPr>
            <a:xfrm>
              <a:off x="6903703" y="3575683"/>
              <a:ext cx="20654" cy="49857"/>
            </a:xfrm>
            <a:custGeom>
              <a:avLst/>
              <a:gdLst/>
              <a:ahLst/>
              <a:cxnLst/>
              <a:rect l="l" t="t" r="r" b="b"/>
              <a:pathLst>
                <a:path w="691" h="1668" extrusionOk="0">
                  <a:moveTo>
                    <a:pt x="0" y="1"/>
                  </a:moveTo>
                  <a:lnTo>
                    <a:pt x="0" y="1668"/>
                  </a:lnTo>
                  <a:lnTo>
                    <a:pt x="691" y="1668"/>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5" name="Google Shape;24125;p141"/>
            <p:cNvSpPr/>
            <p:nvPr/>
          </p:nvSpPr>
          <p:spPr>
            <a:xfrm>
              <a:off x="6903703" y="3669658"/>
              <a:ext cx="20654" cy="56970"/>
            </a:xfrm>
            <a:custGeom>
              <a:avLst/>
              <a:gdLst/>
              <a:ahLst/>
              <a:cxnLst/>
              <a:rect l="l" t="t" r="r" b="b"/>
              <a:pathLst>
                <a:path w="691" h="1906" extrusionOk="0">
                  <a:moveTo>
                    <a:pt x="0" y="0"/>
                  </a:moveTo>
                  <a:lnTo>
                    <a:pt x="0" y="1905"/>
                  </a:lnTo>
                  <a:lnTo>
                    <a:pt x="691" y="1905"/>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6" name="Google Shape;24126;p141"/>
            <p:cNvSpPr/>
            <p:nvPr/>
          </p:nvSpPr>
          <p:spPr>
            <a:xfrm>
              <a:off x="6903703" y="3870371"/>
              <a:ext cx="20654" cy="49857"/>
            </a:xfrm>
            <a:custGeom>
              <a:avLst/>
              <a:gdLst/>
              <a:ahLst/>
              <a:cxnLst/>
              <a:rect l="l" t="t" r="r" b="b"/>
              <a:pathLst>
                <a:path w="691" h="1668" extrusionOk="0">
                  <a:moveTo>
                    <a:pt x="0" y="1"/>
                  </a:moveTo>
                  <a:lnTo>
                    <a:pt x="0" y="1668"/>
                  </a:lnTo>
                  <a:lnTo>
                    <a:pt x="691" y="1668"/>
                  </a:lnTo>
                  <a:lnTo>
                    <a:pt x="691"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7" name="Google Shape;24127;p141"/>
            <p:cNvSpPr/>
            <p:nvPr/>
          </p:nvSpPr>
          <p:spPr>
            <a:xfrm>
              <a:off x="6881644" y="3614840"/>
              <a:ext cx="64084" cy="64084"/>
            </a:xfrm>
            <a:custGeom>
              <a:avLst/>
              <a:gdLst/>
              <a:ahLst/>
              <a:cxnLst/>
              <a:rect l="l" t="t" r="r" b="b"/>
              <a:pathLst>
                <a:path w="2144" h="2144" extrusionOk="0">
                  <a:moveTo>
                    <a:pt x="1072" y="1"/>
                  </a:moveTo>
                  <a:cubicBezTo>
                    <a:pt x="476" y="1"/>
                    <a:pt x="0" y="477"/>
                    <a:pt x="0" y="1072"/>
                  </a:cubicBezTo>
                  <a:cubicBezTo>
                    <a:pt x="0" y="1668"/>
                    <a:pt x="476" y="2144"/>
                    <a:pt x="1072" y="2144"/>
                  </a:cubicBezTo>
                  <a:cubicBezTo>
                    <a:pt x="1667" y="2144"/>
                    <a:pt x="2143" y="1668"/>
                    <a:pt x="2143" y="1072"/>
                  </a:cubicBezTo>
                  <a:cubicBezTo>
                    <a:pt x="2143" y="477"/>
                    <a:pt x="1667" y="1"/>
                    <a:pt x="1072"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8" name="Google Shape;24128;p141"/>
            <p:cNvSpPr/>
            <p:nvPr/>
          </p:nvSpPr>
          <p:spPr>
            <a:xfrm>
              <a:off x="6881644" y="3646882"/>
              <a:ext cx="64084" cy="32042"/>
            </a:xfrm>
            <a:custGeom>
              <a:avLst/>
              <a:gdLst/>
              <a:ahLst/>
              <a:cxnLst/>
              <a:rect l="l" t="t" r="r" b="b"/>
              <a:pathLst>
                <a:path w="2144" h="1072" extrusionOk="0">
                  <a:moveTo>
                    <a:pt x="0" y="0"/>
                  </a:moveTo>
                  <a:cubicBezTo>
                    <a:pt x="0" y="596"/>
                    <a:pt x="476" y="1072"/>
                    <a:pt x="1072" y="1072"/>
                  </a:cubicBezTo>
                  <a:cubicBezTo>
                    <a:pt x="1667" y="1072"/>
                    <a:pt x="2143" y="596"/>
                    <a:pt x="2143"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9" name="Google Shape;24129;p141"/>
            <p:cNvSpPr/>
            <p:nvPr/>
          </p:nvSpPr>
          <p:spPr>
            <a:xfrm>
              <a:off x="6881644" y="3715928"/>
              <a:ext cx="64084" cy="64084"/>
            </a:xfrm>
            <a:custGeom>
              <a:avLst/>
              <a:gdLst/>
              <a:ahLst/>
              <a:cxnLst/>
              <a:rect l="l" t="t" r="r" b="b"/>
              <a:pathLst>
                <a:path w="2144" h="2144" extrusionOk="0">
                  <a:moveTo>
                    <a:pt x="1072" y="0"/>
                  </a:moveTo>
                  <a:cubicBezTo>
                    <a:pt x="476" y="0"/>
                    <a:pt x="0" y="476"/>
                    <a:pt x="0" y="1072"/>
                  </a:cubicBezTo>
                  <a:cubicBezTo>
                    <a:pt x="0" y="1667"/>
                    <a:pt x="476" y="2143"/>
                    <a:pt x="1072" y="2143"/>
                  </a:cubicBezTo>
                  <a:cubicBezTo>
                    <a:pt x="1667" y="2143"/>
                    <a:pt x="2143" y="1667"/>
                    <a:pt x="2143" y="1072"/>
                  </a:cubicBezTo>
                  <a:cubicBezTo>
                    <a:pt x="2143" y="476"/>
                    <a:pt x="1667" y="0"/>
                    <a:pt x="1072" y="0"/>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0" name="Google Shape;24130;p141"/>
            <p:cNvSpPr/>
            <p:nvPr/>
          </p:nvSpPr>
          <p:spPr>
            <a:xfrm>
              <a:off x="6881644" y="3748658"/>
              <a:ext cx="64084" cy="32072"/>
            </a:xfrm>
            <a:custGeom>
              <a:avLst/>
              <a:gdLst/>
              <a:ahLst/>
              <a:cxnLst/>
              <a:rect l="l" t="t" r="r" b="b"/>
              <a:pathLst>
                <a:path w="2144" h="1073" extrusionOk="0">
                  <a:moveTo>
                    <a:pt x="0" y="1"/>
                  </a:moveTo>
                  <a:cubicBezTo>
                    <a:pt x="0" y="596"/>
                    <a:pt x="476" y="1072"/>
                    <a:pt x="1072" y="1072"/>
                  </a:cubicBezTo>
                  <a:cubicBezTo>
                    <a:pt x="1667" y="1072"/>
                    <a:pt x="2143" y="596"/>
                    <a:pt x="2143"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1" name="Google Shape;24131;p141"/>
            <p:cNvSpPr/>
            <p:nvPr/>
          </p:nvSpPr>
          <p:spPr>
            <a:xfrm>
              <a:off x="6881644" y="3816987"/>
              <a:ext cx="64084" cy="64114"/>
            </a:xfrm>
            <a:custGeom>
              <a:avLst/>
              <a:gdLst/>
              <a:ahLst/>
              <a:cxnLst/>
              <a:rect l="l" t="t" r="r" b="b"/>
              <a:pathLst>
                <a:path w="2144" h="2145" extrusionOk="0">
                  <a:moveTo>
                    <a:pt x="1072" y="1"/>
                  </a:moveTo>
                  <a:cubicBezTo>
                    <a:pt x="476" y="1"/>
                    <a:pt x="0" y="477"/>
                    <a:pt x="0" y="1072"/>
                  </a:cubicBezTo>
                  <a:cubicBezTo>
                    <a:pt x="0" y="1668"/>
                    <a:pt x="476" y="2144"/>
                    <a:pt x="1072" y="2144"/>
                  </a:cubicBezTo>
                  <a:cubicBezTo>
                    <a:pt x="1667" y="2120"/>
                    <a:pt x="2143" y="1644"/>
                    <a:pt x="2143" y="1072"/>
                  </a:cubicBezTo>
                  <a:cubicBezTo>
                    <a:pt x="2143" y="477"/>
                    <a:pt x="1667" y="1"/>
                    <a:pt x="1072"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2" name="Google Shape;24132;p141"/>
            <p:cNvSpPr/>
            <p:nvPr/>
          </p:nvSpPr>
          <p:spPr>
            <a:xfrm>
              <a:off x="6881644" y="3849030"/>
              <a:ext cx="64084" cy="32072"/>
            </a:xfrm>
            <a:custGeom>
              <a:avLst/>
              <a:gdLst/>
              <a:ahLst/>
              <a:cxnLst/>
              <a:rect l="l" t="t" r="r" b="b"/>
              <a:pathLst>
                <a:path w="2144" h="1073" extrusionOk="0">
                  <a:moveTo>
                    <a:pt x="0" y="0"/>
                  </a:moveTo>
                  <a:cubicBezTo>
                    <a:pt x="0" y="596"/>
                    <a:pt x="476" y="1072"/>
                    <a:pt x="1072" y="1072"/>
                  </a:cubicBezTo>
                  <a:cubicBezTo>
                    <a:pt x="1667" y="1072"/>
                    <a:pt x="2143" y="596"/>
                    <a:pt x="2143"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33" name="Google Shape;24133;p141"/>
          <p:cNvGrpSpPr/>
          <p:nvPr/>
        </p:nvGrpSpPr>
        <p:grpSpPr>
          <a:xfrm>
            <a:off x="6254299" y="3426840"/>
            <a:ext cx="343826" cy="344544"/>
            <a:chOff x="6082937" y="3579240"/>
            <a:chExt cx="343826" cy="344544"/>
          </a:xfrm>
        </p:grpSpPr>
        <p:sp>
          <p:nvSpPr>
            <p:cNvPr id="24134" name="Google Shape;24134;p141"/>
            <p:cNvSpPr/>
            <p:nvPr/>
          </p:nvSpPr>
          <p:spPr>
            <a:xfrm>
              <a:off x="6175478" y="3579240"/>
              <a:ext cx="64084" cy="128168"/>
            </a:xfrm>
            <a:custGeom>
              <a:avLst/>
              <a:gdLst/>
              <a:ahLst/>
              <a:cxnLst/>
              <a:rect l="l" t="t" r="r" b="b"/>
              <a:pathLst>
                <a:path w="2144" h="4288" extrusionOk="0">
                  <a:moveTo>
                    <a:pt x="334" y="1"/>
                  </a:moveTo>
                  <a:lnTo>
                    <a:pt x="0" y="1858"/>
                  </a:lnTo>
                  <a:lnTo>
                    <a:pt x="334" y="2454"/>
                  </a:lnTo>
                  <a:lnTo>
                    <a:pt x="1072" y="3740"/>
                  </a:lnTo>
                  <a:lnTo>
                    <a:pt x="1882" y="4287"/>
                  </a:lnTo>
                  <a:lnTo>
                    <a:pt x="2144" y="2454"/>
                  </a:lnTo>
                  <a:lnTo>
                    <a:pt x="1882" y="1858"/>
                  </a:lnTo>
                  <a:lnTo>
                    <a:pt x="334"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5" name="Google Shape;24135;p141"/>
            <p:cNvSpPr/>
            <p:nvPr/>
          </p:nvSpPr>
          <p:spPr>
            <a:xfrm>
              <a:off x="6230984" y="3633342"/>
              <a:ext cx="195779" cy="82616"/>
            </a:xfrm>
            <a:custGeom>
              <a:avLst/>
              <a:gdLst/>
              <a:ahLst/>
              <a:cxnLst/>
              <a:rect l="l" t="t" r="r" b="b"/>
              <a:pathLst>
                <a:path w="6550" h="2764" extrusionOk="0">
                  <a:moveTo>
                    <a:pt x="25" y="1"/>
                  </a:moveTo>
                  <a:lnTo>
                    <a:pt x="25" y="2454"/>
                  </a:lnTo>
                  <a:lnTo>
                    <a:pt x="1" y="2454"/>
                  </a:lnTo>
                  <a:lnTo>
                    <a:pt x="3263" y="2763"/>
                  </a:lnTo>
                  <a:lnTo>
                    <a:pt x="5597" y="2454"/>
                  </a:lnTo>
                  <a:lnTo>
                    <a:pt x="6550" y="1239"/>
                  </a:lnTo>
                  <a:lnTo>
                    <a:pt x="5597"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6" name="Google Shape;24136;p141"/>
            <p:cNvSpPr/>
            <p:nvPr/>
          </p:nvSpPr>
          <p:spPr>
            <a:xfrm>
              <a:off x="6082937" y="3579240"/>
              <a:ext cx="101805" cy="84738"/>
            </a:xfrm>
            <a:custGeom>
              <a:avLst/>
              <a:gdLst/>
              <a:ahLst/>
              <a:cxnLst/>
              <a:rect l="l" t="t" r="r" b="b"/>
              <a:pathLst>
                <a:path w="3406" h="2835" extrusionOk="0">
                  <a:moveTo>
                    <a:pt x="0" y="1"/>
                  </a:moveTo>
                  <a:lnTo>
                    <a:pt x="0" y="2430"/>
                  </a:lnTo>
                  <a:lnTo>
                    <a:pt x="1691" y="2835"/>
                  </a:lnTo>
                  <a:lnTo>
                    <a:pt x="3406" y="2430"/>
                  </a:lnTo>
                  <a:lnTo>
                    <a:pt x="3406"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7" name="Google Shape;24137;p141"/>
            <p:cNvSpPr/>
            <p:nvPr/>
          </p:nvSpPr>
          <p:spPr>
            <a:xfrm>
              <a:off x="6175478" y="3651844"/>
              <a:ext cx="64084" cy="128168"/>
            </a:xfrm>
            <a:custGeom>
              <a:avLst/>
              <a:gdLst/>
              <a:ahLst/>
              <a:cxnLst/>
              <a:rect l="l" t="t" r="r" b="b"/>
              <a:pathLst>
                <a:path w="2144" h="4288" extrusionOk="0">
                  <a:moveTo>
                    <a:pt x="334" y="1"/>
                  </a:moveTo>
                  <a:lnTo>
                    <a:pt x="0" y="1835"/>
                  </a:lnTo>
                  <a:lnTo>
                    <a:pt x="334" y="2430"/>
                  </a:lnTo>
                  <a:lnTo>
                    <a:pt x="1072" y="3716"/>
                  </a:lnTo>
                  <a:lnTo>
                    <a:pt x="1882" y="4287"/>
                  </a:lnTo>
                  <a:lnTo>
                    <a:pt x="2144" y="2430"/>
                  </a:lnTo>
                  <a:lnTo>
                    <a:pt x="1882" y="1835"/>
                  </a:lnTo>
                  <a:lnTo>
                    <a:pt x="33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8" name="Google Shape;24138;p141"/>
            <p:cNvSpPr/>
            <p:nvPr/>
          </p:nvSpPr>
          <p:spPr>
            <a:xfrm>
              <a:off x="6230984" y="3705945"/>
              <a:ext cx="195779" cy="81899"/>
            </a:xfrm>
            <a:custGeom>
              <a:avLst/>
              <a:gdLst/>
              <a:ahLst/>
              <a:cxnLst/>
              <a:rect l="l" t="t" r="r" b="b"/>
              <a:pathLst>
                <a:path w="6550" h="2740" extrusionOk="0">
                  <a:moveTo>
                    <a:pt x="25" y="1"/>
                  </a:moveTo>
                  <a:lnTo>
                    <a:pt x="25" y="2430"/>
                  </a:lnTo>
                  <a:lnTo>
                    <a:pt x="1" y="2430"/>
                  </a:lnTo>
                  <a:lnTo>
                    <a:pt x="3263" y="2739"/>
                  </a:lnTo>
                  <a:lnTo>
                    <a:pt x="5597" y="2430"/>
                  </a:lnTo>
                  <a:lnTo>
                    <a:pt x="6550" y="1215"/>
                  </a:lnTo>
                  <a:lnTo>
                    <a:pt x="5597"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9" name="Google Shape;24139;p141"/>
            <p:cNvSpPr/>
            <p:nvPr/>
          </p:nvSpPr>
          <p:spPr>
            <a:xfrm>
              <a:off x="6082937" y="3651844"/>
              <a:ext cx="101805" cy="84021"/>
            </a:xfrm>
            <a:custGeom>
              <a:avLst/>
              <a:gdLst/>
              <a:ahLst/>
              <a:cxnLst/>
              <a:rect l="l" t="t" r="r" b="b"/>
              <a:pathLst>
                <a:path w="3406" h="2811" extrusionOk="0">
                  <a:moveTo>
                    <a:pt x="0" y="1"/>
                  </a:moveTo>
                  <a:lnTo>
                    <a:pt x="0" y="2406"/>
                  </a:lnTo>
                  <a:lnTo>
                    <a:pt x="1691" y="2811"/>
                  </a:lnTo>
                  <a:lnTo>
                    <a:pt x="3406" y="2406"/>
                  </a:lnTo>
                  <a:lnTo>
                    <a:pt x="3406"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0" name="Google Shape;24140;p141"/>
            <p:cNvSpPr/>
            <p:nvPr/>
          </p:nvSpPr>
          <p:spPr>
            <a:xfrm>
              <a:off x="6175478" y="3723760"/>
              <a:ext cx="64084" cy="128138"/>
            </a:xfrm>
            <a:custGeom>
              <a:avLst/>
              <a:gdLst/>
              <a:ahLst/>
              <a:cxnLst/>
              <a:rect l="l" t="t" r="r" b="b"/>
              <a:pathLst>
                <a:path w="2144" h="4287" extrusionOk="0">
                  <a:moveTo>
                    <a:pt x="334" y="0"/>
                  </a:moveTo>
                  <a:lnTo>
                    <a:pt x="0" y="1834"/>
                  </a:lnTo>
                  <a:lnTo>
                    <a:pt x="334" y="2429"/>
                  </a:lnTo>
                  <a:lnTo>
                    <a:pt x="1072" y="3715"/>
                  </a:lnTo>
                  <a:lnTo>
                    <a:pt x="1882" y="4287"/>
                  </a:lnTo>
                  <a:lnTo>
                    <a:pt x="2144" y="2429"/>
                  </a:lnTo>
                  <a:lnTo>
                    <a:pt x="1882" y="1834"/>
                  </a:lnTo>
                  <a:lnTo>
                    <a:pt x="334"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1" name="Google Shape;24141;p141"/>
            <p:cNvSpPr/>
            <p:nvPr/>
          </p:nvSpPr>
          <p:spPr>
            <a:xfrm>
              <a:off x="6230984" y="3777861"/>
              <a:ext cx="195779" cy="81869"/>
            </a:xfrm>
            <a:custGeom>
              <a:avLst/>
              <a:gdLst/>
              <a:ahLst/>
              <a:cxnLst/>
              <a:rect l="l" t="t" r="r" b="b"/>
              <a:pathLst>
                <a:path w="6550" h="2739" extrusionOk="0">
                  <a:moveTo>
                    <a:pt x="25" y="0"/>
                  </a:moveTo>
                  <a:lnTo>
                    <a:pt x="25" y="2453"/>
                  </a:lnTo>
                  <a:lnTo>
                    <a:pt x="1" y="2453"/>
                  </a:lnTo>
                  <a:lnTo>
                    <a:pt x="3263" y="2739"/>
                  </a:lnTo>
                  <a:lnTo>
                    <a:pt x="5597" y="2453"/>
                  </a:lnTo>
                  <a:lnTo>
                    <a:pt x="6550" y="1215"/>
                  </a:lnTo>
                  <a:lnTo>
                    <a:pt x="5597"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2" name="Google Shape;24142;p141"/>
            <p:cNvSpPr/>
            <p:nvPr/>
          </p:nvSpPr>
          <p:spPr>
            <a:xfrm>
              <a:off x="6082937" y="3723760"/>
              <a:ext cx="101805" cy="84738"/>
            </a:xfrm>
            <a:custGeom>
              <a:avLst/>
              <a:gdLst/>
              <a:ahLst/>
              <a:cxnLst/>
              <a:rect l="l" t="t" r="r" b="b"/>
              <a:pathLst>
                <a:path w="3406" h="2835" extrusionOk="0">
                  <a:moveTo>
                    <a:pt x="0" y="0"/>
                  </a:moveTo>
                  <a:lnTo>
                    <a:pt x="0" y="2405"/>
                  </a:lnTo>
                  <a:lnTo>
                    <a:pt x="1691" y="2834"/>
                  </a:lnTo>
                  <a:lnTo>
                    <a:pt x="3406" y="2405"/>
                  </a:lnTo>
                  <a:lnTo>
                    <a:pt x="3406"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3" name="Google Shape;24143;p141"/>
            <p:cNvSpPr/>
            <p:nvPr/>
          </p:nvSpPr>
          <p:spPr>
            <a:xfrm>
              <a:off x="6175478" y="3795646"/>
              <a:ext cx="64084" cy="128138"/>
            </a:xfrm>
            <a:custGeom>
              <a:avLst/>
              <a:gdLst/>
              <a:ahLst/>
              <a:cxnLst/>
              <a:rect l="l" t="t" r="r" b="b"/>
              <a:pathLst>
                <a:path w="2144" h="4287" extrusionOk="0">
                  <a:moveTo>
                    <a:pt x="334" y="0"/>
                  </a:moveTo>
                  <a:lnTo>
                    <a:pt x="0" y="1858"/>
                  </a:lnTo>
                  <a:lnTo>
                    <a:pt x="334" y="2453"/>
                  </a:lnTo>
                  <a:lnTo>
                    <a:pt x="1882" y="4287"/>
                  </a:lnTo>
                  <a:lnTo>
                    <a:pt x="2144" y="2453"/>
                  </a:lnTo>
                  <a:lnTo>
                    <a:pt x="1882" y="1858"/>
                  </a:lnTo>
                  <a:lnTo>
                    <a:pt x="334"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4" name="Google Shape;24144;p141"/>
            <p:cNvSpPr/>
            <p:nvPr/>
          </p:nvSpPr>
          <p:spPr>
            <a:xfrm>
              <a:off x="6230984" y="3849747"/>
              <a:ext cx="195779" cy="73350"/>
            </a:xfrm>
            <a:custGeom>
              <a:avLst/>
              <a:gdLst/>
              <a:ahLst/>
              <a:cxnLst/>
              <a:rect l="l" t="t" r="r" b="b"/>
              <a:pathLst>
                <a:path w="6550" h="2454" extrusionOk="0">
                  <a:moveTo>
                    <a:pt x="1" y="0"/>
                  </a:moveTo>
                  <a:lnTo>
                    <a:pt x="1" y="2453"/>
                  </a:lnTo>
                  <a:lnTo>
                    <a:pt x="5597" y="2453"/>
                  </a:lnTo>
                  <a:lnTo>
                    <a:pt x="6550" y="1239"/>
                  </a:lnTo>
                  <a:lnTo>
                    <a:pt x="5597"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5" name="Google Shape;24145;p141"/>
            <p:cNvSpPr/>
            <p:nvPr/>
          </p:nvSpPr>
          <p:spPr>
            <a:xfrm>
              <a:off x="6082937" y="3795646"/>
              <a:ext cx="102523" cy="73350"/>
            </a:xfrm>
            <a:custGeom>
              <a:avLst/>
              <a:gdLst/>
              <a:ahLst/>
              <a:cxnLst/>
              <a:rect l="l" t="t" r="r" b="b"/>
              <a:pathLst>
                <a:path w="3430" h="2454" extrusionOk="0">
                  <a:moveTo>
                    <a:pt x="0" y="0"/>
                  </a:moveTo>
                  <a:lnTo>
                    <a:pt x="0" y="2453"/>
                  </a:lnTo>
                  <a:lnTo>
                    <a:pt x="3430" y="2453"/>
                  </a:lnTo>
                  <a:lnTo>
                    <a:pt x="3430"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46" name="Google Shape;24146;p141"/>
          <p:cNvGrpSpPr/>
          <p:nvPr/>
        </p:nvGrpSpPr>
        <p:grpSpPr>
          <a:xfrm>
            <a:off x="5552286" y="3415452"/>
            <a:ext cx="286885" cy="344545"/>
            <a:chOff x="5437986" y="3567852"/>
            <a:chExt cx="286885" cy="344545"/>
          </a:xfrm>
        </p:grpSpPr>
        <p:sp>
          <p:nvSpPr>
            <p:cNvPr id="24147" name="Google Shape;24147;p141"/>
            <p:cNvSpPr/>
            <p:nvPr/>
          </p:nvSpPr>
          <p:spPr>
            <a:xfrm>
              <a:off x="5473585" y="3717333"/>
              <a:ext cx="229944" cy="47017"/>
            </a:xfrm>
            <a:custGeom>
              <a:avLst/>
              <a:gdLst/>
              <a:ahLst/>
              <a:cxnLst/>
              <a:rect l="l" t="t" r="r" b="b"/>
              <a:pathLst>
                <a:path w="7693" h="1573" extrusionOk="0">
                  <a:moveTo>
                    <a:pt x="0" y="1"/>
                  </a:moveTo>
                  <a:lnTo>
                    <a:pt x="0" y="1573"/>
                  </a:lnTo>
                  <a:lnTo>
                    <a:pt x="7692" y="1573"/>
                  </a:lnTo>
                  <a:lnTo>
                    <a:pt x="7692"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8" name="Google Shape;24148;p141"/>
            <p:cNvSpPr/>
            <p:nvPr/>
          </p:nvSpPr>
          <p:spPr>
            <a:xfrm>
              <a:off x="5473585" y="3740827"/>
              <a:ext cx="229944" cy="22806"/>
            </a:xfrm>
            <a:custGeom>
              <a:avLst/>
              <a:gdLst/>
              <a:ahLst/>
              <a:cxnLst/>
              <a:rect l="l" t="t" r="r" b="b"/>
              <a:pathLst>
                <a:path w="7693" h="763" extrusionOk="0">
                  <a:moveTo>
                    <a:pt x="0" y="1"/>
                  </a:moveTo>
                  <a:lnTo>
                    <a:pt x="0" y="763"/>
                  </a:lnTo>
                  <a:lnTo>
                    <a:pt x="7692" y="763"/>
                  </a:lnTo>
                  <a:lnTo>
                    <a:pt x="7692"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9" name="Google Shape;24149;p141"/>
            <p:cNvSpPr/>
            <p:nvPr/>
          </p:nvSpPr>
          <p:spPr>
            <a:xfrm>
              <a:off x="5473585" y="3820544"/>
              <a:ext cx="251285" cy="47017"/>
            </a:xfrm>
            <a:custGeom>
              <a:avLst/>
              <a:gdLst/>
              <a:ahLst/>
              <a:cxnLst/>
              <a:rect l="l" t="t" r="r" b="b"/>
              <a:pathLst>
                <a:path w="8407" h="1573" extrusionOk="0">
                  <a:moveTo>
                    <a:pt x="0" y="1"/>
                  </a:moveTo>
                  <a:lnTo>
                    <a:pt x="0" y="1573"/>
                  </a:lnTo>
                  <a:lnTo>
                    <a:pt x="8407" y="1573"/>
                  </a:lnTo>
                  <a:lnTo>
                    <a:pt x="8407"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0" name="Google Shape;24150;p141"/>
            <p:cNvSpPr/>
            <p:nvPr/>
          </p:nvSpPr>
          <p:spPr>
            <a:xfrm>
              <a:off x="5473585" y="3844038"/>
              <a:ext cx="251285" cy="22806"/>
            </a:xfrm>
            <a:custGeom>
              <a:avLst/>
              <a:gdLst/>
              <a:ahLst/>
              <a:cxnLst/>
              <a:rect l="l" t="t" r="r" b="b"/>
              <a:pathLst>
                <a:path w="8407" h="763" extrusionOk="0">
                  <a:moveTo>
                    <a:pt x="0" y="1"/>
                  </a:moveTo>
                  <a:lnTo>
                    <a:pt x="0" y="763"/>
                  </a:lnTo>
                  <a:lnTo>
                    <a:pt x="8407" y="763"/>
                  </a:lnTo>
                  <a:lnTo>
                    <a:pt x="8407"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1" name="Google Shape;24151;p141"/>
            <p:cNvSpPr/>
            <p:nvPr/>
          </p:nvSpPr>
          <p:spPr>
            <a:xfrm>
              <a:off x="5474990" y="3613405"/>
              <a:ext cx="207885" cy="47017"/>
            </a:xfrm>
            <a:custGeom>
              <a:avLst/>
              <a:gdLst/>
              <a:ahLst/>
              <a:cxnLst/>
              <a:rect l="l" t="t" r="r" b="b"/>
              <a:pathLst>
                <a:path w="6955" h="1573" extrusionOk="0">
                  <a:moveTo>
                    <a:pt x="1" y="1"/>
                  </a:moveTo>
                  <a:lnTo>
                    <a:pt x="1" y="1573"/>
                  </a:lnTo>
                  <a:lnTo>
                    <a:pt x="6955" y="1573"/>
                  </a:lnTo>
                  <a:lnTo>
                    <a:pt x="6955"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2" name="Google Shape;24152;p141"/>
            <p:cNvSpPr/>
            <p:nvPr/>
          </p:nvSpPr>
          <p:spPr>
            <a:xfrm>
              <a:off x="5474990" y="3637616"/>
              <a:ext cx="207885" cy="22806"/>
            </a:xfrm>
            <a:custGeom>
              <a:avLst/>
              <a:gdLst/>
              <a:ahLst/>
              <a:cxnLst/>
              <a:rect l="l" t="t" r="r" b="b"/>
              <a:pathLst>
                <a:path w="6955" h="763" extrusionOk="0">
                  <a:moveTo>
                    <a:pt x="1" y="1"/>
                  </a:moveTo>
                  <a:lnTo>
                    <a:pt x="1" y="763"/>
                  </a:lnTo>
                  <a:lnTo>
                    <a:pt x="6955" y="763"/>
                  </a:lnTo>
                  <a:lnTo>
                    <a:pt x="6955"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3" name="Google Shape;24153;p141"/>
            <p:cNvSpPr/>
            <p:nvPr/>
          </p:nvSpPr>
          <p:spPr>
            <a:xfrm>
              <a:off x="5437986" y="3567852"/>
              <a:ext cx="35629" cy="20684"/>
            </a:xfrm>
            <a:custGeom>
              <a:avLst/>
              <a:gdLst/>
              <a:ahLst/>
              <a:cxnLst/>
              <a:rect l="l" t="t" r="r" b="b"/>
              <a:pathLst>
                <a:path w="1192" h="692" extrusionOk="0">
                  <a:moveTo>
                    <a:pt x="1" y="1"/>
                  </a:moveTo>
                  <a:lnTo>
                    <a:pt x="1" y="691"/>
                  </a:lnTo>
                  <a:lnTo>
                    <a:pt x="1191" y="691"/>
                  </a:lnTo>
                  <a:lnTo>
                    <a:pt x="834"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4" name="Google Shape;24154;p141"/>
            <p:cNvSpPr/>
            <p:nvPr/>
          </p:nvSpPr>
          <p:spPr>
            <a:xfrm>
              <a:off x="5439420" y="3609160"/>
              <a:ext cx="35599" cy="19937"/>
            </a:xfrm>
            <a:custGeom>
              <a:avLst/>
              <a:gdLst/>
              <a:ahLst/>
              <a:cxnLst/>
              <a:rect l="l" t="t" r="r" b="b"/>
              <a:pathLst>
                <a:path w="1191" h="667" extrusionOk="0">
                  <a:moveTo>
                    <a:pt x="0" y="0"/>
                  </a:moveTo>
                  <a:lnTo>
                    <a:pt x="0" y="667"/>
                  </a:lnTo>
                  <a:lnTo>
                    <a:pt x="1191" y="667"/>
                  </a:lnTo>
                  <a:lnTo>
                    <a:pt x="1191"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5" name="Google Shape;24155;p141"/>
            <p:cNvSpPr/>
            <p:nvPr/>
          </p:nvSpPr>
          <p:spPr>
            <a:xfrm>
              <a:off x="5439420" y="3649004"/>
              <a:ext cx="35599" cy="20684"/>
            </a:xfrm>
            <a:custGeom>
              <a:avLst/>
              <a:gdLst/>
              <a:ahLst/>
              <a:cxnLst/>
              <a:rect l="l" t="t" r="r" b="b"/>
              <a:pathLst>
                <a:path w="1191" h="692" extrusionOk="0">
                  <a:moveTo>
                    <a:pt x="0" y="1"/>
                  </a:moveTo>
                  <a:lnTo>
                    <a:pt x="0" y="691"/>
                  </a:lnTo>
                  <a:lnTo>
                    <a:pt x="1191" y="691"/>
                  </a:lnTo>
                  <a:lnTo>
                    <a:pt x="1191"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6" name="Google Shape;24156;p141"/>
            <p:cNvSpPr/>
            <p:nvPr/>
          </p:nvSpPr>
          <p:spPr>
            <a:xfrm>
              <a:off x="5439420" y="3689595"/>
              <a:ext cx="35599" cy="20654"/>
            </a:xfrm>
            <a:custGeom>
              <a:avLst/>
              <a:gdLst/>
              <a:ahLst/>
              <a:cxnLst/>
              <a:rect l="l" t="t" r="r" b="b"/>
              <a:pathLst>
                <a:path w="1191" h="691" extrusionOk="0">
                  <a:moveTo>
                    <a:pt x="0" y="0"/>
                  </a:moveTo>
                  <a:lnTo>
                    <a:pt x="0" y="691"/>
                  </a:lnTo>
                  <a:lnTo>
                    <a:pt x="1191" y="691"/>
                  </a:lnTo>
                  <a:lnTo>
                    <a:pt x="1191"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7" name="Google Shape;24157;p141"/>
            <p:cNvSpPr/>
            <p:nvPr/>
          </p:nvSpPr>
          <p:spPr>
            <a:xfrm>
              <a:off x="5439420" y="3730874"/>
              <a:ext cx="35599" cy="20654"/>
            </a:xfrm>
            <a:custGeom>
              <a:avLst/>
              <a:gdLst/>
              <a:ahLst/>
              <a:cxnLst/>
              <a:rect l="l" t="t" r="r" b="b"/>
              <a:pathLst>
                <a:path w="1191" h="691" extrusionOk="0">
                  <a:moveTo>
                    <a:pt x="0" y="0"/>
                  </a:moveTo>
                  <a:lnTo>
                    <a:pt x="0" y="691"/>
                  </a:lnTo>
                  <a:lnTo>
                    <a:pt x="1191" y="691"/>
                  </a:lnTo>
                  <a:lnTo>
                    <a:pt x="1191"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8" name="Google Shape;24158;p141"/>
            <p:cNvSpPr/>
            <p:nvPr/>
          </p:nvSpPr>
          <p:spPr>
            <a:xfrm>
              <a:off x="5439420" y="3740827"/>
              <a:ext cx="35599" cy="9296"/>
            </a:xfrm>
            <a:custGeom>
              <a:avLst/>
              <a:gdLst/>
              <a:ahLst/>
              <a:cxnLst/>
              <a:rect l="l" t="t" r="r" b="b"/>
              <a:pathLst>
                <a:path w="1191" h="311" extrusionOk="0">
                  <a:moveTo>
                    <a:pt x="0" y="1"/>
                  </a:moveTo>
                  <a:lnTo>
                    <a:pt x="0" y="310"/>
                  </a:lnTo>
                  <a:lnTo>
                    <a:pt x="1191" y="310"/>
                  </a:lnTo>
                  <a:lnTo>
                    <a:pt x="1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9" name="Google Shape;24159;p141"/>
            <p:cNvSpPr/>
            <p:nvPr/>
          </p:nvSpPr>
          <p:spPr>
            <a:xfrm>
              <a:off x="5439420" y="3770717"/>
              <a:ext cx="35599" cy="20684"/>
            </a:xfrm>
            <a:custGeom>
              <a:avLst/>
              <a:gdLst/>
              <a:ahLst/>
              <a:cxnLst/>
              <a:rect l="l" t="t" r="r" b="b"/>
              <a:pathLst>
                <a:path w="1191" h="692" extrusionOk="0">
                  <a:moveTo>
                    <a:pt x="0" y="1"/>
                  </a:moveTo>
                  <a:lnTo>
                    <a:pt x="0" y="691"/>
                  </a:lnTo>
                  <a:lnTo>
                    <a:pt x="1191" y="691"/>
                  </a:lnTo>
                  <a:lnTo>
                    <a:pt x="1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0" name="Google Shape;24160;p141"/>
            <p:cNvSpPr/>
            <p:nvPr/>
          </p:nvSpPr>
          <p:spPr>
            <a:xfrm>
              <a:off x="5439420" y="3810591"/>
              <a:ext cx="35599" cy="20684"/>
            </a:xfrm>
            <a:custGeom>
              <a:avLst/>
              <a:gdLst/>
              <a:ahLst/>
              <a:cxnLst/>
              <a:rect l="l" t="t" r="r" b="b"/>
              <a:pathLst>
                <a:path w="1191" h="692" extrusionOk="0">
                  <a:moveTo>
                    <a:pt x="0" y="0"/>
                  </a:moveTo>
                  <a:lnTo>
                    <a:pt x="0" y="691"/>
                  </a:lnTo>
                  <a:lnTo>
                    <a:pt x="1191" y="691"/>
                  </a:lnTo>
                  <a:lnTo>
                    <a:pt x="1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1" name="Google Shape;24161;p141"/>
            <p:cNvSpPr/>
            <p:nvPr/>
          </p:nvSpPr>
          <p:spPr>
            <a:xfrm>
              <a:off x="5439420" y="3851869"/>
              <a:ext cx="35599" cy="20684"/>
            </a:xfrm>
            <a:custGeom>
              <a:avLst/>
              <a:gdLst/>
              <a:ahLst/>
              <a:cxnLst/>
              <a:rect l="l" t="t" r="r" b="b"/>
              <a:pathLst>
                <a:path w="1191" h="692" extrusionOk="0">
                  <a:moveTo>
                    <a:pt x="0" y="1"/>
                  </a:moveTo>
                  <a:lnTo>
                    <a:pt x="0" y="691"/>
                  </a:lnTo>
                  <a:lnTo>
                    <a:pt x="1191" y="691"/>
                  </a:lnTo>
                  <a:lnTo>
                    <a:pt x="1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2" name="Google Shape;24162;p141"/>
            <p:cNvSpPr/>
            <p:nvPr/>
          </p:nvSpPr>
          <p:spPr>
            <a:xfrm>
              <a:off x="5439420" y="3891743"/>
              <a:ext cx="35599" cy="20654"/>
            </a:xfrm>
            <a:custGeom>
              <a:avLst/>
              <a:gdLst/>
              <a:ahLst/>
              <a:cxnLst/>
              <a:rect l="l" t="t" r="r" b="b"/>
              <a:pathLst>
                <a:path w="1191" h="691" extrusionOk="0">
                  <a:moveTo>
                    <a:pt x="0" y="0"/>
                  </a:moveTo>
                  <a:lnTo>
                    <a:pt x="0" y="691"/>
                  </a:lnTo>
                  <a:lnTo>
                    <a:pt x="834" y="691"/>
                  </a:lnTo>
                  <a:lnTo>
                    <a:pt x="1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3" name="Google Shape;24163;p141"/>
            <p:cNvSpPr/>
            <p:nvPr/>
          </p:nvSpPr>
          <p:spPr>
            <a:xfrm>
              <a:off x="5464319" y="3568569"/>
              <a:ext cx="19967" cy="343825"/>
            </a:xfrm>
            <a:custGeom>
              <a:avLst/>
              <a:gdLst/>
              <a:ahLst/>
              <a:cxnLst/>
              <a:rect l="l" t="t" r="r" b="b"/>
              <a:pathLst>
                <a:path w="668" h="11503" extrusionOk="0">
                  <a:moveTo>
                    <a:pt x="1" y="1"/>
                  </a:moveTo>
                  <a:lnTo>
                    <a:pt x="1" y="11503"/>
                  </a:lnTo>
                  <a:lnTo>
                    <a:pt x="668" y="11503"/>
                  </a:lnTo>
                  <a:lnTo>
                    <a:pt x="668"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4" name="Google Shape;24164;p141"/>
            <p:cNvSpPr/>
            <p:nvPr/>
          </p:nvSpPr>
          <p:spPr>
            <a:xfrm>
              <a:off x="5464319" y="3740827"/>
              <a:ext cx="19967" cy="171569"/>
            </a:xfrm>
            <a:custGeom>
              <a:avLst/>
              <a:gdLst/>
              <a:ahLst/>
              <a:cxnLst/>
              <a:rect l="l" t="t" r="r" b="b"/>
              <a:pathLst>
                <a:path w="668" h="5740" extrusionOk="0">
                  <a:moveTo>
                    <a:pt x="1" y="1"/>
                  </a:moveTo>
                  <a:lnTo>
                    <a:pt x="1" y="5740"/>
                  </a:lnTo>
                  <a:lnTo>
                    <a:pt x="668" y="5740"/>
                  </a:lnTo>
                  <a:lnTo>
                    <a:pt x="668"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5" name="Google Shape;24165;p141"/>
          <p:cNvGrpSpPr/>
          <p:nvPr/>
        </p:nvGrpSpPr>
        <p:grpSpPr>
          <a:xfrm>
            <a:off x="4782742" y="3453174"/>
            <a:ext cx="344543" cy="284764"/>
            <a:chOff x="4744642" y="3605574"/>
            <a:chExt cx="344543" cy="284764"/>
          </a:xfrm>
        </p:grpSpPr>
        <p:sp>
          <p:nvSpPr>
            <p:cNvPr id="24166" name="Google Shape;24166;p141"/>
            <p:cNvSpPr/>
            <p:nvPr/>
          </p:nvSpPr>
          <p:spPr>
            <a:xfrm>
              <a:off x="4980237" y="3713059"/>
              <a:ext cx="64114" cy="168729"/>
            </a:xfrm>
            <a:custGeom>
              <a:avLst/>
              <a:gdLst/>
              <a:ahLst/>
              <a:cxnLst/>
              <a:rect l="l" t="t" r="r" b="b"/>
              <a:pathLst>
                <a:path w="2145" h="5645" extrusionOk="0">
                  <a:moveTo>
                    <a:pt x="1073" y="1"/>
                  </a:moveTo>
                  <a:lnTo>
                    <a:pt x="1" y="977"/>
                  </a:lnTo>
                  <a:lnTo>
                    <a:pt x="1" y="5645"/>
                  </a:lnTo>
                  <a:lnTo>
                    <a:pt x="2144" y="5645"/>
                  </a:lnTo>
                  <a:lnTo>
                    <a:pt x="2144" y="977"/>
                  </a:lnTo>
                  <a:lnTo>
                    <a:pt x="1073"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7" name="Google Shape;24167;p141"/>
            <p:cNvSpPr/>
            <p:nvPr/>
          </p:nvSpPr>
          <p:spPr>
            <a:xfrm>
              <a:off x="4884857" y="3732278"/>
              <a:ext cx="64114" cy="148822"/>
            </a:xfrm>
            <a:custGeom>
              <a:avLst/>
              <a:gdLst/>
              <a:ahLst/>
              <a:cxnLst/>
              <a:rect l="l" t="t" r="r" b="b"/>
              <a:pathLst>
                <a:path w="2145" h="4979" extrusionOk="0">
                  <a:moveTo>
                    <a:pt x="1073" y="1"/>
                  </a:moveTo>
                  <a:lnTo>
                    <a:pt x="1" y="1001"/>
                  </a:lnTo>
                  <a:lnTo>
                    <a:pt x="1" y="4978"/>
                  </a:lnTo>
                  <a:lnTo>
                    <a:pt x="2144" y="4978"/>
                  </a:lnTo>
                  <a:lnTo>
                    <a:pt x="2144" y="1001"/>
                  </a:lnTo>
                  <a:lnTo>
                    <a:pt x="107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8" name="Google Shape;24168;p141"/>
            <p:cNvSpPr/>
            <p:nvPr/>
          </p:nvSpPr>
          <p:spPr>
            <a:xfrm>
              <a:off x="4790195" y="3752933"/>
              <a:ext cx="64084" cy="128168"/>
            </a:xfrm>
            <a:custGeom>
              <a:avLst/>
              <a:gdLst/>
              <a:ahLst/>
              <a:cxnLst/>
              <a:rect l="l" t="t" r="r" b="b"/>
              <a:pathLst>
                <a:path w="2144" h="4288" extrusionOk="0">
                  <a:moveTo>
                    <a:pt x="1072" y="1"/>
                  </a:moveTo>
                  <a:lnTo>
                    <a:pt x="1" y="977"/>
                  </a:lnTo>
                  <a:lnTo>
                    <a:pt x="1" y="4287"/>
                  </a:lnTo>
                  <a:lnTo>
                    <a:pt x="2144" y="4287"/>
                  </a:lnTo>
                  <a:lnTo>
                    <a:pt x="2144" y="977"/>
                  </a:lnTo>
                  <a:lnTo>
                    <a:pt x="1072"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9" name="Google Shape;24169;p141"/>
            <p:cNvSpPr/>
            <p:nvPr/>
          </p:nvSpPr>
          <p:spPr>
            <a:xfrm>
              <a:off x="4790195" y="3699549"/>
              <a:ext cx="64084" cy="56970"/>
            </a:xfrm>
            <a:custGeom>
              <a:avLst/>
              <a:gdLst/>
              <a:ahLst/>
              <a:cxnLst/>
              <a:rect l="l" t="t" r="r" b="b"/>
              <a:pathLst>
                <a:path w="2144" h="1906" extrusionOk="0">
                  <a:moveTo>
                    <a:pt x="1072" y="0"/>
                  </a:moveTo>
                  <a:lnTo>
                    <a:pt x="1" y="977"/>
                  </a:lnTo>
                  <a:lnTo>
                    <a:pt x="1" y="1906"/>
                  </a:lnTo>
                  <a:lnTo>
                    <a:pt x="1072" y="929"/>
                  </a:lnTo>
                  <a:lnTo>
                    <a:pt x="2144" y="1906"/>
                  </a:lnTo>
                  <a:lnTo>
                    <a:pt x="2144" y="977"/>
                  </a:lnTo>
                  <a:lnTo>
                    <a:pt x="1072"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0" name="Google Shape;24170;p141"/>
            <p:cNvSpPr/>
            <p:nvPr/>
          </p:nvSpPr>
          <p:spPr>
            <a:xfrm>
              <a:off x="4790195" y="3646165"/>
              <a:ext cx="64084" cy="56970"/>
            </a:xfrm>
            <a:custGeom>
              <a:avLst/>
              <a:gdLst/>
              <a:ahLst/>
              <a:cxnLst/>
              <a:rect l="l" t="t" r="r" b="b"/>
              <a:pathLst>
                <a:path w="2144" h="1906" extrusionOk="0">
                  <a:moveTo>
                    <a:pt x="1072" y="0"/>
                  </a:moveTo>
                  <a:lnTo>
                    <a:pt x="1" y="977"/>
                  </a:lnTo>
                  <a:lnTo>
                    <a:pt x="1" y="1906"/>
                  </a:lnTo>
                  <a:lnTo>
                    <a:pt x="1072" y="929"/>
                  </a:lnTo>
                  <a:lnTo>
                    <a:pt x="2144" y="1906"/>
                  </a:lnTo>
                  <a:lnTo>
                    <a:pt x="2144" y="977"/>
                  </a:lnTo>
                  <a:lnTo>
                    <a:pt x="1072"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1" name="Google Shape;24171;p141"/>
            <p:cNvSpPr/>
            <p:nvPr/>
          </p:nvSpPr>
          <p:spPr>
            <a:xfrm>
              <a:off x="4822237" y="3646165"/>
              <a:ext cx="32042" cy="56970"/>
            </a:xfrm>
            <a:custGeom>
              <a:avLst/>
              <a:gdLst/>
              <a:ahLst/>
              <a:cxnLst/>
              <a:rect l="l" t="t" r="r" b="b"/>
              <a:pathLst>
                <a:path w="1072" h="1906" extrusionOk="0">
                  <a:moveTo>
                    <a:pt x="0" y="0"/>
                  </a:moveTo>
                  <a:lnTo>
                    <a:pt x="0" y="929"/>
                  </a:lnTo>
                  <a:lnTo>
                    <a:pt x="1072" y="1906"/>
                  </a:lnTo>
                  <a:lnTo>
                    <a:pt x="1072" y="977"/>
                  </a:lnTo>
                  <a:lnTo>
                    <a:pt x="0"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2" name="Google Shape;24172;p141"/>
            <p:cNvSpPr/>
            <p:nvPr/>
          </p:nvSpPr>
          <p:spPr>
            <a:xfrm>
              <a:off x="4820802" y="3699549"/>
              <a:ext cx="32072" cy="56970"/>
            </a:xfrm>
            <a:custGeom>
              <a:avLst/>
              <a:gdLst/>
              <a:ahLst/>
              <a:cxnLst/>
              <a:rect l="l" t="t" r="r" b="b"/>
              <a:pathLst>
                <a:path w="1073" h="1906" extrusionOk="0">
                  <a:moveTo>
                    <a:pt x="1" y="0"/>
                  </a:moveTo>
                  <a:lnTo>
                    <a:pt x="1" y="929"/>
                  </a:lnTo>
                  <a:lnTo>
                    <a:pt x="1072" y="1906"/>
                  </a:lnTo>
                  <a:lnTo>
                    <a:pt x="1072" y="977"/>
                  </a:lnTo>
                  <a:lnTo>
                    <a:pt x="1"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3" name="Google Shape;24173;p141"/>
            <p:cNvSpPr/>
            <p:nvPr/>
          </p:nvSpPr>
          <p:spPr>
            <a:xfrm>
              <a:off x="4820802" y="3752933"/>
              <a:ext cx="32072" cy="128168"/>
            </a:xfrm>
            <a:custGeom>
              <a:avLst/>
              <a:gdLst/>
              <a:ahLst/>
              <a:cxnLst/>
              <a:rect l="l" t="t" r="r" b="b"/>
              <a:pathLst>
                <a:path w="1073" h="4288" extrusionOk="0">
                  <a:moveTo>
                    <a:pt x="1" y="1"/>
                  </a:moveTo>
                  <a:lnTo>
                    <a:pt x="1" y="4287"/>
                  </a:lnTo>
                  <a:lnTo>
                    <a:pt x="1072" y="4287"/>
                  </a:lnTo>
                  <a:lnTo>
                    <a:pt x="1072" y="977"/>
                  </a:lnTo>
                  <a:lnTo>
                    <a:pt x="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4" name="Google Shape;24174;p141"/>
            <p:cNvSpPr/>
            <p:nvPr/>
          </p:nvSpPr>
          <p:spPr>
            <a:xfrm>
              <a:off x="4884857" y="3678894"/>
              <a:ext cx="64114" cy="56970"/>
            </a:xfrm>
            <a:custGeom>
              <a:avLst/>
              <a:gdLst/>
              <a:ahLst/>
              <a:cxnLst/>
              <a:rect l="l" t="t" r="r" b="b"/>
              <a:pathLst>
                <a:path w="2145" h="1906" extrusionOk="0">
                  <a:moveTo>
                    <a:pt x="1073" y="1"/>
                  </a:moveTo>
                  <a:lnTo>
                    <a:pt x="1" y="1001"/>
                  </a:lnTo>
                  <a:lnTo>
                    <a:pt x="1" y="1906"/>
                  </a:lnTo>
                  <a:lnTo>
                    <a:pt x="1073" y="930"/>
                  </a:lnTo>
                  <a:lnTo>
                    <a:pt x="2144" y="1906"/>
                  </a:lnTo>
                  <a:lnTo>
                    <a:pt x="2144" y="1001"/>
                  </a:lnTo>
                  <a:lnTo>
                    <a:pt x="107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5" name="Google Shape;24175;p141"/>
            <p:cNvSpPr/>
            <p:nvPr/>
          </p:nvSpPr>
          <p:spPr>
            <a:xfrm>
              <a:off x="4884857" y="3625510"/>
              <a:ext cx="64114" cy="56970"/>
            </a:xfrm>
            <a:custGeom>
              <a:avLst/>
              <a:gdLst/>
              <a:ahLst/>
              <a:cxnLst/>
              <a:rect l="l" t="t" r="r" b="b"/>
              <a:pathLst>
                <a:path w="2145" h="1906" extrusionOk="0">
                  <a:moveTo>
                    <a:pt x="1073" y="1"/>
                  </a:moveTo>
                  <a:lnTo>
                    <a:pt x="1" y="1001"/>
                  </a:lnTo>
                  <a:lnTo>
                    <a:pt x="1" y="1906"/>
                  </a:lnTo>
                  <a:lnTo>
                    <a:pt x="1073" y="929"/>
                  </a:lnTo>
                  <a:lnTo>
                    <a:pt x="2144" y="1906"/>
                  </a:lnTo>
                  <a:lnTo>
                    <a:pt x="2144" y="1001"/>
                  </a:lnTo>
                  <a:lnTo>
                    <a:pt x="1073"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6" name="Google Shape;24176;p141"/>
            <p:cNvSpPr/>
            <p:nvPr/>
          </p:nvSpPr>
          <p:spPr>
            <a:xfrm>
              <a:off x="4916899" y="3625510"/>
              <a:ext cx="32072" cy="56970"/>
            </a:xfrm>
            <a:custGeom>
              <a:avLst/>
              <a:gdLst/>
              <a:ahLst/>
              <a:cxnLst/>
              <a:rect l="l" t="t" r="r" b="b"/>
              <a:pathLst>
                <a:path w="1073" h="1906" extrusionOk="0">
                  <a:moveTo>
                    <a:pt x="1" y="1"/>
                  </a:moveTo>
                  <a:lnTo>
                    <a:pt x="1" y="929"/>
                  </a:lnTo>
                  <a:lnTo>
                    <a:pt x="1072" y="1906"/>
                  </a:lnTo>
                  <a:lnTo>
                    <a:pt x="1072" y="1001"/>
                  </a:lnTo>
                  <a:lnTo>
                    <a:pt x="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7" name="Google Shape;24177;p141"/>
            <p:cNvSpPr/>
            <p:nvPr/>
          </p:nvSpPr>
          <p:spPr>
            <a:xfrm>
              <a:off x="4916899" y="3678894"/>
              <a:ext cx="32072" cy="56970"/>
            </a:xfrm>
            <a:custGeom>
              <a:avLst/>
              <a:gdLst/>
              <a:ahLst/>
              <a:cxnLst/>
              <a:rect l="l" t="t" r="r" b="b"/>
              <a:pathLst>
                <a:path w="1073" h="1906" extrusionOk="0">
                  <a:moveTo>
                    <a:pt x="1" y="1"/>
                  </a:moveTo>
                  <a:lnTo>
                    <a:pt x="1" y="930"/>
                  </a:lnTo>
                  <a:lnTo>
                    <a:pt x="1072" y="1906"/>
                  </a:lnTo>
                  <a:lnTo>
                    <a:pt x="1072" y="1001"/>
                  </a:lnTo>
                  <a:lnTo>
                    <a:pt x="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8" name="Google Shape;24178;p141"/>
            <p:cNvSpPr/>
            <p:nvPr/>
          </p:nvSpPr>
          <p:spPr>
            <a:xfrm>
              <a:off x="4916899" y="3732278"/>
              <a:ext cx="32072" cy="148822"/>
            </a:xfrm>
            <a:custGeom>
              <a:avLst/>
              <a:gdLst/>
              <a:ahLst/>
              <a:cxnLst/>
              <a:rect l="l" t="t" r="r" b="b"/>
              <a:pathLst>
                <a:path w="1073" h="4979" extrusionOk="0">
                  <a:moveTo>
                    <a:pt x="1" y="1"/>
                  </a:moveTo>
                  <a:lnTo>
                    <a:pt x="1" y="4978"/>
                  </a:lnTo>
                  <a:lnTo>
                    <a:pt x="1072" y="4978"/>
                  </a:lnTo>
                  <a:lnTo>
                    <a:pt x="1072" y="1001"/>
                  </a:lnTo>
                  <a:lnTo>
                    <a:pt x="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9" name="Google Shape;24179;p141"/>
            <p:cNvSpPr/>
            <p:nvPr/>
          </p:nvSpPr>
          <p:spPr>
            <a:xfrm>
              <a:off x="4980237" y="3659675"/>
              <a:ext cx="64114" cy="56970"/>
            </a:xfrm>
            <a:custGeom>
              <a:avLst/>
              <a:gdLst/>
              <a:ahLst/>
              <a:cxnLst/>
              <a:rect l="l" t="t" r="r" b="b"/>
              <a:pathLst>
                <a:path w="2145" h="1906" extrusionOk="0">
                  <a:moveTo>
                    <a:pt x="1073" y="1"/>
                  </a:moveTo>
                  <a:lnTo>
                    <a:pt x="1" y="977"/>
                  </a:lnTo>
                  <a:lnTo>
                    <a:pt x="1" y="1906"/>
                  </a:lnTo>
                  <a:lnTo>
                    <a:pt x="1073" y="930"/>
                  </a:lnTo>
                  <a:lnTo>
                    <a:pt x="2144" y="1906"/>
                  </a:lnTo>
                  <a:lnTo>
                    <a:pt x="2144" y="977"/>
                  </a:lnTo>
                  <a:lnTo>
                    <a:pt x="1073"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0" name="Google Shape;24180;p141"/>
            <p:cNvSpPr/>
            <p:nvPr/>
          </p:nvSpPr>
          <p:spPr>
            <a:xfrm>
              <a:off x="4980237" y="3605574"/>
              <a:ext cx="64114" cy="57000"/>
            </a:xfrm>
            <a:custGeom>
              <a:avLst/>
              <a:gdLst/>
              <a:ahLst/>
              <a:cxnLst/>
              <a:rect l="l" t="t" r="r" b="b"/>
              <a:pathLst>
                <a:path w="2145" h="1907" extrusionOk="0">
                  <a:moveTo>
                    <a:pt x="1073" y="1"/>
                  </a:moveTo>
                  <a:lnTo>
                    <a:pt x="1" y="977"/>
                  </a:lnTo>
                  <a:lnTo>
                    <a:pt x="1" y="1906"/>
                  </a:lnTo>
                  <a:lnTo>
                    <a:pt x="1073" y="906"/>
                  </a:lnTo>
                  <a:lnTo>
                    <a:pt x="2144" y="1906"/>
                  </a:lnTo>
                  <a:lnTo>
                    <a:pt x="2144" y="977"/>
                  </a:lnTo>
                  <a:lnTo>
                    <a:pt x="1073"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1" name="Google Shape;24181;p141"/>
            <p:cNvSpPr/>
            <p:nvPr/>
          </p:nvSpPr>
          <p:spPr>
            <a:xfrm>
              <a:off x="5012279" y="3713059"/>
              <a:ext cx="32072" cy="168729"/>
            </a:xfrm>
            <a:custGeom>
              <a:avLst/>
              <a:gdLst/>
              <a:ahLst/>
              <a:cxnLst/>
              <a:rect l="l" t="t" r="r" b="b"/>
              <a:pathLst>
                <a:path w="1073" h="5645" extrusionOk="0">
                  <a:moveTo>
                    <a:pt x="1" y="1"/>
                  </a:moveTo>
                  <a:lnTo>
                    <a:pt x="1" y="5645"/>
                  </a:lnTo>
                  <a:lnTo>
                    <a:pt x="1072" y="5645"/>
                  </a:lnTo>
                  <a:lnTo>
                    <a:pt x="1072" y="977"/>
                  </a:lnTo>
                  <a:lnTo>
                    <a:pt x="1"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2" name="Google Shape;24182;p141"/>
            <p:cNvSpPr/>
            <p:nvPr/>
          </p:nvSpPr>
          <p:spPr>
            <a:xfrm>
              <a:off x="4744642" y="3869684"/>
              <a:ext cx="343107" cy="20654"/>
            </a:xfrm>
            <a:custGeom>
              <a:avLst/>
              <a:gdLst/>
              <a:ahLst/>
              <a:cxnLst/>
              <a:rect l="l" t="t" r="r" b="b"/>
              <a:pathLst>
                <a:path w="11479" h="691" extrusionOk="0">
                  <a:moveTo>
                    <a:pt x="0" y="0"/>
                  </a:moveTo>
                  <a:lnTo>
                    <a:pt x="0" y="691"/>
                  </a:lnTo>
                  <a:lnTo>
                    <a:pt x="11479" y="691"/>
                  </a:lnTo>
                  <a:lnTo>
                    <a:pt x="11479"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3" name="Google Shape;24183;p141"/>
            <p:cNvSpPr/>
            <p:nvPr/>
          </p:nvSpPr>
          <p:spPr>
            <a:xfrm>
              <a:off x="4916899" y="3869684"/>
              <a:ext cx="172286" cy="20654"/>
            </a:xfrm>
            <a:custGeom>
              <a:avLst/>
              <a:gdLst/>
              <a:ahLst/>
              <a:cxnLst/>
              <a:rect l="l" t="t" r="r" b="b"/>
              <a:pathLst>
                <a:path w="5764" h="691" extrusionOk="0">
                  <a:moveTo>
                    <a:pt x="1" y="0"/>
                  </a:moveTo>
                  <a:lnTo>
                    <a:pt x="1" y="691"/>
                  </a:lnTo>
                  <a:lnTo>
                    <a:pt x="5764" y="691"/>
                  </a:lnTo>
                  <a:lnTo>
                    <a:pt x="576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4" name="Google Shape;24184;p141"/>
            <p:cNvSpPr/>
            <p:nvPr/>
          </p:nvSpPr>
          <p:spPr>
            <a:xfrm>
              <a:off x="5012279" y="3605574"/>
              <a:ext cx="32072" cy="57000"/>
            </a:xfrm>
            <a:custGeom>
              <a:avLst/>
              <a:gdLst/>
              <a:ahLst/>
              <a:cxnLst/>
              <a:rect l="l" t="t" r="r" b="b"/>
              <a:pathLst>
                <a:path w="1073" h="1907" extrusionOk="0">
                  <a:moveTo>
                    <a:pt x="1" y="1"/>
                  </a:moveTo>
                  <a:lnTo>
                    <a:pt x="1" y="906"/>
                  </a:lnTo>
                  <a:lnTo>
                    <a:pt x="1072" y="1906"/>
                  </a:lnTo>
                  <a:lnTo>
                    <a:pt x="1072" y="977"/>
                  </a:lnTo>
                  <a:lnTo>
                    <a:pt x="1"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5" name="Google Shape;24185;p141"/>
            <p:cNvSpPr/>
            <p:nvPr/>
          </p:nvSpPr>
          <p:spPr>
            <a:xfrm>
              <a:off x="5012279" y="3658987"/>
              <a:ext cx="32072" cy="56970"/>
            </a:xfrm>
            <a:custGeom>
              <a:avLst/>
              <a:gdLst/>
              <a:ahLst/>
              <a:cxnLst/>
              <a:rect l="l" t="t" r="r" b="b"/>
              <a:pathLst>
                <a:path w="1073" h="1906" extrusionOk="0">
                  <a:moveTo>
                    <a:pt x="1" y="0"/>
                  </a:moveTo>
                  <a:lnTo>
                    <a:pt x="1" y="905"/>
                  </a:lnTo>
                  <a:lnTo>
                    <a:pt x="1072" y="1905"/>
                  </a:lnTo>
                  <a:lnTo>
                    <a:pt x="1072" y="976"/>
                  </a:lnTo>
                  <a:lnTo>
                    <a:pt x="1"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86" name="Google Shape;24186;p141"/>
          <p:cNvGrpSpPr/>
          <p:nvPr/>
        </p:nvGrpSpPr>
        <p:grpSpPr>
          <a:xfrm>
            <a:off x="4038814" y="3437541"/>
            <a:ext cx="343827" cy="294000"/>
            <a:chOff x="4076914" y="3589941"/>
            <a:chExt cx="343827" cy="294000"/>
          </a:xfrm>
        </p:grpSpPr>
        <p:sp>
          <p:nvSpPr>
            <p:cNvPr id="24187" name="Google Shape;24187;p141"/>
            <p:cNvSpPr/>
            <p:nvPr/>
          </p:nvSpPr>
          <p:spPr>
            <a:xfrm>
              <a:off x="4108956" y="3698114"/>
              <a:ext cx="73350" cy="99683"/>
            </a:xfrm>
            <a:custGeom>
              <a:avLst/>
              <a:gdLst/>
              <a:ahLst/>
              <a:cxnLst/>
              <a:rect l="l" t="t" r="r" b="b"/>
              <a:pathLst>
                <a:path w="2454" h="3335" extrusionOk="0">
                  <a:moveTo>
                    <a:pt x="1905" y="1"/>
                  </a:moveTo>
                  <a:lnTo>
                    <a:pt x="0" y="2978"/>
                  </a:lnTo>
                  <a:lnTo>
                    <a:pt x="548" y="3335"/>
                  </a:lnTo>
                  <a:lnTo>
                    <a:pt x="2453" y="358"/>
                  </a:lnTo>
                  <a:lnTo>
                    <a:pt x="1905"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8" name="Google Shape;24188;p141"/>
            <p:cNvSpPr/>
            <p:nvPr/>
          </p:nvSpPr>
          <p:spPr>
            <a:xfrm>
              <a:off x="4205053" y="3695992"/>
              <a:ext cx="67641" cy="74755"/>
            </a:xfrm>
            <a:custGeom>
              <a:avLst/>
              <a:gdLst/>
              <a:ahLst/>
              <a:cxnLst/>
              <a:rect l="l" t="t" r="r" b="b"/>
              <a:pathLst>
                <a:path w="2263" h="2501" extrusionOk="0">
                  <a:moveTo>
                    <a:pt x="500" y="0"/>
                  </a:moveTo>
                  <a:lnTo>
                    <a:pt x="0" y="453"/>
                  </a:lnTo>
                  <a:lnTo>
                    <a:pt x="1477" y="2167"/>
                  </a:lnTo>
                  <a:lnTo>
                    <a:pt x="1739" y="2501"/>
                  </a:lnTo>
                  <a:lnTo>
                    <a:pt x="2263" y="2048"/>
                  </a:lnTo>
                  <a:lnTo>
                    <a:pt x="1477" y="1143"/>
                  </a:lnTo>
                  <a:lnTo>
                    <a:pt x="500"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9" name="Google Shape;24189;p141"/>
            <p:cNvSpPr/>
            <p:nvPr/>
          </p:nvSpPr>
          <p:spPr>
            <a:xfrm>
              <a:off x="4249171" y="3730156"/>
              <a:ext cx="23523" cy="40591"/>
            </a:xfrm>
            <a:custGeom>
              <a:avLst/>
              <a:gdLst/>
              <a:ahLst/>
              <a:cxnLst/>
              <a:rect l="l" t="t" r="r" b="b"/>
              <a:pathLst>
                <a:path w="787" h="1358" extrusionOk="0">
                  <a:moveTo>
                    <a:pt x="1" y="0"/>
                  </a:moveTo>
                  <a:lnTo>
                    <a:pt x="1" y="1024"/>
                  </a:lnTo>
                  <a:lnTo>
                    <a:pt x="263" y="1358"/>
                  </a:lnTo>
                  <a:lnTo>
                    <a:pt x="787" y="905"/>
                  </a:lnTo>
                  <a:lnTo>
                    <a:pt x="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0" name="Google Shape;24190;p141"/>
            <p:cNvSpPr/>
            <p:nvPr/>
          </p:nvSpPr>
          <p:spPr>
            <a:xfrm>
              <a:off x="4284053" y="3667506"/>
              <a:ext cx="75472" cy="98966"/>
            </a:xfrm>
            <a:custGeom>
              <a:avLst/>
              <a:gdLst/>
              <a:ahLst/>
              <a:cxnLst/>
              <a:rect l="l" t="t" r="r" b="b"/>
              <a:pathLst>
                <a:path w="2525" h="3311" extrusionOk="0">
                  <a:moveTo>
                    <a:pt x="1953" y="1"/>
                  </a:moveTo>
                  <a:lnTo>
                    <a:pt x="1" y="2954"/>
                  </a:lnTo>
                  <a:lnTo>
                    <a:pt x="572" y="3311"/>
                  </a:lnTo>
                  <a:lnTo>
                    <a:pt x="2525" y="358"/>
                  </a:lnTo>
                  <a:lnTo>
                    <a:pt x="195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1" name="Google Shape;24191;p141"/>
            <p:cNvSpPr/>
            <p:nvPr/>
          </p:nvSpPr>
          <p:spPr>
            <a:xfrm>
              <a:off x="4098255" y="3834085"/>
              <a:ext cx="19967" cy="36316"/>
            </a:xfrm>
            <a:custGeom>
              <a:avLst/>
              <a:gdLst/>
              <a:ahLst/>
              <a:cxnLst/>
              <a:rect l="l" t="t" r="r" b="b"/>
              <a:pathLst>
                <a:path w="668" h="1215" extrusionOk="0">
                  <a:moveTo>
                    <a:pt x="1" y="0"/>
                  </a:moveTo>
                  <a:lnTo>
                    <a:pt x="1" y="1215"/>
                  </a:lnTo>
                  <a:lnTo>
                    <a:pt x="668" y="1215"/>
                  </a:lnTo>
                  <a:lnTo>
                    <a:pt x="668"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2" name="Google Shape;24192;p141"/>
            <p:cNvSpPr/>
            <p:nvPr/>
          </p:nvSpPr>
          <p:spPr>
            <a:xfrm>
              <a:off x="4182277" y="3713776"/>
              <a:ext cx="20654" cy="155219"/>
            </a:xfrm>
            <a:custGeom>
              <a:avLst/>
              <a:gdLst/>
              <a:ahLst/>
              <a:cxnLst/>
              <a:rect l="l" t="t" r="r" b="b"/>
              <a:pathLst>
                <a:path w="691" h="5193" extrusionOk="0">
                  <a:moveTo>
                    <a:pt x="0" y="1"/>
                  </a:moveTo>
                  <a:lnTo>
                    <a:pt x="0" y="5192"/>
                  </a:lnTo>
                  <a:lnTo>
                    <a:pt x="691" y="5192"/>
                  </a:lnTo>
                  <a:lnTo>
                    <a:pt x="691"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3" name="Google Shape;24193;p141"/>
            <p:cNvSpPr/>
            <p:nvPr/>
          </p:nvSpPr>
          <p:spPr>
            <a:xfrm>
              <a:off x="4270543" y="3801325"/>
              <a:ext cx="20654" cy="67671"/>
            </a:xfrm>
            <a:custGeom>
              <a:avLst/>
              <a:gdLst/>
              <a:ahLst/>
              <a:cxnLst/>
              <a:rect l="l" t="t" r="r" b="b"/>
              <a:pathLst>
                <a:path w="691" h="2264" extrusionOk="0">
                  <a:moveTo>
                    <a:pt x="0" y="1"/>
                  </a:moveTo>
                  <a:lnTo>
                    <a:pt x="0" y="2263"/>
                  </a:lnTo>
                  <a:lnTo>
                    <a:pt x="691" y="2263"/>
                  </a:lnTo>
                  <a:lnTo>
                    <a:pt x="691"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4" name="Google Shape;24194;p141"/>
            <p:cNvSpPr/>
            <p:nvPr/>
          </p:nvSpPr>
          <p:spPr>
            <a:xfrm>
              <a:off x="4361648" y="3678894"/>
              <a:ext cx="19967" cy="190818"/>
            </a:xfrm>
            <a:custGeom>
              <a:avLst/>
              <a:gdLst/>
              <a:ahLst/>
              <a:cxnLst/>
              <a:rect l="l" t="t" r="r" b="b"/>
              <a:pathLst>
                <a:path w="668" h="6384" extrusionOk="0">
                  <a:moveTo>
                    <a:pt x="0" y="1"/>
                  </a:moveTo>
                  <a:lnTo>
                    <a:pt x="0" y="6383"/>
                  </a:lnTo>
                  <a:lnTo>
                    <a:pt x="667" y="6383"/>
                  </a:lnTo>
                  <a:lnTo>
                    <a:pt x="667"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5" name="Google Shape;24195;p141"/>
            <p:cNvSpPr/>
            <p:nvPr/>
          </p:nvSpPr>
          <p:spPr>
            <a:xfrm>
              <a:off x="4076914" y="3863257"/>
              <a:ext cx="343137" cy="20684"/>
            </a:xfrm>
            <a:custGeom>
              <a:avLst/>
              <a:gdLst/>
              <a:ahLst/>
              <a:cxnLst/>
              <a:rect l="l" t="t" r="r" b="b"/>
              <a:pathLst>
                <a:path w="11480" h="692" extrusionOk="0">
                  <a:moveTo>
                    <a:pt x="1" y="1"/>
                  </a:moveTo>
                  <a:lnTo>
                    <a:pt x="1" y="691"/>
                  </a:lnTo>
                  <a:lnTo>
                    <a:pt x="11479" y="691"/>
                  </a:lnTo>
                  <a:lnTo>
                    <a:pt x="1147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6" name="Google Shape;24196;p141"/>
            <p:cNvSpPr/>
            <p:nvPr/>
          </p:nvSpPr>
          <p:spPr>
            <a:xfrm>
              <a:off x="4248454" y="3863257"/>
              <a:ext cx="171598" cy="20684"/>
            </a:xfrm>
            <a:custGeom>
              <a:avLst/>
              <a:gdLst/>
              <a:ahLst/>
              <a:cxnLst/>
              <a:rect l="l" t="t" r="r" b="b"/>
              <a:pathLst>
                <a:path w="5741" h="692" extrusionOk="0">
                  <a:moveTo>
                    <a:pt x="1" y="1"/>
                  </a:moveTo>
                  <a:lnTo>
                    <a:pt x="1" y="691"/>
                  </a:lnTo>
                  <a:lnTo>
                    <a:pt x="5740" y="691"/>
                  </a:lnTo>
                  <a:lnTo>
                    <a:pt x="574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7" name="Google Shape;24197;p141"/>
            <p:cNvSpPr/>
            <p:nvPr/>
          </p:nvSpPr>
          <p:spPr>
            <a:xfrm>
              <a:off x="4076914" y="3780701"/>
              <a:ext cx="64084" cy="6408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20" y="1667"/>
                    <a:pt x="2120" y="1072"/>
                  </a:cubicBezTo>
                  <a:cubicBezTo>
                    <a:pt x="2144" y="477"/>
                    <a:pt x="1668" y="0"/>
                    <a:pt x="1072"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8" name="Google Shape;24198;p141"/>
            <p:cNvSpPr/>
            <p:nvPr/>
          </p:nvSpPr>
          <p:spPr>
            <a:xfrm>
              <a:off x="4108956" y="3780701"/>
              <a:ext cx="32042" cy="64084"/>
            </a:xfrm>
            <a:custGeom>
              <a:avLst/>
              <a:gdLst/>
              <a:ahLst/>
              <a:cxnLst/>
              <a:rect l="l" t="t" r="r" b="b"/>
              <a:pathLst>
                <a:path w="1072" h="2144" extrusionOk="0">
                  <a:moveTo>
                    <a:pt x="0" y="0"/>
                  </a:moveTo>
                  <a:lnTo>
                    <a:pt x="0" y="2144"/>
                  </a:lnTo>
                  <a:cubicBezTo>
                    <a:pt x="596" y="2144"/>
                    <a:pt x="1072" y="1667"/>
                    <a:pt x="1072" y="1072"/>
                  </a:cubicBezTo>
                  <a:cubicBezTo>
                    <a:pt x="1072" y="477"/>
                    <a:pt x="596"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9" name="Google Shape;24199;p141"/>
            <p:cNvSpPr/>
            <p:nvPr/>
          </p:nvSpPr>
          <p:spPr>
            <a:xfrm>
              <a:off x="4160905" y="3660392"/>
              <a:ext cx="64084" cy="64084"/>
            </a:xfrm>
            <a:custGeom>
              <a:avLst/>
              <a:gdLst/>
              <a:ahLst/>
              <a:cxnLst/>
              <a:rect l="l" t="t" r="r" b="b"/>
              <a:pathLst>
                <a:path w="2144" h="2144" extrusionOk="0">
                  <a:moveTo>
                    <a:pt x="1072" y="1"/>
                  </a:moveTo>
                  <a:cubicBezTo>
                    <a:pt x="477" y="1"/>
                    <a:pt x="1" y="477"/>
                    <a:pt x="1" y="1072"/>
                  </a:cubicBezTo>
                  <a:cubicBezTo>
                    <a:pt x="1" y="1668"/>
                    <a:pt x="477" y="2144"/>
                    <a:pt x="1072" y="2144"/>
                  </a:cubicBezTo>
                  <a:cubicBezTo>
                    <a:pt x="1668" y="2144"/>
                    <a:pt x="2144" y="1668"/>
                    <a:pt x="2144" y="1072"/>
                  </a:cubicBezTo>
                  <a:cubicBezTo>
                    <a:pt x="2144" y="477"/>
                    <a:pt x="1668" y="1"/>
                    <a:pt x="1072"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0" name="Google Shape;24200;p141"/>
            <p:cNvSpPr/>
            <p:nvPr/>
          </p:nvSpPr>
          <p:spPr>
            <a:xfrm>
              <a:off x="4192948" y="3660392"/>
              <a:ext cx="32042" cy="64084"/>
            </a:xfrm>
            <a:custGeom>
              <a:avLst/>
              <a:gdLst/>
              <a:ahLst/>
              <a:cxnLst/>
              <a:rect l="l" t="t" r="r" b="b"/>
              <a:pathLst>
                <a:path w="1072" h="2144" extrusionOk="0">
                  <a:moveTo>
                    <a:pt x="0" y="1"/>
                  </a:moveTo>
                  <a:lnTo>
                    <a:pt x="0" y="2144"/>
                  </a:lnTo>
                  <a:cubicBezTo>
                    <a:pt x="596" y="2144"/>
                    <a:pt x="1072" y="1668"/>
                    <a:pt x="1072" y="1072"/>
                  </a:cubicBezTo>
                  <a:cubicBezTo>
                    <a:pt x="1072" y="477"/>
                    <a:pt x="596" y="1"/>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1" name="Google Shape;24201;p141"/>
            <p:cNvSpPr/>
            <p:nvPr/>
          </p:nvSpPr>
          <p:spPr>
            <a:xfrm>
              <a:off x="4248454" y="3747941"/>
              <a:ext cx="64114" cy="64114"/>
            </a:xfrm>
            <a:custGeom>
              <a:avLst/>
              <a:gdLst/>
              <a:ahLst/>
              <a:cxnLst/>
              <a:rect l="l" t="t" r="r" b="b"/>
              <a:pathLst>
                <a:path w="2145" h="2145" extrusionOk="0">
                  <a:moveTo>
                    <a:pt x="1073" y="1"/>
                  </a:moveTo>
                  <a:cubicBezTo>
                    <a:pt x="477" y="1"/>
                    <a:pt x="1" y="477"/>
                    <a:pt x="1" y="1072"/>
                  </a:cubicBezTo>
                  <a:cubicBezTo>
                    <a:pt x="1" y="1668"/>
                    <a:pt x="477" y="2144"/>
                    <a:pt x="1073" y="2144"/>
                  </a:cubicBezTo>
                  <a:cubicBezTo>
                    <a:pt x="1668" y="2144"/>
                    <a:pt x="2144" y="1668"/>
                    <a:pt x="2144" y="1072"/>
                  </a:cubicBezTo>
                  <a:cubicBezTo>
                    <a:pt x="2144" y="477"/>
                    <a:pt x="1668" y="1"/>
                    <a:pt x="1073"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2" name="Google Shape;24202;p141"/>
            <p:cNvSpPr/>
            <p:nvPr/>
          </p:nvSpPr>
          <p:spPr>
            <a:xfrm>
              <a:off x="4280496" y="3747941"/>
              <a:ext cx="32072" cy="64114"/>
            </a:xfrm>
            <a:custGeom>
              <a:avLst/>
              <a:gdLst/>
              <a:ahLst/>
              <a:cxnLst/>
              <a:rect l="l" t="t" r="r" b="b"/>
              <a:pathLst>
                <a:path w="1073" h="2145" extrusionOk="0">
                  <a:moveTo>
                    <a:pt x="1" y="1"/>
                  </a:moveTo>
                  <a:lnTo>
                    <a:pt x="1" y="2144"/>
                  </a:lnTo>
                  <a:cubicBezTo>
                    <a:pt x="596" y="2144"/>
                    <a:pt x="1072" y="1668"/>
                    <a:pt x="1072" y="1072"/>
                  </a:cubicBezTo>
                  <a:cubicBezTo>
                    <a:pt x="1072" y="477"/>
                    <a:pt x="596"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3" name="Google Shape;24203;p141"/>
            <p:cNvSpPr/>
            <p:nvPr/>
          </p:nvSpPr>
          <p:spPr>
            <a:xfrm>
              <a:off x="4322492" y="3589941"/>
              <a:ext cx="98248" cy="98248"/>
            </a:xfrm>
            <a:custGeom>
              <a:avLst/>
              <a:gdLst/>
              <a:ahLst/>
              <a:cxnLst/>
              <a:rect l="l" t="t" r="r" b="b"/>
              <a:pathLst>
                <a:path w="3287" h="3287" extrusionOk="0">
                  <a:moveTo>
                    <a:pt x="1620" y="0"/>
                  </a:moveTo>
                  <a:cubicBezTo>
                    <a:pt x="715" y="0"/>
                    <a:pt x="1" y="762"/>
                    <a:pt x="1" y="1643"/>
                  </a:cubicBezTo>
                  <a:cubicBezTo>
                    <a:pt x="1" y="2572"/>
                    <a:pt x="739" y="3286"/>
                    <a:pt x="1620" y="3286"/>
                  </a:cubicBezTo>
                  <a:cubicBezTo>
                    <a:pt x="2549" y="3286"/>
                    <a:pt x="3263" y="2548"/>
                    <a:pt x="3263" y="1643"/>
                  </a:cubicBezTo>
                  <a:cubicBezTo>
                    <a:pt x="3287" y="762"/>
                    <a:pt x="2549" y="0"/>
                    <a:pt x="162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4" name="Google Shape;24204;p141"/>
            <p:cNvSpPr/>
            <p:nvPr/>
          </p:nvSpPr>
          <p:spPr>
            <a:xfrm>
              <a:off x="4372319" y="3589941"/>
              <a:ext cx="48422" cy="98966"/>
            </a:xfrm>
            <a:custGeom>
              <a:avLst/>
              <a:gdLst/>
              <a:ahLst/>
              <a:cxnLst/>
              <a:rect l="l" t="t" r="r" b="b"/>
              <a:pathLst>
                <a:path w="1620" h="3311" extrusionOk="0">
                  <a:moveTo>
                    <a:pt x="1" y="0"/>
                  </a:moveTo>
                  <a:lnTo>
                    <a:pt x="1" y="3310"/>
                  </a:lnTo>
                  <a:cubicBezTo>
                    <a:pt x="882" y="3310"/>
                    <a:pt x="1620" y="2596"/>
                    <a:pt x="1620" y="1667"/>
                  </a:cubicBezTo>
                  <a:cubicBezTo>
                    <a:pt x="1620" y="762"/>
                    <a:pt x="882" y="0"/>
                    <a:pt x="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05" name="Google Shape;24205;p141"/>
          <p:cNvGrpSpPr/>
          <p:nvPr/>
        </p:nvGrpSpPr>
        <p:grpSpPr>
          <a:xfrm>
            <a:off x="3325493" y="3405372"/>
            <a:ext cx="222831" cy="343827"/>
            <a:chOff x="3439793" y="3572126"/>
            <a:chExt cx="222831" cy="343827"/>
          </a:xfrm>
        </p:grpSpPr>
        <p:sp>
          <p:nvSpPr>
            <p:cNvPr id="24206" name="Google Shape;24206;p141"/>
            <p:cNvSpPr/>
            <p:nvPr/>
          </p:nvSpPr>
          <p:spPr>
            <a:xfrm>
              <a:off x="3439793" y="3794928"/>
              <a:ext cx="222830" cy="121025"/>
            </a:xfrm>
            <a:custGeom>
              <a:avLst/>
              <a:gdLst/>
              <a:ahLst/>
              <a:cxnLst/>
              <a:rect l="l" t="t" r="r" b="b"/>
              <a:pathLst>
                <a:path w="7455" h="4049" extrusionOk="0">
                  <a:moveTo>
                    <a:pt x="3716" y="1"/>
                  </a:moveTo>
                  <a:lnTo>
                    <a:pt x="1" y="2025"/>
                  </a:lnTo>
                  <a:lnTo>
                    <a:pt x="3716" y="4049"/>
                  </a:lnTo>
                  <a:lnTo>
                    <a:pt x="7455" y="2025"/>
                  </a:lnTo>
                  <a:lnTo>
                    <a:pt x="3716"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7" name="Google Shape;24207;p141"/>
            <p:cNvSpPr/>
            <p:nvPr/>
          </p:nvSpPr>
          <p:spPr>
            <a:xfrm>
              <a:off x="3550836" y="3794211"/>
              <a:ext cx="111789" cy="121742"/>
            </a:xfrm>
            <a:custGeom>
              <a:avLst/>
              <a:gdLst/>
              <a:ahLst/>
              <a:cxnLst/>
              <a:rect l="l" t="t" r="r" b="b"/>
              <a:pathLst>
                <a:path w="3740" h="4073" extrusionOk="0">
                  <a:moveTo>
                    <a:pt x="1" y="1"/>
                  </a:moveTo>
                  <a:lnTo>
                    <a:pt x="1" y="4073"/>
                  </a:lnTo>
                  <a:lnTo>
                    <a:pt x="3740" y="2049"/>
                  </a:lnTo>
                  <a:lnTo>
                    <a:pt x="1"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8" name="Google Shape;24208;p141"/>
            <p:cNvSpPr/>
            <p:nvPr/>
          </p:nvSpPr>
          <p:spPr>
            <a:xfrm>
              <a:off x="3439793" y="3720890"/>
              <a:ext cx="222830" cy="121054"/>
            </a:xfrm>
            <a:custGeom>
              <a:avLst/>
              <a:gdLst/>
              <a:ahLst/>
              <a:cxnLst/>
              <a:rect l="l" t="t" r="r" b="b"/>
              <a:pathLst>
                <a:path w="7455" h="4050" extrusionOk="0">
                  <a:moveTo>
                    <a:pt x="3716" y="1"/>
                  </a:moveTo>
                  <a:lnTo>
                    <a:pt x="1" y="2025"/>
                  </a:lnTo>
                  <a:lnTo>
                    <a:pt x="3716" y="4049"/>
                  </a:lnTo>
                  <a:lnTo>
                    <a:pt x="7455" y="2025"/>
                  </a:lnTo>
                  <a:lnTo>
                    <a:pt x="3716"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9" name="Google Shape;24209;p141"/>
            <p:cNvSpPr/>
            <p:nvPr/>
          </p:nvSpPr>
          <p:spPr>
            <a:xfrm>
              <a:off x="3550836" y="3720203"/>
              <a:ext cx="111789" cy="121742"/>
            </a:xfrm>
            <a:custGeom>
              <a:avLst/>
              <a:gdLst/>
              <a:ahLst/>
              <a:cxnLst/>
              <a:rect l="l" t="t" r="r" b="b"/>
              <a:pathLst>
                <a:path w="3740" h="4073" extrusionOk="0">
                  <a:moveTo>
                    <a:pt x="1" y="0"/>
                  </a:moveTo>
                  <a:lnTo>
                    <a:pt x="1" y="4072"/>
                  </a:lnTo>
                  <a:lnTo>
                    <a:pt x="3740" y="2048"/>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0" name="Google Shape;24210;p141"/>
            <p:cNvSpPr/>
            <p:nvPr/>
          </p:nvSpPr>
          <p:spPr>
            <a:xfrm>
              <a:off x="3439793" y="3646882"/>
              <a:ext cx="222830" cy="121025"/>
            </a:xfrm>
            <a:custGeom>
              <a:avLst/>
              <a:gdLst/>
              <a:ahLst/>
              <a:cxnLst/>
              <a:rect l="l" t="t" r="r" b="b"/>
              <a:pathLst>
                <a:path w="7455" h="4049" extrusionOk="0">
                  <a:moveTo>
                    <a:pt x="3716" y="0"/>
                  </a:moveTo>
                  <a:lnTo>
                    <a:pt x="1" y="2024"/>
                  </a:lnTo>
                  <a:lnTo>
                    <a:pt x="3716" y="4049"/>
                  </a:lnTo>
                  <a:lnTo>
                    <a:pt x="7455" y="2024"/>
                  </a:lnTo>
                  <a:lnTo>
                    <a:pt x="3716"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1" name="Google Shape;24211;p141"/>
            <p:cNvSpPr/>
            <p:nvPr/>
          </p:nvSpPr>
          <p:spPr>
            <a:xfrm>
              <a:off x="3550836" y="3646165"/>
              <a:ext cx="111789" cy="121742"/>
            </a:xfrm>
            <a:custGeom>
              <a:avLst/>
              <a:gdLst/>
              <a:ahLst/>
              <a:cxnLst/>
              <a:rect l="l" t="t" r="r" b="b"/>
              <a:pathLst>
                <a:path w="3740" h="4073" extrusionOk="0">
                  <a:moveTo>
                    <a:pt x="1" y="0"/>
                  </a:moveTo>
                  <a:lnTo>
                    <a:pt x="1" y="4073"/>
                  </a:lnTo>
                  <a:lnTo>
                    <a:pt x="3740" y="2048"/>
                  </a:lnTo>
                  <a:lnTo>
                    <a:pt x="1"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2" name="Google Shape;24212;p141"/>
            <p:cNvSpPr/>
            <p:nvPr/>
          </p:nvSpPr>
          <p:spPr>
            <a:xfrm>
              <a:off x="3439793" y="3573561"/>
              <a:ext cx="222830" cy="121025"/>
            </a:xfrm>
            <a:custGeom>
              <a:avLst/>
              <a:gdLst/>
              <a:ahLst/>
              <a:cxnLst/>
              <a:rect l="l" t="t" r="r" b="b"/>
              <a:pathLst>
                <a:path w="7455" h="4049" extrusionOk="0">
                  <a:moveTo>
                    <a:pt x="3716" y="0"/>
                  </a:moveTo>
                  <a:lnTo>
                    <a:pt x="1" y="2025"/>
                  </a:lnTo>
                  <a:lnTo>
                    <a:pt x="3716" y="4049"/>
                  </a:lnTo>
                  <a:lnTo>
                    <a:pt x="7455" y="2025"/>
                  </a:lnTo>
                  <a:lnTo>
                    <a:pt x="3716"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3" name="Google Shape;24213;p141"/>
            <p:cNvSpPr/>
            <p:nvPr/>
          </p:nvSpPr>
          <p:spPr>
            <a:xfrm>
              <a:off x="3550836" y="3572126"/>
              <a:ext cx="111789" cy="122459"/>
            </a:xfrm>
            <a:custGeom>
              <a:avLst/>
              <a:gdLst/>
              <a:ahLst/>
              <a:cxnLst/>
              <a:rect l="l" t="t" r="r" b="b"/>
              <a:pathLst>
                <a:path w="3740" h="4097" extrusionOk="0">
                  <a:moveTo>
                    <a:pt x="1" y="1"/>
                  </a:moveTo>
                  <a:lnTo>
                    <a:pt x="1" y="4097"/>
                  </a:lnTo>
                  <a:lnTo>
                    <a:pt x="3740" y="2073"/>
                  </a:lnTo>
                  <a:lnTo>
                    <a:pt x="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4" name="Google Shape;24214;p141"/>
          <p:cNvGrpSpPr/>
          <p:nvPr/>
        </p:nvGrpSpPr>
        <p:grpSpPr>
          <a:xfrm>
            <a:off x="2579155" y="3418322"/>
            <a:ext cx="344545" cy="344544"/>
            <a:chOff x="2745732" y="3570722"/>
            <a:chExt cx="344545" cy="344544"/>
          </a:xfrm>
        </p:grpSpPr>
        <p:sp>
          <p:nvSpPr>
            <p:cNvPr id="24215" name="Google Shape;24215;p141"/>
            <p:cNvSpPr/>
            <p:nvPr/>
          </p:nvSpPr>
          <p:spPr>
            <a:xfrm>
              <a:off x="2893808" y="3570722"/>
              <a:ext cx="49139" cy="65489"/>
            </a:xfrm>
            <a:custGeom>
              <a:avLst/>
              <a:gdLst/>
              <a:ahLst/>
              <a:cxnLst/>
              <a:rect l="l" t="t" r="r" b="b"/>
              <a:pathLst>
                <a:path w="1644" h="2191" extrusionOk="0">
                  <a:moveTo>
                    <a:pt x="0" y="0"/>
                  </a:moveTo>
                  <a:lnTo>
                    <a:pt x="0" y="2191"/>
                  </a:lnTo>
                  <a:lnTo>
                    <a:pt x="1643" y="2191"/>
                  </a:lnTo>
                  <a:lnTo>
                    <a:pt x="1643"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6" name="Google Shape;24216;p141"/>
            <p:cNvSpPr/>
            <p:nvPr/>
          </p:nvSpPr>
          <p:spPr>
            <a:xfrm>
              <a:off x="2918707" y="3570722"/>
              <a:ext cx="24958" cy="65489"/>
            </a:xfrm>
            <a:custGeom>
              <a:avLst/>
              <a:gdLst/>
              <a:ahLst/>
              <a:cxnLst/>
              <a:rect l="l" t="t" r="r" b="b"/>
              <a:pathLst>
                <a:path w="835" h="2191" extrusionOk="0">
                  <a:moveTo>
                    <a:pt x="1" y="0"/>
                  </a:moveTo>
                  <a:lnTo>
                    <a:pt x="1" y="2191"/>
                  </a:lnTo>
                  <a:lnTo>
                    <a:pt x="834" y="2191"/>
                  </a:lnTo>
                  <a:lnTo>
                    <a:pt x="8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7" name="Google Shape;24217;p141"/>
            <p:cNvSpPr/>
            <p:nvPr/>
          </p:nvSpPr>
          <p:spPr>
            <a:xfrm>
              <a:off x="2893808" y="3610476"/>
              <a:ext cx="49139" cy="245696"/>
            </a:xfrm>
            <a:custGeom>
              <a:avLst/>
              <a:gdLst/>
              <a:ahLst/>
              <a:cxnLst/>
              <a:rect l="l" t="t" r="r" b="b"/>
              <a:pathLst>
                <a:path w="1644" h="8220" extrusionOk="0">
                  <a:moveTo>
                    <a:pt x="842" y="1"/>
                  </a:moveTo>
                  <a:cubicBezTo>
                    <a:pt x="823" y="1"/>
                    <a:pt x="805" y="2"/>
                    <a:pt x="786" y="4"/>
                  </a:cubicBezTo>
                  <a:cubicBezTo>
                    <a:pt x="334" y="27"/>
                    <a:pt x="0" y="385"/>
                    <a:pt x="0" y="837"/>
                  </a:cubicBezTo>
                  <a:lnTo>
                    <a:pt x="0" y="8220"/>
                  </a:lnTo>
                  <a:lnTo>
                    <a:pt x="1643" y="8220"/>
                  </a:lnTo>
                  <a:lnTo>
                    <a:pt x="1643" y="837"/>
                  </a:lnTo>
                  <a:cubicBezTo>
                    <a:pt x="1643" y="623"/>
                    <a:pt x="1548" y="432"/>
                    <a:pt x="1405" y="242"/>
                  </a:cubicBezTo>
                  <a:cubicBezTo>
                    <a:pt x="1253" y="111"/>
                    <a:pt x="1041" y="1"/>
                    <a:pt x="842"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8" name="Google Shape;24218;p141"/>
            <p:cNvSpPr/>
            <p:nvPr/>
          </p:nvSpPr>
          <p:spPr>
            <a:xfrm>
              <a:off x="2918707" y="3610565"/>
              <a:ext cx="24958" cy="245606"/>
            </a:xfrm>
            <a:custGeom>
              <a:avLst/>
              <a:gdLst/>
              <a:ahLst/>
              <a:cxnLst/>
              <a:rect l="l" t="t" r="r" b="b"/>
              <a:pathLst>
                <a:path w="835" h="8217" extrusionOk="0">
                  <a:moveTo>
                    <a:pt x="1" y="1"/>
                  </a:moveTo>
                  <a:lnTo>
                    <a:pt x="1" y="8217"/>
                  </a:lnTo>
                  <a:lnTo>
                    <a:pt x="834" y="8217"/>
                  </a:lnTo>
                  <a:lnTo>
                    <a:pt x="834" y="834"/>
                  </a:lnTo>
                  <a:cubicBezTo>
                    <a:pt x="834" y="620"/>
                    <a:pt x="739" y="429"/>
                    <a:pt x="596" y="239"/>
                  </a:cubicBezTo>
                  <a:cubicBezTo>
                    <a:pt x="453" y="96"/>
                    <a:pt x="239"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9" name="Google Shape;24219;p141"/>
            <p:cNvSpPr/>
            <p:nvPr/>
          </p:nvSpPr>
          <p:spPr>
            <a:xfrm>
              <a:off x="2873154" y="3826253"/>
              <a:ext cx="89012" cy="89012"/>
            </a:xfrm>
            <a:custGeom>
              <a:avLst/>
              <a:gdLst/>
              <a:ahLst/>
              <a:cxnLst/>
              <a:rect l="l" t="t" r="r" b="b"/>
              <a:pathLst>
                <a:path w="2978" h="2978" extrusionOk="0">
                  <a:moveTo>
                    <a:pt x="1501" y="0"/>
                  </a:moveTo>
                  <a:cubicBezTo>
                    <a:pt x="667" y="0"/>
                    <a:pt x="1" y="667"/>
                    <a:pt x="1" y="1477"/>
                  </a:cubicBezTo>
                  <a:cubicBezTo>
                    <a:pt x="1" y="2310"/>
                    <a:pt x="667" y="2977"/>
                    <a:pt x="1501" y="2977"/>
                  </a:cubicBezTo>
                  <a:cubicBezTo>
                    <a:pt x="2334" y="2977"/>
                    <a:pt x="2977" y="2287"/>
                    <a:pt x="2977" y="1477"/>
                  </a:cubicBezTo>
                  <a:cubicBezTo>
                    <a:pt x="2977" y="643"/>
                    <a:pt x="2334" y="0"/>
                    <a:pt x="1501"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0" name="Google Shape;24220;p141"/>
            <p:cNvSpPr/>
            <p:nvPr/>
          </p:nvSpPr>
          <p:spPr>
            <a:xfrm>
              <a:off x="2917990" y="3826941"/>
              <a:ext cx="44177" cy="88325"/>
            </a:xfrm>
            <a:custGeom>
              <a:avLst/>
              <a:gdLst/>
              <a:ahLst/>
              <a:cxnLst/>
              <a:rect l="l" t="t" r="r" b="b"/>
              <a:pathLst>
                <a:path w="1478" h="2955" extrusionOk="0">
                  <a:moveTo>
                    <a:pt x="46" y="1"/>
                  </a:moveTo>
                  <a:cubicBezTo>
                    <a:pt x="31" y="1"/>
                    <a:pt x="16" y="1"/>
                    <a:pt x="1" y="1"/>
                  </a:cubicBezTo>
                  <a:lnTo>
                    <a:pt x="1" y="2954"/>
                  </a:lnTo>
                  <a:cubicBezTo>
                    <a:pt x="834" y="2954"/>
                    <a:pt x="1477" y="2264"/>
                    <a:pt x="1477" y="1454"/>
                  </a:cubicBezTo>
                  <a:cubicBezTo>
                    <a:pt x="1477" y="635"/>
                    <a:pt x="857" y="1"/>
                    <a:pt x="4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1" name="Google Shape;24221;p141"/>
            <p:cNvSpPr/>
            <p:nvPr/>
          </p:nvSpPr>
          <p:spPr>
            <a:xfrm>
              <a:off x="3021918" y="3570722"/>
              <a:ext cx="49139" cy="114628"/>
            </a:xfrm>
            <a:custGeom>
              <a:avLst/>
              <a:gdLst/>
              <a:ahLst/>
              <a:cxnLst/>
              <a:rect l="l" t="t" r="r" b="b"/>
              <a:pathLst>
                <a:path w="1644" h="3835" extrusionOk="0">
                  <a:moveTo>
                    <a:pt x="1" y="0"/>
                  </a:moveTo>
                  <a:lnTo>
                    <a:pt x="1" y="3834"/>
                  </a:lnTo>
                  <a:lnTo>
                    <a:pt x="1644" y="3834"/>
                  </a:lnTo>
                  <a:lnTo>
                    <a:pt x="1644"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2" name="Google Shape;24222;p141"/>
            <p:cNvSpPr/>
            <p:nvPr/>
          </p:nvSpPr>
          <p:spPr>
            <a:xfrm>
              <a:off x="3046129" y="3570722"/>
              <a:ext cx="24928" cy="114628"/>
            </a:xfrm>
            <a:custGeom>
              <a:avLst/>
              <a:gdLst/>
              <a:ahLst/>
              <a:cxnLst/>
              <a:rect l="l" t="t" r="r" b="b"/>
              <a:pathLst>
                <a:path w="834" h="3835" extrusionOk="0">
                  <a:moveTo>
                    <a:pt x="0" y="0"/>
                  </a:moveTo>
                  <a:lnTo>
                    <a:pt x="0" y="3834"/>
                  </a:lnTo>
                  <a:lnTo>
                    <a:pt x="834" y="3834"/>
                  </a:lnTo>
                  <a:lnTo>
                    <a:pt x="8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3" name="Google Shape;24223;p141"/>
            <p:cNvSpPr/>
            <p:nvPr/>
          </p:nvSpPr>
          <p:spPr>
            <a:xfrm>
              <a:off x="3021918" y="3659585"/>
              <a:ext cx="49139" cy="196587"/>
            </a:xfrm>
            <a:custGeom>
              <a:avLst/>
              <a:gdLst/>
              <a:ahLst/>
              <a:cxnLst/>
              <a:rect l="l" t="t" r="r" b="b"/>
              <a:pathLst>
                <a:path w="1644" h="6577" extrusionOk="0">
                  <a:moveTo>
                    <a:pt x="825" y="1"/>
                  </a:moveTo>
                  <a:cubicBezTo>
                    <a:pt x="804" y="1"/>
                    <a:pt x="783" y="2"/>
                    <a:pt x="763" y="4"/>
                  </a:cubicBezTo>
                  <a:cubicBezTo>
                    <a:pt x="334" y="28"/>
                    <a:pt x="1" y="385"/>
                    <a:pt x="1" y="837"/>
                  </a:cubicBezTo>
                  <a:lnTo>
                    <a:pt x="1" y="6577"/>
                  </a:lnTo>
                  <a:lnTo>
                    <a:pt x="1644" y="6577"/>
                  </a:lnTo>
                  <a:lnTo>
                    <a:pt x="1644" y="837"/>
                  </a:lnTo>
                  <a:cubicBezTo>
                    <a:pt x="1644" y="623"/>
                    <a:pt x="1549" y="409"/>
                    <a:pt x="1406" y="242"/>
                  </a:cubicBezTo>
                  <a:cubicBezTo>
                    <a:pt x="1254" y="111"/>
                    <a:pt x="1042" y="1"/>
                    <a:pt x="825"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4" name="Google Shape;24224;p141"/>
            <p:cNvSpPr/>
            <p:nvPr/>
          </p:nvSpPr>
          <p:spPr>
            <a:xfrm>
              <a:off x="3046129" y="3660392"/>
              <a:ext cx="24928" cy="195779"/>
            </a:xfrm>
            <a:custGeom>
              <a:avLst/>
              <a:gdLst/>
              <a:ahLst/>
              <a:cxnLst/>
              <a:rect l="l" t="t" r="r" b="b"/>
              <a:pathLst>
                <a:path w="834" h="6550" extrusionOk="0">
                  <a:moveTo>
                    <a:pt x="0" y="1"/>
                  </a:moveTo>
                  <a:lnTo>
                    <a:pt x="0" y="6550"/>
                  </a:lnTo>
                  <a:lnTo>
                    <a:pt x="834" y="6550"/>
                  </a:lnTo>
                  <a:lnTo>
                    <a:pt x="834" y="810"/>
                  </a:lnTo>
                  <a:cubicBezTo>
                    <a:pt x="834" y="596"/>
                    <a:pt x="739" y="382"/>
                    <a:pt x="596" y="239"/>
                  </a:cubicBezTo>
                  <a:cubicBezTo>
                    <a:pt x="453" y="96"/>
                    <a:pt x="239" y="1"/>
                    <a:pt x="0"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5" name="Google Shape;24225;p141"/>
            <p:cNvSpPr/>
            <p:nvPr/>
          </p:nvSpPr>
          <p:spPr>
            <a:xfrm>
              <a:off x="3001294" y="3826253"/>
              <a:ext cx="88983" cy="89012"/>
            </a:xfrm>
            <a:custGeom>
              <a:avLst/>
              <a:gdLst/>
              <a:ahLst/>
              <a:cxnLst/>
              <a:rect l="l" t="t" r="r" b="b"/>
              <a:pathLst>
                <a:path w="2977" h="2978" extrusionOk="0">
                  <a:moveTo>
                    <a:pt x="1500" y="0"/>
                  </a:moveTo>
                  <a:cubicBezTo>
                    <a:pt x="667" y="0"/>
                    <a:pt x="0" y="667"/>
                    <a:pt x="0" y="1477"/>
                  </a:cubicBezTo>
                  <a:cubicBezTo>
                    <a:pt x="0" y="2310"/>
                    <a:pt x="691" y="2977"/>
                    <a:pt x="1500" y="2977"/>
                  </a:cubicBezTo>
                  <a:cubicBezTo>
                    <a:pt x="2334" y="2977"/>
                    <a:pt x="2977" y="2287"/>
                    <a:pt x="2977" y="1477"/>
                  </a:cubicBezTo>
                  <a:cubicBezTo>
                    <a:pt x="2977" y="643"/>
                    <a:pt x="2334" y="0"/>
                    <a:pt x="1500"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6" name="Google Shape;24226;p141"/>
            <p:cNvSpPr/>
            <p:nvPr/>
          </p:nvSpPr>
          <p:spPr>
            <a:xfrm>
              <a:off x="3046129" y="3826941"/>
              <a:ext cx="44148" cy="88325"/>
            </a:xfrm>
            <a:custGeom>
              <a:avLst/>
              <a:gdLst/>
              <a:ahLst/>
              <a:cxnLst/>
              <a:rect l="l" t="t" r="r" b="b"/>
              <a:pathLst>
                <a:path w="1477" h="2955" extrusionOk="0">
                  <a:moveTo>
                    <a:pt x="45" y="1"/>
                  </a:moveTo>
                  <a:cubicBezTo>
                    <a:pt x="30" y="1"/>
                    <a:pt x="15" y="1"/>
                    <a:pt x="0" y="1"/>
                  </a:cubicBezTo>
                  <a:lnTo>
                    <a:pt x="0" y="2954"/>
                  </a:lnTo>
                  <a:cubicBezTo>
                    <a:pt x="834" y="2954"/>
                    <a:pt x="1477" y="2264"/>
                    <a:pt x="1477" y="1454"/>
                  </a:cubicBezTo>
                  <a:cubicBezTo>
                    <a:pt x="1477" y="635"/>
                    <a:pt x="857" y="1"/>
                    <a:pt x="4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7" name="Google Shape;24227;p141"/>
            <p:cNvSpPr/>
            <p:nvPr/>
          </p:nvSpPr>
          <p:spPr>
            <a:xfrm>
              <a:off x="2766386" y="3570722"/>
              <a:ext cx="49139" cy="163020"/>
            </a:xfrm>
            <a:custGeom>
              <a:avLst/>
              <a:gdLst/>
              <a:ahLst/>
              <a:cxnLst/>
              <a:rect l="l" t="t" r="r" b="b"/>
              <a:pathLst>
                <a:path w="1644" h="5454" extrusionOk="0">
                  <a:moveTo>
                    <a:pt x="0" y="0"/>
                  </a:moveTo>
                  <a:lnTo>
                    <a:pt x="0" y="5454"/>
                  </a:lnTo>
                  <a:lnTo>
                    <a:pt x="1644" y="5454"/>
                  </a:lnTo>
                  <a:lnTo>
                    <a:pt x="1644"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8" name="Google Shape;24228;p141"/>
            <p:cNvSpPr/>
            <p:nvPr/>
          </p:nvSpPr>
          <p:spPr>
            <a:xfrm>
              <a:off x="2790597" y="3570722"/>
              <a:ext cx="24928" cy="163020"/>
            </a:xfrm>
            <a:custGeom>
              <a:avLst/>
              <a:gdLst/>
              <a:ahLst/>
              <a:cxnLst/>
              <a:rect l="l" t="t" r="r" b="b"/>
              <a:pathLst>
                <a:path w="834" h="5454" extrusionOk="0">
                  <a:moveTo>
                    <a:pt x="0" y="0"/>
                  </a:moveTo>
                  <a:lnTo>
                    <a:pt x="0" y="5454"/>
                  </a:lnTo>
                  <a:lnTo>
                    <a:pt x="834" y="5454"/>
                  </a:lnTo>
                  <a:lnTo>
                    <a:pt x="8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9" name="Google Shape;24229;p141"/>
            <p:cNvSpPr/>
            <p:nvPr/>
          </p:nvSpPr>
          <p:spPr>
            <a:xfrm>
              <a:off x="2766386" y="3708486"/>
              <a:ext cx="49139" cy="147686"/>
            </a:xfrm>
            <a:custGeom>
              <a:avLst/>
              <a:gdLst/>
              <a:ahLst/>
              <a:cxnLst/>
              <a:rect l="l" t="t" r="r" b="b"/>
              <a:pathLst>
                <a:path w="1644" h="4941" extrusionOk="0">
                  <a:moveTo>
                    <a:pt x="894" y="0"/>
                  </a:moveTo>
                  <a:cubicBezTo>
                    <a:pt x="858" y="0"/>
                    <a:pt x="822" y="4"/>
                    <a:pt x="786" y="11"/>
                  </a:cubicBezTo>
                  <a:cubicBezTo>
                    <a:pt x="334" y="35"/>
                    <a:pt x="0" y="392"/>
                    <a:pt x="0" y="845"/>
                  </a:cubicBezTo>
                  <a:lnTo>
                    <a:pt x="0" y="4941"/>
                  </a:lnTo>
                  <a:lnTo>
                    <a:pt x="1644" y="4941"/>
                  </a:lnTo>
                  <a:lnTo>
                    <a:pt x="1644" y="845"/>
                  </a:lnTo>
                  <a:cubicBezTo>
                    <a:pt x="1644" y="606"/>
                    <a:pt x="1548" y="416"/>
                    <a:pt x="1405" y="249"/>
                  </a:cubicBezTo>
                  <a:cubicBezTo>
                    <a:pt x="1284" y="108"/>
                    <a:pt x="1094" y="0"/>
                    <a:pt x="894"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0" name="Google Shape;24230;p141"/>
            <p:cNvSpPr/>
            <p:nvPr/>
          </p:nvSpPr>
          <p:spPr>
            <a:xfrm>
              <a:off x="2790597" y="3708815"/>
              <a:ext cx="24928" cy="147358"/>
            </a:xfrm>
            <a:custGeom>
              <a:avLst/>
              <a:gdLst/>
              <a:ahLst/>
              <a:cxnLst/>
              <a:rect l="l" t="t" r="r" b="b"/>
              <a:pathLst>
                <a:path w="834" h="4930" extrusionOk="0">
                  <a:moveTo>
                    <a:pt x="0" y="0"/>
                  </a:moveTo>
                  <a:lnTo>
                    <a:pt x="0" y="4930"/>
                  </a:lnTo>
                  <a:lnTo>
                    <a:pt x="834" y="4930"/>
                  </a:lnTo>
                  <a:lnTo>
                    <a:pt x="834" y="834"/>
                  </a:lnTo>
                  <a:cubicBezTo>
                    <a:pt x="834" y="595"/>
                    <a:pt x="738" y="405"/>
                    <a:pt x="595" y="238"/>
                  </a:cubicBezTo>
                  <a:cubicBezTo>
                    <a:pt x="453" y="71"/>
                    <a:pt x="238" y="0"/>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1" name="Google Shape;24231;p141"/>
            <p:cNvSpPr/>
            <p:nvPr/>
          </p:nvSpPr>
          <p:spPr>
            <a:xfrm>
              <a:off x="2745732" y="3826253"/>
              <a:ext cx="89012" cy="89012"/>
            </a:xfrm>
            <a:custGeom>
              <a:avLst/>
              <a:gdLst/>
              <a:ahLst/>
              <a:cxnLst/>
              <a:rect l="l" t="t" r="r" b="b"/>
              <a:pathLst>
                <a:path w="2978" h="2978" extrusionOk="0">
                  <a:moveTo>
                    <a:pt x="1501" y="0"/>
                  </a:moveTo>
                  <a:cubicBezTo>
                    <a:pt x="668" y="0"/>
                    <a:pt x="1" y="667"/>
                    <a:pt x="1" y="1477"/>
                  </a:cubicBezTo>
                  <a:cubicBezTo>
                    <a:pt x="1" y="2310"/>
                    <a:pt x="668" y="2977"/>
                    <a:pt x="1501" y="2977"/>
                  </a:cubicBezTo>
                  <a:cubicBezTo>
                    <a:pt x="2335" y="2977"/>
                    <a:pt x="2978" y="2287"/>
                    <a:pt x="2978" y="1477"/>
                  </a:cubicBezTo>
                  <a:cubicBezTo>
                    <a:pt x="2978" y="643"/>
                    <a:pt x="2335" y="0"/>
                    <a:pt x="1501"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2" name="Google Shape;24232;p141"/>
            <p:cNvSpPr/>
            <p:nvPr/>
          </p:nvSpPr>
          <p:spPr>
            <a:xfrm>
              <a:off x="2790597" y="3826941"/>
              <a:ext cx="44148" cy="88325"/>
            </a:xfrm>
            <a:custGeom>
              <a:avLst/>
              <a:gdLst/>
              <a:ahLst/>
              <a:cxnLst/>
              <a:rect l="l" t="t" r="r" b="b"/>
              <a:pathLst>
                <a:path w="1477" h="2955" extrusionOk="0">
                  <a:moveTo>
                    <a:pt x="45" y="1"/>
                  </a:moveTo>
                  <a:cubicBezTo>
                    <a:pt x="30" y="1"/>
                    <a:pt x="15" y="1"/>
                    <a:pt x="0" y="1"/>
                  </a:cubicBezTo>
                  <a:lnTo>
                    <a:pt x="0" y="2954"/>
                  </a:lnTo>
                  <a:cubicBezTo>
                    <a:pt x="834" y="2954"/>
                    <a:pt x="1477" y="2264"/>
                    <a:pt x="1477" y="1454"/>
                  </a:cubicBezTo>
                  <a:cubicBezTo>
                    <a:pt x="1477" y="635"/>
                    <a:pt x="857" y="1"/>
                    <a:pt x="45"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33" name="Google Shape;24233;p141"/>
          <p:cNvGrpSpPr/>
          <p:nvPr/>
        </p:nvGrpSpPr>
        <p:grpSpPr>
          <a:xfrm>
            <a:off x="1818367" y="3414224"/>
            <a:ext cx="343110" cy="343856"/>
            <a:chOff x="2065928" y="3571409"/>
            <a:chExt cx="343110" cy="343856"/>
          </a:xfrm>
        </p:grpSpPr>
        <p:sp>
          <p:nvSpPr>
            <p:cNvPr id="24234" name="Google Shape;24234;p141"/>
            <p:cNvSpPr/>
            <p:nvPr/>
          </p:nvSpPr>
          <p:spPr>
            <a:xfrm>
              <a:off x="2065928" y="3646165"/>
              <a:ext cx="56970" cy="96844"/>
            </a:xfrm>
            <a:custGeom>
              <a:avLst/>
              <a:gdLst/>
              <a:ahLst/>
              <a:cxnLst/>
              <a:rect l="l" t="t" r="r" b="b"/>
              <a:pathLst>
                <a:path w="1906" h="3240" extrusionOk="0">
                  <a:moveTo>
                    <a:pt x="0" y="0"/>
                  </a:moveTo>
                  <a:lnTo>
                    <a:pt x="0" y="3239"/>
                  </a:lnTo>
                  <a:lnTo>
                    <a:pt x="1905" y="3239"/>
                  </a:lnTo>
                  <a:lnTo>
                    <a:pt x="1619"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5" name="Google Shape;24235;p141"/>
            <p:cNvSpPr/>
            <p:nvPr/>
          </p:nvSpPr>
          <p:spPr>
            <a:xfrm>
              <a:off x="2089392" y="3646165"/>
              <a:ext cx="33507" cy="96844"/>
            </a:xfrm>
            <a:custGeom>
              <a:avLst/>
              <a:gdLst/>
              <a:ahLst/>
              <a:cxnLst/>
              <a:rect l="l" t="t" r="r" b="b"/>
              <a:pathLst>
                <a:path w="1121" h="3240" extrusionOk="0">
                  <a:moveTo>
                    <a:pt x="1" y="0"/>
                  </a:moveTo>
                  <a:lnTo>
                    <a:pt x="1" y="3239"/>
                  </a:lnTo>
                  <a:lnTo>
                    <a:pt x="1120" y="3239"/>
                  </a:lnTo>
                  <a:lnTo>
                    <a:pt x="8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6" name="Google Shape;24236;p141"/>
            <p:cNvSpPr/>
            <p:nvPr/>
          </p:nvSpPr>
          <p:spPr>
            <a:xfrm>
              <a:off x="2153477" y="3621953"/>
              <a:ext cx="69076" cy="121054"/>
            </a:xfrm>
            <a:custGeom>
              <a:avLst/>
              <a:gdLst/>
              <a:ahLst/>
              <a:cxnLst/>
              <a:rect l="l" t="t" r="r" b="b"/>
              <a:pathLst>
                <a:path w="2311" h="4050" extrusionOk="0">
                  <a:moveTo>
                    <a:pt x="334" y="1"/>
                  </a:moveTo>
                  <a:lnTo>
                    <a:pt x="0" y="4049"/>
                  </a:lnTo>
                  <a:lnTo>
                    <a:pt x="2310" y="4049"/>
                  </a:lnTo>
                  <a:lnTo>
                    <a:pt x="1977"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7" name="Google Shape;24237;p141"/>
            <p:cNvSpPr/>
            <p:nvPr/>
          </p:nvSpPr>
          <p:spPr>
            <a:xfrm>
              <a:off x="2188359" y="3621953"/>
              <a:ext cx="34194" cy="121054"/>
            </a:xfrm>
            <a:custGeom>
              <a:avLst/>
              <a:gdLst/>
              <a:ahLst/>
              <a:cxnLst/>
              <a:rect l="l" t="t" r="r" b="b"/>
              <a:pathLst>
                <a:path w="1144" h="4050" extrusionOk="0">
                  <a:moveTo>
                    <a:pt x="0" y="1"/>
                  </a:moveTo>
                  <a:lnTo>
                    <a:pt x="0" y="4049"/>
                  </a:lnTo>
                  <a:lnTo>
                    <a:pt x="1143" y="4049"/>
                  </a:lnTo>
                  <a:lnTo>
                    <a:pt x="83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8" name="Google Shape;24238;p141"/>
            <p:cNvSpPr/>
            <p:nvPr/>
          </p:nvSpPr>
          <p:spPr>
            <a:xfrm>
              <a:off x="2115038" y="3599894"/>
              <a:ext cx="48422" cy="144518"/>
            </a:xfrm>
            <a:custGeom>
              <a:avLst/>
              <a:gdLst/>
              <a:ahLst/>
              <a:cxnLst/>
              <a:rect l="l" t="t" r="r" b="b"/>
              <a:pathLst>
                <a:path w="1620" h="4835" extrusionOk="0">
                  <a:moveTo>
                    <a:pt x="0" y="0"/>
                  </a:moveTo>
                  <a:lnTo>
                    <a:pt x="0" y="4835"/>
                  </a:lnTo>
                  <a:lnTo>
                    <a:pt x="1620" y="4835"/>
                  </a:lnTo>
                  <a:lnTo>
                    <a:pt x="1620"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9" name="Google Shape;24239;p141"/>
            <p:cNvSpPr/>
            <p:nvPr/>
          </p:nvSpPr>
          <p:spPr>
            <a:xfrm>
              <a:off x="2138532" y="3599894"/>
              <a:ext cx="24928" cy="144518"/>
            </a:xfrm>
            <a:custGeom>
              <a:avLst/>
              <a:gdLst/>
              <a:ahLst/>
              <a:cxnLst/>
              <a:rect l="l" t="t" r="r" b="b"/>
              <a:pathLst>
                <a:path w="834" h="4835" extrusionOk="0">
                  <a:moveTo>
                    <a:pt x="0" y="0"/>
                  </a:moveTo>
                  <a:lnTo>
                    <a:pt x="0" y="4835"/>
                  </a:lnTo>
                  <a:lnTo>
                    <a:pt x="834" y="4835"/>
                  </a:lnTo>
                  <a:lnTo>
                    <a:pt x="8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0" name="Google Shape;24240;p141"/>
            <p:cNvSpPr/>
            <p:nvPr/>
          </p:nvSpPr>
          <p:spPr>
            <a:xfrm>
              <a:off x="2212540" y="3571409"/>
              <a:ext cx="49169" cy="171598"/>
            </a:xfrm>
            <a:custGeom>
              <a:avLst/>
              <a:gdLst/>
              <a:ahLst/>
              <a:cxnLst/>
              <a:rect l="l" t="t" r="r" b="b"/>
              <a:pathLst>
                <a:path w="1645" h="5741" extrusionOk="0">
                  <a:moveTo>
                    <a:pt x="1" y="1"/>
                  </a:moveTo>
                  <a:lnTo>
                    <a:pt x="1" y="5740"/>
                  </a:lnTo>
                  <a:lnTo>
                    <a:pt x="1644" y="5740"/>
                  </a:lnTo>
                  <a:lnTo>
                    <a:pt x="1644"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1" name="Google Shape;24241;p141"/>
            <p:cNvSpPr/>
            <p:nvPr/>
          </p:nvSpPr>
          <p:spPr>
            <a:xfrm>
              <a:off x="2237469" y="3571409"/>
              <a:ext cx="24928" cy="171598"/>
            </a:xfrm>
            <a:custGeom>
              <a:avLst/>
              <a:gdLst/>
              <a:ahLst/>
              <a:cxnLst/>
              <a:rect l="l" t="t" r="r" b="b"/>
              <a:pathLst>
                <a:path w="834" h="5741" extrusionOk="0">
                  <a:moveTo>
                    <a:pt x="0" y="1"/>
                  </a:moveTo>
                  <a:lnTo>
                    <a:pt x="0" y="5740"/>
                  </a:lnTo>
                  <a:lnTo>
                    <a:pt x="834" y="5740"/>
                  </a:lnTo>
                  <a:lnTo>
                    <a:pt x="83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2" name="Google Shape;24242;p141"/>
            <p:cNvSpPr/>
            <p:nvPr/>
          </p:nvSpPr>
          <p:spPr>
            <a:xfrm>
              <a:off x="2212540" y="3742979"/>
              <a:ext cx="57000" cy="97531"/>
            </a:xfrm>
            <a:custGeom>
              <a:avLst/>
              <a:gdLst/>
              <a:ahLst/>
              <a:cxnLst/>
              <a:rect l="l" t="t" r="r" b="b"/>
              <a:pathLst>
                <a:path w="1907" h="3263" extrusionOk="0">
                  <a:moveTo>
                    <a:pt x="1" y="0"/>
                  </a:moveTo>
                  <a:lnTo>
                    <a:pt x="1" y="3263"/>
                  </a:lnTo>
                  <a:lnTo>
                    <a:pt x="1644" y="3263"/>
                  </a:lnTo>
                  <a:lnTo>
                    <a:pt x="1906"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3" name="Google Shape;24243;p141"/>
            <p:cNvSpPr/>
            <p:nvPr/>
          </p:nvSpPr>
          <p:spPr>
            <a:xfrm>
              <a:off x="2237469" y="3742979"/>
              <a:ext cx="32759" cy="97531"/>
            </a:xfrm>
            <a:custGeom>
              <a:avLst/>
              <a:gdLst/>
              <a:ahLst/>
              <a:cxnLst/>
              <a:rect l="l" t="t" r="r" b="b"/>
              <a:pathLst>
                <a:path w="1096" h="3263" extrusionOk="0">
                  <a:moveTo>
                    <a:pt x="0" y="0"/>
                  </a:moveTo>
                  <a:lnTo>
                    <a:pt x="0" y="3263"/>
                  </a:lnTo>
                  <a:lnTo>
                    <a:pt x="834" y="3263"/>
                  </a:lnTo>
                  <a:lnTo>
                    <a:pt x="1096"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4" name="Google Shape;24244;p141"/>
            <p:cNvSpPr/>
            <p:nvPr/>
          </p:nvSpPr>
          <p:spPr>
            <a:xfrm>
              <a:off x="2301523" y="3742979"/>
              <a:ext cx="68358" cy="121025"/>
            </a:xfrm>
            <a:custGeom>
              <a:avLst/>
              <a:gdLst/>
              <a:ahLst/>
              <a:cxnLst/>
              <a:rect l="l" t="t" r="r" b="b"/>
              <a:pathLst>
                <a:path w="2287" h="4049" extrusionOk="0">
                  <a:moveTo>
                    <a:pt x="1" y="0"/>
                  </a:moveTo>
                  <a:lnTo>
                    <a:pt x="334" y="4049"/>
                  </a:lnTo>
                  <a:lnTo>
                    <a:pt x="1977" y="4049"/>
                  </a:lnTo>
                  <a:lnTo>
                    <a:pt x="2287"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5" name="Google Shape;24245;p141"/>
            <p:cNvSpPr/>
            <p:nvPr/>
          </p:nvSpPr>
          <p:spPr>
            <a:xfrm>
              <a:off x="2335688" y="3742979"/>
              <a:ext cx="33507" cy="121025"/>
            </a:xfrm>
            <a:custGeom>
              <a:avLst/>
              <a:gdLst/>
              <a:ahLst/>
              <a:cxnLst/>
              <a:rect l="l" t="t" r="r" b="b"/>
              <a:pathLst>
                <a:path w="1121" h="4049" extrusionOk="0">
                  <a:moveTo>
                    <a:pt x="1" y="0"/>
                  </a:moveTo>
                  <a:lnTo>
                    <a:pt x="1" y="4049"/>
                  </a:lnTo>
                  <a:lnTo>
                    <a:pt x="834" y="4049"/>
                  </a:lnTo>
                  <a:lnTo>
                    <a:pt x="1120"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6" name="Google Shape;24246;p141"/>
            <p:cNvSpPr/>
            <p:nvPr/>
          </p:nvSpPr>
          <p:spPr>
            <a:xfrm>
              <a:off x="2262367" y="3742979"/>
              <a:ext cx="49169" cy="144518"/>
            </a:xfrm>
            <a:custGeom>
              <a:avLst/>
              <a:gdLst/>
              <a:ahLst/>
              <a:cxnLst/>
              <a:rect l="l" t="t" r="r" b="b"/>
              <a:pathLst>
                <a:path w="1645" h="4835" extrusionOk="0">
                  <a:moveTo>
                    <a:pt x="1" y="0"/>
                  </a:moveTo>
                  <a:lnTo>
                    <a:pt x="1" y="4834"/>
                  </a:lnTo>
                  <a:lnTo>
                    <a:pt x="1644" y="4834"/>
                  </a:lnTo>
                  <a:lnTo>
                    <a:pt x="1644"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7" name="Google Shape;24247;p141"/>
            <p:cNvSpPr/>
            <p:nvPr/>
          </p:nvSpPr>
          <p:spPr>
            <a:xfrm>
              <a:off x="2286578" y="3742979"/>
              <a:ext cx="24958" cy="144518"/>
            </a:xfrm>
            <a:custGeom>
              <a:avLst/>
              <a:gdLst/>
              <a:ahLst/>
              <a:cxnLst/>
              <a:rect l="l" t="t" r="r" b="b"/>
              <a:pathLst>
                <a:path w="835" h="4835" extrusionOk="0">
                  <a:moveTo>
                    <a:pt x="1" y="0"/>
                  </a:moveTo>
                  <a:lnTo>
                    <a:pt x="1" y="4834"/>
                  </a:lnTo>
                  <a:lnTo>
                    <a:pt x="834" y="4834"/>
                  </a:lnTo>
                  <a:lnTo>
                    <a:pt x="834"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8" name="Google Shape;24248;p141"/>
            <p:cNvSpPr/>
            <p:nvPr/>
          </p:nvSpPr>
          <p:spPr>
            <a:xfrm>
              <a:off x="2360616" y="3742979"/>
              <a:ext cx="48422" cy="172286"/>
            </a:xfrm>
            <a:custGeom>
              <a:avLst/>
              <a:gdLst/>
              <a:ahLst/>
              <a:cxnLst/>
              <a:rect l="l" t="t" r="r" b="b"/>
              <a:pathLst>
                <a:path w="1620" h="5764" extrusionOk="0">
                  <a:moveTo>
                    <a:pt x="0" y="0"/>
                  </a:moveTo>
                  <a:lnTo>
                    <a:pt x="0" y="5763"/>
                  </a:lnTo>
                  <a:lnTo>
                    <a:pt x="1620" y="5763"/>
                  </a:lnTo>
                  <a:lnTo>
                    <a:pt x="1620"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9" name="Google Shape;24249;p141"/>
            <p:cNvSpPr/>
            <p:nvPr/>
          </p:nvSpPr>
          <p:spPr>
            <a:xfrm>
              <a:off x="2384110" y="3742979"/>
              <a:ext cx="24928" cy="172286"/>
            </a:xfrm>
            <a:custGeom>
              <a:avLst/>
              <a:gdLst/>
              <a:ahLst/>
              <a:cxnLst/>
              <a:rect l="l" t="t" r="r" b="b"/>
              <a:pathLst>
                <a:path w="834" h="5764" extrusionOk="0">
                  <a:moveTo>
                    <a:pt x="0" y="0"/>
                  </a:moveTo>
                  <a:lnTo>
                    <a:pt x="0" y="5763"/>
                  </a:lnTo>
                  <a:lnTo>
                    <a:pt x="834" y="5763"/>
                  </a:lnTo>
                  <a:lnTo>
                    <a:pt x="834"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0" name="Google Shape;24250;p141"/>
            <p:cNvSpPr/>
            <p:nvPr/>
          </p:nvSpPr>
          <p:spPr>
            <a:xfrm>
              <a:off x="2065928" y="3733713"/>
              <a:ext cx="343107" cy="19967"/>
            </a:xfrm>
            <a:custGeom>
              <a:avLst/>
              <a:gdLst/>
              <a:ahLst/>
              <a:cxnLst/>
              <a:rect l="l" t="t" r="r" b="b"/>
              <a:pathLst>
                <a:path w="11479" h="668" extrusionOk="0">
                  <a:moveTo>
                    <a:pt x="0" y="1"/>
                  </a:moveTo>
                  <a:lnTo>
                    <a:pt x="0" y="667"/>
                  </a:lnTo>
                  <a:lnTo>
                    <a:pt x="11479" y="667"/>
                  </a:lnTo>
                  <a:lnTo>
                    <a:pt x="1147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1" name="Google Shape;24251;p141"/>
            <p:cNvSpPr/>
            <p:nvPr/>
          </p:nvSpPr>
          <p:spPr>
            <a:xfrm>
              <a:off x="2237469" y="3733713"/>
              <a:ext cx="171569" cy="19967"/>
            </a:xfrm>
            <a:custGeom>
              <a:avLst/>
              <a:gdLst/>
              <a:ahLst/>
              <a:cxnLst/>
              <a:rect l="l" t="t" r="r" b="b"/>
              <a:pathLst>
                <a:path w="5740" h="668" extrusionOk="0">
                  <a:moveTo>
                    <a:pt x="0" y="1"/>
                  </a:moveTo>
                  <a:lnTo>
                    <a:pt x="0" y="667"/>
                  </a:lnTo>
                  <a:lnTo>
                    <a:pt x="5740" y="667"/>
                  </a:lnTo>
                  <a:lnTo>
                    <a:pt x="5740"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2" name="Google Shape;24252;p141"/>
          <p:cNvGrpSpPr/>
          <p:nvPr/>
        </p:nvGrpSpPr>
        <p:grpSpPr>
          <a:xfrm>
            <a:off x="1091936" y="3508629"/>
            <a:ext cx="345979" cy="178684"/>
            <a:chOff x="1391774" y="3641890"/>
            <a:chExt cx="345979" cy="178684"/>
          </a:xfrm>
        </p:grpSpPr>
        <p:sp>
          <p:nvSpPr>
            <p:cNvPr id="24253" name="Google Shape;24253;p141"/>
            <p:cNvSpPr/>
            <p:nvPr/>
          </p:nvSpPr>
          <p:spPr>
            <a:xfrm>
              <a:off x="1522036" y="3641890"/>
              <a:ext cx="84051" cy="86860"/>
            </a:xfrm>
            <a:custGeom>
              <a:avLst/>
              <a:gdLst/>
              <a:ahLst/>
              <a:cxnLst/>
              <a:rect l="l" t="t" r="r" b="b"/>
              <a:pathLst>
                <a:path w="2812" h="2906" extrusionOk="0">
                  <a:moveTo>
                    <a:pt x="1" y="0"/>
                  </a:moveTo>
                  <a:lnTo>
                    <a:pt x="1" y="2263"/>
                  </a:lnTo>
                  <a:lnTo>
                    <a:pt x="763" y="2263"/>
                  </a:lnTo>
                  <a:lnTo>
                    <a:pt x="1406" y="2906"/>
                  </a:lnTo>
                  <a:lnTo>
                    <a:pt x="2073" y="2263"/>
                  </a:lnTo>
                  <a:lnTo>
                    <a:pt x="2811" y="2263"/>
                  </a:lnTo>
                  <a:lnTo>
                    <a:pt x="2811"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4" name="Google Shape;24254;p141"/>
            <p:cNvSpPr/>
            <p:nvPr/>
          </p:nvSpPr>
          <p:spPr>
            <a:xfrm>
              <a:off x="1564061" y="3641890"/>
              <a:ext cx="42025" cy="86860"/>
            </a:xfrm>
            <a:custGeom>
              <a:avLst/>
              <a:gdLst/>
              <a:ahLst/>
              <a:cxnLst/>
              <a:rect l="l" t="t" r="r" b="b"/>
              <a:pathLst>
                <a:path w="1406" h="2906" extrusionOk="0">
                  <a:moveTo>
                    <a:pt x="0" y="0"/>
                  </a:moveTo>
                  <a:lnTo>
                    <a:pt x="0" y="2906"/>
                  </a:lnTo>
                  <a:lnTo>
                    <a:pt x="667" y="2263"/>
                  </a:lnTo>
                  <a:lnTo>
                    <a:pt x="1405" y="2263"/>
                  </a:lnTo>
                  <a:lnTo>
                    <a:pt x="1405"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5" name="Google Shape;24255;p141"/>
            <p:cNvSpPr/>
            <p:nvPr/>
          </p:nvSpPr>
          <p:spPr>
            <a:xfrm>
              <a:off x="1391774" y="3641890"/>
              <a:ext cx="83333" cy="86860"/>
            </a:xfrm>
            <a:custGeom>
              <a:avLst/>
              <a:gdLst/>
              <a:ahLst/>
              <a:cxnLst/>
              <a:rect l="l" t="t" r="r" b="b"/>
              <a:pathLst>
                <a:path w="2788" h="2906" extrusionOk="0">
                  <a:moveTo>
                    <a:pt x="1" y="0"/>
                  </a:moveTo>
                  <a:lnTo>
                    <a:pt x="1" y="2263"/>
                  </a:lnTo>
                  <a:lnTo>
                    <a:pt x="739" y="2263"/>
                  </a:lnTo>
                  <a:lnTo>
                    <a:pt x="1406" y="2906"/>
                  </a:lnTo>
                  <a:lnTo>
                    <a:pt x="2049" y="2263"/>
                  </a:lnTo>
                  <a:lnTo>
                    <a:pt x="2787" y="2263"/>
                  </a:lnTo>
                  <a:lnTo>
                    <a:pt x="2787"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6" name="Google Shape;24256;p141"/>
            <p:cNvSpPr/>
            <p:nvPr/>
          </p:nvSpPr>
          <p:spPr>
            <a:xfrm>
              <a:off x="1434487" y="3641890"/>
              <a:ext cx="42025" cy="86860"/>
            </a:xfrm>
            <a:custGeom>
              <a:avLst/>
              <a:gdLst/>
              <a:ahLst/>
              <a:cxnLst/>
              <a:rect l="l" t="t" r="r" b="b"/>
              <a:pathLst>
                <a:path w="1406" h="2906" extrusionOk="0">
                  <a:moveTo>
                    <a:pt x="1" y="0"/>
                  </a:moveTo>
                  <a:lnTo>
                    <a:pt x="1" y="2906"/>
                  </a:lnTo>
                  <a:lnTo>
                    <a:pt x="644" y="2263"/>
                  </a:lnTo>
                  <a:lnTo>
                    <a:pt x="1406" y="2263"/>
                  </a:lnTo>
                  <a:lnTo>
                    <a:pt x="140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7" name="Google Shape;24257;p141"/>
            <p:cNvSpPr/>
            <p:nvPr/>
          </p:nvSpPr>
          <p:spPr>
            <a:xfrm>
              <a:off x="1497855" y="3774274"/>
              <a:ext cx="133847" cy="46300"/>
            </a:xfrm>
            <a:custGeom>
              <a:avLst/>
              <a:gdLst/>
              <a:ahLst/>
              <a:cxnLst/>
              <a:rect l="l" t="t" r="r" b="b"/>
              <a:pathLst>
                <a:path w="4478" h="1549" extrusionOk="0">
                  <a:moveTo>
                    <a:pt x="310" y="1"/>
                  </a:moveTo>
                  <a:lnTo>
                    <a:pt x="0" y="787"/>
                  </a:lnTo>
                  <a:lnTo>
                    <a:pt x="310" y="1549"/>
                  </a:lnTo>
                  <a:lnTo>
                    <a:pt x="4168" y="1549"/>
                  </a:lnTo>
                  <a:lnTo>
                    <a:pt x="4477" y="787"/>
                  </a:lnTo>
                  <a:lnTo>
                    <a:pt x="4168"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8" name="Google Shape;24258;p141"/>
            <p:cNvSpPr/>
            <p:nvPr/>
          </p:nvSpPr>
          <p:spPr>
            <a:xfrm>
              <a:off x="1564061" y="3774274"/>
              <a:ext cx="66924" cy="46300"/>
            </a:xfrm>
            <a:custGeom>
              <a:avLst/>
              <a:gdLst/>
              <a:ahLst/>
              <a:cxnLst/>
              <a:rect l="l" t="t" r="r" b="b"/>
              <a:pathLst>
                <a:path w="2239" h="1549" extrusionOk="0">
                  <a:moveTo>
                    <a:pt x="0" y="1"/>
                  </a:moveTo>
                  <a:lnTo>
                    <a:pt x="0" y="1549"/>
                  </a:lnTo>
                  <a:lnTo>
                    <a:pt x="1905" y="1549"/>
                  </a:lnTo>
                  <a:lnTo>
                    <a:pt x="2239" y="787"/>
                  </a:lnTo>
                  <a:lnTo>
                    <a:pt x="1905"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9" name="Google Shape;24259;p141"/>
            <p:cNvSpPr/>
            <p:nvPr/>
          </p:nvSpPr>
          <p:spPr>
            <a:xfrm>
              <a:off x="1392491" y="3774274"/>
              <a:ext cx="114628" cy="46300"/>
            </a:xfrm>
            <a:custGeom>
              <a:avLst/>
              <a:gdLst/>
              <a:ahLst/>
              <a:cxnLst/>
              <a:rect l="l" t="t" r="r" b="b"/>
              <a:pathLst>
                <a:path w="3835" h="1549" extrusionOk="0">
                  <a:moveTo>
                    <a:pt x="1" y="1"/>
                  </a:moveTo>
                  <a:lnTo>
                    <a:pt x="1" y="1549"/>
                  </a:lnTo>
                  <a:lnTo>
                    <a:pt x="3835" y="1549"/>
                  </a:lnTo>
                  <a:lnTo>
                    <a:pt x="3835"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0" name="Google Shape;24260;p141"/>
            <p:cNvSpPr/>
            <p:nvPr/>
          </p:nvSpPr>
          <p:spPr>
            <a:xfrm>
              <a:off x="1622407" y="3774274"/>
              <a:ext cx="114628" cy="46300"/>
            </a:xfrm>
            <a:custGeom>
              <a:avLst/>
              <a:gdLst/>
              <a:ahLst/>
              <a:cxnLst/>
              <a:rect l="l" t="t" r="r" b="b"/>
              <a:pathLst>
                <a:path w="3835" h="1549" extrusionOk="0">
                  <a:moveTo>
                    <a:pt x="1" y="1"/>
                  </a:moveTo>
                  <a:lnTo>
                    <a:pt x="1" y="1549"/>
                  </a:lnTo>
                  <a:lnTo>
                    <a:pt x="3835" y="1549"/>
                  </a:lnTo>
                  <a:lnTo>
                    <a:pt x="3835"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1" name="Google Shape;24261;p141"/>
            <p:cNvSpPr/>
            <p:nvPr/>
          </p:nvSpPr>
          <p:spPr>
            <a:xfrm>
              <a:off x="1653015" y="3641890"/>
              <a:ext cx="84021" cy="86860"/>
            </a:xfrm>
            <a:custGeom>
              <a:avLst/>
              <a:gdLst/>
              <a:ahLst/>
              <a:cxnLst/>
              <a:rect l="l" t="t" r="r" b="b"/>
              <a:pathLst>
                <a:path w="2811" h="2906" extrusionOk="0">
                  <a:moveTo>
                    <a:pt x="1" y="0"/>
                  </a:moveTo>
                  <a:lnTo>
                    <a:pt x="1" y="2263"/>
                  </a:lnTo>
                  <a:lnTo>
                    <a:pt x="739" y="2263"/>
                  </a:lnTo>
                  <a:lnTo>
                    <a:pt x="1406" y="2906"/>
                  </a:lnTo>
                  <a:lnTo>
                    <a:pt x="2073" y="2263"/>
                  </a:lnTo>
                  <a:lnTo>
                    <a:pt x="2811" y="2263"/>
                  </a:lnTo>
                  <a:lnTo>
                    <a:pt x="2811"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2" name="Google Shape;24262;p141"/>
            <p:cNvSpPr/>
            <p:nvPr/>
          </p:nvSpPr>
          <p:spPr>
            <a:xfrm>
              <a:off x="1695728" y="3641890"/>
              <a:ext cx="42025" cy="86860"/>
            </a:xfrm>
            <a:custGeom>
              <a:avLst/>
              <a:gdLst/>
              <a:ahLst/>
              <a:cxnLst/>
              <a:rect l="l" t="t" r="r" b="b"/>
              <a:pathLst>
                <a:path w="1406" h="2906" extrusionOk="0">
                  <a:moveTo>
                    <a:pt x="1" y="0"/>
                  </a:moveTo>
                  <a:lnTo>
                    <a:pt x="1" y="2906"/>
                  </a:lnTo>
                  <a:lnTo>
                    <a:pt x="668" y="2263"/>
                  </a:lnTo>
                  <a:lnTo>
                    <a:pt x="1406" y="2263"/>
                  </a:lnTo>
                  <a:lnTo>
                    <a:pt x="1406"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63" name="Google Shape;24263;p141"/>
          <p:cNvGrpSpPr/>
          <p:nvPr/>
        </p:nvGrpSpPr>
        <p:grpSpPr>
          <a:xfrm>
            <a:off x="1093371" y="4000887"/>
            <a:ext cx="343826" cy="345261"/>
            <a:chOff x="1393209" y="4143718"/>
            <a:chExt cx="343826" cy="345261"/>
          </a:xfrm>
        </p:grpSpPr>
        <p:sp>
          <p:nvSpPr>
            <p:cNvPr id="24264" name="Google Shape;24264;p141"/>
            <p:cNvSpPr/>
            <p:nvPr/>
          </p:nvSpPr>
          <p:spPr>
            <a:xfrm>
              <a:off x="1393209" y="4144435"/>
              <a:ext cx="199336" cy="181552"/>
            </a:xfrm>
            <a:custGeom>
              <a:avLst/>
              <a:gdLst/>
              <a:ahLst/>
              <a:cxnLst/>
              <a:rect l="l" t="t" r="r" b="b"/>
              <a:pathLst>
                <a:path w="6669" h="6074" extrusionOk="0">
                  <a:moveTo>
                    <a:pt x="5764" y="0"/>
                  </a:moveTo>
                  <a:cubicBezTo>
                    <a:pt x="2573" y="0"/>
                    <a:pt x="1" y="2572"/>
                    <a:pt x="1" y="5740"/>
                  </a:cubicBezTo>
                  <a:lnTo>
                    <a:pt x="2906" y="6073"/>
                  </a:lnTo>
                  <a:lnTo>
                    <a:pt x="5764" y="5740"/>
                  </a:lnTo>
                  <a:lnTo>
                    <a:pt x="6669" y="3072"/>
                  </a:lnTo>
                  <a:lnTo>
                    <a:pt x="5764"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5" name="Google Shape;24265;p141"/>
            <p:cNvSpPr/>
            <p:nvPr/>
          </p:nvSpPr>
          <p:spPr>
            <a:xfrm>
              <a:off x="1565466" y="4143718"/>
              <a:ext cx="171569" cy="199336"/>
            </a:xfrm>
            <a:custGeom>
              <a:avLst/>
              <a:gdLst/>
              <a:ahLst/>
              <a:cxnLst/>
              <a:rect l="l" t="t" r="r" b="b"/>
              <a:pathLst>
                <a:path w="5740" h="6669" extrusionOk="0">
                  <a:moveTo>
                    <a:pt x="1" y="1"/>
                  </a:moveTo>
                  <a:lnTo>
                    <a:pt x="1" y="2144"/>
                  </a:lnTo>
                  <a:lnTo>
                    <a:pt x="906" y="3096"/>
                  </a:lnTo>
                  <a:lnTo>
                    <a:pt x="1" y="4025"/>
                  </a:lnTo>
                  <a:lnTo>
                    <a:pt x="1" y="5740"/>
                  </a:lnTo>
                  <a:lnTo>
                    <a:pt x="2668" y="6669"/>
                  </a:lnTo>
                  <a:lnTo>
                    <a:pt x="5740" y="5740"/>
                  </a:lnTo>
                  <a:cubicBezTo>
                    <a:pt x="5740" y="2549"/>
                    <a:pt x="3144" y="1"/>
                    <a:pt x="1" y="1"/>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6" name="Google Shape;24266;p141"/>
            <p:cNvSpPr/>
            <p:nvPr/>
          </p:nvSpPr>
          <p:spPr>
            <a:xfrm>
              <a:off x="1537698" y="4315975"/>
              <a:ext cx="199336" cy="172286"/>
            </a:xfrm>
            <a:custGeom>
              <a:avLst/>
              <a:gdLst/>
              <a:ahLst/>
              <a:cxnLst/>
              <a:rect l="l" t="t" r="r" b="b"/>
              <a:pathLst>
                <a:path w="6669" h="5764" extrusionOk="0">
                  <a:moveTo>
                    <a:pt x="930" y="1"/>
                  </a:moveTo>
                  <a:lnTo>
                    <a:pt x="1" y="2858"/>
                  </a:lnTo>
                  <a:lnTo>
                    <a:pt x="930" y="5764"/>
                  </a:lnTo>
                  <a:cubicBezTo>
                    <a:pt x="4073" y="5764"/>
                    <a:pt x="6669" y="3192"/>
                    <a:pt x="6669" y="1"/>
                  </a:cubicBezTo>
                  <a:lnTo>
                    <a:pt x="4526" y="1"/>
                  </a:lnTo>
                  <a:lnTo>
                    <a:pt x="3597" y="929"/>
                  </a:lnTo>
                  <a:lnTo>
                    <a:pt x="2668"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7" name="Google Shape;24267;p141"/>
            <p:cNvSpPr/>
            <p:nvPr/>
          </p:nvSpPr>
          <p:spPr>
            <a:xfrm>
              <a:off x="1393209" y="4288924"/>
              <a:ext cx="172286" cy="199336"/>
            </a:xfrm>
            <a:custGeom>
              <a:avLst/>
              <a:gdLst/>
              <a:ahLst/>
              <a:cxnLst/>
              <a:rect l="l" t="t" r="r" b="b"/>
              <a:pathLst>
                <a:path w="5764" h="6669" extrusionOk="0">
                  <a:moveTo>
                    <a:pt x="2906" y="1"/>
                  </a:moveTo>
                  <a:lnTo>
                    <a:pt x="1977" y="906"/>
                  </a:lnTo>
                  <a:lnTo>
                    <a:pt x="1" y="906"/>
                  </a:lnTo>
                  <a:cubicBezTo>
                    <a:pt x="1" y="4097"/>
                    <a:pt x="2573" y="6669"/>
                    <a:pt x="5764" y="6669"/>
                  </a:cubicBezTo>
                  <a:lnTo>
                    <a:pt x="5549" y="4906"/>
                  </a:lnTo>
                  <a:lnTo>
                    <a:pt x="4692" y="3763"/>
                  </a:lnTo>
                  <a:lnTo>
                    <a:pt x="5430" y="2858"/>
                  </a:lnTo>
                  <a:lnTo>
                    <a:pt x="5764" y="906"/>
                  </a:lnTo>
                  <a:lnTo>
                    <a:pt x="3811" y="906"/>
                  </a:lnTo>
                  <a:lnTo>
                    <a:pt x="2906"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8" name="Google Shape;24268;p141"/>
            <p:cNvSpPr/>
            <p:nvPr/>
          </p:nvSpPr>
          <p:spPr>
            <a:xfrm>
              <a:off x="1564061" y="4194262"/>
              <a:ext cx="172973" cy="149510"/>
            </a:xfrm>
            <a:custGeom>
              <a:avLst/>
              <a:gdLst/>
              <a:ahLst/>
              <a:cxnLst/>
              <a:rect l="l" t="t" r="r" b="b"/>
              <a:pathLst>
                <a:path w="5787" h="5002" extrusionOk="0">
                  <a:moveTo>
                    <a:pt x="4072" y="0"/>
                  </a:moveTo>
                  <a:lnTo>
                    <a:pt x="0" y="4073"/>
                  </a:lnTo>
                  <a:lnTo>
                    <a:pt x="2715" y="5001"/>
                  </a:lnTo>
                  <a:lnTo>
                    <a:pt x="5787" y="4073"/>
                  </a:lnTo>
                  <a:cubicBezTo>
                    <a:pt x="5787" y="2501"/>
                    <a:pt x="5120" y="1048"/>
                    <a:pt x="4072" y="0"/>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9" name="Google Shape;24269;p141"/>
            <p:cNvSpPr/>
            <p:nvPr/>
          </p:nvSpPr>
          <p:spPr>
            <a:xfrm>
              <a:off x="1443036" y="4315975"/>
              <a:ext cx="122459" cy="173003"/>
            </a:xfrm>
            <a:custGeom>
              <a:avLst/>
              <a:gdLst/>
              <a:ahLst/>
              <a:cxnLst/>
              <a:rect l="l" t="t" r="r" b="b"/>
              <a:pathLst>
                <a:path w="4097" h="5788" extrusionOk="0">
                  <a:moveTo>
                    <a:pt x="4097" y="1"/>
                  </a:moveTo>
                  <a:lnTo>
                    <a:pt x="1" y="4097"/>
                  </a:lnTo>
                  <a:cubicBezTo>
                    <a:pt x="1048" y="5121"/>
                    <a:pt x="2477" y="5788"/>
                    <a:pt x="4097" y="5788"/>
                  </a:cubicBezTo>
                  <a:lnTo>
                    <a:pt x="4097" y="3811"/>
                  </a:lnTo>
                  <a:lnTo>
                    <a:pt x="3168" y="2882"/>
                  </a:lnTo>
                  <a:lnTo>
                    <a:pt x="4097" y="1977"/>
                  </a:lnTo>
                  <a:lnTo>
                    <a:pt x="4097" y="1"/>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70" name="Google Shape;24270;p141"/>
          <p:cNvGrpSpPr/>
          <p:nvPr/>
        </p:nvGrpSpPr>
        <p:grpSpPr>
          <a:xfrm>
            <a:off x="1858751" y="3977888"/>
            <a:ext cx="272628" cy="345949"/>
            <a:chOff x="2101528" y="4149427"/>
            <a:chExt cx="272628" cy="345949"/>
          </a:xfrm>
        </p:grpSpPr>
        <p:sp>
          <p:nvSpPr>
            <p:cNvPr id="24271" name="Google Shape;24271;p141"/>
            <p:cNvSpPr/>
            <p:nvPr/>
          </p:nvSpPr>
          <p:spPr>
            <a:xfrm>
              <a:off x="2188359" y="4149427"/>
              <a:ext cx="99683" cy="345947"/>
            </a:xfrm>
            <a:custGeom>
              <a:avLst/>
              <a:gdLst/>
              <a:ahLst/>
              <a:cxnLst/>
              <a:rect l="l" t="t" r="r" b="b"/>
              <a:pathLst>
                <a:path w="3335" h="11574" extrusionOk="0">
                  <a:moveTo>
                    <a:pt x="1381" y="0"/>
                  </a:moveTo>
                  <a:lnTo>
                    <a:pt x="1381" y="2596"/>
                  </a:lnTo>
                  <a:lnTo>
                    <a:pt x="72" y="2596"/>
                  </a:lnTo>
                  <a:lnTo>
                    <a:pt x="405" y="3286"/>
                  </a:lnTo>
                  <a:lnTo>
                    <a:pt x="1358" y="3286"/>
                  </a:lnTo>
                  <a:lnTo>
                    <a:pt x="1358" y="6740"/>
                  </a:lnTo>
                  <a:lnTo>
                    <a:pt x="48" y="6740"/>
                  </a:lnTo>
                  <a:lnTo>
                    <a:pt x="357" y="7430"/>
                  </a:lnTo>
                  <a:lnTo>
                    <a:pt x="1310" y="7430"/>
                  </a:lnTo>
                  <a:lnTo>
                    <a:pt x="1310" y="10883"/>
                  </a:lnTo>
                  <a:lnTo>
                    <a:pt x="0" y="10883"/>
                  </a:lnTo>
                  <a:lnTo>
                    <a:pt x="334" y="11574"/>
                  </a:lnTo>
                  <a:lnTo>
                    <a:pt x="1977" y="11574"/>
                  </a:lnTo>
                  <a:lnTo>
                    <a:pt x="1977" y="9359"/>
                  </a:lnTo>
                  <a:lnTo>
                    <a:pt x="2929" y="9359"/>
                  </a:lnTo>
                  <a:lnTo>
                    <a:pt x="3239" y="8669"/>
                  </a:lnTo>
                  <a:lnTo>
                    <a:pt x="2072" y="8669"/>
                  </a:lnTo>
                  <a:lnTo>
                    <a:pt x="2072" y="5215"/>
                  </a:lnTo>
                  <a:lnTo>
                    <a:pt x="3025" y="5215"/>
                  </a:lnTo>
                  <a:lnTo>
                    <a:pt x="3334" y="4525"/>
                  </a:lnTo>
                  <a:lnTo>
                    <a:pt x="2072" y="4525"/>
                  </a:lnTo>
                  <a:lnTo>
                    <a:pt x="2072"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2" name="Google Shape;24272;p141"/>
            <p:cNvSpPr/>
            <p:nvPr/>
          </p:nvSpPr>
          <p:spPr>
            <a:xfrm>
              <a:off x="2237469" y="4151549"/>
              <a:ext cx="47704" cy="343825"/>
            </a:xfrm>
            <a:custGeom>
              <a:avLst/>
              <a:gdLst/>
              <a:ahLst/>
              <a:cxnLst/>
              <a:rect l="l" t="t" r="r" b="b"/>
              <a:pathLst>
                <a:path w="1596" h="11503" extrusionOk="0">
                  <a:moveTo>
                    <a:pt x="0" y="1"/>
                  </a:moveTo>
                  <a:lnTo>
                    <a:pt x="0" y="11503"/>
                  </a:lnTo>
                  <a:lnTo>
                    <a:pt x="334" y="11503"/>
                  </a:lnTo>
                  <a:lnTo>
                    <a:pt x="334" y="9288"/>
                  </a:lnTo>
                  <a:lnTo>
                    <a:pt x="1286" y="9288"/>
                  </a:lnTo>
                  <a:lnTo>
                    <a:pt x="1596" y="8598"/>
                  </a:lnTo>
                  <a:lnTo>
                    <a:pt x="334" y="8598"/>
                  </a:lnTo>
                  <a:lnTo>
                    <a:pt x="334" y="5216"/>
                  </a:lnTo>
                  <a:lnTo>
                    <a:pt x="1286" y="5216"/>
                  </a:lnTo>
                  <a:lnTo>
                    <a:pt x="1596" y="4525"/>
                  </a:lnTo>
                  <a:lnTo>
                    <a:pt x="334" y="4525"/>
                  </a:lnTo>
                  <a:lnTo>
                    <a:pt x="33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3" name="Google Shape;24273;p141"/>
            <p:cNvSpPr/>
            <p:nvPr/>
          </p:nvSpPr>
          <p:spPr>
            <a:xfrm>
              <a:off x="2101528" y="4150054"/>
              <a:ext cx="98966" cy="97621"/>
            </a:xfrm>
            <a:custGeom>
              <a:avLst/>
              <a:gdLst/>
              <a:ahLst/>
              <a:cxnLst/>
              <a:rect l="l" t="t" r="r" b="b"/>
              <a:pathLst>
                <a:path w="3311" h="3266" extrusionOk="0">
                  <a:moveTo>
                    <a:pt x="1632" y="1"/>
                  </a:moveTo>
                  <a:cubicBezTo>
                    <a:pt x="718" y="1"/>
                    <a:pt x="1" y="769"/>
                    <a:pt x="24" y="1694"/>
                  </a:cubicBezTo>
                  <a:cubicBezTo>
                    <a:pt x="47" y="2575"/>
                    <a:pt x="786" y="3265"/>
                    <a:pt x="1667" y="3265"/>
                  </a:cubicBezTo>
                  <a:lnTo>
                    <a:pt x="3310" y="3265"/>
                  </a:lnTo>
                  <a:lnTo>
                    <a:pt x="3310" y="1622"/>
                  </a:lnTo>
                  <a:cubicBezTo>
                    <a:pt x="3310" y="765"/>
                    <a:pt x="2596" y="27"/>
                    <a:pt x="1714" y="3"/>
                  </a:cubicBezTo>
                  <a:cubicBezTo>
                    <a:pt x="1687" y="2"/>
                    <a:pt x="1660" y="1"/>
                    <a:pt x="163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4" name="Google Shape;24274;p141"/>
            <p:cNvSpPr/>
            <p:nvPr/>
          </p:nvSpPr>
          <p:spPr>
            <a:xfrm>
              <a:off x="2101528" y="4273262"/>
              <a:ext cx="98966" cy="98278"/>
            </a:xfrm>
            <a:custGeom>
              <a:avLst/>
              <a:gdLst/>
              <a:ahLst/>
              <a:cxnLst/>
              <a:rect l="l" t="t" r="r" b="b"/>
              <a:pathLst>
                <a:path w="3311" h="3288" extrusionOk="0">
                  <a:moveTo>
                    <a:pt x="1672" y="0"/>
                  </a:moveTo>
                  <a:cubicBezTo>
                    <a:pt x="740" y="0"/>
                    <a:pt x="0" y="777"/>
                    <a:pt x="24" y="1715"/>
                  </a:cubicBezTo>
                  <a:cubicBezTo>
                    <a:pt x="47" y="2597"/>
                    <a:pt x="786" y="3287"/>
                    <a:pt x="1667" y="3287"/>
                  </a:cubicBezTo>
                  <a:lnTo>
                    <a:pt x="3310" y="3287"/>
                  </a:lnTo>
                  <a:lnTo>
                    <a:pt x="3310" y="1644"/>
                  </a:lnTo>
                  <a:cubicBezTo>
                    <a:pt x="3310" y="787"/>
                    <a:pt x="2596" y="48"/>
                    <a:pt x="1714" y="1"/>
                  </a:cubicBezTo>
                  <a:cubicBezTo>
                    <a:pt x="1700" y="0"/>
                    <a:pt x="1686" y="0"/>
                    <a:pt x="167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5" name="Google Shape;24275;p141"/>
            <p:cNvSpPr/>
            <p:nvPr/>
          </p:nvSpPr>
          <p:spPr>
            <a:xfrm>
              <a:off x="2101528" y="4397097"/>
              <a:ext cx="98966" cy="98278"/>
            </a:xfrm>
            <a:custGeom>
              <a:avLst/>
              <a:gdLst/>
              <a:ahLst/>
              <a:cxnLst/>
              <a:rect l="l" t="t" r="r" b="b"/>
              <a:pathLst>
                <a:path w="3311" h="3288" extrusionOk="0">
                  <a:moveTo>
                    <a:pt x="1671" y="1"/>
                  </a:moveTo>
                  <a:cubicBezTo>
                    <a:pt x="739" y="1"/>
                    <a:pt x="0" y="754"/>
                    <a:pt x="24" y="1692"/>
                  </a:cubicBezTo>
                  <a:cubicBezTo>
                    <a:pt x="47" y="2597"/>
                    <a:pt x="786" y="3288"/>
                    <a:pt x="1667" y="3288"/>
                  </a:cubicBezTo>
                  <a:lnTo>
                    <a:pt x="3310" y="3288"/>
                  </a:lnTo>
                  <a:lnTo>
                    <a:pt x="3310" y="1645"/>
                  </a:lnTo>
                  <a:cubicBezTo>
                    <a:pt x="3310" y="787"/>
                    <a:pt x="2596" y="25"/>
                    <a:pt x="1714" y="2"/>
                  </a:cubicBezTo>
                  <a:cubicBezTo>
                    <a:pt x="1700" y="1"/>
                    <a:pt x="1685" y="1"/>
                    <a:pt x="167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6" name="Google Shape;24276;p141"/>
            <p:cNvSpPr/>
            <p:nvPr/>
          </p:nvSpPr>
          <p:spPr>
            <a:xfrm>
              <a:off x="2275907" y="4209177"/>
              <a:ext cx="98248" cy="97591"/>
            </a:xfrm>
            <a:custGeom>
              <a:avLst/>
              <a:gdLst/>
              <a:ahLst/>
              <a:cxnLst/>
              <a:rect l="l" t="t" r="r" b="b"/>
              <a:pathLst>
                <a:path w="3287" h="3265" extrusionOk="0">
                  <a:moveTo>
                    <a:pt x="1614" y="1"/>
                  </a:moveTo>
                  <a:cubicBezTo>
                    <a:pt x="1600" y="1"/>
                    <a:pt x="1586" y="1"/>
                    <a:pt x="1572" y="2"/>
                  </a:cubicBezTo>
                  <a:cubicBezTo>
                    <a:pt x="667" y="49"/>
                    <a:pt x="0" y="787"/>
                    <a:pt x="0" y="1645"/>
                  </a:cubicBezTo>
                  <a:lnTo>
                    <a:pt x="0" y="3264"/>
                  </a:lnTo>
                  <a:lnTo>
                    <a:pt x="1596" y="3264"/>
                  </a:lnTo>
                  <a:cubicBezTo>
                    <a:pt x="2453" y="3264"/>
                    <a:pt x="3215" y="2573"/>
                    <a:pt x="3263" y="1716"/>
                  </a:cubicBezTo>
                  <a:cubicBezTo>
                    <a:pt x="3286" y="778"/>
                    <a:pt x="2547" y="1"/>
                    <a:pt x="1614"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7" name="Google Shape;24277;p141"/>
            <p:cNvSpPr/>
            <p:nvPr/>
          </p:nvSpPr>
          <p:spPr>
            <a:xfrm>
              <a:off x="2275907" y="4332325"/>
              <a:ext cx="98248" cy="96873"/>
            </a:xfrm>
            <a:custGeom>
              <a:avLst/>
              <a:gdLst/>
              <a:ahLst/>
              <a:cxnLst/>
              <a:rect l="l" t="t" r="r" b="b"/>
              <a:pathLst>
                <a:path w="3287" h="3241" extrusionOk="0">
                  <a:moveTo>
                    <a:pt x="1616" y="1"/>
                  </a:moveTo>
                  <a:cubicBezTo>
                    <a:pt x="1601" y="1"/>
                    <a:pt x="1587" y="1"/>
                    <a:pt x="1572" y="1"/>
                  </a:cubicBezTo>
                  <a:cubicBezTo>
                    <a:pt x="667" y="25"/>
                    <a:pt x="0" y="763"/>
                    <a:pt x="0" y="1645"/>
                  </a:cubicBezTo>
                  <a:lnTo>
                    <a:pt x="0" y="3240"/>
                  </a:lnTo>
                  <a:lnTo>
                    <a:pt x="1596" y="3240"/>
                  </a:lnTo>
                  <a:cubicBezTo>
                    <a:pt x="2453" y="3240"/>
                    <a:pt x="3215" y="2550"/>
                    <a:pt x="3263" y="1692"/>
                  </a:cubicBezTo>
                  <a:cubicBezTo>
                    <a:pt x="3286" y="754"/>
                    <a:pt x="2548" y="1"/>
                    <a:pt x="161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78" name="Google Shape;24278;p141"/>
          <p:cNvGrpSpPr/>
          <p:nvPr/>
        </p:nvGrpSpPr>
        <p:grpSpPr>
          <a:xfrm>
            <a:off x="2569586" y="3980647"/>
            <a:ext cx="344545" cy="344545"/>
            <a:chOff x="2745732" y="4133047"/>
            <a:chExt cx="344545" cy="344545"/>
          </a:xfrm>
        </p:grpSpPr>
        <p:sp>
          <p:nvSpPr>
            <p:cNvPr id="24279" name="Google Shape;24279;p141"/>
            <p:cNvSpPr/>
            <p:nvPr/>
          </p:nvSpPr>
          <p:spPr>
            <a:xfrm>
              <a:off x="2745732" y="4456908"/>
              <a:ext cx="343855" cy="20684"/>
            </a:xfrm>
            <a:custGeom>
              <a:avLst/>
              <a:gdLst/>
              <a:ahLst/>
              <a:cxnLst/>
              <a:rect l="l" t="t" r="r" b="b"/>
              <a:pathLst>
                <a:path w="11504" h="692" extrusionOk="0">
                  <a:moveTo>
                    <a:pt x="1" y="1"/>
                  </a:moveTo>
                  <a:lnTo>
                    <a:pt x="1" y="692"/>
                  </a:lnTo>
                  <a:lnTo>
                    <a:pt x="11503" y="692"/>
                  </a:lnTo>
                  <a:lnTo>
                    <a:pt x="11503"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0" name="Google Shape;24280;p141"/>
            <p:cNvSpPr/>
            <p:nvPr/>
          </p:nvSpPr>
          <p:spPr>
            <a:xfrm>
              <a:off x="2918707" y="4456908"/>
              <a:ext cx="171569" cy="20684"/>
            </a:xfrm>
            <a:custGeom>
              <a:avLst/>
              <a:gdLst/>
              <a:ahLst/>
              <a:cxnLst/>
              <a:rect l="l" t="t" r="r" b="b"/>
              <a:pathLst>
                <a:path w="5740" h="692" extrusionOk="0">
                  <a:moveTo>
                    <a:pt x="1" y="1"/>
                  </a:moveTo>
                  <a:lnTo>
                    <a:pt x="1" y="692"/>
                  </a:lnTo>
                  <a:lnTo>
                    <a:pt x="5740" y="692"/>
                  </a:lnTo>
                  <a:lnTo>
                    <a:pt x="574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1" name="Google Shape;24281;p141"/>
            <p:cNvSpPr/>
            <p:nvPr/>
          </p:nvSpPr>
          <p:spPr>
            <a:xfrm>
              <a:off x="3026192" y="4369359"/>
              <a:ext cx="64084" cy="64114"/>
            </a:xfrm>
            <a:custGeom>
              <a:avLst/>
              <a:gdLst/>
              <a:ahLst/>
              <a:cxnLst/>
              <a:rect l="l" t="t" r="r" b="b"/>
              <a:pathLst>
                <a:path w="2144" h="2145" extrusionOk="0">
                  <a:moveTo>
                    <a:pt x="1072" y="1"/>
                  </a:moveTo>
                  <a:cubicBezTo>
                    <a:pt x="477" y="1"/>
                    <a:pt x="1" y="477"/>
                    <a:pt x="1" y="1072"/>
                  </a:cubicBezTo>
                  <a:cubicBezTo>
                    <a:pt x="1" y="1668"/>
                    <a:pt x="477" y="2144"/>
                    <a:pt x="1072" y="2144"/>
                  </a:cubicBezTo>
                  <a:cubicBezTo>
                    <a:pt x="1668" y="2144"/>
                    <a:pt x="2144" y="1668"/>
                    <a:pt x="2144" y="1072"/>
                  </a:cubicBezTo>
                  <a:cubicBezTo>
                    <a:pt x="2144" y="477"/>
                    <a:pt x="1668" y="1"/>
                    <a:pt x="1072"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2" name="Google Shape;24282;p141"/>
            <p:cNvSpPr/>
            <p:nvPr/>
          </p:nvSpPr>
          <p:spPr>
            <a:xfrm>
              <a:off x="3026192" y="4290359"/>
              <a:ext cx="64084" cy="6408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44" y="477"/>
                    <a:pt x="1668" y="0"/>
                    <a:pt x="10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3" name="Google Shape;24283;p141"/>
            <p:cNvSpPr/>
            <p:nvPr/>
          </p:nvSpPr>
          <p:spPr>
            <a:xfrm>
              <a:off x="3026192" y="4212047"/>
              <a:ext cx="64084" cy="64114"/>
            </a:xfrm>
            <a:custGeom>
              <a:avLst/>
              <a:gdLst/>
              <a:ahLst/>
              <a:cxnLst/>
              <a:rect l="l" t="t" r="r" b="b"/>
              <a:pathLst>
                <a:path w="2144" h="2145" extrusionOk="0">
                  <a:moveTo>
                    <a:pt x="1072" y="1"/>
                  </a:moveTo>
                  <a:cubicBezTo>
                    <a:pt x="477" y="1"/>
                    <a:pt x="1" y="477"/>
                    <a:pt x="1" y="1072"/>
                  </a:cubicBezTo>
                  <a:cubicBezTo>
                    <a:pt x="1" y="1668"/>
                    <a:pt x="477" y="2144"/>
                    <a:pt x="1072" y="2144"/>
                  </a:cubicBezTo>
                  <a:cubicBezTo>
                    <a:pt x="1668" y="2144"/>
                    <a:pt x="2144" y="1668"/>
                    <a:pt x="2144" y="1072"/>
                  </a:cubicBezTo>
                  <a:cubicBezTo>
                    <a:pt x="2144" y="477"/>
                    <a:pt x="1668" y="1"/>
                    <a:pt x="1072"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4" name="Google Shape;24284;p141"/>
            <p:cNvSpPr/>
            <p:nvPr/>
          </p:nvSpPr>
          <p:spPr>
            <a:xfrm>
              <a:off x="3026192" y="4133047"/>
              <a:ext cx="64084" cy="6408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44" y="477"/>
                    <a:pt x="1668" y="0"/>
                    <a:pt x="10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5" name="Google Shape;24285;p141"/>
            <p:cNvSpPr/>
            <p:nvPr/>
          </p:nvSpPr>
          <p:spPr>
            <a:xfrm>
              <a:off x="3058235" y="4369359"/>
              <a:ext cx="32042" cy="64114"/>
            </a:xfrm>
            <a:custGeom>
              <a:avLst/>
              <a:gdLst/>
              <a:ahLst/>
              <a:cxnLst/>
              <a:rect l="l" t="t" r="r" b="b"/>
              <a:pathLst>
                <a:path w="1072" h="2145" extrusionOk="0">
                  <a:moveTo>
                    <a:pt x="0" y="1"/>
                  </a:moveTo>
                  <a:lnTo>
                    <a:pt x="0" y="2144"/>
                  </a:lnTo>
                  <a:cubicBezTo>
                    <a:pt x="596" y="2144"/>
                    <a:pt x="1072" y="1668"/>
                    <a:pt x="1072" y="1072"/>
                  </a:cubicBezTo>
                  <a:cubicBezTo>
                    <a:pt x="1072" y="477"/>
                    <a:pt x="596" y="1"/>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6" name="Google Shape;24286;p141"/>
            <p:cNvSpPr/>
            <p:nvPr/>
          </p:nvSpPr>
          <p:spPr>
            <a:xfrm>
              <a:off x="3058235" y="4290359"/>
              <a:ext cx="32042" cy="64084"/>
            </a:xfrm>
            <a:custGeom>
              <a:avLst/>
              <a:gdLst/>
              <a:ahLst/>
              <a:cxnLst/>
              <a:rect l="l" t="t" r="r" b="b"/>
              <a:pathLst>
                <a:path w="1072" h="2144" extrusionOk="0">
                  <a:moveTo>
                    <a:pt x="0" y="0"/>
                  </a:moveTo>
                  <a:lnTo>
                    <a:pt x="0" y="2144"/>
                  </a:lnTo>
                  <a:cubicBezTo>
                    <a:pt x="596" y="2144"/>
                    <a:pt x="1072" y="1667"/>
                    <a:pt x="1072" y="1072"/>
                  </a:cubicBezTo>
                  <a:cubicBezTo>
                    <a:pt x="1072" y="477"/>
                    <a:pt x="596"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7" name="Google Shape;24287;p141"/>
            <p:cNvSpPr/>
            <p:nvPr/>
          </p:nvSpPr>
          <p:spPr>
            <a:xfrm>
              <a:off x="3058235" y="4211925"/>
              <a:ext cx="32042" cy="64114"/>
            </a:xfrm>
            <a:custGeom>
              <a:avLst/>
              <a:gdLst/>
              <a:ahLst/>
              <a:cxnLst/>
              <a:rect l="l" t="t" r="r" b="b"/>
              <a:pathLst>
                <a:path w="1072" h="2145" extrusionOk="0">
                  <a:moveTo>
                    <a:pt x="0" y="1"/>
                  </a:moveTo>
                  <a:lnTo>
                    <a:pt x="0" y="2144"/>
                  </a:lnTo>
                  <a:cubicBezTo>
                    <a:pt x="596" y="2144"/>
                    <a:pt x="1072" y="1668"/>
                    <a:pt x="1072" y="1073"/>
                  </a:cubicBezTo>
                  <a:cubicBezTo>
                    <a:pt x="1072" y="501"/>
                    <a:pt x="596" y="25"/>
                    <a:pt x="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8" name="Google Shape;24288;p141"/>
            <p:cNvSpPr/>
            <p:nvPr/>
          </p:nvSpPr>
          <p:spPr>
            <a:xfrm>
              <a:off x="3058235" y="4133047"/>
              <a:ext cx="32042" cy="64084"/>
            </a:xfrm>
            <a:custGeom>
              <a:avLst/>
              <a:gdLst/>
              <a:ahLst/>
              <a:cxnLst/>
              <a:rect l="l" t="t" r="r" b="b"/>
              <a:pathLst>
                <a:path w="1072" h="2144" extrusionOk="0">
                  <a:moveTo>
                    <a:pt x="0" y="0"/>
                  </a:moveTo>
                  <a:lnTo>
                    <a:pt x="0" y="2144"/>
                  </a:lnTo>
                  <a:cubicBezTo>
                    <a:pt x="596" y="2144"/>
                    <a:pt x="1072" y="1644"/>
                    <a:pt x="1072" y="1072"/>
                  </a:cubicBezTo>
                  <a:cubicBezTo>
                    <a:pt x="1072" y="477"/>
                    <a:pt x="596" y="0"/>
                    <a:pt x="0"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9" name="Google Shape;24289;p141"/>
            <p:cNvSpPr/>
            <p:nvPr/>
          </p:nvSpPr>
          <p:spPr>
            <a:xfrm>
              <a:off x="2932935" y="4369359"/>
              <a:ext cx="64114" cy="64114"/>
            </a:xfrm>
            <a:custGeom>
              <a:avLst/>
              <a:gdLst/>
              <a:ahLst/>
              <a:cxnLst/>
              <a:rect l="l" t="t" r="r" b="b"/>
              <a:pathLst>
                <a:path w="2145" h="2145" extrusionOk="0">
                  <a:moveTo>
                    <a:pt x="1073" y="1"/>
                  </a:moveTo>
                  <a:cubicBezTo>
                    <a:pt x="477" y="1"/>
                    <a:pt x="1" y="477"/>
                    <a:pt x="1" y="1072"/>
                  </a:cubicBezTo>
                  <a:cubicBezTo>
                    <a:pt x="1" y="1668"/>
                    <a:pt x="477" y="2144"/>
                    <a:pt x="1073" y="2144"/>
                  </a:cubicBezTo>
                  <a:cubicBezTo>
                    <a:pt x="1668" y="2144"/>
                    <a:pt x="2144" y="1668"/>
                    <a:pt x="2144" y="1072"/>
                  </a:cubicBezTo>
                  <a:cubicBezTo>
                    <a:pt x="2144" y="477"/>
                    <a:pt x="1668" y="1"/>
                    <a:pt x="107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0" name="Google Shape;24290;p141"/>
            <p:cNvSpPr/>
            <p:nvPr/>
          </p:nvSpPr>
          <p:spPr>
            <a:xfrm>
              <a:off x="2932935" y="4290359"/>
              <a:ext cx="64114" cy="64084"/>
            </a:xfrm>
            <a:custGeom>
              <a:avLst/>
              <a:gdLst/>
              <a:ahLst/>
              <a:cxnLst/>
              <a:rect l="l" t="t" r="r" b="b"/>
              <a:pathLst>
                <a:path w="2145" h="2144" extrusionOk="0">
                  <a:moveTo>
                    <a:pt x="1073" y="0"/>
                  </a:moveTo>
                  <a:cubicBezTo>
                    <a:pt x="477" y="0"/>
                    <a:pt x="1" y="477"/>
                    <a:pt x="1" y="1072"/>
                  </a:cubicBezTo>
                  <a:cubicBezTo>
                    <a:pt x="1" y="1667"/>
                    <a:pt x="477" y="2144"/>
                    <a:pt x="1073" y="2144"/>
                  </a:cubicBezTo>
                  <a:cubicBezTo>
                    <a:pt x="1668" y="2144"/>
                    <a:pt x="2144" y="1667"/>
                    <a:pt x="2144" y="1072"/>
                  </a:cubicBezTo>
                  <a:cubicBezTo>
                    <a:pt x="2144" y="477"/>
                    <a:pt x="1668" y="0"/>
                    <a:pt x="1073"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1" name="Google Shape;24291;p141"/>
            <p:cNvSpPr/>
            <p:nvPr/>
          </p:nvSpPr>
          <p:spPr>
            <a:xfrm>
              <a:off x="2932935" y="4212047"/>
              <a:ext cx="64114" cy="64114"/>
            </a:xfrm>
            <a:custGeom>
              <a:avLst/>
              <a:gdLst/>
              <a:ahLst/>
              <a:cxnLst/>
              <a:rect l="l" t="t" r="r" b="b"/>
              <a:pathLst>
                <a:path w="2145" h="2145" extrusionOk="0">
                  <a:moveTo>
                    <a:pt x="1073" y="1"/>
                  </a:moveTo>
                  <a:cubicBezTo>
                    <a:pt x="477" y="1"/>
                    <a:pt x="1" y="477"/>
                    <a:pt x="1" y="1072"/>
                  </a:cubicBezTo>
                  <a:cubicBezTo>
                    <a:pt x="1" y="1668"/>
                    <a:pt x="477" y="2144"/>
                    <a:pt x="1073" y="2144"/>
                  </a:cubicBezTo>
                  <a:cubicBezTo>
                    <a:pt x="1668" y="2144"/>
                    <a:pt x="2144" y="1668"/>
                    <a:pt x="2144" y="1072"/>
                  </a:cubicBezTo>
                  <a:cubicBezTo>
                    <a:pt x="2144" y="477"/>
                    <a:pt x="1668" y="1"/>
                    <a:pt x="107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2" name="Google Shape;24292;p141"/>
            <p:cNvSpPr/>
            <p:nvPr/>
          </p:nvSpPr>
          <p:spPr>
            <a:xfrm>
              <a:off x="2964977" y="4369359"/>
              <a:ext cx="32072" cy="64114"/>
            </a:xfrm>
            <a:custGeom>
              <a:avLst/>
              <a:gdLst/>
              <a:ahLst/>
              <a:cxnLst/>
              <a:rect l="l" t="t" r="r" b="b"/>
              <a:pathLst>
                <a:path w="1073" h="2145" extrusionOk="0">
                  <a:moveTo>
                    <a:pt x="1" y="1"/>
                  </a:moveTo>
                  <a:lnTo>
                    <a:pt x="1" y="2144"/>
                  </a:lnTo>
                  <a:cubicBezTo>
                    <a:pt x="596" y="2144"/>
                    <a:pt x="1072" y="1668"/>
                    <a:pt x="1072" y="1072"/>
                  </a:cubicBezTo>
                  <a:cubicBezTo>
                    <a:pt x="1072" y="477"/>
                    <a:pt x="596" y="1"/>
                    <a:pt x="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3" name="Google Shape;24293;p141"/>
            <p:cNvSpPr/>
            <p:nvPr/>
          </p:nvSpPr>
          <p:spPr>
            <a:xfrm>
              <a:off x="2964977" y="4290359"/>
              <a:ext cx="32072" cy="64084"/>
            </a:xfrm>
            <a:custGeom>
              <a:avLst/>
              <a:gdLst/>
              <a:ahLst/>
              <a:cxnLst/>
              <a:rect l="l" t="t" r="r" b="b"/>
              <a:pathLst>
                <a:path w="1073" h="2144" extrusionOk="0">
                  <a:moveTo>
                    <a:pt x="1" y="0"/>
                  </a:moveTo>
                  <a:lnTo>
                    <a:pt x="1" y="2144"/>
                  </a:lnTo>
                  <a:cubicBezTo>
                    <a:pt x="596" y="2144"/>
                    <a:pt x="1072" y="1667"/>
                    <a:pt x="1072" y="1072"/>
                  </a:cubicBezTo>
                  <a:cubicBezTo>
                    <a:pt x="1072" y="477"/>
                    <a:pt x="596" y="0"/>
                    <a:pt x="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4" name="Google Shape;24294;p141"/>
            <p:cNvSpPr/>
            <p:nvPr/>
          </p:nvSpPr>
          <p:spPr>
            <a:xfrm>
              <a:off x="2964977" y="4211925"/>
              <a:ext cx="32072" cy="64114"/>
            </a:xfrm>
            <a:custGeom>
              <a:avLst/>
              <a:gdLst/>
              <a:ahLst/>
              <a:cxnLst/>
              <a:rect l="l" t="t" r="r" b="b"/>
              <a:pathLst>
                <a:path w="1073" h="2145" extrusionOk="0">
                  <a:moveTo>
                    <a:pt x="1" y="1"/>
                  </a:moveTo>
                  <a:lnTo>
                    <a:pt x="1" y="2144"/>
                  </a:lnTo>
                  <a:cubicBezTo>
                    <a:pt x="596" y="2144"/>
                    <a:pt x="1072" y="1668"/>
                    <a:pt x="1072" y="1073"/>
                  </a:cubicBezTo>
                  <a:cubicBezTo>
                    <a:pt x="1072" y="501"/>
                    <a:pt x="596" y="25"/>
                    <a:pt x="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5" name="Google Shape;24295;p141"/>
            <p:cNvSpPr/>
            <p:nvPr/>
          </p:nvSpPr>
          <p:spPr>
            <a:xfrm>
              <a:off x="2839707" y="4369359"/>
              <a:ext cx="64084" cy="64114"/>
            </a:xfrm>
            <a:custGeom>
              <a:avLst/>
              <a:gdLst/>
              <a:ahLst/>
              <a:cxnLst/>
              <a:rect l="l" t="t" r="r" b="b"/>
              <a:pathLst>
                <a:path w="2144" h="2145" extrusionOk="0">
                  <a:moveTo>
                    <a:pt x="1072" y="1"/>
                  </a:moveTo>
                  <a:cubicBezTo>
                    <a:pt x="477" y="1"/>
                    <a:pt x="0" y="477"/>
                    <a:pt x="0" y="1072"/>
                  </a:cubicBezTo>
                  <a:cubicBezTo>
                    <a:pt x="0" y="1668"/>
                    <a:pt x="477" y="2144"/>
                    <a:pt x="1072" y="2144"/>
                  </a:cubicBezTo>
                  <a:cubicBezTo>
                    <a:pt x="1667" y="2144"/>
                    <a:pt x="2144" y="1668"/>
                    <a:pt x="2144" y="1072"/>
                  </a:cubicBezTo>
                  <a:cubicBezTo>
                    <a:pt x="2144" y="477"/>
                    <a:pt x="1667" y="1"/>
                    <a:pt x="1072" y="1"/>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6" name="Google Shape;24296;p141"/>
            <p:cNvSpPr/>
            <p:nvPr/>
          </p:nvSpPr>
          <p:spPr>
            <a:xfrm>
              <a:off x="2839707" y="4290359"/>
              <a:ext cx="64084" cy="64084"/>
            </a:xfrm>
            <a:custGeom>
              <a:avLst/>
              <a:gdLst/>
              <a:ahLst/>
              <a:cxnLst/>
              <a:rect l="l" t="t" r="r" b="b"/>
              <a:pathLst>
                <a:path w="2144" h="2144" extrusionOk="0">
                  <a:moveTo>
                    <a:pt x="1072" y="0"/>
                  </a:moveTo>
                  <a:cubicBezTo>
                    <a:pt x="477" y="0"/>
                    <a:pt x="0" y="477"/>
                    <a:pt x="0" y="1072"/>
                  </a:cubicBezTo>
                  <a:cubicBezTo>
                    <a:pt x="0" y="1667"/>
                    <a:pt x="477" y="2144"/>
                    <a:pt x="1072" y="2144"/>
                  </a:cubicBezTo>
                  <a:cubicBezTo>
                    <a:pt x="1667" y="2144"/>
                    <a:pt x="2144" y="1667"/>
                    <a:pt x="2144" y="1072"/>
                  </a:cubicBezTo>
                  <a:cubicBezTo>
                    <a:pt x="2144" y="477"/>
                    <a:pt x="1667" y="0"/>
                    <a:pt x="1072" y="0"/>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7" name="Google Shape;24297;p141"/>
            <p:cNvSpPr/>
            <p:nvPr/>
          </p:nvSpPr>
          <p:spPr>
            <a:xfrm>
              <a:off x="2871719" y="4369359"/>
              <a:ext cx="32072" cy="64114"/>
            </a:xfrm>
            <a:custGeom>
              <a:avLst/>
              <a:gdLst/>
              <a:ahLst/>
              <a:cxnLst/>
              <a:rect l="l" t="t" r="r" b="b"/>
              <a:pathLst>
                <a:path w="1073" h="2145" extrusionOk="0">
                  <a:moveTo>
                    <a:pt x="1" y="1"/>
                  </a:moveTo>
                  <a:lnTo>
                    <a:pt x="1" y="2144"/>
                  </a:lnTo>
                  <a:cubicBezTo>
                    <a:pt x="596" y="2144"/>
                    <a:pt x="1073" y="1668"/>
                    <a:pt x="1073" y="1072"/>
                  </a:cubicBezTo>
                  <a:cubicBezTo>
                    <a:pt x="1073" y="477"/>
                    <a:pt x="596" y="1"/>
                    <a:pt x="1"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8" name="Google Shape;24298;p141"/>
            <p:cNvSpPr/>
            <p:nvPr/>
          </p:nvSpPr>
          <p:spPr>
            <a:xfrm>
              <a:off x="2871719" y="4290359"/>
              <a:ext cx="32072" cy="64084"/>
            </a:xfrm>
            <a:custGeom>
              <a:avLst/>
              <a:gdLst/>
              <a:ahLst/>
              <a:cxnLst/>
              <a:rect l="l" t="t" r="r" b="b"/>
              <a:pathLst>
                <a:path w="1073" h="2144" extrusionOk="0">
                  <a:moveTo>
                    <a:pt x="1" y="0"/>
                  </a:moveTo>
                  <a:lnTo>
                    <a:pt x="1" y="2144"/>
                  </a:lnTo>
                  <a:cubicBezTo>
                    <a:pt x="596" y="2144"/>
                    <a:pt x="1073" y="1667"/>
                    <a:pt x="1073" y="1072"/>
                  </a:cubicBezTo>
                  <a:cubicBezTo>
                    <a:pt x="1073" y="477"/>
                    <a:pt x="596" y="0"/>
                    <a:pt x="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9" name="Google Shape;24299;p141"/>
            <p:cNvSpPr/>
            <p:nvPr/>
          </p:nvSpPr>
          <p:spPr>
            <a:xfrm>
              <a:off x="2746449" y="4369359"/>
              <a:ext cx="64084" cy="64114"/>
            </a:xfrm>
            <a:custGeom>
              <a:avLst/>
              <a:gdLst/>
              <a:ahLst/>
              <a:cxnLst/>
              <a:rect l="l" t="t" r="r" b="b"/>
              <a:pathLst>
                <a:path w="2144" h="2145" extrusionOk="0">
                  <a:moveTo>
                    <a:pt x="1072" y="1"/>
                  </a:moveTo>
                  <a:cubicBezTo>
                    <a:pt x="477" y="1"/>
                    <a:pt x="1" y="477"/>
                    <a:pt x="1" y="1072"/>
                  </a:cubicBezTo>
                  <a:cubicBezTo>
                    <a:pt x="1" y="1668"/>
                    <a:pt x="477" y="2144"/>
                    <a:pt x="1072" y="2144"/>
                  </a:cubicBezTo>
                  <a:cubicBezTo>
                    <a:pt x="1668" y="2144"/>
                    <a:pt x="2144" y="1668"/>
                    <a:pt x="2144" y="1072"/>
                  </a:cubicBezTo>
                  <a:cubicBezTo>
                    <a:pt x="2144" y="477"/>
                    <a:pt x="1668" y="1"/>
                    <a:pt x="10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0" name="Google Shape;24300;p141"/>
            <p:cNvSpPr/>
            <p:nvPr/>
          </p:nvSpPr>
          <p:spPr>
            <a:xfrm>
              <a:off x="2746449" y="4290359"/>
              <a:ext cx="64084" cy="6408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44" y="477"/>
                    <a:pt x="1668" y="0"/>
                    <a:pt x="107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1" name="Google Shape;24301;p141"/>
            <p:cNvSpPr/>
            <p:nvPr/>
          </p:nvSpPr>
          <p:spPr>
            <a:xfrm>
              <a:off x="2746449" y="4212047"/>
              <a:ext cx="64084" cy="64114"/>
            </a:xfrm>
            <a:custGeom>
              <a:avLst/>
              <a:gdLst/>
              <a:ahLst/>
              <a:cxnLst/>
              <a:rect l="l" t="t" r="r" b="b"/>
              <a:pathLst>
                <a:path w="2144" h="2145" extrusionOk="0">
                  <a:moveTo>
                    <a:pt x="1072" y="1"/>
                  </a:moveTo>
                  <a:cubicBezTo>
                    <a:pt x="477" y="1"/>
                    <a:pt x="1" y="477"/>
                    <a:pt x="1" y="1072"/>
                  </a:cubicBezTo>
                  <a:cubicBezTo>
                    <a:pt x="1" y="1668"/>
                    <a:pt x="477" y="2144"/>
                    <a:pt x="1072" y="2144"/>
                  </a:cubicBezTo>
                  <a:cubicBezTo>
                    <a:pt x="1668" y="2144"/>
                    <a:pt x="2144" y="1668"/>
                    <a:pt x="2144" y="1072"/>
                  </a:cubicBezTo>
                  <a:cubicBezTo>
                    <a:pt x="2144" y="477"/>
                    <a:pt x="1668" y="1"/>
                    <a:pt x="10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2" name="Google Shape;24302;p141"/>
            <p:cNvSpPr/>
            <p:nvPr/>
          </p:nvSpPr>
          <p:spPr>
            <a:xfrm>
              <a:off x="2779209" y="4369359"/>
              <a:ext cx="32042" cy="64114"/>
            </a:xfrm>
            <a:custGeom>
              <a:avLst/>
              <a:gdLst/>
              <a:ahLst/>
              <a:cxnLst/>
              <a:rect l="l" t="t" r="r" b="b"/>
              <a:pathLst>
                <a:path w="1072" h="2145" extrusionOk="0">
                  <a:moveTo>
                    <a:pt x="0" y="1"/>
                  </a:moveTo>
                  <a:lnTo>
                    <a:pt x="0" y="2144"/>
                  </a:lnTo>
                  <a:cubicBezTo>
                    <a:pt x="595" y="2144"/>
                    <a:pt x="1072" y="1668"/>
                    <a:pt x="1072" y="1072"/>
                  </a:cubicBezTo>
                  <a:cubicBezTo>
                    <a:pt x="1072" y="477"/>
                    <a:pt x="572" y="1"/>
                    <a:pt x="0"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3" name="Google Shape;24303;p141"/>
            <p:cNvSpPr/>
            <p:nvPr/>
          </p:nvSpPr>
          <p:spPr>
            <a:xfrm>
              <a:off x="2779209" y="4290359"/>
              <a:ext cx="32042" cy="64084"/>
            </a:xfrm>
            <a:custGeom>
              <a:avLst/>
              <a:gdLst/>
              <a:ahLst/>
              <a:cxnLst/>
              <a:rect l="l" t="t" r="r" b="b"/>
              <a:pathLst>
                <a:path w="1072" h="2144" extrusionOk="0">
                  <a:moveTo>
                    <a:pt x="0" y="0"/>
                  </a:moveTo>
                  <a:lnTo>
                    <a:pt x="0" y="2144"/>
                  </a:lnTo>
                  <a:cubicBezTo>
                    <a:pt x="595" y="2144"/>
                    <a:pt x="1072" y="1667"/>
                    <a:pt x="1072" y="1072"/>
                  </a:cubicBezTo>
                  <a:cubicBezTo>
                    <a:pt x="1072" y="477"/>
                    <a:pt x="572" y="0"/>
                    <a:pt x="0"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4" name="Google Shape;24304;p141"/>
            <p:cNvSpPr/>
            <p:nvPr/>
          </p:nvSpPr>
          <p:spPr>
            <a:xfrm>
              <a:off x="2779209" y="4211925"/>
              <a:ext cx="32042" cy="64114"/>
            </a:xfrm>
            <a:custGeom>
              <a:avLst/>
              <a:gdLst/>
              <a:ahLst/>
              <a:cxnLst/>
              <a:rect l="l" t="t" r="r" b="b"/>
              <a:pathLst>
                <a:path w="1072" h="2145" extrusionOk="0">
                  <a:moveTo>
                    <a:pt x="0" y="1"/>
                  </a:moveTo>
                  <a:lnTo>
                    <a:pt x="0" y="2144"/>
                  </a:lnTo>
                  <a:cubicBezTo>
                    <a:pt x="595" y="2144"/>
                    <a:pt x="1072" y="1668"/>
                    <a:pt x="1072" y="1073"/>
                  </a:cubicBezTo>
                  <a:cubicBezTo>
                    <a:pt x="1072" y="501"/>
                    <a:pt x="572" y="25"/>
                    <a:pt x="0"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05" name="Google Shape;24305;p141"/>
          <p:cNvGrpSpPr/>
          <p:nvPr/>
        </p:nvGrpSpPr>
        <p:grpSpPr>
          <a:xfrm>
            <a:off x="3274565" y="3982673"/>
            <a:ext cx="343826" cy="343827"/>
            <a:chOff x="3379296" y="4149427"/>
            <a:chExt cx="343826" cy="343827"/>
          </a:xfrm>
        </p:grpSpPr>
        <p:sp>
          <p:nvSpPr>
            <p:cNvPr id="24306" name="Google Shape;24306;p141"/>
            <p:cNvSpPr/>
            <p:nvPr/>
          </p:nvSpPr>
          <p:spPr>
            <a:xfrm>
              <a:off x="3389966" y="4395692"/>
              <a:ext cx="46300" cy="47017"/>
            </a:xfrm>
            <a:custGeom>
              <a:avLst/>
              <a:gdLst/>
              <a:ahLst/>
              <a:cxnLst/>
              <a:rect l="l" t="t" r="r" b="b"/>
              <a:pathLst>
                <a:path w="1549" h="1573" extrusionOk="0">
                  <a:moveTo>
                    <a:pt x="1168" y="1"/>
                  </a:moveTo>
                  <a:lnTo>
                    <a:pt x="1" y="763"/>
                  </a:lnTo>
                  <a:lnTo>
                    <a:pt x="1" y="1573"/>
                  </a:lnTo>
                  <a:lnTo>
                    <a:pt x="25" y="1573"/>
                  </a:lnTo>
                  <a:lnTo>
                    <a:pt x="1549" y="549"/>
                  </a:lnTo>
                  <a:lnTo>
                    <a:pt x="1168"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7" name="Google Shape;24307;p141"/>
            <p:cNvSpPr/>
            <p:nvPr/>
          </p:nvSpPr>
          <p:spPr>
            <a:xfrm>
              <a:off x="3457608" y="4333790"/>
              <a:ext cx="39156" cy="46270"/>
            </a:xfrm>
            <a:custGeom>
              <a:avLst/>
              <a:gdLst/>
              <a:ahLst/>
              <a:cxnLst/>
              <a:rect l="l" t="t" r="r" b="b"/>
              <a:pathLst>
                <a:path w="1310" h="1548" extrusionOk="0">
                  <a:moveTo>
                    <a:pt x="738" y="0"/>
                  </a:moveTo>
                  <a:lnTo>
                    <a:pt x="0" y="1191"/>
                  </a:lnTo>
                  <a:lnTo>
                    <a:pt x="572" y="1548"/>
                  </a:lnTo>
                  <a:lnTo>
                    <a:pt x="1310" y="357"/>
                  </a:lnTo>
                  <a:lnTo>
                    <a:pt x="738"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8" name="Google Shape;24308;p141"/>
            <p:cNvSpPr/>
            <p:nvPr/>
          </p:nvSpPr>
          <p:spPr>
            <a:xfrm>
              <a:off x="3513832" y="4322372"/>
              <a:ext cx="44148" cy="39903"/>
            </a:xfrm>
            <a:custGeom>
              <a:avLst/>
              <a:gdLst/>
              <a:ahLst/>
              <a:cxnLst/>
              <a:rect l="l" t="t" r="r" b="b"/>
              <a:pathLst>
                <a:path w="1477" h="1335" extrusionOk="0">
                  <a:moveTo>
                    <a:pt x="381" y="1"/>
                  </a:moveTo>
                  <a:lnTo>
                    <a:pt x="0" y="573"/>
                  </a:lnTo>
                  <a:lnTo>
                    <a:pt x="1096" y="1335"/>
                  </a:lnTo>
                  <a:lnTo>
                    <a:pt x="1477" y="787"/>
                  </a:lnTo>
                  <a:lnTo>
                    <a:pt x="38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9" name="Google Shape;24309;p141"/>
            <p:cNvSpPr/>
            <p:nvPr/>
          </p:nvSpPr>
          <p:spPr>
            <a:xfrm>
              <a:off x="3580756" y="4312418"/>
              <a:ext cx="43430" cy="44177"/>
            </a:xfrm>
            <a:custGeom>
              <a:avLst/>
              <a:gdLst/>
              <a:ahLst/>
              <a:cxnLst/>
              <a:rect l="l" t="t" r="r" b="b"/>
              <a:pathLst>
                <a:path w="1453" h="1478" extrusionOk="0">
                  <a:moveTo>
                    <a:pt x="953" y="1"/>
                  </a:moveTo>
                  <a:lnTo>
                    <a:pt x="0" y="1025"/>
                  </a:lnTo>
                  <a:lnTo>
                    <a:pt x="500" y="1477"/>
                  </a:lnTo>
                  <a:lnTo>
                    <a:pt x="1453" y="453"/>
                  </a:lnTo>
                  <a:lnTo>
                    <a:pt x="95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0" name="Google Shape;24310;p141"/>
            <p:cNvSpPr/>
            <p:nvPr/>
          </p:nvSpPr>
          <p:spPr>
            <a:xfrm>
              <a:off x="3632705" y="4246211"/>
              <a:ext cx="39186" cy="43460"/>
            </a:xfrm>
            <a:custGeom>
              <a:avLst/>
              <a:gdLst/>
              <a:ahLst/>
              <a:cxnLst/>
              <a:rect l="l" t="t" r="r" b="b"/>
              <a:pathLst>
                <a:path w="1311" h="1454" extrusionOk="0">
                  <a:moveTo>
                    <a:pt x="763" y="1"/>
                  </a:moveTo>
                  <a:lnTo>
                    <a:pt x="0" y="1073"/>
                  </a:lnTo>
                  <a:lnTo>
                    <a:pt x="572" y="1454"/>
                  </a:lnTo>
                  <a:lnTo>
                    <a:pt x="1310" y="382"/>
                  </a:lnTo>
                  <a:lnTo>
                    <a:pt x="763"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1" name="Google Shape;24311;p141"/>
            <p:cNvSpPr/>
            <p:nvPr/>
          </p:nvSpPr>
          <p:spPr>
            <a:xfrm>
              <a:off x="3379296" y="4149427"/>
              <a:ext cx="343825" cy="343825"/>
            </a:xfrm>
            <a:custGeom>
              <a:avLst/>
              <a:gdLst/>
              <a:ahLst/>
              <a:cxnLst/>
              <a:rect l="l" t="t" r="r" b="b"/>
              <a:pathLst>
                <a:path w="11503" h="11503" extrusionOk="0">
                  <a:moveTo>
                    <a:pt x="1" y="0"/>
                  </a:moveTo>
                  <a:lnTo>
                    <a:pt x="1" y="11502"/>
                  </a:lnTo>
                  <a:lnTo>
                    <a:pt x="11503" y="11502"/>
                  </a:lnTo>
                  <a:lnTo>
                    <a:pt x="11503" y="10288"/>
                  </a:lnTo>
                  <a:lnTo>
                    <a:pt x="10836" y="10288"/>
                  </a:lnTo>
                  <a:lnTo>
                    <a:pt x="10836" y="10812"/>
                  </a:lnTo>
                  <a:lnTo>
                    <a:pt x="691" y="10812"/>
                  </a:lnTo>
                  <a:lnTo>
                    <a:pt x="691" y="691"/>
                  </a:lnTo>
                  <a:lnTo>
                    <a:pt x="1215" y="691"/>
                  </a:lnTo>
                  <a:lnTo>
                    <a:pt x="1215"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2" name="Google Shape;24312;p141"/>
            <p:cNvSpPr/>
            <p:nvPr/>
          </p:nvSpPr>
          <p:spPr>
            <a:xfrm>
              <a:off x="3550836" y="4456220"/>
              <a:ext cx="172286" cy="37034"/>
            </a:xfrm>
            <a:custGeom>
              <a:avLst/>
              <a:gdLst/>
              <a:ahLst/>
              <a:cxnLst/>
              <a:rect l="l" t="t" r="r" b="b"/>
              <a:pathLst>
                <a:path w="5764" h="1239" extrusionOk="0">
                  <a:moveTo>
                    <a:pt x="5097" y="0"/>
                  </a:moveTo>
                  <a:lnTo>
                    <a:pt x="5097" y="524"/>
                  </a:lnTo>
                  <a:lnTo>
                    <a:pt x="1" y="524"/>
                  </a:lnTo>
                  <a:lnTo>
                    <a:pt x="1" y="1238"/>
                  </a:lnTo>
                  <a:lnTo>
                    <a:pt x="5764" y="1238"/>
                  </a:lnTo>
                  <a:lnTo>
                    <a:pt x="5764"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3" name="Google Shape;24313;p141"/>
            <p:cNvSpPr/>
            <p:nvPr/>
          </p:nvSpPr>
          <p:spPr>
            <a:xfrm>
              <a:off x="3421291" y="4360810"/>
              <a:ext cx="64084" cy="64114"/>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44" y="477"/>
                    <a:pt x="1644" y="1"/>
                    <a:pt x="1072"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4" name="Google Shape;24314;p141"/>
            <p:cNvSpPr/>
            <p:nvPr/>
          </p:nvSpPr>
          <p:spPr>
            <a:xfrm>
              <a:off x="3452616" y="4360123"/>
              <a:ext cx="32072" cy="64084"/>
            </a:xfrm>
            <a:custGeom>
              <a:avLst/>
              <a:gdLst/>
              <a:ahLst/>
              <a:cxnLst/>
              <a:rect l="l" t="t" r="r" b="b"/>
              <a:pathLst>
                <a:path w="1073" h="2144" extrusionOk="0">
                  <a:moveTo>
                    <a:pt x="0" y="0"/>
                  </a:moveTo>
                  <a:lnTo>
                    <a:pt x="0" y="2143"/>
                  </a:lnTo>
                  <a:cubicBezTo>
                    <a:pt x="596" y="2143"/>
                    <a:pt x="1072" y="1667"/>
                    <a:pt x="1072" y="1072"/>
                  </a:cubicBezTo>
                  <a:cubicBezTo>
                    <a:pt x="1072" y="500"/>
                    <a:pt x="596" y="24"/>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5" name="Google Shape;24315;p141"/>
            <p:cNvSpPr/>
            <p:nvPr/>
          </p:nvSpPr>
          <p:spPr>
            <a:xfrm>
              <a:off x="3468279" y="4288924"/>
              <a:ext cx="64084" cy="64084"/>
            </a:xfrm>
            <a:custGeom>
              <a:avLst/>
              <a:gdLst/>
              <a:ahLst/>
              <a:cxnLst/>
              <a:rect l="l" t="t" r="r" b="b"/>
              <a:pathLst>
                <a:path w="2144" h="2144" extrusionOk="0">
                  <a:moveTo>
                    <a:pt x="1072" y="1"/>
                  </a:moveTo>
                  <a:cubicBezTo>
                    <a:pt x="477" y="1"/>
                    <a:pt x="0" y="477"/>
                    <a:pt x="0" y="1072"/>
                  </a:cubicBezTo>
                  <a:cubicBezTo>
                    <a:pt x="0" y="1668"/>
                    <a:pt x="477" y="2144"/>
                    <a:pt x="1072" y="2144"/>
                  </a:cubicBezTo>
                  <a:cubicBezTo>
                    <a:pt x="1667" y="2144"/>
                    <a:pt x="2144" y="1668"/>
                    <a:pt x="2144" y="1072"/>
                  </a:cubicBezTo>
                  <a:cubicBezTo>
                    <a:pt x="2144" y="477"/>
                    <a:pt x="1667" y="1"/>
                    <a:pt x="1072"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6" name="Google Shape;24316;p141"/>
            <p:cNvSpPr/>
            <p:nvPr/>
          </p:nvSpPr>
          <p:spPr>
            <a:xfrm>
              <a:off x="3500291" y="4288924"/>
              <a:ext cx="32072" cy="64084"/>
            </a:xfrm>
            <a:custGeom>
              <a:avLst/>
              <a:gdLst/>
              <a:ahLst/>
              <a:cxnLst/>
              <a:rect l="l" t="t" r="r" b="b"/>
              <a:pathLst>
                <a:path w="1073" h="2144" extrusionOk="0">
                  <a:moveTo>
                    <a:pt x="1" y="1"/>
                  </a:moveTo>
                  <a:lnTo>
                    <a:pt x="1" y="2144"/>
                  </a:lnTo>
                  <a:cubicBezTo>
                    <a:pt x="596" y="2144"/>
                    <a:pt x="1073" y="1668"/>
                    <a:pt x="1073" y="1072"/>
                  </a:cubicBezTo>
                  <a:cubicBezTo>
                    <a:pt x="1073" y="477"/>
                    <a:pt x="596"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7" name="Google Shape;24317;p141"/>
            <p:cNvSpPr/>
            <p:nvPr/>
          </p:nvSpPr>
          <p:spPr>
            <a:xfrm>
              <a:off x="3539447" y="4332355"/>
              <a:ext cx="64114" cy="64084"/>
            </a:xfrm>
            <a:custGeom>
              <a:avLst/>
              <a:gdLst/>
              <a:ahLst/>
              <a:cxnLst/>
              <a:rect l="l" t="t" r="r" b="b"/>
              <a:pathLst>
                <a:path w="2145" h="2144" extrusionOk="0">
                  <a:moveTo>
                    <a:pt x="1072" y="0"/>
                  </a:moveTo>
                  <a:cubicBezTo>
                    <a:pt x="477" y="0"/>
                    <a:pt x="1" y="477"/>
                    <a:pt x="1" y="1072"/>
                  </a:cubicBezTo>
                  <a:cubicBezTo>
                    <a:pt x="1" y="1667"/>
                    <a:pt x="477" y="2144"/>
                    <a:pt x="1072" y="2144"/>
                  </a:cubicBezTo>
                  <a:cubicBezTo>
                    <a:pt x="1668" y="2144"/>
                    <a:pt x="2144" y="1667"/>
                    <a:pt x="2144" y="1072"/>
                  </a:cubicBezTo>
                  <a:cubicBezTo>
                    <a:pt x="2144" y="500"/>
                    <a:pt x="1668" y="0"/>
                    <a:pt x="1072"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8" name="Google Shape;24318;p141"/>
            <p:cNvSpPr/>
            <p:nvPr/>
          </p:nvSpPr>
          <p:spPr>
            <a:xfrm>
              <a:off x="3571490" y="4332355"/>
              <a:ext cx="32072" cy="64084"/>
            </a:xfrm>
            <a:custGeom>
              <a:avLst/>
              <a:gdLst/>
              <a:ahLst/>
              <a:cxnLst/>
              <a:rect l="l" t="t" r="r" b="b"/>
              <a:pathLst>
                <a:path w="1073" h="2144" extrusionOk="0">
                  <a:moveTo>
                    <a:pt x="0" y="0"/>
                  </a:moveTo>
                  <a:lnTo>
                    <a:pt x="0" y="2144"/>
                  </a:lnTo>
                  <a:cubicBezTo>
                    <a:pt x="596" y="2144"/>
                    <a:pt x="1072" y="1667"/>
                    <a:pt x="1072" y="1072"/>
                  </a:cubicBezTo>
                  <a:cubicBezTo>
                    <a:pt x="1072" y="500"/>
                    <a:pt x="596" y="0"/>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9" name="Google Shape;24319;p141"/>
            <p:cNvSpPr/>
            <p:nvPr/>
          </p:nvSpPr>
          <p:spPr>
            <a:xfrm>
              <a:off x="3598541" y="4271857"/>
              <a:ext cx="64084" cy="64084"/>
            </a:xfrm>
            <a:custGeom>
              <a:avLst/>
              <a:gdLst/>
              <a:ahLst/>
              <a:cxnLst/>
              <a:rect l="l" t="t" r="r" b="b"/>
              <a:pathLst>
                <a:path w="2144" h="2144" extrusionOk="0">
                  <a:moveTo>
                    <a:pt x="1072" y="0"/>
                  </a:moveTo>
                  <a:cubicBezTo>
                    <a:pt x="477" y="0"/>
                    <a:pt x="0" y="476"/>
                    <a:pt x="0" y="1072"/>
                  </a:cubicBezTo>
                  <a:cubicBezTo>
                    <a:pt x="0" y="1667"/>
                    <a:pt x="477" y="2143"/>
                    <a:pt x="1072" y="2143"/>
                  </a:cubicBezTo>
                  <a:cubicBezTo>
                    <a:pt x="1667" y="2143"/>
                    <a:pt x="2144" y="1667"/>
                    <a:pt x="2144" y="1072"/>
                  </a:cubicBezTo>
                  <a:cubicBezTo>
                    <a:pt x="2144" y="476"/>
                    <a:pt x="1667" y="0"/>
                    <a:pt x="1072"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0" name="Google Shape;24320;p141"/>
            <p:cNvSpPr/>
            <p:nvPr/>
          </p:nvSpPr>
          <p:spPr>
            <a:xfrm>
              <a:off x="3630583" y="4271140"/>
              <a:ext cx="32042" cy="64084"/>
            </a:xfrm>
            <a:custGeom>
              <a:avLst/>
              <a:gdLst/>
              <a:ahLst/>
              <a:cxnLst/>
              <a:rect l="l" t="t" r="r" b="b"/>
              <a:pathLst>
                <a:path w="1072" h="2144" extrusionOk="0">
                  <a:moveTo>
                    <a:pt x="0" y="0"/>
                  </a:moveTo>
                  <a:lnTo>
                    <a:pt x="0" y="2144"/>
                  </a:lnTo>
                  <a:cubicBezTo>
                    <a:pt x="595" y="2144"/>
                    <a:pt x="1072" y="1667"/>
                    <a:pt x="1072" y="1072"/>
                  </a:cubicBezTo>
                  <a:cubicBezTo>
                    <a:pt x="1072" y="500"/>
                    <a:pt x="595" y="24"/>
                    <a:pt x="0"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1" name="Google Shape;24321;p141"/>
            <p:cNvSpPr/>
            <p:nvPr/>
          </p:nvSpPr>
          <p:spPr>
            <a:xfrm>
              <a:off x="3642659" y="4201376"/>
              <a:ext cx="64114" cy="64084"/>
            </a:xfrm>
            <a:custGeom>
              <a:avLst/>
              <a:gdLst/>
              <a:ahLst/>
              <a:cxnLst/>
              <a:rect l="l" t="t" r="r" b="b"/>
              <a:pathLst>
                <a:path w="2145" h="2144" extrusionOk="0">
                  <a:moveTo>
                    <a:pt x="1073" y="1"/>
                  </a:moveTo>
                  <a:cubicBezTo>
                    <a:pt x="477" y="1"/>
                    <a:pt x="1" y="477"/>
                    <a:pt x="1" y="1072"/>
                  </a:cubicBezTo>
                  <a:cubicBezTo>
                    <a:pt x="1" y="1668"/>
                    <a:pt x="477" y="2144"/>
                    <a:pt x="1073" y="2144"/>
                  </a:cubicBezTo>
                  <a:cubicBezTo>
                    <a:pt x="1668" y="2144"/>
                    <a:pt x="2144" y="1668"/>
                    <a:pt x="2144" y="1072"/>
                  </a:cubicBezTo>
                  <a:cubicBezTo>
                    <a:pt x="2144" y="477"/>
                    <a:pt x="1668" y="1"/>
                    <a:pt x="1073"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2" name="Google Shape;24322;p141"/>
            <p:cNvSpPr/>
            <p:nvPr/>
          </p:nvSpPr>
          <p:spPr>
            <a:xfrm>
              <a:off x="3674701" y="4201376"/>
              <a:ext cx="32072" cy="64084"/>
            </a:xfrm>
            <a:custGeom>
              <a:avLst/>
              <a:gdLst/>
              <a:ahLst/>
              <a:cxnLst/>
              <a:rect l="l" t="t" r="r" b="b"/>
              <a:pathLst>
                <a:path w="1073" h="2144" extrusionOk="0">
                  <a:moveTo>
                    <a:pt x="1" y="1"/>
                  </a:moveTo>
                  <a:lnTo>
                    <a:pt x="1" y="2144"/>
                  </a:lnTo>
                  <a:cubicBezTo>
                    <a:pt x="596" y="2144"/>
                    <a:pt x="1072" y="1668"/>
                    <a:pt x="1072" y="1072"/>
                  </a:cubicBezTo>
                  <a:cubicBezTo>
                    <a:pt x="1072" y="477"/>
                    <a:pt x="596" y="1"/>
                    <a:pt x="1"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3" name="Google Shape;24323;p141"/>
          <p:cNvGrpSpPr/>
          <p:nvPr/>
        </p:nvGrpSpPr>
        <p:grpSpPr>
          <a:xfrm>
            <a:off x="4038814" y="3984588"/>
            <a:ext cx="343826" cy="343139"/>
            <a:chOff x="4076914" y="4146557"/>
            <a:chExt cx="343826" cy="343139"/>
          </a:xfrm>
        </p:grpSpPr>
        <p:sp>
          <p:nvSpPr>
            <p:cNvPr id="24324" name="Google Shape;24324;p141"/>
            <p:cNvSpPr/>
            <p:nvPr/>
          </p:nvSpPr>
          <p:spPr>
            <a:xfrm>
              <a:off x="4076914" y="4146557"/>
              <a:ext cx="189383" cy="339580"/>
            </a:xfrm>
            <a:custGeom>
              <a:avLst/>
              <a:gdLst/>
              <a:ahLst/>
              <a:cxnLst/>
              <a:rect l="l" t="t" r="r" b="b"/>
              <a:pathLst>
                <a:path w="6336" h="11361" extrusionOk="0">
                  <a:moveTo>
                    <a:pt x="5740" y="1"/>
                  </a:moveTo>
                  <a:cubicBezTo>
                    <a:pt x="2549" y="1"/>
                    <a:pt x="1" y="2573"/>
                    <a:pt x="1" y="5740"/>
                  </a:cubicBezTo>
                  <a:cubicBezTo>
                    <a:pt x="1" y="8526"/>
                    <a:pt x="1977" y="10860"/>
                    <a:pt x="4597" y="11360"/>
                  </a:cubicBezTo>
                  <a:lnTo>
                    <a:pt x="6335" y="5740"/>
                  </a:lnTo>
                  <a:lnTo>
                    <a:pt x="5740" y="1"/>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5" name="Google Shape;24325;p141"/>
            <p:cNvSpPr/>
            <p:nvPr/>
          </p:nvSpPr>
          <p:spPr>
            <a:xfrm>
              <a:off x="4215724" y="4318127"/>
              <a:ext cx="175126" cy="171569"/>
            </a:xfrm>
            <a:custGeom>
              <a:avLst/>
              <a:gdLst/>
              <a:ahLst/>
              <a:cxnLst/>
              <a:rect l="l" t="t" r="r" b="b"/>
              <a:pathLst>
                <a:path w="5859" h="5740" extrusionOk="0">
                  <a:moveTo>
                    <a:pt x="1120" y="0"/>
                  </a:moveTo>
                  <a:lnTo>
                    <a:pt x="0" y="5620"/>
                  </a:lnTo>
                  <a:cubicBezTo>
                    <a:pt x="358" y="5716"/>
                    <a:pt x="739" y="5739"/>
                    <a:pt x="1120" y="5739"/>
                  </a:cubicBezTo>
                  <a:cubicBezTo>
                    <a:pt x="3096" y="5739"/>
                    <a:pt x="4811" y="4763"/>
                    <a:pt x="5859" y="3239"/>
                  </a:cubicBezTo>
                  <a:lnTo>
                    <a:pt x="1715"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6" name="Google Shape;24326;p141"/>
            <p:cNvSpPr/>
            <p:nvPr/>
          </p:nvSpPr>
          <p:spPr>
            <a:xfrm>
              <a:off x="4249171" y="4318127"/>
              <a:ext cx="141679" cy="171569"/>
            </a:xfrm>
            <a:custGeom>
              <a:avLst/>
              <a:gdLst/>
              <a:ahLst/>
              <a:cxnLst/>
              <a:rect l="l" t="t" r="r" b="b"/>
              <a:pathLst>
                <a:path w="4740" h="5740" extrusionOk="0">
                  <a:moveTo>
                    <a:pt x="1" y="0"/>
                  </a:moveTo>
                  <a:lnTo>
                    <a:pt x="1" y="5739"/>
                  </a:lnTo>
                  <a:cubicBezTo>
                    <a:pt x="1977" y="5739"/>
                    <a:pt x="3692" y="4763"/>
                    <a:pt x="4740" y="3239"/>
                  </a:cubicBezTo>
                  <a:lnTo>
                    <a:pt x="596"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7" name="Google Shape;24327;p141"/>
            <p:cNvSpPr/>
            <p:nvPr/>
          </p:nvSpPr>
          <p:spPr>
            <a:xfrm>
              <a:off x="4249171" y="4146557"/>
              <a:ext cx="171569" cy="268382"/>
            </a:xfrm>
            <a:custGeom>
              <a:avLst/>
              <a:gdLst/>
              <a:ahLst/>
              <a:cxnLst/>
              <a:rect l="l" t="t" r="r" b="b"/>
              <a:pathLst>
                <a:path w="5740" h="8979" extrusionOk="0">
                  <a:moveTo>
                    <a:pt x="1" y="1"/>
                  </a:moveTo>
                  <a:lnTo>
                    <a:pt x="1" y="5740"/>
                  </a:lnTo>
                  <a:lnTo>
                    <a:pt x="4740" y="8979"/>
                  </a:lnTo>
                  <a:cubicBezTo>
                    <a:pt x="5359" y="8050"/>
                    <a:pt x="5740" y="6931"/>
                    <a:pt x="5740" y="5740"/>
                  </a:cubicBezTo>
                  <a:cubicBezTo>
                    <a:pt x="5740" y="2549"/>
                    <a:pt x="3168" y="1"/>
                    <a:pt x="1" y="1"/>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8" name="Google Shape;24328;p141"/>
            <p:cNvSpPr/>
            <p:nvPr/>
          </p:nvSpPr>
          <p:spPr>
            <a:xfrm>
              <a:off x="4121062" y="4190705"/>
              <a:ext cx="144518" cy="252003"/>
            </a:xfrm>
            <a:custGeom>
              <a:avLst/>
              <a:gdLst/>
              <a:ahLst/>
              <a:cxnLst/>
              <a:rect l="l" t="t" r="r" b="b"/>
              <a:pathLst>
                <a:path w="4835" h="8431" extrusionOk="0">
                  <a:moveTo>
                    <a:pt x="4263" y="0"/>
                  </a:moveTo>
                  <a:cubicBezTo>
                    <a:pt x="1905" y="0"/>
                    <a:pt x="0" y="1905"/>
                    <a:pt x="0" y="4263"/>
                  </a:cubicBezTo>
                  <a:cubicBezTo>
                    <a:pt x="0" y="6311"/>
                    <a:pt x="1453" y="8050"/>
                    <a:pt x="3406" y="8431"/>
                  </a:cubicBezTo>
                  <a:lnTo>
                    <a:pt x="4834" y="4263"/>
                  </a:lnTo>
                  <a:lnTo>
                    <a:pt x="4263" y="0"/>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9" name="Google Shape;24329;p141"/>
            <p:cNvSpPr/>
            <p:nvPr/>
          </p:nvSpPr>
          <p:spPr>
            <a:xfrm>
              <a:off x="4223555" y="4318127"/>
              <a:ext cx="129573" cy="127421"/>
            </a:xfrm>
            <a:custGeom>
              <a:avLst/>
              <a:gdLst/>
              <a:ahLst/>
              <a:cxnLst/>
              <a:rect l="l" t="t" r="r" b="b"/>
              <a:pathLst>
                <a:path w="4335" h="4263" extrusionOk="0">
                  <a:moveTo>
                    <a:pt x="834" y="0"/>
                  </a:moveTo>
                  <a:lnTo>
                    <a:pt x="0" y="4168"/>
                  </a:lnTo>
                  <a:cubicBezTo>
                    <a:pt x="262" y="4215"/>
                    <a:pt x="524" y="4263"/>
                    <a:pt x="834" y="4263"/>
                  </a:cubicBezTo>
                  <a:cubicBezTo>
                    <a:pt x="2287" y="4263"/>
                    <a:pt x="3573" y="3501"/>
                    <a:pt x="4335" y="2405"/>
                  </a:cubicBezTo>
                  <a:lnTo>
                    <a:pt x="1429"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0" name="Google Shape;24330;p141"/>
            <p:cNvSpPr/>
            <p:nvPr/>
          </p:nvSpPr>
          <p:spPr>
            <a:xfrm>
              <a:off x="4248454" y="4318127"/>
              <a:ext cx="104675" cy="127421"/>
            </a:xfrm>
            <a:custGeom>
              <a:avLst/>
              <a:gdLst/>
              <a:ahLst/>
              <a:cxnLst/>
              <a:rect l="l" t="t" r="r" b="b"/>
              <a:pathLst>
                <a:path w="3502" h="4263" extrusionOk="0">
                  <a:moveTo>
                    <a:pt x="1" y="0"/>
                  </a:moveTo>
                  <a:lnTo>
                    <a:pt x="1" y="4263"/>
                  </a:lnTo>
                  <a:cubicBezTo>
                    <a:pt x="1454" y="4263"/>
                    <a:pt x="2740" y="3501"/>
                    <a:pt x="3502" y="2405"/>
                  </a:cubicBezTo>
                  <a:lnTo>
                    <a:pt x="596"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1" name="Google Shape;24331;p141"/>
            <p:cNvSpPr/>
            <p:nvPr/>
          </p:nvSpPr>
          <p:spPr>
            <a:xfrm>
              <a:off x="4248454" y="4190705"/>
              <a:ext cx="127451" cy="199336"/>
            </a:xfrm>
            <a:custGeom>
              <a:avLst/>
              <a:gdLst/>
              <a:ahLst/>
              <a:cxnLst/>
              <a:rect l="l" t="t" r="r" b="b"/>
              <a:pathLst>
                <a:path w="4264" h="6669" extrusionOk="0">
                  <a:moveTo>
                    <a:pt x="1" y="0"/>
                  </a:moveTo>
                  <a:lnTo>
                    <a:pt x="1" y="4263"/>
                  </a:lnTo>
                  <a:lnTo>
                    <a:pt x="3502" y="6668"/>
                  </a:lnTo>
                  <a:cubicBezTo>
                    <a:pt x="3978" y="5978"/>
                    <a:pt x="4264" y="5144"/>
                    <a:pt x="4264" y="4263"/>
                  </a:cubicBezTo>
                  <a:cubicBezTo>
                    <a:pt x="4264" y="1905"/>
                    <a:pt x="2335" y="0"/>
                    <a:pt x="1" y="0"/>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32" name="Google Shape;24332;p141"/>
          <p:cNvGrpSpPr/>
          <p:nvPr/>
        </p:nvGrpSpPr>
        <p:grpSpPr>
          <a:xfrm>
            <a:off x="4782742" y="3972179"/>
            <a:ext cx="344544" cy="344544"/>
            <a:chOff x="4744642" y="4143718"/>
            <a:chExt cx="344544" cy="344544"/>
          </a:xfrm>
        </p:grpSpPr>
        <p:sp>
          <p:nvSpPr>
            <p:cNvPr id="24333" name="Google Shape;24333;p141"/>
            <p:cNvSpPr/>
            <p:nvPr/>
          </p:nvSpPr>
          <p:spPr>
            <a:xfrm>
              <a:off x="4766701" y="4337347"/>
              <a:ext cx="20684" cy="56970"/>
            </a:xfrm>
            <a:custGeom>
              <a:avLst/>
              <a:gdLst/>
              <a:ahLst/>
              <a:cxnLst/>
              <a:rect l="l" t="t" r="r" b="b"/>
              <a:pathLst>
                <a:path w="692" h="1906" extrusionOk="0">
                  <a:moveTo>
                    <a:pt x="1" y="0"/>
                  </a:moveTo>
                  <a:lnTo>
                    <a:pt x="1" y="1905"/>
                  </a:lnTo>
                  <a:lnTo>
                    <a:pt x="691" y="1905"/>
                  </a:lnTo>
                  <a:lnTo>
                    <a:pt x="691"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4" name="Google Shape;24334;p141"/>
            <p:cNvSpPr/>
            <p:nvPr/>
          </p:nvSpPr>
          <p:spPr>
            <a:xfrm>
              <a:off x="4766701" y="4143718"/>
              <a:ext cx="20684" cy="49857"/>
            </a:xfrm>
            <a:custGeom>
              <a:avLst/>
              <a:gdLst/>
              <a:ahLst/>
              <a:cxnLst/>
              <a:rect l="l" t="t" r="r" b="b"/>
              <a:pathLst>
                <a:path w="692" h="1668" extrusionOk="0">
                  <a:moveTo>
                    <a:pt x="1" y="1"/>
                  </a:moveTo>
                  <a:lnTo>
                    <a:pt x="1" y="1668"/>
                  </a:lnTo>
                  <a:lnTo>
                    <a:pt x="691" y="1668"/>
                  </a:lnTo>
                  <a:lnTo>
                    <a:pt x="691"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5" name="Google Shape;24335;p141"/>
            <p:cNvSpPr/>
            <p:nvPr/>
          </p:nvSpPr>
          <p:spPr>
            <a:xfrm>
              <a:off x="4766701" y="4236975"/>
              <a:ext cx="20684" cy="56970"/>
            </a:xfrm>
            <a:custGeom>
              <a:avLst/>
              <a:gdLst/>
              <a:ahLst/>
              <a:cxnLst/>
              <a:rect l="l" t="t" r="r" b="b"/>
              <a:pathLst>
                <a:path w="692" h="1906" extrusionOk="0">
                  <a:moveTo>
                    <a:pt x="1" y="0"/>
                  </a:moveTo>
                  <a:lnTo>
                    <a:pt x="1" y="1905"/>
                  </a:lnTo>
                  <a:lnTo>
                    <a:pt x="691" y="1905"/>
                  </a:lnTo>
                  <a:lnTo>
                    <a:pt x="691"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6" name="Google Shape;24336;p141"/>
            <p:cNvSpPr/>
            <p:nvPr/>
          </p:nvSpPr>
          <p:spPr>
            <a:xfrm>
              <a:off x="5022262" y="4184309"/>
              <a:ext cx="66924" cy="60527"/>
            </a:xfrm>
            <a:custGeom>
              <a:avLst/>
              <a:gdLst/>
              <a:ahLst/>
              <a:cxnLst/>
              <a:rect l="l" t="t" r="r" b="b"/>
              <a:pathLst>
                <a:path w="2239" h="2025" extrusionOk="0">
                  <a:moveTo>
                    <a:pt x="333" y="0"/>
                  </a:moveTo>
                  <a:lnTo>
                    <a:pt x="0" y="1024"/>
                  </a:lnTo>
                  <a:lnTo>
                    <a:pt x="333" y="2024"/>
                  </a:lnTo>
                  <a:lnTo>
                    <a:pt x="2239" y="2024"/>
                  </a:lnTo>
                  <a:lnTo>
                    <a:pt x="2239"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7" name="Google Shape;24337;p141"/>
            <p:cNvSpPr/>
            <p:nvPr/>
          </p:nvSpPr>
          <p:spPr>
            <a:xfrm>
              <a:off x="5022262" y="4215604"/>
              <a:ext cx="66924" cy="30637"/>
            </a:xfrm>
            <a:custGeom>
              <a:avLst/>
              <a:gdLst/>
              <a:ahLst/>
              <a:cxnLst/>
              <a:rect l="l" t="t" r="r" b="b"/>
              <a:pathLst>
                <a:path w="2239" h="1025" extrusionOk="0">
                  <a:moveTo>
                    <a:pt x="0" y="1"/>
                  </a:moveTo>
                  <a:lnTo>
                    <a:pt x="333" y="1025"/>
                  </a:lnTo>
                  <a:lnTo>
                    <a:pt x="2239" y="1025"/>
                  </a:lnTo>
                  <a:lnTo>
                    <a:pt x="2239"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8" name="Google Shape;24338;p141"/>
            <p:cNvSpPr/>
            <p:nvPr/>
          </p:nvSpPr>
          <p:spPr>
            <a:xfrm>
              <a:off x="4766701" y="4438406"/>
              <a:ext cx="20684" cy="49857"/>
            </a:xfrm>
            <a:custGeom>
              <a:avLst/>
              <a:gdLst/>
              <a:ahLst/>
              <a:cxnLst/>
              <a:rect l="l" t="t" r="r" b="b"/>
              <a:pathLst>
                <a:path w="692" h="1668" extrusionOk="0">
                  <a:moveTo>
                    <a:pt x="1" y="1"/>
                  </a:moveTo>
                  <a:lnTo>
                    <a:pt x="1" y="1668"/>
                  </a:lnTo>
                  <a:lnTo>
                    <a:pt x="691" y="1668"/>
                  </a:lnTo>
                  <a:lnTo>
                    <a:pt x="691"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9" name="Google Shape;24339;p141"/>
            <p:cNvSpPr/>
            <p:nvPr/>
          </p:nvSpPr>
          <p:spPr>
            <a:xfrm>
              <a:off x="4828633" y="4184309"/>
              <a:ext cx="203611" cy="60527"/>
            </a:xfrm>
            <a:custGeom>
              <a:avLst/>
              <a:gdLst/>
              <a:ahLst/>
              <a:cxnLst/>
              <a:rect l="l" t="t" r="r" b="b"/>
              <a:pathLst>
                <a:path w="6812" h="2025" extrusionOk="0">
                  <a:moveTo>
                    <a:pt x="882" y="0"/>
                  </a:moveTo>
                  <a:lnTo>
                    <a:pt x="1" y="1024"/>
                  </a:lnTo>
                  <a:lnTo>
                    <a:pt x="882" y="2024"/>
                  </a:lnTo>
                  <a:lnTo>
                    <a:pt x="6811" y="2024"/>
                  </a:lnTo>
                  <a:lnTo>
                    <a:pt x="6811"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0" name="Google Shape;24340;p141"/>
            <p:cNvSpPr/>
            <p:nvPr/>
          </p:nvSpPr>
          <p:spPr>
            <a:xfrm>
              <a:off x="4828633" y="4215604"/>
              <a:ext cx="203611" cy="30637"/>
            </a:xfrm>
            <a:custGeom>
              <a:avLst/>
              <a:gdLst/>
              <a:ahLst/>
              <a:cxnLst/>
              <a:rect l="l" t="t" r="r" b="b"/>
              <a:pathLst>
                <a:path w="6812" h="1025" extrusionOk="0">
                  <a:moveTo>
                    <a:pt x="1" y="1"/>
                  </a:moveTo>
                  <a:lnTo>
                    <a:pt x="882" y="1025"/>
                  </a:lnTo>
                  <a:lnTo>
                    <a:pt x="6811" y="1025"/>
                  </a:lnTo>
                  <a:lnTo>
                    <a:pt x="681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1" name="Google Shape;24341;p141"/>
            <p:cNvSpPr/>
            <p:nvPr/>
          </p:nvSpPr>
          <p:spPr>
            <a:xfrm>
              <a:off x="5022262" y="4285368"/>
              <a:ext cx="66924" cy="60527"/>
            </a:xfrm>
            <a:custGeom>
              <a:avLst/>
              <a:gdLst/>
              <a:ahLst/>
              <a:cxnLst/>
              <a:rect l="l" t="t" r="r" b="b"/>
              <a:pathLst>
                <a:path w="2239" h="2025" extrusionOk="0">
                  <a:moveTo>
                    <a:pt x="333" y="1"/>
                  </a:moveTo>
                  <a:lnTo>
                    <a:pt x="0" y="1001"/>
                  </a:lnTo>
                  <a:lnTo>
                    <a:pt x="333" y="2025"/>
                  </a:lnTo>
                  <a:lnTo>
                    <a:pt x="2239" y="2025"/>
                  </a:lnTo>
                  <a:lnTo>
                    <a:pt x="223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2" name="Google Shape;24342;p141"/>
            <p:cNvSpPr/>
            <p:nvPr/>
          </p:nvSpPr>
          <p:spPr>
            <a:xfrm>
              <a:off x="5022262" y="4315975"/>
              <a:ext cx="66924" cy="30637"/>
            </a:xfrm>
            <a:custGeom>
              <a:avLst/>
              <a:gdLst/>
              <a:ahLst/>
              <a:cxnLst/>
              <a:rect l="l" t="t" r="r" b="b"/>
              <a:pathLst>
                <a:path w="2239" h="1025" extrusionOk="0">
                  <a:moveTo>
                    <a:pt x="0" y="1"/>
                  </a:moveTo>
                  <a:lnTo>
                    <a:pt x="333" y="1025"/>
                  </a:lnTo>
                  <a:lnTo>
                    <a:pt x="2239" y="1025"/>
                  </a:lnTo>
                  <a:lnTo>
                    <a:pt x="2239"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3" name="Google Shape;24343;p141"/>
            <p:cNvSpPr/>
            <p:nvPr/>
          </p:nvSpPr>
          <p:spPr>
            <a:xfrm>
              <a:off x="4828633" y="4285368"/>
              <a:ext cx="203611" cy="60527"/>
            </a:xfrm>
            <a:custGeom>
              <a:avLst/>
              <a:gdLst/>
              <a:ahLst/>
              <a:cxnLst/>
              <a:rect l="l" t="t" r="r" b="b"/>
              <a:pathLst>
                <a:path w="6812" h="2025" extrusionOk="0">
                  <a:moveTo>
                    <a:pt x="882" y="1"/>
                  </a:moveTo>
                  <a:lnTo>
                    <a:pt x="1" y="1001"/>
                  </a:lnTo>
                  <a:lnTo>
                    <a:pt x="882" y="2025"/>
                  </a:lnTo>
                  <a:lnTo>
                    <a:pt x="6811" y="2025"/>
                  </a:lnTo>
                  <a:lnTo>
                    <a:pt x="6811"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4" name="Google Shape;24344;p141"/>
            <p:cNvSpPr/>
            <p:nvPr/>
          </p:nvSpPr>
          <p:spPr>
            <a:xfrm>
              <a:off x="4828633" y="4315975"/>
              <a:ext cx="203611" cy="30637"/>
            </a:xfrm>
            <a:custGeom>
              <a:avLst/>
              <a:gdLst/>
              <a:ahLst/>
              <a:cxnLst/>
              <a:rect l="l" t="t" r="r" b="b"/>
              <a:pathLst>
                <a:path w="6812" h="1025" extrusionOk="0">
                  <a:moveTo>
                    <a:pt x="1" y="1"/>
                  </a:moveTo>
                  <a:lnTo>
                    <a:pt x="882" y="1025"/>
                  </a:lnTo>
                  <a:lnTo>
                    <a:pt x="6811" y="1025"/>
                  </a:lnTo>
                  <a:lnTo>
                    <a:pt x="6811" y="1"/>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5" name="Google Shape;24345;p141"/>
            <p:cNvSpPr/>
            <p:nvPr/>
          </p:nvSpPr>
          <p:spPr>
            <a:xfrm>
              <a:off x="5022262" y="4386456"/>
              <a:ext cx="66924" cy="60527"/>
            </a:xfrm>
            <a:custGeom>
              <a:avLst/>
              <a:gdLst/>
              <a:ahLst/>
              <a:cxnLst/>
              <a:rect l="l" t="t" r="r" b="b"/>
              <a:pathLst>
                <a:path w="2239" h="2025" extrusionOk="0">
                  <a:moveTo>
                    <a:pt x="333" y="0"/>
                  </a:moveTo>
                  <a:lnTo>
                    <a:pt x="0" y="1024"/>
                  </a:lnTo>
                  <a:lnTo>
                    <a:pt x="333" y="2025"/>
                  </a:lnTo>
                  <a:lnTo>
                    <a:pt x="2239" y="2025"/>
                  </a:lnTo>
                  <a:lnTo>
                    <a:pt x="2239"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6" name="Google Shape;24346;p141"/>
            <p:cNvSpPr/>
            <p:nvPr/>
          </p:nvSpPr>
          <p:spPr>
            <a:xfrm>
              <a:off x="5022262" y="4417064"/>
              <a:ext cx="66924" cy="29920"/>
            </a:xfrm>
            <a:custGeom>
              <a:avLst/>
              <a:gdLst/>
              <a:ahLst/>
              <a:cxnLst/>
              <a:rect l="l" t="t" r="r" b="b"/>
              <a:pathLst>
                <a:path w="2239" h="1001" extrusionOk="0">
                  <a:moveTo>
                    <a:pt x="0" y="0"/>
                  </a:moveTo>
                  <a:lnTo>
                    <a:pt x="333" y="1001"/>
                  </a:lnTo>
                  <a:lnTo>
                    <a:pt x="2239" y="1001"/>
                  </a:lnTo>
                  <a:lnTo>
                    <a:pt x="2239"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7" name="Google Shape;24347;p141"/>
            <p:cNvSpPr/>
            <p:nvPr/>
          </p:nvSpPr>
          <p:spPr>
            <a:xfrm>
              <a:off x="4828633" y="4386456"/>
              <a:ext cx="203611" cy="60527"/>
            </a:xfrm>
            <a:custGeom>
              <a:avLst/>
              <a:gdLst/>
              <a:ahLst/>
              <a:cxnLst/>
              <a:rect l="l" t="t" r="r" b="b"/>
              <a:pathLst>
                <a:path w="6812" h="2025" extrusionOk="0">
                  <a:moveTo>
                    <a:pt x="882" y="0"/>
                  </a:moveTo>
                  <a:lnTo>
                    <a:pt x="1" y="1024"/>
                  </a:lnTo>
                  <a:lnTo>
                    <a:pt x="882" y="2025"/>
                  </a:lnTo>
                  <a:lnTo>
                    <a:pt x="6811" y="2025"/>
                  </a:lnTo>
                  <a:lnTo>
                    <a:pt x="6811"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8" name="Google Shape;24348;p141"/>
            <p:cNvSpPr/>
            <p:nvPr/>
          </p:nvSpPr>
          <p:spPr>
            <a:xfrm>
              <a:off x="4828633" y="4417064"/>
              <a:ext cx="203611" cy="29920"/>
            </a:xfrm>
            <a:custGeom>
              <a:avLst/>
              <a:gdLst/>
              <a:ahLst/>
              <a:cxnLst/>
              <a:rect l="l" t="t" r="r" b="b"/>
              <a:pathLst>
                <a:path w="6812" h="1001" extrusionOk="0">
                  <a:moveTo>
                    <a:pt x="1" y="0"/>
                  </a:moveTo>
                  <a:lnTo>
                    <a:pt x="882" y="1001"/>
                  </a:lnTo>
                  <a:lnTo>
                    <a:pt x="6811" y="1001"/>
                  </a:lnTo>
                  <a:lnTo>
                    <a:pt x="6811"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9" name="Google Shape;24349;p141"/>
            <p:cNvSpPr/>
            <p:nvPr/>
          </p:nvSpPr>
          <p:spPr>
            <a:xfrm>
              <a:off x="4744642" y="4182874"/>
              <a:ext cx="64084" cy="64084"/>
            </a:xfrm>
            <a:custGeom>
              <a:avLst/>
              <a:gdLst/>
              <a:ahLst/>
              <a:cxnLst/>
              <a:rect l="l" t="t" r="r" b="b"/>
              <a:pathLst>
                <a:path w="2144" h="2144" extrusionOk="0">
                  <a:moveTo>
                    <a:pt x="1072" y="0"/>
                  </a:moveTo>
                  <a:cubicBezTo>
                    <a:pt x="477" y="0"/>
                    <a:pt x="0" y="477"/>
                    <a:pt x="0" y="1072"/>
                  </a:cubicBezTo>
                  <a:cubicBezTo>
                    <a:pt x="0" y="1667"/>
                    <a:pt x="477" y="2144"/>
                    <a:pt x="1072" y="2144"/>
                  </a:cubicBezTo>
                  <a:cubicBezTo>
                    <a:pt x="1667" y="2144"/>
                    <a:pt x="2144" y="1667"/>
                    <a:pt x="2144" y="1072"/>
                  </a:cubicBezTo>
                  <a:cubicBezTo>
                    <a:pt x="2144" y="477"/>
                    <a:pt x="1667" y="0"/>
                    <a:pt x="1072" y="0"/>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0" name="Google Shape;24350;p141"/>
            <p:cNvSpPr/>
            <p:nvPr/>
          </p:nvSpPr>
          <p:spPr>
            <a:xfrm>
              <a:off x="4744642" y="4215604"/>
              <a:ext cx="64084" cy="32072"/>
            </a:xfrm>
            <a:custGeom>
              <a:avLst/>
              <a:gdLst/>
              <a:ahLst/>
              <a:cxnLst/>
              <a:rect l="l" t="t" r="r" b="b"/>
              <a:pathLst>
                <a:path w="2144" h="1073" extrusionOk="0">
                  <a:moveTo>
                    <a:pt x="0" y="1"/>
                  </a:moveTo>
                  <a:cubicBezTo>
                    <a:pt x="0" y="596"/>
                    <a:pt x="477" y="1072"/>
                    <a:pt x="1072" y="1072"/>
                  </a:cubicBezTo>
                  <a:cubicBezTo>
                    <a:pt x="1667" y="1072"/>
                    <a:pt x="2144" y="596"/>
                    <a:pt x="2144" y="1"/>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1" name="Google Shape;24351;p141"/>
            <p:cNvSpPr/>
            <p:nvPr/>
          </p:nvSpPr>
          <p:spPr>
            <a:xfrm>
              <a:off x="4744642" y="4283963"/>
              <a:ext cx="64084" cy="64084"/>
            </a:xfrm>
            <a:custGeom>
              <a:avLst/>
              <a:gdLst/>
              <a:ahLst/>
              <a:cxnLst/>
              <a:rect l="l" t="t" r="r" b="b"/>
              <a:pathLst>
                <a:path w="2144" h="2144" extrusionOk="0">
                  <a:moveTo>
                    <a:pt x="1072" y="0"/>
                  </a:moveTo>
                  <a:cubicBezTo>
                    <a:pt x="477" y="0"/>
                    <a:pt x="0" y="476"/>
                    <a:pt x="0" y="1072"/>
                  </a:cubicBezTo>
                  <a:cubicBezTo>
                    <a:pt x="0" y="1667"/>
                    <a:pt x="477" y="2143"/>
                    <a:pt x="1072" y="2143"/>
                  </a:cubicBezTo>
                  <a:cubicBezTo>
                    <a:pt x="1667" y="2119"/>
                    <a:pt x="2144" y="1643"/>
                    <a:pt x="2144" y="1072"/>
                  </a:cubicBezTo>
                  <a:cubicBezTo>
                    <a:pt x="2144" y="476"/>
                    <a:pt x="1667" y="0"/>
                    <a:pt x="1072" y="0"/>
                  </a:cubicBez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2" name="Google Shape;24352;p141"/>
            <p:cNvSpPr/>
            <p:nvPr/>
          </p:nvSpPr>
          <p:spPr>
            <a:xfrm>
              <a:off x="4744642" y="4315975"/>
              <a:ext cx="64084" cy="32072"/>
            </a:xfrm>
            <a:custGeom>
              <a:avLst/>
              <a:gdLst/>
              <a:ahLst/>
              <a:cxnLst/>
              <a:rect l="l" t="t" r="r" b="b"/>
              <a:pathLst>
                <a:path w="2144" h="1073" extrusionOk="0">
                  <a:moveTo>
                    <a:pt x="0" y="1"/>
                  </a:moveTo>
                  <a:cubicBezTo>
                    <a:pt x="0" y="596"/>
                    <a:pt x="477" y="1072"/>
                    <a:pt x="1072" y="1072"/>
                  </a:cubicBezTo>
                  <a:cubicBezTo>
                    <a:pt x="1667" y="1072"/>
                    <a:pt x="2144" y="596"/>
                    <a:pt x="2144"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3" name="Google Shape;24353;p141"/>
            <p:cNvSpPr/>
            <p:nvPr/>
          </p:nvSpPr>
          <p:spPr>
            <a:xfrm>
              <a:off x="4744642" y="4385022"/>
              <a:ext cx="64084" cy="64084"/>
            </a:xfrm>
            <a:custGeom>
              <a:avLst/>
              <a:gdLst/>
              <a:ahLst/>
              <a:cxnLst/>
              <a:rect l="l" t="t" r="r" b="b"/>
              <a:pathLst>
                <a:path w="2144" h="2144" extrusionOk="0">
                  <a:moveTo>
                    <a:pt x="1072" y="1"/>
                  </a:moveTo>
                  <a:cubicBezTo>
                    <a:pt x="477" y="1"/>
                    <a:pt x="0" y="477"/>
                    <a:pt x="0" y="1072"/>
                  </a:cubicBezTo>
                  <a:cubicBezTo>
                    <a:pt x="0" y="1668"/>
                    <a:pt x="477" y="2144"/>
                    <a:pt x="1072" y="2144"/>
                  </a:cubicBezTo>
                  <a:cubicBezTo>
                    <a:pt x="1667" y="2144"/>
                    <a:pt x="2144" y="1668"/>
                    <a:pt x="2144" y="1072"/>
                  </a:cubicBezTo>
                  <a:cubicBezTo>
                    <a:pt x="2144" y="477"/>
                    <a:pt x="1667" y="1"/>
                    <a:pt x="1072" y="1"/>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4" name="Google Shape;24354;p141"/>
            <p:cNvSpPr/>
            <p:nvPr/>
          </p:nvSpPr>
          <p:spPr>
            <a:xfrm>
              <a:off x="4744642" y="4416347"/>
              <a:ext cx="64084" cy="32759"/>
            </a:xfrm>
            <a:custGeom>
              <a:avLst/>
              <a:gdLst/>
              <a:ahLst/>
              <a:cxnLst/>
              <a:rect l="l" t="t" r="r" b="b"/>
              <a:pathLst>
                <a:path w="2144" h="1096" extrusionOk="0">
                  <a:moveTo>
                    <a:pt x="0" y="0"/>
                  </a:moveTo>
                  <a:cubicBezTo>
                    <a:pt x="0" y="596"/>
                    <a:pt x="477" y="1096"/>
                    <a:pt x="1072" y="1096"/>
                  </a:cubicBezTo>
                  <a:cubicBezTo>
                    <a:pt x="1667" y="1096"/>
                    <a:pt x="2144" y="620"/>
                    <a:pt x="2144"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55" name="Google Shape;24355;p141"/>
          <p:cNvGrpSpPr/>
          <p:nvPr/>
        </p:nvGrpSpPr>
        <p:grpSpPr>
          <a:xfrm>
            <a:off x="5514231" y="3980728"/>
            <a:ext cx="343857" cy="344544"/>
            <a:chOff x="5409500" y="4152266"/>
            <a:chExt cx="343857" cy="344544"/>
          </a:xfrm>
        </p:grpSpPr>
        <p:sp>
          <p:nvSpPr>
            <p:cNvPr id="24356" name="Google Shape;24356;p141"/>
            <p:cNvSpPr/>
            <p:nvPr/>
          </p:nvSpPr>
          <p:spPr>
            <a:xfrm>
              <a:off x="5519855" y="4314570"/>
              <a:ext cx="162303" cy="20654"/>
            </a:xfrm>
            <a:custGeom>
              <a:avLst/>
              <a:gdLst/>
              <a:ahLst/>
              <a:cxnLst/>
              <a:rect l="l" t="t" r="r" b="b"/>
              <a:pathLst>
                <a:path w="5430" h="691" extrusionOk="0">
                  <a:moveTo>
                    <a:pt x="0" y="0"/>
                  </a:moveTo>
                  <a:lnTo>
                    <a:pt x="0" y="691"/>
                  </a:lnTo>
                  <a:lnTo>
                    <a:pt x="5430" y="691"/>
                  </a:lnTo>
                  <a:lnTo>
                    <a:pt x="5430"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7" name="Google Shape;24357;p141"/>
            <p:cNvSpPr/>
            <p:nvPr/>
          </p:nvSpPr>
          <p:spPr>
            <a:xfrm>
              <a:off x="5519855" y="4324524"/>
              <a:ext cx="162303" cy="9296"/>
            </a:xfrm>
            <a:custGeom>
              <a:avLst/>
              <a:gdLst/>
              <a:ahLst/>
              <a:cxnLst/>
              <a:rect l="l" t="t" r="r" b="b"/>
              <a:pathLst>
                <a:path w="5430" h="311" extrusionOk="0">
                  <a:moveTo>
                    <a:pt x="0" y="0"/>
                  </a:moveTo>
                  <a:lnTo>
                    <a:pt x="0" y="310"/>
                  </a:lnTo>
                  <a:lnTo>
                    <a:pt x="5430" y="310"/>
                  </a:lnTo>
                  <a:lnTo>
                    <a:pt x="5430"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8" name="Google Shape;24358;p141"/>
            <p:cNvSpPr/>
            <p:nvPr/>
          </p:nvSpPr>
          <p:spPr>
            <a:xfrm>
              <a:off x="5519855" y="4350140"/>
              <a:ext cx="92569" cy="103240"/>
            </a:xfrm>
            <a:custGeom>
              <a:avLst/>
              <a:gdLst/>
              <a:ahLst/>
              <a:cxnLst/>
              <a:rect l="l" t="t" r="r" b="b"/>
              <a:pathLst>
                <a:path w="3097" h="3454" extrusionOk="0">
                  <a:moveTo>
                    <a:pt x="0" y="1"/>
                  </a:moveTo>
                  <a:lnTo>
                    <a:pt x="524" y="644"/>
                  </a:lnTo>
                  <a:lnTo>
                    <a:pt x="1667" y="644"/>
                  </a:lnTo>
                  <a:cubicBezTo>
                    <a:pt x="2096" y="644"/>
                    <a:pt x="2429" y="977"/>
                    <a:pt x="2429" y="1406"/>
                  </a:cubicBezTo>
                  <a:lnTo>
                    <a:pt x="2429" y="3454"/>
                  </a:lnTo>
                  <a:lnTo>
                    <a:pt x="3096" y="3454"/>
                  </a:lnTo>
                  <a:lnTo>
                    <a:pt x="3096" y="1430"/>
                  </a:lnTo>
                  <a:cubicBezTo>
                    <a:pt x="3096" y="620"/>
                    <a:pt x="2453" y="1"/>
                    <a:pt x="166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9" name="Google Shape;24359;p141"/>
            <p:cNvSpPr/>
            <p:nvPr/>
          </p:nvSpPr>
          <p:spPr>
            <a:xfrm>
              <a:off x="5519855" y="4196384"/>
              <a:ext cx="92569" cy="103240"/>
            </a:xfrm>
            <a:custGeom>
              <a:avLst/>
              <a:gdLst/>
              <a:ahLst/>
              <a:cxnLst/>
              <a:rect l="l" t="t" r="r" b="b"/>
              <a:pathLst>
                <a:path w="3097" h="3454" extrusionOk="0">
                  <a:moveTo>
                    <a:pt x="2429" y="1"/>
                  </a:moveTo>
                  <a:lnTo>
                    <a:pt x="2429" y="2025"/>
                  </a:lnTo>
                  <a:cubicBezTo>
                    <a:pt x="2429" y="2430"/>
                    <a:pt x="2096" y="2763"/>
                    <a:pt x="1667" y="2763"/>
                  </a:cubicBezTo>
                  <a:lnTo>
                    <a:pt x="524" y="2763"/>
                  </a:lnTo>
                  <a:lnTo>
                    <a:pt x="0" y="3454"/>
                  </a:lnTo>
                  <a:lnTo>
                    <a:pt x="1667" y="3454"/>
                  </a:lnTo>
                  <a:cubicBezTo>
                    <a:pt x="2453" y="3454"/>
                    <a:pt x="3096" y="2811"/>
                    <a:pt x="3096" y="2025"/>
                  </a:cubicBezTo>
                  <a:lnTo>
                    <a:pt x="3096"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0" name="Google Shape;24360;p141"/>
            <p:cNvSpPr/>
            <p:nvPr/>
          </p:nvSpPr>
          <p:spPr>
            <a:xfrm>
              <a:off x="5559011" y="4434849"/>
              <a:ext cx="86860" cy="61962"/>
            </a:xfrm>
            <a:custGeom>
              <a:avLst/>
              <a:gdLst/>
              <a:ahLst/>
              <a:cxnLst/>
              <a:rect l="l" t="t" r="r" b="b"/>
              <a:pathLst>
                <a:path w="2906" h="2073" extrusionOk="0">
                  <a:moveTo>
                    <a:pt x="0" y="1"/>
                  </a:moveTo>
                  <a:lnTo>
                    <a:pt x="0" y="2073"/>
                  </a:lnTo>
                  <a:lnTo>
                    <a:pt x="2905" y="2073"/>
                  </a:lnTo>
                  <a:lnTo>
                    <a:pt x="2905"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1" name="Google Shape;24361;p141"/>
            <p:cNvSpPr/>
            <p:nvPr/>
          </p:nvSpPr>
          <p:spPr>
            <a:xfrm>
              <a:off x="5559011" y="4152266"/>
              <a:ext cx="86860" cy="62679"/>
            </a:xfrm>
            <a:custGeom>
              <a:avLst/>
              <a:gdLst/>
              <a:ahLst/>
              <a:cxnLst/>
              <a:rect l="l" t="t" r="r" b="b"/>
              <a:pathLst>
                <a:path w="2906" h="2097" extrusionOk="0">
                  <a:moveTo>
                    <a:pt x="0" y="0"/>
                  </a:moveTo>
                  <a:lnTo>
                    <a:pt x="0" y="2096"/>
                  </a:lnTo>
                  <a:lnTo>
                    <a:pt x="2905" y="2096"/>
                  </a:lnTo>
                  <a:lnTo>
                    <a:pt x="2905" y="0"/>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2" name="Google Shape;24362;p141"/>
            <p:cNvSpPr/>
            <p:nvPr/>
          </p:nvSpPr>
          <p:spPr>
            <a:xfrm>
              <a:off x="5667184" y="4293199"/>
              <a:ext cx="86173" cy="61962"/>
            </a:xfrm>
            <a:custGeom>
              <a:avLst/>
              <a:gdLst/>
              <a:ahLst/>
              <a:cxnLst/>
              <a:rect l="l" t="t" r="r" b="b"/>
              <a:pathLst>
                <a:path w="2883" h="2073" extrusionOk="0">
                  <a:moveTo>
                    <a:pt x="1" y="1"/>
                  </a:moveTo>
                  <a:lnTo>
                    <a:pt x="1" y="2072"/>
                  </a:lnTo>
                  <a:lnTo>
                    <a:pt x="2882" y="2072"/>
                  </a:lnTo>
                  <a:lnTo>
                    <a:pt x="2882" y="1"/>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3" name="Google Shape;24363;p141"/>
            <p:cNvSpPr/>
            <p:nvPr/>
          </p:nvSpPr>
          <p:spPr>
            <a:xfrm>
              <a:off x="5667184" y="4324524"/>
              <a:ext cx="86173" cy="30637"/>
            </a:xfrm>
            <a:custGeom>
              <a:avLst/>
              <a:gdLst/>
              <a:ahLst/>
              <a:cxnLst/>
              <a:rect l="l" t="t" r="r" b="b"/>
              <a:pathLst>
                <a:path w="2883" h="1025" extrusionOk="0">
                  <a:moveTo>
                    <a:pt x="1" y="0"/>
                  </a:moveTo>
                  <a:lnTo>
                    <a:pt x="1" y="1024"/>
                  </a:lnTo>
                  <a:lnTo>
                    <a:pt x="2882" y="1024"/>
                  </a:lnTo>
                  <a:lnTo>
                    <a:pt x="2882"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4" name="Google Shape;24364;p141"/>
            <p:cNvSpPr/>
            <p:nvPr/>
          </p:nvSpPr>
          <p:spPr>
            <a:xfrm>
              <a:off x="5409500" y="4278971"/>
              <a:ext cx="126046" cy="90417"/>
            </a:xfrm>
            <a:custGeom>
              <a:avLst/>
              <a:gdLst/>
              <a:ahLst/>
              <a:cxnLst/>
              <a:rect l="l" t="t" r="r" b="b"/>
              <a:pathLst>
                <a:path w="4217" h="3025" extrusionOk="0">
                  <a:moveTo>
                    <a:pt x="1" y="0"/>
                  </a:moveTo>
                  <a:lnTo>
                    <a:pt x="1" y="3025"/>
                  </a:lnTo>
                  <a:lnTo>
                    <a:pt x="4216" y="3025"/>
                  </a:lnTo>
                  <a:lnTo>
                    <a:pt x="4216" y="0"/>
                  </a:ln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5" name="Google Shape;24365;p141"/>
            <p:cNvSpPr/>
            <p:nvPr/>
          </p:nvSpPr>
          <p:spPr>
            <a:xfrm>
              <a:off x="5409500" y="4324524"/>
              <a:ext cx="126046" cy="44865"/>
            </a:xfrm>
            <a:custGeom>
              <a:avLst/>
              <a:gdLst/>
              <a:ahLst/>
              <a:cxnLst/>
              <a:rect l="l" t="t" r="r" b="b"/>
              <a:pathLst>
                <a:path w="4217" h="1501" extrusionOk="0">
                  <a:moveTo>
                    <a:pt x="1" y="0"/>
                  </a:moveTo>
                  <a:lnTo>
                    <a:pt x="1" y="1501"/>
                  </a:lnTo>
                  <a:lnTo>
                    <a:pt x="4216" y="1501"/>
                  </a:lnTo>
                  <a:lnTo>
                    <a:pt x="4216" y="0"/>
                  </a:ln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6" name="Google Shape;24366;p141"/>
            <p:cNvSpPr/>
            <p:nvPr/>
          </p:nvSpPr>
          <p:spPr>
            <a:xfrm>
              <a:off x="5442977" y="4314570"/>
              <a:ext cx="19967" cy="20654"/>
            </a:xfrm>
            <a:custGeom>
              <a:avLst/>
              <a:gdLst/>
              <a:ahLst/>
              <a:cxnLst/>
              <a:rect l="l" t="t" r="r" b="b"/>
              <a:pathLst>
                <a:path w="668" h="691" extrusionOk="0">
                  <a:moveTo>
                    <a:pt x="0" y="0"/>
                  </a:moveTo>
                  <a:lnTo>
                    <a:pt x="0" y="691"/>
                  </a:lnTo>
                  <a:lnTo>
                    <a:pt x="667" y="691"/>
                  </a:lnTo>
                  <a:lnTo>
                    <a:pt x="66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7" name="Google Shape;24367;p141"/>
            <p:cNvSpPr/>
            <p:nvPr/>
          </p:nvSpPr>
          <p:spPr>
            <a:xfrm>
              <a:off x="5482134" y="4314570"/>
              <a:ext cx="19937" cy="20654"/>
            </a:xfrm>
            <a:custGeom>
              <a:avLst/>
              <a:gdLst/>
              <a:ahLst/>
              <a:cxnLst/>
              <a:rect l="l" t="t" r="r" b="b"/>
              <a:pathLst>
                <a:path w="667" h="691" extrusionOk="0">
                  <a:moveTo>
                    <a:pt x="0" y="0"/>
                  </a:moveTo>
                  <a:lnTo>
                    <a:pt x="0" y="691"/>
                  </a:lnTo>
                  <a:lnTo>
                    <a:pt x="667" y="691"/>
                  </a:lnTo>
                  <a:lnTo>
                    <a:pt x="66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8" name="Google Shape;24368;p141"/>
            <p:cNvSpPr/>
            <p:nvPr/>
          </p:nvSpPr>
          <p:spPr>
            <a:xfrm>
              <a:off x="5442977" y="4324524"/>
              <a:ext cx="19967" cy="9296"/>
            </a:xfrm>
            <a:custGeom>
              <a:avLst/>
              <a:gdLst/>
              <a:ahLst/>
              <a:cxnLst/>
              <a:rect l="l" t="t" r="r" b="b"/>
              <a:pathLst>
                <a:path w="668" h="311" extrusionOk="0">
                  <a:moveTo>
                    <a:pt x="0" y="0"/>
                  </a:moveTo>
                  <a:lnTo>
                    <a:pt x="0" y="310"/>
                  </a:lnTo>
                  <a:lnTo>
                    <a:pt x="667" y="310"/>
                  </a:lnTo>
                  <a:lnTo>
                    <a:pt x="667"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9" name="Google Shape;24369;p141"/>
            <p:cNvSpPr/>
            <p:nvPr/>
          </p:nvSpPr>
          <p:spPr>
            <a:xfrm>
              <a:off x="5482134" y="4324524"/>
              <a:ext cx="19937" cy="9296"/>
            </a:xfrm>
            <a:custGeom>
              <a:avLst/>
              <a:gdLst/>
              <a:ahLst/>
              <a:cxnLst/>
              <a:rect l="l" t="t" r="r" b="b"/>
              <a:pathLst>
                <a:path w="667" h="311" extrusionOk="0">
                  <a:moveTo>
                    <a:pt x="0" y="0"/>
                  </a:moveTo>
                  <a:lnTo>
                    <a:pt x="0" y="310"/>
                  </a:lnTo>
                  <a:lnTo>
                    <a:pt x="667" y="310"/>
                  </a:lnTo>
                  <a:lnTo>
                    <a:pt x="667" y="0"/>
                  </a:lnTo>
                  <a:close/>
                </a:path>
              </a:pathLst>
            </a:custGeom>
            <a:solidFill>
              <a:srgbClr val="E3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0" name="Google Shape;24370;p141"/>
          <p:cNvGrpSpPr/>
          <p:nvPr/>
        </p:nvGrpSpPr>
        <p:grpSpPr>
          <a:xfrm>
            <a:off x="6254299" y="4008415"/>
            <a:ext cx="344544" cy="343109"/>
            <a:chOff x="6082937" y="4160815"/>
            <a:chExt cx="344544" cy="343109"/>
          </a:xfrm>
        </p:grpSpPr>
        <p:sp>
          <p:nvSpPr>
            <p:cNvPr id="24371" name="Google Shape;24371;p141"/>
            <p:cNvSpPr/>
            <p:nvPr/>
          </p:nvSpPr>
          <p:spPr>
            <a:xfrm>
              <a:off x="6082937" y="4160815"/>
              <a:ext cx="222830" cy="185079"/>
            </a:xfrm>
            <a:custGeom>
              <a:avLst/>
              <a:gdLst/>
              <a:ahLst/>
              <a:cxnLst/>
              <a:rect l="l" t="t" r="r" b="b"/>
              <a:pathLst>
                <a:path w="7455" h="6192" extrusionOk="0">
                  <a:moveTo>
                    <a:pt x="0" y="0"/>
                  </a:moveTo>
                  <a:lnTo>
                    <a:pt x="0" y="5739"/>
                  </a:lnTo>
                  <a:cubicBezTo>
                    <a:pt x="0" y="5739"/>
                    <a:pt x="2215" y="6192"/>
                    <a:pt x="2882" y="6192"/>
                  </a:cubicBezTo>
                  <a:cubicBezTo>
                    <a:pt x="3573" y="6192"/>
                    <a:pt x="5740" y="5739"/>
                    <a:pt x="5740" y="5739"/>
                  </a:cubicBezTo>
                  <a:cubicBezTo>
                    <a:pt x="5740" y="5739"/>
                    <a:pt x="7454" y="4311"/>
                    <a:pt x="7454" y="2858"/>
                  </a:cubicBezTo>
                  <a:cubicBezTo>
                    <a:pt x="7454" y="1238"/>
                    <a:pt x="5740" y="0"/>
                    <a:pt x="574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2" name="Google Shape;24372;p141"/>
            <p:cNvSpPr/>
            <p:nvPr/>
          </p:nvSpPr>
          <p:spPr>
            <a:xfrm>
              <a:off x="6168364" y="4160815"/>
              <a:ext cx="137404" cy="185079"/>
            </a:xfrm>
            <a:custGeom>
              <a:avLst/>
              <a:gdLst/>
              <a:ahLst/>
              <a:cxnLst/>
              <a:rect l="l" t="t" r="r" b="b"/>
              <a:pathLst>
                <a:path w="4597" h="6192" extrusionOk="0">
                  <a:moveTo>
                    <a:pt x="0" y="0"/>
                  </a:moveTo>
                  <a:lnTo>
                    <a:pt x="0" y="6192"/>
                  </a:lnTo>
                  <a:lnTo>
                    <a:pt x="24" y="6192"/>
                  </a:lnTo>
                  <a:cubicBezTo>
                    <a:pt x="715" y="6192"/>
                    <a:pt x="2882" y="5739"/>
                    <a:pt x="2882" y="5739"/>
                  </a:cubicBezTo>
                  <a:cubicBezTo>
                    <a:pt x="2882" y="5739"/>
                    <a:pt x="4572" y="4334"/>
                    <a:pt x="4572" y="2858"/>
                  </a:cubicBezTo>
                  <a:cubicBezTo>
                    <a:pt x="4596" y="1238"/>
                    <a:pt x="2882"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3" name="Google Shape;24373;p141"/>
            <p:cNvSpPr/>
            <p:nvPr/>
          </p:nvSpPr>
          <p:spPr>
            <a:xfrm>
              <a:off x="6254477" y="4160815"/>
              <a:ext cx="173003" cy="222830"/>
            </a:xfrm>
            <a:custGeom>
              <a:avLst/>
              <a:gdLst/>
              <a:ahLst/>
              <a:cxnLst/>
              <a:rect l="l" t="t" r="r" b="b"/>
              <a:pathLst>
                <a:path w="5788" h="7455" extrusionOk="0">
                  <a:moveTo>
                    <a:pt x="1" y="0"/>
                  </a:moveTo>
                  <a:lnTo>
                    <a:pt x="1" y="1739"/>
                  </a:lnTo>
                  <a:cubicBezTo>
                    <a:pt x="138" y="1687"/>
                    <a:pt x="263" y="1648"/>
                    <a:pt x="402" y="1648"/>
                  </a:cubicBezTo>
                  <a:cubicBezTo>
                    <a:pt x="456" y="1648"/>
                    <a:pt x="512" y="1654"/>
                    <a:pt x="572" y="1667"/>
                  </a:cubicBezTo>
                  <a:cubicBezTo>
                    <a:pt x="1191" y="1691"/>
                    <a:pt x="1668" y="2215"/>
                    <a:pt x="1715" y="2810"/>
                  </a:cubicBezTo>
                  <a:cubicBezTo>
                    <a:pt x="1739" y="3501"/>
                    <a:pt x="1168" y="4096"/>
                    <a:pt x="477" y="4096"/>
                  </a:cubicBezTo>
                  <a:cubicBezTo>
                    <a:pt x="310" y="4096"/>
                    <a:pt x="167" y="4072"/>
                    <a:pt x="1" y="4001"/>
                  </a:cubicBezTo>
                  <a:lnTo>
                    <a:pt x="1" y="5763"/>
                  </a:lnTo>
                  <a:cubicBezTo>
                    <a:pt x="1" y="5763"/>
                    <a:pt x="1239" y="7454"/>
                    <a:pt x="2906" y="7454"/>
                  </a:cubicBezTo>
                  <a:cubicBezTo>
                    <a:pt x="4454" y="7454"/>
                    <a:pt x="5788" y="5763"/>
                    <a:pt x="5788" y="5763"/>
                  </a:cubicBezTo>
                  <a:lnTo>
                    <a:pt x="5788" y="0"/>
                  </a:lnTo>
                  <a:close/>
                </a:path>
              </a:pathLst>
            </a:custGeom>
            <a:solidFill>
              <a:srgbClr val="E5E9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4" name="Google Shape;24374;p141"/>
            <p:cNvSpPr/>
            <p:nvPr/>
          </p:nvSpPr>
          <p:spPr>
            <a:xfrm>
              <a:off x="6341309" y="4160815"/>
              <a:ext cx="86173" cy="222113"/>
            </a:xfrm>
            <a:custGeom>
              <a:avLst/>
              <a:gdLst/>
              <a:ahLst/>
              <a:cxnLst/>
              <a:rect l="l" t="t" r="r" b="b"/>
              <a:pathLst>
                <a:path w="2883" h="7431" extrusionOk="0">
                  <a:moveTo>
                    <a:pt x="1" y="0"/>
                  </a:moveTo>
                  <a:lnTo>
                    <a:pt x="1" y="7430"/>
                  </a:lnTo>
                  <a:cubicBezTo>
                    <a:pt x="1549" y="7430"/>
                    <a:pt x="2883" y="5739"/>
                    <a:pt x="2883" y="5739"/>
                  </a:cubicBezTo>
                  <a:lnTo>
                    <a:pt x="2883" y="0"/>
                  </a:ln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5" name="Google Shape;24375;p141"/>
            <p:cNvSpPr/>
            <p:nvPr/>
          </p:nvSpPr>
          <p:spPr>
            <a:xfrm>
              <a:off x="6203933" y="4331638"/>
              <a:ext cx="222830" cy="172286"/>
            </a:xfrm>
            <a:custGeom>
              <a:avLst/>
              <a:gdLst/>
              <a:ahLst/>
              <a:cxnLst/>
              <a:rect l="l" t="t" r="r" b="b"/>
              <a:pathLst>
                <a:path w="7455" h="5764" extrusionOk="0">
                  <a:moveTo>
                    <a:pt x="1692" y="1"/>
                  </a:moveTo>
                  <a:cubicBezTo>
                    <a:pt x="1692" y="1"/>
                    <a:pt x="1" y="1239"/>
                    <a:pt x="1" y="2882"/>
                  </a:cubicBezTo>
                  <a:cubicBezTo>
                    <a:pt x="1" y="4597"/>
                    <a:pt x="1692" y="5764"/>
                    <a:pt x="1692" y="5764"/>
                  </a:cubicBezTo>
                  <a:lnTo>
                    <a:pt x="7455" y="5764"/>
                  </a:lnTo>
                  <a:lnTo>
                    <a:pt x="7455" y="24"/>
                  </a:lnTo>
                  <a:lnTo>
                    <a:pt x="7455" y="1"/>
                  </a:lnTo>
                  <a:lnTo>
                    <a:pt x="5740" y="1"/>
                  </a:lnTo>
                  <a:cubicBezTo>
                    <a:pt x="5812" y="143"/>
                    <a:pt x="5835" y="286"/>
                    <a:pt x="5835" y="477"/>
                  </a:cubicBezTo>
                  <a:cubicBezTo>
                    <a:pt x="5835" y="1130"/>
                    <a:pt x="5264" y="1692"/>
                    <a:pt x="4591" y="1692"/>
                  </a:cubicBezTo>
                  <a:cubicBezTo>
                    <a:pt x="4577" y="1692"/>
                    <a:pt x="4563" y="1692"/>
                    <a:pt x="4549" y="1691"/>
                  </a:cubicBezTo>
                  <a:cubicBezTo>
                    <a:pt x="3906" y="1691"/>
                    <a:pt x="3406" y="1144"/>
                    <a:pt x="3359" y="524"/>
                  </a:cubicBezTo>
                  <a:cubicBezTo>
                    <a:pt x="3359" y="310"/>
                    <a:pt x="3406" y="143"/>
                    <a:pt x="3454" y="1"/>
                  </a:cubicBez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6" name="Google Shape;24376;p141"/>
            <p:cNvSpPr/>
            <p:nvPr/>
          </p:nvSpPr>
          <p:spPr>
            <a:xfrm>
              <a:off x="6341309" y="4332355"/>
              <a:ext cx="86173" cy="171569"/>
            </a:xfrm>
            <a:custGeom>
              <a:avLst/>
              <a:gdLst/>
              <a:ahLst/>
              <a:cxnLst/>
              <a:rect l="l" t="t" r="r" b="b"/>
              <a:pathLst>
                <a:path w="2883" h="5740" extrusionOk="0">
                  <a:moveTo>
                    <a:pt x="1120" y="0"/>
                  </a:moveTo>
                  <a:cubicBezTo>
                    <a:pt x="1192" y="143"/>
                    <a:pt x="1216" y="286"/>
                    <a:pt x="1216" y="477"/>
                  </a:cubicBezTo>
                  <a:cubicBezTo>
                    <a:pt x="1216" y="1167"/>
                    <a:pt x="668" y="1691"/>
                    <a:pt x="1" y="1691"/>
                  </a:cubicBezTo>
                  <a:lnTo>
                    <a:pt x="1" y="5740"/>
                  </a:lnTo>
                  <a:lnTo>
                    <a:pt x="2883" y="5740"/>
                  </a:lnTo>
                  <a:lnTo>
                    <a:pt x="2883" y="0"/>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7" name="Google Shape;24377;p141"/>
            <p:cNvSpPr/>
            <p:nvPr/>
          </p:nvSpPr>
          <p:spPr>
            <a:xfrm>
              <a:off x="6082937" y="4280376"/>
              <a:ext cx="171569" cy="222830"/>
            </a:xfrm>
            <a:custGeom>
              <a:avLst/>
              <a:gdLst/>
              <a:ahLst/>
              <a:cxnLst/>
              <a:rect l="l" t="t" r="r" b="b"/>
              <a:pathLst>
                <a:path w="5740" h="7455" extrusionOk="0">
                  <a:moveTo>
                    <a:pt x="2912" y="0"/>
                  </a:moveTo>
                  <a:cubicBezTo>
                    <a:pt x="2239" y="0"/>
                    <a:pt x="1667" y="563"/>
                    <a:pt x="1667" y="1239"/>
                  </a:cubicBezTo>
                  <a:cubicBezTo>
                    <a:pt x="1667" y="1406"/>
                    <a:pt x="1691" y="1549"/>
                    <a:pt x="1763" y="1716"/>
                  </a:cubicBezTo>
                  <a:lnTo>
                    <a:pt x="0" y="1716"/>
                  </a:lnTo>
                  <a:lnTo>
                    <a:pt x="0" y="7455"/>
                  </a:lnTo>
                  <a:lnTo>
                    <a:pt x="3025" y="7455"/>
                  </a:lnTo>
                  <a:lnTo>
                    <a:pt x="4620" y="6859"/>
                  </a:lnTo>
                  <a:lnTo>
                    <a:pt x="4620" y="6859"/>
                  </a:lnTo>
                  <a:cubicBezTo>
                    <a:pt x="4615" y="6861"/>
                    <a:pt x="4611" y="6862"/>
                    <a:pt x="4607" y="6862"/>
                  </a:cubicBezTo>
                  <a:cubicBezTo>
                    <a:pt x="4493" y="6862"/>
                    <a:pt x="5115" y="6145"/>
                    <a:pt x="4930" y="6145"/>
                  </a:cubicBezTo>
                  <a:cubicBezTo>
                    <a:pt x="4263" y="6145"/>
                    <a:pt x="3787" y="5240"/>
                    <a:pt x="3787" y="4597"/>
                  </a:cubicBezTo>
                  <a:cubicBezTo>
                    <a:pt x="3787" y="3930"/>
                    <a:pt x="4382" y="3168"/>
                    <a:pt x="5073" y="3168"/>
                  </a:cubicBezTo>
                  <a:cubicBezTo>
                    <a:pt x="5240" y="3168"/>
                    <a:pt x="5597" y="3430"/>
                    <a:pt x="5740" y="3502"/>
                  </a:cubicBezTo>
                  <a:lnTo>
                    <a:pt x="4882" y="2597"/>
                  </a:lnTo>
                  <a:lnTo>
                    <a:pt x="4025" y="1739"/>
                  </a:lnTo>
                  <a:cubicBezTo>
                    <a:pt x="4073" y="1597"/>
                    <a:pt x="4096" y="1406"/>
                    <a:pt x="4096" y="1192"/>
                  </a:cubicBezTo>
                  <a:cubicBezTo>
                    <a:pt x="4073" y="572"/>
                    <a:pt x="3573" y="49"/>
                    <a:pt x="2953" y="1"/>
                  </a:cubicBezTo>
                  <a:cubicBezTo>
                    <a:pt x="2939" y="0"/>
                    <a:pt x="2926" y="0"/>
                    <a:pt x="2912" y="0"/>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8" name="Google Shape;24378;p141"/>
            <p:cNvSpPr/>
            <p:nvPr/>
          </p:nvSpPr>
          <p:spPr>
            <a:xfrm>
              <a:off x="6168364" y="4280376"/>
              <a:ext cx="86143" cy="222830"/>
            </a:xfrm>
            <a:custGeom>
              <a:avLst/>
              <a:gdLst/>
              <a:ahLst/>
              <a:cxnLst/>
              <a:rect l="l" t="t" r="r" b="b"/>
              <a:pathLst>
                <a:path w="2882" h="7455" extrusionOk="0">
                  <a:moveTo>
                    <a:pt x="42" y="0"/>
                  </a:moveTo>
                  <a:cubicBezTo>
                    <a:pt x="28" y="0"/>
                    <a:pt x="14" y="0"/>
                    <a:pt x="0" y="1"/>
                  </a:cubicBezTo>
                  <a:lnTo>
                    <a:pt x="0" y="7455"/>
                  </a:lnTo>
                  <a:lnTo>
                    <a:pt x="2882" y="7455"/>
                  </a:lnTo>
                  <a:lnTo>
                    <a:pt x="2882" y="5693"/>
                  </a:lnTo>
                  <a:cubicBezTo>
                    <a:pt x="2739" y="5764"/>
                    <a:pt x="2596" y="5788"/>
                    <a:pt x="2405" y="5788"/>
                  </a:cubicBezTo>
                  <a:cubicBezTo>
                    <a:pt x="1739" y="5788"/>
                    <a:pt x="1167" y="5216"/>
                    <a:pt x="1191" y="4502"/>
                  </a:cubicBezTo>
                  <a:cubicBezTo>
                    <a:pt x="1215" y="3930"/>
                    <a:pt x="1739" y="3406"/>
                    <a:pt x="2358" y="3383"/>
                  </a:cubicBezTo>
                  <a:cubicBezTo>
                    <a:pt x="2524" y="3383"/>
                    <a:pt x="2715" y="3406"/>
                    <a:pt x="2882" y="3454"/>
                  </a:cubicBezTo>
                  <a:lnTo>
                    <a:pt x="2882" y="1716"/>
                  </a:lnTo>
                  <a:lnTo>
                    <a:pt x="1167" y="1716"/>
                  </a:lnTo>
                  <a:cubicBezTo>
                    <a:pt x="1215" y="1549"/>
                    <a:pt x="1262" y="1406"/>
                    <a:pt x="1262" y="1239"/>
                  </a:cubicBezTo>
                  <a:cubicBezTo>
                    <a:pt x="1262" y="563"/>
                    <a:pt x="714" y="0"/>
                    <a:pt x="42" y="0"/>
                  </a:cubicBezTo>
                  <a:close/>
                </a:path>
              </a:pathLst>
            </a:custGeom>
            <a:solidFill>
              <a:srgbClr val="B0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9" name="Google Shape;24379;p141"/>
          <p:cNvGrpSpPr/>
          <p:nvPr/>
        </p:nvGrpSpPr>
        <p:grpSpPr>
          <a:xfrm>
            <a:off x="6984893" y="3997795"/>
            <a:ext cx="343109" cy="291878"/>
            <a:chOff x="6742117" y="4169334"/>
            <a:chExt cx="343109" cy="291878"/>
          </a:xfrm>
        </p:grpSpPr>
        <p:sp>
          <p:nvSpPr>
            <p:cNvPr id="24380" name="Google Shape;24380;p141"/>
            <p:cNvSpPr/>
            <p:nvPr/>
          </p:nvSpPr>
          <p:spPr>
            <a:xfrm>
              <a:off x="6772007" y="4229861"/>
              <a:ext cx="282610" cy="160181"/>
            </a:xfrm>
            <a:custGeom>
              <a:avLst/>
              <a:gdLst/>
              <a:ahLst/>
              <a:cxnLst/>
              <a:rect l="l" t="t" r="r" b="b"/>
              <a:pathLst>
                <a:path w="9455" h="5359" extrusionOk="0">
                  <a:moveTo>
                    <a:pt x="4359" y="0"/>
                  </a:moveTo>
                  <a:lnTo>
                    <a:pt x="4359" y="2405"/>
                  </a:lnTo>
                  <a:lnTo>
                    <a:pt x="1" y="2405"/>
                  </a:lnTo>
                  <a:lnTo>
                    <a:pt x="1" y="5358"/>
                  </a:lnTo>
                  <a:lnTo>
                    <a:pt x="691" y="5358"/>
                  </a:lnTo>
                  <a:lnTo>
                    <a:pt x="691" y="3096"/>
                  </a:lnTo>
                  <a:lnTo>
                    <a:pt x="4382" y="3096"/>
                  </a:lnTo>
                  <a:lnTo>
                    <a:pt x="4382" y="5358"/>
                  </a:lnTo>
                  <a:lnTo>
                    <a:pt x="5073" y="5358"/>
                  </a:lnTo>
                  <a:lnTo>
                    <a:pt x="5073" y="3096"/>
                  </a:lnTo>
                  <a:lnTo>
                    <a:pt x="8764" y="3096"/>
                  </a:lnTo>
                  <a:lnTo>
                    <a:pt x="8764" y="5358"/>
                  </a:lnTo>
                  <a:lnTo>
                    <a:pt x="9455" y="5358"/>
                  </a:lnTo>
                  <a:lnTo>
                    <a:pt x="9455" y="2405"/>
                  </a:lnTo>
                  <a:lnTo>
                    <a:pt x="5049" y="2405"/>
                  </a:lnTo>
                  <a:lnTo>
                    <a:pt x="5049" y="0"/>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1" name="Google Shape;24381;p141"/>
            <p:cNvSpPr/>
            <p:nvPr/>
          </p:nvSpPr>
          <p:spPr>
            <a:xfrm>
              <a:off x="6913657" y="4230549"/>
              <a:ext cx="140961" cy="160210"/>
            </a:xfrm>
            <a:custGeom>
              <a:avLst/>
              <a:gdLst/>
              <a:ahLst/>
              <a:cxnLst/>
              <a:rect l="l" t="t" r="r" b="b"/>
              <a:pathLst>
                <a:path w="4716" h="5360" extrusionOk="0">
                  <a:moveTo>
                    <a:pt x="1" y="1"/>
                  </a:moveTo>
                  <a:lnTo>
                    <a:pt x="1" y="5359"/>
                  </a:lnTo>
                  <a:lnTo>
                    <a:pt x="334" y="5359"/>
                  </a:lnTo>
                  <a:lnTo>
                    <a:pt x="334" y="3073"/>
                  </a:lnTo>
                  <a:lnTo>
                    <a:pt x="4025" y="3073"/>
                  </a:lnTo>
                  <a:lnTo>
                    <a:pt x="4025" y="5335"/>
                  </a:lnTo>
                  <a:lnTo>
                    <a:pt x="4716" y="5335"/>
                  </a:lnTo>
                  <a:lnTo>
                    <a:pt x="4716" y="2406"/>
                  </a:lnTo>
                  <a:lnTo>
                    <a:pt x="334" y="2406"/>
                  </a:lnTo>
                  <a:lnTo>
                    <a:pt x="334"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2" name="Google Shape;24382;p141"/>
            <p:cNvSpPr/>
            <p:nvPr/>
          </p:nvSpPr>
          <p:spPr>
            <a:xfrm>
              <a:off x="6742117" y="4377908"/>
              <a:ext cx="83303" cy="83303"/>
            </a:xfrm>
            <a:custGeom>
              <a:avLst/>
              <a:gdLst/>
              <a:ahLst/>
              <a:cxnLst/>
              <a:rect l="l" t="t" r="r" b="b"/>
              <a:pathLst>
                <a:path w="2787" h="2787" extrusionOk="0">
                  <a:moveTo>
                    <a:pt x="1405" y="1"/>
                  </a:moveTo>
                  <a:cubicBezTo>
                    <a:pt x="620" y="1"/>
                    <a:pt x="0" y="620"/>
                    <a:pt x="0" y="1382"/>
                  </a:cubicBezTo>
                  <a:cubicBezTo>
                    <a:pt x="0" y="2168"/>
                    <a:pt x="620" y="2787"/>
                    <a:pt x="1405" y="2787"/>
                  </a:cubicBezTo>
                  <a:cubicBezTo>
                    <a:pt x="2168" y="2787"/>
                    <a:pt x="2787" y="2168"/>
                    <a:pt x="2787" y="1382"/>
                  </a:cubicBezTo>
                  <a:cubicBezTo>
                    <a:pt x="2787" y="620"/>
                    <a:pt x="2168" y="1"/>
                    <a:pt x="1405"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3" name="Google Shape;24383;p141"/>
            <p:cNvSpPr/>
            <p:nvPr/>
          </p:nvSpPr>
          <p:spPr>
            <a:xfrm>
              <a:off x="6871661" y="4377908"/>
              <a:ext cx="84021" cy="83303"/>
            </a:xfrm>
            <a:custGeom>
              <a:avLst/>
              <a:gdLst/>
              <a:ahLst/>
              <a:cxnLst/>
              <a:rect l="l" t="t" r="r" b="b"/>
              <a:pathLst>
                <a:path w="2811" h="2787" extrusionOk="0">
                  <a:moveTo>
                    <a:pt x="1406" y="1"/>
                  </a:moveTo>
                  <a:cubicBezTo>
                    <a:pt x="620" y="1"/>
                    <a:pt x="1" y="620"/>
                    <a:pt x="1" y="1382"/>
                  </a:cubicBezTo>
                  <a:cubicBezTo>
                    <a:pt x="1" y="2168"/>
                    <a:pt x="644" y="2787"/>
                    <a:pt x="1406" y="2787"/>
                  </a:cubicBezTo>
                  <a:cubicBezTo>
                    <a:pt x="2192" y="2787"/>
                    <a:pt x="2811" y="2168"/>
                    <a:pt x="2811" y="1382"/>
                  </a:cubicBezTo>
                  <a:cubicBezTo>
                    <a:pt x="2811" y="620"/>
                    <a:pt x="2192" y="1"/>
                    <a:pt x="1406"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4" name="Google Shape;24384;p141"/>
            <p:cNvSpPr/>
            <p:nvPr/>
          </p:nvSpPr>
          <p:spPr>
            <a:xfrm>
              <a:off x="6913657" y="4377908"/>
              <a:ext cx="42025" cy="83303"/>
            </a:xfrm>
            <a:custGeom>
              <a:avLst/>
              <a:gdLst/>
              <a:ahLst/>
              <a:cxnLst/>
              <a:rect l="l" t="t" r="r" b="b"/>
              <a:pathLst>
                <a:path w="1406" h="2787" extrusionOk="0">
                  <a:moveTo>
                    <a:pt x="1" y="1"/>
                  </a:moveTo>
                  <a:lnTo>
                    <a:pt x="1" y="2787"/>
                  </a:lnTo>
                  <a:cubicBezTo>
                    <a:pt x="787" y="2787"/>
                    <a:pt x="1406" y="2168"/>
                    <a:pt x="1406" y="1382"/>
                  </a:cubicBezTo>
                  <a:cubicBezTo>
                    <a:pt x="1406" y="620"/>
                    <a:pt x="787"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5" name="Google Shape;24385;p141"/>
            <p:cNvSpPr/>
            <p:nvPr/>
          </p:nvSpPr>
          <p:spPr>
            <a:xfrm>
              <a:off x="7001923" y="4377908"/>
              <a:ext cx="83303" cy="83303"/>
            </a:xfrm>
            <a:custGeom>
              <a:avLst/>
              <a:gdLst/>
              <a:ahLst/>
              <a:cxnLst/>
              <a:rect l="l" t="t" r="r" b="b"/>
              <a:pathLst>
                <a:path w="2787" h="2787" extrusionOk="0">
                  <a:moveTo>
                    <a:pt x="1382" y="1"/>
                  </a:moveTo>
                  <a:cubicBezTo>
                    <a:pt x="620" y="1"/>
                    <a:pt x="1" y="620"/>
                    <a:pt x="1" y="1382"/>
                  </a:cubicBezTo>
                  <a:cubicBezTo>
                    <a:pt x="1" y="2168"/>
                    <a:pt x="620" y="2787"/>
                    <a:pt x="1382" y="2787"/>
                  </a:cubicBezTo>
                  <a:cubicBezTo>
                    <a:pt x="2168" y="2787"/>
                    <a:pt x="2787" y="2168"/>
                    <a:pt x="2787" y="1382"/>
                  </a:cubicBezTo>
                  <a:cubicBezTo>
                    <a:pt x="2787" y="620"/>
                    <a:pt x="2168"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6" name="Google Shape;24386;p141"/>
            <p:cNvSpPr/>
            <p:nvPr/>
          </p:nvSpPr>
          <p:spPr>
            <a:xfrm>
              <a:off x="6863830" y="4169334"/>
              <a:ext cx="98966" cy="85456"/>
            </a:xfrm>
            <a:custGeom>
              <a:avLst/>
              <a:gdLst/>
              <a:ahLst/>
              <a:cxnLst/>
              <a:rect l="l" t="t" r="r" b="b"/>
              <a:pathLst>
                <a:path w="3311" h="2859" extrusionOk="0">
                  <a:moveTo>
                    <a:pt x="1668" y="1"/>
                  </a:moveTo>
                  <a:lnTo>
                    <a:pt x="1" y="2859"/>
                  </a:lnTo>
                  <a:lnTo>
                    <a:pt x="3311" y="2859"/>
                  </a:lnTo>
                  <a:lnTo>
                    <a:pt x="1668" y="1"/>
                  </a:lnTo>
                  <a:close/>
                </a:path>
              </a:pathLst>
            </a:custGeom>
            <a:solidFill>
              <a:srgbClr val="A8B2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7" name="Google Shape;24387;p141"/>
            <p:cNvSpPr/>
            <p:nvPr/>
          </p:nvSpPr>
          <p:spPr>
            <a:xfrm>
              <a:off x="6912939" y="4169334"/>
              <a:ext cx="49857" cy="85456"/>
            </a:xfrm>
            <a:custGeom>
              <a:avLst/>
              <a:gdLst/>
              <a:ahLst/>
              <a:cxnLst/>
              <a:rect l="l" t="t" r="r" b="b"/>
              <a:pathLst>
                <a:path w="1668" h="2859" extrusionOk="0">
                  <a:moveTo>
                    <a:pt x="1" y="1"/>
                  </a:moveTo>
                  <a:lnTo>
                    <a:pt x="1" y="2859"/>
                  </a:lnTo>
                  <a:lnTo>
                    <a:pt x="1668" y="2859"/>
                  </a:lnTo>
                  <a:lnTo>
                    <a:pt x="1" y="1"/>
                  </a:ln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88" name="Google Shape;24388;p141"/>
          <p:cNvGrpSpPr/>
          <p:nvPr/>
        </p:nvGrpSpPr>
        <p:grpSpPr>
          <a:xfrm>
            <a:off x="7711598" y="3982132"/>
            <a:ext cx="344574" cy="342421"/>
            <a:chOff x="7406975" y="4153671"/>
            <a:chExt cx="344574" cy="342421"/>
          </a:xfrm>
        </p:grpSpPr>
        <p:sp>
          <p:nvSpPr>
            <p:cNvPr id="24389" name="Google Shape;24389;p141"/>
            <p:cNvSpPr/>
            <p:nvPr/>
          </p:nvSpPr>
          <p:spPr>
            <a:xfrm>
              <a:off x="7518735" y="4264743"/>
              <a:ext cx="121054" cy="121025"/>
            </a:xfrm>
            <a:custGeom>
              <a:avLst/>
              <a:gdLst/>
              <a:ahLst/>
              <a:cxnLst/>
              <a:rect l="l" t="t" r="r" b="b"/>
              <a:pathLst>
                <a:path w="4050" h="4049" extrusionOk="0">
                  <a:moveTo>
                    <a:pt x="2025" y="0"/>
                  </a:moveTo>
                  <a:cubicBezTo>
                    <a:pt x="906" y="0"/>
                    <a:pt x="1" y="905"/>
                    <a:pt x="1" y="2024"/>
                  </a:cubicBezTo>
                  <a:cubicBezTo>
                    <a:pt x="1" y="3144"/>
                    <a:pt x="906" y="4048"/>
                    <a:pt x="2025" y="4048"/>
                  </a:cubicBezTo>
                  <a:cubicBezTo>
                    <a:pt x="3121" y="4048"/>
                    <a:pt x="4049" y="3144"/>
                    <a:pt x="4049" y="2024"/>
                  </a:cubicBezTo>
                  <a:cubicBezTo>
                    <a:pt x="4049" y="905"/>
                    <a:pt x="3121" y="0"/>
                    <a:pt x="2025"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0" name="Google Shape;24390;p141"/>
            <p:cNvSpPr/>
            <p:nvPr/>
          </p:nvSpPr>
          <p:spPr>
            <a:xfrm>
              <a:off x="7579950" y="4264026"/>
              <a:ext cx="60557" cy="121742"/>
            </a:xfrm>
            <a:custGeom>
              <a:avLst/>
              <a:gdLst/>
              <a:ahLst/>
              <a:cxnLst/>
              <a:rect l="l" t="t" r="r" b="b"/>
              <a:pathLst>
                <a:path w="2026" h="4073" extrusionOk="0">
                  <a:moveTo>
                    <a:pt x="1" y="0"/>
                  </a:moveTo>
                  <a:lnTo>
                    <a:pt x="1" y="4072"/>
                  </a:lnTo>
                  <a:cubicBezTo>
                    <a:pt x="1096" y="4072"/>
                    <a:pt x="2025" y="3168"/>
                    <a:pt x="2025" y="2048"/>
                  </a:cubicBezTo>
                  <a:cubicBezTo>
                    <a:pt x="2025" y="905"/>
                    <a:pt x="1096" y="0"/>
                    <a:pt x="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1" name="Google Shape;24391;p141"/>
            <p:cNvSpPr/>
            <p:nvPr/>
          </p:nvSpPr>
          <p:spPr>
            <a:xfrm>
              <a:off x="7406975" y="4347300"/>
              <a:ext cx="148822" cy="148792"/>
            </a:xfrm>
            <a:custGeom>
              <a:avLst/>
              <a:gdLst/>
              <a:ahLst/>
              <a:cxnLst/>
              <a:rect l="l" t="t" r="r" b="b"/>
              <a:pathLst>
                <a:path w="4979" h="4978" extrusionOk="0">
                  <a:moveTo>
                    <a:pt x="1" y="0"/>
                  </a:moveTo>
                  <a:cubicBezTo>
                    <a:pt x="358" y="2596"/>
                    <a:pt x="2382" y="4644"/>
                    <a:pt x="4978" y="4978"/>
                  </a:cubicBezTo>
                  <a:lnTo>
                    <a:pt x="4978" y="2620"/>
                  </a:lnTo>
                  <a:cubicBezTo>
                    <a:pt x="3692" y="2334"/>
                    <a:pt x="2668" y="1310"/>
                    <a:pt x="2359" y="0"/>
                  </a:cubicBezTo>
                  <a:close/>
                </a:path>
              </a:pathLst>
            </a:custGeom>
            <a:solidFill>
              <a:srgbClr val="B5C1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2" name="Google Shape;24392;p141"/>
            <p:cNvSpPr/>
            <p:nvPr/>
          </p:nvSpPr>
          <p:spPr>
            <a:xfrm>
              <a:off x="7602726" y="4153671"/>
              <a:ext cx="148822" cy="147388"/>
            </a:xfrm>
            <a:custGeom>
              <a:avLst/>
              <a:gdLst/>
              <a:ahLst/>
              <a:cxnLst/>
              <a:rect l="l" t="t" r="r" b="b"/>
              <a:pathLst>
                <a:path w="4979" h="4931" extrusionOk="0">
                  <a:moveTo>
                    <a:pt x="1" y="1"/>
                  </a:moveTo>
                  <a:lnTo>
                    <a:pt x="1" y="2335"/>
                  </a:lnTo>
                  <a:cubicBezTo>
                    <a:pt x="1287" y="2644"/>
                    <a:pt x="2311" y="3645"/>
                    <a:pt x="2621" y="4931"/>
                  </a:cubicBezTo>
                  <a:lnTo>
                    <a:pt x="4978" y="4931"/>
                  </a:lnTo>
                  <a:cubicBezTo>
                    <a:pt x="4621" y="2382"/>
                    <a:pt x="2597" y="311"/>
                    <a:pt x="1" y="1"/>
                  </a:cubicBezTo>
                  <a:close/>
                </a:path>
              </a:pathLst>
            </a:custGeom>
            <a:solidFill>
              <a:srgbClr val="D4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3" name="Google Shape;24393;p141"/>
            <p:cNvSpPr/>
            <p:nvPr/>
          </p:nvSpPr>
          <p:spPr>
            <a:xfrm>
              <a:off x="7406975" y="4153671"/>
              <a:ext cx="148822" cy="147388"/>
            </a:xfrm>
            <a:custGeom>
              <a:avLst/>
              <a:gdLst/>
              <a:ahLst/>
              <a:cxnLst/>
              <a:rect l="l" t="t" r="r" b="b"/>
              <a:pathLst>
                <a:path w="4979" h="4931" extrusionOk="0">
                  <a:moveTo>
                    <a:pt x="4978" y="1"/>
                  </a:moveTo>
                  <a:cubicBezTo>
                    <a:pt x="2430" y="358"/>
                    <a:pt x="358" y="2382"/>
                    <a:pt x="1" y="4931"/>
                  </a:cubicBezTo>
                  <a:lnTo>
                    <a:pt x="2359" y="4931"/>
                  </a:lnTo>
                  <a:cubicBezTo>
                    <a:pt x="2692" y="3645"/>
                    <a:pt x="3692" y="2644"/>
                    <a:pt x="4978" y="2335"/>
                  </a:cubicBezTo>
                  <a:lnTo>
                    <a:pt x="4978"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4" name="Google Shape;24394;p141"/>
            <p:cNvSpPr/>
            <p:nvPr/>
          </p:nvSpPr>
          <p:spPr>
            <a:xfrm>
              <a:off x="7602726" y="4347300"/>
              <a:ext cx="148822" cy="148792"/>
            </a:xfrm>
            <a:custGeom>
              <a:avLst/>
              <a:gdLst/>
              <a:ahLst/>
              <a:cxnLst/>
              <a:rect l="l" t="t" r="r" b="b"/>
              <a:pathLst>
                <a:path w="4979" h="4978" extrusionOk="0">
                  <a:moveTo>
                    <a:pt x="2621" y="0"/>
                  </a:moveTo>
                  <a:cubicBezTo>
                    <a:pt x="2335" y="1310"/>
                    <a:pt x="1311" y="2334"/>
                    <a:pt x="1" y="2620"/>
                  </a:cubicBezTo>
                  <a:lnTo>
                    <a:pt x="1" y="4978"/>
                  </a:lnTo>
                  <a:cubicBezTo>
                    <a:pt x="2597" y="4620"/>
                    <a:pt x="4621" y="2596"/>
                    <a:pt x="4978" y="0"/>
                  </a:cubicBezTo>
                  <a:close/>
                </a:path>
              </a:pathLst>
            </a:custGeom>
            <a:solidFill>
              <a:srgbClr val="76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395" name="Google Shape;24395;p141"/>
          <p:cNvSpPr txBox="1"/>
          <p:nvPr/>
        </p:nvSpPr>
        <p:spPr>
          <a:xfrm>
            <a:off x="1048350" y="1158650"/>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rgbClr val="FFFFFF"/>
                </a:solidFill>
              </a:rPr>
              <a:t>Infographic Elements</a:t>
            </a:r>
            <a:endParaRPr sz="1600">
              <a:solidFill>
                <a:srgbClr val="FFFFFF"/>
              </a:solidFill>
            </a:endParaRPr>
          </a:p>
        </p:txBody>
      </p:sp>
      <p:sp>
        <p:nvSpPr>
          <p:cNvPr id="24396" name="Google Shape;24396;p141"/>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Premium Icons</a:t>
            </a:r>
            <a:endParaRPr sz="2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4400"/>
        <p:cNvGrpSpPr/>
        <p:nvPr/>
      </p:nvGrpSpPr>
      <p:grpSpPr>
        <a:xfrm>
          <a:off x="0" y="0"/>
          <a:ext cx="0" cy="0"/>
          <a:chOff x="0" y="0"/>
          <a:chExt cx="0" cy="0"/>
        </a:xfrm>
      </p:grpSpPr>
      <p:pic>
        <p:nvPicPr>
          <p:cNvPr id="24401" name="Google Shape;24401;p142">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188</TotalTime>
  <Words>3061</Words>
  <Application>Microsoft Office PowerPoint</Application>
  <PresentationFormat>Affichage à l'écran (16:9)</PresentationFormat>
  <Paragraphs>634</Paragraphs>
  <Slides>93</Slides>
  <Notes>92</Notes>
  <HiddenSlides>0</HiddenSlides>
  <MMClips>0</MMClips>
  <ScaleCrop>false</ScaleCrop>
  <HeadingPairs>
    <vt:vector size="6" baseType="variant">
      <vt:variant>
        <vt:lpstr>Polices utilisées</vt:lpstr>
      </vt:variant>
      <vt:variant>
        <vt:i4>11</vt:i4>
      </vt:variant>
      <vt:variant>
        <vt:lpstr>Thème</vt:lpstr>
      </vt:variant>
      <vt:variant>
        <vt:i4>4</vt:i4>
      </vt:variant>
      <vt:variant>
        <vt:lpstr>Titres des diapositives</vt:lpstr>
      </vt:variant>
      <vt:variant>
        <vt:i4>93</vt:i4>
      </vt:variant>
    </vt:vector>
  </HeadingPairs>
  <TitlesOfParts>
    <vt:vector size="108" baseType="lpstr">
      <vt:lpstr>Roboto</vt:lpstr>
      <vt:lpstr>Proxima Nova</vt:lpstr>
      <vt:lpstr>Coiny</vt:lpstr>
      <vt:lpstr>Open Sans</vt:lpstr>
      <vt:lpstr>Advent Pro</vt:lpstr>
      <vt:lpstr>Roboto Medium</vt:lpstr>
      <vt:lpstr>Calibri</vt:lpstr>
      <vt:lpstr>Amatic SC</vt:lpstr>
      <vt:lpstr>Nunito ExtraBold</vt:lpstr>
      <vt:lpstr>Proxima Nova Semibold</vt:lpstr>
      <vt:lpstr>Arial</vt:lpstr>
      <vt:lpstr>Food Delivery App by Slidesgo</vt:lpstr>
      <vt:lpstr>Slidesgo Final Pages</vt:lpstr>
      <vt:lpstr>Slidesgo Final Pages</vt:lpstr>
      <vt:lpstr>Slidesgo Final Pages</vt:lpstr>
      <vt:lpstr>Marhaba: Votre Solution de Livraison de Repas</vt:lpstr>
      <vt:lpstr>Introduction</vt:lpstr>
      <vt:lpstr>Problematique</vt:lpstr>
      <vt:lpstr>Solution</vt:lpstr>
      <vt:lpstr>Challenge</vt:lpstr>
      <vt:lpstr>Présentation PowerPoint</vt:lpstr>
      <vt:lpstr>Problem vs. Solution</vt:lpstr>
      <vt:lpstr>Our Company</vt:lpstr>
      <vt:lpstr>Our Company</vt:lpstr>
      <vt:lpstr>Our Team</vt:lpstr>
      <vt:lpstr>Our Team</vt:lpstr>
      <vt:lpstr>Problem</vt:lpstr>
      <vt:lpstr>Problem</vt:lpstr>
      <vt:lpstr>Them</vt:lpstr>
      <vt:lpstr>Them</vt:lpstr>
      <vt:lpstr>Solution</vt:lpstr>
      <vt:lpstr>Strengths</vt:lpstr>
      <vt:lpstr>Strengths</vt:lpstr>
      <vt:lpstr>All about the product</vt:lpstr>
      <vt:lpstr>Product Overview</vt:lpstr>
      <vt:lpstr>Product Overview</vt:lpstr>
      <vt:lpstr>Our Plans</vt:lpstr>
      <vt:lpstr>Product Demo</vt:lpstr>
      <vt:lpstr>Traction</vt:lpstr>
      <vt:lpstr>300,000</vt:lpstr>
      <vt:lpstr>147,000</vt:lpstr>
      <vt:lpstr>333,000.00</vt:lpstr>
      <vt:lpstr>A Picture Is Worth a Thousand Words</vt:lpstr>
      <vt:lpstr>A Picture Is Worth a Thousand Words</vt:lpstr>
      <vt:lpstr>AWESOME WORDS</vt:lpstr>
      <vt:lpstr>Présentation PowerPoint</vt:lpstr>
      <vt:lpstr>A Picture Always Reinforces the Concept</vt:lpstr>
      <vt:lpstr>Challenge</vt:lpstr>
      <vt:lpstr>Reviews</vt:lpstr>
      <vt:lpstr>Reviews</vt:lpstr>
      <vt:lpstr>55%</vt:lpstr>
      <vt:lpstr>56%</vt:lpstr>
      <vt:lpstr>Awards</vt:lpstr>
      <vt:lpstr>Venus</vt:lpstr>
      <vt:lpstr>Market Size</vt:lpstr>
      <vt:lpstr>Infographics</vt:lpstr>
      <vt:lpstr>Infographics</vt:lpstr>
      <vt:lpstr>Infographics</vt:lpstr>
      <vt:lpstr>Market Size</vt:lpstr>
      <vt:lpstr>Target</vt:lpstr>
      <vt:lpstr>Competitors</vt:lpstr>
      <vt:lpstr>Competitors</vt:lpstr>
      <vt:lpstr>Diagram</vt:lpstr>
      <vt:lpstr>Investment</vt:lpstr>
      <vt:lpstr>Business Model</vt:lpstr>
      <vt:lpstr>Timing</vt:lpstr>
      <vt:lpstr>Timeline</vt:lpstr>
      <vt:lpstr>Timeline</vt:lpstr>
      <vt:lpstr>Timeline</vt:lpstr>
      <vt:lpstr>Predicted Growth</vt:lpstr>
      <vt:lpstr>Predicted Growth</vt:lpstr>
      <vt:lpstr>Investment</vt:lpstr>
      <vt:lpstr>Sneak Peek</vt:lpstr>
      <vt:lpstr>Alternative Icons</vt:lpstr>
      <vt:lpstr>Premium Icons</vt:lpstr>
      <vt:lpstr>Alternative Resources</vt:lpstr>
      <vt:lpstr>Alternative Resources</vt:lpstr>
      <vt:lpstr>Alternative Premium Resources</vt:lpstr>
      <vt:lpstr>Alternative Premium Resources</vt:lpstr>
      <vt:lpstr>Resources</vt:lpstr>
      <vt:lpstr>Resources</vt:lpstr>
      <vt:lpstr>Premium Resources</vt:lpstr>
      <vt:lpstr>Instructions for use</vt:lpstr>
      <vt:lpstr>Instructions for use</vt:lpstr>
      <vt:lpstr>Instructions for use (premium users)</vt:lpstr>
      <vt:lpstr>Fonts &amp; colors used</vt:lpstr>
      <vt:lpstr>Présentation PowerPoint</vt:lpstr>
      <vt:lpstr>Use our editable graphic resources...</vt:lpstr>
      <vt:lpstr>Présentation PowerPoint</vt:lpstr>
      <vt:lpstr>Présentation PowerPoint</vt:lpstr>
      <vt:lpstr>Présentation PowerPoint</vt:lpstr>
      <vt:lpstr>Présentation PowerPoint</vt:lpstr>
      <vt:lpstr>Présentation PowerPoint</vt:lpstr>
      <vt:lpstr>...and our sets of editable icons</vt:lpstr>
      <vt:lpstr>Educational Icons</vt:lpstr>
      <vt:lpstr>Business Icons</vt:lpstr>
      <vt:lpstr>Help &amp; Support Icons</vt:lpstr>
      <vt:lpstr>Creative Process Icons</vt:lpstr>
      <vt:lpstr>Nature Icons</vt:lpstr>
      <vt:lpstr>SEO &amp; Marketing Icons</vt:lpstr>
      <vt:lpstr>Premium infographics</vt:lpstr>
      <vt:lpstr>Premium infographics</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Youcode</cp:lastModifiedBy>
  <cp:revision>24</cp:revision>
  <dcterms:modified xsi:type="dcterms:W3CDTF">2025-11-24T00:27:21Z</dcterms:modified>
</cp:coreProperties>
</file>